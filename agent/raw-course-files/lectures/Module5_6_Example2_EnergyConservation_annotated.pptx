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4" r:id="rId4"/>
    <p:sldId id="259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670137-81EC-4445-8FDF-0D10D513A29C}" v="15" dt="2021-05-16T18:48:06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08" y="54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'Connor, Jacqueline Antonia" userId="3b9bfa0c-75a1-427e-ae61-7069a76100c3" providerId="ADAL" clId="{50670137-81EC-4445-8FDF-0D10D513A29C}"/>
    <pc:docChg chg="custSel modSld">
      <pc:chgData name="O'Connor, Jacqueline Antonia" userId="3b9bfa0c-75a1-427e-ae61-7069a76100c3" providerId="ADAL" clId="{50670137-81EC-4445-8FDF-0D10D513A29C}" dt="2021-05-16T18:48:06.713" v="163"/>
      <pc:docMkLst>
        <pc:docMk/>
      </pc:docMkLst>
      <pc:sldChg chg="addSp">
        <pc:chgData name="O'Connor, Jacqueline Antonia" userId="3b9bfa0c-75a1-427e-ae61-7069a76100c3" providerId="ADAL" clId="{50670137-81EC-4445-8FDF-0D10D513A29C}" dt="2021-05-16T18:40:12.305" v="23"/>
        <pc:sldMkLst>
          <pc:docMk/>
          <pc:sldMk cId="2717101770" sldId="258"/>
        </pc:sldMkLst>
        <pc:inkChg chg="add">
          <ac:chgData name="O'Connor, Jacqueline Antonia" userId="3b9bfa0c-75a1-427e-ae61-7069a76100c3" providerId="ADAL" clId="{50670137-81EC-4445-8FDF-0D10D513A29C}" dt="2021-05-16T18:40:12.305" v="23"/>
          <ac:inkMkLst>
            <pc:docMk/>
            <pc:sldMk cId="2717101770" sldId="258"/>
            <ac:inkMk id="2" creationId="{AE1C7AD9-B067-4FFE-8EEF-497DB88AE6CB}"/>
          </ac:inkMkLst>
        </pc:inkChg>
      </pc:sldChg>
      <pc:sldChg chg="addSp">
        <pc:chgData name="O'Connor, Jacqueline Antonia" userId="3b9bfa0c-75a1-427e-ae61-7069a76100c3" providerId="ADAL" clId="{50670137-81EC-4445-8FDF-0D10D513A29C}" dt="2021-05-16T18:40:12.305" v="23"/>
        <pc:sldMkLst>
          <pc:docMk/>
          <pc:sldMk cId="1306654742" sldId="259"/>
        </pc:sldMkLst>
        <pc:inkChg chg="add">
          <ac:chgData name="O'Connor, Jacqueline Antonia" userId="3b9bfa0c-75a1-427e-ae61-7069a76100c3" providerId="ADAL" clId="{50670137-81EC-4445-8FDF-0D10D513A29C}" dt="2021-05-16T18:40:12.305" v="23"/>
          <ac:inkMkLst>
            <pc:docMk/>
            <pc:sldMk cId="1306654742" sldId="259"/>
            <ac:inkMk id="2" creationId="{235DA5D9-0570-42D5-8F84-03181C34F903}"/>
          </ac:inkMkLst>
        </pc:inkChg>
      </pc:sldChg>
      <pc:sldChg chg="addSp">
        <pc:chgData name="O'Connor, Jacqueline Antonia" userId="3b9bfa0c-75a1-427e-ae61-7069a76100c3" providerId="ADAL" clId="{50670137-81EC-4445-8FDF-0D10D513A29C}" dt="2021-05-16T18:40:12.305" v="23"/>
        <pc:sldMkLst>
          <pc:docMk/>
          <pc:sldMk cId="2546880293" sldId="264"/>
        </pc:sldMkLst>
        <pc:inkChg chg="add">
          <ac:chgData name="O'Connor, Jacqueline Antonia" userId="3b9bfa0c-75a1-427e-ae61-7069a76100c3" providerId="ADAL" clId="{50670137-81EC-4445-8FDF-0D10D513A29C}" dt="2021-05-16T18:40:12.305" v="23"/>
          <ac:inkMkLst>
            <pc:docMk/>
            <pc:sldMk cId="2546880293" sldId="264"/>
            <ac:inkMk id="2" creationId="{1929874C-4F80-492A-BA3E-380606197054}"/>
          </ac:inkMkLst>
        </pc:inkChg>
      </pc:sldChg>
      <pc:sldChg chg="addSp modSp mod">
        <pc:chgData name="O'Connor, Jacqueline Antonia" userId="3b9bfa0c-75a1-427e-ae61-7069a76100c3" providerId="ADAL" clId="{50670137-81EC-4445-8FDF-0D10D513A29C}" dt="2021-05-16T18:41:01.059" v="60" actId="9405"/>
        <pc:sldMkLst>
          <pc:docMk/>
          <pc:sldMk cId="4199625705" sldId="265"/>
        </pc:sldMkLst>
        <pc:spChg chg="mod">
          <ac:chgData name="O'Connor, Jacqueline Antonia" userId="3b9bfa0c-75a1-427e-ae61-7069a76100c3" providerId="ADAL" clId="{50670137-81EC-4445-8FDF-0D10D513A29C}" dt="2021-05-16T18:30:18.166" v="5" actId="6549"/>
          <ac:spMkLst>
            <pc:docMk/>
            <pc:sldMk cId="4199625705" sldId="265"/>
            <ac:spMk id="5" creationId="{E7DCECD0-7236-4C58-87DB-CD758162E457}"/>
          </ac:spMkLst>
        </pc:spChg>
        <pc:inkChg chg="add">
          <ac:chgData name="O'Connor, Jacqueline Antonia" userId="3b9bfa0c-75a1-427e-ae61-7069a76100c3" providerId="ADAL" clId="{50670137-81EC-4445-8FDF-0D10D513A29C}" dt="2021-05-16T18:41:01.059" v="60" actId="9405"/>
          <ac:inkMkLst>
            <pc:docMk/>
            <pc:sldMk cId="4199625705" sldId="265"/>
            <ac:inkMk id="2" creationId="{F7E5015C-ADFE-4BBC-98A9-27FA19BA1543}"/>
          </ac:inkMkLst>
        </pc:inkChg>
      </pc:sldChg>
      <pc:sldChg chg="addSp modSp mod">
        <pc:chgData name="O'Connor, Jacqueline Antonia" userId="3b9bfa0c-75a1-427e-ae61-7069a76100c3" providerId="ADAL" clId="{50670137-81EC-4445-8FDF-0D10D513A29C}" dt="2021-05-16T18:44:26.870" v="137"/>
        <pc:sldMkLst>
          <pc:docMk/>
          <pc:sldMk cId="2601104894" sldId="266"/>
        </pc:sldMkLst>
        <pc:spChg chg="mod">
          <ac:chgData name="O'Connor, Jacqueline Antonia" userId="3b9bfa0c-75a1-427e-ae61-7069a76100c3" providerId="ADAL" clId="{50670137-81EC-4445-8FDF-0D10D513A29C}" dt="2021-05-16T18:30:29.973" v="6"/>
          <ac:spMkLst>
            <pc:docMk/>
            <pc:sldMk cId="2601104894" sldId="266"/>
            <ac:spMk id="5" creationId="{E7DCECD0-7236-4C58-87DB-CD758162E457}"/>
          </ac:spMkLst>
        </pc:spChg>
        <pc:inkChg chg="add">
          <ac:chgData name="O'Connor, Jacqueline Antonia" userId="3b9bfa0c-75a1-427e-ae61-7069a76100c3" providerId="ADAL" clId="{50670137-81EC-4445-8FDF-0D10D513A29C}" dt="2021-05-16T18:44:26.870" v="137"/>
          <ac:inkMkLst>
            <pc:docMk/>
            <pc:sldMk cId="2601104894" sldId="266"/>
            <ac:inkMk id="2" creationId="{46C37154-EC90-43BD-89BE-904A50CBA0A8}"/>
          </ac:inkMkLst>
        </pc:inkChg>
      </pc:sldChg>
      <pc:sldChg chg="addSp modSp mod">
        <pc:chgData name="O'Connor, Jacqueline Antonia" userId="3b9bfa0c-75a1-427e-ae61-7069a76100c3" providerId="ADAL" clId="{50670137-81EC-4445-8FDF-0D10D513A29C}" dt="2021-05-16T18:43:09.153" v="136"/>
        <pc:sldMkLst>
          <pc:docMk/>
          <pc:sldMk cId="282210060" sldId="267"/>
        </pc:sldMkLst>
        <pc:spChg chg="mod">
          <ac:chgData name="O'Connor, Jacqueline Antonia" userId="3b9bfa0c-75a1-427e-ae61-7069a76100c3" providerId="ADAL" clId="{50670137-81EC-4445-8FDF-0D10D513A29C}" dt="2021-05-16T18:31:02.406" v="22" actId="20577"/>
          <ac:spMkLst>
            <pc:docMk/>
            <pc:sldMk cId="282210060" sldId="267"/>
            <ac:spMk id="4" creationId="{39B59E4A-0D64-4CD0-865B-DD7979EC2EC0}"/>
          </ac:spMkLst>
        </pc:spChg>
        <pc:grpChg chg="mod">
          <ac:chgData name="O'Connor, Jacqueline Antonia" userId="3b9bfa0c-75a1-427e-ae61-7069a76100c3" providerId="ADAL" clId="{50670137-81EC-4445-8FDF-0D10D513A29C}" dt="2021-05-16T18:40:24.373" v="35"/>
          <ac:grpSpMkLst>
            <pc:docMk/>
            <pc:sldMk cId="282210060" sldId="267"/>
            <ac:grpSpMk id="14" creationId="{20CE3C45-035E-48C3-9C34-B0B4F9463EFD}"/>
          </ac:grpSpMkLst>
        </pc:grpChg>
        <pc:grpChg chg="mod">
          <ac:chgData name="O'Connor, Jacqueline Antonia" userId="3b9bfa0c-75a1-427e-ae61-7069a76100c3" providerId="ADAL" clId="{50670137-81EC-4445-8FDF-0D10D513A29C}" dt="2021-05-16T18:40:24.373" v="35"/>
          <ac:grpSpMkLst>
            <pc:docMk/>
            <pc:sldMk cId="282210060" sldId="267"/>
            <ac:grpSpMk id="15" creationId="{2088DA0F-C28C-4CCE-A784-99338C33D233}"/>
          </ac:grpSpMkLst>
        </pc:grpChg>
        <pc:grpChg chg="mod">
          <ac:chgData name="O'Connor, Jacqueline Antonia" userId="3b9bfa0c-75a1-427e-ae61-7069a76100c3" providerId="ADAL" clId="{50670137-81EC-4445-8FDF-0D10D513A29C}" dt="2021-05-16T18:40:24.373" v="35"/>
          <ac:grpSpMkLst>
            <pc:docMk/>
            <pc:sldMk cId="282210060" sldId="267"/>
            <ac:grpSpMk id="16" creationId="{60612928-C308-490B-9DEE-90EE57640816}"/>
          </ac:grpSpMkLst>
        </pc:grpChg>
        <pc:grpChg chg="mod">
          <ac:chgData name="O'Connor, Jacqueline Antonia" userId="3b9bfa0c-75a1-427e-ae61-7069a76100c3" providerId="ADAL" clId="{50670137-81EC-4445-8FDF-0D10D513A29C}" dt="2021-05-16T18:40:54.276" v="54"/>
          <ac:grpSpMkLst>
            <pc:docMk/>
            <pc:sldMk cId="282210060" sldId="267"/>
            <ac:grpSpMk id="35" creationId="{47DB6EA3-84BB-45F6-963C-1D33DBD2A9F9}"/>
          </ac:grpSpMkLst>
        </pc:grpChg>
        <pc:grpChg chg="mod">
          <ac:chgData name="O'Connor, Jacqueline Antonia" userId="3b9bfa0c-75a1-427e-ae61-7069a76100c3" providerId="ADAL" clId="{50670137-81EC-4445-8FDF-0D10D513A29C}" dt="2021-05-16T18:40:54.276" v="54"/>
          <ac:grpSpMkLst>
            <pc:docMk/>
            <pc:sldMk cId="282210060" sldId="267"/>
            <ac:grpSpMk id="36" creationId="{41C75A93-6160-4028-A440-6AEB4656D973}"/>
          </ac:grpSpMkLst>
        </pc:grpChg>
        <pc:grpChg chg="mod">
          <ac:chgData name="O'Connor, Jacqueline Antonia" userId="3b9bfa0c-75a1-427e-ae61-7069a76100c3" providerId="ADAL" clId="{50670137-81EC-4445-8FDF-0D10D513A29C}" dt="2021-05-16T18:40:54.276" v="54"/>
          <ac:grpSpMkLst>
            <pc:docMk/>
            <pc:sldMk cId="282210060" sldId="267"/>
            <ac:grpSpMk id="37" creationId="{B8E1EE2D-DC63-4A08-9C57-59ABE87AFD9A}"/>
          </ac:grpSpMkLst>
        </pc:grpChg>
        <pc:grpChg chg="mod">
          <ac:chgData name="O'Connor, Jacqueline Antonia" userId="3b9bfa0c-75a1-427e-ae61-7069a76100c3" providerId="ADAL" clId="{50670137-81EC-4445-8FDF-0D10D513A29C}" dt="2021-05-16T18:42:19.038" v="82"/>
          <ac:grpSpMkLst>
            <pc:docMk/>
            <pc:sldMk cId="282210060" sldId="267"/>
            <ac:grpSpMk id="64" creationId="{B1E3482E-B4F0-4AC8-A017-DFBCF084F894}"/>
          </ac:grpSpMkLst>
        </pc:grpChg>
        <pc:grpChg chg="mod">
          <ac:chgData name="O'Connor, Jacqueline Antonia" userId="3b9bfa0c-75a1-427e-ae61-7069a76100c3" providerId="ADAL" clId="{50670137-81EC-4445-8FDF-0D10D513A29C}" dt="2021-05-16T18:42:19.038" v="82"/>
          <ac:grpSpMkLst>
            <pc:docMk/>
            <pc:sldMk cId="282210060" sldId="267"/>
            <ac:grpSpMk id="65" creationId="{31EA3BF6-B6D6-499A-8DD6-507CC89394DA}"/>
          </ac:grpSpMkLst>
        </pc:grpChg>
        <pc:grpChg chg="mod">
          <ac:chgData name="O'Connor, Jacqueline Antonia" userId="3b9bfa0c-75a1-427e-ae61-7069a76100c3" providerId="ADAL" clId="{50670137-81EC-4445-8FDF-0D10D513A29C}" dt="2021-05-16T18:42:19.038" v="82"/>
          <ac:grpSpMkLst>
            <pc:docMk/>
            <pc:sldMk cId="282210060" sldId="267"/>
            <ac:grpSpMk id="66" creationId="{704F1ADB-42DD-41BD-9147-D71BBD1BA023}"/>
          </ac:grpSpMkLst>
        </pc:grpChg>
        <pc:grpChg chg="mod">
          <ac:chgData name="O'Connor, Jacqueline Antonia" userId="3b9bfa0c-75a1-427e-ae61-7069a76100c3" providerId="ADAL" clId="{50670137-81EC-4445-8FDF-0D10D513A29C}" dt="2021-05-16T18:42:19.038" v="82"/>
          <ac:grpSpMkLst>
            <pc:docMk/>
            <pc:sldMk cId="282210060" sldId="267"/>
            <ac:grpSpMk id="67" creationId="{96AB0172-1179-4208-A9DB-D4EC7FAD288E}"/>
          </ac:grpSpMkLst>
        </pc:grpChg>
        <pc:grpChg chg="mod">
          <ac:chgData name="O'Connor, Jacqueline Antonia" userId="3b9bfa0c-75a1-427e-ae61-7069a76100c3" providerId="ADAL" clId="{50670137-81EC-4445-8FDF-0D10D513A29C}" dt="2021-05-16T18:42:34.071" v="95"/>
          <ac:grpSpMkLst>
            <pc:docMk/>
            <pc:sldMk cId="282210060" sldId="267"/>
            <ac:grpSpMk id="80" creationId="{ECBF3BEE-877A-4F57-992A-6CFD5A35576F}"/>
          </ac:grpSpMkLst>
        </pc:grpChg>
        <pc:grpChg chg="mod">
          <ac:chgData name="O'Connor, Jacqueline Antonia" userId="3b9bfa0c-75a1-427e-ae61-7069a76100c3" providerId="ADAL" clId="{50670137-81EC-4445-8FDF-0D10D513A29C}" dt="2021-05-16T18:42:34.071" v="95"/>
          <ac:grpSpMkLst>
            <pc:docMk/>
            <pc:sldMk cId="282210060" sldId="267"/>
            <ac:grpSpMk id="81" creationId="{935D39C8-141A-4D67-8977-C3C4E82CFE73}"/>
          </ac:grpSpMkLst>
        </pc:grpChg>
        <pc:grpChg chg="mod">
          <ac:chgData name="O'Connor, Jacqueline Antonia" userId="3b9bfa0c-75a1-427e-ae61-7069a76100c3" providerId="ADAL" clId="{50670137-81EC-4445-8FDF-0D10D513A29C}" dt="2021-05-16T18:42:52.854" v="102"/>
          <ac:grpSpMkLst>
            <pc:docMk/>
            <pc:sldMk cId="282210060" sldId="267"/>
            <ac:grpSpMk id="88" creationId="{80D8CDF8-1652-466B-B202-E3102D320B96}"/>
          </ac:grpSpMkLst>
        </pc:grpChg>
        <pc:grpChg chg="mod">
          <ac:chgData name="O'Connor, Jacqueline Antonia" userId="3b9bfa0c-75a1-427e-ae61-7069a76100c3" providerId="ADAL" clId="{50670137-81EC-4445-8FDF-0D10D513A29C}" dt="2021-05-16T18:42:52.854" v="102"/>
          <ac:grpSpMkLst>
            <pc:docMk/>
            <pc:sldMk cId="282210060" sldId="267"/>
            <ac:grpSpMk id="89" creationId="{93F487E7-F7CA-4DA8-8717-F012E370BC14}"/>
          </ac:grpSpMkLst>
        </pc:grpChg>
        <pc:grpChg chg="mod">
          <ac:chgData name="O'Connor, Jacqueline Antonia" userId="3b9bfa0c-75a1-427e-ae61-7069a76100c3" providerId="ADAL" clId="{50670137-81EC-4445-8FDF-0D10D513A29C}" dt="2021-05-16T18:43:01.933" v="120"/>
          <ac:grpSpMkLst>
            <pc:docMk/>
            <pc:sldMk cId="282210060" sldId="267"/>
            <ac:grpSpMk id="107" creationId="{C76B7A93-B74E-4E55-AA65-80FDBFDEF90C}"/>
          </ac:grpSpMkLst>
        </pc:grpChg>
        <pc:grpChg chg="mod">
          <ac:chgData name="O'Connor, Jacqueline Antonia" userId="3b9bfa0c-75a1-427e-ae61-7069a76100c3" providerId="ADAL" clId="{50670137-81EC-4445-8FDF-0D10D513A29C}" dt="2021-05-16T18:43:01.933" v="120"/>
          <ac:grpSpMkLst>
            <pc:docMk/>
            <pc:sldMk cId="282210060" sldId="267"/>
            <ac:grpSpMk id="108" creationId="{71D63730-B93D-4CAA-B99C-F6DF7D5455A9}"/>
          </ac:grpSpMkLst>
        </pc:grpChg>
        <pc:grpChg chg="mod">
          <ac:chgData name="O'Connor, Jacqueline Antonia" userId="3b9bfa0c-75a1-427e-ae61-7069a76100c3" providerId="ADAL" clId="{50670137-81EC-4445-8FDF-0D10D513A29C}" dt="2021-05-16T18:43:01.933" v="120"/>
          <ac:grpSpMkLst>
            <pc:docMk/>
            <pc:sldMk cId="282210060" sldId="267"/>
            <ac:grpSpMk id="109" creationId="{8C7700CB-21A7-473A-A8C7-8D71DA7F3EE7}"/>
          </ac:grpSpMkLst>
        </pc:grpChg>
        <pc:grpChg chg="mod">
          <ac:chgData name="O'Connor, Jacqueline Antonia" userId="3b9bfa0c-75a1-427e-ae61-7069a76100c3" providerId="ADAL" clId="{50670137-81EC-4445-8FDF-0D10D513A29C}" dt="2021-05-16T18:43:06.374" v="131"/>
          <ac:grpSpMkLst>
            <pc:docMk/>
            <pc:sldMk cId="282210060" sldId="267"/>
            <ac:grpSpMk id="120" creationId="{F9F0E173-30AF-4DB4-A473-DD3B0FC282BB}"/>
          </ac:grpSpMkLst>
        </pc:grpChg>
        <pc:grpChg chg="mod">
          <ac:chgData name="O'Connor, Jacqueline Antonia" userId="3b9bfa0c-75a1-427e-ae61-7069a76100c3" providerId="ADAL" clId="{50670137-81EC-4445-8FDF-0D10D513A29C}" dt="2021-05-16T18:43:06.374" v="131"/>
          <ac:grpSpMkLst>
            <pc:docMk/>
            <pc:sldMk cId="282210060" sldId="267"/>
            <ac:grpSpMk id="121" creationId="{93483345-66DC-4BF7-9C69-15A09743FEC8}"/>
          </ac:grpSpMkLst>
        </pc:grpChg>
        <pc:grpChg chg="mod">
          <ac:chgData name="O'Connor, Jacqueline Antonia" userId="3b9bfa0c-75a1-427e-ae61-7069a76100c3" providerId="ADAL" clId="{50670137-81EC-4445-8FDF-0D10D513A29C}" dt="2021-05-16T18:43:09.153" v="136"/>
          <ac:grpSpMkLst>
            <pc:docMk/>
            <pc:sldMk cId="282210060" sldId="267"/>
            <ac:grpSpMk id="126" creationId="{EFA83F8B-4BDA-431E-AF09-6BACBAC7829B}"/>
          </ac:grpSpMkLst>
        </pc:grpChg>
        <pc:grpChg chg="mod">
          <ac:chgData name="O'Connor, Jacqueline Antonia" userId="3b9bfa0c-75a1-427e-ae61-7069a76100c3" providerId="ADAL" clId="{50670137-81EC-4445-8FDF-0D10D513A29C}" dt="2021-05-16T18:43:09.153" v="136"/>
          <ac:grpSpMkLst>
            <pc:docMk/>
            <pc:sldMk cId="282210060" sldId="267"/>
            <ac:grpSpMk id="127" creationId="{4AE97793-A00E-43C3-9DD5-257F27DD6C5E}"/>
          </ac:grpSpMkLst>
        </pc:grpChg>
        <pc:inkChg chg="add mod">
          <ac:chgData name="O'Connor, Jacqueline Antonia" userId="3b9bfa0c-75a1-427e-ae61-7069a76100c3" providerId="ADAL" clId="{50670137-81EC-4445-8FDF-0D10D513A29C}" dt="2021-05-16T18:40:24.373" v="35"/>
          <ac:inkMkLst>
            <pc:docMk/>
            <pc:sldMk cId="282210060" sldId="267"/>
            <ac:inkMk id="2" creationId="{71A8CDF4-073D-4D30-9ECE-9DCEC947F5D0}"/>
          </ac:inkMkLst>
        </pc:inkChg>
        <pc:inkChg chg="add mod">
          <ac:chgData name="O'Connor, Jacqueline Antonia" userId="3b9bfa0c-75a1-427e-ae61-7069a76100c3" providerId="ADAL" clId="{50670137-81EC-4445-8FDF-0D10D513A29C}" dt="2021-05-16T18:40:24.373" v="35"/>
          <ac:inkMkLst>
            <pc:docMk/>
            <pc:sldMk cId="282210060" sldId="267"/>
            <ac:inkMk id="3" creationId="{B5ADDDE1-F63E-4A61-8E88-0646DE1179A5}"/>
          </ac:inkMkLst>
        </pc:inkChg>
        <pc:inkChg chg="add mod">
          <ac:chgData name="O'Connor, Jacqueline Antonia" userId="3b9bfa0c-75a1-427e-ae61-7069a76100c3" providerId="ADAL" clId="{50670137-81EC-4445-8FDF-0D10D513A29C}" dt="2021-05-16T18:40:24.373" v="35"/>
          <ac:inkMkLst>
            <pc:docMk/>
            <pc:sldMk cId="282210060" sldId="267"/>
            <ac:inkMk id="5" creationId="{3AD1B798-9B5C-48DA-9C72-C30CE15DDB78}"/>
          </ac:inkMkLst>
        </pc:inkChg>
        <pc:inkChg chg="add mod">
          <ac:chgData name="O'Connor, Jacqueline Antonia" userId="3b9bfa0c-75a1-427e-ae61-7069a76100c3" providerId="ADAL" clId="{50670137-81EC-4445-8FDF-0D10D513A29C}" dt="2021-05-16T18:40:24.373" v="35"/>
          <ac:inkMkLst>
            <pc:docMk/>
            <pc:sldMk cId="282210060" sldId="267"/>
            <ac:inkMk id="6" creationId="{1A532C10-B88F-4775-9595-C703FC789E6D}"/>
          </ac:inkMkLst>
        </pc:inkChg>
        <pc:inkChg chg="add mod">
          <ac:chgData name="O'Connor, Jacqueline Antonia" userId="3b9bfa0c-75a1-427e-ae61-7069a76100c3" providerId="ADAL" clId="{50670137-81EC-4445-8FDF-0D10D513A29C}" dt="2021-05-16T18:40:24.373" v="35"/>
          <ac:inkMkLst>
            <pc:docMk/>
            <pc:sldMk cId="282210060" sldId="267"/>
            <ac:inkMk id="7" creationId="{1EEB23CF-CDC3-4E64-B492-E77AD576DA77}"/>
          </ac:inkMkLst>
        </pc:inkChg>
        <pc:inkChg chg="add mod">
          <ac:chgData name="O'Connor, Jacqueline Antonia" userId="3b9bfa0c-75a1-427e-ae61-7069a76100c3" providerId="ADAL" clId="{50670137-81EC-4445-8FDF-0D10D513A29C}" dt="2021-05-16T18:40:24.373" v="35"/>
          <ac:inkMkLst>
            <pc:docMk/>
            <pc:sldMk cId="282210060" sldId="267"/>
            <ac:inkMk id="8" creationId="{E9D425BD-4BCF-4BDD-9FC3-F5558BB7D0A0}"/>
          </ac:inkMkLst>
        </pc:inkChg>
        <pc:inkChg chg="add">
          <ac:chgData name="O'Connor, Jacqueline Antonia" userId="3b9bfa0c-75a1-427e-ae61-7069a76100c3" providerId="ADAL" clId="{50670137-81EC-4445-8FDF-0D10D513A29C}" dt="2021-05-16T18:40:22.097" v="30" actId="9405"/>
          <ac:inkMkLst>
            <pc:docMk/>
            <pc:sldMk cId="282210060" sldId="267"/>
            <ac:inkMk id="9" creationId="{00CA40AD-63AC-4614-A257-F4F04A21C2CF}"/>
          </ac:inkMkLst>
        </pc:inkChg>
        <pc:inkChg chg="add mod">
          <ac:chgData name="O'Connor, Jacqueline Antonia" userId="3b9bfa0c-75a1-427e-ae61-7069a76100c3" providerId="ADAL" clId="{50670137-81EC-4445-8FDF-0D10D513A29C}" dt="2021-05-16T18:40:24.373" v="35"/>
          <ac:inkMkLst>
            <pc:docMk/>
            <pc:sldMk cId="282210060" sldId="267"/>
            <ac:inkMk id="10" creationId="{5CAB8977-B9BF-43BF-8F51-B0DBD9E055FA}"/>
          </ac:inkMkLst>
        </pc:inkChg>
        <pc:inkChg chg="add mod">
          <ac:chgData name="O'Connor, Jacqueline Antonia" userId="3b9bfa0c-75a1-427e-ae61-7069a76100c3" providerId="ADAL" clId="{50670137-81EC-4445-8FDF-0D10D513A29C}" dt="2021-05-16T18:40:24.373" v="35"/>
          <ac:inkMkLst>
            <pc:docMk/>
            <pc:sldMk cId="282210060" sldId="267"/>
            <ac:inkMk id="11" creationId="{C8A37648-3355-471D-BFAE-D790D61F98A2}"/>
          </ac:inkMkLst>
        </pc:inkChg>
        <pc:inkChg chg="add mod">
          <ac:chgData name="O'Connor, Jacqueline Antonia" userId="3b9bfa0c-75a1-427e-ae61-7069a76100c3" providerId="ADAL" clId="{50670137-81EC-4445-8FDF-0D10D513A29C}" dt="2021-05-16T18:40:24.373" v="35"/>
          <ac:inkMkLst>
            <pc:docMk/>
            <pc:sldMk cId="282210060" sldId="267"/>
            <ac:inkMk id="12" creationId="{570CFF61-54C6-4DF9-9996-135B11FEFF56}"/>
          </ac:inkMkLst>
        </pc:inkChg>
        <pc:inkChg chg="add mod">
          <ac:chgData name="O'Connor, Jacqueline Antonia" userId="3b9bfa0c-75a1-427e-ae61-7069a76100c3" providerId="ADAL" clId="{50670137-81EC-4445-8FDF-0D10D513A29C}" dt="2021-05-16T18:40:24.373" v="35"/>
          <ac:inkMkLst>
            <pc:docMk/>
            <pc:sldMk cId="282210060" sldId="267"/>
            <ac:inkMk id="13" creationId="{93EDC81C-B4C6-48EA-81AA-90C8EBB7207B}"/>
          </ac:inkMkLst>
        </pc:inkChg>
        <pc:inkChg chg="add">
          <ac:chgData name="O'Connor, Jacqueline Antonia" userId="3b9bfa0c-75a1-427e-ae61-7069a76100c3" providerId="ADAL" clId="{50670137-81EC-4445-8FDF-0D10D513A29C}" dt="2021-05-16T18:40:44.958" v="36" actId="9405"/>
          <ac:inkMkLst>
            <pc:docMk/>
            <pc:sldMk cId="282210060" sldId="267"/>
            <ac:inkMk id="17" creationId="{6D972007-8588-4395-9606-9C20B0435E62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18" creationId="{41DF3D10-C10B-400B-89F1-36433F9CDB8B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19" creationId="{BAE9BBAB-69A1-461D-9036-E2AE7CEA19DC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20" creationId="{29B43622-1ABC-425A-986B-503BFD8FA8DE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21" creationId="{22336A59-D5CD-4B7E-B609-28FAA6E6EE94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22" creationId="{F05FF6B5-2C1B-45FC-81A0-C70457A6FA1E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23" creationId="{41911FAA-B0A0-4912-83D6-02D44633D6EE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24" creationId="{AA60D1CB-18E4-46A5-8AA0-4643D92AD666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25" creationId="{BD3362DA-36FD-4C99-8571-AE8AAF89677C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26" creationId="{BDDF219E-9AF6-47AB-8CBE-C36D95F68751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27" creationId="{1A7B9862-5702-4E72-872E-A669C7BE0CEE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28" creationId="{59C3F23F-41E1-4F77-8486-DB106C931C1A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29" creationId="{9D1407CA-91D4-4CE7-9D3C-9A20AB626B40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30" creationId="{77CD0182-4DD9-4F52-AC51-C30C1F09CF26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31" creationId="{C5AA558F-B418-4217-AFB6-3F33E29EB1C6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32" creationId="{594EC862-AC6E-4EBF-855A-4D03ADB7B692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33" creationId="{4853A883-7C42-411D-9C10-697019BA41A4}"/>
          </ac:inkMkLst>
        </pc:inkChg>
        <pc:inkChg chg="add mod">
          <ac:chgData name="O'Connor, Jacqueline Antonia" userId="3b9bfa0c-75a1-427e-ae61-7069a76100c3" providerId="ADAL" clId="{50670137-81EC-4445-8FDF-0D10D513A29C}" dt="2021-05-16T18:40:54.276" v="54"/>
          <ac:inkMkLst>
            <pc:docMk/>
            <pc:sldMk cId="282210060" sldId="267"/>
            <ac:inkMk id="34" creationId="{DC27237B-4DA9-4ACD-8344-584ABDEB9D6B}"/>
          </ac:inkMkLst>
        </pc:inkChg>
        <pc:inkChg chg="add">
          <ac:chgData name="O'Connor, Jacqueline Antonia" userId="3b9bfa0c-75a1-427e-ae61-7069a76100c3" providerId="ADAL" clId="{50670137-81EC-4445-8FDF-0D10D513A29C}" dt="2021-05-16T18:40:54.873" v="55" actId="9405"/>
          <ac:inkMkLst>
            <pc:docMk/>
            <pc:sldMk cId="282210060" sldId="267"/>
            <ac:inkMk id="38" creationId="{952B3891-FCBE-49D4-B991-1F5A49CECE60}"/>
          </ac:inkMkLst>
        </pc:inkChg>
        <pc:inkChg chg="add">
          <ac:chgData name="O'Connor, Jacqueline Antonia" userId="3b9bfa0c-75a1-427e-ae61-7069a76100c3" providerId="ADAL" clId="{50670137-81EC-4445-8FDF-0D10D513A29C}" dt="2021-05-16T18:40:55.540" v="56" actId="9405"/>
          <ac:inkMkLst>
            <pc:docMk/>
            <pc:sldMk cId="282210060" sldId="267"/>
            <ac:inkMk id="39" creationId="{A8A970FF-694B-4CFE-9530-8EA7B5AD33AF}"/>
          </ac:inkMkLst>
        </pc:inkChg>
        <pc:inkChg chg="add">
          <ac:chgData name="O'Connor, Jacqueline Antonia" userId="3b9bfa0c-75a1-427e-ae61-7069a76100c3" providerId="ADAL" clId="{50670137-81EC-4445-8FDF-0D10D513A29C}" dt="2021-05-16T18:40:55.878" v="57" actId="9405"/>
          <ac:inkMkLst>
            <pc:docMk/>
            <pc:sldMk cId="282210060" sldId="267"/>
            <ac:inkMk id="40" creationId="{47B77FD6-E1FE-4F64-947B-D31C172FB014}"/>
          </ac:inkMkLst>
        </pc:inkChg>
        <pc:inkChg chg="add">
          <ac:chgData name="O'Connor, Jacqueline Antonia" userId="3b9bfa0c-75a1-427e-ae61-7069a76100c3" providerId="ADAL" clId="{50670137-81EC-4445-8FDF-0D10D513A29C}" dt="2021-05-16T18:40:56.236" v="58" actId="9405"/>
          <ac:inkMkLst>
            <pc:docMk/>
            <pc:sldMk cId="282210060" sldId="267"/>
            <ac:inkMk id="41" creationId="{6DFD9DAD-6605-463B-9E94-112FDB06405B}"/>
          </ac:inkMkLst>
        </pc:inkChg>
        <pc:inkChg chg="add">
          <ac:chgData name="O'Connor, Jacqueline Antonia" userId="3b9bfa0c-75a1-427e-ae61-7069a76100c3" providerId="ADAL" clId="{50670137-81EC-4445-8FDF-0D10D513A29C}" dt="2021-05-16T18:40:56.620" v="59" actId="9405"/>
          <ac:inkMkLst>
            <pc:docMk/>
            <pc:sldMk cId="282210060" sldId="267"/>
            <ac:inkMk id="42" creationId="{8199131E-FDE3-4413-AFDD-90E3837E270E}"/>
          </ac:inkMkLst>
        </pc:inkChg>
        <pc:inkChg chg="add">
          <ac:chgData name="O'Connor, Jacqueline Antonia" userId="3b9bfa0c-75a1-427e-ae61-7069a76100c3" providerId="ADAL" clId="{50670137-81EC-4445-8FDF-0D10D513A29C}" dt="2021-05-16T18:41:40.511" v="61"/>
          <ac:inkMkLst>
            <pc:docMk/>
            <pc:sldMk cId="282210060" sldId="267"/>
            <ac:inkMk id="43" creationId="{3EFFBD36-9017-4AEE-A55B-8D4F9E433239}"/>
          </ac:inkMkLst>
        </pc:inkChg>
        <pc:inkChg chg="add">
          <ac:chgData name="O'Connor, Jacqueline Antonia" userId="3b9bfa0c-75a1-427e-ae61-7069a76100c3" providerId="ADAL" clId="{50670137-81EC-4445-8FDF-0D10D513A29C}" dt="2021-05-16T18:42:09.166" v="62" actId="9405"/>
          <ac:inkMkLst>
            <pc:docMk/>
            <pc:sldMk cId="282210060" sldId="267"/>
            <ac:inkMk id="44" creationId="{4ECB879E-7794-49AF-96A5-ED2D099D49DE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45" creationId="{6C9B4DE4-E5C6-434B-A2FB-338C732FA5D6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46" creationId="{DECA71E0-FE1F-4447-9A7C-8DF8B1C8D261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47" creationId="{6C700E58-E6D6-4D4D-831E-3301F9D12963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48" creationId="{CFEA5BBB-ADAE-49F3-9E69-DDF3074A2F16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49" creationId="{FFDA70B5-A741-4DA6-90B3-2227866C0284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50" creationId="{60904C03-A9EC-4107-8C3F-2C043421DCE6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51" creationId="{69A1A9A1-66A1-4E39-B742-2868E3E047E7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52" creationId="{3BDA4CD5-D2BD-4AEC-8719-22093BB4D015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53" creationId="{5B5A21AA-36C5-4ABD-8B19-0167C51DE256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54" creationId="{AD4C61D6-7CF8-4D3B-A098-542668A5DD92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55" creationId="{09A558C9-E098-4E26-832F-5BDF31DFA8AB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56" creationId="{1B2F80B6-E765-49D7-AE53-0B2D4354D648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57" creationId="{47710DEB-B465-4A82-AE17-DECB6AA2E7AE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58" creationId="{040C5993-5075-4448-886E-B745DE1278C4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59" creationId="{C9C8F0F8-9874-42DF-90C8-33816639D756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60" creationId="{1335DED0-8096-4BCA-A96D-34B8083D1A41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61" creationId="{C44EC5D8-0797-461D-89AB-215EA0FF70A7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62" creationId="{F0A81F27-810E-4DE7-9D4C-6E2D20A70FBD}"/>
          </ac:inkMkLst>
        </pc:inkChg>
        <pc:inkChg chg="add mod">
          <ac:chgData name="O'Connor, Jacqueline Antonia" userId="3b9bfa0c-75a1-427e-ae61-7069a76100c3" providerId="ADAL" clId="{50670137-81EC-4445-8FDF-0D10D513A29C}" dt="2021-05-16T18:42:19.038" v="82"/>
          <ac:inkMkLst>
            <pc:docMk/>
            <pc:sldMk cId="282210060" sldId="267"/>
            <ac:inkMk id="63" creationId="{0E203A99-9FD7-4D9C-963D-5D7D4D58EE2E}"/>
          </ac:inkMkLst>
        </pc:inkChg>
        <pc:inkChg chg="add">
          <ac:chgData name="O'Connor, Jacqueline Antonia" userId="3b9bfa0c-75a1-427e-ae61-7069a76100c3" providerId="ADAL" clId="{50670137-81EC-4445-8FDF-0D10D513A29C}" dt="2021-05-16T18:42:27.789" v="83" actId="9405"/>
          <ac:inkMkLst>
            <pc:docMk/>
            <pc:sldMk cId="282210060" sldId="267"/>
            <ac:inkMk id="68" creationId="{38E460FC-B0CA-4CAC-8C59-46A2BC16BAE0}"/>
          </ac:inkMkLst>
        </pc:inkChg>
        <pc:inkChg chg="add mod">
          <ac:chgData name="O'Connor, Jacqueline Antonia" userId="3b9bfa0c-75a1-427e-ae61-7069a76100c3" providerId="ADAL" clId="{50670137-81EC-4445-8FDF-0D10D513A29C}" dt="2021-05-16T18:42:34.071" v="95"/>
          <ac:inkMkLst>
            <pc:docMk/>
            <pc:sldMk cId="282210060" sldId="267"/>
            <ac:inkMk id="69" creationId="{893345C0-BA23-422E-886D-FF9A2C220913}"/>
          </ac:inkMkLst>
        </pc:inkChg>
        <pc:inkChg chg="add mod">
          <ac:chgData name="O'Connor, Jacqueline Antonia" userId="3b9bfa0c-75a1-427e-ae61-7069a76100c3" providerId="ADAL" clId="{50670137-81EC-4445-8FDF-0D10D513A29C}" dt="2021-05-16T18:42:34.071" v="95"/>
          <ac:inkMkLst>
            <pc:docMk/>
            <pc:sldMk cId="282210060" sldId="267"/>
            <ac:inkMk id="70" creationId="{5B2ADF4E-D9B7-4019-A6AE-D0983A4295B0}"/>
          </ac:inkMkLst>
        </pc:inkChg>
        <pc:inkChg chg="add mod">
          <ac:chgData name="O'Connor, Jacqueline Antonia" userId="3b9bfa0c-75a1-427e-ae61-7069a76100c3" providerId="ADAL" clId="{50670137-81EC-4445-8FDF-0D10D513A29C}" dt="2021-05-16T18:42:34.071" v="95"/>
          <ac:inkMkLst>
            <pc:docMk/>
            <pc:sldMk cId="282210060" sldId="267"/>
            <ac:inkMk id="71" creationId="{9F4753BD-60C4-4B62-B19F-558F76B0AC0E}"/>
          </ac:inkMkLst>
        </pc:inkChg>
        <pc:inkChg chg="add mod">
          <ac:chgData name="O'Connor, Jacqueline Antonia" userId="3b9bfa0c-75a1-427e-ae61-7069a76100c3" providerId="ADAL" clId="{50670137-81EC-4445-8FDF-0D10D513A29C}" dt="2021-05-16T18:42:34.071" v="95"/>
          <ac:inkMkLst>
            <pc:docMk/>
            <pc:sldMk cId="282210060" sldId="267"/>
            <ac:inkMk id="72" creationId="{97804661-D614-41B2-9707-F6D14F206125}"/>
          </ac:inkMkLst>
        </pc:inkChg>
        <pc:inkChg chg="add mod">
          <ac:chgData name="O'Connor, Jacqueline Antonia" userId="3b9bfa0c-75a1-427e-ae61-7069a76100c3" providerId="ADAL" clId="{50670137-81EC-4445-8FDF-0D10D513A29C}" dt="2021-05-16T18:42:34.071" v="95"/>
          <ac:inkMkLst>
            <pc:docMk/>
            <pc:sldMk cId="282210060" sldId="267"/>
            <ac:inkMk id="73" creationId="{69A638D1-DE14-41D8-B294-1A8354D89966}"/>
          </ac:inkMkLst>
        </pc:inkChg>
        <pc:inkChg chg="add mod">
          <ac:chgData name="O'Connor, Jacqueline Antonia" userId="3b9bfa0c-75a1-427e-ae61-7069a76100c3" providerId="ADAL" clId="{50670137-81EC-4445-8FDF-0D10D513A29C}" dt="2021-05-16T18:42:34.071" v="95"/>
          <ac:inkMkLst>
            <pc:docMk/>
            <pc:sldMk cId="282210060" sldId="267"/>
            <ac:inkMk id="74" creationId="{92009A98-4415-41F3-8AA5-6CAF0C168450}"/>
          </ac:inkMkLst>
        </pc:inkChg>
        <pc:inkChg chg="add mod">
          <ac:chgData name="O'Connor, Jacqueline Antonia" userId="3b9bfa0c-75a1-427e-ae61-7069a76100c3" providerId="ADAL" clId="{50670137-81EC-4445-8FDF-0D10D513A29C}" dt="2021-05-16T18:42:34.071" v="95"/>
          <ac:inkMkLst>
            <pc:docMk/>
            <pc:sldMk cId="282210060" sldId="267"/>
            <ac:inkMk id="75" creationId="{437A8456-1E5E-489C-9287-A02777D7A1AA}"/>
          </ac:inkMkLst>
        </pc:inkChg>
        <pc:inkChg chg="add mod">
          <ac:chgData name="O'Connor, Jacqueline Antonia" userId="3b9bfa0c-75a1-427e-ae61-7069a76100c3" providerId="ADAL" clId="{50670137-81EC-4445-8FDF-0D10D513A29C}" dt="2021-05-16T18:42:34.071" v="95"/>
          <ac:inkMkLst>
            <pc:docMk/>
            <pc:sldMk cId="282210060" sldId="267"/>
            <ac:inkMk id="76" creationId="{B24AF282-1F49-47C1-877A-96FB99A29A27}"/>
          </ac:inkMkLst>
        </pc:inkChg>
        <pc:inkChg chg="add mod">
          <ac:chgData name="O'Connor, Jacqueline Antonia" userId="3b9bfa0c-75a1-427e-ae61-7069a76100c3" providerId="ADAL" clId="{50670137-81EC-4445-8FDF-0D10D513A29C}" dt="2021-05-16T18:42:34.071" v="95"/>
          <ac:inkMkLst>
            <pc:docMk/>
            <pc:sldMk cId="282210060" sldId="267"/>
            <ac:inkMk id="77" creationId="{7A1103C0-108D-49FD-940F-6E1FFA996610}"/>
          </ac:inkMkLst>
        </pc:inkChg>
        <pc:inkChg chg="add mod">
          <ac:chgData name="O'Connor, Jacqueline Antonia" userId="3b9bfa0c-75a1-427e-ae61-7069a76100c3" providerId="ADAL" clId="{50670137-81EC-4445-8FDF-0D10D513A29C}" dt="2021-05-16T18:42:34.071" v="95"/>
          <ac:inkMkLst>
            <pc:docMk/>
            <pc:sldMk cId="282210060" sldId="267"/>
            <ac:inkMk id="78" creationId="{1157357F-CAAD-43F8-B839-E9AAAAAA1C50}"/>
          </ac:inkMkLst>
        </pc:inkChg>
        <pc:inkChg chg="add mod">
          <ac:chgData name="O'Connor, Jacqueline Antonia" userId="3b9bfa0c-75a1-427e-ae61-7069a76100c3" providerId="ADAL" clId="{50670137-81EC-4445-8FDF-0D10D513A29C}" dt="2021-05-16T18:42:34.071" v="95"/>
          <ac:inkMkLst>
            <pc:docMk/>
            <pc:sldMk cId="282210060" sldId="267"/>
            <ac:inkMk id="79" creationId="{432E2991-844C-4CC7-A2CB-F191F93F684A}"/>
          </ac:inkMkLst>
        </pc:inkChg>
        <pc:inkChg chg="add">
          <ac:chgData name="O'Connor, Jacqueline Antonia" userId="3b9bfa0c-75a1-427e-ae61-7069a76100c3" providerId="ADAL" clId="{50670137-81EC-4445-8FDF-0D10D513A29C}" dt="2021-05-16T18:42:43.122" v="96" actId="9405"/>
          <ac:inkMkLst>
            <pc:docMk/>
            <pc:sldMk cId="282210060" sldId="267"/>
            <ac:inkMk id="82" creationId="{C711323B-A6E0-46B6-8981-5491A177EF0F}"/>
          </ac:inkMkLst>
        </pc:inkChg>
        <pc:inkChg chg="add mod">
          <ac:chgData name="O'Connor, Jacqueline Antonia" userId="3b9bfa0c-75a1-427e-ae61-7069a76100c3" providerId="ADAL" clId="{50670137-81EC-4445-8FDF-0D10D513A29C}" dt="2021-05-16T18:42:52.854" v="102"/>
          <ac:inkMkLst>
            <pc:docMk/>
            <pc:sldMk cId="282210060" sldId="267"/>
            <ac:inkMk id="83" creationId="{588E2458-7E9A-49B0-8B66-957039A6DE76}"/>
          </ac:inkMkLst>
        </pc:inkChg>
        <pc:inkChg chg="add mod">
          <ac:chgData name="O'Connor, Jacqueline Antonia" userId="3b9bfa0c-75a1-427e-ae61-7069a76100c3" providerId="ADAL" clId="{50670137-81EC-4445-8FDF-0D10D513A29C}" dt="2021-05-16T18:42:52.854" v="102"/>
          <ac:inkMkLst>
            <pc:docMk/>
            <pc:sldMk cId="282210060" sldId="267"/>
            <ac:inkMk id="84" creationId="{A3F77A2F-A4C4-42FD-8CF8-27852C2C649A}"/>
          </ac:inkMkLst>
        </pc:inkChg>
        <pc:inkChg chg="add mod">
          <ac:chgData name="O'Connor, Jacqueline Antonia" userId="3b9bfa0c-75a1-427e-ae61-7069a76100c3" providerId="ADAL" clId="{50670137-81EC-4445-8FDF-0D10D513A29C}" dt="2021-05-16T18:42:52.854" v="102"/>
          <ac:inkMkLst>
            <pc:docMk/>
            <pc:sldMk cId="282210060" sldId="267"/>
            <ac:inkMk id="85" creationId="{5406C1D9-C457-43DA-A536-8AACEEF34263}"/>
          </ac:inkMkLst>
        </pc:inkChg>
        <pc:inkChg chg="add mod">
          <ac:chgData name="O'Connor, Jacqueline Antonia" userId="3b9bfa0c-75a1-427e-ae61-7069a76100c3" providerId="ADAL" clId="{50670137-81EC-4445-8FDF-0D10D513A29C}" dt="2021-05-16T18:42:52.854" v="102"/>
          <ac:inkMkLst>
            <pc:docMk/>
            <pc:sldMk cId="282210060" sldId="267"/>
            <ac:inkMk id="86" creationId="{AA636FD4-A068-4007-804F-3988D11B5B8B}"/>
          </ac:inkMkLst>
        </pc:inkChg>
        <pc:inkChg chg="add mod">
          <ac:chgData name="O'Connor, Jacqueline Antonia" userId="3b9bfa0c-75a1-427e-ae61-7069a76100c3" providerId="ADAL" clId="{50670137-81EC-4445-8FDF-0D10D513A29C}" dt="2021-05-16T18:42:52.854" v="102"/>
          <ac:inkMkLst>
            <pc:docMk/>
            <pc:sldMk cId="282210060" sldId="267"/>
            <ac:inkMk id="87" creationId="{29133C9C-62A8-4A00-961B-32B9B1FD363C}"/>
          </ac:inkMkLst>
        </pc:inkChg>
        <pc:inkChg chg="add">
          <ac:chgData name="O'Connor, Jacqueline Antonia" userId="3b9bfa0c-75a1-427e-ae61-7069a76100c3" providerId="ADAL" clId="{50670137-81EC-4445-8FDF-0D10D513A29C}" dt="2021-05-16T18:42:53.350" v="103" actId="9405"/>
          <ac:inkMkLst>
            <pc:docMk/>
            <pc:sldMk cId="282210060" sldId="267"/>
            <ac:inkMk id="90" creationId="{3AEE0AFB-A3E3-4CA6-BA5E-037D8F0D0911}"/>
          </ac:inkMkLst>
        </pc:inkChg>
        <pc:inkChg chg="add">
          <ac:chgData name="O'Connor, Jacqueline Antonia" userId="3b9bfa0c-75a1-427e-ae61-7069a76100c3" providerId="ADAL" clId="{50670137-81EC-4445-8FDF-0D10D513A29C}" dt="2021-05-16T18:42:54.284" v="104" actId="9405"/>
          <ac:inkMkLst>
            <pc:docMk/>
            <pc:sldMk cId="282210060" sldId="267"/>
            <ac:inkMk id="91" creationId="{4AB40D06-7A24-4E69-93F9-9A7B1D55CFF3}"/>
          </ac:inkMkLst>
        </pc:inkChg>
        <pc:inkChg chg="add mod">
          <ac:chgData name="O'Connor, Jacqueline Antonia" userId="3b9bfa0c-75a1-427e-ae61-7069a76100c3" providerId="ADAL" clId="{50670137-81EC-4445-8FDF-0D10D513A29C}" dt="2021-05-16T18:43:01.933" v="120"/>
          <ac:inkMkLst>
            <pc:docMk/>
            <pc:sldMk cId="282210060" sldId="267"/>
            <ac:inkMk id="92" creationId="{E6DE6A91-9257-4792-B5EE-4515A2B2149D}"/>
          </ac:inkMkLst>
        </pc:inkChg>
        <pc:inkChg chg="add mod">
          <ac:chgData name="O'Connor, Jacqueline Antonia" userId="3b9bfa0c-75a1-427e-ae61-7069a76100c3" providerId="ADAL" clId="{50670137-81EC-4445-8FDF-0D10D513A29C}" dt="2021-05-16T18:43:01.933" v="120"/>
          <ac:inkMkLst>
            <pc:docMk/>
            <pc:sldMk cId="282210060" sldId="267"/>
            <ac:inkMk id="93" creationId="{C8A44DF8-4D3A-44A0-9A5F-BB64B6081A72}"/>
          </ac:inkMkLst>
        </pc:inkChg>
        <pc:inkChg chg="add mod">
          <ac:chgData name="O'Connor, Jacqueline Antonia" userId="3b9bfa0c-75a1-427e-ae61-7069a76100c3" providerId="ADAL" clId="{50670137-81EC-4445-8FDF-0D10D513A29C}" dt="2021-05-16T18:43:01.933" v="120"/>
          <ac:inkMkLst>
            <pc:docMk/>
            <pc:sldMk cId="282210060" sldId="267"/>
            <ac:inkMk id="94" creationId="{326AEE08-4DA0-40BC-973A-E5DEAE2A4C89}"/>
          </ac:inkMkLst>
        </pc:inkChg>
        <pc:inkChg chg="add mod">
          <ac:chgData name="O'Connor, Jacqueline Antonia" userId="3b9bfa0c-75a1-427e-ae61-7069a76100c3" providerId="ADAL" clId="{50670137-81EC-4445-8FDF-0D10D513A29C}" dt="2021-05-16T18:43:01.933" v="120"/>
          <ac:inkMkLst>
            <pc:docMk/>
            <pc:sldMk cId="282210060" sldId="267"/>
            <ac:inkMk id="95" creationId="{41D852EA-1C4C-4B0B-B7F5-2835FB78CE9A}"/>
          </ac:inkMkLst>
        </pc:inkChg>
        <pc:inkChg chg="add mod">
          <ac:chgData name="O'Connor, Jacqueline Antonia" userId="3b9bfa0c-75a1-427e-ae61-7069a76100c3" providerId="ADAL" clId="{50670137-81EC-4445-8FDF-0D10D513A29C}" dt="2021-05-16T18:43:01.933" v="120"/>
          <ac:inkMkLst>
            <pc:docMk/>
            <pc:sldMk cId="282210060" sldId="267"/>
            <ac:inkMk id="96" creationId="{1598293F-4711-4B2D-9E80-C83BA79A92F6}"/>
          </ac:inkMkLst>
        </pc:inkChg>
        <pc:inkChg chg="add mod">
          <ac:chgData name="O'Connor, Jacqueline Antonia" userId="3b9bfa0c-75a1-427e-ae61-7069a76100c3" providerId="ADAL" clId="{50670137-81EC-4445-8FDF-0D10D513A29C}" dt="2021-05-16T18:43:01.933" v="120"/>
          <ac:inkMkLst>
            <pc:docMk/>
            <pc:sldMk cId="282210060" sldId="267"/>
            <ac:inkMk id="97" creationId="{16FFEAC1-B40D-48C4-A180-8BECA219C194}"/>
          </ac:inkMkLst>
        </pc:inkChg>
        <pc:inkChg chg="add mod">
          <ac:chgData name="O'Connor, Jacqueline Antonia" userId="3b9bfa0c-75a1-427e-ae61-7069a76100c3" providerId="ADAL" clId="{50670137-81EC-4445-8FDF-0D10D513A29C}" dt="2021-05-16T18:43:01.933" v="120"/>
          <ac:inkMkLst>
            <pc:docMk/>
            <pc:sldMk cId="282210060" sldId="267"/>
            <ac:inkMk id="98" creationId="{8AA27B8F-B5D6-48EE-847A-2FB0F2A973A0}"/>
          </ac:inkMkLst>
        </pc:inkChg>
        <pc:inkChg chg="add mod">
          <ac:chgData name="O'Connor, Jacqueline Antonia" userId="3b9bfa0c-75a1-427e-ae61-7069a76100c3" providerId="ADAL" clId="{50670137-81EC-4445-8FDF-0D10D513A29C}" dt="2021-05-16T18:43:01.933" v="120"/>
          <ac:inkMkLst>
            <pc:docMk/>
            <pc:sldMk cId="282210060" sldId="267"/>
            <ac:inkMk id="99" creationId="{523C4F4A-02B2-4CA5-936F-DF85C32DD9E8}"/>
          </ac:inkMkLst>
        </pc:inkChg>
        <pc:inkChg chg="add mod">
          <ac:chgData name="O'Connor, Jacqueline Antonia" userId="3b9bfa0c-75a1-427e-ae61-7069a76100c3" providerId="ADAL" clId="{50670137-81EC-4445-8FDF-0D10D513A29C}" dt="2021-05-16T18:43:01.933" v="120"/>
          <ac:inkMkLst>
            <pc:docMk/>
            <pc:sldMk cId="282210060" sldId="267"/>
            <ac:inkMk id="100" creationId="{789B0C53-F08E-4399-B02E-1D1B719630DE}"/>
          </ac:inkMkLst>
        </pc:inkChg>
        <pc:inkChg chg="add mod">
          <ac:chgData name="O'Connor, Jacqueline Antonia" userId="3b9bfa0c-75a1-427e-ae61-7069a76100c3" providerId="ADAL" clId="{50670137-81EC-4445-8FDF-0D10D513A29C}" dt="2021-05-16T18:43:01.933" v="120"/>
          <ac:inkMkLst>
            <pc:docMk/>
            <pc:sldMk cId="282210060" sldId="267"/>
            <ac:inkMk id="101" creationId="{1DF5F88A-2095-4B80-9A05-6C4ED15FBAE0}"/>
          </ac:inkMkLst>
        </pc:inkChg>
        <pc:inkChg chg="add mod">
          <ac:chgData name="O'Connor, Jacqueline Antonia" userId="3b9bfa0c-75a1-427e-ae61-7069a76100c3" providerId="ADAL" clId="{50670137-81EC-4445-8FDF-0D10D513A29C}" dt="2021-05-16T18:43:01.933" v="120"/>
          <ac:inkMkLst>
            <pc:docMk/>
            <pc:sldMk cId="282210060" sldId="267"/>
            <ac:inkMk id="102" creationId="{6B3DA911-5303-412A-9705-21FB2328640B}"/>
          </ac:inkMkLst>
        </pc:inkChg>
        <pc:inkChg chg="add mod">
          <ac:chgData name="O'Connor, Jacqueline Antonia" userId="3b9bfa0c-75a1-427e-ae61-7069a76100c3" providerId="ADAL" clId="{50670137-81EC-4445-8FDF-0D10D513A29C}" dt="2021-05-16T18:43:01.933" v="120"/>
          <ac:inkMkLst>
            <pc:docMk/>
            <pc:sldMk cId="282210060" sldId="267"/>
            <ac:inkMk id="103" creationId="{7D590F7A-6143-4D83-BC3B-3CA182809059}"/>
          </ac:inkMkLst>
        </pc:inkChg>
        <pc:inkChg chg="add mod">
          <ac:chgData name="O'Connor, Jacqueline Antonia" userId="3b9bfa0c-75a1-427e-ae61-7069a76100c3" providerId="ADAL" clId="{50670137-81EC-4445-8FDF-0D10D513A29C}" dt="2021-05-16T18:43:01.933" v="120"/>
          <ac:inkMkLst>
            <pc:docMk/>
            <pc:sldMk cId="282210060" sldId="267"/>
            <ac:inkMk id="104" creationId="{550FAF37-C450-4BF7-A847-314A0CA7CBE8}"/>
          </ac:inkMkLst>
        </pc:inkChg>
        <pc:inkChg chg="add mod">
          <ac:chgData name="O'Connor, Jacqueline Antonia" userId="3b9bfa0c-75a1-427e-ae61-7069a76100c3" providerId="ADAL" clId="{50670137-81EC-4445-8FDF-0D10D513A29C}" dt="2021-05-16T18:43:01.933" v="120"/>
          <ac:inkMkLst>
            <pc:docMk/>
            <pc:sldMk cId="282210060" sldId="267"/>
            <ac:inkMk id="105" creationId="{251084A2-C016-4667-A59E-1E29B09A2365}"/>
          </ac:inkMkLst>
        </pc:inkChg>
        <pc:inkChg chg="add mod">
          <ac:chgData name="O'Connor, Jacqueline Antonia" userId="3b9bfa0c-75a1-427e-ae61-7069a76100c3" providerId="ADAL" clId="{50670137-81EC-4445-8FDF-0D10D513A29C}" dt="2021-05-16T18:43:01.933" v="120"/>
          <ac:inkMkLst>
            <pc:docMk/>
            <pc:sldMk cId="282210060" sldId="267"/>
            <ac:inkMk id="106" creationId="{27552094-433B-4FD9-9BBB-40187CC8DBCE}"/>
          </ac:inkMkLst>
        </pc:inkChg>
        <pc:inkChg chg="add mod">
          <ac:chgData name="O'Connor, Jacqueline Antonia" userId="3b9bfa0c-75a1-427e-ae61-7069a76100c3" providerId="ADAL" clId="{50670137-81EC-4445-8FDF-0D10D513A29C}" dt="2021-05-16T18:43:06.374" v="131"/>
          <ac:inkMkLst>
            <pc:docMk/>
            <pc:sldMk cId="282210060" sldId="267"/>
            <ac:inkMk id="110" creationId="{D3EDC47E-DECF-4558-9B55-63DA0616864C}"/>
          </ac:inkMkLst>
        </pc:inkChg>
        <pc:inkChg chg="add mod">
          <ac:chgData name="O'Connor, Jacqueline Antonia" userId="3b9bfa0c-75a1-427e-ae61-7069a76100c3" providerId="ADAL" clId="{50670137-81EC-4445-8FDF-0D10D513A29C}" dt="2021-05-16T18:43:06.374" v="131"/>
          <ac:inkMkLst>
            <pc:docMk/>
            <pc:sldMk cId="282210060" sldId="267"/>
            <ac:inkMk id="111" creationId="{D245FC91-C286-4E8C-897E-BC4130C22921}"/>
          </ac:inkMkLst>
        </pc:inkChg>
        <pc:inkChg chg="add mod">
          <ac:chgData name="O'Connor, Jacqueline Antonia" userId="3b9bfa0c-75a1-427e-ae61-7069a76100c3" providerId="ADAL" clId="{50670137-81EC-4445-8FDF-0D10D513A29C}" dt="2021-05-16T18:43:06.374" v="131"/>
          <ac:inkMkLst>
            <pc:docMk/>
            <pc:sldMk cId="282210060" sldId="267"/>
            <ac:inkMk id="112" creationId="{371CACB4-5188-4CED-A49D-6AB7293AB67C}"/>
          </ac:inkMkLst>
        </pc:inkChg>
        <pc:inkChg chg="add mod">
          <ac:chgData name="O'Connor, Jacqueline Antonia" userId="3b9bfa0c-75a1-427e-ae61-7069a76100c3" providerId="ADAL" clId="{50670137-81EC-4445-8FDF-0D10D513A29C}" dt="2021-05-16T18:43:06.374" v="131"/>
          <ac:inkMkLst>
            <pc:docMk/>
            <pc:sldMk cId="282210060" sldId="267"/>
            <ac:inkMk id="113" creationId="{7398768C-1E53-40D3-BC66-90EBFA40F5BA}"/>
          </ac:inkMkLst>
        </pc:inkChg>
        <pc:inkChg chg="add mod">
          <ac:chgData name="O'Connor, Jacqueline Antonia" userId="3b9bfa0c-75a1-427e-ae61-7069a76100c3" providerId="ADAL" clId="{50670137-81EC-4445-8FDF-0D10D513A29C}" dt="2021-05-16T18:43:06.374" v="131"/>
          <ac:inkMkLst>
            <pc:docMk/>
            <pc:sldMk cId="282210060" sldId="267"/>
            <ac:inkMk id="114" creationId="{A7D10F9E-F1F4-4C63-BEAE-F64B3362EE99}"/>
          </ac:inkMkLst>
        </pc:inkChg>
        <pc:inkChg chg="add mod">
          <ac:chgData name="O'Connor, Jacqueline Antonia" userId="3b9bfa0c-75a1-427e-ae61-7069a76100c3" providerId="ADAL" clId="{50670137-81EC-4445-8FDF-0D10D513A29C}" dt="2021-05-16T18:43:06.374" v="131"/>
          <ac:inkMkLst>
            <pc:docMk/>
            <pc:sldMk cId="282210060" sldId="267"/>
            <ac:inkMk id="115" creationId="{9C4C13AB-B32A-4E56-9579-F63E133F00E7}"/>
          </ac:inkMkLst>
        </pc:inkChg>
        <pc:inkChg chg="add mod">
          <ac:chgData name="O'Connor, Jacqueline Antonia" userId="3b9bfa0c-75a1-427e-ae61-7069a76100c3" providerId="ADAL" clId="{50670137-81EC-4445-8FDF-0D10D513A29C}" dt="2021-05-16T18:43:06.374" v="131"/>
          <ac:inkMkLst>
            <pc:docMk/>
            <pc:sldMk cId="282210060" sldId="267"/>
            <ac:inkMk id="116" creationId="{EA26BE06-FD2E-4243-8410-74D1ED0D8EC7}"/>
          </ac:inkMkLst>
        </pc:inkChg>
        <pc:inkChg chg="add mod">
          <ac:chgData name="O'Connor, Jacqueline Antonia" userId="3b9bfa0c-75a1-427e-ae61-7069a76100c3" providerId="ADAL" clId="{50670137-81EC-4445-8FDF-0D10D513A29C}" dt="2021-05-16T18:43:06.374" v="131"/>
          <ac:inkMkLst>
            <pc:docMk/>
            <pc:sldMk cId="282210060" sldId="267"/>
            <ac:inkMk id="117" creationId="{1ABD2A4F-2117-4DE6-B780-5D0DCB1E7C4C}"/>
          </ac:inkMkLst>
        </pc:inkChg>
        <pc:inkChg chg="add mod">
          <ac:chgData name="O'Connor, Jacqueline Antonia" userId="3b9bfa0c-75a1-427e-ae61-7069a76100c3" providerId="ADAL" clId="{50670137-81EC-4445-8FDF-0D10D513A29C}" dt="2021-05-16T18:43:06.374" v="131"/>
          <ac:inkMkLst>
            <pc:docMk/>
            <pc:sldMk cId="282210060" sldId="267"/>
            <ac:inkMk id="118" creationId="{D70F5FD7-0400-4593-A08E-E840E94FFA71}"/>
          </ac:inkMkLst>
        </pc:inkChg>
        <pc:inkChg chg="add mod">
          <ac:chgData name="O'Connor, Jacqueline Antonia" userId="3b9bfa0c-75a1-427e-ae61-7069a76100c3" providerId="ADAL" clId="{50670137-81EC-4445-8FDF-0D10D513A29C}" dt="2021-05-16T18:43:06.374" v="131"/>
          <ac:inkMkLst>
            <pc:docMk/>
            <pc:sldMk cId="282210060" sldId="267"/>
            <ac:inkMk id="119" creationId="{671136C4-613B-4A4C-9B12-7939C60999B0}"/>
          </ac:inkMkLst>
        </pc:inkChg>
        <pc:inkChg chg="add mod">
          <ac:chgData name="O'Connor, Jacqueline Antonia" userId="3b9bfa0c-75a1-427e-ae61-7069a76100c3" providerId="ADAL" clId="{50670137-81EC-4445-8FDF-0D10D513A29C}" dt="2021-05-16T18:43:09.153" v="136"/>
          <ac:inkMkLst>
            <pc:docMk/>
            <pc:sldMk cId="282210060" sldId="267"/>
            <ac:inkMk id="122" creationId="{B0D85D10-A1FD-496F-AEE1-EB8C4D9BCE28}"/>
          </ac:inkMkLst>
        </pc:inkChg>
        <pc:inkChg chg="add mod">
          <ac:chgData name="O'Connor, Jacqueline Antonia" userId="3b9bfa0c-75a1-427e-ae61-7069a76100c3" providerId="ADAL" clId="{50670137-81EC-4445-8FDF-0D10D513A29C}" dt="2021-05-16T18:43:09.153" v="136"/>
          <ac:inkMkLst>
            <pc:docMk/>
            <pc:sldMk cId="282210060" sldId="267"/>
            <ac:inkMk id="123" creationId="{DC90E17F-EFA3-44A0-A0CC-215DE53EA1E4}"/>
          </ac:inkMkLst>
        </pc:inkChg>
        <pc:inkChg chg="add mod">
          <ac:chgData name="O'Connor, Jacqueline Antonia" userId="3b9bfa0c-75a1-427e-ae61-7069a76100c3" providerId="ADAL" clId="{50670137-81EC-4445-8FDF-0D10D513A29C}" dt="2021-05-16T18:43:09.153" v="136"/>
          <ac:inkMkLst>
            <pc:docMk/>
            <pc:sldMk cId="282210060" sldId="267"/>
            <ac:inkMk id="124" creationId="{5FE398D7-8DE7-417B-89DC-93D1F1915DEC}"/>
          </ac:inkMkLst>
        </pc:inkChg>
        <pc:inkChg chg="add mod">
          <ac:chgData name="O'Connor, Jacqueline Antonia" userId="3b9bfa0c-75a1-427e-ae61-7069a76100c3" providerId="ADAL" clId="{50670137-81EC-4445-8FDF-0D10D513A29C}" dt="2021-05-16T18:43:09.153" v="136"/>
          <ac:inkMkLst>
            <pc:docMk/>
            <pc:sldMk cId="282210060" sldId="267"/>
            <ac:inkMk id="125" creationId="{97632296-8AF9-4CF0-AF10-91BB4F0F84F4}"/>
          </ac:inkMkLst>
        </pc:inkChg>
      </pc:sldChg>
      <pc:sldChg chg="addSp delSp modSp mod">
        <pc:chgData name="O'Connor, Jacqueline Antonia" userId="3b9bfa0c-75a1-427e-ae61-7069a76100c3" providerId="ADAL" clId="{50670137-81EC-4445-8FDF-0D10D513A29C}" dt="2021-05-16T18:48:06.713" v="163"/>
        <pc:sldMkLst>
          <pc:docMk/>
          <pc:sldMk cId="930369498" sldId="268"/>
        </pc:sldMkLst>
        <pc:grpChg chg="del mod">
          <ac:chgData name="O'Connor, Jacqueline Antonia" userId="3b9bfa0c-75a1-427e-ae61-7069a76100c3" providerId="ADAL" clId="{50670137-81EC-4445-8FDF-0D10D513A29C}" dt="2021-05-16T18:45:08.274" v="162"/>
          <ac:grpSpMkLst>
            <pc:docMk/>
            <pc:sldMk cId="930369498" sldId="268"/>
            <ac:grpSpMk id="12" creationId="{6BB5E0E5-851A-46BC-AC3B-5DDCE0B55F25}"/>
          </ac:grpSpMkLst>
        </pc:grpChg>
        <pc:grpChg chg="mod">
          <ac:chgData name="O'Connor, Jacqueline Antonia" userId="3b9bfa0c-75a1-427e-ae61-7069a76100c3" providerId="ADAL" clId="{50670137-81EC-4445-8FDF-0D10D513A29C}" dt="2021-05-16T18:45:00.566" v="146"/>
          <ac:grpSpMkLst>
            <pc:docMk/>
            <pc:sldMk cId="930369498" sldId="268"/>
            <ac:grpSpMk id="13" creationId="{8CB7175A-75D4-42A1-878E-D45B400CCE50}"/>
          </ac:grpSpMkLst>
        </pc:grpChg>
        <pc:grpChg chg="mod">
          <ac:chgData name="O'Connor, Jacqueline Antonia" userId="3b9bfa0c-75a1-427e-ae61-7069a76100c3" providerId="ADAL" clId="{50670137-81EC-4445-8FDF-0D10D513A29C}" dt="2021-05-16T18:45:08.274" v="162"/>
          <ac:grpSpMkLst>
            <pc:docMk/>
            <pc:sldMk cId="930369498" sldId="268"/>
            <ac:grpSpMk id="28" creationId="{A92F0D54-659D-43CA-B994-42C3A75A0FE4}"/>
          </ac:grpSpMkLst>
        </pc:grpChg>
        <pc:inkChg chg="add">
          <ac:chgData name="O'Connor, Jacqueline Antonia" userId="3b9bfa0c-75a1-427e-ae61-7069a76100c3" providerId="ADAL" clId="{50670137-81EC-4445-8FDF-0D10D513A29C}" dt="2021-05-16T18:44:26.870" v="137"/>
          <ac:inkMkLst>
            <pc:docMk/>
            <pc:sldMk cId="930369498" sldId="268"/>
            <ac:inkMk id="2" creationId="{6AB5EADC-F2DC-4FED-BAEE-87EB1D7E26C2}"/>
          </ac:inkMkLst>
        </pc:inkChg>
        <pc:inkChg chg="add">
          <ac:chgData name="O'Connor, Jacqueline Antonia" userId="3b9bfa0c-75a1-427e-ae61-7069a76100c3" providerId="ADAL" clId="{50670137-81EC-4445-8FDF-0D10D513A29C}" dt="2021-05-16T18:44:55.419" v="138" actId="9405"/>
          <ac:inkMkLst>
            <pc:docMk/>
            <pc:sldMk cId="930369498" sldId="268"/>
            <ac:inkMk id="3" creationId="{3E8B2B78-F25B-4308-8E24-34F357358D19}"/>
          </ac:inkMkLst>
        </pc:inkChg>
        <pc:inkChg chg="add mod">
          <ac:chgData name="O'Connor, Jacqueline Antonia" userId="3b9bfa0c-75a1-427e-ae61-7069a76100c3" providerId="ADAL" clId="{50670137-81EC-4445-8FDF-0D10D513A29C}" dt="2021-05-16T18:45:00.566" v="146"/>
          <ac:inkMkLst>
            <pc:docMk/>
            <pc:sldMk cId="930369498" sldId="268"/>
            <ac:inkMk id="5" creationId="{09D5CB56-6C17-4965-B10D-34FBC889B1A2}"/>
          </ac:inkMkLst>
        </pc:inkChg>
        <pc:inkChg chg="add mod">
          <ac:chgData name="O'Connor, Jacqueline Antonia" userId="3b9bfa0c-75a1-427e-ae61-7069a76100c3" providerId="ADAL" clId="{50670137-81EC-4445-8FDF-0D10D513A29C}" dt="2021-05-16T18:45:00.566" v="146"/>
          <ac:inkMkLst>
            <pc:docMk/>
            <pc:sldMk cId="930369498" sldId="268"/>
            <ac:inkMk id="6" creationId="{F0CCA5BA-F576-4210-BD32-6709BAF61C48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7" creationId="{AA3D5985-E912-4FEF-BF15-7E79CADC6274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8" creationId="{4BA564D9-EBEF-4575-BCD9-9B79592CBB6C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9" creationId="{2283D25B-55A7-47D6-B5C1-F5080D43A117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10" creationId="{CA6955A4-683C-402A-92AE-C8756FCC4617}"/>
          </ac:inkMkLst>
        </pc:inkChg>
        <pc:inkChg chg="add del mod">
          <ac:chgData name="O'Connor, Jacqueline Antonia" userId="3b9bfa0c-75a1-427e-ae61-7069a76100c3" providerId="ADAL" clId="{50670137-81EC-4445-8FDF-0D10D513A29C}" dt="2021-05-16T18:45:01.230" v="147"/>
          <ac:inkMkLst>
            <pc:docMk/>
            <pc:sldMk cId="930369498" sldId="268"/>
            <ac:inkMk id="11" creationId="{530BA8B7-CAA4-4135-80F8-77342544F700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14" creationId="{B75F0123-6DA9-4140-AA0B-5F20281CA1A2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15" creationId="{C313D1C5-289F-49D8-9328-C2260F02F9CE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16" creationId="{854AE9D2-382E-489A-903D-A08FB774A52D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17" creationId="{AB9A6053-8D00-454A-8B8B-78CFB9C05BC6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18" creationId="{3ED41983-45E1-4EAA-8182-3E90D84A9DDA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19" creationId="{78178E46-7F41-4629-B542-E5882BF0E955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20" creationId="{E3B6E118-5EC3-4900-8822-A86EAA53A2E4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21" creationId="{EEB7DFA1-00F9-4BF7-8B2A-C519D2142D47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22" creationId="{EE5AED57-BAE9-4CD7-AF4A-37B3908BA6B2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23" creationId="{48C44541-C9E6-47CC-84FD-81E55C7DA787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24" creationId="{33B04F41-8B05-48A6-BE27-584BB5AE6ADF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25" creationId="{A145F7BA-57DA-404F-B464-02BAE61829BC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26" creationId="{4FA97D07-49B2-4DC6-9B50-83154D62E17C}"/>
          </ac:inkMkLst>
        </pc:inkChg>
        <pc:inkChg chg="add mod">
          <ac:chgData name="O'Connor, Jacqueline Antonia" userId="3b9bfa0c-75a1-427e-ae61-7069a76100c3" providerId="ADAL" clId="{50670137-81EC-4445-8FDF-0D10D513A29C}" dt="2021-05-16T18:45:08.274" v="162"/>
          <ac:inkMkLst>
            <pc:docMk/>
            <pc:sldMk cId="930369498" sldId="268"/>
            <ac:inkMk id="27" creationId="{A8D53C1D-51BD-4F35-83F7-3934F86830A8}"/>
          </ac:inkMkLst>
        </pc:inkChg>
        <pc:inkChg chg="add">
          <ac:chgData name="O'Connor, Jacqueline Antonia" userId="3b9bfa0c-75a1-427e-ae61-7069a76100c3" providerId="ADAL" clId="{50670137-81EC-4445-8FDF-0D10D513A29C}" dt="2021-05-16T18:48:06.713" v="163"/>
          <ac:inkMkLst>
            <pc:docMk/>
            <pc:sldMk cId="930369498" sldId="268"/>
            <ac:inkMk id="29" creationId="{4434275F-6C75-42C5-BD1A-0D5EB14FCC6B}"/>
          </ac:inkMkLst>
        </pc:inkChg>
      </pc:sldChg>
    </pc:docChg>
  </pc:docChgLst>
  <pc:docChgLst>
    <pc:chgData name="O'Connor, Jacqueline Antonia" userId="3b9bfa0c-75a1-427e-ae61-7069a76100c3" providerId="ADAL" clId="{779BACE6-15D1-455D-8AE1-EDFB7E73E130}"/>
    <pc:docChg chg="custSel addSld modSld">
      <pc:chgData name="O'Connor, Jacqueline Antonia" userId="3b9bfa0c-75a1-427e-ae61-7069a76100c3" providerId="ADAL" clId="{779BACE6-15D1-455D-8AE1-EDFB7E73E130}" dt="2021-04-17T01:59:41.102" v="52"/>
      <pc:docMkLst>
        <pc:docMk/>
      </pc:docMkLst>
      <pc:sldChg chg="modSp mod">
        <pc:chgData name="O'Connor, Jacqueline Antonia" userId="3b9bfa0c-75a1-427e-ae61-7069a76100c3" providerId="ADAL" clId="{779BACE6-15D1-455D-8AE1-EDFB7E73E130}" dt="2021-04-07T23:43:41.665" v="26" actId="20577"/>
        <pc:sldMkLst>
          <pc:docMk/>
          <pc:sldMk cId="2259655642" sldId="257"/>
        </pc:sldMkLst>
        <pc:spChg chg="mod">
          <ac:chgData name="O'Connor, Jacqueline Antonia" userId="3b9bfa0c-75a1-427e-ae61-7069a76100c3" providerId="ADAL" clId="{779BACE6-15D1-455D-8AE1-EDFB7E73E130}" dt="2021-04-07T23:43:41.665" v="26" actId="20577"/>
          <ac:spMkLst>
            <pc:docMk/>
            <pc:sldMk cId="2259655642" sldId="257"/>
            <ac:spMk id="6" creationId="{6FAFD24C-9782-4205-A52B-AFDCCF0D23FB}"/>
          </ac:spMkLst>
        </pc:spChg>
      </pc:sldChg>
      <pc:sldChg chg="addSp modSp mod">
        <pc:chgData name="O'Connor, Jacqueline Antonia" userId="3b9bfa0c-75a1-427e-ae61-7069a76100c3" providerId="ADAL" clId="{779BACE6-15D1-455D-8AE1-EDFB7E73E130}" dt="2021-04-17T01:55:40.234" v="32" actId="1076"/>
        <pc:sldMkLst>
          <pc:docMk/>
          <pc:sldMk cId="2717101770" sldId="258"/>
        </pc:sldMkLst>
        <pc:spChg chg="mod">
          <ac:chgData name="O'Connor, Jacqueline Antonia" userId="3b9bfa0c-75a1-427e-ae61-7069a76100c3" providerId="ADAL" clId="{779BACE6-15D1-455D-8AE1-EDFB7E73E130}" dt="2021-04-17T01:55:30.783" v="30" actId="14100"/>
          <ac:spMkLst>
            <pc:docMk/>
            <pc:sldMk cId="2717101770" sldId="258"/>
            <ac:spMk id="4" creationId="{39B59E4A-0D64-4CD0-865B-DD7979EC2EC0}"/>
          </ac:spMkLst>
        </pc:spChg>
        <pc:picChg chg="add mod">
          <ac:chgData name="O'Connor, Jacqueline Antonia" userId="3b9bfa0c-75a1-427e-ae61-7069a76100c3" providerId="ADAL" clId="{779BACE6-15D1-455D-8AE1-EDFB7E73E130}" dt="2021-04-17T01:55:40.234" v="32" actId="1076"/>
          <ac:picMkLst>
            <pc:docMk/>
            <pc:sldMk cId="2717101770" sldId="258"/>
            <ac:picMk id="3" creationId="{C371739F-D0B7-4E3E-994F-473CA138DEEF}"/>
          </ac:picMkLst>
        </pc:picChg>
      </pc:sldChg>
      <pc:sldChg chg="add">
        <pc:chgData name="O'Connor, Jacqueline Antonia" userId="3b9bfa0c-75a1-427e-ae61-7069a76100c3" providerId="ADAL" clId="{779BACE6-15D1-455D-8AE1-EDFB7E73E130}" dt="2021-04-17T01:56:34.822" v="34"/>
        <pc:sldMkLst>
          <pc:docMk/>
          <pc:sldMk cId="1306654742" sldId="259"/>
        </pc:sldMkLst>
      </pc:sldChg>
      <pc:sldChg chg="add">
        <pc:chgData name="O'Connor, Jacqueline Antonia" userId="3b9bfa0c-75a1-427e-ae61-7069a76100c3" providerId="ADAL" clId="{779BACE6-15D1-455D-8AE1-EDFB7E73E130}" dt="2021-04-17T01:56:00.797" v="33"/>
        <pc:sldMkLst>
          <pc:docMk/>
          <pc:sldMk cId="2546880293" sldId="264"/>
        </pc:sldMkLst>
      </pc:sldChg>
      <pc:sldChg chg="modSp add mod">
        <pc:chgData name="O'Connor, Jacqueline Antonia" userId="3b9bfa0c-75a1-427e-ae61-7069a76100c3" providerId="ADAL" clId="{779BACE6-15D1-455D-8AE1-EDFB7E73E130}" dt="2021-04-17T01:58:32.862" v="47" actId="20577"/>
        <pc:sldMkLst>
          <pc:docMk/>
          <pc:sldMk cId="4199625705" sldId="265"/>
        </pc:sldMkLst>
        <pc:spChg chg="mod">
          <ac:chgData name="O'Connor, Jacqueline Antonia" userId="3b9bfa0c-75a1-427e-ae61-7069a76100c3" providerId="ADAL" clId="{779BACE6-15D1-455D-8AE1-EDFB7E73E130}" dt="2021-04-17T01:58:32.862" v="47" actId="20577"/>
          <ac:spMkLst>
            <pc:docMk/>
            <pc:sldMk cId="4199625705" sldId="265"/>
            <ac:spMk id="5" creationId="{E7DCECD0-7236-4C58-87DB-CD758162E457}"/>
          </ac:spMkLst>
        </pc:spChg>
      </pc:sldChg>
      <pc:sldChg chg="modSp add mod">
        <pc:chgData name="O'Connor, Jacqueline Antonia" userId="3b9bfa0c-75a1-427e-ae61-7069a76100c3" providerId="ADAL" clId="{779BACE6-15D1-455D-8AE1-EDFB7E73E130}" dt="2021-04-17T01:59:04.815" v="50"/>
        <pc:sldMkLst>
          <pc:docMk/>
          <pc:sldMk cId="2601104894" sldId="266"/>
        </pc:sldMkLst>
        <pc:spChg chg="mod">
          <ac:chgData name="O'Connor, Jacqueline Antonia" userId="3b9bfa0c-75a1-427e-ae61-7069a76100c3" providerId="ADAL" clId="{779BACE6-15D1-455D-8AE1-EDFB7E73E130}" dt="2021-04-17T01:59:04.815" v="50"/>
          <ac:spMkLst>
            <pc:docMk/>
            <pc:sldMk cId="2601104894" sldId="266"/>
            <ac:spMk id="5" creationId="{E7DCECD0-7236-4C58-87DB-CD758162E457}"/>
          </ac:spMkLst>
        </pc:spChg>
      </pc:sldChg>
      <pc:sldChg chg="add">
        <pc:chgData name="O'Connor, Jacqueline Antonia" userId="3b9bfa0c-75a1-427e-ae61-7069a76100c3" providerId="ADAL" clId="{779BACE6-15D1-455D-8AE1-EDFB7E73E130}" dt="2021-04-17T01:59:34.808" v="51"/>
        <pc:sldMkLst>
          <pc:docMk/>
          <pc:sldMk cId="282210060" sldId="267"/>
        </pc:sldMkLst>
      </pc:sldChg>
      <pc:sldChg chg="add">
        <pc:chgData name="O'Connor, Jacqueline Antonia" userId="3b9bfa0c-75a1-427e-ae61-7069a76100c3" providerId="ADAL" clId="{779BACE6-15D1-455D-8AE1-EDFB7E73E130}" dt="2021-04-17T01:59:41.102" v="52"/>
        <pc:sldMkLst>
          <pc:docMk/>
          <pc:sldMk cId="930369498" sldId="268"/>
        </pc:sldMkLst>
      </pc:sldChg>
    </pc:docChg>
  </pc:docChgLst>
  <pc:docChgLst>
    <pc:chgData name="O'Connor, Jacqueline Antonia" userId="3b9bfa0c-75a1-427e-ae61-7069a76100c3" providerId="ADAL" clId="{588AF3C5-22F5-40B9-AF25-DC0B5704D392}"/>
    <pc:docChg chg="modSld">
      <pc:chgData name="O'Connor, Jacqueline Antonia" userId="3b9bfa0c-75a1-427e-ae61-7069a76100c3" providerId="ADAL" clId="{588AF3C5-22F5-40B9-AF25-DC0B5704D392}" dt="2021-05-08T13:36:50.046" v="3" actId="1076"/>
      <pc:docMkLst>
        <pc:docMk/>
      </pc:docMkLst>
      <pc:sldChg chg="modSp mod">
        <pc:chgData name="O'Connor, Jacqueline Antonia" userId="3b9bfa0c-75a1-427e-ae61-7069a76100c3" providerId="ADAL" clId="{588AF3C5-22F5-40B9-AF25-DC0B5704D392}" dt="2021-05-08T13:36:27.307" v="0" actId="14100"/>
        <pc:sldMkLst>
          <pc:docMk/>
          <pc:sldMk cId="2717101770" sldId="258"/>
        </pc:sldMkLst>
        <pc:spChg chg="mod">
          <ac:chgData name="O'Connor, Jacqueline Antonia" userId="3b9bfa0c-75a1-427e-ae61-7069a76100c3" providerId="ADAL" clId="{588AF3C5-22F5-40B9-AF25-DC0B5704D392}" dt="2021-05-08T13:36:27.307" v="0" actId="14100"/>
          <ac:spMkLst>
            <pc:docMk/>
            <pc:sldMk cId="2717101770" sldId="258"/>
            <ac:spMk id="4" creationId="{39B59E4A-0D64-4CD0-865B-DD7979EC2EC0}"/>
          </ac:spMkLst>
        </pc:spChg>
      </pc:sldChg>
      <pc:sldChg chg="modSp mod">
        <pc:chgData name="O'Connor, Jacqueline Antonia" userId="3b9bfa0c-75a1-427e-ae61-7069a76100c3" providerId="ADAL" clId="{588AF3C5-22F5-40B9-AF25-DC0B5704D392}" dt="2021-05-08T13:36:32.829" v="1" actId="1076"/>
        <pc:sldMkLst>
          <pc:docMk/>
          <pc:sldMk cId="1306654742" sldId="259"/>
        </pc:sldMkLst>
        <pc:spChg chg="mod">
          <ac:chgData name="O'Connor, Jacqueline Antonia" userId="3b9bfa0c-75a1-427e-ae61-7069a76100c3" providerId="ADAL" clId="{588AF3C5-22F5-40B9-AF25-DC0B5704D392}" dt="2021-05-08T13:36:32.829" v="1" actId="1076"/>
          <ac:spMkLst>
            <pc:docMk/>
            <pc:sldMk cId="1306654742" sldId="259"/>
            <ac:spMk id="4" creationId="{39B59E4A-0D64-4CD0-865B-DD7979EC2EC0}"/>
          </ac:spMkLst>
        </pc:spChg>
      </pc:sldChg>
      <pc:sldChg chg="modSp mod">
        <pc:chgData name="O'Connor, Jacqueline Antonia" userId="3b9bfa0c-75a1-427e-ae61-7069a76100c3" providerId="ADAL" clId="{588AF3C5-22F5-40B9-AF25-DC0B5704D392}" dt="2021-05-08T13:36:44.337" v="2" actId="1076"/>
        <pc:sldMkLst>
          <pc:docMk/>
          <pc:sldMk cId="282210060" sldId="267"/>
        </pc:sldMkLst>
        <pc:spChg chg="mod">
          <ac:chgData name="O'Connor, Jacqueline Antonia" userId="3b9bfa0c-75a1-427e-ae61-7069a76100c3" providerId="ADAL" clId="{588AF3C5-22F5-40B9-AF25-DC0B5704D392}" dt="2021-05-08T13:36:44.337" v="2" actId="1076"/>
          <ac:spMkLst>
            <pc:docMk/>
            <pc:sldMk cId="282210060" sldId="267"/>
            <ac:spMk id="4" creationId="{39B59E4A-0D64-4CD0-865B-DD7979EC2EC0}"/>
          </ac:spMkLst>
        </pc:spChg>
      </pc:sldChg>
      <pc:sldChg chg="modSp mod">
        <pc:chgData name="O'Connor, Jacqueline Antonia" userId="3b9bfa0c-75a1-427e-ae61-7069a76100c3" providerId="ADAL" clId="{588AF3C5-22F5-40B9-AF25-DC0B5704D392}" dt="2021-05-08T13:36:50.046" v="3" actId="1076"/>
        <pc:sldMkLst>
          <pc:docMk/>
          <pc:sldMk cId="930369498" sldId="268"/>
        </pc:sldMkLst>
        <pc:spChg chg="mod">
          <ac:chgData name="O'Connor, Jacqueline Antonia" userId="3b9bfa0c-75a1-427e-ae61-7069a76100c3" providerId="ADAL" clId="{588AF3C5-22F5-40B9-AF25-DC0B5704D392}" dt="2021-05-08T13:36:50.046" v="3" actId="1076"/>
          <ac:spMkLst>
            <pc:docMk/>
            <pc:sldMk cId="930369498" sldId="268"/>
            <ac:spMk id="4" creationId="{39B59E4A-0D64-4CD0-865B-DD7979EC2EC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5-16T18:34:26.51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10966 7978 21135 0,'0'0'928'0,"0"0"208"0,-2-8-912 0,1 0-224 0,0 1 0 0,1-5 0 16,0 0 1248-16,0 0 208 0,0 2 32 0,1-2 16 16,0 3 672-16,1 0 144 0,-2 9 32 0,1-12 0 15,0-1-592-15,0 3-112 0,-1 2-32 0,0 8 0 16,2-11-224-16,-2 11-48 0,0 0-16 0,0 0 0 16,0 0-176-16,0 0-48 0,-5-7 0 0,5 7 0 0,0 0-272 0,-8 5-64 15,0 4-16-15,-3 4 0 0,-2 3-320 0,-2 3-64 16,-3 5-16-16,1 4 0 0,-3 5-80 0,-1 3-16 15,-2 1 0-15,-1 2 0 0,1 2-64 0,2-4 0 16,0 2-16-16,3 1 0 0,2-4-176 0,3 1 0 16,3-4 0-16,4-3 128 0,4-3-128 0,4-4 0 15,4-1 0-15,3-2 0 0,3-3 0 0,3-3-176 16,3-4 176-16,5 0-192 0,-3-5 0 0,4-3 0 16,1-3 0-16,2-2 0 0,2-2-128 0,1-3-16 15,0 1-16-15,2-5 0 16,1 0-976-16,1-5-192 0,1-1-32 0,0 0-16 15,0-2-1952-15,-1 1-384 0</inkml:trace>
  <inkml:trace contextRef="#ctx0" brushRef="#br0" timeOffset="379.48">11164 7919 12895 0,'0'0'1152'0,"0"0"-928"0,-7-9-224 0,3 1 0 16,4 8 5712-16,-5-9 1104 15,-1 1 224-15,-1 3 32 0,7 5-3808 0,-9-1-752 16,0-2-144-16,0 3-48 0,-2 0-576 0,0 4-112 16,-3 1-32-16,0 3 0 0,0 1-640 0,2 1-128 15,-2 1-16-15,-1 5-16 0,0 3-272 0,-4 2-48 16,-3 5-16-16,0 3 0 0,1 0-272 0,2 1-48 0,0 1-16 0,3 2 0 15,1 1-128-15,2-3 0 16,0 3 144-16,4-4-144 0,1-2 128 0,3 1-128 0,1-4 128 0,3 0-128 31,1-7-368-31,2 0-144 0,2-2-16 0,1-2-16 0,1-1-1952 16,2-5-384-16,-1-3-64 0</inkml:trace>
  <inkml:trace contextRef="#ctx0" brushRef="#br0" timeOffset="979.94">10939 8316 40719 0,'0'0'1792'0,"0"0"384"0,-5 4-1728 0,5-4-448 0,0 0 0 0,0 0 0 16,0 0 832-16,0 0 96 0,0 0 16 0,0 0 0 15,0 0 464-15,9 2 80 0,2 0 32 0,2-4 0 16,3 0-640-16,0-2-128 0,3-2-32 0,0 0 0 0,1-2-272 0,1 0-48 15,-2 0-16-15,2 1 0 0,0 0-256 16,0 1-128-16,0 0 128 0,-3 1-128 0,0-1 0 0,-1 3 128 16,-1-1-128-16,-2 3 0 0,2 0 128 0,-5 1-128 15,-3 1 128-15,-1 4-128 0,-2 4 336 0,-2 6-16 16,-5-1 0-16,-2 8 0 0,1 2 0 0,-5 2 0 16,-3 4 0-16,1-2 0 0,-2 4-64 15,2 0-32-15,-2 2 0 0,2-1 0 0,0-3-224 0,3-3 144 16,-1-2-144-16,0-2 128 0,4 1-128 0,0-6 0 15,2-2 0-15,0-2 0 16,2-2-944-16,2-2-112 0,-1-1-32 0,-1-9 0 16,6 2-2368-16,2-4-464 0</inkml:trace>
  <inkml:trace contextRef="#ctx0" brushRef="#br0" timeOffset="1290.71">11500 8296 33455 0,'0'0'1472'0,"0"0"320"0,0 0-1424 0,4-4-368 0,-4 4 0 0,0 0 0 15,0 0 2624-15,0 0 464 0,0 0 96 0,0 0 16 0,0 0-864 16,5 9-160-16,-2 3-48 0,-3 2 0 16,0 3-1088-16,-1 0-208 0,-1 2-64 0,0-1 0 0,-1 1-432 0,0 0-80 15,1-4-32-15,-1 1 0 0,2 0-448 0,0-2-96 16,1-2 0-16,1-3-16 16,-1-9-2208-16,0 0-432 0,0 0-96 0,0 0 0 0</inkml:trace>
  <inkml:trace contextRef="#ctx0" brushRef="#br0" timeOffset="1436.26">11630 8061 31327 0,'-13'4'1392'0,"8"-1"272"0,-3 1-1328 0,2 0-336 16,-1 1 0-16,1 0 0 0,1 2 2880 0,1 1 496 15,0-1 96-15,4 3 32 16,0-5-4016-16,1 3-784 0,2 2-176 0</inkml:trace>
  <inkml:trace contextRef="#ctx0" brushRef="#br0" timeOffset="1716.7">11799 8264 15663 0,'0'0'688'0,"0"0"144"0,0 0-656 0,-2 7-176 0,2-7 0 0,-2 9 0 15,0 2 7936-15,1 2 1536 0,0 3 320 0,0 1 64 16,-1 0-6624-16,2 1-1328 0,0 0-272 0,0 0-48 15,0 1-1024-15,0-1-208 0,2-1-32 0,-1 0-16 16,3 0-304-16,0-3 160 0,0-2-160 0,-1-2 128 0,1-1-128 0,-1-1 0 16,-3-8 0-16,4 5 0 0,-4-5 0 0,0 0 128 15,0 0-128-15,0 0 0 0,6-2 0 0,0-5 0 16,-2-2 128-16,-1-1-128 0,1-2 0 0,2-2 0 16,0-3 0-16,1 0 0 0,0-6 0 0,1 0 0 15,0-3 0-15,0 0 0 16,0 1-576-16,1 0 0 15,0 1 0-15,0 0 0 0,-1 3-880 0,1 3-160 0,-1 2-48 0,0 5 0 16,-2 4-2368-16,1 1-496 0</inkml:trace>
  <inkml:trace contextRef="#ctx0" brushRef="#br0" timeOffset="2363.54">11973 8485 24879 0,'0'0'2208'0,"0"0"-1760"15,0 0-448-15,0 0 0 0,0 0 3616 0,0 0 640 16,8 0 128-16,1-1 32 0,2-2-1632 0,-2-2-320 15,-1-3-64-15,2-1-16 0,1-3-1216 0,2 1-240 16,0-5-48-16,1 0-16 0,0-2-560 0,1 0-112 0,-1 0-32 0,0-5 0 16,2 3-160-16,-2-5 0 15,1 1 0-15,-4 3 0 0,1 5 0 0,-1-1 0 16,-2 4 0-16,-3-2 0 0,-1 2 0 0,-1 4 0 0,-2 3-176 0,-2 6 176 16,0 0 0-16,0 0 0 0,-8 2 0 0,-1 6-128 15,0 2 128-15,-2 6 0 0,-2 0 0 0,0 5 0 16,0 1 160-16,1 2-32 0,2 3-128 0,2 0 192 15,0-1-192-15,3 0 0 0,2-1 0 0,2 0 0 16,2-6 0-16,2 1-288 0,1-2 32 0,2-2 16 16,1-3-1168-16,2-6-256 15,1 0-32-15,2-2-16 0,1-3-736 0,3-4-160 16,2-2-16-16,2-2-16 0,1-3-432 0,-2-4-64 0,-1 0-32 0,1-2 0 16,1-3 1184-16,-1-2 224 0,-2-2 48 0,-2 0 16 15,1-1 624-15,-4 0 128 0,-2 0 32 16,-1 0 0-16,-1 2 1584 0,-1 1 320 0,-2 2 64 0,-1 4 16 0,-3 3 1744 0,0 3 336 15,-1 8 80-15,0 0 16 0,0 0 208 0,0 0 32 16,0 0 16-16,0 0 0 0,0 0-1360 0,-2 11-272 16,-1 3-48-16,1-1-16 0,2 3-656 0,-2-1-144 15,1 1-32-15,1 1 0 0,0 0-496 0,1 0-96 16,2 1-32-16,-1-5 0 0,1 0-224 0,0-1-128 16,-2 0 160-16,2-2-160 0,0-3 128 0,0-1-128 0,-3-6 0 15,0 0 0-15,5 7 0 0,0-5 128 16,-5-2-128-16,0 0 0 0,7 0 0 0,1-2 128 15,-2-2-128-15,1-1 0 0,1-3 128 0,1-1-128 0,1-3 0 0,1-3 0 16,-1-3 0-16,1-3 0 16,-1-2 0-16,4-1 0 0,2 4 0 0,0-5 0 0,-2 1 0 0,2 1 0 15,-1-1 0-15,0 4 0 16,-4 0 0-16,2 2 0 0,-1 3 0 0,-2 6 0 0,-2 3 0 0,-1 2 0 16,-1 1 0-16,-6 3 0 0,0 0 0 0,7 9 144 15,-2 2 64-15,-1 2 16 0,-1 2 0 0,-2 2 0 16,-1 0 16-16,0 2 0 0,0 1 0 0,0 1 0 15,1 2-240-15,-1-1 0 0,0 1-192 0,0 2 192 16,0 0-1088 0,0-2-128-16,-2 1 0 0,-1-1-15104 0,-1 1-3008 0</inkml:trace>
  <inkml:trace contextRef="#ctx0" brushRef="#br0" timeOffset="2699.55">10969 8945 31327 0,'0'0'2784'0,"0"0"-2224"16,0 0-560-16,0 0 0 0,0 0 3776 0,0 0 640 15,8-2 128-15,4-3 16 0,2 1-2272 0,6 0-464 16,5 0-96-16,5 0 0 0,4 0-800 0,5 1-160 0,2 1-16 0,5-1-16 15,2 1-304-15,3 0-64 16,4-2-16-16,4 2 0 0,2-2-160 0,3 1-16 16,2 1-16-16,2-1 0 0,0-1-160 0,1 0 0 15,0 0 0-15,-1 2 0 0,1-1 0 0,-1-1 0 0,-4 0 0 16,-4 2 0-16,-4-1 0 0,-4 2 0 0,-5-2 0 0,-4 2 0 16,-6-2-176-16,-3 3-64 0,-4-4-16 0,-4 3 0 31,-2-2-160-31,-5 2-32 0,-5 0-16 0,-3-1 0 15,-2 1-1248-15,-9 1-240 0,0 0-48 0,0 0-13344 0,0 0-2656 0</inkml:trace>
  <inkml:trace contextRef="#ctx0" brushRef="#br0" timeOffset="2959.59">13374 8278 35935 0,'0'0'1600'0,"0"0"320"0,0 0-1536 0,0 0-384 16,-4-1 0-16,0 1 0 0,4 0 3776 0,0 0 704 16,0 0 128-16,0 0 16 0,-6 3-2960 0,6-3-576 15,0 0-128-15,0 0-32 0,-2 8-720 0,2-8-208 0,0 8 0 0,0-8 128 31,0 0-544-31,0 11-96 0,0-5-32 0,0 2 0 16,0-8-1872-16,-1 8-368 0,1 0-80 0</inkml:trace>
  <inkml:trace contextRef="#ctx0" brushRef="#br0" timeOffset="3131.96">13363 8522 48719 0,'0'0'2160'0,"0"0"448"0,0 0-2096 0,0 0-512 0,0 0 0 0,0 0 0 15,-1 8 1712-15,1-8 224 0,-3 6 48 0,3-6 16 16,0 0-1104-16,0 0-240 0,0 0-32 0,0 0-16 16,1 9-464-16,-1-9-144 0,0 0 0 0,0 0 0 15,0 0-368-15,0 0-176 0,7 3-32 0,-7-3-16320 16,0 0-3264-16</inkml:trace>
  <inkml:trace contextRef="#ctx0" brushRef="#br0" timeOffset="4493.35">14749 8052 35007 0,'0'0'1552'0,"0"0"320"0,-5-1-1488 0,5 1-384 15,0 0 0-15,0 0 0 0,0 0 2816 0,0 0 480 16,-9 4 96-16,9-4 32 0,-8 13-1504 0,1 0-288 16,2 5-64-16,1 1-16 0,3-3-864 0,1 4-176 15,-1 2-48-15,2 7 0 0,0 2-208 0,0 3-32 16,1-3-16-16,0 1 0 0,0-4-208 0,-1-7 176 0,3-1-176 0,-3 1 160 16,0-2-160-16,1-1 0 15,0 1 0-15,1-2 0 0,0 0 0 0,-2-2-144 16,0 0 144-16,-1-4-160 15,0 0-208-15,0-3-32 0,0-8-16 0,0 9 0 16,0-9-240-16,-1 6-48 0,1-6-16 0,0 0 0 16,0 0-1056-16,-7-2-208 0,2 0-32 0,-1-4-16 15,0-3-1616-15,0-3-336 0</inkml:trace>
  <inkml:trace contextRef="#ctx0" brushRef="#br0" timeOffset="4712">14359 8026 40191 0,'0'0'1792'0,"0"0"352"0,-8-1-1712 0,2-2-432 0,6 3 0 0,0 0 0 16,0 0 1472-16,0 0 192 0,0 0 64 0,0 0 0 15,8 3-16-15,3-3 0 0,5 1 0 0,4 2 0 0,-1-1-816 0,3-2-144 16,2 0-48-16,2 0 0 0,1-2-176 0,1 1-32 16,0-2-16-16,2-2 0 0,4 0-224 0,-1-3-64 15,-1 0 0-15,2 0 0 0,1 2-192 0,1-1 0 16,-1 1 0-16,-1 0 0 15,-2 2-832-15,0 2-192 0,-2 0-64 0,-2 5 0 16,-2 1-2912-16,-2 0-592 0</inkml:trace>
  <inkml:trace contextRef="#ctx0" brushRef="#br0" timeOffset="4970.04">15135 8484 25791 0,'0'0'2304'0,"0"0"-1856"16,0 0-448-16,0 0 0 0,0 0 5856 0,0 0 1072 16,0 0 224-16,0 0 32 0,6 5-4656 0,1 2-928 15,-3 0-192-15,1 4-48 0,-1-1-784 0,0 5-176 16,0-1-16-16,-2 3-16 0,1 1-240 0,0-2-128 16,-1-1 160-16,1 2-160 0,-1 2 0 0,1-5 0 0,0 0 0 0,-1 1 0 31,0-2-288-31,0-4-160 0,1 0-16 0,-1-1-16 15,1 2-1088-15,0-3-224 0,-3-7-32 0,0 0-16 0,0 0-2864 16,0 0-576-16,15-4-112 0,0-5-32 0</inkml:trace>
  <inkml:trace contextRef="#ctx0" brushRef="#br0" timeOffset="5129.76">15513 8331 49535 0,'0'0'2192'0,"0"0"448"0,5-5-2112 0,0 0-528 16,2 0 0-16,-1-1 0 0,1-1 1264 0,1-1 144 15,0 0 16-15,2 1 16 0,3 1-768 0,0-1-160 16,1 1-16-16,1-1-16 0,-1 1-480 0,2-1 0 16,-2 0 0-16,-1 0-160 15,0 2-1216-15,-1 1-240 0,0 0-48 0,-2 1-13968 16,-1 2-2800-16</inkml:trace>
  <inkml:trace contextRef="#ctx0" brushRef="#br0" timeOffset="5307.46">15586 8449 28559 0,'0'0'2544'0,"0"0"-2032"16,0 0-512-16,0 0 0 0,0 0 4768 0,0 0 864 15,0 0 160-15,0 0 32 0,0 0-3904 0,12 0-768 0,1-3-176 0,1 0-16 16,2-2-368-16,1 0-64 0,1-1-16 0,3-2 0 16,0 0-512-16,2 0 0 0,-1-2-192 0,2-1 48 31,0-2-2496-31,3 0-496 0,-3 0-112 0,4-1-16 0</inkml:trace>
  <inkml:trace contextRef="#ctx0" brushRef="#br0" timeOffset="5683.59">16366 8028 43599 0,'0'0'1920'0,"0"0"416"0,-7-3-1872 15,1 3-464-15,-1-3 0 0,0 2 0 0,0 1 1616 0,-1 1 240 16,0 2 32-16,2-2 16 0,-2 2-592 0,0-1-112 15,-1 2-32-15,1 2 0 0,0-1-784 0,0 3-144 16,0-1-48-16,1 1 0 0,-1 0-192 0,1 0 144 16,1 0-144-16,-1 1 128 0,1 0-128 0,1 1 0 15,1-3 0-15,1 2 128 0,2 2-128 0,-1-5 0 16,2 2 0-16,2 0 0 0,0 0 0 0,2-1 0 16,1 1 0-16,2 0 0 0,2-3 0 0,3 0 0 15,0 2 0-15,2-2 128 0,0 0-128 0,3 1 0 16,3 0 0-16,-1-2 128 0,2 1-128 0,0 0 128 15,0 1-128-15,-2-1 128 0,1 0-128 0,-2 2 0 16,-2-1 0-16,-2 1 0 0,-1-1 0 0,-2 1 0 16,-2 0 128-16,-3 1-128 0,-2 0 0 0,-2 0 0 15,-4 1 0-15,-2-1 0 0,-2 1 0 0,-3 0 128 16,-2 2-128-16,-2-2 0 0,-1-1 0 0,-3-1 0 0,-1 0 128 16,-2-1-128-16,-1 1 0 0,0-2-144 0,-1-2 144 0,-1-2-208 31,-1-1-1920-31,1 0-384 0,-1-3-80 0,1-2-16 0</inkml:trace>
  <inkml:trace contextRef="#ctx0" brushRef="#br0" timeOffset="6126.15">16223 8091 14735 0,'0'0'640'16,"8"-2"160"-16,0-3-640 0,4-1-160 0,2 3 0 0,2-4 0 0,1 3 7840 0,0-1 1536 15,0-2 304-15,2 2 64 0,2-1-6624 0,3 0-1328 16,-1 0-272-16,0 2-48 0,4-3-960 0,0 2-176 15,2 1-32-15,-1 0-16 0,0 0-288 0,-1 1 128 16,0 0-128-16,0-1 0 0,-4 3 128 0,0 1-128 16,-3 0 0-16,-3 1 0 0,-3 0 0 0,-1 2 0 15,-1 0 128-15,-3 3-128 0,-1-1 128 0,-3 3-128 16,-2 1 192-16,-2 3-192 0,-1 0 224 0,-2 2-64 16,-4 0-16-16,0 3 0 0,-1 3 16 0,-2-1 0 15,0 1 0-15,0-2 0 0,-2 2-160 0,2-2 160 16,2 0-160-16,-1 1 160 0,0-2-160 0,1 1 0 15,3-3 0-15,2 1 128 0,1-4-128 0,1 0 0 16,1-3 0-16,1 1 0 0,2-1 0 0,3-1 0 16,1-1 0-16,2-1 0 0,1-6-176 0,0 1 176 15,2-1-128-15,2-1 128 0,0-2-192 0,1 0 64 16,0-3 0-16,-1 0 0 0,1-3-32 0,0 0 0 0,-2-3 0 16,-1 1 0-16,0 1 0 0,-1 0 0 0,-3-6 0 15,0 2 0-15,-3 1 160 0,0-3-208 0,-2 2 80 16,-2 1 128-16,-1-3-192 0,-1 2 192 0,-1-2-160 0,-3 2 160 15,-1-2-336-15,-1 0 16 0,-2-2 16 0,-3 1 0 16,-2 1-1104 0,-2 3-240-16,-2 2-32 0,0 3-16 15,1 3-288-15,2 2-64 0,-1-1-16 0,4 3 0 0,0-1-752 16,3 4-128-16,2 0-48 0</inkml:trace>
  <inkml:trace contextRef="#ctx0" brushRef="#br0" timeOffset="6476.95">17239 8063 38639 0,'0'0'1712'0,"7"-4"352"0,-7 4-1648 0,7-4-416 16,1 3 0-16,-8 1 0 0,7-4 2432 0,-7 4 416 15,0 0 80-15,0 0 16 0,0 0-976 0,-5 5-192 16,-5 1-48-16,0 4 0 0,-3 0-960 0,-1 2-192 16,-3 1-32-16,0 1-16 0,-2 2-192 0,2 2-32 15,2-2-16-15,1 2 0 0,2-4-288 0,1 1 128 16,2-1-128-16,3 0 0 0,0 1 0 0,3-1 0 15,1-1 0-15,4 0 0 0,0-4 0 0,3 0 0 16,3 0-208-16,3-2 80 0,0-2-128 0,2-1-32 16,2 0 0-16,0-1 0 0,2-6-80 0,2 2-16 15,-1-1 0-15,0-2 0 0,0-2 0 0,-1-1 0 16,-1 1 0-16,-2-2 0 0,-2-1 80 0,-2-3 16 16,1-1 0-16,-2-1 0 0,-1 0 128 0,-3-1 32 15,-1 1 0-15,-1-2 0 0,-2 1 128 0,-2-4-160 16,-2 1 160-16,-1 1-160 0,-1 0-128 0,0 1-32 0,-2-2 0 15,-1 4 0 1,0 3-384-16,-1 0-64 0,0 3-32 0,1 1 0 16,-1 1-544-16,3 2-96 0,1-1-32 0,5 5-12016 0,0 0-2400 0</inkml:trace>
  <inkml:trace contextRef="#ctx0" brushRef="#br0" timeOffset="6771.16">17894 7849 38703 0,'0'0'3440'0,"0"0"-2752"15,0 0-560-15,0 0-128 0,0 0 2736 0,0 0 512 16,0 0 96-16,0 0 32 0,0 0-1616 0,0 0-320 16,0 0-64-16,2 10-16 0,-3 3-656 0,1 0-144 15,0 3-32-15,-1 1 0 0,-2 1-240 0,0 4-48 16,1 1-16-16,-1 1 0 0,0 0-224 0,0 2 0 15,-1 0 0-15,0-1 0 0,0 0 0 0,0-1 0 16,0 1 0-16,0-3 0 0,0-1 0 0,0-3 0 16,2 1 0-16,-1-2 0 15,0-3-352-15,1-1-64 0,-1-3-16 0,1 0 0 16,-1-4-928-16,3-6-192 0,0 0-48 0,0 0 0 16,0 0-2768-16,7-4-560 0</inkml:trace>
  <inkml:trace contextRef="#ctx0" brushRef="#br0" timeOffset="7063.55">18137 7983 21183 0,'0'0'1888'0,"0"0"-1504"0,-5 5-384 0,5-5 0 15,-5 2 6512-15,-2 0 1232 0,1 1 240 0,-2 3 48 16,-1 0-5120-16,0 0-1024 0,-2 2-208 0,1 2-32 16,-2 0-880-16,0-1-192 0,-1-1-16 0,2 2-16 15,-1 4-272-15,0-1-48 0,-1 0-16 0,3 0 0 0,1-2-208 0,1-1 144 16,0 2-144-16,3-3 128 0,0 0-80 0,1 3-48 15,1-3 0-15,2-1 0 0,1-2 0 0,0 1 0 16,1 0 0-16,0-1 0 0,1 2 0 0,2-2 0 16,2 0 0-16,2-1 0 0,1 0 0 0,-1-2 0 15,1 1 0-15,1-3 0 0,5 4 0 0,-1-5 0 16,0 1 0-16,2 1 0 0,1-2 0 0,0-2 0 16,1 1 0-16,0 1 0 0,-1 1 0 0,0-1 0 15,2 2 0-15,4-1 0 16,-1-1-864-16,-1 0-160 0,-1 3-48 0,-3-2-24080 0</inkml:trace>
  <inkml:trace contextRef="#ctx0" brushRef="#br0" timeOffset="7644.68">14812 9361 11967 0,'0'0'1072'0,"0"0"-864"16,0 0-208-16,0 0 0 0,0 0 8160 0,-3 9 1584 15,-1-2 320-15,0 5 64 0,1 2-6608 0,1 3-1344 16,-1 3-256-16,1 4-48 0,-1 5-784 0,2 2-176 0,-1 4-16 0,1 2-16 16,1-1-560-16,1 2-128 15,1 0 0-15,0-1-16 0,2-1-128 0,0 2-48 0,1-3 0 0,1-1 0 16,-1-1 0-16,1-2 0 0,0-2 0 0,-1-3 0 15,0-3 0-15,0 1 0 0,-2-4 0 0,-1-1 0 16,1-2 0-16,0-7-128 0,-5-1 128 0,1-1-160 31,1-8-704-31,0 0-144 0,0 0-16 0,-8 0-16 0,-1-4-1264 0,0-2-240 16,0-5-48-16,1-2-12128 0,-2-6-2416 0</inkml:trace>
  <inkml:trace contextRef="#ctx0" brushRef="#br0" timeOffset="7926.8">14619 9493 25791 0,'0'0'1152'0,"0"0"224"0,0 0-1104 0,0 0-272 16,6-5 0-16,1 1 0 0,0 0 6096 0,3 1 1168 15,1 1 224-15,2 0 64 0,0-2-5056 0,2 3-1024 16,-1-1-192-16,2-1-32 0,2 2-800 0,3-2-144 16,1 2-48-16,1-1 0 0,2 1-256 0,1 0 128 15,2 1-128-15,-1 0 0 0,-1 1 0 0,0 2 0 16,0-1 0-16,-1 2 0 0,-1 1 0 0,-2 2 0 15,-3 1 0-15,-2 1 0 0,-4 0 0 0,-1 2 0 16,-2 0 0-16,-2 2-144 0,-4 3 144 0,-1-2-128 0,-5 3 128 16,0 1-128-16,-3 2 128 0,-5 1 0 0,-1 0 0 15,-5 1 0-15,-2 0 0 0,-3-1 0 16,-1-2 0-16,-4 2-128 0,0 2-48 0,0-4 0 16,-2 1 0-16,2-3 0 15,1 1-912-15,2 0-176 0,2-4-32 0,3 2-16 16,3-3-2080-16,4-1-400 0</inkml:trace>
  <inkml:trace contextRef="#ctx0" brushRef="#br0" timeOffset="8151.31">15257 9961 52063 0,'0'0'2304'0,"0"0"480"0,0 0-2224 0,0 8-560 0,2 0 0 0,-1 2 0 15,0-1 992-15,1 3 96 0,-2 1 0 0,1 3 16 16,-1-2-368-16,1 4-80 0,1 4-16 0,-2 1 0 0,-2 0-400 0,1-1-96 15,1 2-16-15,0-5 0 0,-1 1-128 0,-1-2 0 16,1-1 0-16,0-1 0 0,-1-2 0 0,1-2-144 16,0-2 144-16,1-1-208 15,1-2-784-15,-1-7-160 0,0 0-16 0,0 0-16 16,0 0-1568-16,8 0-320 0,0-4-64 0,1-4-16 0</inkml:trace>
  <inkml:trace contextRef="#ctx0" brushRef="#br0" timeOffset="8335.95">15703 9835 46367 0,'0'0'2048'0,"0"0"432"0,4-7-1984 0,1 0-496 15,2 2 0-15,-1 0 0 0,0 1 1696 0,0 2 240 16,1-5 48-16,1 4 16 0,-1 2-864 0,2 0-176 16,2 0-48-16,-1-3 0 0,-1 0-656 0,1 1-128 15,0 0-128-15,0 2 192 0,1-1-192 0,-1 0 0 0,1 0 0 0,-3 0 0 31,1 4-960-31,0-1-128 0,-9-1-32 0,9-1 0 16,-9 1-1840-16,8 0-368 0</inkml:trace>
  <inkml:trace contextRef="#ctx0" brushRef="#br0" timeOffset="8503.93">15766 9924 34095 0,'0'0'3024'0,"0"0"-2416"0,0 0-480 0,0 0-128 15,0 0 3040-15,0 0 592 0,9 0 112 0,1-2 32 0,1-2-2496 16,1 0-480-16,3-1-96 0,2 0-32 16,3-2-304-16,1 2-64 0,1 0-16 0,0-2 0 15,1-1-1568-15,3 1-320 0,2-3-64 16,-1 0-19392-16</inkml:trace>
  <inkml:trace contextRef="#ctx0" brushRef="#br0" timeOffset="8770.04">16509 9539 35935 0,'0'0'3200'0,"0"0"-2560"16,0 0-512-16,0 0-128 0,0 7 3760 0,0 3 720 16,-1 0 160-16,-1 0 32 0,1 5-2688 0,-2 3-512 0,1-1-128 0,-1 2 0 15,1 2-768-15,-1 2-128 16,0-4-48-16,1 2 0 0,1 0-288 0,-2-2-112 15,0 1 0-15,2-1 0 0,-2 1 0 0,1 0 0 16,-1-1 0-16,2-1 0 0,0 1 0 0,-1-2 0 0,0-2 0 0,0 1 0 16,0-3-352-16,0-1-16 0,2-2 0 0,-1-1 0 31,1-1-784-31,0-8-176 0,0 0-16 0,0 0-16 16,7 4-2752-16,-7-4-560 0</inkml:trace>
  <inkml:trace contextRef="#ctx0" brushRef="#br0" timeOffset="9618.49">17110 10070 39039 0,'0'0'1728'0,"0"0"368"0,0 0-1680 0,0 0-416 0,0 0 0 0,0 0 0 16,7 3 2592-16,-7-3 432 0,0 0 96 0,0 0 16 15,0 0-1120-15,6-5-224 0,-1 1-32 0,-1-1-16 0,-1 0-1008 0,-2-1-208 16,0 1-32-16,1-4-16 0,-1 0-240 0,-1 0-48 16,0-2-16-16,0 0 0 0,0-4-128 0,0 0-48 15,0-5 0-15,-1 0 0 0,1 0 0 0,0-3 0 16,0-1 0-16,1-2 0 0,0-4 0 0,2 0 0 16,-2-2 0-16,3 0 0 0,-1-3 0 0,2 2 0 15,-1-1 0-15,1 5-160 0,2 6 160 0,-2 2 0 16,-1 3 0-16,0 5-128 0,0 5 128 0,-1 1 0 15,-3 7 0-15,0 0 0 0,0 0 0 0,7 8 0 16,-1 7 0-16,0 2 0 0,-1 5 0 0,0 2 0 16,0 1 0-16,2 3 128 0,-2 0-128 0,2 1 0 15,-1-6 0-15,2 0 0 0,1-3 0 0,1 0 0 0,2-3 0 16,-1-1-128-16,-1-5 128 0,0-2 0 16,1-1 0-16,1-2-128 0,1-3 0 0,2 0 0 15,0-7 0-15,-2 2 0 0,0-5 128 0,0-3-192 16,0-1 192-16,0-1-192 0,0 1 192 0,1-4-160 15,-1 1 160-15,-1-7-160 0,-2-1 160 0,0-5 0 16,1 1 0-16,0-1 0 0,-1-1 0 0,-1 2-240 16,0 4 64-16,-1 2 16 0,-1 0 160 0,-2 5 0 0,-1 3 0 15,0 3 0-15,-2 2 0 0,-2 7 0 0,0 0 128 16,0 0-128-16,0 0 192 0,2 10-16 0,-4 1-16 0,2 4 0 16,0 2-32-16,-1 2 0 0,-2 3 0 0,1 2 0 15,-1 3-128-15,1 0 128 0,-2 1-128 0,1-1 128 16,1 1-128-16,0-1 0 0,1-2 0 0,2 0 0 0,-2-6 0 15,1 1 0-15,1 1 0 0,1-5 0 16,0 0-432 0,1-2-64-16,-1-2-16 0,2-1 0 0,0-4-960 0,-4-7-192 15,0 0-32-15,7 4-14032 0,-7-4-2800 0</inkml:trace>
  <inkml:trace contextRef="#ctx0" brushRef="#br0" timeOffset="9877.36">17805 9502 5519 0,'0'0'240'0,"0"0"64"0,0 0-304 0,0 0 0 16,0 0 0-16,0 0 0 0,0 0 10288 0,0 0 2000 15,0 0 384-15,0 0 96 0,4 9-8976 0,-3 3-1792 16,0 2-352-16,2 2-80 0,0 1-848 0,1 4-160 0,-2 1-48 0,1 4 0 16,-1 0-368-16,1 1-144 0,-2-1 0 0,1 1 0 15,-2-3 0-15,0 0 0 0,1-2 0 0,-1-1 0 16,0 1 0-16,0-2 0 15,-1-2 0-15,1 0 0 0,-2-5 0 0,2 0 0 0,0-2 0 0,0-2 0 32,0-3-432-32,0-6-80 0,0 0 0 0,0 0-16 15,0 0-976-15,0 0-192 0,0 0-32 0,2-9-16 16,0-4-2160-16,-1-4-416 0</inkml:trace>
  <inkml:trace contextRef="#ctx0" brushRef="#br0" timeOffset="10190.9">17847 9410 16575 0,'0'0'1472'0,"0"0"-1168"0,0 0-304 0,0 0 0 0,-2-6 6752 0,2 6 1296 0,0 0 256 0,0 0 48 0,-2-6-5216 0,2 6-1056 16,0 0-208-16,0 0-32 0,0 0-688 0,7-2-144 15,1 1-32-15,3 1 0 0,3 0-528 0,2 1-96 16,1 3-32-16,1-2 0 0,0 0-128 0,2 1-48 16,-1 1 0-16,2 0 0 0,0 0-144 0,0 1 0 15,-2 0 0-15,1 0 128 0,-3 1-128 0,0-1 0 16,-1 0 0-16,-3 0 0 0,-2 2 0 0,0-1 0 15,-3 2 0-15,-2 0 0 0,-1-2 0 0,-5-6 0 16,3 9 0-16,-2 2 0 0,-2-1 0 0,-2 2 0 16,-3-3 144-16,-2 3-144 0,-1-3 0 0,-3 1 0 15,-2 1 0-15,-3-3-128 0,-3 3 128 0,-1-3-192 16,-1 0 192-16,-3 0-192 16,-1 0-480-16,0 0-96 0,2-1-32 0,-1 1 0 15,1 1-928-15,3 0-192 0,3 1-48 0,1-1 0 16,0 0-2272-16,4 0-464 0</inkml:trace>
  <inkml:trace contextRef="#ctx0" brushRef="#br0" timeOffset="10630.44">18359 9777 47807 0,'0'0'2112'0,"0"0"448"0,6-4-2048 0,1-1-512 0,-2 0 0 0,-5 5 0 16,0 0 1376-16,0 0 176 0,0 0 48 0,0 0 0 15,0 0-448-15,-5-1-64 0,-2-2-32 0,-2 3 0 0,-2 0-656 16,-4 3-128-16,-2 3-16 0,0 1-16 16,-1 0-240-16,-7 4 176 0,1 1-176 0,0 1 160 0,2 1-160 0,4 2 0 15,3-6 0-15,1 3 128 0,1 0-128 16,1 1 0-16,2-1 0 0,2 0 0 0,0 2-192 0,3-3 16 16,2-2 16-16,1 2 0 0,2-2-144 0,2 1-16 15,2-5-16-15,1-2 0 16,3-1-128-16,3-2-32 0,-1-1 0 0,1 0 0 15,0-3-16-15,2 1 0 0,2-4 0 0,2 0 0 0,0-2 192 0,0-1 48 16,-1-1 0-16,0-2 0 0,0-2 272 0,-3 2 0 16,0 0 0-16,0-1 0 0,0 3 0 0,-4 0 224 15,0 4-32-15,-2-1-16 0,-2 4 304 0,0-3 64 16,2 5 16-16,-7 1 0 0,0 0 80 0,0 0 32 0,7 0 0 16,-7 0 0-16,7 7-272 0,1-1-48 15,0 1-16-15,-1 0 0 0,-1 4-144 0,-1 1-16 16,-1-2-16-16,0 2 0 0,0-1-112 0,0 1-48 0,-1 0 0 0,1-2 0 15,0 2 0-15,0-4 0 0,-1 0 0 0,-1 0 0 16,4 1 0-16,-2-2 0 16,-4-7 0-16,3 10 0 15,-3-10-608-15,2 6-112 0,-2-6-32 0,0 0 0 16,0 0-2256-16,0 0-464 0</inkml:trace>
  <inkml:trace contextRef="#ctx0" brushRef="#br0" timeOffset="13361.48">14762 11203 23951 0,'0'0'2128'0,"-3"7"-1696"15,-1 2-432-15,2 3 0 0,1 3 5120 0,-1 2 960 0,2 0 176 0,0 3 32 16,2 1-4112-16,-2 2-816 0,-2 3-160 0,1 3-48 16,1 1-272-16,1 1-64 0,-1 1-16 0,0-1 0 15,2 0-592-15,-2-2-208 0,-2-2 144 0,2 1-144 16,0-2 0-16,0-2 0 0,3 1 0 0,-2-5 0 31,0-3-528-31,1-3-144 0,-1-4-32 0,0 0 0 16,-1-10-1408-16,0 0-272 0,0 0-64 0,0 0-17904 0</inkml:trace>
  <inkml:trace contextRef="#ctx0" brushRef="#br0" timeOffset="13609.79">14343 11253 46879 0,'0'0'2080'0,"0"0"416"0,0 0-1984 15,0 0-512-15,0 0 0 0,0 0 0 0,0 0 1088 0,0 0 128 16,0 0 32-16,11 6 0 0,2 1-96 0,4-3 0 16,1-1-16-16,4-3 0 0,3 3-704 0,2-3-144 15,2-2-32-15,2-1 0 0,-1-1 112 0,3 0 16 16,1-2 0-16,2-2 0 0,2 0-256 0,0-1-128 15,0 0 128-15,0 0-128 16,-1 1-352-16,0 2-144 0,-1-1-16 0,0 3-16 16,-1 0-1520-16,-1 3-320 0,-6 2-48 0,-3 3-20080 0</inkml:trace>
  <inkml:trace contextRef="#ctx0" brushRef="#br0" timeOffset="13967.54">14933 11842 45503 0,'0'0'2016'16,"0"0"416"-16,0 0-1952 0,8 4-480 0,-1-4 0 0,3 1 0 15,-1-1 1664-15,0 2 224 0,0-1 48 0,1-1 16 16,3-1-736-16,2-2-128 0,0-1-48 0,1 3 0 16,2 0-720-16,-2-3-160 0,0 1-32 0,-2 3 0 15,-1 0-128-15,0 0 0 0,-1 0 0 0,-2 0 128 0,-2 1-128 0,0 1 0 16,-8-2 0-16,6 4 128 0,-2 2 0 0,0 3-128 15,-4 0 192-15,-1 3-64 0,-3-1 0 0,-1 3 0 16,-3 2 0-16,1 1 0 0,-2 2-128 0,0-1 160 16,-1 1-160-16,-1 0 160 0,2 1-160 0,-1-3 128 15,-1 2-128-15,2-3 128 0,3 1-128 0,0-3 0 16,1-3 0-16,3-1 0 0,0-1 0 0,4 0 0 16,-1-2 0-16,1-1 0 0,-2-6 0 0,8 4 0 15,3-1 0-15,0-2 0 0,4-2 0 0,-1-2-224 16,2-2 80-16,1 0 16 15,1-6-432-15,3 0-80 0,2-2 0 0,2-2-16 16,0-3-1264-16,1 0-256 0,0-3-64 0,0 0-20160 0</inkml:trace>
  <inkml:trace contextRef="#ctx0" brushRef="#br0" timeOffset="14196.88">15750 11525 50447 0,'0'0'2240'0,"0"0"448"0,0 0-2144 0,0 0-544 0,0 0 0 0,0 0 0 16,0 0 1200-16,0 0 128 0,0 0 16 0,0 0 16 15,9 0-496-15,2 0-96 0,2-1-32 0,0 0 0 16,0 0-544-16,1-2-192 0,2 0 0 0,0 2 144 16,-1-3-144-16,1 1 0 0,-1 1 0 0,1-2 0 15,-2 1-960-15,-1 1-64 0,-1-1 0 0,-1 2-16 16,-4 0-1568-16,-7 1-304 0,0 0-64 0,0 0-18144 15</inkml:trace>
  <inkml:trace contextRef="#ctx0" brushRef="#br0" timeOffset="14363.21">15776 11669 17503 0,'0'0'1552'16,"0"0"-1232"-16,0 0-320 0,0 0 0 0,0 0 5008 0,9 2 944 15,2 1 192-15,-1-3 48 0,1-3-3648 16,2 2-736-16,1-1-144 0,2-1-16 0,1-1-1040 0,0-1-208 15,0 0-32-15,2-2-16 0,1 1-352 0,1-1 0 16,2 2-160-16,0 0 160 16,1-2-1696-16,-1 1-224 0,1-1-64 0,-1-2-16736 0</inkml:trace>
  <inkml:trace contextRef="#ctx0" brushRef="#br0" timeOffset="14772.27">16817 11224 43135 0,'0'0'1920'0,"0"0"384"0,0 0-1856 0,0 0-448 0,0 0 0 0,0 0 0 15,0 0 1904-15,0 0 272 0,0 0 64 0,-7 2 16 16,7-2-720-16,0 0-160 0,-8 4-32 0,2 1 0 0,-1 1-768 15,1 2-144-15,-2 0-48 0,-1 1 0 0,0 1-128 0,-2 3-16 16,0 1-16-16,-1 0 0 0,-1 1-96 0,0-1-128 16,0 2 176-16,1-1-176 0,-1 0 144 0,0 0-144 15,0-1 0-15,0 0 144 0,1 2-144 0,2-2 0 16,-1 0 0-16,3-1 0 0,1-3 0 0,1 0 0 16,1 0 0-16,1-1 0 0,3-3 0 0,0 1 0 15,1 1 0-15,0-8 0 0,0 0 0 0,5 3 0 16,1 3 0-16,2-2 0 0,3-3 0 0,0 0 0 15,1-1 0-15,2-1 0 0,2 0-160 0,2-3 160 16,2 1 0-16,-1 0-144 0,1 1 144 0,0-3-192 16,-1-1 192-16,1 1-192 0,-2 0 192 0,1-2 0 15,1 1 0-15,0-1 0 16,-1 1-1424-16,-2-1-256 0,-1 0-48 0,-2 0-16 16,-1 1-1584-16,-2-4-320 0,-2 3-64 0</inkml:trace>
  <inkml:trace contextRef="#ctx0" brushRef="#br0" timeOffset="15002.99">16844 11259 32255 0,'0'0'2864'0,"-1"10"-2288"0,-2-3-576 0,3 3 0 0,1 0 3728 0,-1 2 640 0,-1 1 128 0,1 0 32 15,3 0-2080-15,-2 2-400 0,-1 4-96 0,1 0-16 16,1 2-976-16,-1 1-192 0,0 2-32 0,2 2-16 15,-3-3-480-15,1 1-112 0,0 1 0 0,1-3-128 16,0 0 0-16,1 0 0 0,1-1 0 0,1-2 0 16,0-2-576-16,1-2-160 0,0-1-32 0,1-6-16 15,0-2-2000-15,1-3-400 0,1-4-80 0,2-6 0 0</inkml:trace>
  <inkml:trace contextRef="#ctx0" brushRef="#br0" timeOffset="15329.69">17244 11296 47343 0,'0'0'2096'0,"0"0"432"0,-6 3-2016 0,-1-1-512 16,2 0 0-16,-1 3 0 0,-2 4 1632 0,1 0 224 15,-1 1 64-15,-1 2 0 0,-1 2-720 0,-1 2-144 0,1 1-32 0,-1 1 0 16,2-1-656-16,2 3-144 0,-1-1-32 0,3 1 0 16,2-1-192-16,0 1 0 15,2-2 0-15,1 1 0 0,3-5 0 0,1 2 0 0,2-3 0 0,2-3 0 16,1 0-208-16,3 0 16 0,-1-4 0 0,2 1 0 31,1-5-192-31,0 1-48 0,0-2 0 0,1-1 0 16,-1-1-96-16,0-3-32 0,-2 0 0 0,-2 0 0 15,0-2 64-15,-3-4 16 0,1-1 0 0,-1-2 0 16,-1 0 32-16,-1-3 16 0,-1-1 0 0,0-1 0 16,0-3-208-16,0 0-32 0,-1-1-16 0,-2 1 0 0,-2 1-800 15,-2 2-176-15,-2 1-16 0,-3 2-16 0,-1 0 432 16,-2 4 96-16,0 1 16 0,-1 3 0 0,0-1-1040 15,1 4-208-15,0 1-32 0,1 3-12128 0</inkml:trace>
  <inkml:trace contextRef="#ctx0" brushRef="#br0" timeOffset="15646.93">17521 11373 12895 0,'13'-4'576'0,"-13"4"112"0,6-3-560 0,1 3-128 15,-1 0 0-15,-6 0 0 0,0 0 7408 0,0 0 1440 16,0 0 304-16,0 0 48 0,0 0-5824 0,2 7-1168 15,-4-1-224-15,0 6-64 0,-4 3-576 0,0-2-128 16,-5 3-32-16,0 0 0 0,-1 2-816 0,2 5-176 16,0-5-16-16,1 0-16 0,2-1-32 0,1 0 0 15,2 0 0-15,4-1 0 0,0-2-128 0,3-1 192 16,0-1-192-16,2-2 192 0,3-2-448 0,3 0-64 16,2-3-32-16,3-1 0 15,1-3-448-15,1-1-96 0,1-1 0 0,0 0-16 16,-1-5 224-16,2 0 48 0,-1-2 16 0,0 1 0 15,-2 1-272-15,-3-3-64 0,-4-2-16 0,0 0 0 16,-4-1 416-16,-2-1 96 0,-1 0 16 0,-3 0 0 0,-2 0 320 16,0 1 128-16,-2-4 0 0,-1 2-144 0,-2-2 144 0,-1 2 0 0,-1 0 0 15,0 2 0 1,1-4-448-16,0 5-128 0,-3 2 0 0,1-2-16 16,3 2-1808-16,0 0-352 0,1-2-80 0</inkml:trace>
  <inkml:trace contextRef="#ctx0" brushRef="#br0" timeOffset="15899.87">17986 11110 11055 0,'0'0'976'0,"0"0"-784"16,0 0-192-16,0 0 0 0,9 3 8960 0,0 3 1760 15,2-1 352-15,-2 1 64 0,0 4-7696 0,-1 0-1536 16,0 3-304-16,-3 1-64 0,3 6-880 0,-2 1-160 15,-1 1-48-15,2 1 0 0,-2 1-272 0,0 1-176 16,1-1 192-16,-2 2-192 0,1-2 128 0,-1-1-128 16,-2 0 0-16,1-1 0 0,-1-1 0 0,2-1 0 15,0 0-128-15,-1-7 128 16,-1-1-1088-16,4 0-112 0,-2-5-16 0,-4-7-16 16,0 0-2640-16,0 0-528 0</inkml:trace>
  <inkml:trace contextRef="#ctx0" brushRef="#br0" timeOffset="16198.31">18471 11160 35007 0,'0'0'3120'0,"0"0"-2496"16,0 0-496-16,0 0-128 0,0 0 3600 0,-8 0 704 0,2 3 144 0,-2 1 32 16,-1-3-2384-16,0 4-480 0,0 2-80 0,-1 2-32 15,1 2-848-15,-4 2-160 0,-1 2-48 0,-3 3 0 16,0-1-192-16,0 3-64 0,-1-3 0 0,1 2 0 15,3-2-192-15,-2 3 0 0,0 0 128 0,3-5-64 16,1 2-64-16,2-1 0 0,0-2 0 0,2 0 0 0,4-2 0 0,0 0 0 16,1-2 0-16,3 1 0 0,2-2 0 0,2 1 0 15,1-2 0-15,3-1 0 0,-2-2 0 0,3 0 0 16,3-1 0-16,2-1 0 0,1 1 0 16,2-4 0-16,2 1 0 0,2-1 0 0,0-1 0 0,1-2 0 15,0 0 0-15,0 1 0 0,1-2-176 0,-1 0-16 16,1 0-16-16,-1 1 0 15,-2 2-2544-15,-2-3-496 0</inkml:trace>
  <inkml:trace contextRef="#ctx0" brushRef="#br0" timeOffset="16982.43">14551 12879 34607 0,'0'0'1536'0,"0"0"320"0,2-6-1488 0,1 0-368 0,0-1 0 0,-3 7 0 15,0 0 2688-15,0 0 448 0,0 0 112 0,0 0 16 16,0 0-896-16,0 0-160 16,6 7-32-16,-1 3-16 0,1 3-1072 0,-1 2-192 0,-1 3-64 0,0 4 0 15,-2 4-320-15,2 4-80 0,1 4-16 0,-1 3 0 16,-1-1-256-16,2 5-160 0,0-1 192 0,0 2-48 16,2-1-144-16,0 0 0 0,-1-2 0 15,3-3 0-15,3-3 0 0,-2-3 0 0,-2-1 0 0,3-5 0 16,-2 1 0-16,0-4 0 0,0-1 0 0,-1-5 0 15,-2-3 0-15,1-2 0 0,-1-2 0 0,1-2 0 16,1-4 0-16,-8-2 0 0,8-2 0 0,-2-2 0 16,1-3 0-16,-1-2 0 0,1-1 0 0,-1-5 0 15,-1-3 0-15,2-3 0 0,-2-1 0 0,0-3 0 0,2-4 0 16,1-3 0-16,-1-5 0 0,1 0 0 0,0-6 0 16,0 0 0-16,2-2 0 0,1 1 0 0,-1 0 0 15,2 3 0-15,-3 3 0 0,1 2 0 0,2-1-224 0,-1 3-32 16,-2 2-16-16,0 4 0 15,-1 1-608-15,0 5-112 0,-2 5-32 0,-1 1 0 16,-2 5-816-16,1 5-160 0,-4 6-48 16,0 0 0-16,-2 9-1232 0,-1 5-256 0,-5 1-48 15</inkml:trace>
  <inkml:trace contextRef="#ctx0" brushRef="#br0" timeOffset="17322.95">14520 13172 41631 0,'-17'-3'1856'0,"17"3"368"0,-7-1-1776 0,1 0-448 0,6 1 0 0,0 0 0 15,0 0 2064-15,0 0 336 0,0 0 64 0,0 0 16 16,0 0-752-16,0 0-160 0,9-4-32 0,2 0 0 15,4 0-848-15,-1 0-176 0,2 0-48 0,1-1 0 16,0 0-96-16,1 1-32 0,0 0 0 0,3-2 0 16,2 0-240-16,1 2-96 0,1 0 0 0,-1 1 0 15,3-1 0-15,0 1 0 0,0-2 0 0,2 4 0 0,0-3 0 16,-1 1 0-16,0 0 0 0,0 2 0 0,1 0 0 16,-2-1 0-16,-2 2 0 0,-1 0 0 15,-3 0-448-15,-2 0-64 16,-1 0-32-16,-2 0 0 0,-2 0-1104 0,-2 0-208 0,-2 2-64 15,0 3-13824-15,-3-4-2752 0</inkml:trace>
  <inkml:trace contextRef="#ctx0" brushRef="#br0" timeOffset="18033.04">15487 13202 39279 0,'0'0'1728'0,"0"0"384"0,0 0-1696 0,0 0-416 0,0 0 0 0,0 0 0 16,0 0 2224-16,0 0 352 0,0 0 80 0,0 0 16 15,6 0-816-15,2 0-176 0,3 1-16 0,-1-1-16 16,2-1-976-16,1 1-192 0,0-3-32 0,3 1-16 16,-1-2-224-16,2 1-32 0,1-1-16 0,1 0 0 15,0 1-160-15,-1 0 0 0,1-1 0 0,-2-1 0 16,0 1-800-16,0 1-96 0,-1 2 0 16,-1 1-16-16,-3-3-1696 0,-3 2-336 0,-2 1-64 0</inkml:trace>
  <inkml:trace contextRef="#ctx0" brushRef="#br0" timeOffset="18263.22">15469 13343 24879 0,'0'0'2208'0,"0"0"-1760"16,0 0-448-16,0 0 0 0,0 0 4864 0,0 0 880 16,5 8 176-16,3-2 32 0,1-1-3584 0,3 1-736 15,1-2-144-15,2-2-16 0,2-2-384 0,5 0-64 16,0-2 0-16,1-1-16 0,-1-1-528 0,1 0-96 0,1-1-32 15,-1 0 0-15,-1-1-224 0,-1 3-128 16,0-3 160-16,-1 2-160 0,-3 0 0 0,0 1-208 16,-3-1 16-16,-1 1 0 15,-1 0-1376-15,-3 1-272 0,-1-1-48 0,-8 3-16 16,6-2-2544-16,-6 2-512 0</inkml:trace>
  <inkml:trace contextRef="#ctx0" brushRef="#br0" timeOffset="21616.86">16450 12976 38527 0,'0'0'1712'0,"0"0"336"0,0 0-1632 0,0 0-416 0,0 0 0 0,0 0 0 16,0 0 1792-16,-5-3 256 0,-1 0 64 0,-1 3 16 15,-1 3-80-15,0 2 0 0,-1 1-16 0,0 6 0 16,-3 2-1088-16,-1 5-224 0,0 4-32 0,-1 4-16 16,-2 1-176-16,2 3-48 0,-2 3 0 0,3 0 0 15,-1 0-192-15,2 1-32 0,3-1-16 0,3 0 0 16,2-5-208-16,2-3 128 0,4-3-128 0,2-2 0 15,1-2 0-15,4-2 0 0,1-4 0 0,6-1 0 16,1-4 0-16,3-3-208 0,-1-3 64 0,3-4 16 16,2 0-112-16,0-4-16 0,1-1 0 0,-1-3 0 15,-2 0-16-15,0-3-16 0,-1-1 0 0,-3-6 0 0,2-1 32 16,-3-1 16-16,-3 0 0 0,-2-2 0 0,-4-2 240 16,-2 2-192-16,-1-4 192 0,-1 2-192 0,-2 0 192 0,-4-3 0 15,-2 2 0-15,-1 1 0 0,-1 1 0 0,-4 3 0 16,-1-1 0-16,-2 3 0 0,0 0 0 0,-2 5-224 15,0-1 64-15,-1 7 16 0,-1 0-192 0,0 5-48 16,0 0 0-16,0 3 0 16,2 2-1552-16,0 3-320 0,2 2-64 0,3 2-11952 15,2 4-2368-15</inkml:trace>
  <inkml:trace contextRef="#ctx0" brushRef="#br0" timeOffset="21832.17">16858 13352 48607 0,'0'0'2160'0,"0"0"432"0,0 0-2080 0,0 0-512 0,0 0 0 16,-2 6 0-16,-1 1 1024 0,2 2 80 0,1-9 32 0,-3 5 0 15,2 1-464-15,1-6-96 0,0 0 0 0,0 0-16 16,1 6-1472-1,-1-6-304-15,5 3-48 0,3 1-16 0,-1-4-2688 0,1-3-528 0</inkml:trace>
  <inkml:trace contextRef="#ctx0" brushRef="#br0" timeOffset="22072.13">17206 12986 33167 0,'0'0'2944'0,"0"0"-2352"0,0 0-464 0,0 0-128 0,0 0 3520 0,0 0 704 15,0 0 128-15,0 0 16 0,0 0-2128 0,0 0-416 16,0 0-96-16,0 9 0 0,0 4-880 0,-1 2-160 16,0 2-48-16,-2 4 0 0,1 4-352 0,-2 2-80 15,0 3-16-15,0 0 0 0,0 0-192 0,1 2 176 16,1-1-176-16,0-1 160 0,0-1-160 0,2-2 0 16,1 0 0-16,0-2 0 15,1-4-512-15,-1-3-192 0,0-1-48 0,2-2 0 16,1-4-864-16,2 0-176 0,2-7-48 0,3-3 0 15,4-4-2288-15,1-2-464 0</inkml:trace>
  <inkml:trace contextRef="#ctx0" brushRef="#br0" timeOffset="22454.4">17592 13068 17503 0,'0'0'1552'0,"3"-5"-1232"0,-2-2-320 0,-1 0 0 16,0 7 5632-16,-1-6 1056 0,1 6 224 0,-1-7 32 15,-3 2-3392-15,-1 3-672 0,5 2-144 0,-8-2-32 16,0 1-1312-16,0 1-272 0,0 1-48 0,0 5-16 15,1-1-576-15,-1 0-112 0,0 1-32 0,0 2 0 16,0 0-176-16,0 3-32 0,1-1-128 0,0 3 192 16,1-1-192-16,0 0 0 0,1-3 128 0,3 1-128 15,-2 2 0-15,2 0 0 0,2-2 0 0,0 0 0 0,2 0 128 0,0-1-128 16,2-2 0-16,1 1 0 0,2 0 0 0,2 0 0 16,0-2 0-16,2 1 0 0,0-1 0 0,4 1 0 15,0-2 0-15,2 3 0 0,2-1 0 0,0-1 0 16,2 1 0-16,1 0 0 0,2 1 0 0,-1 1 0 15,1 0 0-15,-2 1 0 0,0 0 0 0,-3 0 0 16,-2 1 0-16,-1-1 0 0,-3 1 0 0,-3-1 0 16,0 1 0-16,-4-1 0 0,-3-2 0 0,-2 1 0 15,-2 0 0-15,-3-1 0 0,-3 0 0 0,-1 1 0 16,-5 0 0-16,0 0 0 0,-2-4 0 0,-1 1 0 16,-2-3 0-16,-2 1 0 0,1 2 0 0,-2-6 0 15,0 0 0-15,0 0 0 16,-1-4-864-16,0-2-64 0,2-1-16 0,1 0 0 15,-1-3-1296-15,2 1-272 0,2-6-48 0,2 0-19040 0</inkml:trace>
  <inkml:trace contextRef="#ctx0" brushRef="#br0" timeOffset="22633.41">17592 13073 11055 0,'0'0'976'0,"0"0"-784"15,0 0-192-15,11-3 0 0,-1 1 8032 0,3-1 1568 0,-1-1 304 16,2 2 64-16,2-1-6448 0,0 3-1280 0,-1-5-256 0,2 3-48 15,3 0-992-15,-1-2-208 0,2 0-32 0,0 0-16 16,0 0-528-16,2 2-160 0,0-1 0 0,-1 2 0 16,1-1-816-16,-1 4-272 0,-1-1-48 0,-1 3-16 15,-2 1-2880-15,-1 3-576 0</inkml:trace>
  <inkml:trace contextRef="#ctx0" brushRef="#br0" timeOffset="23267.66">18291 13259 24879 0,'0'0'2208'0,"0"0"-1760"16,0 0-448-16,1 8 0 0,1 0 5120 0,-1 0 928 16,-1 4 192-16,1-2 32 0,1 3-3344 0,0 1-688 15,1 1-128-15,-1 0-16 0,0 1-1088 0,-1 1-224 16,-1 0-32-16,0 0-16 0,1-1-416 0,-1-1-64 15,0 2-32-15,2-4 0 0,-2-1-224 0,1 0 144 0,-1-2-144 0,0-1 128 16,0 0-128-16,-1 0 0 16,-1-1 0-16,2-8 0 0,0 0 0 0,0 0 0 0,0 0 128 0,0 0-128 15,0 0 0-15,0 0 0 0,0 0 0 16,0 0 0-16,0 0 0 0,0 0 0 0,2-9 0 0,0-1 0 16,4-2 0-16,1-1 0 0,1-5 0 0,1-1 0 15,2 1-160-15,-1-1 160 0,2-2 0 0,0 0-144 16,-1 0 144-16,2 1-128 0,0 1 128 0,0 2-128 15,-1 3 128-15,-1 2 0 0,-1 4 0 0,-1 2 0 16,0 2 0-16,-1 4 0 0,-8 0 0 0,7 6 0 16,-2 2 0-16,-1 2 0 0,0 3 160 0,-2 3-160 15,-2 2 192-15,0 2-48 0,2-1-16 0,-2 1 0 16,1-2-80-16,0-1-48 0,-1-2 0 0,2-1 0 0,-1 2 0 16,0-2 0-16,2-2 0 0,-1-2 0 0,1-1 0 15,2-1 0-15,-1-3 0 0,0-1 0 0,-4-4 0 0,0 0 0 16,0 0 0-16,8 0 0 0,-2-4 0 0,1-1 0 15,-1-3 0-15,1 2 0 0,-1-1 0 0,1-5 0 16,1 1 0-16,0-2 0 0,-1-3 0 0,3-1 0 16,-3-3 0-16,4 0 0 0,2-3-176 0,0 0 176 15,1 0-160-15,1 0 160 0,0 3-176 0,0 0 176 16,-2 3-192-16,0 3 192 0,-2 5-144 0,1-1 144 16,-2 4 0-16,0 2-144 0,-3 1 144 0,0 2 0 15,-7 1 0-15,6 3 0 0,0 3 0 0,-2 5 0 16,-2 3 0-16,0 3 128 0,-4 1-128 0,1 2 128 15,-4 2-128-15,2 1 128 0,0 0-128 0,1 0 0 16,-1 0 0-16,1 0 0 0,-1-4 0 0,2-2 0 0,1-1 0 0,1 1 0 31,0 0-816-31,1-4-128 0,-1-3-16 0,2 1-16 16,0-2-1520-16,-3-9-288 0,0 0-64 0,8 2-18688 0</inkml:trace>
  <inkml:trace contextRef="#ctx0" brushRef="#br0" timeOffset="23834.2">19209 12814 46127 0,'0'0'2048'0,"1"-8"416"0,2 0-1968 0,1 0-496 0,0 0 0 0,1 0 0 0,0 2 1392 0,2-3 176 15,0 2 32-15,3 1 16 0,0-2-400 0,2 1-64 16,-1 1-32-16,3 2 0 15,0-1-704-15,0 0-144 0,1 2-16 0,2-2-16 0,-1 3-80 0,1 0-16 16,0 2 0-16,-1 0 0 0,0 2-144 0,-2 0 160 16,-1-1-160-16,0 3 160 0,0-1-160 0,0 0 192 15,-2 1-192-15,-4 0 192 0,3 0-192 0,-3 1 0 16,1 2 0-16,-1-3 128 0,-7-4-128 0,4 8 0 16,-1-2 0-16,-1 2 0 0,-2-8 0 0,-2 10 0 15,1-3 0-15,-1 2 0 0,-4 0 0 0,1 0 0 16,0 0 0-16,-2-1 0 0,0 1 0 0,-1 1 0 0,1-3 0 15,1 2 0-15,-1-3 0 0,1 0 0 0,0 1 0 0,1-1 0 16,5-6 0-16,-5 5 0 16,0-1 0-16,5-4 0 0,-3 9 0 0,3-9 0 0,0 0 0 0,-1 6 0 15,1 3 0-15,1 0 0 16,1-3 0-16,0 1 0 0,-2-7 0 0,5 6 0 0,2 1 0 0,-1-2 0 16,1 0 0-16,1-2 0 0,1 2 0 0,0 0 0 15,0-1 0-15,2 0 0 0,-1 2 0 16,0-1 0-16,1 0 0 0,-2 1 0 0,-1 1 0 15,0 0 0-15,-1-1 0 0,0-1 0 0,-2 0 0 0,-5-5 0 16,4 7 0-16,-4-7 0 0,0 0 0 0,1 8 0 16,-1 0 0-16,-1-1 0 0,-3-1 0 0,-2-1 0 15,-2 1 128-15,-1 0-128 0,-3-1 0 0,-1 0 128 16,0-1-128-16,0 0 128 0,1-2-128 0,-2 1 128 16,-2-2-128-16,0 1 0 0,0-2 0 0,-3 1 0 0,0-4 0 15,-1 2 0-15,1-2 0 0,-1 1-176 16,2-1-848-16,-3 1-192 0,1-1-16 15,2 0-15312-15,2 1-3056 0</inkml:trace>
  <inkml:trace contextRef="#ctx0" brushRef="#br0" timeOffset="30701.35">14261 14873 33167 0,'0'0'2944'0,"0"0"-2352"0,0 0-464 0,0 0-128 16,0 0 2816-16,0 0 560 0,0 0 96 0,7-2 32 15,-1-2-2608-15,4 0-512 0,1 0-96 0,4 1-32 16,0 1 464-16,3 1 96 0,2-3 16 0,2 1 0 16,0 0-512-16,2 2-112 0,1-2-16 0,1 1 0 0,0-2-192 0,0 1 0 15,-1-1 0-15,-1 1 0 16,0-1-512-16,1 1-208 0,1-2-48 0,-2 0 0 15,0 1-1856-15,-2 0-384 0,-2-1-80 0</inkml:trace>
  <inkml:trace contextRef="#ctx0" brushRef="#br0" timeOffset="30928.44">14390 15042 11967 0,'0'0'528'0,"0"0"112"0,-6 3-512 0,6-3-128 15,-5 3 0-15,5-3 0 0,0 0 7024 0,0 0 1360 16,0 0 288-16,0 0 48 0,6 4-6272 0,3 0-1248 0,3-1-256 0,4-1-48 16,1-1-192-16,2-1-16 15,3-2-16-15,3-2 0 0,3 0-480 0,-1 0-192 0,-1-5 176 16,3 4-176-16,1-2 0 0,0-1 0 16,0 1 0-16,0 0 0 15,0-3-608-15,1 1-224 0,-1-1-32 0,1 0-16 16,-1 0-1696-16,1-2-352 0,-1 0-64 0</inkml:trace>
  <inkml:trace contextRef="#ctx0" brushRef="#br0" timeOffset="31236.94">15221 14782 7359 0,'0'0'656'0,"0"0"-528"0,0 0-128 0,0 0 0 16,0 0 8496-16,0 0 1664 0,0 0 336 0,0 0 64 0,0 0-7776 0,0 0-1552 15,0 0-304-15,5 7-64 0,2-2 96 0,0-1 0 16,4 1 16-16,-1-1 0 0,-1-1-688 0,2-1-144 16,-1 2-16-16,2-4-128 0,0 3 128 0,1 1-128 15,0-4 0-15,-1 1 0 0,1 0 0 0,0 0 0 16,-2-1 0-16,1 2 0 0,-3-1 0 0,0 2 0 16,0-1 0-16,-9-2-144 0,0 0 16 0,0 0 0 15,0 0 0-15,0 0 0 0,0 0 128 0,2 9-128 16,-5 1 128-16,-3-1-128 0,-2 0 128 0,-4 0 0 15,-1 1 0-15,-1 2 128 0,-3 0-128 0,0 0 0 16,1-2 0-16,1 0-128 16,-1 1-496-16,0-2-80 0,3 0-32 0,3-2-14096 0,2 0-2816 15</inkml:trace>
  <inkml:trace contextRef="#ctx0" brushRef="#br0" timeOffset="32577.71">15746 14605 40319 0,'0'0'1792'0,"0"0"352"0,0 0-1712 0,0 0-432 0,0 0 0 0,0 0 0 16,0 0 1408-16,-1 10 192 0,0 2 32 0,-1 0 16 16,1 1-48-16,1 4-16 0,0 2 0 0,1 2 0 15,-1 1-704-15,2-6-144 0,0 3-32 0,0 1 0 16,-1 1-320-16,2 2-64 0,-2 1 0 0,1 1-16 15,2-1-304-15,0 1 160 0,-1-3-160 0,1 0 128 16,1-2-128-16,0 0 0 0,-1-7 0 0,0 0 0 0,0 0 0 0,0-3 0 16,0-1 0-16,0-1 0 0,-4-8 0 0,0 0-192 15,5 4 64-15,-5-4 128 0,0 0-320 0,0 0 48 16,8-1 16-16,-2-2 0 0,1-3 0 0,1-4 16 16,-1 0 0-16,3-3 0 0,-1-3-16 0,0-1-16 15,1-2 0-15,1-5 0 16,-1 1-128-16,2-1-32 0,-2 1 0 0,1-1 0 15,-2 2 16-15,1 3 0 0,1 2 0 0,-2 1 0 16,-1 3 160-16,-1 4 16 0,1-1 16 0,-1 3 0 0,-1 3 224 0,-6 4 0 16,0 0 0-16,0 0 0 0,5 7 192 0,1 2 96 15,-2 0 16-15,-2 3 0 0,1 2 0 0,-1 3 0 0,1 0 0 16,0 1 0-16,-1 2-176 0,1 1-128 16,1-3 144-16,1 0-144 0,0 0 0 0,3 1 0 0,1-5 0 0,2 0 0 15,0 1 0-15,1-4 0 16,1-2 0-16,1 1 0 0,1-4 0 0,0 1-192 15,0-6 192-15,2 0-160 0,-2-1 160 0,1-2-192 16,0-2 192-16,-1-2-192 0,2 0 192 0,0 1 0 0,1-3-144 16,-1 0 144-16,-1-4 0 0,0 1 0 0,-1-2-144 0,1 0 144 15,-2-6-192-15,1 2 32 0,-2-1 0 0,-2 1 0 16,0-1-80-16,-2 1-16 0,-3 0 0 0,0 1 0 16,-2 2-48-16,-2 1-16 0,0-1 0 0,-2 1 0 15,-2 1 96-15,0 1 16 0,-2 4 0 0,0-1 0 16,-1 0-48-16,-1 3 0 0,0 1 0 0,-1 3 0 15,1-1 256-15,6 2-192 0,-8 3 192 0,1 1-192 16,1 2 192-16,-1 2 0 0,1 3 0 0,1 0 0 0,-1 2 0 16,3 3 0-16,-1 1 176 0,2 1-48 0,1 0 112 15,1 2 16-15,3 0 16 0,1-1 0 0,1 2-96 16,1-2-32-16,3-2 0 0,3-1 0 16,1-2-144-16,2-1 0 0,0-1 0 0,2-3 0 0,4-2 0 15,1-1 0-15,2 0 0 0,0-5 0 0,2-1 0 0,1-1 0 16,-1-7 128-16,-2 1-128 0,2-1 0 0,-2 1 0 15,-2-3 144-15,-1 0-144 0,-3-3 0 0,0-1 128 16,1-1-128-16,-2 1 0 0,-2-2 0 0,0 1 0 16,-2-1 0-16,-3 0 128 0,-1 2-128 0,-2 1 128 15,-2 1-128-15,-2 2 128 0,-3 2 128 0,-2 2 48 16,2 6 0-16,-6-6 0 0,-3 2 96 0,-3 3 32 16,-2 2 0-16,0 3 0 0,0 3-144 0,-1 1-32 15,-1 1 0-15,2 1 0 0,0 1-64 0,3 0-32 16,-1 1 0-16,3 0 0 0,0 1-160 0,1-1 0 0,1-3 0 0,4 1 128 15,0 1-128-15,3-4 0 16,0-7-160-16,4 8 160 0,-4-8-320 0,6 8 48 16,1-4 0-16,-1 0 0 0,1-2-48 0,1 1 0 0,0-3 0 0,1-4 0 15,0 2 96-15,0-5 16 0,0 2 0 0,0-2 0 16,2-1 16-16,-1 1 16 0,2-2 0 0,1-2 0 16,-1 1-80-16,-2-2-32 0,2-2 0 0,-1-1 0 15,0 1-32-15,1 0-16 0,-3 1 0 0,0-3 0 16,0 2-16-16,0 1 0 0,-1-1 0 0,0 3 0 15,-2 2 192-15,-1 1 160 0,-1 1-208 0,-4 7 80 16,0 0 128-16,0 0 224 0,0 0-48 0,0 0-16 16,0 7 288-16,-1 2 48 0,-2 1 16 0,1 3 0 0,-1 0-64 0,1 2-16 15,-1-1 0-15,2 0 0 0,-1 1-240 0,4-2-64 16,0 0 0-16,2 0 0 0,1-3-128 0,2 2 0 16,0-4 0-16,2 0 0 0,1 0-368 0,3-2 48 15,3-6 16-15,1 1 0 0,0-1 32 0,1-1 0 16,-1-4 0-16,2 0 0 0,0-2 272 0,-1-1-128 15,0-1 128-15,-1 0 0 0,-1 0 0 0,-2-3 0 16,-1-1 0-16,0-1 0 0,-1-1 0 0,1 0 0 16,-1-2 0-16,-1-1 0 0,0-1 0 0,-2-1 0 15,0-3 0-15,0-1 0 0,0-3 0 0,0 0 0 16,-1-2 0-16,1 1 0 0,-1-4-144 0,0 2 144 16,-3 0 0-16,0 4-144 0,-1 2 144 0,-1 3 0 0,-2 4 0 15,-1 2 0-15,0 4 0 0,-1 2 224 16,0 3-48-16,1 6-16 0,0 0 144 0,-6 2 16 0,1 3 16 15,0 3 0-15,0 3-144 0,0 3-16 16,-1 1-16-16,3 1 0 0,-1 2 32 0,1 3 0 0,3-3 0 0,0 4 0 16,1 2-192-16,1 1 0 0,-1-1 0 15,0 2 128-15,1-1-128 0,-1 0 0 0,1 0 0 0,0 0 0 16,-1-1-320-16,-1 0 48 0,1-2 16 0,1 0 0 16,-2 2-272-1,1-8-48-15,0 1-16 0,-1-1 0 0,0-2-1200 16,0-1-256-16,0-3-32 0,0-3-16 0,0-7-320 0,0 0-64 15,0 0-16-15,0 0-7488 0,0 0-1488 0</inkml:trace>
  <inkml:trace contextRef="#ctx0" brushRef="#br0" timeOffset="32827.03">17146 14648 8287 0,'0'0'736'0,"-6"0"-592"16,-1 0-144-16,0 0 0 0,7 0 5696 0,0 0 1120 15,0 0 224-15,0 0 32 0,0 0-3680 0,0 0-752 16,0 0-144-16,7 2-16 0,3 0-624 0,3-1-128 16,2 0-32-16,4 2 0 0,0-6-576 0,3 2-112 15,2 0-32-15,0-1 0 0,1-3-384 0,0 1-80 16,0 0 0-16,0 1-16 0,-1-1-192 0,1 1-48 16,0-2 0-16,-2 1 0 0,-1 0-256 0,-1 0 0 15,-1 1 128-15,-2 1-128 16,-2-2-544-16,-1 0-160 0,1 1-48 0,-3 2 0 15,-2-2-1232-15,-2 2-240 0,-9 1-48 0,0 0-18736 0</inkml:trace>
  <inkml:trace contextRef="#ctx0" brushRef="#br0" timeOffset="34459.5">12860 2565 1839 0,'0'0'160'0,"-9"-5"-160"0,-2 1 0 0,11 4 0 16,-10-7 3408-16,10 7 656 0,0 0 128 0,0 0 32 15,0 0-2928-15,0 0-576 0,0 0-112 0,0 0-32 16,0 0-192-16,12-6-32 0,1 1-16 0,4 1 0 15,2 0 352-15,5 2 64 0,3 1 16 0,3 0 0 16,1-2 0-16,3 1 0 0,3-2 0 0,3 1 0 0,4 2-256 0,6 1-32 16,3-3-16-16,6 2 0 15,4 0-176-15,1-1-32 0,-1 2-16 0,3-2 0 0,-1 0-112 16,1 2-128-16,2 2 176 0,2-4-176 0,3 1 208 16,-1 0-64-16,-4 1-16 0,0-3 0 0,-3-1-128 0,1 2 192 15,1-1-192-15,2 0 192 0,1 1 0 0,-2-1 0 16,-6 1 0-16,-4 0 0 0,-4-3-192 0,-5 4 0 15,-3 1 0-15,-3 0 0 0,-4 0 0 0,-3 0 0 16,-2 1 0-16,-4 0 0 0,-5 1 0 0,-3-2 128 16,-5 0-128-16,-4 0 0 0,-13 0 0 0,11 2 0 15,-11-2 0-15,0 0 0 0,0 0 0 0,0 0 0 16,0 0 0-16,0 0 0 0,0 0 0 0,-13 2 128 0,-2-2-128 16,-3 0 0-16,-3-2 144 0,-2 2-144 0,-5-4 160 0,1 3-160 15,-2 0 0-15,-2 1 0 16,-2 0 0-16,-2 0 0 0,-3-4-144 0,-2 4 144 0,-2 4 0 0,-6-4-144 15,-7 0 144-15,-1-3 0 0,-2 1-144 0,1 0 144 16,1 2 0-16,0 0 0 0,-1 2 0 0,-3 0 0 16,-4 1 0-16,-2-3 0 0,-2 0-144 0,1 0 144 15,5 0 0-15,-1 2 0 0,2 2 0 0,0 0 0 16,-2-1 0-16,-2 1 0 0,-2-2 0 0,2 2 0 16,3 3 0-16,2-3 0 0,1 1 0 0,3 0 0 15,1 2 0-15,2-2 0 0,-2-1 0 0,2 0 0 16,0 0-224-16,5 1 16 0,3-3 0 0,4 4 0 15,5 0-1968 1,3-1-400-16</inkml:trace>
  <inkml:trace contextRef="#ctx0" brushRef="#br0" timeOffset="40083.72">14866 16151 9215 0,'0'0'816'0,"0"-6"-656"16,0 6-160-16,2-7 0 0,-2 2 5376 0,0 5 1024 15,0 0 224-15,0 0 32 0,0 0-3968 0,0 0-816 16,0 0-144-16,0 0-48 0,-6 9-416 0,1 0-96 16,-1 5-16-16,-2 3 0 0,0 2-272 0,-1 1-64 15,0 4-16-15,-2 2 0 0,1-3-16 0,-1 0 0 0,1 0 0 0,1 1 0 16,1-1-448-16,0-3-80 0,0-2-32 0,2-1 0 15,1-3-224-15,-1-1 128 16,3-1-128-16,0-3 0 0,-1-1 0 0,4-8 0 0,0 6 0 0,0-6 0 16,0 0 0-16,0 0-128 0,0 0 128 0,0 0-160 15,7-7-160-15,-1-3-16 0,-1-1-16 0,4-9 0 32,1-1-336-32,0-2-64 0,0-1-16 0,1 0 0 15,-1-3-272-15,2-1-64 0,0-2-16 0,-1 1 0 16,1 0-32-16,0 2-16 0,0 2 0 0,-4 11 0 0,-1-2 624 0,1 5 128 0,-1 1 32 15,-2 4 0-15,-5 6 928 0,0 0 192 0,0 0 32 0,0 0 16 16,0 0 368-16,0 0 64 0,8 3 0 0,-2 2 16 16,1 1-336-16,-1 2-64 0,1 3 0 0,1 0-16 15,-1 1-272-15,3 0-48 0,-3-1-16 0,2 1 0 16,1 1-240-16,-1 0-48 0,1-1-16 0,-1 0 0 0,0-1-176 16,1 2 0-16,-1 2 0 0,0-2 128 15,0-1-128-15,0-1 0 0,0 1 0 0,0 0 0 0,-1 0 0 0,0-2 0 16,-2 0 0-16,0 0 0 0,-2-3 0 0,0 2 0 15,-4-9 0-15,2 7 0 0,-2-7 0 16,0 0 0-16,0 0 0 0,1 8 0 0,-1-8 0 0,0 0 128 16,0 0-128-16,-5 6 0 0,-1 0 0 0,-1-3 0 15,1 0 128-15,-2 0-128 0,-3-2 0 0,0-2 0 16,-2 1 0-16,-2 0 0 0,0 0 0 0,-4 0 128 16,-1 0-128-16,-1 0 128 0,-1 1-128 0,-1 0 0 15,1 1 0-15,0-1 128 0,1 2-128 0,0-3 0 16,3 0 0-16,-5 0 0 15,4 0-1120-15,6 0-96 0,3 0-32 0,10 0 0 16,0 0-2144-16,0 0-416 0</inkml:trace>
  <inkml:trace contextRef="#ctx0" brushRef="#br0" timeOffset="40514.62">15381 15847 40607 0,'0'0'1792'0,"0"0"384"0,0 0-1744 0,-6 3-432 0,6-3 0 0,-5 4 0 15,-1 0 1168-15,2 2 160 0,2 3 16 0,0 3 16 16,1 2 96-16,1 3 16 0,3 3 0 0,1 3 0 16,0 1-800-16,0 1-160 0,1 1-16 0,1 2-16 0,2 1 0 0,0 2 0 15,0-2 0-15,1 1 0 0,1 1-272 0,1 1-48 16,-1-2-16-16,2-2 0 0,0 1-144 0,-1-3 0 15,1-3 0-15,-1-2 128 0,-1-2-128 0,-1-4 0 16,0-2 0-16,-1-1 0 0,0-3 0 0,-2-1 0 16,0-3 128-16,-6-5-128 0,0 0 0 0,0 0 0 15,0 0 144-15,7-2-144 0,0-4 320 0,-2 0 0 16,0-5 0-16,1-2 0 0,-3-1-320 0,1-6-208 16,0 0 16-16,1-4 16 0,1-3 176 0,0-2 0 15,2 0 0-15,-1-3 0 0,-1-2-192 0,1-3 64 16,0 1 0-16,1-3 0 0,0 0-48 0,-1 1 0 15,0 3 0-15,0-1 0 0,-1 4-48 0,1 2-16 0,1 4 0 16,-2 0 0-16,0 4-112 0,-1 3-32 16,-1 4 0-16,1-4 0 15,0 6-720-15,-2 4-160 0,-3 9-16 0,0 0-16 16,0 0-1344-16,0 0-272 0,0 0-48 0,-2 20-15232 0</inkml:trace>
  <inkml:trace contextRef="#ctx0" brushRef="#br0" timeOffset="40807.92">15290 16152 37151 0,'-18'-1'1648'0,"10"0"336"0,0-1-1600 0,0 0-384 0,0 1 0 0,1-1 0 0,-1 1 2464 0,1 1 416 16,1-3 64-16,6 3 32 15,0 0-1024-15,0 0-208 0,0 0-32 0,0 0-16 0,0 0-992 0,9 0-208 16,3 0-48-16,3-1 0 0,4-3-176 0,3 1-32 16,2 0-16-16,4-1 0 0,2-2-64 0,1 1-16 15,2-1 0-15,1 0 0 0,1 0-144 0,1 1 192 16,1-2-192-16,-2 1 192 0,-1-1-192 0,0 1 0 16,-2 0 0-16,14 0 0 15,-7-1-1152-15,-4 1-176 0,-3 1-16 0,-5 1-16 16,-2 0-2688-16,-3 0-544 0</inkml:trace>
  <inkml:trace contextRef="#ctx0" brushRef="#br0" timeOffset="41046.51">16107 16066 9215 0,'0'0'816'0,"0"0"-656"0,0 0-160 0,0 0 0 16,0 0 8384-16,0 0 1632 0,0 0 336 15,8 0 64-15,0 0-6768 0,3-1-1360 0,2-2-272 0,1 1-48 16,2-1-992-16,-1-1-192 0,1 0-32 0,1 2-16 16,0-1-544-16,0-1-192 0,1 0 144 0,0 0-144 15,2 2 0-15,-2 0 0 0,-2 0 0 0,4-1 0 16,-1 1-688-16,-4 0-112 16,-3 2-32-16,-1 0 0 0,-11 0-1408 0,0 0-304 0,0 0-48 0,0 0-18608 15</inkml:trace>
  <inkml:trace contextRef="#ctx0" brushRef="#br0" timeOffset="41229.5">16105 16234 18431 0,'0'0'1632'0,"0"0"-1312"16,0 0-320-16,0 0 0 0,0 0 6080 0,0 0 1152 16,0 0 240-16,0 0 32 0,9 0-4640 0,3-2-944 15,1-1-176-15,2 2-32 0,2-4-896 0,3 0-176 16,-1-1-48-16,1 2 0 0,0-2-464 0,2-1-128 15,1 1 0-15,11-3 0 16,-4 1-896-16,-1 0-208 0,-2 2-48 0,-1 0 0 16,-2 2-2576-16,-2-1-528 0</inkml:trace>
  <inkml:trace contextRef="#ctx0" brushRef="#br0" timeOffset="41646.47">16822 16012 8287 0,'0'0'736'0,"5"-6"-592"0,0 0-144 0,1-1 0 15,-1 1 7104-15,-5 6 1376 0,4-7 288 0,-4 7 48 16,0 0-5120-16,2-6-1024 0,-2 6-208 0,0 0-32 16,0 0-1088-16,0 0-224 0,0 0-32 0,-8 0-16 15,-1 2-608-15,-1 5-112 0,-2-1-32 0,0 5 0 16,-1 2 32-16,-1 2 0 0,-2 1 0 0,1 4 0 0,-2-1-64 16,1 3-16-16,2-1 0 0,1 1 0 0,0 1-112 15,2-1-32-15,2 1 0 0,3-1 0 0,0-1-128 16,4-1 0-16,1-1 0 0,3 0 0 0,2-4 0 15,3 0 0-15,0-4 0 0,4 0 0 0,2-2 0 16,1-3 0-16,3 0 0 0,8-2 128 16,-2-4-128-16,2-2 0 0,-1-2 0 0,-1-1 0 0,1-3 0 15,-1 0-144-15,-1-1 144 0,-1-1-208 16,-1-3 208-16,-3-1 0 0,-1-3 0 0,-4 5 0 0,-1 0-144 16,-1-1 144-16,1-1-128 0,-2-2 128 0,-3 0 0 0,-1-1 0 15,-1 1 0-15,-1-1-128 0,-3 1 128 0,-1-2 0 16,-3 1 0-16,-2 2 0 0,0-2 0 0,-2 2 0 15,-2-1 0-15,-3 1 0 0,-2 0 0 0,-2 1 0 16,-1 1 0-16,0 2 0 0,-2 1 0 0,1 1 0 16,-2 1-128-16,1 3 128 0,2 1-272 0,1-1 16 0,0 3 16 0,-6 0 0 31,3 2-1040-31,5 2-224 0,1-2-32 0,4 3-16 16,1 1-2224-16,9-4-432 0</inkml:trace>
  <inkml:trace contextRef="#ctx0" brushRef="#br0" timeOffset="46132.29">17418 16188 12895 0,'0'0'1152'0,"0"0"-928"0,0 0-224 0,0 0 0 16,0 0 3072-16,0 0 576 0,-4-3 128 0,4 3 0 16,0 0-1216-16,0 0-256 0,0 0-64 0,0 0 0 15,0 0-544-15,0 0-112 0,0 0-32 0,6-4 0 0,2 1-192 0,0 1-32 16,1 1-16-16,1-1 0 0,4 1-416 0,0 0-96 16,1-1-16-16,2 1 0 0,3 0-352 0,7-1-80 15,2 0-16-15,2-1 0 0,1 1-160 16,0-1-48-16,2 0 0 0,0 2 0 0,0-2-128 0,0-2 0 15,0 1 144-15,0 0-144 0,0 2 0 0,1-1 0 16,-4 2 0-16,12-2 0 16,-6 1-1088-16,-5 0-192 0,-1 1-48 0,-2 0 0 15,-3-1-1424-15,-1 2-304 0,-3 0-48 0,-1-2-13648 0</inkml:trace>
  <inkml:trace contextRef="#ctx0" brushRef="#br0" timeOffset="46450.55">18311 16006 9215 0,'0'0'816'0,"0"0"-656"0,0 0-160 0,0 0 0 16,0 0 5536-16,0 0 1072 0,0 0 224 15,0 0 32-15,0 0-3824 0,0 0-768 0,0 0-160 0,0 0-16 16,0 0-752-16,0 0-128 16,0 0-48-16,5 7 0 0,1-1-496 0,1 1-96 0,-1-1-32 0,2 1 0 15,3-2-256-15,-2 0-48 16,0 1-16-16,1-1 0 0,1-1-224 0,1 1 0 0,-1-4 0 0,1 4 0 15,0-2 0-15,0 0 0 0,-1-1 0 0,1 1 0 16,-2-1 0-16,0 2-208 0,-3 0 64 0,0-1 16 16,-7-3 128-16,0 0-160 0,0 0 160 0,1 8-160 15,-1-8 160-15,-4 8 0 0,-2-2 0 0,-2 2 0 16,-1 0 0-16,-3 1 0 0,-1 0 144 0,-3 0-144 0,-1-1 288 0,-1 0-48 16,-3 0-16-16,-1-1 0 15,0-1-224-15,0 0 144 0,1 2-144 0,-6 0 128 16,6-2-960-16,4-1-208 15,4-1-48-15,6-2-12752 0,7-2-2560 0</inkml:trace>
  <inkml:trace contextRef="#ctx0" brushRef="#br0" timeOffset="47419.63">19149 15687 30063 0,'4'-13'1328'0,"-4"13"272"0,3-9-1280 0,-1 1-320 15,1 0 0-15,-3 8 0 0,1-6 2224 0,-1 6 368 16,0 0 80-16,0 0 16 0,0 0-544 0,0 0-96 16,1 10-32-16,1 4 0 0,-2 3-816 0,0 7-176 15,0-1-16-15,1 5-16 0,0 0-96 0,2 0 0 16,-1 2-16-16,1 0 0 0,1 1-352 0,1-2-64 0,2-1-16 0,1 0 0 16,-1 0-272-16,2-3-176 15,1 0 192-15,-1-4-192 0,0 1 128 0,0-3-128 0,0-2 0 16,2-1 0-16,-2-2 128 0,0-4-128 0,-3-1 0 0,1 0 0 15,1-4 0-15,-8-5 0 0,7 1 0 0,1 2 0 16,0-3 128-16,-1-4-128 0,-1-1 0 0,3-3 0 16,0-2 128-16,1-2-128 0,-1-1 0 0,1-2 0 15,1-4 0-15,0-1 0 0,1-2 0 0,0 0 0 16,-1-4 0-16,2-1 0 0,2-2 0 0,-1-1 0 16,1 1-256-16,-2 2 32 0,-2 1 16 0,1 1 0 15,0 3 80-15,-2 2 128 0,-1 3-208 0,0 4 80 0,-2 3 128 16,-2 3 0-16,-5 7 0 0,0 0-128 0,0 0 128 0,0 0 0 15,5 7 0-15,-2 3 0 0,0 3 0 16,-2 3 176-16,-1 2-48 0,0 4 0 0,0-1 48 0,0 3 0 16,1-1 0-16,1 1 0 0,-1-2-176 0,3 0 160 15,0-1-160-15,1-2 160 0,0-3-160 0,2 1 0 16,-1-4 0-16,1-1 128 0,-1-2-128 0,3-2 0 16,-1-3 0-16,0 0 128 0,-2-3-128 0,2 0 128 15,-1 1-128-15,1-3 128 0,-1-5-128 0,1-1 192 16,0 0-192-16,0-2 192 0,0-2 0 0,0-2 0 15,-1-2 0-15,1-2 0 0,1-2-192 0,0-2 0 16,-1 1-160-16,1-2 160 0,1-3 0 0,-3 1 0 0,0-1-128 16,-1 1 128-16,0-1 0 0,-3 2-144 15,1 5 144-15,-1-4-128 0,-2 6-128 0,-2-2 0 16,0 3-16-16,-1-5 0 16,0 4-944-16,-2 2-176 0,-3 1-32 0,1 3-16 15,-3 0-1920-15,0 2-384 0</inkml:trace>
  <inkml:trace contextRef="#ctx0" brushRef="#br0" timeOffset="47638.33">18976 15589 31327 0,'0'0'2784'0,"0"0"-2224"16,-4-5-560-16,4 5 0 15,0 0 3280-15,0 0 560 0,5-7 96 0,1 1 32 0,4-1-2080 0,3 2-416 16,4 1-64-16,2-2-32 0,3 1-992 0,3-1-208 16,2 2-48-16,14-1 0 15,-3 3-640-15,1 0-128 0,1-2-16 0,1 2-16 16,2-2-2528-16,-3-1-496 0</inkml:trace>
  <inkml:trace contextRef="#ctx0" brushRef="#br0" timeOffset="47818.32">19876 15489 44351 0,'0'0'1968'0,"0"0"400"0,11-4-1904 15,1-1-464-15,1 1 0 0,-3-3 0 0,1 5 2000 0,2-2 304 16,1 0 64-16,3-1 16 0,1-1-1296 0,2 4-272 0,1-3-48 0,1 1-16 16,1 0-608-16,1 1-144 15,-4 0 0-15,9 1 0 16,-4 1-784-16,-4 1-192 0,-3 0-48 0,-8 1-14848 15,0 1-2960-15</inkml:trace>
  <inkml:trace contextRef="#ctx0" brushRef="#br0" timeOffset="48164.27">18863 16175 32191 0,'11'-8'1424'0,"-11"8"304"0,0 0-1392 0,6-3-336 15,-6 3 0-15,8 1 0 0,-8-1 2432 0,5 6 400 16,-5-6 96-16,3 9 16 0,-3 2-768 0,0 1-160 0,-3 3-32 16,1 1 0-16,-2-1-912 0,1 2-192 15,-1 1-48-15,2 0 0 0,-1 1-512 0,1-1-128 0,-1 0 0 0,2 5-16 32,3-2-672-32,2-4-128 0,1-2-16 0,2-4-16 15,1-1-2592-15,1-4-512 0,1-2-96 0</inkml:trace>
  <inkml:trace contextRef="#ctx0" brushRef="#br0" timeOffset="48577.86">19947 16052 47343 0,'0'0'2096'16,"0"0"432"-16,0 0-2016 0,0 0-512 0,0 0 0 0,0 0 0 15,0 0 1120-15,0 0 128 0,8-3 32 0,0 1 0 0,-1 2-336 0,2 0-64 16,2 1-16-16,-2 0 0 0,0 1-592 0,2 2-112 16,-1-2-32-16,0 3 0 0,1-3 0 0,-1 0-128 15,-1 1 192-15,-1 1-64 0,-3 0-128 0,1 0 0 16,-6-4 144-16,0 0-144 0,2 7 128 0,1 4-128 16,-2-2 128-16,-2 1-128 0,-2-2 176 0,-1 3-48 15,-1 0 0-15,-1-1 0 0,-1 0 0 0,-1 2-128 16,-1-1 192-16,0 0-64 0,0 2 0 0,0-3 0 15,0 1 0-15,0-2 0 0,1 1-128 0,1-1 160 16,1-1-160-16,0 0 160 0,3-1-160 0,0 0 0 16,3-7 144-16,0 7-144 0,0-7 0 0,0 0 144 15,5 6-144-15,3 1 0 0,1-6 128 0,3 1-128 16,1-2 0-16,1-2 0 0,2 1 0 0,1-3 0 0,1 1 0 16,0 0 0-16,1 0 128 0,-1-4-128 0,-1 1 0 0,6-2 0 31,-3 2-320-31,-2 0-112 0,-2 2-16 0,-1-2-16 15,0-1-1072-15,-1 4-192 0,-1-1-64 0,4 0-21648 0</inkml:trace>
  <inkml:trace contextRef="#ctx0" brushRef="#br0" timeOffset="49635.56">20707 15740 31327 0,'0'0'1392'0,"0"0"272"0,0 0-1328 0,0 0-336 15,0 0 0-15,0 0 0 0,0 0 4032 0,0 0 720 16,0 0 160-16,10-4 16 0,2 2-2896 0,2-1-592 15,2 1-112-15,2-1-32 0,1 0-912 0,1 1-192 16,3 2-48-16,0-3 0 0,1 1-144 0,0 0 0 16,1-2 0-16,9 2 0 15,-3 2-1024-15,-3-3-192 0,-2 2-48 0,-3 0 0 16,-3-1-2576-16,-5 2-528 0</inkml:trace>
  <inkml:trace contextRef="#ctx0" brushRef="#br0" timeOffset="49828.5">20766 15896 43247 0,'0'0'1920'0,"0"0"384"0,0 0-1840 0,0 0-464 15,0 0 0-15,0 0 0 0,0 0 1504 0,7 0 208 0,4-2 32 16,1 1 16-16,2 0-656 0,2-1-128 0,2 1-16 0,1 0-16 16,4-1-752-16,-3 1-192 0,3-2 0 0,10 1 0 31,-1-3-896-31,-2 1-192 0,-2 0-64 0,0 0 0 0,-2 0-1600 0,0 0-336 0,-1-1-64 15,-1-2-15392-15</inkml:trace>
  <inkml:trace contextRef="#ctx0" brushRef="#br0" timeOffset="50189.42">21543 15688 11055 0,'0'0'976'0,"0"0"-784"16,2-10-192-16,0 3 0 0,-2 7 6544 0,0 0 1264 15,-3-9 256-15,3 9 64 0,0 0-4928 0,-7-5-960 16,7 5-208-16,-11 0-48 0,-1 3-896 0,0 2-192 15,-1 1-48-15,-1 3 0 0,-2 2-128 0,-1 2-16 16,-1 1-16-16,1 3 0 0,0 1-112 0,1 2 0 16,2-2-16-16,1 0 0 0,0-1-288 0,4 2-48 15,2-1-16-15,2 1 0 0,3 0-208 0,0-1 0 16,4-2 0-16,1-1 0 0,4 1 0 0,2-3 0 16,3-1 0-16,1-1 0 0,3 2 0 0,2-2 0 0,0-5 0 15,2 1 0-15,0-4-128 0,3 0 128 0,-1 0-192 0,1-2 192 16,3-3-320-16,-1-2 32 15,-1 0 16-15,-2-5 0 0,-1 0-32 0,-1-2 0 16,-1 0 0-16,-2-3 0 0,-3 0 64 0,-1 0 16 0,-1-1 0 16,-2-2 0-16,-3-1 96 0,-3 0 128 0,-3 2-208 0,-2-2 80 15,-3 0 128-15,-3 1-128 0,-3 1 128 0,-3 1-128 16,-2-2 128-16,-2 2 0 0,-2 2 160 0,-3 2-160 16,-3 0 128-16,-1 3-128 0,0 2 0 0,1 1 144 15,0-1-144-15,2 2 0 0,2 3 0 0,3 0 0 16,-1 1-1840-1,6 2-288-15,3 1-64 0</inkml:trace>
  <inkml:trace contextRef="#ctx0" brushRef="#br0" timeOffset="53500.2">20565 17126 41983 0,'0'0'1856'0,"0"0"384"0,0 0-1792 0,0 0-448 15,-4-6 0-15,4 6 0 0,0 0 688 0,0 0 32 16,4-11 16-16,2 5 0 0,-6 6 0 0,13-5 0 15,0 1 0-15,-2 1 0 0,1 2-576 0,2-3-160 16,3 1 0-16,1 3 0 0,0 0-256 0,1-2-112 16,-1 0-16-16,7 2-16 15,-4 4-2576-15,-5-3-512 0,-2 2-96 0,-4 1-32 0</inkml:trace>
  <inkml:trace contextRef="#ctx0" brushRef="#br0" timeOffset="53654.05">20518 17317 19343 0,'-14'2'848'0,"14"-2"192"0,-11 4-832 0,2-1-208 0,9-3 0 0,0 0 0 16,0 0 4288-16,0 0 800 0,0 0 160 0,0 0 48 16,14-3-2992-16,5 2-608 0,0-4-112 0,5-1-32 15,2-1-1552-15,4 0 0 0,2-2-304 0,5 0 48 32,1-2-1168-32,1 2-240 0,1-1-32 0,3-3-10032 0,3-3-2016 0</inkml:trace>
  <inkml:trace contextRef="#ctx0" brushRef="#br0" timeOffset="54023.75">21484 16619 26719 0,'0'-21'2368'0,"-1"9"-1888"16,-3-1-480-16,0 0 0 0,0 0 2528 0,0 2 416 16,-1-2 64-16,2 6 32 0,-1 2-1664 0,0 0-336 15,-1-1-64-15,0 3-16 0,0-1 32 0,5 4 0 16,0 0 0-16,-5 1 0 0,5-1-688 0,-6 5-144 15,2 2-32-15,2 2 0 0,-1 3 112 0,1 1 16 16,-1 1 0-16,2 3 0 0,-1 2 16 0,1 5 16 16,1 2 0-16,0 1 0 0,0 5 32 0,1-1 16 15,1 4 0-15,0 2 0 0,2-1-336 0,0 1 0 16,1-1 0-16,4 18 128 0,-1-2-128 0,0-5 0 0,0-4 0 16,-2 1 0-16,0 0 0 0,-1-2 0 0,-1-3 0 0,-2 2 0 15,0 0 0-15,-2-3 0 16,-2 0 0-16,0-2 0 0,-2-3 0 0,-1-2 0 0,-3 2 0 0,0-6 0 15,0 1 0-15,-1-6 0 0,-1-1 0 0,-1-2 0 16,1-1 0-16,-2-1 128 0,0-1-128 0,1-2 0 16,-1-4 0-16,-1-1 128 0,0-2-128 0,1 1 0 15,-1-4 0-15,0 1 144 0,1-3-144 0,2-2 0 16,-1-2 0-16,2-1-352 0,3 0 48 0,0-4-14000 16,1-2-2800-16</inkml:trace>
  <inkml:trace contextRef="#ctx0" brushRef="#br0" timeOffset="54636.82">21132 17878 4607 0,'0'0'192'0,"0"0"64"0,0 0-256 0,0 0 0 0,0 0 0 0,4 10 0 0,-2 0 8720 16,1 2 1712-16,0-1 320 0,-1 4 80 0,1 2-7184 0,0 1-1424 16,-2 3-304-16,1 1-48 0,1-1-912 0,1 1-176 15,1-1-32-15,-1 1-16 0,-1-2-256 0,1-2-48 16,2 0-16-16,-1-1 0 0,1-5-256 0,0-2-160 16,1-1 192-16,0-2-192 0,0-2 160 0,-7-5-160 15,8 4 128-15,-8-4-128 0,10 3 144 0,-10-3-144 16,12-3 160-16,-2-3-160 0,1-1 128 0,-3-2-128 15,-1-3 0-15,1-1 144 0,0-1-144 0,0-3 0 16,-2-3 0-16,2-1 0 0,-1-1 0 0,2-1-176 16,0-2 48-16,-1-1 0 15,-2 2-1248-15,1-2-240 0,-2 2-48 0,-1 4-16 16,0 4-1904-16,-2 5-368 0,-2 2-80 0</inkml:trace>
  <inkml:trace contextRef="#ctx0" brushRef="#br0" timeOffset="54860.61">21090 18074 22111 0,'0'0'976'0,"0"0"208"0,-10 3-944 0,10-3-240 0,0 0 0 0,0 0 0 16,0 0 5792-16,0 0 1120 0,0 0 208 0,0 0 48 16,0 0-4432-16,0 0-896 0,13-3-176 0,1 3-48 15,2-4-1040-15,-1 2-192 0,2-2-64 0,4-2 0 16,1 1-128-16,1 1-48 0,-4 0 0 0,1 0 0 0,-2 1-144 15,2-1 0-15,-1-2-192 0,-1 2 192 16,1 2-1392-16,-1 1-144 0,0-2-48 0,-1 3 0 16,-1-3-2368-16,-2 1-464 0</inkml:trace>
  <inkml:trace contextRef="#ctx0" brushRef="#br0" timeOffset="55029.18">21556 18069 43599 0,'0'0'1920'0,"0"0"416"0,0 0-1872 0,-3 9-464 15,3-9 0-15,-1 10 0 0,-1 1 1680 0,4 1 240 16,-4-2 64-16,2 2 0 0,0-1-704 0,2 1-144 16,-1-1-32-16,2 0 0 0,-1 1-848 0,2 1-256 15,1-2 0-15,-1-1 128 16,0-1-608-16,0-1-112 0,-4-8-32 0,5 6 0 16,-1 4-1808-16,-4-10-384 0,0 0-64 0</inkml:trace>
  <inkml:trace contextRef="#ctx0" brushRef="#br0" timeOffset="55696.73">21239 16148 13823 0,'0'0'1216'0,"0"0"-960"0,0 0-256 0,0 0 0 0,0 0 5456 0,0 0 1056 15,0 0 208-15,0 0 32 0,0 0-4064 0,1 10-832 0,0 0-144 0,1 3-48 16,-2 1-272-16,0 3-64 0,0 3-16 0,1-1 0 16,2 1-592-16,-1-2-112 0,2 0-32 0,0 1 0 15,0-1-176-15,0-2-32 0,0-2-16 0,0-4 0 16,0 1-160-16,1-2-16 0,0-1-16 0,0-2 0 15,-5-6-16-15,0 0 0 0,8 6 0 0,0-6 0 16,-2-4-16-16,1 1 0 0,0-4 0 0,-1 1 0 16,1-2-128-16,-1-1 0 0,-1-1 144 0,0-2-144 0,1-2 0 0,0 0 0 15,-1-2 0-15,2-1 0 0,-2 0 0 0,0-2 0 16,2 0 0-16,-1-1 0 0,2 2-320 16,0 1 32-16,-1 1 0 0,0-6 0 15,0 5-320-15,-2 6-64 16,-1 1-16-16,-4 10 0 0,0 0-1392 0,0 0-288 0,0 0-48 0,0 0-11024 15,0 0-2192-15</inkml:trace>
  <inkml:trace contextRef="#ctx0" brushRef="#br0" timeOffset="55907.55">21196 16236 11967 0,'0'0'1072'0,"0"0"-864"0,0 0-208 0,0 0 0 16,-7-2 6512-16,7 2 1248 0,0 0 256 0,0 0 48 15,0 0-4688-15,0 0-944 16,9-6-192-16,3-1-48 0,3 2-1232 0,-1 0-256 16,2 1-64-16,2-1 0 0,0 1-400 0,2 0-96 0,-1-1-16 0,2 2 0 15,0-1-128-15,1 0-272 16,0 2 64-16,9-1 16 16,-3 1-2448-16,-2 0-496 0,-3 2-80 0</inkml:trace>
  <inkml:trace contextRef="#ctx0" brushRef="#br0" timeOffset="56211.07">21517 16344 31327 0,'0'0'2784'0,"0"0"-2224"0,0 0-560 0,0 0 0 0,0 0 2816 16,0 0 464-16,0 0 96 0,7 1 16 16,-7-1-1168-16,11 2-240 0,-1-2-32 0,1 0-16 0,-1-2-1296 0,1 2-256 15,-1 0-48-15,-1 0-16 0,0-1-192 0,-9 1-128 16,0 0 160-16,0 0-160 0,0 0 0 0,0 0 0 15,0 0 0-15,0 0 0 0,0 0 0 0,-2 9 0 16,-4 2 0-16,0 0 0 0,-3 1 0 0,-2 0 0 16,0-1 0-16,0-1 0 0,1 0 192 0,1 0-64 15,1 0-128-15,1 0 192 0,2-3-32 0,1 0-16 16,4-7 0-16,-2 8 0 0,2 0 0 0,0-8 0 16,0 0 0-16,6 7 0 0,1-1-144 0,0-2 192 15,3 1-192-15,0-2 192 0,2-3-192 0,1 0 0 16,0 0 0-16,4 1 0 15,-3 0-1024-15,-1 2-128 0,0 0-16 0,0 1-16 16,-1-1-2464-16,-2 4-480 0</inkml:trace>
  <inkml:trace contextRef="#ctx0" brushRef="#br0" timeOffset="56521.84">21850 17013 43071 0,'0'0'1920'0,"0"0"384"0,0 0-1856 0,0 0-448 0,0 0 0 0,0 0 0 0,0 0 1776 0,0 0 256 16,0 0 48-16,0 9 16 0,0 1-864 16,0 2-160-16,0 0-48 0,2 2 0 0,-1 2-480 0,0-1-96 15,1 1-32-15,-1 1 0 0,0 1-160 0,2 3-16 16,-2-1-16-16,2-1 0 0,-2 1-80 0,0-1-16 15,-1 1 0-15,0 1 0 0,0-6-128 0,-1 1-176 16,0-2 48-16,-1 5 0 0,0-6 128 0,-1-3-192 16,3-10 192-16,0 0-192 15,0 0-672-15,-4 8-144 0,4-8-16 0,0 0-16 16,0 0-1120-16,-9-3-208 0,3-3-64 0,-1-3-11664 16,2 0-2352-16</inkml:trace>
  <inkml:trace contextRef="#ctx0" brushRef="#br0" timeOffset="56768.74">21737 16952 44751 0,'0'0'1984'0,"0"0"400"0,0 0-1904 0,6-6-480 0,2 1 0 0,0 1 0 15,0 2 1360-15,2 0 176 0,1 0 48 0,2 2 0 16,2-3-272-16,2 3-48 0,2 0-16 0,0 0 0 16,1 0-928-16,1 4-176 15,-2-3-144-15,1 3 192 0,-1 1-192 0,1 1 0 0,-3-1 144 0,0 3-144 16,-3-2 0-16,-1 1 0 0,-1-1 0 0,-3 1 0 15,-3 1 0-15,0 1-192 0,-4-3 192 0,-2 2-192 16,-2 1 48-16,-2 0 0 0,-3 2 0 0,-4 2 0 16,-3 0-48-16,-2 0 0 0,-4-3 0 0,0 1 0 15,0-2-688 1,0 3-144-16,0-3-16 0,2 0-16 0,0-3-1312 0,2 2-256 16,3 1-48-16</inkml:trace>
  <inkml:trace contextRef="#ctx0" brushRef="#br0" timeOffset="57210.84">22406 17173 37439 0,'0'0'1664'0,"8"-6"320"0,-1-3-1584 0,0-1-400 16,-2 0 0-16,-5 10 0 0,1-9 1584 0,-1 9 224 16,-5-9 48-16,-1 3 16 0,-5 4-192 0,-2 2-32 15,-4 4-16-15,-4 0 0 0,-3 2-896 0,-1 2-176 16,-1 1-48-16,0 2 0 0,0 0 16 0,1 2 0 0,0 0 0 0,3 2 0 15,1-1-192-15,4 2-32 0,1-3-16 0,3 0 0 16,3-1-288-16,3-1 0 0,4 0 0 0,1-1 0 16,2-10 0-16,4 11-176 0,3-4 176 0,2 0-208 15,1-3-112-15,3 0-32 0,3-2 0 0,0 0 0 32,0-4-96-32,1 0 0 0,0-2-16 0,0-1 0 0,2-3 96 0,-1-1 32 0,0-2 0 0,0 1 0 15,-1-1 64-15,-1-3 16 0,-2-3 0 0,-1-1 0 16,-1 0 256-16,-2-2-160 0,1 2 160 0,-2-4-128 15,-1 1 128-15,0-4 0 0,0 0 128 0,-2 2-128 16,1 1 192-16,-1 1-16 0,-1-1-16 0,0 3 0 16,-1 4 32-16,-1 3 16 0,-3 3 0 0,0 9 0 15,0 0 96-15,0 0 16 0,0 0 0 0,0 0 0 16,0 0-112-16,-8 9-16 0,2 4 0 0,0 1 0 16,3 2-192-16,-1 2 0 0,1 3 0 0,2 1 0 0,-1 2 0 15,1-2 0-15,1-1 0 0,0 1 0 0,0 0-128 16,1 0 128-16,1 0-192 0,0-2 192 15,0-4-1616-15,0-1-224 0,1-2-32 16,-2 0-12400-16,0-4-2496 0</inkml:trace>
  <inkml:trace contextRef="#ctx0" brushRef="#br0" timeOffset="57563.15">22668 16881 24879 0,'0'0'2208'0,"0"0"-1760"0,0 0-448 15,0 0 0-15,0 0 5136 0,0 0 944 0,0 0 192 0,0 0 48 16,-2 11-3568-16,1 3-704 0,0 4-128 0,1-1-48 16,-1 3-976-16,1 1-208 0,1 1-48 0,0 2 0 15,2 3-304-15,-1 1-64 0,2-4-16 0,1-1 0 16,2-1-256-16,0 2 160 0,-2-1-160 0,1-2 128 16,1-1-128-16,1-3 0 0,-2-3 0 0,2 0 128 15,-2-5-128-15,1 2 0 0,-7-11 0 0,8 6 0 16,-8-6 0-16,9 4 128 0,-9-4-128 0,10-2 0 15,-10 2 0-15,12-7 128 0,-3 1-128 0,-1-2 0 16,0-5 0-16,0 0 0 0,-1-3 128 0,1-1-128 16,-1-2 0-16,1-1 0 0,-2 2 0 0,1-6 0 0,-1 0 0 15,1-3 0-15,-2 0 0 0,0 0 0 16,0-3 0-16,2 1 0 0,-1 2 0 0,1 1 0 0,-2 1-256 0,-1 4-16 16,0 0-16-16,0 4 0 15,-2 1-496-15,2 5-112 16,0 2 0-16,0 2-16 0,-4 7-1152 0,0 0-240 0,0 0-32 0,0 0-19280 0</inkml:trace>
  <inkml:trace contextRef="#ctx0" brushRef="#br0" timeOffset="57861.03">22625 17130 17503 0,'-15'5'768'0,"6"-3"176"0,0-1-752 0,0 0-192 0,9-1 0 0,0 0 0 16,0 0 7152-16,0 0 1392 0,-9 0 288 0,9 0 48 16,0 0-5616-16,0 0-1136 0,0 0-208 0,0 0-64 15,0 0-1088-15,0 0-208 0,8-6-48 0,1 1-16 16,1-1-240-16,2 1-64 0,0-3 0 0,2 2 0 16,4 1-192-16,2-2 176 0,-2-1-176 0,3 0 160 15,1-1-112-15,3 0-48 0,0 0 0 0,1 1 0 16,1-1 0-16,1 1 0 0,-1 2 0 0,0-1 0 15,-1-2 0-15,-1 5 0 0,-1 0 0 0,-2 2 0 16,-1-1-640 0,-1 2-128-16,0-2-32 0,0 2 0 0,-3-2-2720 15,-1 3-560-15</inkml:trace>
  <inkml:trace contextRef="#ctx0" brushRef="#br0" timeOffset="66117.38">23749 7909 18431 0,'0'0'1632'16,"0"0"-1312"-16,0 0-320 0,5-12 0 0,-3 3 3936 0,0 0 720 15,-2 9 144-15,0-7 16 0,-2-2-2384 0,1 3-496 16,0-1-80-16,1 7-32 0,-4-5-80 0,-1 0-16 15,-1 1 0-15,0 1 0 0,-2 2-816 0,0 2-160 0,-1 2-48 0,-1-2 0 16,-3 4-352-16,-2 1-80 16,-3 3-16-16,0 0 0 0,-2 1-128 0,-5 3-128 15,2 0 144-15,1 0-144 0,1-2 0 0,1 1 0 16,3-2 0-16,2 0 0 0,0 1 0 0,4-1 0 0,0 1 0 0,5 0 0 16,1-3 0-16,1 1-128 15,2-1 128-15,4 0-160 0,-2-8 160 0,7 8-208 0,3 0 80 0,1-2 128 16,4-1-144-16,2-1 144 0,2-1 0 0,5-2 0 15,2 5 0-15,1-4 0 0,0 2 0 0,2-3 0 16,0 2 0-16,-2 1 0 0,-1 1 0 0,-1 0 0 16,-3 3 0-16,-1 3 0 0,-3-2 0 0,1 1 0 15,-1 2 0-15,-4 0 0 0,-2-1 0 0,-3 1 0 16,-1 1 0-16,-3-1 0 0,-4 1 0 0,-2-1 0 16,-3-1 128-16,-1 1 48 0,-3 1 0 0,-1 0 0 15,-3 0 208-15,-2-1 64 0,0 1 0 0,-3-3 0 16,-3-1-16-16,-1 1 0 0,-2-1 0 0,-2-1 0 0,-1-3-224 15,0-1-32-15,-3 1-16 0,0-4 0 0,1-1-160 16,0-2 0-16,1-2 0 0,2-2-176 16,2 0-1488-16,3-2-320 0,3-1-48 0,6 1-13232 15,3-2-2656-15</inkml:trace>
  <inkml:trace contextRef="#ctx0" brushRef="#br0" timeOffset="66443.46">24111 8034 28559 0,'0'0'1264'0,"0"0"272"0,-4 7-1232 0,-1 0-304 16,0 4 0-16,-3-1 0 0,0 2 4224 0,-2-2 800 15,-2 3 160-15,-1 2 16 0,0 3-2752 0,-2-1-544 16,2-1-112-16,2-1-32 0,0 2-1040 0,2 2-208 16,3-5-32-16,3 2-16 0,0-3-336 0,5-4-128 15,0 2 0-15,3-1 0 0,5-4 0 0,0 1 0 0,2-4-128 0,1 3 128 16,2-2-400-16,2-2 16 0,2-2 16 0,0-1 0 31,2-3-208-31,1 0-32 0,-1 0-16 0,0-1 0 16,0 1-16-16,-4-5 0 0,-2 0 0 0,-2 0 0 15,-2 0 192-15,-2-1 16 0,-3 0 16 0,-2 0 0 0,-2-2 416 0,-4-1 0 0,-3 1 0 16,-1-1 0-16,-2-1-240 0,-3 2-16 0,0 2 0 0,-4-4 0 16,0 1-96-16,-4 3-32 0,0-3 0 0,-1 4 0 15,1 1-1568-15,1 2-320 16,1-4-64-16,1 4-9728 0,2 1-1952 0</inkml:trace>
  <inkml:trace contextRef="#ctx0" brushRef="#br0" timeOffset="66694">24469 7797 41295 0,'0'0'1824'0,"0"0"384"0,0 0-1760 0,0 0-448 15,0 0 0-15,0 0 0 0,0 0 1216 0,0 10 144 16,-1 2 48-16,0 1 0 0,0 1 288 0,-1 3 64 0,1 0 16 0,1 2 0 16,0 0-1072-16,0 2-192 0,1 1-64 15,1 0 0-15,-2 0-320 0,1 1-128 16,1-3 0-16,1 3 144 0,1-4-144 0,0-1 0 16,0-1 0-16,0-1 0 15,0-2-784-15,0-1-96 0,-1-2-16 0,1-2 0 16,0 0-976-16,0-2-208 0,-4-7-32 0,4 6-16 15,-4-6-1904-15,0 0-384 0</inkml:trace>
  <inkml:trace contextRef="#ctx0" brushRef="#br0" timeOffset="66970.96">24657 8018 28559 0,'0'0'2544'0,"0"0"-2032"0,0 0-512 0,4 8 0 15,0 0 3552-15,0 1 608 0,0 3 128 0,0 1 32 16,-2 1-1808-16,1 2-352 0,0 1-80 0,0 0-16 15,1 0-928-15,0 1-192 0,2-1-48 0,0-1 0 0,2-2-592 0,-2-1-128 16,2 0-32-16,0-2 0 0,0 2-144 0,1-7 128 16,0 1-128-16,0-2 128 0,0-1-128 0,0 0 0 15,1-3 0-15,-1-1 0 0,-1-1 0 0,-1-3 0 16,0-2 0-16,-1 0 0 0,1-1 0 0,-1-3 128 16,0-2-128-16,-1 1 0 0,0-1 0 0,2-3 0 15,-3 0 128-15,-1-2-128 0,1-1 0 0,0-1-224 16,-1 0 48-16,1-1 16 15,1-1-768-15,0 2-160 0,0-1-16 0,1 3-16 16,0 2-1056-16,-1 3-192 0,1-1-64 0,-1 3-17856 0</inkml:trace>
  <inkml:trace contextRef="#ctx0" brushRef="#br0" timeOffset="67312.58">24983 8194 14735 0,'3'7'1312'0,"-1"1"-1056"15,1 1-256-15,2 0 0 0,0-2 5344 0,3 2 1008 0,0-1 208 0,1-3 32 16,2-1-3504-16,-1 0-704 15,2-3-144-15,1-1-16 0,1-1-768 0,0-3-160 0,2-2-16 16,1 0-16-16,3-1-752 0,-2 0-160 0,1-3-32 0,1 0 0 16,0-3-192-16,-2-1-128 0,0-3 128 0,-1 1-128 15,-1-4 0-15,-2 1 0 0,0-2 0 0,-2 2 0 16,-2-2 0-16,-2 2 0 0,-1 2 0 0,-2 2 128 16,-2 0-128-16,-2 4-208 0,0 0 48 0,-3 3 16 15,-5 3 144-15,-2 4 0 0,-3 1 0 0,-1 4 0 16,-1 2 0-16,-2 4 128 0,-3 1-128 0,0 4 176 0,0 2 96 15,1 2 32-15,-1 5 0 0,4-1 0 0,0 0 80 16,4 1 32-16,0-3 0 0,6 0 0 0,0 0-96 0,3-5-32 16,4 4 0-16,3-4 0 0,2 1-288 0,2 0 0 15,2-6 128-15,4 1-128 0,2-2 0 16,1 0 0-16,0-4 0 0,2-1 0 0,-1 1-144 0,1-4 16 16,1-1 0-16,-2-1 0 15,1-1-896-15,-2 0-192 0,-1 0-16 0,0 1-16 16,-1-4-2176-16,-1 1-432 0</inkml:trace>
  <inkml:trace contextRef="#ctx0" brushRef="#br0" timeOffset="69968.53">25983 7955 19343 0,'0'0'1728'0,"0"0"-1392"16,0 0-336-16,-6 0 0 0,-1 0 5808 0,7 0 1088 15,0 0 208-15,-6 0 64 0,6 0-5648 0,0 0-1136 16,0 0-208-16,0 0-48 0,0 0-128 0,0 0 0 15,0 0 0-15,0 0 0 16,0 0-1792-16,0 0-448 0,0 0-64 0,0 0-9808 16,0 0-1968-16</inkml:trace>
  <inkml:trace contextRef="#ctx0" brushRef="#br0" timeOffset="70117.38">26008 8086 34095 0,'0'0'3024'0,"0"0"-2416"16,0 0-480-16,-1 8-128 0,1 0 2240 0,0-8 416 0,0 0 96 0,1 9 0 15,-1-1-1792-15,0 0-352 16,0-2-80-16,0-6-16 0,0 0-128 0,0 0-48 0,0 0 0 0,0 0 0 31,0 0-1744-31,0 0-336 0,0 0-80 0,0 0-17280 0</inkml:trace>
  <inkml:trace contextRef="#ctx0" brushRef="#br0" timeOffset="71487.97">27501 7983 12895 0,'13'-14'1152'0,"-8"7"-928"0,1 0-224 0,1-3 0 16,-2-1 3792-16,2-1 720 15,-2-1 144-15,-1 0 16 0,-3-1-2944 0,0 2-576 0,-1 1-128 0,-2 0-32 16,-5-1 1232-16,-1 1 240 0,-1 2 48 0,-1 3 16 16,-3 2-1232-16,-3 1-240 0,-2 3-48 0,-6 4-16 15,0 3-160-15,-4 4-16 16,0 6-16-16,-4 2 0 0,0 5-48 0,-1 4-16 0,1 2 0 0,0 2 0 16,4 4-176-16,3-1-48 0,3 0 0 0,6-2 0 15,4-2-192-15,6 0-64 0,4 0 0 0,6-2 0 16,7-1-256-16,6-4 0 0,4-2 0 0,5-1-144 15,4-1 0-15,5-3 0 0,4-5 0 0,4-6 0 16,1 1-80-16,2-6-16 0,-2-1 0 0,-1-1 0 0,-1-6-48 16,-2 1-16-16,-2-5 0 0,-1-1 0 0,-2-1-48 15,-2-1-16-15,-3-2 0 0,-2-1 0 0,-2-2 64 0,-4-3 16 16,-2-3 0-16,-4 0 0 0,-5-2 288 16,-1-3 0-16,-5-1-128 0,-3-5 128 0,0 4 0 0,-5-1 0 15,-3 1 128-15,-4 0-128 0,-1 2 128 16,-4 3-128-16,-3 3 0 0,-4 2 144 0,-3 3-144 0,-2 2 0 15,-3 4-192-15,0 5 192 16,-2 3-576-16,0 3 16 0,-2 4 0 0,1 3 0 16,1 1-2768-16,2 5-576 0,1 1-96 0,4 2-32 0</inkml:trace>
  <inkml:trace contextRef="#ctx0" brushRef="#br0" timeOffset="71731.03">27610 8197 40031 0,'0'0'1776'0,"0"0"352"0,-1-6-1696 0,1 6-432 15,0 0 0-15,0 0 0 0,-1-7 1408 0,-1 3 208 0,2 4 48 0,0 0 0 16,0 0 128-16,0 0 48 0,0 0 0 0,-2 11 0 16,-1-1-1136-16,0 4-208 0,2 5-48 0,0-2-16 15,-1 2-208-15,1-1-32 0,1 2-16 0,0-1 0 16,1 4-176-16,1-5 0 0,-1 0 0 0,0 0 0 15,2 1-1216-15,0-4-192 0,-2 1-16 0,2-2-16 16,-1 1-2336-16,-1-2-480 16,-2 6-96-16,1-19 0 0</inkml:trace>
  <inkml:trace contextRef="#ctx0" brushRef="#br0" timeOffset="72028">26988 8498 25791 0,'0'0'2304'0,"0"0"-1856"16,0 0-448-16,0 0 0 0,7 7 3984 0,-2 1 704 0,0 1 144 0,-1 1 32 15,-3 1-2688-15,-1 2-544 0,0 1-96 0,-1 2-32 16,-1-1-192-16,-1 2-32 16,0 1-16-16,2 1 0 0,-2-6-912 0,2 0-176 0,0-2-48 0,-1 1 0 31,2 0-688-31,0-2-144 0,0-2-16 0,0-8-16 16,0 0-2432-16,7 7-480 0,2-7-112 0</inkml:trace>
  <inkml:trace contextRef="#ctx0" brushRef="#br0" timeOffset="72430.55">28158 8368 7359 0,'0'0'656'16,"0"0"-528"-16,0 0-128 0,0 0 0 0,0 0 9792 0,0 0 1936 15,0 0 384-15,0 0 80 0,0 0-9344 0,0 0-1872 16,8 4-368-16,2-3-80 0,3-1-16 0,1 0 0 16,5 0 0-16,0 0 0 0,2 3-384 0,1-2-128 15,-2 2 0-15,-1-3 0 0,0 1 0 0,-4 1 0 16,2 2 0-16,-4 2 0 0,-1-1 0 0,-3 0 0 16,-2 0 0-16,-4 0 0 0,-1 2 0 0,-4 2 0 0,-3-1 128 15,-3 2-128-15,-2 3 512 0,-2 0 32 0,-3 0 16 0,-2 3 0 16,-3 0-432-16,1 1-128 0,-1 0 0 0,-1-2 0 15,0 2 128-15,2-1-128 16,2-2 0-16,2-1 0 0,2 0 224 0,3-1-64 0,1-2-16 16,2 0 0-16,2-4-144 0,5-6 160 0,0 0-160 0,0 0 160 15,3 9-160-15,2-1-224 0,1-3 48 0,5-1 16 16,3-4 160-16,3-2-160 16,0-2 160-16,1 1-160 0,5 0 160 0,0 2 0 0,0-3-144 0,2 0 144 31,3-2-2176-31,0-2-352 0,1 0-80 0,0-1-20176 0</inkml:trace>
  <inkml:trace contextRef="#ctx0" brushRef="#br0" timeOffset="72722.53">29017 8148 37775 0,'0'0'3360'0,"-5"-6"-2688"16,1 2-544-16,4 4-128 0,0 0 3776 0,0 0 736 16,0 0 144-16,0 0 16 0,10-1-3392 0,2 0-704 15,0-1-128-15,1 1-16 0,1-1-240 0,2-1-32 0,1 3-16 0,1-1 0 16,-1-2-144-16,0 0-144 15,1 1 144-15,0 1-208 16,-1-5-1216-16,-1 5-240 0,-1-2-64 0,0 2-13904 16,-2-2-2800-16</inkml:trace>
  <inkml:trace contextRef="#ctx0" brushRef="#br0" timeOffset="72889.56">28928 8318 28559 0,'0'0'2544'0,"0"0"-2032"0,0 0-512 0,0 0 0 15,0 0 3568-15,9 2 608 0,2-1 128 0,2-1 32 16,1 0-2992-16,3-1-576 0,1-2-128 0,6 0-32 16,1 2-208-16,2-2-32 0,0 0-16 0,1-3 0 0,-1 0-352 15,0-1-240-15,0-1 48 0,0 1 0 16,0 0-2832-16,1 1-560 0</inkml:trace>
  <inkml:trace contextRef="#ctx0" brushRef="#br0" timeOffset="73240.59">29863 7892 31327 0,'0'0'1392'0,"-5"-4"272"0,-2-1-1328 0,2 1-336 16,1-1 0-16,3 1 0 0,-1-3 4208 0,4 2 768 15,-1-1 144-15,4-1 48 0,3 1-3152 0,1 0-624 0,3 2-128 0,2 0-32 16,3-2-768-16,2 2-144 0,1 0-48 0,3 0 0 16,1 0-96-16,2 3-32 15,-1 0 0-15,-1-1 0 0,-1 0-144 0,-1 2 0 0,-2 0 0 0,-2 2 128 16,-5 0-128-16,0 0 0 0,-1 2 0 0,-3-1 0 16,-9-3 0-16,0 0 0 0,5 8 0 0,-3-1 0 15,-6 1 0-15,-2 1 0 0,0 2 0 0,-2-1 0 16,-2 1 0-16,-2 0 0 0,0-1 0 0,0 1 0 15,-1 1 0-15,0 0-144 0,-2 1 144 0,0 2-160 16,2-1-992 0,0 0-192-16,-1 1-32 0,1 1-16 0,1 1-2448 15,0-1-480-15</inkml:trace>
  <inkml:trace contextRef="#ctx0" brushRef="#br0" timeOffset="73402.53">30034 8436 23951 0,'0'0'2128'0,"0"0"-1696"15,-5 5-432-15,2 1 0 0,3-6 6928 0,-1 8 1312 16,1-8 256-16,-3 7 48 0,2-1-5984 0,1 1-1216 16,0-7-224-16,-4 5-48 0,4-5-768 0,0 0-160 15,0 0-16-15,0 0 16 0,0 0-144 0,0 0 0 16,0 0 0-16,0 0 0 16,0 0-528-16,0 0-112 0,0 0 0 0</inkml:trace>
  <inkml:trace contextRef="#ctx0" brushRef="#br0" timeOffset="74038.83">31440 7879 47055 0,'-9'-13'2080'0,"2"9"432"0,-5 0-2000 0,3-1-512 0,2 0 0 0,2-1 0 0,-2 1 240 0,1 0-48 16,-1 0-16-16,0 0 0 0,-1-1 560 0,0 4 112 16,1-1 32-16,0 1 0 0,-4-1-432 0,-1 3-96 15,1 1-16-15,-2 2 0 0,-3-1 80 0,2 2 16 16,-1 2 0-16,1 1 0 0,0 0-144 0,1 3-32 16,1 2 0-16,1 2 0 0,2 1-96 0,0 0-32 15,0 2 0-15,1 0 0 0,0 5 32 0,3-1 0 0,1 3 0 16,3 2 0-16,0 1-16 0,1 1 0 0,0-1 0 15,1-1 0-15,0 4 16 0,1 0 0 0,0 0 0 16,-1 1 0-16,-1-1-160 0,0 0 192 16,2 3-192-16,-1-3 192 0,-1-1-192 0,1-1 0 0,2 1 0 0,0 1 128 15,1-3-128-15,-1 1 0 16,0-2 0-16,0-3 0 0,-1 1 0 0,1-6 0 0,1 0 0 0,-2-3 0 16,1 0 0-16,0-2 0 0,-2 0 0 15,0-4 0-15,-1-9 0 0,0 0 0 0,0 0 0 16,4 8 0-16,-4-8 0 0,7 3 0 0,-7-3 128 0,9 0-128 15,0-3 0-15,1-1 0 0,2-1 0 0,1 0 0 16,-1 1 0-16,1 0 0 0,1 3 0 0,1-2 0 16,-2-1 0-16,1 0 0 0,0 2 0 15,1-2 0-15,-2 1 0 0,0 3-144 0,1-2 144 0,0 2-160 16,1-4-544-16,-2 2-128 16,2 1 0-16,2 0-16 0,0 1-1392 0,0-2-256 0,0 0-64 15,0-1-18816-15</inkml:trace>
  <inkml:trace contextRef="#ctx0" brushRef="#br0" timeOffset="74547.25">32036 7974 49871 0,'-15'-6'2208'0,"9"4"464"0,0 1-2144 0,1 1-528 0,-2-3 0 0,1 1 0 15,-1 3 496-15,-1-1-16 0,0 0 0 0,-1 1 0 16,0 2 400-16,1-3 80 0,2 4 0 0,1 2 16 15,-1-2-704-15,3 5-144 0,0-2-128 0,0 2 192 16,1 2-192-16,0 2 0 0,2 1 0 0,3 2 0 16,0 1 0-16,1-2 0 0,1 2 0 0,1 0 0 15,1 0 0-15,2 0 0 0,0 1 0 0,1-1 0 16,1 0 0-16,1 0 0 0,1 1-144 0,-2 1 144 16,2 1 0-16,0 0 0 0,-1 0-128 0,0-1 128 0,1-1-160 15,-1 1 32-15,-1-5 0 0,-1 3 0 0,-1-4-48 16,-4 0 0-16,-1 0 0 0,-3-3 0 0,-2 0 176 15,-2-3-128-15,-2 2 128 0,-3 1-128 0,-2-4 128 16,-3 1 0-16,-3-2 0 0,-1-1 0 0,-2-2 128 0,-2 0-128 16,-3-2 128-16,1 0-128 0,1 0 0 0,-1-3 128 15,0 2-128-15,2-3 0 0,2-1 0 0,-2-2-160 16,-3 1 16-16,5-1 0 16,3 1-1648-16,3-2-320 0,-3-1-64 0,6-2-19520 0</inkml:trace>
  <inkml:trace contextRef="#ctx0" brushRef="#br0" timeOffset="75222.81">32271 7825 32255 0,'0'0'2864'0,"0"0"-2288"0,0 0-576 0,0 0 0 0,0 0 2640 0,6-5 432 16,4 1 64-16,1 2 32 0,6-1-1440 0,0 1-304 15,0-1-48-15,1 0-16 0,2 3-672 0,1-1-144 16,1 1-32-16,0 0 0 0,2-1-256 0,0-1-64 16,2 2-16-16,-1 0 0 0,0 0 0 0,0 2 0 15,-2-1 0-15,-1 3 0 0,-2-3-32 0,-3 3 0 16,-4 0 0-16,-1 3 0 0,-3 0 128 0,-1 4 32 15,-3 1 0-15,-1 2 0 0,0 0 32 0,-3 3 16 0,-2 3 0 0,-1 2 0 16,2 4-48-16,-1 1-16 0,-3 6 0 16,0 1 0-16,2-2-96 0,-1 2 0 0,2 2-16 15,-1-3 0-15,1 7-176 0,2-4 0 16,2 2 144-16,-2 0-144 0,2-2 0 0,1 1 0 0,1-3 0 0,-2-1 0 16,-2 1 0-16,2 0 0 0,0-2 0 0,1-4-128 15,-1-2-32-15,0-1 0 0,-2-1 0 0,2-2 0 16,0-5 0-16,-1 2 0 0,-4-4 0 0,2 0 0 15,2-2 160-15,-2-1-192 0,-3 0 192 0,1-6-192 16,2 2 192-16,0-8-128 0,-3 5 128 0,3-5-128 16,0 0 128-16,0 0-160 0,0 0 160 0,0 0-160 15,0 0 160-15,0 0 0 0,0 0 0 0,-7 2 0 16,0-1 0-16,-1-1 0 0,0 0 0 0,-1 0 128 16,-4-1 0-16,-2-1 16 0,-2 1 0 0,-1 1 0 15,0-1 32-15,-3 1 0 0,-1 0 0 0,-2-2 0 16,1 2-176-16,1 0 160 0,0 0-160 0,1 2 160 0,1-1-160 15,2 2-176-15,1 0 48 0,3-1 0 16,1 0-1984-16,4 0-400 16,1-1-80-16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5-16T18:36:23.39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29825 11488 26719 0,'0'0'2368'0,"0"0"-1888"16,0 0-480-16,0 0 0 0,0 0 1984 0,0 0 320 15,0 0 48-15,0 0 16 0,0 0-2224 0,0 0-432 16,0 0-96-16,0 0 0 0,0 0 1152 0,0 0 224 0,0 10 48 16,1 0 16-16,-1 1 352 0,2-1 80 15,-1 1 16-15,2 1 0 0,-1 1-784 0,2-2-144 0,-1 2-48 0,2-1 0 16,0 0-272-16,2 0-64 0,-1-2-16 0,2 0 0 15,0 1-176-15,0 1 0 0,1-5 0 0,0 1 0 16,0-1 0-16,0-2 128 0,0 0-128 0,0-1 128 16,2-1-128-16,-2-2 0 0,0-1 144 0,0-3-144 15,0 1 192-15,1-3-16 0,-1-2-16 0,1-1 0 0,2-1 96 16,0-1 0-16,2-2 16 0,0-1 0 0,3-1-48 0,1-2-16 16,2-2 0-16,2-2 0 0,2-5-208 15,3 1 0-15,2-6 128 0,1 0-128 0,2-2 0 16,5 1 0-16,2-6 0 0,1 2 0 0,1-1 0 0,-1-1 0 15,1 2 0-15,-2 2 0 0,-4 3 0 0,-3 4 0 16,-2 0 0-16,-1 4 0 0,-7 1 0 0,-2 4 0 16,-2 0 0-16,-4 4 0 0,-1 0 0 0,-2 2 0 15,-2 0 0-15,-1 3 0 0,-2 2 0 0,1-1 0 16,-3 1 128-16,-4 6-128 0,2-5 192 0,-2 5-64 16,3-8-128-16,-3 8 192 0,0 0-192 0,0 0 176 15,3-7-176-15,-3 7 160 0,0 0-160 0,0 0 128 16,0 0-128-16,0 0 128 0,2-4-128 0,-2 4 0 15,0 0 0-15,0 0 128 0,4-5-128 0,-4 5 0 16,0 0 0-16,0 0 128 0,0 0-128 0,5-4 0 16,1 0 0-16,-1 2 0 15,-5 2-1152-15,8-2-128 0,-1-2 0 0,1 2-12624 16,1-1-2528-16</inkml:trace>
  <inkml:trace contextRef="#ctx0" brushRef="#br0" timeOffset="8059.63">32009 13156 17503 0,'0'0'768'0,"-7"-6"176"0,2-1-752 0,1 1-192 0,4 6 0 0,-4-8 0 31,4 8-448-31,-1-10-128 0,1 0-32 0,0 10 0 16,1-10 0-16,1-2 0 0,-1 4 0 0,0-1 0 0,-1 9 912 0,3-9 176 0,-2 0 32 0,2 0 16 15,-3 9 848-15,0 0 160 0,4-8 48 0,-4 8 0 16,4-8 592-16,-4 8 112 0,0 0 16 0,0 0 16 15,0 0-432-15,0 0-96 0,0 0 0 0,5 16-16 16,-1-3-112-16,0 4-32 0,-3 3 0 0,2-4 0 16,-2 5-480-16,1 0-112 0,0 1-16 0,0 2 0 15,0-1-480-15,0 2-96 0,0 0-32 0,-1 1 0 16,1 0-160-16,1-1-48 0,0-3 0 0,-1 0 0 16,0 2-80-16,0-4-128 0,-1-1 176 0,2-2-176 0,0-3 256 15,1 0-64-15,0-2-16 0,-1-2 0 0,-3-10 0 16,7 12 0-16,1-3 0 0,-8-9 0 0,0 0-176 15,14 6 192-15,0-4-192 0,-2-2 192 0,1-5-64 16,3-2-128-16,2-2 192 0,2 0-64 0,1-3 64 16,1-3 0-16,1-5 0 0,2 1 0 0,2-4 0 0,2-1 0 15,0-4 0-15,1 0 0 0,1-1-64 0,3-1-128 16,2 0 192-16,3-3-64 0,2-2-128 0,1 0 0 16,-2 0 0-16,0 1 128 0,2 1-128 0,0 1 0 15,-2-2 0-15,-3 3 0 0,-3-1 0 16,-3 4 0-16,-4-1 0 0,-1 2 0 0,-1 0 0 0,-12 14 0 0,2-5 0 15,0 1 0-15,1-1 0 0,0 0 0 0,-1-2-144 16,0 2 144-16,-1 0-144 0,9-15 144 0,-6 8-208 0,-4 6 80 16,-2 2 128-16,-3 4-160 0,-2 1 160 0,-1 3-160 15,-1 0 160-15,-4 9-128 0,3-9 128 0,-3 9-128 16,0 0-16-16,0 0 0 0,2-10 0 0,-2 10 0 16,0 0-208-16,0 0-32 0,0 0-16 0,0 0 0 31,0 0-1136-31,0 0-240 0,0 0-32 0,0 0-16 15,0 0-1840-15,0 0-368 0</inkml:trace>
  <inkml:trace contextRef="#ctx0" brushRef="#br0" timeOffset="19686.56">23483 15345 8287 0,'0'0'368'0,"13"-2"80"0,-2-2-448 0,4 0 0 15,2 0 0-15,5 0 0 0,5 0 1472 0,3-2 224 16,1-1 32-16,3 2 16 0,3-2-256 0,1 2-48 0,-1 0-16 16,1 1 0-16,0 0-384 0,2 0-80 0,2 2 0 0,1 2-16 15,0-3-640-15,2 3-128 0,2 0-32 0,-1 3 0 16,0-3-352-16,-3 0-80 0,-4 0-16 0,0 0 0 31,0-3-496-31,4 2-96 0,2-2-32 0,6 2 0 16,5 0 32-16,5-1 0 0,4 0 0 0,0-2 0 15,-1 0 384-15,0-1 64 0,0-2 32 0,4 1 0 0,3-2 1184 0,2 1 224 0,0 2 48 0,-5 1 16 16,-9 1 416-16,-7 2 96 0,-6-1 16 0,-7 0 0 16,-7 2-1120-16,-4 0-208 0,-5 2-64 0,-2 0 0 15,-1-1-192-15,-3 2-256 0,-3 0 48 0,-2-3 16 16,-2 2 192-16,-10-2 0 0,9 2 0 0,-9-2 0 16,0 0 0-16,0 0 0 0,0 0 0 0,0 0 0 0,0 0 0 15,0 0 0-15,0 0 0 0,0 0 0 16,0 0 272-16,0 0 0 0,0 0 0 0,-9-3-7568 15,9 3-1504-15</inkml:trace>
  <inkml:trace contextRef="#ctx0" brushRef="#br0" timeOffset="20885.18">22930 14839 10815 0,'14'0'480'0,"-3"-1"96"0,0 0-448 0,4 0-128 0,0-1 0 0,7 2 0 16,6 0 1536-16,2-1 304 0,1-2 48 0,6 1 16 15,2-2-448-15,5-1-96 0,3-3-16 0,8-1 0 16,6 1-48-16,12 0-16 0,9 2 0 0,5-4 0 16,2 3-208-16,5-4-48 0,4-1-16 0,9 2 0 15,6-3-352-15,3 4-64 0,-1 1-16 0,9 1 0 16,9-2-192-16,-4 3-32 0,-5-2-16 0,5 1 0 16,5 1 16-16,-5 2 0 0,-8 1 0 0,2 1 0 15,2-2-64-15,-5 1-16 0,-5 2 0 0,-2 1 0 0,1-1-272 16,0-1 160-16,1 1-160 0,-4 1 128 0,-6 1-128 0,1 2 0 15,-2 1 0-15,-6 0 0 0,-5 0 0 0,-10 1 0 16,-7-1 0-16,-7 0 0 0,-5-3 0 16,-6 0 128-16,-3 1-128 0,-8-1 0 0,-8 0 0 0,-2-1 128 15,-5 0-128-15,-7 0 0 0,-7 2 0 0,-3-1 0 16,-4-1-224-16,-11 0-10624 16,0 0-2128-16</inkml:trace>
  <inkml:trace contextRef="#ctx0" brushRef="#br0" timeOffset="21399.02">22797 14883 12895 0,'0'0'576'0,"12"-4"112"0,1-2-560 0,1 2-128 0,3 2 0 0,4-1 0 15,3 1 1952-15,5-1 352 0,4-1 80 0,6 2 16 16,7-5-1072-16,3 2-224 0,2 0-32 0,1-2-16 15,0 1-96-15,7-1 0 0,6 2-16 0,9 0 0 16,7-2-336-16,7 1-64 0,3-1-16 0,5 1 0 0,2-1-240 16,10 0-48-16,10 2-16 0,2-1 0 0,-3 1-224 0,9 2 144 15,9-1-144-15,-2 1 128 0,-4 0-128 0,6 0 0 16,9 0 0-16,-2-1 128 0,-3-1 736 0,7 4 144 16,4 1 16-16,-4 0 16 15,-5-1-1616-15,-1 2-336 0,0 3-64 0,-9 1-16 0,-10-4 800 0,-2 2 192 16,-1 1 0-16,-10 1 0 0,-11-4 0 0,-6 2 0 15,-5 0 0-15,-4-1 0 0,-3-1 0 0,-6 2 0 16,-7-2 0-16,-6 2 0 0,-7-2 0 0,-4-1 0 16,-6 0 0-16,-4 0 0 0,-3 0 0 0,-3 0 0 0,-6-1 0 15,-1 0 0-15,-3-1-192 0,-5 1-64 16,-3-2 0-16,-4 2 0 16,-11 1-576-16,0 0-128 0,0 0-32 0,-13-4-7632 0,-7 0-1520 0</inkml:trace>
  <inkml:trace contextRef="#ctx0" brushRef="#br0" timeOffset="22090.42">22816 14996 27007 0,'37'-10'1200'0,"-10"6"240"0,7-3-1152 0,9 3-288 15,9 3 0-15,10-4 0 0,5-6 0 0,5-1 0 16,2 2 0-16,9 0 0 0,6 1 1168 0,8-1 128 15,5 3 32-15,3-3 0 0,2 3-304 0,9 0-64 16,9 1-16-16,4-1 0 0,-1 1-528 0,8-1-96 16,8 0-32-16,1 2 0 0,-1 0-80 0,6 0-16 15,5-3 0-15,4 3 0 0,5 4-192 0,-4-3 144 0,-5-3-144 16,3 4 128-16,4 2-128 0,-10 1 0 0,-9 0 0 0,-3 0 0 16,0 0 0-16,-7 1 0 0,-9 2 0 0,-6 0 0 15,-6 1 0-15,-7 0 0 0,-7-2 0 0,-9 2 0 16,-8-3 0-16,-6 2 0 0,-5 0 0 0,-5-1 0 15,-2-1 0-15,-5 1 128 16,-3-1-128-16,-5-1 0 0,-6-1 0 0,-4-1 0 0,-3 1 0 0,-4 1 0 16,-3-1 0-16,-3 1 0 0,-2-1 128 0,-2 1-128 15,-3 0 0-15,-3 0 160 0,-3 0-160 0,-1 0 160 16,-1 0-16-16,0 0 0 0,-12 0 0 0,11 0 0 16,-2 0-144-16,-9 0 128 0,10 0-128 0,-10 0 128 15,0 0-128-15,0 0 0 0,0 0 0 0,9 2 0 16,-9-2 0-16,0 0 0 0,0 0 0 0,0 0 0 15,0 0 0-15,9 5 0 0,-9-5 0 0,0 0 0 0,0 0 0 0,0 0 0 16,0 0 0-16,0 0 0 0,0 0 0 0,0 0 0 16,0 0 176-16,0 0-176 0,0 0 224 0,0 0-48 15,0 0-16-15,0 0 0 0,0 0-160 0,0 0 160 16,0 0-160-16,0 0 160 0,0 0-160 0,0 0 0 16,0 0 0-16,0 0 0 0,0 0 0 0,0 0 0 15,0 0 0-15,0 0 0 0,0 0 0 0,0 0 208 16,0 0-48-16,0 0-16 0,0 0-144 0,0 0 0 15,0 0 0-15,0 0 0 16,0 0-416-16,0 0-112 0,0 0-32 0,10 0-10960 16,-1 3-2208-16</inkml:trace>
  <inkml:trace contextRef="#ctx0" brushRef="#br0" timeOffset="23919.9">22613 14353 25791 0,'-20'-38'2304'0,"6"11"-1856"0,-4-4-448 0,-2-1 0 0,1 1 0 0,2-3 128 15,1-1-128-15,2-3 0 16,1-2-1920-16,-2-3-416 0,0 0-96 0,-3-3 0 15,-5 3 1600-15,-1 4 336 0,-5 3 64 0,-4 4 16 0,-3 1 704 0,-5 6 144 16,-2 3 16-16,-6 8 16 0,-9 1 1392 0,-4 6 256 16,-1 5 64-16,-4 5 16 0,-4 8-464 0,-3 3-112 15,-7 2-16-15,-5 6 0 0,-5 7-256 0,-1 3-64 16,5 5-16-16,2 7 0 0,4 8-96 0,3 0-16 16,3 3 0-16,7 6 0 0,7 7-384 0,10 5-64 15,6 3-32-15,14-1 0 0,10 2-544 0,10 3-128 16,7-1 0-16,8-3 0 0,6 0 0 0,9-1 0 15,10 1 0-15,8-2 0 0,6 1 0 0,5-2 0 0,4 0 160 16,4-4-160-16,3-8 144 0,3-2-144 0,4-6 0 0,3-2 144 16,2-7-144-16,5-5 0 0,1-3 0 0,-1-8 0 15,-1-2 0-15,-2-7 0 0,-2-4 0 0,2-3 0 16,1-4 0-16,-1-6 128 0,-3-3-128 0,-2-4 128 16,-4-8-128-16,-1-7 0 0,-3-3 0 0,-3-5 0 15,-2-3-176-15,-5-4-16 0,-3-6 0 0,-5-3 0 16,-4-5 48-16,-4-5 0 0,-5-6 0 0,-6-6 0 15,-5-5 144-15,-2-3-128 0,-6-2 128 0,-3-1-128 16,-5-2 128-16,-3 1 0 0,-4-1 128 0,-6 3-128 16,-4 0 304-16,-6 4-16 0,-5 6 0 0,-5 4 0 15,-3 1 160-15,-4 6 16 0,-2 6 16 0,-2 5 0 16,3 3-96-16,1 6 0 0,1 8-16 0,0 3 0 0,-1 2-224 16,3 6-144-16,2 6 192 0,3 3-192 15,3 3-816-15,-1 6-272 0,1 4-48 16</inkml:trace>
  <inkml:trace contextRef="#ctx0" brushRef="#br0" timeOffset="31494.09">30555 14414 20271 0,'-5'-11'1792'0,"1"0"-1424"0,0 2-368 0,3 3 0 0,1 6 3264 0,0 0 576 15,0-9 112-15,0 1 16 0,0 0-3200 16,0 8-640-16,-1-9-128 0,1 9 0 0,-3-9 480 0,2 0 112 15,1 9 32-15,-3-7 0 0,-2 0-80 0,0 2-16 16,-2 1 0-16,-2-1 0 0,0 4-112 0,-3-2-32 16,-2 3 0-16,-2 3 0 0,-1 1-256 0,-1 1-128 15,0 0 0-15,-1 2 128 0,0-1-128 0,1 2 0 16,1 0 0-16,1 0 0 0,0 0 0 0,3-1-144 16,3 2 144-16,-1 2-208 0,2-1 208 0,3-1-144 15,1-1 144-15,5-8-128 0,-4 11 128 0,2 0 0 16,4 1 0-16,2 0-128 0,2-6 128 0,2 2 0 15,0 0 0-15,2 0 0 0,3 0 0 0,2 0 0 0,-1-2 0 16,3 2 0-16,4 2 0 0,0 1 0 16,-2 0 0-16,2-1 0 0,0 1 0 0,0 2-192 0,0 2 64 0,-1-1 0 31,0-2-256-31,-2 1-64 0,-2 2 0 0,-3-4 0 0,-3-1 64 0,-2-1 16 0,-8-9 0 0,5 13 0 16,-3 1 368-16,-2-4-144 0,-3 0 144 0,-3 0 0 15,-5-4 320-15,-1-2 192 0,1 1 16 0,-4 2 16 16,-2-2 288-16,0-1 64 0,1-2 16 0,-1 1 0 15,-2 0-192-15,4-2-32 0,0 2-16 0,0-3 0 16,-2-3-320-16,1 3-64 0,2-1-16 0,1-1 0 16,-2-2-432-16,2 0-96 0,2 1 0 0,1-1-16 31,1-2-2752-31,3 0-560 0</inkml:trace>
  <inkml:trace contextRef="#ctx0" brushRef="#br0" timeOffset="31655.85">30719 14793 27647 0,'0'0'2448'0,"0"0"-1952"15,0 0-496-15,0 0 0 0,0 0 2672 0,0 0 432 16,0 0 96-16,0 0 0 0,0 0-2784 0,0 0-560 16,0 0-112-16,14-4-11200 15,-1 1-2224-15</inkml:trace>
  <inkml:trace contextRef="#ctx0" brushRef="#br0" timeOffset="31996.13">31350 14441 9215 0,'2'-16'816'0,"-2"5"-656"0,-2 1-160 0,2 1 0 16,0 9 6704-16,2-11 1296 0,-1 2 272 0,-1 9 48 15,-1-10-6176-15,1 10-1248 0,0 0-240 0,0 0-48 16,-5-8 192-16,5 8 32 0,-8-2 16 0,8 2 0 16,-12 1-576-16,0 3-112 0,-2 1-32 0,-2 3 0 15,3 3 48-15,-4 4 0 0,-2 2 0 0,-2 0 0 16,0 0 16-16,0 1 0 0,-1 1 0 0,1 2 0 16,2 0 48-16,2 0 16 0,2 0 0 0,4 1 0 15,0 0-256-15,5 0 176 0,0-1-176 0,5 0 160 0,4 0-160 16,2-3 0-16,1-2 0 0,4-2-176 0,1-1 0 0,2 0 0 15,2-1 0-15,-1 0 0 0,2 0-144 0,-1-6-48 16,1 1 0-16,2-4 0 16,0 1-1360-16,2-1-256 0,2-3-64 0,-1-1-10112 15,-1-2-2032-15</inkml:trace>
  <inkml:trace contextRef="#ctx0" brushRef="#br0" timeOffset="32193.34">31633 14739 13823 0,'0'0'608'0,"0"0"128"0,0 0-592 0,0 0-144 0,0 0 0 0,0 0 0 16,0 0 6080-16,0 0 1200 0,0 0 224 0,0 0 48 15,11 4-5888-15,-11-4-1200 0,0 0-224 0,10 0-48 31,-10 0-2784-31,12 0-544 0,-12 0-128 0,17 0 0 0</inkml:trace>
  <inkml:trace contextRef="#ctx0" brushRef="#br0" timeOffset="32713.33">32117 14494 4607 0,'0'0'400'0,"4"-9"-400"0,-3-3 0 0,2 3 0 0,-3 9 7120 16,4-9 1344-16,-2-3 272 0,-2 12 48 0,0-12-6304 0,0 1-1264 15,0 11-256-15,0 0-64 0,-3-8 32 0,3 8 0 16,-6-11 0-16,6 11 0 0,-9-5-528 0,1 1-96 16,-1 0-32-16,1 4 0 0,-1 0-16 0,0 0-16 15,-1 2 0-15,-1-1 0 0,1 0-112 0,-2 2-128 16,0 2 176-16,-1 0-176 0,0-1 144 0,3 1-144 15,3 1 0-15,1 0 144 0,-1 2-144 0,2-1 0 16,5-7 0-16,-5 10 0 0,1 0 0 0,1 0 0 16,3-3 0-16,0-7 0 0,0 0 0 0,4 13 0 15,2-5 0-15,0 4 0 0,3-3 0 0,3 0 160 0,0-2-160 16,1 2 160-16,1 1-160 0,2-2 192 0,2 0-192 0,1-2 192 16,1 1-192-16,1-2 128 0,-2 3-128 15,2 0 128-15,0-2-128 0,0 1 0 0,-1 2 0 0,-2-1 0 16,-1 0 0-16,-3 1 0 0,2-1 128 0,-3 1-128 15,-1-1 0-15,-2 2 0 0,0-1 0 0,-2 2 0 16,-3-1 0-16,-5-10 0 0,7 10 0 0,-3 0 0 16,-4-10 0-16,0 0 0 0,-3 11 144 0,3-11-144 15,-8 11 384-15,1-2 16 0,-3-3 0 0,0 0 0 16,0 0 0-16,-3-3 0 0,-3-1 0 0,-1 1 0 16,0 1-128-16,-4-3-16 0,-4-1-16 0,1 0 0 15,-2 0-240-15,-1 0 176 0,0-1-176 0,1-1 160 16,0 1-160-16,2 0 0 0,4 0 0 0,1 1 0 15,1 0-1040-15,4 0-144 0,3 1-32 16,11-1 0-16,-9 2-1616 0,9-2-336 16,0 0-64-16</inkml:trace>
  <inkml:trace contextRef="#ctx0" brushRef="#br0" timeOffset="32910.9">32451 14886 37775 0,'0'0'1664'0,"0"0"368"0,0 0-1632 0,0 0-400 16,0 0 0-16,0 0 0 0,0 0 3216 0,0 0 560 15,0 0 128-15,0-9 0 0,0 9-2432 0,0 0-480 0,0 0-96 0,0 0-32 16,0 0-736-16,0 0-128 0,0 0 0 0,0 0 0 31,0 0-2624-31,0 0-432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5-16T18:37:24.71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3731 3596 21935 0,'0'0'960'0,"0"0"224"0,0 0-944 0,7-2-240 0,-2-5 0 0,-5 7 0 0,0 0 2432 16,0 0 432-16,0 0 80 0,0 0 32 0,0 0-304 0,0 0-64 15,0 0-16-15,0 0 0 0,0 0-800 0,0 0-176 16,0 0-16-16,-7 3-16 0,1 2-576 0,-2 4-112 16,-2 4-32-16,-2 1 0 0,0 2-304 0,0 1-64 15,-1 1-16-15,0 2 0 0,-1 1-192 0,0-3-32 16,1 0-16-16,1 2 0 0,-1-2-240 0,2-1 128 15,1-1-128-15,1-1 0 0,1-3 0 0,2 0 0 16,-1-3 0-16,2 1 0 0,1-3 0 0,4-7-208 16,0 0 32-16,0 0 16 15,0 0-208-15,0 0-32 0,0 0-16 0,0 0 0 16,4-7-160-16,2-4-16 0,4-2-16 0,0-3 0 16,3-4 48-16,1 1 16 0,2-6 0 0,1 0 0 15,0-1-176-15,0 1-48 0,0-1 0 0,0 2 0 16,0 0 272-16,-3 3 48 0,0 2 16 0,-1 2 0 0,-2 4 432 0,-2 0-160 0,-1 5 160 0,-2 1 0 15,-6 7 288-15,0 0 160 0,0 0 48 16,0 0 0-16,0 0 464 0,0 0 112 0,4 8 16 0,0 3 0 16,-1 0-384-16,-1 2-80 0,1-1-16 0,1 0 0 15,0 1-288-15,1 0-64 0,0 1-16 0,3-2 0 16,0 2-112-16,1-1 0 0,0 0-128 0,3-1 192 16,1-3-192-16,1 0 0 0,1-1 0 0,-2 0 0 15,-2 1 0-15,1 0 0 0,0-1 0 0,-2-1 0 16,-1-1 0-16,2 1-128 0,-2-1 128 0,-1-1 0 0,-2 2 0 15,-1-1 0-15,-5-6 0 0,4 8 0 0,-1 0 0 16,-2 0 0-16,-1-8 0 0,-2 10 0 16,-10 7 0-16,4-8 0 0,-1-1 144 0,-1-3 48 15,-4 3 16-15,-1 0 0 0,-1 1 0 0,-1-2 48 16,2 2 16-16,-5-4 0 0,-1 2 0 0,-1-2-80 0,-3 1-32 16,-2-3 0-16,2 1 0 0,-1 0-160 0,0-2 0 15,-1 0 0-15,0-1 0 16,4-1-624-16,2-1-144 0,0-1-48 0,3-3-14768 15,2 0-2960-15</inkml:trace>
  <inkml:trace contextRef="#ctx0" brushRef="#br0" timeOffset="3438.41">4570 3313 26719 0,'0'-14'1184'0,"0"7"240"0,1 0-1136 0,0-2-288 0,2-2 0 16,1 1 0-16,-2 1 3808 0,1-3 704 0,-1 1 144 0,1 4 16 15,0 0-1968-15,-3 7-400 0,5-5-64 0,-5 5-32 16,0 0-1040-16,0 0-208 0,0 0-32 0,0 0-16 15,4 9-208-15,-3 1-64 0,-1 3 0 0,-1 4 0 16,-2 4-256-16,1 3-48 0,-4 3-16 0,0 2 0 0,-1 2-128 0,0 2-16 16,-1-1-16-16,2 3 0 15,0 5-160-15,1-4 0 0,1-1 0 0,1-2 128 0,3-2-80 0,2-1-48 16,1-1 0-16,3-3 0 0,0-3 0 16,3-1 0-16,2-1 0 0,3-2 0 15,0-6 0-15,3-2 0 0,2 0 0 0,0-5 0 0,2 0 0 16,1-4 0-16,3-2 0 0,0-2 0 0,2-2 0 0,1-4-128 15,-1-1 128-15,-1-2-160 0,-3 1-64 0,2-5-16 16,3-1 0-16,-1-3 0 16,-5 1-816-16,2-2-160 0,-2 2-48 0,-1-3 0 15,-1 2-1168-15,-1-2-224 0,-2-3-48 0,-3 2-11440 16,-4 1-2304-16</inkml:trace>
  <inkml:trace contextRef="#ctx0" brushRef="#br0" timeOffset="3684.76">4610 3161 43711 0,'-13'-8'1936'0,"13"8"400"0,-7-3-1872 0,7 3-464 0,0 0 0 0,0 0 0 16,0 0 1600-16,0 0 208 0,0 0 48 0,2-6 16 16,2-2-496-16,3 2-96 15,5 0-32-15,1 1 0 0,3-3-672 0,2 2-144 0,3 2-32 0,0-3 0 16,1-1-112-16,0-1-32 0,2 0 0 0,-1 1 0 15,3-1-256-15,0 1 0 0,0 1 128 0,-1-2-128 16,-1-1-256-16,-1 1-96 0,0 1-32 0,1 2 0 16,-2 1-1072-1,-1 1-208-15,-1 2-64 0,-4 2 0 0,0 0-2640 0,-4 3-544 0</inkml:trace>
  <inkml:trace contextRef="#ctx0" brushRef="#br0" timeOffset="3878.31">4640 3389 46239 0,'-14'12'2048'0,"8"-7"432"0,0 0-1984 0,1 2-496 16,5-7 0-16,-3 5 0 0,3-5 1216 0,0 0 160 15,3 6 32-15,2 1 0 0,3-5-272 0,2 1-48 16,2-3-16-16,3 0 0 0,5-3-752 0,2 1-160 16,0-2-32-16,3-3 0 0,3 0-128 0,0-2 0 15,0 1 0-15,2-1 0 16,0-2-576-16,1 1-192 0,1-3-32 0,2 1-16 15,0 0-1888-15,0 3-384 0,-1-3-80 0</inkml:trace>
  <inkml:trace contextRef="#ctx0" brushRef="#br0" timeOffset="4121.5">5504 3296 32255 0,'0'0'2864'0,"0"0"-2288"0,0 0-576 0,0 0 0 16,0 0 3776-16,0 0 640 0,9 3 128 0,2-2 16 15,-1 1-2192-15,1-1-432 0,-1-1-80 0,2-1-32 16,1-2-1072-16,0 0-224 0,1 2-32 0,-1-3-16 16,2-1-304-16,0 1-176 0,2-2 192 0,0 2-192 15,-1 1 0-15,-1 0 0 0,1 1 0 0,-3-1 0 16,2 1-576-16,-4 2-80 0,-2-3-16 0,-1 3 0 16,1 0-864-16,-2 0-160 0,-7 0-32 0,0 0-16 15,0 0-1344-15,0 0-272 0,-5 10-48 0,-3 0-14720 16</inkml:trace>
  <inkml:trace contextRef="#ctx0" brushRef="#br0" timeOffset="4286.42">5512 3463 19343 0,'-9'11'848'0,"9"-11"192"0,-5 6-832 0,0-1-208 0,-1 2 0 0,2-2 0 0,4-5 4864 0,-1 7 944 16,1 3 176-16,1-3 32 0,-1-7-2880 0,0 0-592 16,0 0-112-16,0 0-32 0,8 1-1120 0,3 0-240 15,2-1-32-15,1-1-16 0,0 0-464 0,2-5-80 16,1 0-32-16,1-1 0 0,1 2-240 0,-1-1-48 15,1-1-128-15,2 1 192 0,1-2-192 0,3 1-160 16,0-1 32-16,2 1 0 16,3-4-3008-16,2 1-608 0</inkml:trace>
  <inkml:trace contextRef="#ctx0" brushRef="#br0" timeOffset="5827.88">6515 3511 30399 0,'0'0'1344'0,"0"0"288"0,0 0-1312 0,0 0-320 15,0 0 0-15,0 0 0 0,0 0 4032 0,0 0 720 16,-6 7 160-16,3 0 16 0,-1 2-2512 0,1-3-512 15,2 7-112-15,-1 2 0 0,0 0-1088 0,-1 2-224 16,-1-1-32-16,2 1-16 0,0 0-224 0,2 0-32 16,0 0-16-16,0-2 0 0,0 0-160 0,2 0 0 15,-1-3 0-15,2 0 0 16,-1-3-896-16,2 0-224 0,0-3-32 0,-4-6-16 16,0 0-2784-16,7 6-544 0</inkml:trace>
  <inkml:trace contextRef="#ctx0" brushRef="#br0" timeOffset="6273.8">7292 3007 37775 0,'0'0'1664'0,"-2"-8"368"0,0-1-1632 0,2 0-400 0,0 1 0 0,0 0 0 0,0 0 3200 0,-2 2 544 15,0-1 112-15,2 7 32 0,-4-4-2064 0,0-1-416 16,-1 4-64-16,-2 1-32 0,1 1-784 0,-2 4-144 15,0 5-48-15,-2 1 0 0,-3 6-128 0,-2 4-16 16,1 7-16-16,-3 1 0 0,-1 8-48 0,-2 0 0 16,-1 2 0-16,3 2 0 0,1 2-128 0,2 0 0 15,3-1 144-15,1-4-48 0,4 0-96 0,3 0 0 16,2-5 0-16,6 0 0 0,1-3 0 0,5-1 0 16,1 1 0-16,5-8 0 0,0-4 0 0,2-2 0 15,1-3 0-15,4-5 0 0,-1-3-208 0,1-4 64 16,1-2 16-16,0-2 0 0,3-6-48 0,-1-1 0 15,0-5 0-15,0 0 0 0,2-4 176 0,1-1-160 16,-2-5 160-16,0-1-160 0,0-3 160 0,-2-2 0 16,-4-2 0-16,-3-3-128 0,-3-2 128 0,-1 0 0 15,-4-1 0-15,-1 0 0 0,-2 0 0 0,-4 2 0 16,-1 2 0-16,-4 2 128 0,-1 2-128 0,-5 2 0 16,-4 3 128-16,-2 2-128 0,-5-3 0 0,-3 7 0 15,-1 1 0-15,-2 4 128 0,-1 0-128 0,-3 5-192 0,2 1 64 0,0 5 0 31,-1 4-768-31,1 4-128 0,-1 5-48 0,4 1 0 16,3 7-1504-16,-1 4-304 0,-1 5-64 0,3 3-17856 0</inkml:trace>
  <inkml:trace contextRef="#ctx0" brushRef="#br0" timeOffset="6491.04">7290 3402 32255 0,'0'0'2864'0,"0"0"-2288"0,11 0-576 0,-2-1 0 16,-1-1 3904-16,0 2 688 0,-8 0 128 0,7 3 16 16,3 1-2208-16,-3 2-448 0,1 2-96 0,-1 3 0 0,-2 0-1248 0,1 5-240 15,-2 4-48-15,-1-1-16 0,0-1-272 0,-1 3-160 16,2 0 192-16,-1-1-192 0,-1 1 0 0,1-1 0 16,1 0 0-16,-2 0 0 15,2-1-768-15,0-2-192 0,1-1-64 0,2-3 0 16,-2-3-2816-16,0-1-560 0</inkml:trace>
  <inkml:trace contextRef="#ctx0" brushRef="#br0" timeOffset="6800.26">7642 3587 39615 0,'0'0'3520'0,"0"0"-2816"0,0 0-560 16,3-5-144-16,4 0 2880 0,-1-1 528 0,1 0 112 15,0-1 32-15,3 1-1792 0,0-1-352 16,2 2-80-16,-1 0-16 0,2-2-672 0,0 2-144 15,2 3-32-15,-1-1 0 0,-1 0-336 0,0 2-128 16,-2 2 0-16,-1 2 144 0,1 1-96 0,-2 1-48 16,-3 3 0-16,1 1 0 0,-2 0 0 0,-1 3 0 15,-3 2 0-15,-1 3 0 0,-2 0 0 0,-2 0 0 0,-2 0 0 0,1 3 0 16,-1-1 0-16,-1-2 0 0,1 0 0 16,-1 0 0-16,1 0 0 0,0 0 0 0,2-3 0 0,2 1 0 15,1-2 0-15,-1-2 0 0,2-1 0 0,2-1 0 16,0 0 0-16,3-1 0 0,1-2 0 0,1-2 0 15,4-1 0-15,1-3 0 0,1-3 0 0,1-2 0 16,4 0-576-16,3-5-128 16,3-1 0-16,3-6-16 0,4-1-2240 0,-1-2-448 15,30-22-96-15,-18 4-16 0</inkml:trace>
  <inkml:trace contextRef="#ctx0" brushRef="#br0" timeOffset="6982.7">8372 3365 48895 0,'0'0'2176'0,"0"0"432"16,0 0-2096-16,0 0-512 0,0 0 0 0,0 0 0 0,0 0 1600 0,10 3 192 16,-3-3 64-16,3 0 0 0,0 0-768 0,0-3-128 15,2 2-48-15,2 0 0 0,3 0-704 0,2 1-208 16,-1-3 0-16,3 0 128 0,1-1-96 0,1 1-32 0,2-3 0 0,0 2 0 16,-2-1-288-16,1-1-48 15,-1-2-16-15,3 0-25504 0</inkml:trace>
  <inkml:trace contextRef="#ctx0" brushRef="#br0" timeOffset="7376.71">8983 3598 23951 0,'0'0'2128'0,"0"0"-1696"15,0 0-432-15,0 0 0 0,1-4 6000 0,0 0 1104 16,-1 4 240-16,0 0 32 0,0 0-4576 0,-2 8-928 16,2 1-176-16,0 2-32 0,-2 2-896 0,2 2-160 15,0 0-32-15,2 0-16 0,-1 2-352 0,2-2-64 16,-2 2-16-16,0 3 0 0,0-2-80 0,2-1-48 16,0-1 0-16,1-3 0 15,1-2-576-15,0-1-128 0,2-1 0 0,-2-5-16 16,-5-4-1456-16,6 0-304 0,3-3-48 0,0-3-20000 0</inkml:trace>
  <inkml:trace contextRef="#ctx0" brushRef="#br0" timeOffset="8022.68">9404 3066 38703 0,'0'0'3440'0,"0"0"-2752"0,0 0-560 0,0 0-128 16,0 0 2688-16,0 0 496 0,0 0 96 0,0 0 32 15,0 0-1328-15,0 0-256 0,2 10-48 0,2 2-16 16,-1 1-912-16,-1 2-192 0,0 5-48 0,0-2 0 16,0 2-304-16,0 5-64 0,0 2-16 0,0 3 0 0,1 3-128 0,-1-2 0 15,1 0 0-15,2-2 112 0,-1-3-112 0,0 0 0 16,0 1 0-16,1-1 0 16,0-2 0-16,1-2 0 0,-2 0 0 0,1-2 0 0,-1-2 0 0,0-2 0 15,-1-5 0-15,3 1 0 0,-1 1 0 0,0-1 0 16,-1-2 0-16,1 1 0 0,-1-1 0 0,0 1 0 15,0-1 0-15,0 0 0 0,-2 0 0 0,2 0 0 16,0 0 0-16,-1 0 0 0,0-1 0 0,-1-4 0 16,-2-5 0-16,0 0 0 0,0 0 0 0,4 6 0 15,-4-6 0-15,0 0 0 0,0 0 0 0,0 0 0 16,0 0 0-16,0 0 0 0,0 0 0 0,8-3 0 16,-2-3 0-16,6-12 0 0,-5 8 0 0,2-3 0 0,-1-3 0 15,-2-2 0-15,5-4 0 16,-1-5 0-16,2-1 0 0,1-3 0 0,1-2 0 0,3-1 0 15,-1 0 0-15,-2-2 0 0,0-3 0 0,1-1 0 0,0 3 0 16,1 0 0-16,-2 1 0 0,-1 4 0 16,-1 4 0-16,-1 2 0 0,-1 2 0 15,-1 7 0-15,-1 5 0 0,-3 2 0 0,-1 5 0 0,-4 5 0 0,0 0 0 16,0 0 0-16,1 14 0 0,-1 6 0 0,0 3 0 16,0 4 0-16,0 2 0 0,0 5 0 0,0 3 0 15,2-1 0-15,0 1 0 0,2-4 0 0,0 3 0 16,1-2 0-16,0-2 0 0,-1-1 0 0,2-1 0 15,0-3 0-15,2-4 0 0,0-2 0 0,0 0 0 16,-1-7 0-16,3 2 0 0,-1-6 0 0,1-1 0 16,1-4 0-16,-1-1 0 0,0-2 0 0,1-4 0 15,-1-2 0-15,2-2 0 0,0-2 0 0,-1-2 0 0,0-6 0 0,-1-1 0 16,-1-2 0-16,2-2 0 0,1-4 0 16,-2 0 0-16,0-5 0 0,0 0 0 0,-3-2 0 15,-1-4 0-15,-2 0 0 0,-2-2 0 0,1 2 0 0,-5-1 0 16,-1 3 0-16,-3 3-160 15,0 1-1056-15,-5 1-224 16,1 3-32-16,-2 3-15056 0,0 0-3008 0</inkml:trace>
  <inkml:trace contextRef="#ctx0" brushRef="#br0" timeOffset="8243.08">9181 2983 51199 0,'-24'0'2272'0,"15"0"464"0,0 0-2192 0,1 0-544 16,2 0 0-16,6 0 0 0,0 0 1024 0,0 0 112 0,0 0 16 0,0 0 0 15,9-2-528-15,3 1-112 16,3-1 0-16,3 1-16 0,3-6-496 0,4 2 0 0,4 0 0 0,1-1 0 16,1-1 0-16,2 0 0 0,1 1-128 0,3-4 128 31,2 0-1600-31,3 1-192 0,1-1-64 0,2-1-21520 0</inkml:trace>
  <inkml:trace contextRef="#ctx0" brushRef="#br0" timeOffset="8418.2">10100 2847 21183 0,'0'0'1888'0,"0"0"-1504"0,9 2-384 0,0 0 0 16,2-2 6400-16,-1-2 1200 0,0 0 240 0,2-1 48 0,0 2-4880 0,2-2-960 15,5 0-208-15,0 1-48 16,1-2-1152-16,0-3-256 0,3 2-32 0,0 0-16 0,2-2-336 0,1 4 0 15,-3-3 0-15,0 2 0 16,-1 1-1136-16,-1 1-192 0,-3 2-32 0,-1 3-14768 16,-3-1-2944-16</inkml:trace>
  <inkml:trace contextRef="#ctx0" brushRef="#br0" timeOffset="8796.67">10383 3521 10127 0,'0'0'448'0,"1"6"96"0,-1-6-544 0,8 7 0 16,0-1 0-16,1-1 0 0,-1-2 9216 0,1 0 1744 15,0-2 352-15,3-1 64 0,1-1-7760 0,1-2-1552 0,2-1-304 0,1 0-64 16,-2-1-992-16,2 1-208 0,-1 0-48 0,0 0 0 16,-2 2-320-16,-1-2-128 15,-1 1 0-15,-3 2 144 0,-9 1-96 0,8-2-48 0,-8 2 0 0,0 0 0 16,0 0 0-16,2 7 0 0,-2 0 0 0,-2 2 0 15,-4-2 0-15,-1 4 0 0,-4 1 0 0,-1 1 0 16,-1 0 0-16,-1 4 0 0,0-2 0 0,1 2 0 16,0-1 0-16,0 0 0 0,1 0 0 0,1 0 0 15,1-3 0-15,1 0 0 0,1-1 0 0,3 0 0 16,1-4 0-16,1 2 0 0,3-2 0 0,2 0 0 0,-2-8 0 16,6 6 0-16,2-2 0 0,1-1 0 0,1-1 0 15,4-2 0-15,0-2 0 0,2-1 0 0,-1 2 0 16,1-5 0-16,1 1 0 0,0 0 0 0,0 0 0 15,0 0 0-15,-2 1 0 0,1-3 0 0,0 5 0 16,-2-2 0-16,-1-3 0 0,0 2 0 16,0 0-1856-16,1-2-352 15,-1 1-80-15</inkml:trace>
  <inkml:trace contextRef="#ctx0" brushRef="#br0" timeOffset="11049.81">12067 3355 18431 0,'0'0'816'0,"0"0"160"0,-8-4-784 0,8 4-192 0,0 0 0 0,0 0 0 15,-9-2 4992-15,9 2 944 0,0 0 192 0,0 0 32 16,0 0-3536-16,0 0-720 0,0 0-144 0,15 2-32 16,3 2-624-16,4 0-128 0,4 0-16 0,4-3-16 0,3-2-368 0,4 2-64 15,6 3 0-15,2-3-16 0,0-2-224 0,1 1-32 16,-2-4-16-16,-11 4 0 0,6 0-224 0,3 0 0 15,1-2 0-15,2-2 0 16,2 2-528-16,2 1-160 0,-1 1-16 16,-2-3-16-16,-3 0-1424 0,-4 0-288 0,-4-1-48 0,-3 0-17360 15</inkml:trace>
  <inkml:trace contextRef="#ctx0" brushRef="#br0" timeOffset="11327.82">13065 3191 28559 0,'0'0'2544'0,"-7"0"-2032"16,1 0-512-16,-1 0 0 0,7 0 4608 0,0 0 816 16,0 0 160-16,0 0 48 0,0 0-4224 0,0 0-848 15,0 0-176-15,0 0-16 0,0 9-32 0,3 0 0 16,1-2 0-16,2-1 0 0,3 1-336 0,3-2 0 0,4 1 0 0,-1 0 0 16,2-3 0-16,0 1 0 15,1 2 0-15,-1-4 0 0,0 1 0 0,-1 1-128 16,-2 0 128-16,-1 0 0 0,-2-2 0 0,-3 2 0 0,-8-4 0 0,0 0 0 15,0 0 0-15,1 9 0 0,-4 2 0 0,-3-1 0 16,-3 0 0-16,-4 2 0 0,-4 0 160 0,-4 4-160 16,-4-3 128-16,0 1-128 0,0-1 0 0,2 0 0 15,-1 1 0-15,4 1 0 0,3-1-176 0,4-2 176 16,2-2-2752 0,6 1-416-16,2-4-96 0</inkml:trace>
  <inkml:trace contextRef="#ctx0" brushRef="#br0" timeOffset="11857.64">13929 3042 10127 0,'0'0'448'0,"0"0"96"0,1-6-544 0,-1 6 0 16,0 0 0-16,0 0 0 0,-1-6 8384 0,1 6 1552 15,0 0 320-15,-8 3 64 0,0 2-7056 0,-2 7-1424 16,-3 1-288-16,0 5-48 0,1 3-560 0,-1 1-112 15,0 2-32-15,0 1 0 0,0-1-304 0,1 1-64 16,2 0-16-16,1-2 0 0,1-1-288 0,1-1-128 16,2-1 128-16,0-3-128 0,1-3 0 0,1-1 0 15,1-2 0-15,0-1 0 0,2-2 0 0,0-8-176 0,0 0 176 0,0 0-192 16,0 0-32-16,0 0-16 16,6-5 0-16,0-3 0 0,2-1 16 0,1-4 0 15,2-3 0-15,0-1 0 0,1-2-48 0,0-5-16 0,2 2 0 16,2-2 0-16,-1 1 288 0,0 1-192 15,-4 0 192-15,2 2-160 0,0 3 160 0,-1 4 0 0,-3 4 0 16,-1 2 0-16,-1 2 256 0,-7 5 16 0,0 0 16 0,8 3 0 16,-8-3 64-16,7 9 16 0,0 0 0 0,-1 3 0 15,1 0-160-15,-1 1-16 0,1 1-16 0,-1 2 0 16,2 1-176-16,1-2 0 0,-1 0 144 0,1 0-144 16,0 2 0-16,2 0 0 0,-1-4 0 0,2 1 0 15,0 2 0-15,0-4 0 0,-1 2 0 0,0-2 0 16,-2-3 0-16,-1-1 0 0,-2 0-160 0,-1-2 160 0,-1 1-192 15,-4-7 192-15,0 0-192 0,0 0 192 0,0 0-128 0,-4 5 128 16,-2-1 0-16,-3 1 0 16,-4 0 0-16,-2 3 0 0,-2-1 0 0,-2-1 0 0,-5-1 0 0,0 1 0 15,-4-1 0-15,1 0 0 0,-2-1-144 0,2 1 144 16,1-5 0-16,4 1-144 16,2 1-848-16,3 2-160 0,3-4-48 15,3 0 0-15,3-3-2624 0,5-1-528 0,3-15-96 0,9-1-32 0</inkml:trace>
  <inkml:trace contextRef="#ctx0" brushRef="#br0" timeOffset="12079.07">14310 2819 47743 0,'0'0'2112'0,"0"0"448"0,2-6-2048 0,2 0-512 16,0 0 0-16,-4 6 0 0,0 0 1088 0,0 0 112 15,0 0 16-15,8 4 16 0,-8-4 160 0,5 9 16 16,2 4 16-16,-2 1 0 0,0 3-1168 0,0 4-256 0,-1 1 0 0,0 4 0 15,-1 3 0-15,-1 1 192 0,1-1-64 0,-1 3 0 16,1 2-128-16,0-1 0 0,1-4 0 0,-2 1 128 16,1-3-128-16,-2 0 0 0,0-2 0 0,2-1-176 31,0-5-752-31,-1-2-160 0,0-3-16 0,0-2-16 0,1-3-1808 16,1-4-352-16,-4-5-80 0</inkml:trace>
  <inkml:trace contextRef="#ctx0" brushRef="#br0" timeOffset="12546.24">14679 2904 2751 0,'0'0'128'0,"1"-7"16"16,-1-2-144-16,0 3 0 0,-1 1 0 0,1 5 0 0,0 0 10320 0,0 0 2032 15,-6-2 416-15,0 2 80 0,-3 4-8928 0,-2 3-1776 16,0 2-352-16,-3 4-80 0,-1 4-944 0,-3 2-192 16,-2 5-48-16,0 2 0 0,2 0-224 0,-1 4-48 15,2-1-16-15,2 2 0 0,4-1-112 0,0 0 0 16,5-1-128-16,2-2 192 0,1-1-192 0,4-4 0 15,2 0-192-15,2 1 192 0,3-7-208 0,1 1 64 16,2-1 16-16,3-5 0 0,2-5-224 0,3-2-32 16,-1-4-16-16,2-1 0 15,0-3-240-15,-1-3-32 0,1-2-16 0,-1-3 0 16,3-2 48-16,-1-3 0 0,0-4 0 0,-1-1 0 0,1 0 256 0,-1-2 64 16,1 0 16-16,-1-2 0 0,-1-4 304 0,-2 0-128 15,0 0 128-15,-1 2 0 0,-3 3 0 0,-1 2 0 16,-2 0 0-16,-1 3 0 0,-2 3 448 0,-3 4 32 0,0 1 16 15,-2 4 0-15,0 2 208 0,-2 6 32 0,0 0 16 16,0 0 0-16,-7 3-272 0,0 3-48 16,0 4-16-16,-1 4 0 0,-1 4-160 0,0 3-16 0,-1 2-16 0,1 3 0 15,0 0-48-15,1 2-16 0,2-1 0 0,1 0 0 16,1 2-160-16,2-4 0 0,4 1 144 0,2-1-144 16,1-2 0-16,3-1 0 0,1-6 0 0,3 1 0 15,1-1 0-15,2-3 0 0,2-3 0 0,1-2 0 16,3-3 0-16,0-1-128 0,1-4 128 0,2-3-192 15,1-2-464 1,-2-1-112-16,-1-1 0 0,-1-3-16 0,0-5-912 16,-2 0-176-16,-2-2-48 0,-1-2 0 0,-2 0-2608 0,-2-2-528 0</inkml:trace>
  <inkml:trace contextRef="#ctx0" brushRef="#br0" timeOffset="12733.85">14915 2905 13823 0,'0'0'608'0,"0"0"128"0,0 0-592 0,0 0-144 15,0 0 0-15,0 0 0 0,3-5 8304 0,3 2 1616 16,0-3 336-16,3 3 64 0,2 2-7088 0,2 1-1424 16,2-1-272-16,4-1-64 0,2 1-976 0,2-2-192 15,2 1-48-15,0-1 0 0,-1-1-128 0,1 0-128 16,0-1 192-16,0 1-192 0,1 0-160 0,-2 1-144 16,1-1-16-16,-3 0-16 15,-1 0-1776-15,-2 1-336 0,-5 1-80 0,-5-1-19968 16</inkml:trace>
  <inkml:trace contextRef="#ctx0" brushRef="#br0" timeOffset="12874.64">14857 3157 24879 0,'0'0'2208'0,"0"0"-1760"0,0 0-448 0,0 0 0 16,0 0 4480-16,4 5 800 0,-4-5 160 0,11 4 48 16,2-1-3264-16,3-3-656 0,4-2-128 0,4 1-32 15,2-2-976-15,2-1-208 0,2-1-32 0,2 0-16 16,-1-4-1392-16,0 0-256 0,0-3-64 0</inkml:trace>
  <inkml:trace contextRef="#ctx0" brushRef="#br0" timeOffset="13033.31">15607 3056 49007 0,'0'0'2176'0,"0"0"448"0,0 0-2112 0,0 0-512 16,8 0 0-16,-1 0 0 0,1 2 1536 0,0-2 208 15,1-2 48-15,2 2 0 0,-1-2-864 0,2 1-160 16,1-1-48-16,1 1 0 0,2 1-560 0,-1 0-160 15,1 0 0-15,-2 0 0 16,1 0-704-16,-2-3-224 0,-3 3-32 0,-2 0-15680 16,-8 0-3120-16</inkml:trace>
  <inkml:trace contextRef="#ctx0" brushRef="#br0" timeOffset="13197.2">15475 3222 20271 0,'0'0'1792'0,"0"0"-1424"16,0 0-368-16,0 0 0 0,4 7 5376 0,-4-7 1024 15,0 0 192-15,10 2 32 0,5 2-3824 0,2-3-768 16,1-2-160-16,3 0-16 0,4-2-1088 0,1 1-224 0,0-4-32 16,0 1-16-16,0 0-496 0,1-2 0 0,2 0 0 0,0 1 0 31,-1 0-832-31,-2-1-192 0,1 1-64 0,-1-2-13824 0,0-1-2752 0</inkml:trace>
  <inkml:trace contextRef="#ctx0" brushRef="#br0" timeOffset="13692.79">16363 2929 21183 0,'0'0'1888'0,"0"0"-1504"0,0 0-384 0,0 0 0 0,0 0 6112 16,0 0 1152-16,-3 9 224 0,-1 1 64 0,-1 1-4608 0,-1 2-896 16,-1 2-192-16,-1 2-48 0,1 2-784 0,-1-1-144 15,0 0-48-15,0 0 0 0,-1-1-512 0,1 0-96 16,2-1-32-16,0 0 0 0,1-2-192 0,1-2 0 15,2-2 0-15,0 0 0 0,1 0 0 0,1-3 0 16,0-7 0-16,0 0 0 0,0 0 0 0,0 0-240 16,0 0 80-16,0 0 16 0,0 0-144 0,8-3-32 15,0-7 0-15,1 0 0 0,0-3 16 0,0-1 0 16,-1-2 0-16,2-1 0 0,2-5 112 0,0 1 32 16,-2-1 0-16,2 0 0 0,0-1 160 0,-1 3 0 15,1 0 0-15,-1 3 0 0,-2 4 0 0,0 4 0 16,-1-3 192-16,-2 6-64 0,-6 6 192 0,0 0 32 0,0 0 16 0,0 0 0 15,8 0-64-15,-8 0-16 16,9 4 0-16,-2 3 0 0,0 0-160 0,0 2-128 0,1 3 192 0,0 1-192 16,-1 0 128-16,3 3-128 0,-1-3 0 0,0 4 0 15,0-1 0-15,1 1 0 16,-3-1 0-16,1 1 0 0,1-1 0 0,-1-1 0 0,-3 0 0 16,1 0 0-16,2 0 0 0,-1 2 0 0,-3-3 0 0,0-1 0 15,-1-3 0-15,0-2 0 0,-3-8 0 16,1 8-144-16,-1-8 144 0,0 0 0 0,-2 8 0 0,-3-3-128 15,-3-1 128-15,-1-1-128 0,-2-3 128 0,-1 1-128 16,-2 0 128-16,-3 0-192 0,-2-1 192 0,-4-1-192 16,0 0-480-16,0 1-96 15,-2 0-32-15,3 0 0 0,1 0-1248 0,4 0-240 0,2-1-48 16,5 1-19536-16</inkml:trace>
  <inkml:trace contextRef="#ctx0" brushRef="#br0" timeOffset="13969.55">16968 2716 38703 0,'0'0'3440'0,"0"0"-2752"15,4-6-560-15,-4 6-128 0,5-4 3280 0,-5 4 624 16,0 0 128-16,0 0 32 0,0 0-2336 0,5 4-480 16,-1 1-96-16,-1 4 0 0,-1 3-704 0,0 3-128 15,-2 5-16-15,0 1-16 0,0 1-144 0,-2 3-16 16,0 3-128-16,-1-1 192 0,1 3-192 0,-1 0 0 15,2-1 0-15,-2 3 0 0,2-4 0 0,-1 2 0 0,2-2 0 0,0-2 0 16,0-3 0-16,0 0 0 0,2-3 0 0,-1 0 0 31,-1-4-560-31,1-3-96 0,1-3-32 0,-1-1 0 16,-1-2-688-16,0-7-144 0,0 0-16 0,0 0-16 16,0 0-1184-16,0 0-224 0,-1-8-48 0,1-3-10224 0,0-4-2032 15</inkml:trace>
  <inkml:trace contextRef="#ctx0" brushRef="#br0" timeOffset="14198.46">16980 2746 28559 0,'0'-12'2544'0,"0"12"-2032"0,0 0-512 0,2-6 0 16,2 1 3984-16,0 0 704 0,1-1 144 0,2 2 32 15,1-1-2384-15,-1 1-480 0,1 2-80 0,3 0-32 16,0-2-832-16,2 3-160 0,2 0-48 0,2 1 0 0,1-1-416 0,2 1-96 16,0 1-16-16,8 1 0 0,0 2-176 0,0-4-144 15,-2 2 192-15,-1 0-192 0,-7 2 128 0,0 1-128 16,-1 1 0-16,-3-1 0 0,0 1 0 0,-4 2 0 15,-2 0 0-15,-3 2 0 0,-4 5 0 0,-3 0 0 16,-5 0 0-16,-2 0 0 0,-4 2 0 0,-1 2 0 16,-3 1 0-16,-3 0 0 15,-3-2-400-15,-2 1-96 0,-1-3-16 16,-5 5 0-16,1-2-1664 0,3-2-320 0,4-1-80 0,2-2-19536 0</inkml:trace>
  <inkml:trace contextRef="#ctx0" brushRef="#br0" timeOffset="14476.26">17485 2742 13823 0,'0'0'608'0,"0"0"128"0,0 0-592 0,8 3-144 15,-8-3 0-15,8 3 0 0,-8-3 8496 0,7 7 1664 0,-2 1 336 0,-1 4 64 16,-3 1-7312-16,-1 1-1456 16,-1 3-304-16,-2 1-48 0,-1 2-864 0,0 1-192 0,0 1-16 15,-1 3-16-15,0 1-176 0,0 1-48 0,1 2 0 0,3-3 0 16,-1 0-128-16,4-2 128 0,0-1-128 0,3-2 128 15,1-2-80-15,0 1-48 0,2-6 0 0,1-1 0 16,1-2 0-16,4-2 0 0,0 0 0 0,2-5 0 16,0 0-144-16,3-3 144 0,-1-2 0 0,0 0-144 15,0-3-96-15,2-3-16 0,0-2 0 0,-2-1 0 16,0-2-592-16,2-2-128 16,-1-5-32-16,-1-2 0 0,-1-1-1168 0,-1-1-224 0,-3-2-48 15,-3 0-12112-15,-2 2-2416 0</inkml:trace>
  <inkml:trace contextRef="#ctx0" brushRef="#br0" timeOffset="14642.45">17613 2697 28559 0,'0'0'2544'0,"-2"-4"-2032"16,2 4-512-16,0 0 0 0,0 0 4160 0,0 0 720 15,7-4 160-15,3 1 16 0,0 1-2304 0,3-1-448 16,3 0-112-16,1 2-16 0,1 0-1344 0,3 0-288 16,1 1-48-16,1-3-16 0,2 0-160 0,0 2-16 15,1-2-16-15,-1 3 0 0,1-2-288 0,0 0 0 16,-3 0-208-16,0 2 80 15,-4-4-1280-15,-2 3-256 0,-4 1-64 0,-3 0-21888 0</inkml:trace>
  <inkml:trace contextRef="#ctx0" brushRef="#br0" timeOffset="14801.58">17542 2938 46415 0,'0'0'2048'0,"0"0"448"0,0 0-2000 0,0 0-496 0,7 4 0 16,2-2 0-16,1 1 1472 0,1-3 208 0,5-3 48 0,4 2 0 15,2-2-896-15,2 0-192 0,1 0-16 0,4-4-16 16,1 5-608-16,1-3 0 0,-5-1 0 0,2 0 0 16,-1-1-1088-16,0 0-272 0,1-3-64 0,-1 1-21488 15</inkml:trace>
  <inkml:trace contextRef="#ctx0" brushRef="#br0" timeOffset="14978.38">18283 2818 28559 0,'0'0'2544'0,"0"0"-2032"15,0 0-512-15,0 0 0 0,0 0 4672 0,7 0 832 16,1 0 160-16,1 1 32 0,0-1-3264 0,0 2-672 16,0-2-128-16,3-2-32 0,0 1-800 0,1 1-160 15,0 0-48-15,1-3 0 0,3 2-448 0,-1 1-144 16,-3 0 0-16,0 0 0 16,0-3-768-16,-3 3-272 0,1 0-48 0,-2 0-16 15,-1 0-2992-15,-2 3-608 0</inkml:trace>
  <inkml:trace contextRef="#ctx0" brushRef="#br0" timeOffset="15153.07">18222 3011 21183 0,'-14'5'1888'0,"7"-1"-1504"15,-2-4-384-15,3 3 0 0,6-3 5360 0,-3 5 992 16,3-5 208-16,0 0 32 0,0 0-3664 0,0 0-752 0,0 0-128 0,5 6-48 16,2 0-1120-16,4-3-240 0,5-1-32 0,2 0-16 15,2 2-592-15,2-2 0 0,1-5 0 16,2-1 0-1,-5 0-560-15,1-1-176 0,2 0-32 0,1 0-16 16,-1-2-1328-16,1 0-272 0,-2 1-48 0,0-2-17984 0</inkml:trace>
  <inkml:trace contextRef="#ctx0" brushRef="#br0" timeOffset="15483.85">18886 2880 27647 0,'0'0'2448'0,"0"0"-1952"0,0 0-496 0,0 0 0 15,0 0 4400-15,0 0 784 0,-7-2 144 0,1 2 48 16,-2 2-2768-16,0 1-560 0,-1-3-96 0,-2 3-32 0,-2 2-896 0,0-1-192 15,-1 2-48-15,-2 5 0 0,2-2-320 0,0 4-64 16,-2 0-16-16,-1 0 0 0,0 4-176 0,1 0-32 16,1 0-16-16,2 1 0 0,1 0-160 0,3 2 0 15,1-3 0-15,3 0 0 0,1 5 0 0,4-2 0 16,4-5 0-16,4 0 0 0,1-2 0 0,4-3 0 16,4-1 0-16,2-1 0 0,1-2 0 0,2 0 0 15,3-2-176-15,-2-3 176 0,1-2-176 0,1-2 176 16,1-1-208-16,-2-2 80 0,-4 0 128 0,0 1 0 15,-1 0-144-15,1-4 144 0,-3-3 0 0,-2-1 0 0,0-1 0 16,-1-2 0-16,-4-4 0 0,-1 1 0 16,-1 2 0-16,-2 0 0 0,-3 0 0 0,-1-1 128 15,-2 0-128-15,-3 1 128 0,-2-2-128 0,-2 2 128 0,-4-2-128 16,-2 2 128-16,-4 0-128 0,0 1 0 0,0 2 0 0,-3 1 0 31,-2-5-1136-31,-3 2-96 0,3 3-32 0,-9-3-23360 0</inkml:trace>
  <inkml:trace contextRef="#ctx0" brushRef="#br0" timeOffset="16118.8">12376 4716 9215 0,'-26'8'400'0,"13"-4"96"0,-3 1-496 0,-3-1 0 0,-2 0 0 0,-1-1 0 15,2 3 6496-15,3-3 1200 0,4 2 240 0,2-1 64 16,0 0-4080-16,3 0-800 0,2-1-176 0,6-3-16 15,0 0-1344-15,0 0-272 0,0 0-48 0,9 3-16 0,4 1-480 0,4-1-80 16,5-2-32-16,3 2 0 0,0-1-176 0,3-2-32 16,4-1-16-16,3 0 0 0,0 1-176 0,2-4-16 15,0 1-16-15,2-2 0 0,2 0-224 0,1-2 176 16,-1-1-176-16,2 3 160 0,2-4-160 0,-1 2-176 16,0-2 48-16,-1-1 0 15,-2-2-1024-15,-3 0-192 0,-3 1-32 0,-1 2-16 16,-4-5-2704-16,-3 3-560 0</inkml:trace>
  <inkml:trace contextRef="#ctx0" brushRef="#br0" timeOffset="16365.86">13098 4595 47519 0,'-15'1'2112'0,"15"-1"416"0,0 0-2016 0,0 0-512 0,0 0 0 0,-4 5 0 16,4-5 912-16,-3 7 96 15,2-1 16-15,0 1 0 0,1-7-96 0,1 8-16 0,3 0 0 0,1-1 0 16,2 1-544-16,0-1-112 0,3-1-32 0,-1 1 0 15,0-2-224-15,3 0 144 0,1-1-144 0,1 0 128 16,0 0-128-16,1 0 0 0,-1-2 0 0,-1 0 0 16,-1 3-256-16,-2-2 80 0,-1 2 16 0,-1 0 0 15,-1 2-16-15,-7-7 0 0,0 0 0 0,2 10 0 16,-3-3 176-16,-2 2-160 0,-2 1 160 0,-3 0-160 16,-2 0 160-16,-3 0 0 0,-3 2 0 0,-1 0-128 15,-1 1-944-15,1-4-176 16,0 1-32-16,1 1-13872 0,1-2-2768 0</inkml:trace>
  <inkml:trace contextRef="#ctx0" brushRef="#br0" timeOffset="16898.4">13943 4773 23951 0,'0'0'1056'0,"0"0"224"0,-5-5-1024 0,0 0-256 15,5 5 0-15,-5-5 0 0,-2 0 4816 0,1-1 912 16,-4 3 176-16,1-3 48 0,-1 2-3712 0,-3 3-752 16,-3 2-144-16,-1 2-16 0,-2 1-560 0,-3 5-128 0,-6 0 0 0,-2 5-16 15,-5 3-32-15,-2 4 0 0,1 4 0 0,-1 0 0 16,1-2 112-16,6 1 0 15,4-2 16-15,5-1 0 0,5 0-512 0,5-3-208 0,3-1 176 0,5-3-176 16,6-2 0-16,5-3-240 16,3-5 32-16,5-1 0 15,2-2-896-15,6-2-176 0,-2-5-48 0,3-1 0 16,-1-4 640-16,3-5 128 0,-1 1 32 0,0-2 0 0,-2-1 224 0,0-2 48 0,-2-2 16 0,0 1 0 16,-2-4 240-16,-2 1 128 0,-1 0 0 0,-1-3-128 15,-2-2 576-15,-1 0 16 0,-1 1 0 0,-2-1 0 16,-2-1 112-16,0 0 32 0,0 0 0 0,-1 3 0 15,-1 1-224-15,-1 1-32 0,-2 4-16 0,-1 4 0 0,1 0-288 16,-2 4-176-16,0 3 192 0,1 2-192 0,-2 8 352 0,0 0-32 16,0 0-16-16,0 0 0 0,0 0-304 15,1 9 0-15,-1 4 0 0,-1 6 0 0,-1-2 0 0,0 9 0 16,-2 2 0-16,0 3 0 0,-1 4 0 16,1 1 0-16,-1 0 0 0,1 1 0 0,0-1 0 0,1 1 0 15,1-1 0-15,0-3 0 0,2-5-400 0,2 0 16 16,0-1 0-16,2-5 0 15,1-1-1120-15,2-3-224 0,-1-3-32 0,3-2-16 16,2-5-2000-16,1-5-416 0</inkml:trace>
  <inkml:trace contextRef="#ctx0" brushRef="#br0" timeOffset="17226.68">14247 4487 27647 0,'0'0'1216'0,"0"0"256"0,0 0-1168 0,0 0-304 15,0-6 0-15,0 6 0 0,0 0 5488 0,0 0 1040 16,0 0 192-16,0 0 64 0,3 11-4224 0,-1 3-848 0,1 4-176 16,2 6-16-16,-2-1-912 0,-1 6-176 15,1 1-48-15,-1 4 0 0,1-3-384 0,0 4 128 0,-1-3-128 0,1 0 112 16,1 0-112-16,0-2 0 0,1-2 0 0,0-2 0 16,0-2 0-16,2-3 0 0,1-3 0 0,-2-4 0 15,1-5 0-15,-1 1 0 0,-2-7 0 0,-4-3 0 16,8 4 0-16,0-2 0 0,-8-2 0 0,9-3 0 15,0-3 0-15,0-6 0 0,2 0 0 0,-2-4 0 0,0-3 0 0,0-1 0 16,0-2 0-16,0-4 0 0,2-3 0 16,-1-2 0-16,-1-1 0 0,2-4 0 0,0-1 0 15,1-1 0-15,1 1 0 0,-1 2 0 16,0 1-640-16,-1 5-64 0,-1 2 0 0,-1 5-16 16,-2 5-464-16,-3 0-96 0,0 7 0 0,-1 3-16 15,-3 7-3008-15,0 0-608 0</inkml:trace>
  <inkml:trace contextRef="#ctx0" brushRef="#br0" timeOffset="17488.12">14094 4818 25791 0,'0'0'2304'0,"0"0"-1856"15,-6 2-448-15,6-2 0 0,0 0 5728 0,0 0 1056 16,0 0 192-16,0 0 64 0,0 0-4496 0,0 0-896 0,0 0-176 0,0 0-48 15,0 0-720-15,0 0-128 16,6-3-48-16,5-4 0 0,2 2-528 0,3 0 0 16,2-2 0-16,3 1 0 0,1-1 288 0,3 0-48 0,1 0-16 0,2 0 0 15,1-1-224-15,1 2 0 0,0-1 0 0,1 2 0 16,2 0-160-16,0 1-32 0,-1 0 0 0,3 0 0 16,-2 0 320-16,-2-1 64 0,0 1 16 0,-1-1 0 31,0 1-880-31,-1-3-176 0,-1 2-48 0,-2 0-16032 0,-2 0-3216 0</inkml:trace>
  <inkml:trace contextRef="#ctx0" brushRef="#br0" timeOffset="18595.65">15135 4728 11967 0,'0'0'528'0,"-8"0"112"0,0 0-512 0,-1 0-128 0,1 2 0 0,8-2 0 15,0 0 8336-15,0 0 1648 16,0 0 320-16,0 0 64 0,0 0-7120 0,0 0-1424 16,8-5-288-16,3 3-48 0,0-1-848 0,5 0-192 0,2 1-16 0,2-1-16 15,1-1-288-15,2-1-128 16,2-1 0-16,0 3 128 16,-1-4-592-16,1 2-128 0,0 0-32 0,-2 0 0 15,-2 0-2336-15,-3 2-480 0</inkml:trace>
  <inkml:trace contextRef="#ctx0" brushRef="#br0" timeOffset="18764.22">15200 4848 36863 0,'0'0'3264'0,"0"0"-2608"0,0 0-528 0,0 0-128 0,8 0 3072 16,1 0 592-16,3 0 112 0,1-3 32 0,1 1-2496 0,4-2-496 16,3 0-112-16,3-1 0 15,0-2-480-15,4 1-96 0,1-1 0 0,2-3-128 16,3 0-896-16,1 3-272 0,0-3-64 0,0 1-16 15,0-2-2176-15,-1-1-432 0,-2 1-96 0,-4-3-13840 0</inkml:trace>
  <inkml:trace contextRef="#ctx0" brushRef="#br0" timeOffset="19076.52">15868 4599 39615 0,'0'0'1760'0,"-7"2"352"0,-1-2-1680 0,-2 2-432 16,-2 0 0-16,0 4 0 0,-1 1 2208 0,-1 4 352 16,0 1 80-16,-2 2 16 0,-1 2-784 0,-1 2-144 15,-1 1-48-15,1 3 0 0,0 2-768 0,1 2-144 16,3-4-48-16,2 2 0 0,2-1-368 0,2-1-80 15,2-2-16-15,5 1 0 0,4 0-256 0,3-5 0 0,3 0 0 0,4-2 0 16,3-2 0-16,2 0 0 0,5-3 0 0,3-5 0 16,2-1-256-16,4-3 0 15,-1 0 0-15,1-4 0 16,0-2-224-16,-1 0-48 0,-2-2-16 0,-1-2 0 16,0-2 96-16,-3-2 32 0,-3-2 0 0,-4 0 0 0,-1-2 240 0,-3 0 176 0,-3-2-208 0,-3-1 80 15,-3 1 128-15,-4-4 0 0,-1 2 0 0,-3 0 128 16,0 0-128-16,-4-1 192 0,-2 4-64 0,-3-1 0 15,-2 2 0-15,-3 0 16 0,-1 0 0 0,-2 1 0 16,0 1-144-16,-2 3 0 0,-1 1 0 0,-1 3 0 16,0 0 0-16,1 2 0 0,3 2-192 0,1 4 192 15,4 2-1056-15,3 2-96 16,4 1 0-16,8-4-16 0,-1 8-2064 0,6-1-416 0,5 1-64 0</inkml:trace>
  <inkml:trace contextRef="#ctx0" brushRef="#br0" timeOffset="19287.31">16478 4766 19343 0,'0'0'1728'0,"0"0"-1392"15,0 0-336-15,0 0 0 0,11-2 7328 0,1 1 1392 16,0 1 288-16,0-1 48 0,-1-1-6448 0,5 0-1296 16,2-2-256-16,2 0-48 0,1-1-304 0,2 0-48 0,3 2-16 15,4-4 0-15,0 2-432 0,0 0-80 16,3-1-128-16,1-1 176 0,-2 0-176 0,1 1 0 0,-1-2 0 15,-2 3 0 1,2-2-368-16,-4 0-96 0,0 0-32 0,-1 1 0 16,1 0-1296-16,-2 1-256 0,0 0-48 0,-3-2-20880 0</inkml:trace>
  <inkml:trace contextRef="#ctx0" brushRef="#br0" timeOffset="19551">17154 4481 11055 0,'0'0'976'0,"0"0"-784"0,0 0-192 0,0 0 0 15,0 0 8144-15,0 0 1584 0,0 0 320 0,0 0 64 16,0 0-6784-16,0 0-1376 0,3 8-272 0,-3-8-48 16,0 0-640-16,8 7-128 0,2-1-32 0,2 1 0 15,0-2-464-15,1 0-112 0,2 0 0 0,2 1-16 16,2 0-112-16,-1-1-128 0,0-1 176 0,2 0-176 0,-1 1 0 0,2-1 0 16,-3 0 0-16,1 2 0 15,-4 0 0-15,-1-1 0 0,0 0 0 0,-4-1 0 0,-2 2 0 0,0-3 0 16,-4 3 0-16,-4-6 0 0,0 0 0 0,-3 9 0 15,-2 3 0-15,-4-2 0 0,-4 0 0 0,-3 1 0 16,0 2 0-16,-2-1 0 0,-3-2-128 0,0 2 128 16,0 0-208-16,1-1 80 15,-3 1-1984-15,3-3-400 0</inkml:trace>
  <inkml:trace contextRef="#ctx0" brushRef="#br0" timeOffset="19867.55">17497 4820 28559 0,'0'0'2544'0,"0"0"-2032"0,0 0-512 0,0 0 0 16,8-1 3680-16,-1 0 640 0,-7 1 128 0,0 0 32 16,0 0-1856-16,0 0-352 0,0 0-80 0,5 9-16 15,0 0-768-15,-2 3-176 0,-2 0-16 0,0 2-16 16,-1 2-768-16,0-1-160 0,0 0-16 0,0 0-16 16,0 1-240-16,-1-1 0 0,1 1 0 0,0-4 0 15,1 0-1152-15,2-2-240 0,-1-1-32 0,1-2-14800 16,1 0-2960-16</inkml:trace>
  <inkml:trace contextRef="#ctx0" brushRef="#br0" timeOffset="20412.12">18106 4316 42383 0,'0'0'1872'0,"0"0"400"0,0 0-1824 0,0 0-448 15,0 0 0-15,0 0 0 0,0 0 2944 0,0 0 480 16,-1 8 96-16,-2 2 32 0,-1 4-2144 0,0 5-416 0,-1 3-96 0,0 3 0 16,0 3-576-16,-2 5-128 15,1 1 0-15,-1 1-16 0,3 3-128 0,-1-3-48 16,1 2 0-16,1-4 0 0,2 0 0 0,1-2 0 0,0-2 0 0,1-3 0 16,2-2 0-16,1-1 0 0,0-6 0 15,1 3 0-15,-1-5 0 0,1-2 0 0,0-4 0 16,1-3 0-16,0-4 0 0,2-1 0 0,0-2 0 0,1-1 0 15,0-5 0-15,0-1 0 0,0-2 0 0,2-2 0 16,0-6 0-16,0 0 0 0,1-6 0 0,1-1 0 16,1 1 0-16,0-5 0 0,1-2 0 0,0-2 0 15,2-1 0-15,0 1 0 0,1-2 0 0,-2 4 0 16,-2 6 0-16,-2 3 0 0,-4 4 0 0,-1 3 0 16,-2 4 0-16,0 3 0 0,-1 3 0 0,-4 5 0 15,0 0 0-15,0 0 0 0,1 6 0 0,-1 6 0 0,-1-2 0 16,0 7 0-16,-2 3 0 0,0 3 0 0,-1 2 0 15,1 1 0-15,-1 0 0 0,2-1 0 0,1 0 0 0,2-2 0 16,1-2 0-16,2 0 0 0,-1-1 0 0,4-4 0 16,1 0 0-16,1-3 0 0,3-2 0 0,1-4 0 15,1-1 0-15,2-2 0 0,-1-4 0 0,1 0 0 16,-2-4 0-16,1 1 0 0,-1-3 0 0,2-1 0 16,-2-5 0-16,0 1 0 0,1-3 0 0,-1-2 0 15,0-3 0-15,1-2 0 0,-2-1 0 0,0-2 0 16,-1-3 0-16,-1 4 0 0,0-4 0 0,-1 3 0 0,-1 2 0 15,0-8 0 1,-1 4-608-16,-4 2-112 0,-3 2-32 0,-2 3 0 16,-2-2-1952-16,0 4-400 0,-4-1-80 0</inkml:trace>
  <inkml:trace contextRef="#ctx0" brushRef="#br0" timeOffset="20603.25">17998 4261 50047 0,'-15'-1'2224'0,"15"1"448"0,0 0-2144 0,0 0-528 0,0 0 0 0,0 0 0 16,0 0 912-16,10-4 80 0,-4 0 16 0,5 0 0 15,2-2-384-15,2 0-80 0,3 1-16 0,3-1 0 16,2-2-528-16,3 0 0 0,4-1 0 0,2-2 0 16,5 1-1888-16,0 0-288 0,3 0-48 0,-3-1-20128 15</inkml:trace>
  <inkml:trace contextRef="#ctx0" brushRef="#br0" timeOffset="20768.41">18768 4107 38703 0,'0'0'3440'0,"0"0"-2752"0,9-2-560 0,2 0-128 0,2 0 2592 0,1-2 480 16,1 3 112-16,0-1 16 0,0 1-1248 0,2 0-240 16,1 1-48-16,1-2-16 0,2 1-1008 0,3 0-192 15,0-1-32-15,1 1-16 0,-1 2-400 0,-1-1 0 16,1 0 0-16,-2 2 0 15,-1-2-1328-15,-2 1-192 0,-1 2-32 0,-2 1-14512 16,-2 2-2912-16</inkml:trace>
  <inkml:trace contextRef="#ctx0" brushRef="#br0" timeOffset="21124.55">18989 4777 21183 0,'0'0'1888'0,"0"0"-1504"0,6 3-384 0,2-2 0 16,-1-1 7184-16,0 0 1376 0,2 2 272 0,1-4 48 15,-1 1-6048-15,2-3-1200 0,2 1-240 0,2-2-48 16,-1 3-864-16,0-1-160 0,0-1-48 0,1 0 0 16,0 2-272-16,-4 0 0 0,0 1 0 0,-3 1 0 15,-8 0 0-15,0 0 0 0,0 0 0 0,0 0 80 0,0 0-80 0,-4 7 0 16,-4 3 0-16,-1 0 0 0,-3 1 0 0,-1 2 0 15,-1 3 0-15,-1-3 0 0,2 1 0 0,1 2 0 16,3-7 0-16,1 2 0 0,1 1 0 0,0 0 0 16,2 0 0-16,1-2 0 0,1-1 0 0,2-1 0 15,1-2 0-15,3 2 0 0,-1-2 0 0,2-3 0 16,-4-3 0-16,8 4 0 0,2-1 0 0,2 0 0 16,1-3 0-16,3-3 0 0,5 0-304 0,1 2-48 15,-1-5-16-15,1-1 0 16,-1-3-976-16,1-2-208 0,0 1-48 0,3-2-14528 15,2-4-2896-15</inkml:trace>
  <inkml:trace contextRef="#ctx0" brushRef="#br0" timeOffset="21433.5">19742 4475 13823 0,'0'0'1216'0,"0"0"-960"0,0 0-256 0,0 0 0 16,0 0 7904-16,0 0 1536 0,0 0 304 0,0 0 64 16,0 0-6400-16,0 0-1280 0,0 0-256 0,0 0-48 15,0 0-976-15,0 0-192 0,0 0-32 0,8-4-16 0,-1 4-608 0,2-1 0 16,0-1 0-16,0 2 0 0,-1-3 0 0,2 1 0 15,2 1 0-15,0 1 0 0,-5-3 0 0,4 3 0 16,1-1 0-16,-1-2 0 16,1-1-608-16,0-1-32 0,1 3-16 0,1-2 0 15,1-1-2016-15,-2 2-400 0,-4-2-64 0</inkml:trace>
  <inkml:trace contextRef="#ctx0" brushRef="#br0" timeOffset="21604.17">19622 4717 43071 0,'0'0'1920'16,"0"0"384"-16,0 0-1856 0,0 8-448 0,0 0 0 0,0-8 0 0,7 5 1904 0,2 1 272 15,1-5 64-15,5 0 16 0,-2-1-1008 0,4-1-208 0,1 0-32 16,4-3-16-16,-1-2-752 0,2 0-240 16,3-1 128-16,2 1-128 15,4-5-912-15,1 1-240 0,-3-3-64 0,3 0-14336 0,3-1-2864 0</inkml:trace>
  <inkml:trace contextRef="#ctx0" brushRef="#br0" timeOffset="21964.36">20485 4334 4607 0,'0'0'192'0,"-8"0"64"0,1-1-256 0,-1 0 0 0,1 1 0 0,0 2 0 16,-1 1 9568-16,-3 1 1872 0,1 1 368 0,-5 1 80 15,0 2-7840-15,-3 3-1552 0,-3 3-320 0,0 2-64 16,-3 3-1136-16,2 1-208 0,0-1-64 0,0 3 0 15,0 2-352-15,2-2-80 0,8-1-16 0,2-3 0 0,1 4-256 0,1-1 128 16,2 0-128-16,2-1 0 0,1 1 0 0,3-2 0 16,1-1 0-16,3-1 0 0,5-2 0 0,2-1 0 15,2-4 0-15,1 1 0 0,10 2 0 0,0-3 0 16,5-2-160-16,-2-3 160 0,1 1 0 0,-1-6 0 16,2 0 0-16,0-4 0 0,-1-2-208 0,0 1 80 15,-2-3 128-15,0 1-208 0,-1-5 208 0,-2-1 0 16,-1-2-160-16,-2-2 160 0,-2-2 0 0,-2-2 0 15,-5 2 0-15,-1-5 0 0,-4-1 0 0,-1 2 0 16,-2-2 0-16,-4 3 0 0,-5 1 0 0,-1 1 0 16,-4 0 128-16,-2 0-128 0,-3 0 0 0,1 2 0 15,-2 0 0-15,-1 2 0 16,-3 3-256-16,0 2-144 0,1 1-32 0,2 4 0 16,0-1-1344-16,0 1-272 0,-1 2-48 0</inkml:trace>
  <inkml:trace contextRef="#ctx0" brushRef="#br0" timeOffset="24806.28">3774 7163 9215 0,'-1'-14'816'0,"1"14"-656"0,0-7-160 0,0 1 0 15,-1-1 6416-15,1 7 1264 0,0-6 240 0,0 6 48 16,0 0-5152-16,0 0-1024 0,0 0-192 0,0 0-64 0,-4 8 128 0,0 3 32 16,-1 6 0-16,-2 3 0 0,2 1-928 0,-3 3-176 15,-1 5-32-15,1-1-16 0,-1-2-16 0,2 0 0 16,1 0 0-16,1-1 0 0,0-1-304 0,1-3-64 16,1-3-16-16,0-1 0 0,1-2-144 0,0-2 0 15,1-4 0-15,1-1 0 0,0-8 0 0,0 0 0 16,0 0 0-16,0 0 0 0,0 0-256 0,0 0 0 15,0 0 16-15,3-9 0 0,1-3-48 0,1-1-16 16,0-7 0-16,2 1 0 0,-1-2-48 0,2-1-16 16,0-3 0-16,1-1 0 0,3 0-16 0,-2-2 0 15,1 1 0-15,-2 2 0 0,0 3 192 0,0 4 16 0,-3 2 16 0,1 6 0 16,-3-1 160-16,1 5 0 16,-5 6 0-16,0 0 0 0,0 0 464 0,0 0 32 0,9 2 0 0,0 2 0 15,-2 3 144-15,-1 3 48 16,2-1 0-16,0 3 0 0,1 0-336 0,2 1-64 0,-1 0-16 0,2 1 0 15,-1-2-272-15,1 1 128 0,-1-1-128 0,2 1 0 16,0-1 0-16,0-1 0 0,1 0 0 0,0-1 0 16,-1 1 0-16,0-2 0 0,1 0 0 15,-1-3 0-15,-3 2 0 0,0 1-176 0,-2-2 176 0,-1-1-208 16,-2 1 208-16,-5-7-176 0,0 0 176 0,3 6-160 16,-3-6 160-16,0 8 0 0,0-8 0 0,-4 7 0 15,-3-2 0-15,-2 0 0 0,-3 0 0 0,-2 2 128 16,-4-1-128-16,-1 0 176 0,-1 1-176 0,-4 4 192 0,-2-2-64 15,0 0 0-15,0 0 0 0,0 0 0 0,-2-2-128 16,1-1 0-16,1 2 0 0,3-3 0 16,2-3-1216-16,4-2-112 0,4-2-16 15,4-3-13888-15,5-4-2752 0</inkml:trace>
  <inkml:trace contextRef="#ctx0" brushRef="#br0" timeOffset="25284.75">4444 6895 15663 0,'0'0'688'0,"0"0"144"0,0 0-656 0,0 0-176 0,0 0 0 0,0 0 0 16,0 0 7648-16,0 0 1504 0,0 0 288 16,0 0 64-16,0 0-6448 0,-4 9-1296 15,3 4-256-15,-1 4-48 0,-1 2-848 0,0 3-160 16,1 5-48-16,0 1 0 0,2 2-128 0,-1 2-16 0,1 0-16 0,1 3 0 15,3 0-240-15,2-1 0 0,-3-1 128 0,5-2-128 16,0-1 0-16,1-4 0 16,0-1 0-16,3-3 0 0,0-2-256 0,1-3 0 0,0-3 0 0,3-3 0 15,-1-4-192 1,2-1-16-16,0-5-16 0,1-2 0 16,-1-5 16-16,2-3 0 0,0-1 0 0,-1-3 0 0,1-2 208 0,-1 0 64 0,-1-6 0 15,0-1 0-15,0-4 192 0,1-3-144 0,-1-2 144 16,-1-3-128-16,-1-3 128 0,2-2 0 0,-4-4 0 0,2-1 0 15,-1-3 0-15,5-20 0 0,-4 11 0 0,-4 9 0 16,0 10 0-16,-3 5 0 0,-3 8 0 0,-2 7 0 16,-3 1 272-16,0 7 48 0,0 9 0 0,0 0 0 0,0 0 256 0,0 0 48 15,0 0 16-15,0 0 0 0,-8 13-320 0,3 5-48 16,-1 6-16-16,4-6 0 0,-2 3-256 0,1 2 160 16,1 3-160-16,-1 3 128 0,2 1-128 0,1 1 0 15,1 1 0-15,0-1 0 0,1 0 0 0,-1-1 0 16,0-3 0-16,0 1-176 15,2-1-656-15,1-1-144 0,-1-2-32 0,-1-2 0 16,2-1-1152-16,-1 0-224 0,-1-6-48 0,0-3-11808 16,-1-3-2352-16</inkml:trace>
  <inkml:trace contextRef="#ctx0" brushRef="#br0" timeOffset="25529.25">4173 6856 29487 0,'0'0'2624'0,"0"0"-2112"0,0 0-512 0,0 0 0 16,8 2 3968-16,0-4 672 0,-2 0 144 0,2 1 16 16,3 0-2640-16,-1-3-544 0,2 0-96 0,3 0-32 15,1 1-592-15,0-1-128 0,-1 0-32 0,2 1 0 16,2-1-480-16,-1-3-80 0,-1-2-32 0,1 1 0 0,2 0-432 15,-1 1-96-15,-1-3 0 0,2 1-16 16,1 0-1808-16,0 0-352 0,1-1-80 0</inkml:trace>
  <inkml:trace contextRef="#ctx0" brushRef="#br0" timeOffset="25691.53">4880 6681 30399 0,'0'0'1344'0,"0"0"288"0,0 0-1312 0,0 0-320 16,0 0 0-16,8-1 0 0,-8 1 4560 0,10-2 848 15,0 1 160-15,2-2 48 0,0 1-3296 0,2-1-656 16,1 0-128-16,2 0-16 0,-2-4-1040 0,3 1-208 16,1-1-32-16,3 1-16 15,1-2-544-15,2 2-96 0,0 3-32 0,1-1 0 16,0-2-2688-16,0 1-528 0</inkml:trace>
  <inkml:trace contextRef="#ctx0" brushRef="#br0" timeOffset="25932.6">5593 6956 53439 0,'0'0'2368'0,"0"0"496"0,0 0-2288 0,0 0-576 0,0 0 0 0,9 4 0 16,-1-2 1120-16,1-2 112 0,-1-1 32 0,2 0 0 15,2-2-800-15,2 1-144 0,1-1-48 0,0-1 0 16,2-2-192-16,3 2-80 0,1-2 0 0,-2 3 0 15,-2-3 0-15,0 2 0 0,0 1 0 0,-1-1 0 16,-1 2-704-16,0 0-16 0,-1 0-16 0,-2 1 0 16,-3 1-1120-16,-3 0-240 0,-6 0-32 0,0 0-13232 15,0 0-2656-15</inkml:trace>
  <inkml:trace contextRef="#ctx0" brushRef="#br0" timeOffset="26126.75">5537 7189 31327 0,'0'0'2784'0,"0"0"-2224"16,0 0-560-16,0 0 0 0,0 0 4736 0,0 0 832 16,0 0 160-16,6 7 32 0,-6-7-3600 0,10 0-736 15,3-2-144-15,2 1-16 0,3-1-624 0,3-4-112 16,3 1-16-16,1 1-16 0,-1-2-272 0,2-1-48 16,0-2-16-16,2 3 0 0,-1 0-112 0,1 4-48 15,-1-5 0-15,-1 1 0 0,-1-3-288 0,0 1-48 16,-2 1-16-16,-1-2 0 15,-1 1-2752-15,0 0-544 0</inkml:trace>
  <inkml:trace contextRef="#ctx0" brushRef="#br0" timeOffset="26867.27">6588 7341 37663 0,'0'0'1664'0,"0"0"352"0,4-8-1616 0,0-1-400 15,-1 1 0-15,0 1 0 0,-3 7 2112 0,0 0 320 16,0 0 80-16,0 0 16 0,0 0-544 0,8 5-96 16,-3 3-32-16,-1 1 0 0,0 4-912 0,-2 3-192 15,1 1-48-15,-3 1 0 0,0 2-288 0,0-3-64 16,-1 2-16-16,-1 0 0 0,1-1-192 0,1-1-144 16,1 0 192-16,1-3-192 15,-1-1-320-15,0-1-192 0,1-6-16 0,-2-6-16 16,0 0-2080-16,0 0-432 0,0 0-80 0</inkml:trace>
  <inkml:trace contextRef="#ctx0" brushRef="#br0" timeOffset="27286.14">7426 6695 33167 0,'0'0'2944'0,"-3"-6"-2352"0,-1-3-464 0,2 2-128 15,2 7 3520-15,0 0 672 0,0 0 144 0,0 0 16 16,0 0-2112-16,-7 0-448 0,0 1-64 0,-1 6-32 16,-1 5-864-16,-2 2-192 0,-1 8-16 0,-2 4-16 15,-2 4-224-15,-2 4-64 0,-1 5 0 0,0-1 0 0,1 4-112 0,2-3-16 16,3 1-16-16,2-3 0 0,2-1-128 16,3-3-48-16,5 1 0 0,2-3 0 0,5 0 0 0,0-5 0 15,5-2 0-15,2-1 0 16,2-6 0-16,3-2 0 0,3-4 0 0,3-3 0 0,3-3 0 0,1-3-160 15,-1-4 160-15,3 0-192 0,1-2 16 0,0-3 0 16,-2 1 0-16,-1-7 0 0,-1-2 48 0,-1 0 0 16,-1-3 0-16,-2-1 0 0,-5-3 128 15,1 1 0-15,-2-5-144 0,-3 0 144 0,-1-1 0 0,-3-3 0 16,0-3 0-16,-4-1 0 0,-1 0 0 0,-2 0 0 16,-2 1 0-16,-2-1 0 0,-4-3 192 0,-2 2-64 15,-2 4 0-15,-3 1 0 0,-1 1-128 0,-2 3 0 16,-4 4-192-16,0 3 192 0,-1 5-288 0,-2 4 64 15,-1 2 16-15,-2 7 0 16,-2 3-1520-16,-3 7-320 0,0 4-48 0,1 4-13488 0,1 2-2704 16</inkml:trace>
  <inkml:trace contextRef="#ctx0" brushRef="#br0" timeOffset="27537.91">7568 7026 51199 0,'0'0'2272'0,"0"0"464"0,0 0-2192 0,0 0-544 0,0 0 0 0,0 0 0 0,0 0 1360 16,3 7 176-16,-2 3 16 0,0 2 16 16,1 4-896-16,-1 3-176 0,-1-1-48 0,1 5 0 15,1 0-288-15,-1 3-160 0,1 0 160 0,0 3-160 0,0 0 0 0,1-1 0 16,-2-4 0-16,2-1 0 15,-1-1-304-15,4-1-144 0,-2-1-48 0,1-1 0 16,-1-2-1568-16,0-4-320 0,0-5-64 0,1-1-16 0</inkml:trace>
  <inkml:trace contextRef="#ctx0" brushRef="#br0" timeOffset="27872.6">7889 7222 17503 0,'0'0'1552'0,"0"0"-1232"15,8 0-320-15,-1-3 0 0,1-2 7744 0,1 0 1472 16,-1-2 320-16,1 2 48 0,2 1-6448 0,-1 2-1296 16,2-1-256-16,1 0-48 0,-3 1-960 0,1 0-176 15,-2 1-32-15,0 1-16 0,-1 1-352 0,0 5 144 16,0-1-144-16,-1 3 144 0,-3-4-144 0,-2 2 0 16,-2 3 0-16,-2 0 0 0,0 6 0 0,-2-2 0 0,-4 4 0 0,-1 0 0 15,-2 1 0-15,0 3 0 0,-1-4 0 0,-1 2 0 16,0-2 0-16,1 3 0 0,-1-3 0 0,1 0 0 15,5-2 0-15,-1-2 0 0,2 0 0 0,3-1 0 16,0-1 0-16,2-2 0 0,1 0 0 0,2-1 0 16,3-2 0-16,5-2 0 0,1-3 0 0,2 1 0 15,2-1 0-15,2-2 0 0,1-2 0 0,3-1 0 16,1-1 0-16,1-2 0 0,1 1 0 0,-1-2 0 16,-1 0 0-16,1 2 0 0,-4-1 0 0,-1 1 0 0,-1 2 0 15,-1-3 0-15,-2 2 0 0,-2 1 0 16,0 2-1184-16,-2 0-224 15,-2 1-64-15</inkml:trace>
  <inkml:trace contextRef="#ctx0" brushRef="#br0" timeOffset="30224.24">7190 8115 5519 0,'0'0'240'0,"0"0"64"0,0 0-304 0,0 0 0 16,0 0 0-16,0 0 0 0,0 0 4752 0,0 0 896 16,0 0 176-16,0 0-10992 15,7 5-2192-15</inkml:trace>
  <inkml:trace contextRef="#ctx0" brushRef="#br0" timeOffset="30541.09">6938 8270 28559 0,'-15'0'2544'0,"3"0"-2032"15,-2-6-512-15,1 3 0 0,1 3 3808 0,3 0 672 16,9 0 128-16,0 0 1616 0,0 0-5248 15,0 0-112-15,0 0-32 0,0 0 512 0,0 0 80 16,12-3 32-16,3 1 0 0,5-2-896 0,7 0-176 0,6-1-48 16,2-2 0-16,3-1-128 0,-8 3-16 15,6-1-16-15,6-1 0 0,5 1 0 0,4-1 0 0,5-3 0 16,2 1 0-16,4-2-176 0,-1 1 160 0,0-2-160 0,0 1 160 16,-1 2-160-16,0 2 0 0,-2 0 0 0,-3-2 0 15,-5 1 0-15,-3 2-256 0,-5 0 64 0,-7 2 16 16,-5 2-912-16,-6 1-192 0,-6 1-48 0,-5 0 0 15,-13 0-592-15,0 0-128 16,-5 1-32-16,-8 4 0 0,-8 2-784 0,-6 0-144 0,-7 2-48 16,-3 1 0-16,-2-1-1072 0,-3 0-224 0</inkml:trace>
  <inkml:trace contextRef="#ctx0" brushRef="#br0" timeOffset="30899.69">6929 8322 35711 0,'-41'7'1584'0,"24"-3"320"0,-3 1-1520 16,4 0-384-16,1 2 0 0,4-3 0 0,5 1 1664 0,6-5 256 15,0 0 48-15,0 0 16 0,4 6-272 0,4 1-48 16,3-2-16-16,8-2 0 0,1-3-352 0,6 0-64 16,4-3-16-16,4 0 0 0,3-1-528 0,2-2-112 15,3-2-32-15,1 2 0 0,0-4-128 0,2 3-32 16,1-1 0-16,1 0 0 0,0 0-112 0,1 2-16 16,-1-1-16-16,-1 1 0 0,-3-2-112 0,0 0-128 15,-2 1 176-15,0 4-176 0,-2-4 128 0,-1 2-128 16,-2 0 0-16,-1 1 0 0,-2 1 0 0,-2 3 0 15,-2-3 0-15,-3 2 0 0,-1-1 0 0,-3 2 0 0,-2-3 0 0,-2 2 0 16,-1 2 0-16,-3-1 0 0,-2 0-160 16,-3 0 160-16,-9 0 0 0,8 0-144 0,-8 0 144 0,0 0 0 15,0 0-144-15,0 0 144 0,0 0 0 0,0 0-144 16,0 0 144-16,0 0 0 0,0 0-144 0,0 0 144 16,0 0-128-16,0 0 128 0,0 0-160 0,0 0 160 15,0 0-176-15,0 0 176 0,0 0-192 0,0 0 192 16,0 0-176-16,8 3 176 0,-8-3-160 0,0 0 160 15,0 0-192-15,0 0 48 0,0 0 16 0,0 0 0 16,0 0-1280-16,0 0-240 0,0 0-48 0</inkml:trace>
  <inkml:trace contextRef="#ctx0" brushRef="#br0" timeOffset="35472.3">9269 7179 35935 0,'0'0'3200'0,"0"0"-2560"0,0 0-512 0,0 0-128 0,0 0 2928 16,0 0 560-16,0 0 112 0,0 0 32 0,-2-7-2208 16,2 0-432-16,1-3-96 0,2 0 0 0,1-2-480 0,2 0-96 15,2-1 0-15,1-2-16 0,0-3-304 0,0-2 0 16,0 0 0-16,-1 2 0 0,0-3 0 0,0 6 0 15,0-2 0-15,0 4 0 0,-3 2 0 0,0 3 0 16,0 3 0-16,-5 5 0 0,0 0 256 0,0 0-48 16,0 0-16-16,8 11 0 0,0-1 96 0,-2 4 16 15,1 2 0-15,-1 2 0 0,1 3-96 0,1-1-16 16,0-1 0-16,2-2 0 0,3 0-192 0,1-2 0 16,1-1 128-16,2-4-128 0,2-2 0 0,2-3 0 15,1-1 0-15,2-4 0 0,1-1 0 0,-1-3 0 0,1-2 0 16,0-2 0-16,-3-1 0 0,-1-1-128 15,-2-1 128-15,0-2 0 0,0-3 0 0,-1 2 0 0,-1-5 0 0,-2 2 0 16,-5 1 0-16,-1-3 0 16,-2 1 0-16,-1 1 0 0,0 1 0 0,-4 0 0 15,-1-1 0-15,-1 0-160 0,-1 0-96 0,-1-2-32 0,-1 1 0 0,0 0 0 32,-1 0-1328-32,1 1-272 0,-3 2-48 0,2 4-16 15,-1 4-2096-15,1 1-432 0</inkml:trace>
  <inkml:trace contextRef="#ctx0" brushRef="#br0" timeOffset="35962.69">10847 6740 6447 0,'0'0'272'0,"0"0"80"15,0-7-352-15,0-1 0 0,1-4 0 0,-1 1 0 0,0-1 9264 0,-1 0 1776 16,-3-1 352-16,0 1 80 0,0 1-7840 0,-1 2-1584 16,-2-3-304-16,1 4-64 0,-3-2-1008 0,0 0-208 15,0 3-32-15,-3 1-16 0,-1 3-288 0,-2 0-128 16,0 3 128-16,-1 3-128 0,-2-1 0 0,1 5 0 16,0 0 0-16,0 1 0 0,1 1 0 0,2 4 0 15,0 3 0-15,-1 1 0 0,2 1-128 0,2 3 128 16,0 3 0-16,2 0 0 0,1 2 0 0,0 2 0 15,2-1 0-15,1 3 0 0,1 2 0 0,0 3 0 0,0 0 176 0,0 1-176 16,0 0 144-16,2 0-144 16,-1 3 128-16,0-1-128 0,1 1 0 0,-2 3 128 0,0-2-128 0,1-1 0 15,-1-1 128-15,0 0-128 0,1 0 0 0,0-4 128 16,0 1-128-16,1-1 128 16,-1-4-128-16,3-3 128 0,-1-2-128 0,1-2 0 0,0 1 0 15,1-8 128-15,0-5-128 0,1 0 0 0,0-3 0 0,1-2 0 16,0 2 0-16,-3-8 0 0,0 0 128 0,9 1-128 15,1-1 0-15,2-1 0 0,1-2 0 0,1-1 0 16,3 0 0-16,1 1 0 0,1-3 0 0,-1 2 0 16,0-2 0-16,2-1 0 0,1 0 128 0,-1 1-128 15,0 2 0-15,0 2 0 0,-2-2 0 0,0 4 0 0,-1-5-320 16,1 1-32-16,-1-3-16 0,-1 2 0 16,-1 0-1872-16,1 0-384 0,-2 1-80 15</inkml:trace>
  <inkml:trace contextRef="#ctx0" brushRef="#br0" timeOffset="36328.6">11271 6870 46015 0,'0'0'2048'0,"0"0"400"0,0-5-1952 0,0 5-496 16,0 0 0-16,0 0 0 0,0 0 1344 0,0 0 160 15,0 0 32-15,0 0 16 0,0 0-224 0,0 0-48 16,0 0-16-16,0 0 0 0,0 6-816 0,1 5-144 0,0 2-48 0,2-2 0 16,2 4-256-16,-1 2 0 0,0-2 0 0,0 6 0 15,0-3 0-15,0 3 0 16,1 0 0-16,0 0 0 0,2 0 0 0,-1 0 0 0,-1-3 0 0,2 0 0 16,-1 0 0-16,1 1-144 0,-2-1 16 0,-1 0 0 15,0-1-112-15,-1 0-16 0,-2-1 0 16,-1-1 0-16,-3 1 0 0,-2-2 0 0,-3-1 0 0,-2-1 0 15,-5 0 256-15,0-2 0 0,-5 1 0 0,-2-2-144 16,-3-1 144-16,-1-2 0 0,0 1 0 0,-1-3 0 16,1-2 0-16,-2 0 0 0,0-2 0 0,0-2 0 15,2 0-752 1,1-1-112-16,5-2-32 0,1 0 0 0,5-2-1744 0,2-3-368 16,3-3-64-16</inkml:trace>
  <inkml:trace contextRef="#ctx0" brushRef="#br0" timeOffset="36823.83">11604 6693 36863 0,'0'0'3264'0,"0"0"-2608"16,0 0-528-16,0 0-128 0,0 0 3824 0,0 0 720 15,0 0 160-15,0 0 32 0,0 0-3136 0,7 3-608 0,1 0-128 0,1 0-32 16,3-2-560-16,2 2-112 15,3-3-32-15,1 0 0 0,2-3-128 0,1 2 0 16,1-2 0-16,0 0 0 0,0 1 0 0,-1 1 0 0,-2-2 0 0,0 3 0 16,-2 0 0-16,-2 3 0 15,-2-2 0-15,0 4 0 0,-1-1 0 0,-1 4 0 16,-1 0 0-16,-1 2 0 0,0 1 0 0,-1 2 0 16,-1 1 0-16,-2 2 0 0,0 2 176 0,2 3-48 15,-4-1-128-15,0 3 192 0,0 0-64 0,-1 3-128 0,1 4 176 16,-1 1-176-16,2 2 128 0,0 2-128 0,1 0 0 0,2 1 0 15,0-4 0-15,0 3 0 0,0-1 0 0,-1 0 0 16,1-2 0-16,-1-1 0 0,1-2 0 0,1-1 0 16,-2-2 0-16,1-4 0 0,-1 2 0 0,0-2 0 15,-1-1 0-15,0 0 0 0,-2-2 0 0,-1-3 0 16,1-2 0-16,-2-3 0 0,-1-1 0 0,-1-1 0 0,-2-1 0 0,-1-1 0 16,-1-2 0-16,-1 1 0 0,-2-6 0 15,0 2 0-15,-1-1 0 0,-2-1 0 16,-3 1 0-16,0-2 0 0,-2 0 0 0,0-1 0 0,-1 2 128 0,0 0-128 15,1 0 0-15,-1 0 0 0,-2 0 0 0,1 0 0 16,0-2 0-16,0 2 0 0,-1 2 0 0,4 1 0 16,-2 0 0-16,1-2 0 15,0-1-432-15,3 0-80 0,0-1-32 0,2 1-16400 16,-1 1-3280-16</inkml:trace>
  <inkml:trace contextRef="#ctx0" brushRef="#br0" timeOffset="50871.2">3843 10412 38175 0,'0'0'1696'0,"0"0"352"0,0 0-1648 0,0 0-400 0,0 0 0 0,0 0 0 16,0 0 1328-16,0 0 176 0,0 0 32 0,2 9 16 15,-2 4 112-15,0-1 0 0,0 4 16 0,0 1 0 16,1 1-784-16,-1 0-144 0,0 2-48 0,0-1 0 0,0 1-384 16,0-1-64-16,1 1-32 0,-1-2 0 0,2-1-224 0,-1-3 0 15,0-2-144-15,2-1 144 16,1-4-2880-16,-4-7-496 0,8 4-80 0</inkml:trace>
  <inkml:trace contextRef="#ctx0" brushRef="#br0" timeOffset="51286.22">4459 10050 30399 0,'0'0'2704'0,"-6"-3"-2160"16,6 3-544-16,-6-1 0 0,-2-1 3776 0,2 2 640 15,6 0 128-15,-7 2 16 0,-1 0-2256 0,0 5-448 0,1 2-80 0,-2 7-32 16,-3 1-816-16,0 6-160 0,0 6-48 0,1 5 0 16,-2 2-272-16,-2 2-64 15,1 4-16-15,1 1 0 0,4 1-112 0,0-1-32 0,1-1 0 0,4-4 0 16,3-1-224-16,6 0 0 0,1-3 128 0,5-6-128 16,0 0 0-16,5-5 0 15,0-4 0-15,1-5 0 0,1-4-256 0,3-2 64 0,2-4 16 16,3-4 0-16,0-5-16 0,2-2 0 0,-1-4 0 15,2-2 0-15,-3-4 192 0,0-3-208 0,0-2 80 16,-2 0 128-16,-1-2-160 0,-2-2 160 0,-3-3 0 0,-1-1-144 16,-3-1 144-16,-2-1 0 0,-1-2 0 15,-5-3 0-15,-3 1 192 0,-3-6-16 0,-4 0-16 0,-1 1 0 16,-2 0-160-16,-1 1 0 0,-1 1 0 0,-3 2 0 16,-3 2 0-16,-2 2 0 0,-3 3 0 0,-2 3 0 15,0 2 0-15,-2 3 0 0,0 2 0 0,-1 6 0 0,0 4 0 0,-1 3-272 16,3 5 64-16,-2 4 16 15,1 6-768-15,3 5-128 0,3 4-48 0,3 4 0 16,0 4-1184-16,4 5-240 0,1 0-64 0,5 2-11152 16,0 5-2240-16</inkml:trace>
  <inkml:trace contextRef="#ctx0" brushRef="#br0" timeOffset="51507.39">4658 10360 12895 0,'0'0'576'0,"0"0"112"0,0 0-560 0,0 0-128 16,0 0 0-16,0 0 0 0,-5 6 8544 0,0 1 1680 15,1 1 336-15,0 2 64 0,0 3-7472 0,0 4-1488 0,0-1-288 0,2 1-64 16,0 0-864-16,1 1-160 0,0 2-32 0,2-2-16 16,2-1-240-16,1 0 0 15,-1-2 0-15,4 1 0 16,-2-2-496-16,0-1-144 0,1-1-16 0,0-1-16 15,2-4-1440-15,2 1-304 0,1-1-48 0,-1-3-12128 0,2-2-2432 0</inkml:trace>
  <inkml:trace contextRef="#ctx0" brushRef="#br0" timeOffset="51806.46">4915 10535 46367 0,'0'0'2048'0,"0"0"432"0,0 0-1984 0,0 0-496 0,0 0 0 0,7-4 0 0,-7 4 1536 0,9-6 224 16,0 1 32-16,1 1 16 0,3-1-720 0,-1 1-128 15,1 0-48-15,0 2 0 0,-3-2-592 16,2 3-128-16,1-1-32 0,-2 2 0 0,0 0-160 0,0 3 192 16,-1 1-192-16,-2 0 192 0,-1 1-192 0,-2 3 128 15,-1 1-128-15,-2 1 128 0,-2 3 64 0,-1-1 0 16,-3 1 0-16,-1 3 0 0,-2-1-48 0,0 2 0 16,-3 0 0-16,3-1 0 0,-1-2-144 0,1 2 128 15,2-2-128-15,0 1 128 0,1-2-128 0,1-2 0 16,2-2 0-16,2 1 0 0,2-1 0 0,1 0 0 15,0-5 0-15,2 1 0 0,2 0 0 0,3-2 0 16,2-3-128-16,1-2 128 16,3 1-512-16,2-3-48 0,4-4 0 0,1-1 0 15,2-5-1168-15,4 0-224 0,3-5-48 0,1 0-13536 0,-3-2-2704 0</inkml:trace>
  <inkml:trace contextRef="#ctx0" brushRef="#br0" timeOffset="52018.8">5740 10185 42383 0,'0'0'1872'0,"0"0"400"0,0 0-1824 0,0 0-448 0,0 0 0 0,0 0 0 15,0 0 3072-15,8 2 528 0,0 0 112 0,1-2 0 16,0 0-2384-16,2 0-496 0,0 0-80 0,4 0-32 16,0 0-512-16,1 0-208 0,1-4 176 0,0 2-176 15,2 2 0-15,-2-3 0 0,-1 0 0 0,-2 2 0 16,-1 0-768-16,-1-1-112 0,-3 2-16 0,0 0 0 15,-2-1-1952-15,-7 1-400 0,0 0-80 0,0 0 0 0</inkml:trace>
  <inkml:trace contextRef="#ctx0" brushRef="#br0" timeOffset="52172.11">5702 10403 32255 0,'0'0'1424'0,"0"0"304"0,0 0-1392 0,0 6-336 15,3 1 0-15,1-2 0 0,-4-5 4544 0,5 4 848 16,2 0 176-16,2-1 16 0,4-1-3536 0,1-2-704 15,2-2-128-15,3 0-48 0,4 0-800 0,3-3-176 16,0-2-16-16,1 0-16 0,0 0-160 0,3-1 0 16,4-4-160-16,2 0-16752 15,-1 1-3360-15</inkml:trace>
  <inkml:trace contextRef="#ctx0" brushRef="#br0" timeOffset="52886.67">6962 10034 44975 0,'0'0'1984'0,"0"0"432"0,-1-4-1936 16,1 4-480-16,0-6 0 0,0 6 0 0,0 0 1648 0,0 0 224 15,0 0 48-15,0 0 16 0,0 0-512 0,-3 6-96 16,0 7-32-16,-1 3 0 0,-1 5-720 0,-1 3-160 15,-3 4-32-15,1 0 0 0,0 2-112 0,1-1-16 16,1 0-16-16,-1-2 0 0,1-2-240 0,2-2 0 16,1-2 128-16,2-1-64 0,0-2-64 0,1-2 0 15,0-3 0-15,1-3 0 0,-1-2 0 0,0-8 0 16,-1 7 0-16,1-7 0 0,0 0 0 0,0 0-240 16,0 0 80-16,8-7 16 0,1-1-112 0,0-6 0 15,0 0-16-15,1-5 0 0,1 0-112 0,1-3 0 16,-1-3-16-16,1-1 0 15,-2-2-32-15,1 1 0 0,-1-2 0 0,2 3 0 0,-2 4 192 0,1 1 48 16,-2 3 0-16,-1 4 0 0,-2 2 192 0,0 4 0 16,-1 4 0-16,-5 4 0 0,0 0 304 0,0 0 0 0,8 1 0 0,-1 5 0 15,-1 1 128-15,-1 3 16 0,0 0 16 16,2 3 0-16,-1 1-208 0,2 5-32 0,0-2-16 0,1 0 0 16,0-1-80-16,1 1-128 0,1 2 176 0,1-4-176 15,1 1 144-15,1 0-144 0,0-2 0 0,2 2 144 16,-2-1-144-16,2 2 0 0,1-4 0 0,-1 0 0 0,-2-1 0 15,-1 0 0-15,-3-3 0 0,-1 0 0 0,-1-1-192 16,0-2 192-16,-3 1-160 0,-5-7 160 0,0 0-176 0,2 8 176 16,-2-8-192-16,-4 6 192 0,-3 1 0 0,-3-1-128 15,-3-2 128-15,-4 1 0 0,-3 1 0 0,-3 0 0 16,-2-1 0-16,-4 1 0 0,-2 1 0 0,-4-1 0 16,-2-1 0-16,-2 0 0 0,-1 0-192 0,1 0 64 15,1-1 128-15,3 0-208 16,2-1-432-16,6 1-96 0,3-3-16 0,5 0 0 15,2-1-1152-15,5 0-224 0,4 0-48 0,8 0-12480 16,0 0-2496-16</inkml:trace>
  <inkml:trace contextRef="#ctx0" brushRef="#br0" timeOffset="53372.53">7822 9853 12895 0,'0'0'1152'0,"0"0"-928"0,-4-7-224 0,4 7 0 16,0 0 8368-16,0 0 1616 0,0 0 336 16,0 0 64-16,-5 3-7072 0,-1 2-1424 0,-1 6-288 0,1 2-48 15,-1 3-752-15,1 5-160 0,0 3-16 0,0 3-16 16,-1 1-288-16,2-2-48 0,1 2-16 0,4 4 0 16,-1-2-176-16,2 0-80 0,3-2 0 0,3 0 0 15,0-2 0-15,3-3 0 0,0 1 0 0,4-7 0 16,1-2 0-16,-1 0 0 0,4-4 0 0,1-2 0 15,1-1-160-15,3-4-32 0,-1-4 0 0,1-2 0 16,1-2-256 0,0-3-64-16,3-6-16 0,-4-1 0 0,-1-3 304 0,-1-1 64 0,-1-6 16 0,-1-3 0 0,2-3-80 15,-1-3-16-15,0-2 0 0,-1-2 0 0,-4-2 48 0,1-2 0 16,0-2 0-16,-2 0 0 0,-1 1 192 0,-3 0 0 16,1 6-160-16,-3 3 160 0,-3 0 0 0,-1 7 128 15,-2 6 0-15,0 3 0 0,-4 2 336 0,2 6 64 16,-1 3 16-16,1 6 0 0,0 0-48 0,0 0-16 15,0 0 0-15,-4 9 0 0,2 6-352 0,-1 4-128 16,-1 1 0-16,1 5 0 0,2 3 160 0,-1 2-160 16,-1 2 160-16,0 2-160 0,2 3 128 0,0-1-128 15,-1 2 0-15,2-2 144 0,0 1-144 0,2-1 0 16,-1 0 0-16,2-2 0 0,1-2 0 0,-2-2 0 16,1-3 0-16,1-3 0 15,0-5-496-15,-1 0-128 0,0-2-16 0,0-4-16 16,-2-3-1056-16,0-2-208 0,-1-8-32 0,0 0-13600 15,0 0-2736-15</inkml:trace>
  <inkml:trace contextRef="#ctx0" brushRef="#br0" timeOffset="53600.28">7513 9623 38703 0,'-10'-4'1712'0,"10"4"352"0,0 0-1648 0,0 0-416 15,0 0 0-15,0 0 0 0,0 0 3296 16,0 0 576-16,10 0 112 0,3 2 32 0,3-2-2528 0,1-2-496 16,1 0-96-16,2-1-32 0,2-1-576 15,1 0-112-15,3 0-32 0,1-2 0 0,0-1-144 0,2 2 0 16,-1 0 0-16,2-2 0 16,0 1-1472-16,2-1-192 0,0-2-16 0,2 0-14080 15,1 1-2816-15</inkml:trace>
  <inkml:trace contextRef="#ctx0" brushRef="#br0" timeOffset="53768.12">8283 9496 11967 0,'0'0'528'0,"0"0"112"0,0 0-512 0,0 0-128 15,0 0 0-15,0 0 0 0,0 0 8880 0,9 3 1744 16,-2-1 336-16,3-1 80 0,0 0-7680 0,3-1-1536 0,1 0-304 16,3 0-64-16,0 0-880 0,2-1-160 0,0 0-32 0,2-1-16 15,2 1-368-15,1 0 144 0,-1-2-144 0,2 2 0 16,0-2 0-16,-2 1-320 15,2-2 32-15,-1 0 16 16,-2 0-2448-16,0-1-480 0</inkml:trace>
  <inkml:trace contextRef="#ctx0" brushRef="#br0" timeOffset="54376.56">9245 9898 50447 0,'0'0'2240'0,"0"0"448"0,0 0-2144 0,0 0-544 0,-6 0 0 0,3-1 0 0,3 1 1216 16,0 0 144-16,0 0 32 0,0 0 0 16,0 0-416-16,10 3-80 0,3 1 0 0,4-3-16 0,-3-2-624 0,3-2-128 15,-2 0-128-15,2 1 176 0,1-3-128 16,1 1-48-16,2 1 0 0,0-1 0 0,1 2 0 0,-1 2 0 16,0-3 0-16,5 0 0 0,-3 2-224 0,0-2-32 15,-3 2-16-15,-1 1 0 16,-4 0-1664-16,-3 1-336 0,-3 2-64 0,-9-3-21088 0</inkml:trace>
  <inkml:trace contextRef="#ctx0" brushRef="#br0" timeOffset="54556.75">9264 10098 27647 0,'0'0'1216'0,"0"0"256"0,0 0-1168 0,0 0-304 16,5 5 0-16,2-1 0 0,-7-4 5376 0,9 3 1008 15,2-1 208-15,0 0 32 0,2 0-4128 0,3-2-832 0,2 0-176 0,2-2-16 16,-1 0-816-16,2 1-144 0,1 0-48 0,0-3 0 15,2 1-464-15,1-2 0 0,1 0 0 0,0-1 0 16,-1 0-192-16,-1-1-144 16,1 1-32-16,0-1 0 15,0 1-1328-15,-2-1-272 0,-2 2-48 0,-1 1-13696 0,-3-1-2736 0</inkml:trace>
  <inkml:trace contextRef="#ctx0" brushRef="#br0" timeOffset="55923.03">10444 10338 24879 0,'0'0'1088'0,"0"0"256"0,3 10-1088 0,-2-1-256 0,-1 0 0 0,0 1 0 15,0-10 5200-15,0 0 992 0,0 9 192 0,0-9 32 16,0 0-3344-16,0 0-688 0,0 0-128 0,0 0-16 15,0 0-1200-15,0 0-224 0,0 0-48 0,0 0-16 16,0 0-560-16,0 0-192 0,0 0 144 0,0 0-32 16,0 0-112-16,0 0 0 0,-1-12 0 0,-1 0 0 15,2-1 0-15,0 0 0 0,-1-4 0 0,-2 0 0 0,1-1 0 0,1-3 0 16,-2-5 0-16,2-1 0 0,-1-2 0 0,0-2 0 16,-1-2 0-16,1 2 0 0,0-4 0 0,1-1 0 15,-2 1 0-15,1 0 0 0,-1 0 0 0,-2 0 0 16,0 2 0-16,-1 4 0 0,3 5 0 0,-1 4 0 15,-2 0 0-15,3 2 0 0,0 4 0 0,0 2 0 16,2 3 0-16,0 3 0 0,-1 0 0 0,2 6 0 16,0 0 0-16,0 0 0 0,0 0 0 0,0 0 0 15,4 9 0-15,4 6 0 0,3 3 0 0,2-2 0 16,1 1 0-16,3 1 0 0,2 0 0 0,4-1 0 16,1 1 0-16,1-1 0 0,1-2 0 0,3-1 0 15,2-1 0-15,-1-3 0 0,-1 0 0 0,0-4 0 16,-1-3 0-16,0 1 0 0,-4-4 0 0,0 0 0 0,-2-6 0 0,-1 1 0 15,-2-1 0-15,1-1 0 16,0-1 0-16,-4-2 0 0,0-2 0 0,-2-1 0 0,-2-3 0 16,0 1 0-16,-2-1 0 0,-1 1 0 15,1-6 0-15,-3 0 0 0,0-1 0 0,-1-1 0 0,0 0 0 0,-2 0 0 16,-1 0 0-16,0 4 0 16,0 1 0-16,-2 2 0 0,0 2 0 0,1 2 0 0,-2 1 0 0,0 4 0 15,0 3 0-15,0 4 0 0,0 0 0 0,0 0 0 16,0 0 0-16,0 0 0 0,-3 5 0 0,2 8 0 15,-1 4 0-15,1 2 0 0,0 4 0 0,-1 1 0 16,2 4 0-16,2 0 0 0,-1 2 0 0,2 3 0 16,-1-2 0-16,2 4 0 0,0 1 0 0,1-1 0 15,1 0 0-15,0-1 0 0,1-1 0 0,-1-1 0 16,-1 1 0-16,2-2 0 0,-2-1 0 0,0-3 0 16,0-2 0-16,1-1 0 0,-2-3 0 0,0-2 0 15,-1-3 0-15,1-3 0 0,-1-3 0 0,0-1 0 0,-1-1 0 0,-1-1 0 16,-1-7 0-16,0 0 0 0,0 0 0 0,0 0 0 15,2 6 0-15,-2-6 0 0,0 0 0 0,0 0 0 16,0 0 0-16,0 0 0 16,0 0-1088-16,0-10-176 0,0-2-16 0,1-2-23616 0</inkml:trace>
  <inkml:trace contextRef="#ctx0" brushRef="#br0" timeOffset="57641.99">11727 9905 21183 0,'0'0'1888'0,"0"0"-1504"15,0 0-384-15,0 0 0 0,0 0 5296 0,0 0 976 0,0 0 208 0,0 0 48 16,0 0-4288-16,0 0-832 0,0 0-192 0,-1 12-16 16,-1 2 304-16,0 3 64 0,-1 1 16 0,1 0 0 15,-2 2-832-15,0 1-176 0,0 0-16 0,-1 0-16 16,-1-3-160-16,1 1-48 0,0 0 0 0,1-2 0 15,-1 0-128-15,1-3-16 0,1-1-16 0,1-1 0 16,-1-5-176-16,2 1 0 0,1-8 0 0,0 0 0 16,0 0 0-16,0 0 0 0,0 0 0 0,0 0 0 15,0 0 0-15,0 0 0 0,0 0 0 0,0-6 0 16,1-3 0-16,0-4-176 0,2-3 48 0,1-2 0 16,0-2-112-16,1-2-16 0,2-1 0 0,-1-1 0 15,2-2-48-15,0 0-16 0,1 0 0 0,0 1 0 16,0-2 320-16,0 5-160 0,-1-1 160 0,-1 5-128 0,-2 4 128 15,-1 2-128-15,0-4 128 0,-2 9-128 0,-2 7 128 0,0 0 224 16,0 0-48-16,0 0-16 0,0 0 64 0,0 0 16 16,8 5 0-16,-1 3 0 0,-2 2-48 0,0 2-16 15,0 0 0-15,0 2 0 0,1 1-48 0,-1 2 0 16,1 2 0-16,1 2 0 0,1-3 0 0,1 1 0 16,3 0 0-16,-1-1 0 0,1 0-128 0,1-1 0 15,1 0 0-15,2 0 0 0,0-4 0 0,1-3 0 16,0 1 0-16,0 1 0 0,-3-5-128 0,0 1-64 15,-1-1-16-15,-1-1 0 0,-2-1 0 0,-2 1 0 16,-1-1 0-16,-3 1 0 0,-4-6 208 0,0 0-144 16,0 0 144-16,-6 7-128 0,0-1 128 0,-3 0 0 0,-4-1 0 15,-2 0 128-15,0-4 0 0,-2 2 16 0,-1 0 0 16,-2-1 0-16,0 2-144 0,-3-3 192 16,-2 2-192-16,-1 0 192 0,-1-1-192 0,1 0 0 15,0 2 0-15,1-2 0 0,3-1 0 0,2-1-176 0,3 0 48 0,4 0 0 31,3 0-1264-31,3-1-240 0,3-1-48 0,4 2-16 16,5-4-2464-16,5 0-480 0,5-3-96 0</inkml:trace>
  <inkml:trace contextRef="#ctx0" brushRef="#br0" timeOffset="58130.12">12306 9891 23039 0,'0'0'1024'0,"-2"-6"192"0,0 0-960 0,-1 1-256 0,1 2 0 0,-1-3 0 0,2-2 5552 0,-1 1 1056 16,2 7 224-16,0 0 32 0,-3-5-3872 0,-3 4-784 16,0 2-160-16,-2 3-16 0,3 1-1072 0,-3 3-224 15,-1 2-32-15,0 3-16 0,0 4-288 0,-1 2-48 16,3-2-16-16,0 2 0 0,2-2-208 0,1 3-128 16,3-3 128-16,2 2-32 0,2-2-96 0,3 0 0 15,2-1 0-15,2-2 0 0,5-1 0 0,0-3 0 16,1 0 0-16,2-4 0 0,0 1 0 0,2-6 0 15,0 0 0-15,0-2-160 0,0 0-32 0,0-6 0 16,-2 1 0-16,1-4 0 0,0 0 32 0,-2 0 0 0,-2-3 0 16,0-2 0-16,-1-2 160 0,-1 2-192 15,-1-5 192-15,-1 3-192 0,0-5 192 0,-2 2 0 16,-3 1 0-16,0 1 0 0,-2-1 0 0,-2 4 0 16,0 0 0-16,-1 2 0 0,-1 2 208 0,1 1-16 15,0 1-16-15,-1 3 0 0,0 6 16 0,0 0 16 16,0 0 0-16,0 0 0 0,0 0-208 0,0 0 144 15,0 0-144-15,0 0 128 0,0 8-128 0,0 2 0 16,0 0 0-16,2 4 112 0,-1 1-112 0,3 2 0 0,0 1 0 0,0 1 0 16,0-1 0-16,1 0 0 0,0 0 0 0,2 1 0 15,-2 0 0-15,1-2 0 0,1-1 0 0,1-2 0 16,0 0 0-16,-1-1 0 0,1-1 0 0,-1-1 0 16,-1-2 0-16,-1-1 0 0,-5-8 0 0,0 0 0 15,7 7 0-15,-1-1 0 0,-6-6 0 0,0 0 0 16,0 0-960-16,0 0-96 0,0 0-16 0,0 0-15728 15,0 0-3152-15</inkml:trace>
  <inkml:trace contextRef="#ctx0" brushRef="#br0" timeOffset="59942.64">13359 8742 31967 0,'0'0'1408'0,"3"-8"304"0,-2-1-1376 0,2 0-336 16,1 0 0-16,1 0 0 0,-1 0 1168 0,-2 1 176 15,-2 8 16-15,3-9 16 0,0-1 320 0,-3 10 64 16,0 0 16-16,0 0 0 0,-2-7-512 0,2 7-112 16,0 0 0-16,0 0-16 0,-9 0-96 0,-1 4-16 15,-2 5 0-15,-1-1 0 0,-3 5-384 0,-2 2-64 16,-2-2-32-16,0 7 0 0,-3 5-160 0,1 1-16 16,-1 2-16-16,1 2 0 0,0 0-160 0,2 2-48 15,0-1 0-15,6-10 0 0,-2 0-144 0,1 1 0 16,-1 1 144-16,2 1-144 0,1-1 0 0,1 1 0 15,2-2 0-15,-1-3 0 0,2 0 0 0,-1-1 0 16,-1-1 0-16,2-2-128 16,1 0-576-16,0-2-96 0,-1 0-32 0,1-3 0 15,1 1-752-15,1-2-144 0,0 1-48 0,1-3 0 16,-1-3-1424-16,6-4-304 0,-6 1-48 0</inkml:trace>
  <inkml:trace contextRef="#ctx0" brushRef="#br0" timeOffset="60263.83">12882 8991 42207 0,'0'0'1872'0,"-6"3"384"0,-1 1-1808 0,2 2-448 0,1 2 0 0,1 2 0 16,-1-2 992-16,2 4 96 0,-1 1 32 0,1 3 0 16,-1 2 400-16,0-3 80 0,2 2 0 0,0 3 16 0,1 1-800 0,0 1-176 15,-2-1-16-15,1 0-16 0,0-2-208 0,-1 1-32 16,1-1-16-16,0-2 0 0,0-1-128 0,-1-2-32 15,1 1 0-15,0-2 0 0,-1 0-48 0,1-3-16 16,-2-2 0-16,2-2 0 0,1-6 16 0,0 0 0 16,0 0 0-16,0 0 0 0,0 0-16 0,0 0-128 15,0 0 192-15,0 0-64 0,0 0-128 0,8-3 0 16,1-4 0-16,3-2 0 0,2-3 0 0,3-1 0 16,1-4 0-16,10-6 0 0,-3 2 0 0,-1-1 0 15,0 2 0-15,-1 2 0 0,-1 1-144 0,-1 1-16 16,-2 3 0-16,-1 3 0 15,-4-1-1184-15,2 2-256 0,-2 3-32 0,-1 1-14256 16,-4-1-2864-16</inkml:trace>
  <inkml:trace contextRef="#ctx0" brushRef="#br0" timeOffset="61239.73">14274 8097 23039 0,'2'-7'2048'0,"-1"1"-1648"0,3-1-400 0,0-1 0 16,0 0 3360-16,1 1 592 0,-2-1 112 0,-1 0 32 0,1-1-1456 15,-2 0-272-15,0 0-64 0,-1 1-16 0,-1 0-912 0,0 1-176 16,-3-2-48-16,0 3 0 0,-1 1-368 0,5 5-80 16,-8-3 0-16,0 3-16 0,-1 0-192 0,0 0-48 15,-2 3 0-15,1 2 0 0,0 3-224 0,-5 6-48 16,3 2-16-16,2 1 0 0,1 0-160 0,-2 2 160 16,1 5-160-16,2-1 160 0,3-2-160 0,1 4 160 15,2 2-160-15,0 3 160 0,4 0-32 0,-2 3-128 16,0 3 192-16,0-10-64 0,0 3 64 0,1 2 0 15,-1 2 0-15,0 2 0 0,0 1 0 0,0 2 16 16,-1 0 0-16,-1 1 0 0,0-2-48 0,0 0-16 16,1 1 0-16,0 3 0 0,-2-5-144 0,0 2 160 15,2-4-160-15,-1-2 160 0,-1 0-160 0,0-5 160 16,1 1-160-16,0-4 160 0,0 0-160 0,-1-2 160 16,-1-1-160-16,2-3 160 0,-1-4-160 0,0-2 128 15,0-1-128-15,0-1 128 0,3 0-128 0,-1-2 0 16,1-8 0-16,0 0 128 0,-2 7-128 0,2-7 0 0,2 6 0 0,-2-6 0 15,0 0 0-15,7 4 0 0,3-1 0 16,0-2 48-16,3-2-48 0,1-1 0 0,2 1 0 16,0-1 0-16,-2-1 0 0,3 0 0 0,0 1 0 0,1-1 0 15,0 2 0-15,2-3 0 0,0 1 0 0,-2 1 0 16,0-2 0-16,-1 1 0 0,0 1 0 0,0-1 0 31,0-1-640-31,0 0-128 0,-2 0-32 0,5-2-10592 16,-3-2-2112-16,-1 0-416 0</inkml:trace>
  <inkml:trace contextRef="#ctx0" brushRef="#br0" timeOffset="61907.04">14645 8112 27647 0,'0'0'2448'16,"0"0"-1952"-16,0 0-496 0,0 0 0 0,-9 3 2352 0,9-3 368 16,0 0 80-16,-7 5 16 0,7-5-112 0,-5 8-16 15,3 0 0-15,1 1 0 0,1 0-1216 0,3-2-240 16,-1 0-48-16,2 4-16 0,0 1-480 0,4 1-112 15,0-2 0-15,1 4-16 0,0 0-304 0,3 1-48 16,0 1-16-16,-2 0 0 0,-1-2-192 0,0 2 0 16,-1 0 128-16,0-1-128 0,-2-2 0 0,2 1 0 15,-3-4 0-15,-1 1 0 0,-2 0 176 0,-2 0-176 16,-2-2 192-16,-2-1-192 0,-1-1 240 0,-1 1-64 16,-3-4-16-16,-3 2 0 0,-4-1 64 0,-1 1 16 15,-1-2 0-15,-2 2 0 0,0-5-112 0,-4 1 0 16,-2-3-128-16,0-1 192 0,0-2-192 0,0-1 0 15,1-2 0-15,2-2-160 16,0 0-1184-16,5-1-256 0,3 0-32 0,3-2-14112 0,5-2-2832 0</inkml:trace>
  <inkml:trace contextRef="#ctx0" brushRef="#br0" timeOffset="62134.93">15083 8128 33167 0,'0'0'1472'0,"0"0"304"0,0 0-1424 0,-3 6-352 0,-1 2 0 0,0 0 0 16,0 0 4096-16,-1 0 768 0,-1 2 128 0,-1 6 48 0,1 3-2928 16,-4 5-592-16,1 1-112 0,-1 3-32 0,-2 1-800 15,-1 4-144-15,0-2-48 0,0 4 0 0,0-1-208 0,0 1-48 16,-1 2-128-16,1-5 192 0,1 0-192 0,0-2 0 16,0-2 0-16,1 0 0 0,0-2 0 0,2-2 0 15,0 1 0-15,1-4 0 16,0 0-1104-16,2-2-224 0,1-3-32 15,1-3-16-15,1-4-1856 0,3-1-368 0,0-8-80 0</inkml:trace>
  <inkml:trace contextRef="#ctx0" brushRef="#br0" timeOffset="62366.79">15162 8440 27647 0,'0'0'2448'0,"0"0"-1952"15,0 0-496-15,0 0 0 0,0 0 4672 0,0 0 848 16,0 0 176-16,0 0 16 0,0 0-2992 0,0 0-608 0,4 6-112 0,0 2-16 15,0 4-944-15,-1-1-176 0,-2 4-32 0,0 3-16 16,-1 4-608-16,0-1-208 16,-1 2 144-16,0 2-144 0,-1 1 128 0,1 2-128 15,0-2 0-15,-2 0 128 0,0-1-128 0,1 1 0 0,1-3 0 0,-1-1 0 32,0-1-400-32,0-1-64 0,1-3-16 0,1-3 0 15,1-2-960-15,2-2-192 0,1-1-32 0,1-5-16 16,2-1-1808-16,2-3-352 0,1-4-80 0,2-3-14752 0</inkml:trace>
  <inkml:trace contextRef="#ctx0" brushRef="#br0" timeOffset="62829.23">15401 8651 5519 0,'4'-9'496'0,"0"-1"-496"0,-3 3 0 0,2-5 0 0,-2 2 7552 0,0 2 1408 15,-1 1 272-15,-1 2 64 0,-2 0-4768 0,1 2-960 16,-4-1-192-16,1 4-48 0,-1 2-1488 0,-2 1-304 16,-3 3-64-16,0 0-16 0,-2 5-832 0,0 3-176 15,1-1-16-15,0 1-16 0,2 1-176 0,-1-1-48 16,0 0 0-16,1 1 0 0,5 0-192 0,1 2 0 15,-1-2 0-15,2-1 0 0,3 0-160 0,3-1 160 16,2-1-128-16,2-3 128 0,-1-1-336 0,3-1 16 16,3-2 0-16,3-1 0 15,0-3-176-15,2-1-16 0,0-1-16 0,1-2 0 16,1-1-96-16,0 0-16 0,1-5 0 0,-1 0 0 16,1 0-32-16,-1-3-16 0,1 2 0 0,-2-3 0 0,-1 2 304 0,-1-2 48 15,-2-2 16-15,-2 2 0 0,-2-1 320 0,-1 4 0 0,-2 1 0 16,-2 1 0-16,-1 0 128 0,-1 0 160 0,-3 1 32 0,0 7 0 15,0 0 352-15,0 0 80 16,0 0 16-16,0 0 0 0,-7 1-128 0,1 3 0 16,0 4-16-16,1-2 0 0,1 1-368 0,2 3-80 15,-1 3-16-15,2 0 0 0,-1 0-160 0,4 4 0 16,0 1 0-16,5 2 0 0,-2 1 0 0,2 2 0 0,2 3 0 0,1 0 0 16,2 2 0-16,0-1 0 0,1 2 0 0,1 0 0 15,0-1 0-15,-1 0 0 0,-1-1 0 0,0-2 0 16,-2-2-128-16,-2-2 128 0,-4-1-160 0,-1-2 160 15,-3-1-192-15,0 0 48 0,-3-4 16 0,-1-4 0 16,-1 0 128-16,-4-1-128 0,-3 0 128 0,-2-2-128 16,-3-1 128-16,-1 1 0 0,-3-2 0 0,0-3 0 15,-1-1 0-15,-2-3 0 0,-2-1 0 0,1-2 0 16,2-3-832-16,1-2-256 16,1-4-32-16,3-5-14432 0,3-2-2880 0</inkml:trace>
  <inkml:trace contextRef="#ctx0" brushRef="#br0" timeOffset="63300.37">15943 8167 45151 0,'0'0'4016'0,"0"0"-3216"16,7-5-640-16,-1-2-160 0,2 2 1680 0,1 3 304 16,-1-4 64-16,2 0 16 0,3-1-976 0,2 2-208 0,0 0-48 0,2 0 0 15,0-1-608-15,2 2-224 16,-1 1 144-16,0 0-144 0,0 2 0 0,1 1 0 15,-4 0 0-15,0 1 0 0,-2 0 0 0,0 2 0 16,-2-1 0-16,1 5 0 0,0 1 0 0,-3 2 0 16,0 3 144-16,-1 3-144 0,-2 0 160 0,0 2-32 15,-1 5-128-15,-1 2 192 0,-2 2-16 0,2 6-16 16,-1 0 0-16,0-1 0 0,-1 1-160 0,2 2 128 0,1 2-128 0,2-1 128 16,-1 3-128-16,-1-2 0 15,1-1 0-15,-1 2 0 0,1 1 0 0,4 0 0 0,-3-2 0 16,3-1 0-16,-1 1 0 0,1-5 0 0,-1 0 0 0,0-2 0 15,0-2 0-15,1-4 0 0,-1-2 0 0,0-3 0 16,-1-2 0-16,-1-1 0 0,0-3 0 0,0-1 0 0,-2-2 0 16,0-1 0-16,-5-9 0 0,0 0 0 15,4 8 0-15,-2 1 0 0,-2-9 128 0,0 0-128 16,0 0 0-16,0 0 160 0,0 0-160 0,0 0 160 0,-7 0-32 0,-2 0 0 16,-2 0 0-16,-1 0 0 0,-1-2 0 0,-1 0-128 15,-2 0 192-15,-1 0-64 0,-3 2-128 16,-3 2 0-16,-1-1 0 0,-1 2 128 0,-1-1-128 0,-2 0 192 15,1 0-192-15,-2 2 192 0,1 1-192 0,0-2-144 16,1 1 144-16,-1 0-208 16,4-3-352-16,2 2-64 0,2-2-16 0,4 0-16288 15,3 1-3264-15</inkml:trace>
  <inkml:trace contextRef="#ctx0" brushRef="#br0" timeOffset="78740.99">11797 10602 13823 0,'0'0'1216'0,"-10"-1"-960"0,1 0-256 0,9 1 0 15,0 0 2128-15,0 0 384 0,0 0 80 0,0 0 16 16,0 0-816-16,10-3-176 0,2 2-16 0,4-2-16 16,2 1-496-16,5-2-112 0,5 0-16 0,4 1 0 0,3-2-320 0,2 1-64 15,-2 2 0-15,3-2-16 0,1 2-304 0,2 1-48 16,0 1-16-16,2 3 0 0,0-1-192 0,-2 1 128 16,-2 1-128-16,-1-4 0 0,-3 1 0 0,-1 0 128 15,-4 3-128-15,-4-2 0 0,-7-1 0 16,-2-1 128-16,-2-1-128 0,-5 2 0 0,-10-1 0 0,0 0 0 15,0 0 0-15,0 0 0 0,0 0 0 0,-14 5 0 16,-6-1 0-16,-3 0-160 0,-3-1 160 0,-3-2 0 16,-4 0 0-16,-1 0 0 0,-1 1 0 0,-3-2 144 15,-2-2-144-15,-2 0 0 0,-1 2 192 0,2 0-192 16,-1 0 192-16,1 1-192 0,1 2 208 0,1-1-64 16,1 2-16-16,4-1 0 0,2-2-128 0,3 2 0 15,4-3 144-15,4 0-144 0,2 0 0 0,3 0 0 16,3 0 0-16,1 0 128 0,3 1-128 0,9-1 0 15,0 0 128-15,0 0-128 0,0 0 128 0,0 0-128 0,11 5 160 0,3-5-160 16,3 0 256-16,4 0-64 0,4 0 0 0,3-2 0 16,5-1-192-16,2 2 0 0,3-6 128 0,2 5-128 15,3 0 0-15,4 1 144 0,3-2-144 0,2 2 128 16,1 0-128-16,2 0 0 0,-1-1 0 0,-5 1 128 16,-5 0-128-16,-4-1 0 0,-5 1 0 0,-7 1 128 31,-5 1-1376-31,-4 1-288 0,-1-2-48 0,-3 1-13808 0</inkml:trace>
  <inkml:trace contextRef="#ctx0" brushRef="#br0" timeOffset="90973.42">5169 12769 36159 0,'-8'-10'1600'0,"8"10"336"0,-2-8-1552 0,-1 3-384 0,3 0 0 16,0 5 0-16,0 0 1552 0,0 0 240 0,0 0 32 0,0 0 16 16,0 0-368-16,3 7-64 0,1 6 0 0,0 7-16 15,0 3-528-15,-1 3-96 0,1 6-32 0,2 3 0 16,0 4-48-16,1 4-16 0,0 3 0 0,4 2 0 15,-1 2-208-15,2 0-32 0,2 0-16 0,1-2 0 16,0-4-224-16,4-1-64 0,-1-3 0 0,1-4 0 16,0-5-128-16,-2-1 0 0,-2-4 0 0,0-2 0 15,-1-2 0-15,-2-2 0 0,-2-3 0 0,1-4 0 0,-2-3 0 16,-2-1 128-16,1-5-128 0,-8-4 0 0,7 3 0 0,-1-6 128 16,2 0-128-16,0-4 0 0,0-5 128 0,0-4-128 15,1-3 0-15,0-3 128 0,-1-3-128 0,1-3 0 16,-1-3 0-16,2-5 128 0,2-7-128 15,1-3 0-15,0-2 0 0,0-4 0 0,1-4 0 0,1-2 0 16,-1-1-176-16,0 0 176 0,-1-4-240 0,0 3 48 16,-1 3 0-16,0 4 0 0,-2 7-176 0,-1 2-16 15,-1 9-16-15,1-5 0 16,-3 7-176-16,-4 12-48 0,-2 7 0 0,0 4 0 16,0 10-768-16,0 0-144 0,0 0-48 0,0 0 0 15,-4 10-1136-15,-1 8-224 0,-4 7-64 0</inkml:trace>
  <inkml:trace contextRef="#ctx0" brushRef="#br0" timeOffset="91398.82">5017 13096 9215 0,'0'0'400'0,"-12"-2"96"0,-2-2-496 0,-1 0 0 0,1 0 0 0,1 1 0 15,4 1 7632-15,0-1 1440 0,0 1 272 0,1-1 64 16,8 3-5664-16,0 0-1136 0,0 0-240 0,0 0-32 0,0 0-1280 0,0 0-256 16,0 0-48-16,10-4-16 0,1 0-160 0,3 2-16 15,4-1-16-15,4 0 0 0,3 1-112 0,2 0-32 16,3 0 0-16,3 1 0 0,2-1-160 0,4 1-48 15,2-3 0-15,2 1 0 0,4 0-192 0,2-1 176 16,5 1-176-16,-2-2 160 0,1 0-160 0,1-1 0 16,-1 2 0-16,1 1 0 0,-1-1 0 0,-1-2 0 15,-3 1 0-15,-5 0 0 0,-4 2 0 0,-1-1 0 16,-5 2-176-16,-6-1 176 0,-5-1-192 0,-2 2 32 16,-4 0 16-16,-3 2 0 0,-3-2-16 0,-3 1 0 0,-8 1 0 15,0 0 0-15,0 0 32 0,0 0 0 16,0 0 0-16,0 0 0 15,0 0-384-15,0 0-64 0,0 0 0 0,0 0-16 16,-15 1-1744-16,2 1-352 0,0 5-64 0</inkml:trace>
  <inkml:trace contextRef="#ctx0" brushRef="#br0" timeOffset="91986.07">6507 13029 27647 0,'0'0'1216'0,"0"0"256"0,0 0-1168 0,0 0-304 0,-4-3 0 0,4 3 0 15,0 0 5312-15,0 0 1024 0,0-5 192 0,0 5 32 16,8-5-4416-16,0 2-880 0,1-4-176 0,2 2-48 16,4 0-656-16,2 0-144 0,1 0-32 0,2-1 0 15,-1 2-208-15,3-2 144 0,0-1-144 0,2 4 128 16,-1 0-128-16,2-1 0 0,-3 0 0 0,12 0 0 16,-4 2-768-16,-2 0-96 0,-2 2-16 0,-4 2 0 15,-5-1-1648 1,-3 1-336-16,-3 2-64 0,-11-4-17568 0</inkml:trace>
  <inkml:trace contextRef="#ctx0" brushRef="#br0" timeOffset="92176.36">6538 13235 28559 0,'0'0'2544'0,"-5"4"-2032"16,5-4-512-16,0 0 0 0,0 0 4128 0,0 0 736 16,0 0 128-16,0 0 48 0,0 0-2832 0,0 0-560 15,12 3-112-15,2-3-32 0,3 0-752 0,1-1-160 16,0-1-16-16,5-1-16 0,1-1-320 0,2-1-64 15,2 0-16-15,1-1 0 0,-1 0-160 0,3-1 0 0,3 2 0 0,15-4-176 32,-8 0-1584-32,-2 1-320 0,-3-1-64 0,-12 5-12704 15,1-1-2528-15</inkml:trace>
  <inkml:trace contextRef="#ctx0" brushRef="#br0" timeOffset="93041.62">7599 13626 11055 0,'0'0'480'0,"0"0"112"0,0 0-464 0,0 0-128 16,0 0 0-16,0 0 0 0,0 0 8064 0,0 0 1584 15,0 0 320-15,0 0 64 0,-4-5-6128 0,4 5-1232 0,-3-7-240 0,0 0-64 16,0 1-1280-16,-1-2-272 0,2-1-48 0,-1-3-16 16,2-1-496-16,0 0-80 0,-2-1-32 0,0-2 0 15,1-1-96-15,0-4-48 0,1-2 0 0,-1-3 0 16,-1-4 0-16,0-1 0 0,1-5 0 0,0-1 0 15,1-4 0-15,1-2 0 0,0-2 0 0,0-1 0 16,-1-1 0-16,1 1 0 0,-1 2 0 0,-1 2 0 0,0 4 0 16,-2-1 0-16,0 7 0 0,0 4 0 0,0 1 0 15,0 5 0-15,1 2 0 0,1 6 0 0,-1 4 0 16,1 3 0-16,0 2 0 0,2 5 0 0,0 0 0 0,0 0 0 16,3 10 0-16,1 5 0 0,1 2 0 0,3 3 0 15,1 4 0-15,3-1 0 0,2-1 0 0,2 2 0 16,2-3 0-16,2 1 0 0,2-5 0 0,1 0 0 15,2-3 0-15,1 1 0 0,1-2-176 0,-1-3 176 16,1-2-160-16,-3-2 160 0,0 0-192 0,-2-3 48 16,-1 0 16-16,-2-3 0 0,0-3 128 0,-2-2-208 15,-3 0 80-15,0-3 128 0,1-1-144 0,-2-3 144 16,-2-1 0-16,2-1 0 0,0-3 0 0,-1-1 0 16,1-3 0-16,-2-3 0 0,-2-2 0 0,0 0 0 0,-1-1 0 0,0 0 0 15,-1-2 0-15,1 1 0 0,-1 4 0 0,-2 3 0 16,-1-1 0-16,0 5 0 15,0 2 0-15,-2 5 0 0,0 2 0 0,-2 8 176 0,0 0-48 0,0 0-128 16,0 0 224-16,1 8-64 0,0 4-16 0,0 5 0 16,-2 4-144-16,1 3 0 0,0 4 144 0,0 3-144 15,0 3 0-15,1 0 144 0,2 1-144 16,0-1 144-16,-1 1-144 0,2 2 0 0,0-1 0 16,0 1 0-16,3-2 0 0,-1-1 0 0,1-2 0 15,-1 1 0-15,1-4 0 0,-1-3 0 0,1 0 0 0,-2-2 0 16,-1-3 0-16,0 0 0 0,1-3 0 0,-1-1 0 15,-2-4-432 1,1-1-80-16,0 0 0 0,-1-3-16 0,-2-9-832 0,0 0-176 0,0 0-16 16,0 0-16-16,0 0-2336 0,0 0-448 0</inkml:trace>
  <inkml:trace contextRef="#ctx0" brushRef="#br0" timeOffset="93423.16">8633 12961 35007 0,'0'0'3120'16,"0"0"-2496"-16,0 0-496 0,0 0-128 0,0 0 3408 0,0 0 672 16,0 0 128-16,-2 6 16 0,2-6-2176 0,0 11-432 15,0 1-80-15,1 2-32 0,0 2-704 0,2 0-144 16,-1 4-16-16,2-2-16 0,2 3-304 0,-1 0-48 16,1-1-16-16,1 0 0 0,-1 3-256 0,1-5 0 0,-1 0 128 15,2 0-48-15,1 1-80 0,-1-2 0 16,0-1 0-16,0-2 0 0,0-1 0 0,1 0 0 15,0-3 0-15,-1 0 0 0,-2 0 0 0,-1-4 0 16,-5-6 0-16,7 4 0 0,-1 1 0 0,-6-5 0 0,0 0 0 0,0 0 0 16,0 0 0-16,8-1 0 15,-1-3 0-15,-2-3 0 0,0 0 0 0,2-4 0 0,-1-2 0 0,1-2 0 16,1-2 0-16,-1-3 0 0,3-2 0 0,0-2 0 16,2 0 0-16,-2-2 0 0,2-6 0 0,0 2 0 15,-1-1 0-15,1 1 0 0,-1 0 0 0,-1 3 0 16,-2 1 0-16,0 2 0 0,-2 2 0 0,1 2 0 15,-2 3 0-15,-1 2 0 0,-2 4 0 0,1 2 0 16,0 1 0-16,-3 3-240 0,0 5 80 0,0 0 16 16,0 0-1728-16,0 0-352 15,-2 8-64-15</inkml:trace>
  <inkml:trace contextRef="#ctx0" brushRef="#br0" timeOffset="95917.65">9803 13034 47967 0,'0'0'2128'0,"-11"-1"432"0,2-2-2048 0,9 3-512 0,0 0 0 0,0 0 0 0,0 0 512 0,0 0-16 16,4-8 0-16,4 2 0 0,4 0 416 0,6 2 96 16,5-5 16-16,5 3 0 0,2-1-464 0,2 2-96 15,1 0-16-15,1 1 0 0,-2-3-112 0,4 1-16 16,-1 2-16-16,0-3 0 0,-1-3-304 0,0 2 0 15,-2 0 0-15,0 1 0 16,-4-1-656-16,0 0-192 0,-2 1-48 0,-9 1 0 16,0 1-2688-16,0-1-528 0</inkml:trace>
  <inkml:trace contextRef="#ctx0" brushRef="#br0" timeOffset="96110.58">9902 13132 22111 0,'0'0'1968'0,"0"0"-1584"0,-9 4-384 0,9-4 0 16,0 0 6496-16,0 0 1216 0,0 0 240 0,0 0 48 16,0 0-5952-16,15 5-1216 0,4-1-224 0,3 0-48 15,2-6 16-15,4 1 0 0,0-2 0 0,5 2 0 16,0-2-384-16,2 1-192 0,1 1 192 0,2-5-192 31,0 1-320-31,0 0-192 0,1-2-16 0,-10 1-16 16,5-2-2000-16,3-2-400 0,2 0-64 0</inkml:trace>
  <inkml:trace contextRef="#ctx0" brushRef="#br0" timeOffset="96390.97">10818 12948 11967 0,'0'0'528'0,"0"0"112"0,-6 2-512 0,-2 0-128 0,-1-1 0 0,2 0 0 0,2 1 9088 0,5-2 1776 16,0 0 352-16,0 0 80 0,0 0-8032 0,0 0-1616 15,0 0-320-15,0 0-64 0,0 0-848 0,5 7-160 16,2 0-48-16,1 1 0 0,2-2-208 0,2 2 0 15,1-1 0-15,0 0 0 0,1-3 0 0,2 2 0 16,1-1 0-16,0 0 0 0,0 0 0 0,-2-1 0 16,0 0 0-16,-1 0 0 0,-2-1 0 0,-2 0 0 15,-2-1-160-15,-8-2 160 0,7 2 0 0,-7-2-128 16,0 0 128-16,0 0 0 0,0 0 0 0,-7 8 0 16,-1 1 0-16,-5 0 0 0,-3 1 0 0,-2 0 0 15,-3-1 0-15,-1 2 128 0,-3-1-128 0,-2 0 128 16,-2 2-128-16,1-1 128 15,-1-1-848-15,0 0-176 0,2 0-16 0,2 0-15728 0,4-3-3136 16</inkml:trace>
  <inkml:trace contextRef="#ctx0" brushRef="#br0" timeOffset="97136.62">12093 13236 31327 0,'0'0'1392'0,"0"0"272"0,0 0-1328 0,0 0-336 16,0 0 0-16,0 0 0 0,0 0 4592 15,0 0 848-15,0 0 160 0,0 0 32 0,0 0-3216 0,0 0-656 16,0 0-128-16,0 0-32 0,0 0-928 0,-2-7-192 16,-1-3-32-16,0 0-16 0,2-5-320 0,0 0-112 15,-2-5 0-15,2-3 0 0,0-1 0 0,-1-2 0 0,1-3 0 0,0-1 0 16,-1-2 0-16,2-5 0 0,-1-4 0 0,0-4 0 15,0-2 0-15,-1-1 0 16,0 0 0-16,-1 1 0 0,0 0 0 0,-1 4 0 0,-1 2 0 0,-1 8 0 16,-1 4 0-16,1 7 0 0,-1 5 0 0,2 4 0 15,1 2 0-15,-1 5 0 0,5 6 0 0,0 0 0 16,0 0 0-16,-3 10 0 0,1 6-160 16,3 5 160-16,4 5 0 0,3 2-128 0,1 4 128 0,3 0 0 15,1 1 0-15,4-2 0 16,2 1 0-16,5-2 0 0,2-2 0 0,3 1 0 0,2-6 0 15,1-2 0-15,1-4 0 0,1-2 0 0,-1-5 0 0,-2-2 0 16,-2-3 0-16,-2-2 0 0,-1-5 0 0,-1-2 0 16,-2-2 0-16,1-3-128 0,-1-4 128 0,-1-2-128 15,-1-2 128-15,-1-5 0 0,-1 0 0 0,0-3 0 0,-1-1 0 16,-1-2 0-16,-2-5 0 0,-2 3 0 0,2 1 0 16,-2 2 0-16,-1 1 0 0,-2 2 0 0,-2 5 0 0,-2 3 0 15,0 4 0-15,-3 3 0 0,0 1 0 0,-3 8 176 16,0 0-48-16,0 0 0 0,0 0-128 0,1 11 0 15,-1 3 0-15,-1 6 112 0,2 2-112 0,-1 5 0 16,0 1 0-16,0 3 0 0,-1 2 0 0,1 2 0 16,1 4 0-16,1-1 0 0,0 2 0 0,1-1 0 15,1-1 0-15,0-3 0 0,1 0 0 0,0-3 0 16,-1-2 0-16,1-3 0 0,0 0 0 0,1-2 0 16,-4-3 0-16,1-2 0 0,-1-3 0 0,1-3 0 15,-2-2 0-15,1-3 0 16,-1-2-528-16,-1-7-112 0,0 0 0 0,0 0-16 15,0 0-1072-15,0 0-224 0,8-8-32 0,1-4-13600 0,3-2-2720 16</inkml:trace>
  <inkml:trace contextRef="#ctx0" brushRef="#br0" timeOffset="97345.79">13108 12686 46943 0,'0'0'2080'0,"0"0"416"0,0 0-1984 0,0 0-512 16,0 0 0-16,0 0 0 0,0 0 1808 0,9 2 272 0,-9-2 48 0,9 2 16 15,1-1-864-15,2 0-160 0,-2 2-32 0,3-3-16 16,2 0-752-16,2 0-160 0,1-3-32 0,0 2 0 16,1 0-80-16,0-1-48 0,2 0 0 0,-3 0 0 15,0 0-336-15,1 1-64 0,-2-1-16 0,-2 2 0 16,-2 0-1280 0,-2 0-256-16,-2 0-48 0,-9 0-13824 0,0 0-2768 0</inkml:trace>
  <inkml:trace contextRef="#ctx0" brushRef="#br0" timeOffset="97515.46">13093 12870 41343 0,'0'0'1840'0,"0"0"368"0,-5 5-1760 0,5-5-448 16,-3 6 0-16,3-6 0 0,0 0 2224 0,0 0 352 15,0 0 80-15,7 7 16 0,2-1-896 0,0 0-176 16,2-3-48-16,0 0 0 0,4-2-912 0,0 1-192 16,4-2-48-16,0 0 0 0,2-2-96 0,0 1-32 15,1-2 0-15,0 0 0 0,0 0-272 0,2-2 0 16,-2 0 0-16,3-1 0 15,0 1-912-15,-1 0-192 0,0 0-48 0,-2-3-23872 0</inkml:trace>
  <inkml:trace contextRef="#ctx0" brushRef="#br0" timeOffset="98290.39">14503 11983 43887 0,'0'0'1936'0,"-8"0"416"0,-3-1-1888 0,3 1-464 0,3 1 0 0,-1 3 0 16,-2 1 1344-16,1 6 160 0,6 2 32 0,2 6 16 15,5 2-96-15,-1 5-32 0,1 7 0 0,2-1 0 16,1 6-688-16,2 3-144 0,2 0-16 0,1 0-16 16,0-2-224-16,2 0-32 0,1 1-16 0,0-3 0 0,1-5-160 0,0 1-128 15,2-4 192-15,-3-1-192 0,-1-4 128 0,1-5-128 16,-3-3 0-16,-1-2 0 0,0-3 128 0,-1-3-128 15,-2-3 0-15,1-3 0 0,0-2 160 0,1 0-160 16,0-3 128-16,1-4-128 0,-1-2 192 16,1-3-32-16,0-2-16 0,0-3 0 0,0-3-96 0,0-2-48 15,-2-1 0-15,1-5 0 0,3-2 0 0,-1-2 0 16,2-6 0-16,-1-4 0 0,1-5 0 0,1-1 0 16,0-3 0-16,0 0 0 0,0 0 0 0,-2 3-160 15,0 4 160-15,-4 4-128 0,0-1 128 0,-5 7-128 16,1 6 128-16,-1 3-128 0,-2 4-80 0,-1 4-16 15,-3 3 0-15,1 6 0 16,-1 8-608-16,0 0-112 0,0 0-16 0,-2 10-16 16,-4 7-960-16,0 7-192 0,-2 4-48 0,-2 4-19712 0</inkml:trace>
  <inkml:trace contextRef="#ctx0" brushRef="#br0" timeOffset="98642.45">14297 12305 27647 0,'0'0'2448'0,"-8"-1"-1952"15,0-4-496-15,8 5 0 0,0 0 5056 0,0 0 896 16,0 0 192-16,0 0 48 0,0 0-3680 0,0 0-720 15,10-2-160-15,5 2-32 0,2-2-656 0,3 0-144 16,4 1-32-16,3 0 0 0,2-2-496 0,5 1-96 16,4-1-32-16,3-1 0 0,0 1-96 0,4-2-48 15,4-1 0-15,3-1 0 0,4 2 0 0,0-2 0 16,0 1 0-16,0-1 0 0,0 1 0 0,-2 1 0 16,-5 1 0-16,-2-1 0 0,-1 2 0 0,-5-1 0 0,-4 1 0 15,-4 1 0-15,-6 0-176 0,-4 1-16 16,-3 0-16-16,-4 0 0 15,-5 1-656-15,-3 0-128 0,-8 0-32 0,0 0 0 16,0 0-1984-16,0 0-416 0,-6 0-80 0</inkml:trace>
  <inkml:trace contextRef="#ctx0" brushRef="#br0" timeOffset="99617.74">14267 13159 20271 0,'-7'0'1792'0,"-3"0"-1424"15,-2-3-368-15,0 2 0 0,-1 1 4528 0,3 0 832 0,-1 0 160 0,3 1 48 16,8-1-2624-16,0 0-512 16,0 0-96-16,0 0-32 0,0 0-592 0,11 0-128 0,3 0-32 0,6-1 0 15,5 0-656-15,5-1-144 0,5 0-32 0,4-1 0 16,4-1-96-16,4 0-32 0,2 2 0 0,3 1 0 15,1-3-464-15,0 1-128 0,3-1 0 0,2 2 96 16,-1-1-96-16,2 2 0 0,-1-1 0 0,0 1 0 16,-5-2 0-16,-1 2 0 0,-2 0 0 0,-2-2 0 15,-2 2 0-15,-5 0 0 0,-3 1 0 0,-3 0 0 0,-5 0 0 16,-2 0 0-16,-5 0 0 0,-3 0 0 16,-5 0-560-16,-3 0 0 15,-4 0 0-15,-8 0 0 0,0 0-640 0,0 0-128 0,0 0-16 0,-8 0-14688 16,-4 0-2928-16</inkml:trace>
  <inkml:trace contextRef="#ctx0" brushRef="#br0" timeOffset="100528.3">14287 13849 24879 0,'0'0'2208'0,"2"-7"-1760"0,-4 1-448 0,1-2 0 16,0 0 4352-16,1 0 768 0,-1 0 176 0,2 3 16 15,-1 5-2768-15,0 0-560 0,0 0-128 0,0 0 0 16,0 0-512-16,6 3-80 0,-6-3-32 0,9 9 0 16,1 5-592-16,-1 6-112 0,1-1-16 0,-1 5-16 0,0-1-112 15,1 2 0-15,-1 0-16 0,1 0 0 0,2 1-160 0,0-2-16 16,-1 1-16-16,1-3 0 0,1-2-176 0,0-2 0 15,-2-2 0-15,-1-2 128 0,0-2-80 16,2-3-48-16,-1-1 0 0,-2-2 0 0,0-2 0 0,1-1 0 16,-1-3 0-16,-1 0 0 0,0-5 0 0,-1-1 0 15,-1 0 0-15,1-1 0 0,-2-3 0 0,0-2 0 16,0-1 0-16,2-1 0 0,-2-4 0 0,0-1 0 16,0 0 0-16,1-3 0 0,0-3 0 0,1-1 0 15,-1-2 0-15,1 2 0 0,0 2 0 0,0-1 0 16,-2 1 0-16,0 5 0 15,-1 2-576-15,-1 4-96 0,0 2-32 0,-2 4 0 16,0 0-1216-16,-1 7-240 0,0 0-48 0,0 0-13184 16,0 0-2640-16</inkml:trace>
  <inkml:trace contextRef="#ctx0" brushRef="#br0" timeOffset="100737.02">14827 14156 27647 0,'0'0'1216'0,"0"0"256"0,0 0-1168 0,0 0-304 0,0 0 0 0,0 0 0 16,5 8 5200-16,-1 0 992 0,-1 0 192 16,0 0 32-16,-2-1-3712 0,0 3-736 0,2-3-160 0,-2 4-16 15,0-2-1104-15,-1 1-224 0,0 2-32 0,0-3-16 16,-1 0-272-16,1 1-144 0,0-3 160 0,0 1-32 16,-1-1-128-16,-1 0 0 0,1 1 0 0,1-1 0 15,0-7-720-15,0 6-144 0,0-6-32 0,1 8-16032 16,-1-8-3216-16</inkml:trace>
  <inkml:trace contextRef="#ctx0" brushRef="#br0" timeOffset="113888">3919 11489 24879 0,'16'-21'2208'0,"-6"9"-1760"0,2 5-448 0,2-3 0 0,4 4 1216 0,6-1 144 0,5 2 48 0,3 0 0 16,5-4-1408-16,2 1-192 0,1-2-64 0,3 0-32 16,0 7 448-16,-1-3 96 0,-4-2 0 0,0 3 16 15,-1 1 48-15,0 2 0 0,-1-1 0 0,-2 3 0 16,-1-2-128-16,-2 0-32 0,0 4 0 0,-3-2 0 15,-3 0-160-15,-5 0 128 0,-1 0-128 0,-4 2 128 16,-3 1-128-16,-12-3 0 0,0 0 0 0,0 0 128 16,0 0-128-16,0 0 0 0,-6 5 0 0,-9-2 0 15,-6-2 368-15,-2 1 144 0,-2 1 16 0,-5 1 16 16,-2 0-160-16,-5-1-16 0,-2-1-16 0,-3 3 0 16,-1 4-352-16,-4 1 144 0,-5-4-144 0,-3 1 0 15,-2-1 0-15,2 1 0 0,3-2 0 0,3 0 0 16,2-1 160-16,5 3-160 0,5-2 128 0,7 1-128 15,3-1 448-15,4-1 16 0,3 2 0 0,3 0 0 0,3 1-144 16,3-1-48-16,3 1 0 0,8-7 0 0,0 0-272 0,0 0 0 16,2 10 0-16,6 1 0 0,3-5 0 0,5 1 0 15,3-2 0-15,8-3 0 0,5-2 160 0,5-1-160 16,2-3 128-16,6-2-128 0,8-3 0 0,7-1 0 16,7 1 0-16,4 0 0 0,-2-3 0 0,3 2 0 15,-1-2 128-15,2 3-128 0,0 0 0 0,-2 0 0 16,-4 0 0-16,-5 1 0 0,-13-2-128 0,-3 0-64 0,-3 4-16 15,-7 2-11072-15,-7 1-2224 16</inkml:trace>
  <inkml:trace contextRef="#ctx0" brushRef="#br0" timeOffset="118404.37">21457 10342 29487 0,'0'0'2624'0,"-4"-4"-2112"16,-3-3-512-16,3 2 0 0,4 5 2160 0,-4-4 320 16,-2-2 64-16,-2 2 16 0,-1-3-1120 0,0 5-224 15,1 2-32-15,-3-2-16 0,1 0-176 0,-2 2-32 16,-2 0-16-16,-2 0 0 0,-1 2-592 0,0 2-112 15,-1 3-32-15,-1-2 0 0,-4 3-16 0,1 2-16 16,1-1 0-16,3 2 0 0,-1 0-176 0,0 1 0 0,2-3 0 0,2 2 128 16,0-1-128-16,4-1 0 0,2 2 0 0,2-2 0 15,1 0 0-15,2-1 0 16,4-8 0-16,1 8 128 0,3 1 64 0,4-3 0 0,1 1 0 0,4 1 0 16,1-2-48-16,6 1 0 15,1-2 0-15,2 0 0 0,3-1 48 0,2 1 0 16,0 0 0-16,3 1 0 0,3 0-192 0,0 3 160 15,0-5-160-15,-1 4 160 0,-2 4-160 0,-1-2 0 0,-4 3 0 16,-1 2 0-16,-4-1 0 0,-3 0 0 0,-4 2-128 16,-3 0 128-16,-3-1 0 0,-4 1 0 0,-4-2 0 0,-6 2 128 15,-3-3 48-15,-4 1 0 0,-5-1 0 0,-4 0 0 16,-6 0 192-16,0 0 32 0,-6-2 16 0,-3-1 0 16,-1-2-16-16,-1 0 0 0,-2 0 0 0,-1-1 0 15,-1 0-192-15,0-2-32 0,0 0-16 0,0-1 0 0,1-4-320 16,3-4-64-16,4 1-16 0,3-3 0 15,5-2-1744-15,4-1-368 16,4-2-64-16,8-2-11936 0,4-4-2400 0</inkml:trace>
  <inkml:trace contextRef="#ctx0" brushRef="#br0" timeOffset="118643.44">21730 10270 18431 0,'0'0'1632'0,"0"0"-1312"15,0 0-320-15,0 0 0 0,0 0 5760 0,3 6 1088 16,1 4 224-16,-2-1 32 0,1 1-4512 0,-2 3-912 16,-1 4-176-16,2-1-32 0,-2 2-112 0,1 2-16 15,0 2 0-15,2 1 0 0,0 1-912 0,2-1-192 0,0 1-48 0,0 0 0 16,0-1-192-16,2 0 0 0,-1 1 0 0,1-2 0 16,-1-1-208-16,1-2-48 0,-2 1 0 0,0-1 0 31,-1-3-1088-31,0-2-240 0,-1-1-32 0,-1-1-16 15,0-3-496-15,-2 0-112 0,0-9 0 0,0 0-16 16,-3 5-1552-16,3-5-304 0</inkml:trace>
  <inkml:trace contextRef="#ctx0" brushRef="#br0" timeOffset="119095.77">21588 10511 12895 0,'-11'-2'1152'0,"11"2"-928"0,-7-2-224 0,2 2 0 15,5 0 6720-15,0 0 1312 0,0 0 256 0,0 0 48 16,0 0-5376-16,0 0-1072 0,10 3-224 0,3 1-32 15,3 0-384-15,2-2-80 0,3 0-16 0,5-1 0 0,3 0-576 0,3 0-128 16,5-2-32-16,1-1 0 0,2-2-224 0,3 0-32 16,1-1-16-16,1-2 0 0,-1 1-144 0,-2-1 0 15,-3-1 0-15,-4 0 0 0,-2 2-368 0,-3-1 48 16,-3 2 16-16,-3 1 0 0,-5 3 48 0,-3 1 0 16,-5 2 0-16,-3 4 0 0,-4 0 256 0,-4 5 0 15,-5 2 0-15,-3 1 0 0,-4 3 432 0,-2 1 32 16,-2-2 16-16,1 2 0 0,-1 2-32 0,1-1-16 15,-2-2 0-15,1 1 0 0,3-2-272 0,1-2-160 16,2 1 192-16,1-5-192 0,1 2 0 0,3-3-144 16,2-2-16-16,3-7 0 0,0 0-128 0,0 0-32 15,0 0 0-15,8 0 0 0,1-3 16 0,1-2 0 16,2-3 0-16,0-1 0 0,1-4 64 0,0-2 16 16,1 0 0-16,1-1 0 0,-2-1 80 0,2 0 16 15,1-1 0-15,0 1 0 0,-1 0 128 0,0 3-192 0,-1-1 192 0,0 4-192 16,-2 0 32-16,0 5 0 0,-3-1 0 0,0 5 0 15,-1 4 160-15,-8-2 128 16,6 7-128-16,-1 2 176 0,1 1 192 0,-1 1 32 0,-1 2 16 16,1-3 0-16,0 3-272 0,2 2-144 0,2-1 160 0,1 0-160 15,3-1 0-15,2-1-320 0,-1-2 64 0,2 0 0 32,-2-4-1392-32,2-1-272 0,1-1-48 0,0-2-16 0,0-4-1536 15,-1 0-304-15,1-4-64 0</inkml:trace>
  <inkml:trace contextRef="#ctx0" brushRef="#br0" timeOffset="119488.32">22918 10196 43823 0,'0'0'1936'0,"0"0"416"0,0 0-1888 0,-3 7-464 16,0 5 0-16,-1 3 0 0,-2 0 1440 0,0 3 192 16,-2 3 32-16,2 1 16 0,-2 3-464 0,0 0-112 15,-1 0-16-15,2 1 0 0,2 1-624 0,1 1-128 16,2-5-16-16,3-1-16 0,3-1-304 0,2 1 0 15,3-5 0-15,2 0 0 0,3-1-160 0,3-3-96 16,3-3 0-16,1-1-16 16,-1-3-224-16,4-4-32 0,1 0-16 0,-1-2 0 15,1-3 0-15,-1-1 0 0,-2-1 0 0,-1-4 0 0,-2 0 208 0,-1-2 32 0,-1 2 16 16,-1-3 0-16,-2-2 288 0,1-2 0 16,-2-1 0-16,0-1 0 0,-1-1 0 0,-2-1 0 15,-1 2 0-15,-1-3 0 0,-2 3 0 0,0 1 0 16,-2 2 128-16,-2 4-128 0,-1 0 128 0,-1 5-128 0,-2 2 176 0,-2 0-176 15,-1 4 448-15,-2 4-32 16,1 0 0-16,-1 2 0 0,-1 3 0 0,2 2 0 0,-1 0 0 16,2 2 0-16,0 1-192 0,1 0-32 0,3 0-16 0,1 1 0 15,1-1-176-15,2 0 0 0,2 2 0 16,1-3 128-16,2-3-128 0,3 1-256 0,0-2 64 16,1-1 16-1,1-2-912-15,0 1-176 0,0-3-32 0,-1-2-16 0,-2-2-2176 16,-1 0-432-16</inkml:trace>
  <inkml:trace contextRef="#ctx0" brushRef="#br0" timeOffset="119679.82">22660 10351 31327 0,'0'0'1392'0,"0"0"272"0,0 0-1328 0,0 0-336 16,10-3 0-16,2 1 0 0,2-1 4080 0,3 2 736 15,2-2 160-15,1 2 16 0,5-2-3360 0,4 1-672 16,2-1-144-16,4 0-32 0,3 2-592 0,4 0-192 16,4-2 128-16,2 1-128 15,3-2-1664-15,0 0-384 0,-2-3-64 0</inkml:trace>
  <inkml:trace contextRef="#ctx0" brushRef="#br0" timeOffset="119929.27">24270 10005 31327 0,'0'0'2784'0,"-4"6"-2224"0,-2 0-560 0,0 2 0 16,2 1 3776-16,2 3 640 0,-2 3 128 0,1 5 16 15,1 2-2848-15,-2 2-576 0,-1 2-112 0,-2 4-32 16,-1-2-160-16,2 2-48 0,1 2 0 0,1-4 0 15,0 0-592-15,1-2-192 0,2 0 128 0,1-1-128 0,1-3 0 0,2 0-224 16,-3-1 32-16,2-2 16 16,1-2-1808-16,0-2-352 0,-2-4-80 0,1 0-19024 15</inkml:trace>
  <inkml:trace contextRef="#ctx0" brushRef="#br0" timeOffset="120364.79">25378 10222 51711 0,'0'0'2304'0,"0"0"448"16,15-2-2192-16,-4 1-560 0,-11 1 0 0,0 0 0 0,0 0 656 0,0 0 32 15,0 0 0-15,0 0 0 0,0 0-16 0,0 0 0 16,0 0 0-16,0 0 0 0,0 0-672 0,0 0-192 16,7 3-16-16,-7-3 0 15,0 0-1728-15,8 5-352 0,-2 0-64 0,-6-5-12768 16,0 0-2560-16</inkml:trace>
  <inkml:trace contextRef="#ctx0" brushRef="#br0" timeOffset="120489.63">25416 10404 29487 0,'0'0'1296'0,"0"7"288"0,0-7-1264 0,-1 6-320 15,1 1 0-15,0-7 0 0,2 6 4784 0,0 2 896 16,-2-8 176-16,0 0 32 0,0 0-3840 0,0 0-768 0,3 5-144 16,3-1-48-16,-6-4-1088 0,8 2-416 15,2-1 16-15,0-2 0 16,1-2-2224-16,2 0-432 0,2 1-80 0</inkml:trace>
  <inkml:trace contextRef="#ctx0" brushRef="#br0" timeOffset="120932.1">26390 10222 13823 0,'0'0'608'0,"-1"-5"128"0,-2-2-592 0,3 7-144 0,-1-8 0 0,1 8 0 16,-2-6 7696-16,2 6 1520 0,0 0 288 0,0 0 64 0,0 0-6032 0,0 0-1200 16,0 0-240-16,0 9-48 0,0 5-1120 0,0-1-224 15,3 3-32-15,0 2-16 0,-2 2-320 0,1 0-64 16,1 3-16-16,2-1 0 0,3-3-256 0,1 2 0 15,0-1 0-15,2 1 144 0,1-2-144 0,-1 1 0 16,1-7 0-16,-2-3 0 0,1 1 0 0,2-2 0 16,0-4 0-16,0 0 0 0,-1-1 0 0,1-3 0 15,-2-1 0-15,1 0 0 0,-1-2 0 0,0-3 0 16,1-2 0-16,1-1 0 0,-1-2 0 0,0-2 0 16,-2-1 0-16,-1-1 0 0,2-3 0 0,2-5 0 0,-2-1 0 15,-2 6 0-15,-2-1 0 0,0-1 0 0,-1-6 0 0,1 1 0 16,-1 0 0-16,2-4 0 0,-2 1 0 15,2-4 0-15,-1 3-160 0,-2 5-32 16,-1 1 0-16,0 6 0 16,0 3-896-16,-3 5-192 0,-1-2-48 0,0 10 0 15,0 0-1248-15,0 0-256 0,-4 13-48 0,1 0-18016 0</inkml:trace>
  <inkml:trace contextRef="#ctx0" brushRef="#br0" timeOffset="121176.89">26958 10497 39615 0,'0'0'3520'0,"0"0"-2816"15,0 0-560-15,0 0-144 0,0 0 3168 0,0 6 608 16,2 1 112-16,-2 1 16 0,-2 1-2048 0,2 1-432 16,0 1-80-16,-1-1 0 0,0 2-976 0,1 2-192 15,-2-1-48-15,2 2 0 0,0-1-80 0,2 0-48 16,-1 1 0-16,0-1 0 0,1 0 0 0,-1 1 0 15,-1-6 0-15,-1 1 0 16,-1-1-368-16,4-1-64 0,0-1-16 0,-2-7 0 16,0 0-1904-16,0 0-384 0,0 6-80 0,0-6 0 0</inkml:trace>
  <inkml:trace contextRef="#ctx0" brushRef="#br0" timeOffset="122095.27">27776 10571 7359 0,'5'-1'656'0,"0"0"-528"16,0-3-128-16,1 2 0 0,1 0 7680 0,1 2 1488 15,0 0 304-15,-1 1 64 0,-2 3-6160 0,0-1-1248 0,-1 2-240 0,-2 1-48 16,2 3-544-16,-2 3-96 16,-2 1-32-16,-3 3 0 0,0-2-544 0,1 2-112 15,-3 2-32-15,1-2 0 0,-1-1-272 0,-1 0-48 0,1 0-16 0,1-6 0 32,-1 2-880-32,1-1-176 0,1-3-48 0,1 1 0 15,1-2-2208-15,1-6-448 0,0 0-96 0</inkml:trace>
  <inkml:trace contextRef="#ctx0" brushRef="#br0" timeOffset="122606.78">28447 10141 33167 0,'0'0'1472'0,"0"0"304"0,-9 1-1424 0,1 3-352 0,0 3 0 0,2-1 0 0,-1 3 3968 0,1 2 704 15,-1 6 160-15,1 0 32 0,-1 3-2752 0,2 1-560 16,0 1-96-16,2 2-32 0,2 2-864 0,1 3-176 16,1-6-48-16,2 2 0 0,1 1-208 0,2-3-128 15,-1 0 128-15,2-1-128 0,1-4 0 0,1-1 0 16,1-3 0-16,2-2 0 0,0-3 0 0,0-1 0 0,-1-3 0 0,1-2 0 15,1-2-176-15,0-1 176 16,0-2-208-16,-1 0 80 0,0-3 0 0,-1-1 0 0,4-2 0 0,-2-3 0 16,-3 0 128-16,2-3-192 0,-2-1 192 0,2-1-192 15,-2-5 192-15,1 0-160 0,1-2 160 0,-1-3-160 16,0 1 160-16,1-1-208 16,-1-1 80-16,1 1 128 0,-2-4-192 0,-2 5 192 15,0 1-192-15,-1 5 192 0,-1 2 0 0,-2 4 0 16,-1 1 0-16,-2 6 0 0,-1 6 192 0,0 0 176 0,0 0 16 0,0 0 16 15,-4 6-400-15,0 3 128 0,0 6-128 0,0 2 0 16,2 2 192-16,-1 1-32 0,2-1-16 0,2 2 0 16,0 0-144-16,3 1 0 0,3 0 0 0,1 0 0 15,-1 1 0-15,3-1 0 0,0-3 0 0,2 0 0 16,-1-4 0-16,1 1-272 0,-1-4 64 0,-1-3 16 16,2-1-1008-16,0-1-192 15,-2-1-32-15,0-3-16 0,0-1-1696 0,-3 0-320 0,-7-2-80 16</inkml:trace>
  <inkml:trace contextRef="#ctx0" brushRef="#br0" timeOffset="122800.52">29155 10480 50559 0,'0'0'2240'0,"0"0"464"0,-4 6-2160 0,2 2-544 15,0 3 0-15,1-1 0 0,0 2 928 0,1 0 80 16,-2-1 16-16,2-2 0 0,0 2-256 0,2 1-32 15,0-1-16-15,1 1 0 0,-2 1-592 0,2-1-128 0,-1-2 0 0,1 1 0 32,-2-1-880-32,2-2-112 0,-1 0-32 0,1 0 0 15,-3-1-1984-15,0 0-384 0</inkml:trace>
  <inkml:trace contextRef="#ctx0" brushRef="#br0" timeOffset="123956.67">21391 12508 10127 0,'24'2'896'0,"-11"0"-704"0,-1-2-192 0</inkml:trace>
  <inkml:trace contextRef="#ctx0" brushRef="#br0" timeOffset="124328.7">21603 12497 13823 0,'0'0'1216'0,"0"0"-960"15,0 0-256-15,0 0 0 0,-10-9 7488 0,0 1 1472 0,-3 0 272 16,-1 1 64-16,-5 1-7008 0,-1-2-1408 0,-7-1-288 0,-3 1-48 16,-3 2 256-16,-3 2 48 0,-1 0 16 0,-1 1 0 15,-3-1-592-15,1 2-112 0,0 0-32 0,2 4 0 16,1-4-128-16,-1 6 0 0,-2-1 0 0,2 2 0 16,2 2 0-16,3-1 0 0,2 3 0 0,3 2 0 0,8 2 0 15,4 0 0-15,4 0 0 0,6 0 0 0,2 0 176 16,4 1-48-16,4 2-128 0,5 0 192 15,4-2-16-15,6 1-16 0,6 2 0 0,3 0 0 16,0-4-32-16,5 4-128 0,3 2 192 0,1 1-64 0,-1 1-128 16,2 2 160-16,1 0-160 0,-1 2 160 0,0 0-160 0,-3-1 0 15,-2 1 0-15,-6-1 128 0,-2-5-128 0,-4-1 0 16,-3 1 0-16,-4-1 0 0,-1-3 144 0,-6 1-144 16,-6-2 160-16,-3 1-160 0,-4-2 416 0,-3-1-16 15,-4-1 0-15,-4 0 0 0,-2 0-80 0,-4-1 0 16,-3 0-16-16,-2-3 0 0,-4-2-304 0,0-1 160 15,-1-2-160-15,-1 1 128 0,-1-4-128 0,-1-2 0 16,-1-1-160-16,-1-4 160 16,1-1-736-16,0-3-48 0,0-2-16 0,5 1 0 15,2-4-864-15,5 0-160 0,6-1-32 0,6-3-16 16,7-4-1664-16,10 0-336 0,5-5-64 0,10 2-16 16,4-2 256-16,8 0 48 0,7 1 16 0</inkml:trace>
  <inkml:trace contextRef="#ctx0" brushRef="#br0" timeOffset="124521.39">21425 12516 32303 0,'38'-14'1424'0,"-14"5"304"0,2 1-1376 0,0 1-352 16,0 0 0-16,-3 3 0 0,-3 2 1936 0,-2 2 320 0,-2 0 64 0,-2 4 16 16,-1 3 128-16,-1 3 32 0,-3 3 0 0,-1 4 0 15,0 3-1072-15,-1 5-208 0,0 1-32 0,-1 0-16 16,1 1-560-16,-1-1-112 0,0 0-32 0,-1 2 0 16,0 0-288-16,2 2-176 0,-3 0 192 0,-1-2-192 15,1-4 0-15,0 0 0 0,0-5-160 0,-1 0 160 16,-2-4-1088-16,0 0-112 0,-1-4-16 0,-1 0 0 15,1-11-912-15,-2 10-192 16,2-10-48-16,0 0 0 0,-8 6-2288 0,8-6-464 0</inkml:trace>
  <inkml:trace contextRef="#ctx0" brushRef="#br0" timeOffset="125338.83">21601 12768 14735 0,'0'0'1312'16,"-4"-8"-1056"-16,4 8-256 0,0 0 0 0,-1-9 6640 0,1 9 1264 15,0 0 256-15,9-7 48 0,0 1-5184 0,2 1-1040 16,2-1-192-16,2 1-64 0,2 1-592 0,4-1-128 15,3 0-32-15,0-2 0 0,3-2-544 0,0 1-112 16,2-2-32-16,-1 1 0 0,1-3-128 0,0 2-32 16,1-1 0-16,-3 3 0 0,-2 3-128 0,-3 3 0 15,-2 0 0-15,-2 5 0 0,-4 1 0 0,-2 4 128 16,-3 2-128-16,-3 3 0 0,-2 2 192 0,-4 5-32 0,-2 3-16 0,-2 1 0 16,-5 2 64-16,1 0 16 0,-1 1 0 0,-2-1 0 15,1-3-224-15,1-2 176 16,2-2-176-16,2 0 160 0,0-5-160 0,1-1 0 15,0-4 0-15,4-9 0 0,0 0 0 0,0 0-192 16,0 0 64-16,0 0 128 0,0 0-304 0,0 0 64 0,10-4 16 16,-2-1 0-16,0-3 48 0,1-2 16 0,2-3 0 15,2-8 0-15,-3 0 160 0,2 0-208 0,1-1 80 0,-1 3 128 16,-2-2-256-16,-1 2 80 0,-1 0 16 0,-1 5 0 16,-1 2 160-16,1 3-192 0,-7 9 192 0,9-7-192 15,-9 7 192-15,0 0 0 0,10 0 0 0,-10 0 0 16,12 7 0-16,-2 4 0 0,-1-1 160 0,2 1-160 15,-1 1 144-15,2 0-144 0,2-1 128 0,-2-3-128 16,1 1 0-16,3-2 0 0,1-1-224 0,1 1 80 16,0-4-944-16,0-1-176 15,2-1-32-15,0-2-16 0,-2-1-256 0,0-4-48 0,0-1-16 0,1-3 0 16,-2 0 592-16,0-2 112 0,-1-1 32 0,1-1 0 16,-5-3 80-16,0 0 32 0,1-1 0 0,-3-2 0 0,-1-2 784 0,1-1 0 15,-1-2 0-15,-1 0 0 0,-1-1 768 0,1 1 64 16,-1 2 16-16,-1 2 0 0,-1-1 496 0,-1 7 80 15,0 1 32-15,-1 5 0 0,-1 2 48 0,-2 7 16 16,0 0 0-16,0 0 0 0,0 0-368 0,0 8-80 16,-1 1-16-16,0 4 0 0,0 3-480 0,-1 2-112 15,1 4-16-15,0-2 0 0,-1 2-208 0,1 3-48 16,2-3-16-16,1 1 0 0,-1-2-176 0,2 0 0 0,0 1 0 0,3-2 128 16,0-3-128-16,1 2 0 15,1-4 0-15,1 0-176 0,0-3 16 0,0-1 0 16,0-2 0-16,1-3 0 0,2-1-32 0,3-3 0 15,0-2 0-15,1-2 0 0,-1-1 48 0,1-3 0 16,0 0 0-16,-1-2 0 0,1-4 144 0,1-1-192 16,-3 0 192-16,2-1-192 0,0-2 192 0,-1-1 0 15,0-2 0-15,0-2 0 0,2 0 0 0,-1 1 0 16,-2-3 0-16,-1 3 0 0,-1 0 0 0,-4 4 0 0,0 0 0 0,-3 4 0 16,-3 3 0-16,0 3 0 0,-2 6 0 0,0 0 0 15,-7 2 192-15,-1 5 32 0,-1 1 0 0,0 2 0 16,0 3-16-16,1 3 0 0,0 2 0 0,2 0 0 15,2 1-208-15,1-2 0 0,2 1 128 0,1-2-128 0,1 0 0 0,2 1 0 16,1-4 128-16,1 2-128 0,3-2 0 16,1-1 0-16,0-2 0 0,0 0 0 0,0-3-192 15,1-1 32-15,-1-2 0 0,0-1 0 16,-9-3-912-16,8 1-176 16,-2-1-32-16,-6 0-16 0,0 0-1824 0,0 0-352 0,-1-6-80 0</inkml:trace>
  <inkml:trace contextRef="#ctx0" brushRef="#br0" timeOffset="125526.19">22618 12567 11055 0,'0'0'480'0,"-8"-1"112"0,2 0-464 0,1-1-128 0,5 2 0 0,0 0 0 16,0 0 8480-16,0 0 1680 16,7-5 336-16,5 0 64 0,3 1-7664 0,1-3-1520 0,3 3-304 0,2-1-64 15,3 0-544-15,2-2-96 0,1 1-32 0,1-1 0 16,3 1-336-16,3-1 0 0,3 1 0 0,2 1 0 31,1 1-1024-31,2-1-208 0,-3-1-48 0,2 0-13904 0,-1-3-2784 0</inkml:trace>
  <inkml:trace contextRef="#ctx0" brushRef="#br0" timeOffset="125938.7">23734 12283 30399 0,'0'0'2704'0,"0"0"-2160"16,0 0-544-16,8 0 0 0,1-1 4848 0,2-2 848 16,0 0 192-16,4 1 16 0,0-2-3744 0,4 1-752 15,0-1-160-15,5-1-32 0,2 0-640 0,1 0-144 16,0-1-32-16,-1 3 0 0,-1 1-208 0,0 0-64 15,-2 2 0-15,-2 2 0 0,-4-2-128 0,-2 5 0 16,-4 1 0-16,-2 2 0 0,-3 3 128 0,-6 1 0 16,-4 2 0-16,-5 3 0 0,-4 3 16 0,-4 3 0 15,-4 1 0-15,-3 1 0 0,0-1-96 0,-4 2-48 16,1 2 0-16,-2 0 0 0,3 0 0 0,1-2 0 16,2-1 0-16,3-2 0 0,3-1 0 0,4-2 0 15,3-3 0-15,3-2 0 0,2-2 0 0,3-1 0 0,2-3 0 16,2 0 0-16,3-2 0 0,3 0 0 15,3-4 0-15,3-3 0 0,2 0 0 0,3-2 0 16,5-2 0-16,3-3 0 0,3 0 0 0,3-1-240 16,2-4 80-16,4-1 16 15,4-3-1456-15,1-1-304 0,3-5-48 0,0 1-22064 0</inkml:trace>
  <inkml:trace contextRef="#ctx0" brushRef="#br0" timeOffset="126074.29">24883 12295 12895 0,'0'0'576'0,"0"0"112"0,-5 2-560 0,-1 1-128 0,6-3 0 0,0 0 0 0,-5 5 9184 0,0 0 1808 16,5-5 352-16,-5 7 80 0,-1-2-9056 0,4 2-1792 15,2-7-384-15,0 7-64 16,0-7-2928-16,2 11-592 0,0-2-112 0</inkml:trace>
  <inkml:trace contextRef="#ctx0" brushRef="#br0" timeOffset="126209.76">24938 12572 20271 0,'0'0'1792'0,"0"0"-1424"16,-3 8-368-16,2 0 0 0,1-8 6976 0,0 8 1312 16,0 1 272-16,1-1 48 0,-1-8-5712 0,0 6-1136 15,0-6-224-15,3 7-64 0,-3-7-912 0,3 5-192 0,-3-5-48 16,7 3 0 0,2-2-1456-16,-1-2-288 0,1-3-64 0</inkml:trace>
  <inkml:trace contextRef="#ctx0" brushRef="#br0" timeOffset="127007.02">30283 10343 37263 0,'0'0'1648'16,"0"0"336"-16,-7-1-1584 0,7 1-400 0,0 0 0 0,0 0 0 0,0 0 1680 0,0 0 256 16,0 0 48-16,0 0 16 0,7 4-144 0,2-1-48 15,4 3 0-15,4-4 0 0,4 2-1024 0,3-1-208 16,5-1-32-16,5 0-16 0,4-2-144 0,4 0-48 16,1 0 0-16,1 0 0 0,2 0-160 0,-1-2-48 0,0 0 0 0,-1-1 0 31,1 1-928-31,2-2-192 0,0 0-32 0,-1 1-16 15,-4-2-2384-15,-3 4-480 0,-4-3-80 0,-4 1-14576 0</inkml:trace>
  <inkml:trace contextRef="#ctx0" brushRef="#br0" timeOffset="127296.2">31185 10253 32127 0,'-12'-8'1424'0,"6"6"304"0,-2-2-1392 0,-4 0-336 0,-1 1 0 0,0-2 0 16,0 1 1984-16,1 0 336 0,-1 4 64 0,1-2 16 16,2 0-544-16,1 1-128 0,0 1 0 0,2 0-16 15,7 0-608-15,-5 5-112 0,5-5-32 0,0 0 0 16,-4 7-320-16,3 0-80 0,1 1-16 0,2 1 0 15,-2-9-96-15,8 8 0 0,1 3-16 0,2-5 0 16,-1 2-288-16,3 0-144 0,3 0 160 0,1-1-160 16,1 0 0-16,2 2 128 0,-2-2-128 0,2-1 0 15,-1 1 0-15,1-1 0 0,-1-2 0 0,-1 1 0 0,1-1 0 0,-4 1 0 16,-2 1-128-16,-1 0 128 0,0-3 0 0,-3 1-160 16,-9-4 160-16,6 6-128 0,-2-2 128 0,-4-4-128 15,0 8 128-15,-2 0-128 0,-2 0 128 0,-3 1 0 16,-2-1 0-16,-1 1 0 0,-6 0 0 0,-1 1 0 15,-1-3 0-15,-2 1 0 16,-3-1-976-16,1 1-112 0,0 0-32 16,2 0 0-16,3-2-2528 0,1 0-512 0</inkml:trace>
  <inkml:trace contextRef="#ctx0" brushRef="#br0" timeOffset="128060.67">31829 10765 39743 0,'0'0'1760'0,"0"0"352"0,0 0-1680 0,0 0-432 16,0 0 0-16,0 0 0 0,0 0 1664 0,0 0 256 16,0 0 64-16,0 0 0 0,0 0 48 0,1-5 16 15,-1-3 0-15,2-2 0 0,-1-2-1200 0,0 0-224 16,0-1-48-16,2-1-16 0,1-3-224 0,1-2-32 16,-1-5-16-16,1-1 0 0,1-1-288 0,-1-2 0 0,1-2 128 0,2-4-128 15,0-3 0-15,0 1 0 16,-2-7 0-16,2 1 0 0,0-1 0 0,-2 1 0 0,1 0-192 0,-2 6 192 15,-1 3-144-15,-1 9 144 0,-3 1-128 0,0 9 128 16,-2 2 0-16,1 6 0 16,1 6 0-16,0 0 0 0,-5 8 0 0,2 3-128 15,1 6 128-15,2 6 0 0,1 3 0 0,3 2 0 0,2 1 0 16,4 0 176-16,3-1-176 0,2 1-144 0,3 0 144 0,5-3-208 16,-1-3 80-16,1 1 128 0,2-5-208 15,0-2 80-15,0-4-128 0,-2-4-32 0,-1 0 0 16,2-3 0-16,-2-4 16 0,0-2 0 0,0-2 0 0,0-4 0 15,-3 0 80-15,-1-3 0 0,-1-3 16 0,-2-1 0 16,1-4 176-16,0 0 0 0,-2-4 0 0,0 0 0 16,1-2 0-16,-1-2 0 0,0-1 0 0,1 3 0 15,-1-1 0-15,-1 5 0 0,0 0 128 0,-2 6-128 0,-4 3 208 16,0 3-16-16,-3 4-16 0,-4 3 0 0,0 0 48 0,0 0 16 16,2 11 0-16,0 6 0 0,-2 3 64 0,-2 3 16 15,1 2 0-15,-3 4 0 0,-1 3-64 0,0 3-16 16,0 3 0-16,1 3 0 0,1-2-112 0,-1 1 0 15,2-1-128-15,0 3 192 0,1 0-192 0,1-4 144 16,3-2-144-16,-2-1 128 0,1-5-128 16,1-1-224-16,-2-2 48 0,1-1 16 15,0-2-1024-15,-2-6-208 0,-1 2-32 0,-2-6-22640 16</inkml:trace>
  <inkml:trace contextRef="#ctx0" brushRef="#br0" timeOffset="128578.56">26009 12359 13823 0,'-2'14'1216'0,"0"-8"-960"16,0 2-256-16,-1 1 0 0,-1 2 1696 0,2 2 288 0,-1-3 64 0,0 1 16 16,1-1-1552-16,0 2-304 0,2-3-64 0,-1 1-16 15,0 2-128-15,1-3 0 0,0 0 0 0,0-2-6480 32,0 1-1216-32</inkml:trace>
  <inkml:trace contextRef="#ctx0" brushRef="#br0" timeOffset="129656.54">26005 12269 39903 0,'0'0'1776'0,"0"0"352"0,-1-6-1696 0,1 6-432 0,0 0 0 16,0 0 0-16,0 0 1216 0,0 0 144 0,-5 4 48 0,0 4 0 15,-2 4 464-15,0 2 112 16,1 3 0-16,-2 3 16 0,-1 2-1056 0,1 1-224 0,2-2-32 0,0 3-16 15,1 0-160-15,1-1-48 0,2-3 0 0,2 0 0 16,2 1-256-16,4-4-48 0,0 0-16 0,3 0 0 16,2-6-144-16,2 0 0 0,1-2 0 0,4-3 0 15,1 1 0-15,0-3 0 0,1-3 0 0,0-1 0 16,3-2-160-16,0-2 160 0,2-3 0 0,0-1-144 16,-1-2 144-16,1-1 0 0,0-2-144 0,0 0 144 15,-1-2 0-15,0-2 0 0,-4 0-144 0,-1-3 144 16,-1-1 0-16,-1-1 0 0,-1-1 0 0,-2-3 0 0,-2-2 0 0,0-2-128 15,-2-1 128-15,-1 2 0 0,-1 2 0 0,0 4 0 16,-2 3 0-16,-2 4 0 0,-1 5 0 0,-2 2 0 16,-1 9 0-16,0 0 0 0,0 0 144 15,0 0-16-15,-4 6 0 0,0 4 0 0,1 5 0 16,-1 3 0-16,0 3 0 0,1 1 0 0,2 2-128 0,1 0 128 16,0 0-128-16,1 1 128 0,2-3-128 0,1 0 0 15,1 0 0-15,0-1-176 0,2-3-32 0,0 0-16 16,4-1 0-16,-2 0 0 15,-1-2-1312-15,0-2-272 0,1-3-48 0,1-1-16 16,1-2-2720-16,-2-2-528 0</inkml:trace>
  <inkml:trace contextRef="#ctx0" brushRef="#br0" timeOffset="129959.3">26836 12516 48783 0,'0'0'2160'0,"0"0"448"0,0 0-2096 0,8-4-512 0,1 2 0 0,2 0 0 16,1 0 1152-16,0-1 112 0,-2-1 16 0,3 0 16 15,2 3-224-15,-1 1-48 0,0 0-16 0,1 1 0 16,-4 1-752-16,1 0-128 0,-3 2-128 0,0 0 144 16,-2 1-144-16,-2-1 160 0,-1 3-160 0,-1 1 160 15,-3 1 0-15,-3 2 0 0,-2 3 0 0,-2 0 0 16,0-1 16-16,-4 4 0 0,-2-3 0 0,1 2 0 16,-2-2-176-16,1 1 0 0,0-1 0 0,0 0 128 15,1-1-80-15,2-1-48 0,2-2 0 0,1 3 0 16,5-5 0-16,-1 0 0 0,2 0 0 0,3-2 0 15,4 1 0-15,1-2 0 0,3 0 0 0,3 1 0 0,2-3 0 16,2 1 0-16,0-2 0 0,0-2 0 0,1-2 0 0,2 2 0 16,-1-2 0-16,2 0 0 0,0 0 0 0,-1 1 0 15,-1-2 0-15,2 2 0 16,0-2-880-16,1-1-112 0,0 0-32 0,1 0-15808 16,-3 0-3184-16</inkml:trace>
  <inkml:trace contextRef="#ctx0" brushRef="#br0" timeOffset="136277.34">21393 11243 11055 0,'0'0'976'0,"0"-11"-784"15,0 11-192-15,0 0 0 0,5-13 704 0,3 4 112 16,2 2 16-16,5 2 0 0,3 1 16 0,1 2 16 15,2-5 0-15,4 2 0 0,4 5 656 0,5-3 128 16,3-1 16-16,8 1 16 0,3 0-480 0,8-1-112 0,4 3 0 16,6 1-16-16,6-2-240 0,8-2-32 15,7-1-16-15,6 1 0 0,0 2-336 0,8-1-64 0,3-2 0 0,2 1-16 16,-2 1-368-16,4 3 144 16,4-2-144-16,-3 2 0 0,-5-3 128 0,-6 2-128 0,-6 1 0 0,-2 0 0 15,-4 0 0-15,-6 0 0 0,-9 0 0 16,-7-3 0-16,-8 2 0 0,-6 0 0 0,-8-2 0 0,-8 2 0 31,-8 2-672-31,-8 0-32 0,-6 1-16 0,-12-2 0 0</inkml:trace>
  <inkml:trace contextRef="#ctx0" brushRef="#br0" timeOffset="136964.75">20905 13508 25791 0,'7'-6'2304'0,"3"1"-1856"15,3 2-448-15,3-1 0 0,3-2-192 0,6-3-144 16,4 1-32-16,3 0 0 0,5-3 1328 0,1 1 256 16,1 0 48-16,4-1 16 0,4 6-32 0,6-3 0 15,6-1 0-15,5 0 0 0,4 0-416 0,6-3-96 16,4-1-16-16,7 4 0 0,5-2-304 0,4 4-64 15,3 0-16-15,4-1 0 0,2-1-336 0,0 3 128 16,-2-1-128-16,-1 1 0 0,-5 2 0 0,-5 1 128 0,-6-2-128 16,-1 2 0-16,-5 2 0 0,-10 0 0 0,-11 1-160 15,-8-2 160 1,-6 1-560-16,-9 0 0 0,-6-1 0 0,-7 2 0 16,-6 0-592-16,-4 0-128 0,-11 0-32 0,0 0-8352 0,0 0-1664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1:01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1627 531 18487 0 0,'-1'-2'846'0'0,"-1"0"-653"0"0,-6-9-9 0 0,1 0 0 0 0,0 0-1 0 0,0 0 1 0 0,1-1 0 0 0,-5-14 0 0 0,-18-49 288 0 0,10 28-326 0 0,7 17 65 0 0,-2 1 0 0 0,-1 0 0 0 0,-2 1 0 0 0,0 1 0 0 0,-2 1 0 0 0,-1 0 0 0 0,-23-23 0 0 0,35 41-150 0 0,0 1 0 0 0,0 0 0 0 0,-1 0 0 0 0,1 1-1 0 0,-1 0 1 0 0,-1 1 0 0 0,1 0 0 0 0,-1 0 0 0 0,0 1 0 0 0,-18-5-1 0 0,14 6-13 0 0,0 0-1 0 0,0 2 0 0 0,-1-1 0 0 0,1 2 0 0 0,0 0 0 0 0,-1 0 1 0 0,-23 5-1 0 0,1 3 26 0 0,0 1-1 0 0,1 2 1 0 0,-67 29 0 0 0,-95 67 313 0 0,-21 45 229 0 0,100-65-427 0 0,78-57-78 0 0,-69 63-1 0 0,86-68-29 0 0,0 1 0 0 0,2 1-1 0 0,-30 47 1 0 0,38-50-54 0 0,0 1 0 0 0,2 0-1 0 0,0 0 1 0 0,2 2 0 0 0,1-1-1 0 0,-6 33 1 0 0,11-41-13 0 0,2 0-1 0 0,0 0 1 0 0,1 0-1 0 0,1 0 1 0 0,0 0-1 0 0,1 1 1 0 0,2-1-1 0 0,0-1 1 0 0,0 1 0 0 0,11 29-1 0 0,-3-19-12 0 0,1-1-1 0 0,2 0 1 0 0,0 0-1 0 0,2-1 1 0 0,1-1 0 0 0,35 39-1 0 0,-26-36-2 0 0,2-1-1 0 0,0-2 1 0 0,2-1 0 0 0,60 37-1 0 0,-39-33 1 0 0,1-2 0 0 0,2-2 0 0 0,0-3 0 0 0,1-2 0 0 0,1-3 0 0 0,1-2 0 0 0,61 7 0 0 0,-1-6-37 0 0,0-5 0 0 0,0-5 0 0 0,1-5 0 0 0,168-22 0 0 0,-254 17-7 0 0,0-1 0 0 0,-1-1 0 0 0,0-2 0 0 0,0-1 0 0 0,54-26 0 0 0,-71 28 15 0 0,-1 0 1 0 0,1-1 0 0 0,-1-1-1 0 0,-1 0 1 0 0,20-20 0 0 0,-24 20 19 0 0,0 1 0 0 0,-1-1 0 0 0,0 0 0 0 0,-1 0 0 0 0,0-1 0 0 0,-1 1 0 0 0,0-1 0 0 0,5-18 0 0 0,-4 3 26 0 0,-1 0 1 0 0,-1-1-1 0 0,-1 1 1 0 0,-1-1-1 0 0,-2 0 0 0 0,0 1 1 0 0,-6-32-1 0 0,-4-8 245 0 0,-32-108 0 0 0,28 129-29 0 0,-1 1-1 0 0,-34-67 1 0 0,37 89-92 0 0,-1 0 0 0 0,0 1 0 0 0,-2 1 0 0 0,0 0 0 0 0,-1 1 0 0 0,-29-26 0 0 0,19 25 48 0 0,-1 2 1 0 0,0 1-1 0 0,-1 1 0 0 0,-33-12 1 0 0,18 10-101 0 0,-1 3 1 0 0,-86-19-1 0 0,119 32-84 0 0,-107-28-2741 0 0,116 30 1603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5-16T18:43:37.9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21417 8240 47343 0,'0'0'2096'0,"0"0"432"0,-5 3-2016 0,1 2-512 15,2 1 0-15,-1 4 0 0,2 3 640 0,0 0 16 16,-2 1 16-16,3 4 0 0,3 3 416 0,-1 3 64 16,-1 2 32-16,3-2 0 0,2 4-576 0,-1 0-112 0,1 2-32 0,1 0 0 15,1 0-160-15,-1-2-48 0,3-3 0 0,-3-2 0 16,1 0-112-16,0-2-16 0,0-4-128 0,-2-1 192 16,2-3-192-16,0-1 0 0,-1-2 0 0,-2-2 0 15,0-3 0-15,0-1 0 0,-5-4 128 0,8 3-128 16,-8-3 192-16,7 0-64 0,-1-6-128 0,1 1 192 15,-1-1-192-15,1-3 128 0,0-2-128 0,-1-2 0 0,-1-4 0 0,0-1 128 16,0 0-128-16,2-8 0 0,-1-4 0 0,1 0 0 16,-1-4 0-16,2-1 0 0,1-3 0 0,-1 0-160 15,0 1 160-15,-2 2-192 16,1 1-480-16,-2 4-96 0,0 2-32 0,-1 4 0 16,2 5-848-16,-1 3-160 0,0 2-48 0,0 5-13184 15,0-1-2656-15</inkml:trace>
  <inkml:trace contextRef="#ctx0" brushRef="#br0" timeOffset="469.13">21897 8756 16575 0,'0'0'736'15,"0"0"160"-15,0 0-720 0,0 0-176 0,7-6 0 0,-2-1 0 0,0 1 6720 0,-5 6 1328 16,7-5 256-16,-7 5 48 0,0 0-4912 0,0 0-992 16,0 0-192-16,8 2-32 0,-2 5-1168 0,-1 1-224 15,-2 2-64-15,-1 3 0 0,1 1-352 0,-2 5-80 16,-2 0-16-16,-2 3 0 0,1 3-160 0,-2 0-32 15,0-2-128-15,1 1 192 0,0-3-128 0,-1-3-64 16,1-1 0-16,0 0 0 16,1-3-448-16,0 2-64 0,1-6-32 0,1 1 0 15,0-4-1520-15,0-7-304 0,0 0-64 0,0 0-20480 16</inkml:trace>
  <inkml:trace contextRef="#ctx0" brushRef="#br0" timeOffset="663.16">22180 8557 49871 0,'0'0'2208'0,"0"0"464"0,0 0-2144 0,0 0-528 15,0 0 0-15,8-4 0 0,-2-1 1152 0,2 0 112 0,0 1 16 16,3-2 16-16,-1 1-448 0,4 0-80 16,3 1-32-16,0-1 0 0,-1 0-592 0,1-1-144 0,1 1 0 0,0 3 0 15,1-4-304 1,-2 2-80-16,-1 1-32 0,1-1 0 0,-4 1-1568 0,2 0-304 0,-3 2-64 15,-2-1-20032-15</inkml:trace>
  <inkml:trace contextRef="#ctx0" brushRef="#br0" timeOffset="835">22239 8695 18431 0,'0'0'1632'16,"0"0"-1312"-16,0 0-320 0,0 0 0 0,0 0 7184 0,0 0 1376 15,1 9 272-15,-1-9 48 0,0 0-5888 0,0 0-1184 16,11 0-224-16,0 0-48 0,4-2-832 0,0 0-176 15,1 0-16-15,2 2-16 0,0-6-288 0,2 3-48 16,0-1-16-16,0-2 0 0,1 1-144 0,-1 0 0 16,-1-2 0-16,1 2 0 15,-3 0-1344-15,1 0-288 0,-1 0-64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19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1 14279 0 0,'0'0'1298'0'0,"-1"0"-1069"0"0,0 1-177 0 0,0 0 1 0 0,0 0 0 0 0,0 0-1 0 0,0 0 1 0 0,0 0-1 0 0,1 0 1 0 0,-1 0-1 0 0,0 0 1 0 0,1 0-1 0 0,-1 0 1 0 0,0 0 0 0 0,1 0-1 0 0,-1 0 1 0 0,1 1-1 0 0,0-1 1 0 0,-1 0-1 0 0,1 3 1 0 0,-1 1 849 0 0,-13 44 5162 0 0,3 27-3537 0 0,6-34-1764 0 0,0-3-467 0 0,2 0 0 0 0,2 0-1 0 0,5 52 1 0 0,-4-84-652 0 0,1 1 0 0 0,0-1-1 0 0,1 1 1 0 0,0-1 0 0 0,4 11 0 0 0,-6-17-558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20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40 124 20327 0 0,'-7'-1'492'0'0,"4"1"-343"0"0,1 0 1 0 0,-1-1 0 0 0,1 1 0 0 0,-1-1 0 0 0,1 0 0 0 0,-1 1-1 0 0,1-1 1 0 0,-1 0 0 0 0,1-1 0 0 0,0 1 0 0 0,-4-2 2862 0 0,23-3-1052 0 0,-7 2-1505 0 0,285-72 1650 0 0,-247 67-2024 0 0,86-6 0 0 0,-103 14-53 0 0,1 1-1 0 0,-1 2 1 0 0,57 10-1 0 0,-77-10-34 0 0,1 1 0 0 0,-1 1 0 0 0,0 0 0 0 0,-1 0 0 0 0,1 1 1 0 0,-1 0-1 0 0,0 1 0 0 0,0 0 0 0 0,0 1 0 0 0,16 14 0 0 0,-21-15 2 0 0,1 0 1 0 0,-1 0-1 0 0,0 1 0 0 0,0 0 0 0 0,-1 0 1 0 0,0 0-1 0 0,0 0 0 0 0,0 1 0 0 0,-1 0 1 0 0,0-1-1 0 0,-1 1 0 0 0,0 0 0 0 0,0 0 1 0 0,-1 1-1 0 0,1 15 0 0 0,-2-11 5 0 0,0 1 0 0 0,-1-1 0 0 0,-1 0 0 0 0,0 0 0 0 0,-1 0 0 0 0,0 0 0 0 0,-1 0 0 0 0,-1 0 0 0 0,-7 16 0 0 0,3-14 37 0 0,0 0-1 0 0,0 0 0 0 0,-2-1 1 0 0,0-1-1 0 0,0 1 0 0 0,-21 17 1 0 0,9-12 42 0 0,-1-1 0 0 0,-1-1 0 0 0,0-1 1 0 0,-2-1-1 0 0,0-1 0 0 0,0-2 0 0 0,-1-1 1 0 0,-31 9-1 0 0,-108 20 251 0 0,148-37-318 0 0,0-1-1 0 0,0-1 1 0 0,0 0 0 0 0,0-1 0 0 0,-1-1-1 0 0,-33-7 1 0 0,46 7-80 0 0,1-1-1 0 0,-1 0 1 0 0,1 0 0 0 0,0-1-1 0 0,0 0 1 0 0,0 0 0 0 0,0 0 0 0 0,1-1-1 0 0,-9-6 1 0 0,12 8-34 0 0,1 1 0 0 0,-1-1 0 0 0,1 0 0 0 0,-1 0 0 0 0,1 1 0 0 0,0-1 0 0 0,0 0 0 0 0,0 0 0 0 0,0 0 0 0 0,0 0 0 0 0,0 0 0 0 0,1-1 0 0 0,-1 1 0 0 0,1 0 0 0 0,-1 0-1 0 0,1 0 1 0 0,0-1 0 0 0,0 1 0 0 0,0 0 0 0 0,0 0 0 0 0,0 0 0 0 0,0-1 0 0 0,1 1 0 0 0,-1 0 0 0 0,1 0 0 0 0,-1 0 0 0 0,1 0 0 0 0,0 0 0 0 0,0-1 0 0 0,0 2 0 0 0,2-5 0 0 0,2-1-864 0 0,0 0-1 0 0,0 0 1 0 0,0 1 0 0 0,9-9-1 0 0,10-6-7497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20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15663 0 0,'0'1'719'0'0,"-3"37"419"0"0,0-10 1247 0 0,3-1 3958 0 0,0-26-6300 0 0,0 0 0 0 0,0 0 0 0 0,0 0 0 0 0,0 0 0 0 0,1 1 0 0 0,-1-1-1 0 0,0 0 1 0 0,1 0 0 0 0,-1 0 0 0 0,1 0 0 0 0,-1 0 0 0 0,1 0-1 0 0,-1 0 1 0 0,1 0 0 0 0,0 0 0 0 0,0 0 0 0 0,-1 0 0 0 0,1 0 0 0 0,0-1-1 0 0,0 1 1 0 0,0 0 0 0 0,0 0 0 0 0,0-1 0 0 0,0 1 0 0 0,0-1-1 0 0,0 1 1 0 0,0-1 0 0 0,0 1 0 0 0,1-1 0 0 0,-1 0 0 0 0,0 1 0 0 0,0-1-1 0 0,0 0 1 0 0,2 0 0 0 0,0 0-357 0 0,1 0-1 0 0,-1 0 1 0 0,1-1-1 0 0,0 1 1 0 0,-1-1-1 0 0,1 0 1 0 0,-1 0-1 0 0,0 0 1 0 0,1-1-1 0 0,4-2 0 0 0,7-6-1230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21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28 23759 0 0,'0'0'3916'0'0,"1"0"-3192"0"0,54-11 181 0 0,-36 6-486 0 0,1 1-1 0 0,0 1 1 0 0,-1 0-1 0 0,1 2 1 0 0,23 0-1 0 0,-40 2-418 0 0,1-1 0 0 0,0 1 0 0 0,0 0 0 0 0,-1 0 0 0 0,1 0 0 0 0,-1 0 0 0 0,1 1 0 0 0,-1 0 0 0 0,1-1 0 0 0,5 5 0 0 0,-8-4 0 0 0,1-1 0 0 0,-1 0 0 0 0,1 1 0 0 0,-1-1 0 0 0,1 1 0 0 0,-1 0 0 0 0,0-1 0 0 0,0 1 0 0 0,0 0 0 0 0,0 0 0 0 0,0 0 0 0 0,0 0 0 0 0,-1 0 0 0 0,1 0 0 0 0,-1 0 0 0 0,1 0 0 0 0,-1 0 0 0 0,0 0 0 0 0,1 0 0 0 0,-1 4 0 0 0,-1 2 2 0 0,0 0 0 0 0,-1 0 0 0 0,0-1 1 0 0,0 1-1 0 0,0-1 0 0 0,-1 1 0 0 0,0-1 0 0 0,-6 9 0 0 0,-4 6 18 0 0,-20 25 0 0 0,8-13-2 0 0,-50 65 152 0 0,21-30-46 0 0,38-49-113 0 0,8-10-6 0 0,-1 1 0 0 0,-11 19 0 0 0,19-28 5 0 0,-1 1-1 0 0,1-1 1 0 0,0 1-1 0 0,0 0 0 0 0,0-1 1 0 0,0 1-1 0 0,1 0 1 0 0,-1-1-1 0 0,1 1 0 0 0,-1 0 1 0 0,1 0-1 0 0,0 0 1 0 0,0 0-1 0 0,0-1 0 0 0,1 1 1 0 0,-1 0-1 0 0,1 0 1 0 0,0 3-1 0 0,5 2-9 0 0,-3-6-9 0 0,1 0-1 0 0,0 1 1 0 0,1-1 0 0 0,-1 0-1 0 0,0-1 1 0 0,1 1-1 0 0,-1-1 1 0 0,0 0 0 0 0,1 0-1 0 0,0 0 1 0 0,-1-1 0 0 0,1 0-1 0 0,6 0 1 0 0,8-1-38 0 0,34-6 0 0 0,-51 7 45 0 0,174-40-1503 0 0,-59 5-2852 0 0,-78 22-5218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21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 4143 0 0,'0'0'24297'0'0,"1"0"-23141"0"0,34 2 1150 0 0,-23 0-2094 0 0,1-2 1 0 0,22-1-1 0 0,292-27 16 0 0,-150 27-228 0 0,-41-6-4050 0 0,-127 7 3924 0 0,7-4-2145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21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1 15199 0 0,'0'0'7747'0'0,"-5"9"-657"0"0,6-6-7013 0 0,0-1-1 0 0,0 0 0 0 0,1 1 1 0 0,-1-1-1 0 0,0 0 1 0 0,1 0-1 0 0,0 0 0 0 0,-1 0 1 0 0,1 0-1 0 0,0 0 0 0 0,0 0 1 0 0,0 0-1 0 0,0-1 0 0 0,0 1 1 0 0,1-1-1 0 0,1 1 0 0 0,43 21-120 0 0,-47-22 49 0 0,73 31-5 0 0,-59-26-1 0 0,-11-5 1 0 0,0 0-1 0 0,0-1 0 0 0,-1 2 0 0 0,1-1 1 0 0,-1 0-1 0 0,1 1 0 0 0,-1-1 0 0 0,1 1 0 0 0,-1 0 1 0 0,0-1-1 0 0,0 1 0 0 0,3 3 0 0 0,-5-4-1 0 0,0-1-1 0 0,1 1 1 0 0,-1 0 0 0 0,0-1-1 0 0,0 1 1 0 0,0 0-1 0 0,0 0 1 0 0,0-1-1 0 0,0 1 1 0 0,0 0 0 0 0,0 0-1 0 0,0-1 1 0 0,0 1-1 0 0,0 0 1 0 0,0 0-1 0 0,0-1 1 0 0,0 1 0 0 0,-1 0-1 0 0,1-1 1 0 0,0 1-1 0 0,-1 0 1 0 0,1-1-1 0 0,-1 2 1 0 0,-10 14 10 0 0,10-15-11 0 0,-5 5 3 0 0,0 1 0 0 0,-1-1 0 0 0,0 0 0 0 0,0-1-1 0 0,0 0 1 0 0,-1 0 0 0 0,-8 4 0 0 0,-61 25-81 0 0,50-24 19 0 0,-87 28-3699 0 0,83-31 2426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22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16127 0 0,'1'1'3658'0'0,"1"2"-2979"0"0,0 0 1 0 0,-1 0 0 0 0,1 1 0 0 0,-1-1 0 0 0,0 0 0 0 0,1 0 0 0 0,-1 5 0 0 0,1 4 586 0 0,0-1 0 0 0,-1 18 0 0 0,1 10 143 0 0,11 81-535 0 0,-7-53-143 0 0,18 82 0 0 0,-24-147-731 0 0,8 24-7 0 0,-7-24-2 0 0,0-1 1 0 0,-1 0 0 0 0,1 0 0 0 0,0 1 0 0 0,0-1 0 0 0,0 0 0 0 0,0 0 0 0 0,0 0 0 0 0,0 0-1 0 0,0 0 1 0 0,0 0 0 0 0,0 0 0 0 0,0-1 0 0 0,1 1 0 0 0,1 1 0 0 0,-2-2-371 0 0,18-2-1269 0 0,-16 2 1305 0 0,-1 0 0 0 0,1-1 0 0 0,-1 1-1 0 0,0-1 1 0 0,1 0 0 0 0,-1 0 0 0 0,3-1 0 0 0,9-6-1212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22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26 617 4143 0 0,'18'24'27917'0'0,"-17"-25"-27892"0"0,0-1 0 0 0,0 1 1 0 0,0-1-1 0 0,-1 0 0 0 0,1 1 0 0 0,0-1 0 0 0,-1 0 0 0 0,1 1 0 0 0,-1-3 0 0 0,2-8 73 0 0,-1 1 0 0 0,0-1 1 0 0,-2-21-1 0 0,0 6-91 0 0,-10-119-351 0 0,1 47 352 0 0,-19-148-8 0 0,27 212 348 0 0,13 45-304 0 0,-5-3-74 0 0,0 1 0 0 0,-1 0 0 0 0,0 0 0 0 0,0 0 0 0 0,4 11 0 0 0,8 12-78 0 0,-9-18 102 0 0,1-1-1 0 0,0 1 1 0 0,1-1 0 0 0,1-1 0 0 0,-1 0-1 0 0,23 17 1 0 0,-25-22 24 0 0,1 0 0 0 0,-1-1-1 0 0,1 0 1 0 0,0-1-1 0 0,0 0 1 0 0,0 0 0 0 0,0-1-1 0 0,1 0 1 0 0,-1-1 0 0 0,1 0-1 0 0,18 1 1 0 0,-20-2-27 0 0,0-1-1 0 0,0 0 1 0 0,0 0 0 0 0,0-1-1 0 0,-1 0 1 0 0,1 0 0 0 0,0-1-1 0 0,0 0 1 0 0,-1-1 0 0 0,1 0-1 0 0,-1 0 1 0 0,0 0 0 0 0,0-1-1 0 0,0 0 1 0 0,-1 0 0 0 0,1-1-1 0 0,8-7 1 0 0,-5 2 0 0 0,-1-1-1 0 0,-1 0 1 0 0,1 0 0 0 0,10-21-1 0 0,19-52-7 0 0,-21 47 17 0 0,-17 37 0 0 0,0 0 0 0 0,0 0 0 0 0,0 0 0 0 0,0 0 0 0 0,0 0 0 0 0,0 0 0 0 0,0 0 1 0 0,0 0-1 0 0,0-1 0 0 0,0 1 0 0 0,0 0 0 0 0,0 0 0 0 0,0 0 0 0 0,0 0 0 0 0,0 0 0 0 0,0 0 0 0 0,0 0 0 0 0,0 0 0 0 0,0 0 0 0 0,1 0 0 0 0,-1 0 1 0 0,0 0-1 0 0,0-1 0 0 0,0 1 0 0 0,0 0 0 0 0,0 0 0 0 0,0 0 0 0 0,0 0 0 0 0,0 0 0 0 0,0 0 0 0 0,0 0 0 0 0,1 0 0 0 0,-1 0 0 0 0,0 0 0 0 0,0 0 1 0 0,0 0-1 0 0,0 0 0 0 0,0 0 0 0 0,0 0 0 0 0,0 0 0 0 0,0 0 0 0 0,0 0 0 0 0,0 0 0 0 0,1 0 0 0 0,-1 0 0 0 0,0 0 0 0 0,0 0 0 0 0,0 0 0 0 0,0 0 1 0 0,0 0-1 0 0,0 0 0 0 0,0 1 0 0 0,3 5 22 0 0,0 9 52 0 0,9 131 45 0 0,-10-94-74 0 0,2-1-1 0 0,12 54 0 0 0,-9-75-275 0 0,-1 2-913 0 0,2-1 0 0 0,1 0 0 0 0,20 45 0 0 0,-22-65-1443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22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4607 0 0,'0'2'20241'0'0,"15"66"-14685"0"0,0 38-3704 0 0,-4-16-1797 0 0,10 87-415 0 0,-20-170 1196 0 0,-1 1-3413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23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41 22895 0 0,'0'0'2071'0'0,"0"-2"-1703"0"0,1 0-193 0 0,0 0 0 0 0,0 0 0 0 0,0 1 1 0 0,0-1-1 0 0,0 0 0 0 0,1 0 0 0 0,-1 1 0 0 0,1-1 1 0 0,-1 1-1 0 0,1-1 0 0 0,-1 1 0 0 0,1 0 1 0 0,0-1-1 0 0,-1 1 0 0 0,1 0 0 0 0,0 0 0 0 0,3-1 1 0 0,0 0 197 0 0,0 1 1 0 0,0 0 0 0 0,0 0 0 0 0,10-1-1 0 0,-10 2-202 0 0,26-2-13 0 0,0 1 1 0 0,0 1-1 0 0,0 2 1 0 0,0 1-1 0 0,-1 1 0 0 0,1 2 1 0 0,-1 1-1 0 0,0 1 1 0 0,51 23-1 0 0,-74-29-155 0 0,-1 1 0 0 0,0 1 0 0 0,0 0 0 0 0,0-1 0 0 0,-1 2-1 0 0,1-1 1 0 0,-1 1 0 0 0,0 0 0 0 0,0 0 0 0 0,5 7 0 0 0,-8-9-1 0 0,0 1-1 0 0,0-1 1 0 0,-1 1-1 0 0,1-1 1 0 0,-1 1 0 0 0,0-1-1 0 0,0 1 1 0 0,0 0-1 0 0,0 0 1 0 0,0 0 0 0 0,-1-1-1 0 0,0 1 1 0 0,0 0-1 0 0,0 0 1 0 0,0 0 0 0 0,-1 0-1 0 0,1 0 1 0 0,-1-1-1 0 0,-2 8 1 0 0,-1-3 0 0 0,0 0 1 0 0,0 0-1 0 0,0 0 0 0 0,-1-1 0 0 0,0 0 1 0 0,-1 0-1 0 0,1 0 0 0 0,-1 0 1 0 0,-1-1-1 0 0,1 0 0 0 0,-1-1 0 0 0,0 1 1 0 0,-15 7-1 0 0,4-2 4 0 0,-1-1 1 0 0,0-2-1 0 0,-1 0 1 0 0,-35 9-1 0 0,23-8-118 0 0,0-2 1 0 0,0-2-1 0 0,-1-1 0 0 0,-47 0 0 0 0,30-11-3068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23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0 1375 0 0,'7'1'26308'0'0,"-76"58"-22591"0"0,24-18-3170 0 0,33-31-462 0 0,0 1-1 0 0,1 0 1 0 0,0 1-1 0 0,0 0 1 0 0,2 1 0 0 0,-1 0-1 0 0,2 1 1 0 0,-12 23-1 0 0,19-34-82 0 0,0-1 0 0 0,0 1 0 0 0,0-1 0 0 0,1 1 0 0 0,-1 0 0 0 0,1-1-1 0 0,0 1 1 0 0,0 0 0 0 0,0 3 0 0 0,0-5-6 0 0,0 0 0 0 0,0 0 1 0 0,1 0-1 0 0,-1 0 0 0 0,0 0 0 0 0,1 0 1 0 0,-1-1-1 0 0,1 1 0 0 0,-1 0 0 0 0,1 0 1 0 0,-1-1-1 0 0,1 1 0 0 0,0 0 0 0 0,-1-1 1 0 0,1 1-1 0 0,0 0 0 0 0,-1-1 0 0 0,1 1 1 0 0,0-1-1 0 0,0 1 0 0 0,0-1 0 0 0,-1 0 1 0 0,1 1-1 0 0,0-1 0 0 0,0 0 0 0 0,0 1 1 0 0,0-1-1 0 0,0 0 0 0 0,0 0 0 0 0,0 0 1 0 0,-1 0-1 0 0,1 0 0 0 0,0 0 0 0 0,2 0 0 0 0,-1 0-25 0 0,3 0-13 0 0,0-1-1 0 0,0 1 1 0 0,1-1 0 0 0,-1 0 0 0 0,0 0 0 0 0,0-1 0 0 0,0 1 0 0 0,0-1 0 0 0,0 0 0 0 0,-1-1 0 0 0,8-4-1 0 0,-1 0-38 0 0,-1 0 0 0 0,0-1-1 0 0,16-16 1 0 0,11-23-163 0 0,1 0 107 0 0,-33 42 125 0 0,0 0 0 0 0,0 0 0 0 0,1 1 0 0 0,-1-1 1 0 0,1 1-1 0 0,8-4 0 0 0,-13 8 23 0 0,0-1-1 0 0,0 1 1 0 0,0-1-1 0 0,0 1 1 0 0,0-1-1 0 0,0 1 1 0 0,0 0-1 0 0,0 0 1 0 0,0-1-1 0 0,0 1 1 0 0,0 0-1 0 0,0 0 1 0 0,0 0 0 0 0,0 0-1 0 0,0 0 1 0 0,0 0-1 0 0,1 1 1 0 0,-1-1-1 0 0,0 0 1 0 0,0 0-1 0 0,0 1 1 0 0,0-1-1 0 0,1 1 1 0 0,0 1 37 0 0,1 0 1 0 0,-1 0-1 0 0,0 1 0 0 0,0-1 1 0 0,0 0-1 0 0,0 1 1 0 0,1 3-1 0 0,12 15 243 0 0,49 72 219 0 0,-49-74-530 0 0,0-1 0 0 0,32 28 0 0 0,-36-37-45 0 0,2 3-2241 0 0,-3-5-4524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44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8287 0 0,'0'0'7042'0'0,"2"1"-7252"0"0,9 3 50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47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18 13823 0 0,'0'0'630'0'0,"0"-2"-13"0"0,-4-14 12588 0 0,11 25-11386 0 0,-2-3-1553 0 0,-1 0 0 0 0,-1 1 0 0 0,1 0 0 0 0,-1 0 1 0 0,4 12-1 0 0,8 40 172 0 0,-13-49-337 0 0,6 34 8 0 0,5 64 0 0 0,-8 47 141 0 0,-2-52-181 0 0,-1-80-86 0 0,-1-13-35 0 0,0 1 0 0 0,-1 0 0 0 0,-2 18 0 0 0,2-27-180 0 0,-1-1-7 0 0,1 0 110 0 0,0 0-1 0 0,0 0 1 0 0,-1 0 0 0 0,1 0-1 0 0,0 0 1 0 0,-1-1-1 0 0,1 1 1 0 0,0 0 0 0 0,-1 0-1 0 0,1 0 1 0 0,-1-1 0 0 0,0 1-1 0 0,1 0 1 0 0,-1-1 0 0 0,1 1-1 0 0,-1 0 1 0 0,0-1 0 0 0,0 1-1 0 0,1-1 1 0 0,-1 1-1 0 0,0-1 1 0 0,0 0 0 0 0,0 1-1 0 0,1-1 1 0 0,-1 0 0 0 0,0 1-1 0 0,0-1 1 0 0,0 0 0 0 0,0 0-1 0 0,0 0 1 0 0,0 0-1 0 0,0 0 1 0 0,1 0 0 0 0,-1 0-1 0 0,0 0 1 0 0,0 0 0 0 0,0 0-1 0 0,0 0 1 0 0,0-1 0 0 0,0 1-1 0 0,1 0 1 0 0,-1-1-1 0 0,0 1 1 0 0,0 0 0 0 0,-1-2-1 0 0,-9-4-1631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47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26 128 19807 0 0,'-2'-1'910'0'0,"-22"-11"1705"0"0,35 1 1988 0 0,-2 7-4204 0 0,0 1 0 0 0,0 0 0 0 0,1 1 1 0 0,-1 0-1 0 0,1 1 0 0 0,15-1 0 0 0,-6 0-154 0 0,192-16 855 0 0,31-4-663 0 0,257-19-868 0 0,-479 39 49 0 0,20 1-1555 0 0,-14 3-5421 0 0,-3 2-2286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48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72 8287 0 0,'-23'4'20499'0'0,"24"-4"-19929"0"0,40-6 878 0 0,-14 2-1176 0 0,14-4-138 0 0,58-17 0 0 0,-19 4-1008 0 0,-29 10-4276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48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38 18887 0 0,'0'0'1456'0'0,"-1"2"-941"0"0,-2 6 2690 0 0,16 0 503 0 0,-6-4-3009 0 0,-2-1-420 0 0,0-2-1 0 0,-1 1 1 0 0,2 0 0 0 0,-1-1 0 0 0,0 0 0 0 0,0 0-1 0 0,0-1 1 0 0,1 1 0 0 0,6-1 0 0 0,51-6 312 0 0,-49 4-414 0 0,179-29-182 0 0,-112 12-2585 0 0,-30 5-7978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49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46 24591 0 0,'0'0'2225'0'0,"0"-1"-2168"0"0,0 1 0 0 0,1-1 0 0 0,-1 0 0 0 0,0 1 0 0 0,0-1-1 0 0,0 1 1 0 0,1-1 0 0 0,-1 0 0 0 0,0 1 0 0 0,0-1 0 0 0,0 0 0 0 0,0 1-1 0 0,0-1 1 0 0,0 0 0 0 0,-1 1 0 0 0,1-1 0 0 0,0 1 0 0 0,0-2-1 0 0,-4 1 110 0 0,0-1 1 0 0,1 1-1 0 0,-1 0 0 0 0,0 0 0 0 0,0 1 0 0 0,1-1 0 0 0,-1 1 0 0 0,0 0 0 0 0,0 0 0 0 0,0 0 0 0 0,0 0 0 0 0,1 1 1 0 0,-6 1-1 0 0,-6 1 354 0 0,-28 11 1 0 0,40-13-483 0 0,1 0 0 0 0,-1 0 0 0 0,1 0 0 0 0,-1 0-1 0 0,1 1 1 0 0,-1 0 0 0 0,1-1 0 0 0,0 1 0 0 0,-1 0 0 0 0,1 0 0 0 0,0 0 0 0 0,0 0-1 0 0,0 0 1 0 0,1 1 0 0 0,-1-1 0 0 0,-2 5 0 0 0,4-5-29 0 0,-1-1 0 0 0,1 1 1 0 0,-1 0-1 0 0,1 0 0 0 0,0 0 0 0 0,0 0 1 0 0,0 0-1 0 0,0 0 0 0 0,0 0 0 0 0,0 0 0 0 0,1 0 1 0 0,-1 0-1 0 0,1 0 0 0 0,-1 0 0 0 0,1 0 1 0 0,0-1-1 0 0,-1 1 0 0 0,1 0 0 0 0,0 0 1 0 0,0-1-1 0 0,0 1 0 0 0,1-1 0 0 0,-1 1 1 0 0,0-1-1 0 0,2 3 0 0 0,7 6-3 0 0,1-1 1 0 0,0 0-1 0 0,0 0 0 0 0,15 8 1 0 0,53 26 17 0 0,-42-24-20 0 0,20 7-4 0 0,-28-13 0 0 0,30 19 0 0 0,-51-27 0 0 0,0 0 0 0 0,-1 0 0 0 0,0 1 0 0 0,0 0 0 0 0,-1 0 0 0 0,0 1 0 0 0,0 0 0 0 0,8 11 0 0 0,-13-16 0 0 0,0-1 0 0 0,0 0 0 0 0,-1 1 0 0 0,1-1 0 0 0,-1 0 0 0 0,1 1 0 0 0,-1-1 0 0 0,1 0 0 0 0,-1 1 0 0 0,0-1 0 0 0,1 1 0 0 0,-1-1 0 0 0,0 1 0 0 0,0-1 0 0 0,0 1 0 0 0,-1-1 0 0 0,1 1 0 0 0,0-1 0 0 0,-1 3 0 0 0,0-2 0 0 0,0 0 0 0 0,0 0 0 0 0,0-1 0 0 0,0 1 0 0 0,-1 0 0 0 0,1 0 0 0 0,-1-1 0 0 0,1 1 0 0 0,-1-1 0 0 0,1 1 0 0 0,-5 1 0 0 0,-2 2 0 0 0,0 0 0 0 0,-1-1 0 0 0,0-1 0 0 0,-16 5 0 0 0,1-1-348 0 0,1-2-1 0 0,-1-1 1 0 0,0-1 0 0 0,0-1-1 0 0,-1-1 1 0 0,-43-4-1 0 0,49 1 20 0 0,1-1-1 0 0,0 0 1 0 0,0-2 0 0 0,0 0-1 0 0,0-1 1 0 0,1-1-1 0 0,0-1 1 0 0,0 0-1 0 0,-23-16 1 0 0,36 21-125 0 0,0 0 0 0 0,0-1 0 0 0,0 1 1 0 0,0-1-1 0 0,0 0 0 0 0,1 0 0 0 0,0 0 1 0 0,0-1-1 0 0,0 1 0 0 0,0-1 0 0 0,1 0 1 0 0,0 1-1 0 0,0-1 0 0 0,0 0 0 0 0,0 0 1 0 0,1 0-1 0 0,0-1 0 0 0,-1-9 0 0 0,2 7-106 0 0,0 1-1 0 0,0 0 1 0 0,1-1-1 0 0,0 1 1 0 0,0 0-1 0 0,1 0 0 0 0,0 0 1 0 0,1 0-1 0 0,-1 0 1 0 0,1 0-1 0 0,0 1 1 0 0,1-1-1 0 0,5-7 1 0 0,-2 4 148 0 0,2-1 1 0 0,-1 1-1 0 0,1 1 1 0 0,15-13-1 0 0,-10 12 2042 0 0,0 0 1 0 0,29-15-1 0 0,-14 11 1834 0 0,2 2 0 0 0,0 1 1 0 0,37-9-1 0 0,-18 10-993 0 0,77-5-1 0 0,-55 9-1934 0 0,-12-2-407 0 0,1 4 0 0 0,93 4 0 0 0,-143 1-129 0 0,-1 1 0 0 0,1-1 0 0 0,-1 2 0 0 0,1-1 0 0 0,18 9 0 0 0,-27-10 0 0 0,1-1 0 0 0,-2 1 0 0 0,1 0 0 0 0,0 0 0 0 0,0 1 0 0 0,0-1 0 0 0,0 0 0 0 0,-1 1 0 0 0,1-1 0 0 0,0 1 0 0 0,-1-1 0 0 0,0 1 0 0 0,1 0 0 0 0,-1-1 0 0 0,0 1 0 0 0,0 0 0 0 0,0 0 0 0 0,0 0 0 0 0,0 0 0 0 0,0 0 0 0 0,0 0 0 0 0,-1 0 0 0 0,1 0 0 0 0,-1 1 0 0 0,0-1 0 0 0,0 0 0 0 0,1 0 0 0 0,-1 0 0 0 0,-1 0 0 0 0,1 1 0 0 0,0-1 0 0 0,0 0 0 0 0,-1 0 0 0 0,1 0 0 0 0,-2 4 0 0 0,-6 10 0 0 0,1 0 0 0 0,-2-1 0 0 0,0 1 0 0 0,-21 24 0 0 0,-1 4 11 0 0,10-15 30 0 0,12-18-13 0 0,0 1-1 0 0,1 0 1 0 0,-11 22 0 0 0,18-31-28 0 0,-1-1 1 0 0,1 1 0 0 0,0 0 0 0 0,0 0 0 0 0,1 1 0 0 0,-1-1 0 0 0,1 0-1 0 0,-1 0 1 0 0,1 0 0 0 0,0 0 0 0 0,0 0 0 0 0,0 1 0 0 0,1-1 0 0 0,-1 0-1 0 0,1 0 1 0 0,-1 0 0 0 0,1 0 0 0 0,0 0 0 0 0,0 0 0 0 0,1 0-1 0 0,2 5 1 0 0,-2-5-6 0 0,1-1-1 0 0,-1 1 0 0 0,1-1 0 0 0,-1 0 0 0 0,1 0 1 0 0,-1 0-1 0 0,1 0 0 0 0,0 0 0 0 0,0-1 0 0 0,0 1 0 0 0,0-1 1 0 0,4 1-1 0 0,3 1-12 0 0,0 0 1 0 0,17 2-1 0 0,-8-4-47 0 0,1 0 0 0 0,0-1-1 0 0,-1-1 1 0 0,0-1 0 0 0,1-1-1 0 0,-1-1 1 0 0,0 0 0 0 0,0-1-1 0 0,21-10 1 0 0,-31 11-4 0 0,0 0 0 0 0,0 0 0 0 0,-1-1 0 0 0,1-1 1 0 0,-2 1-1 0 0,1-1 0 0 0,13-14 0 0 0,-17 16 28 0 0,0-1 1 0 0,0 0-1 0 0,-1 0 1 0 0,0 0-1 0 0,0 0 0 0 0,0 0 1 0 0,-1 0-1 0 0,0-1 1 0 0,0 1-1 0 0,0-1 0 0 0,-1 0 1 0 0,1 0-1 0 0,-2 1 1 0 0,2-9-1 0 0,-2 7-6 0 0,0 1-1 0 0,-1-1 1 0 0,1 1 0 0 0,-1 0-1 0 0,0-1 1 0 0,-1 1 0 0 0,0 0-1 0 0,0 0 1 0 0,0 0 0 0 0,0 0-1 0 0,-1 0 1 0 0,0 1 0 0 0,-1-1-1 0 0,-6-9 1 0 0,3 8-71 0 0,1 0 0 0 0,-1 1 1 0 0,-1-1-1 0 0,1 1 0 0 0,-1 1 0 0 0,0 0 0 0 0,0 0 1 0 0,0 0-1 0 0,-13-4 0 0 0,2 2-379 0 0,1 1-1 0 0,-1 0 0 0 0,-1 2 1 0 0,-19-3-1 0 0,-11 4-8184 0 0,41 3 1036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49.4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57 5983 0 0,'0'0'542'0'0,"-1"2"-446"0"0,-14 16 254 0 0,-16 8 8470 0 0,12-11-2829 0 0,-45 35 2055 0 0,-13 12-5925 0 0,68-54-1986 0 0,0 1 0 0 0,1 0-1 0 0,0 1 1 0 0,1 0 0 0 0,-12 20 0 0 0,17-28-134 0 0,1 1 0 0 0,0 0 0 0 0,-1 0 1 0 0,1 0-1 0 0,0 0 0 0 0,1 0 0 0 0,-1 0 1 0 0,0 1-1 0 0,1-1 0 0 0,0 0 1 0 0,0 0-1 0 0,0 0 0 0 0,0 1 0 0 0,0-1 1 0 0,1 0-1 0 0,-1 0 0 0 0,1 0 0 0 0,0 0 1 0 0,0 0-1 0 0,2 4 0 0 0,-1-3-27 0 0,0 0 1 0 0,1 0-1 0 0,0-1 1 0 0,-1 1-1 0 0,1-1 1 0 0,1 0-1 0 0,-1 0 0 0 0,0 0 1 0 0,1-1-1 0 0,-1 1 1 0 0,1-1-1 0 0,0 1 0 0 0,0-1 1 0 0,4 1-1 0 0,6 3-234 0 0,1-1 1 0 0,0-1-1 0 0,0-1 0 0 0,0 0 0 0 0,0-1 0 0 0,0 0 0 0 0,31-2 0 0 0,-24-1-231 0 0,0-1-1 0 0,-1-1 0 0 0,1-1 1 0 0,41-14-1 0 0,-54 15 350 0 0,0-1-1 0 0,0 0 1 0 0,-1 0-1 0 0,1-1 1 0 0,-1 0-1 0 0,0-1 1 0 0,0 1-1 0 0,-1-2 1 0 0,0 1 0 0 0,10-12-1 0 0,-14 14 152 0 0,0 0-1 0 0,0 0 0 0 0,0-1 1 0 0,-1 1-1 0 0,1-1 0 0 0,-1 0 1 0 0,0 0-1 0 0,-1 1 1 0 0,1-1-1 0 0,-1 0 0 0 0,0 0 1 0 0,0-1-1 0 0,-1 1 0 0 0,0 0 1 0 0,1 0-1 0 0,-2 0 1 0 0,1 0-1 0 0,0-1 0 0 0,-1 1 1 0 0,0 0-1 0 0,-2-6 0 0 0,-2-2 146 0 0,-1 0 0 0 0,0 0-1 0 0,0 0 1 0 0,-1 1 0 0 0,-1 0 0 0 0,0 1-1 0 0,0-1 1 0 0,-1 2 0 0 0,-1-1-1 0 0,-17-14 1 0 0,9 10-187 0 0,0 1 1 0 0,-2 1-1 0 0,1 1 0 0 0,-2 1 1 0 0,-34-15-1 0 0,53 25-406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49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20735 0 0,'0'0'3559'0'0,"1"2"-2119"0"0,3 6-615 0 0,-1 0 1 0 0,0 1 0 0 0,-1-1 0 0 0,0 1-1 0 0,2 13 1 0 0,1 48 410 0 0,-2-24-842 0 0,3 114-19 0 0,1 13-1017 0 0,1-118-796 0 0,2-21-3391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50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14 16127 0 0,'-1'-7'11111'0'0,"-1"6"-10932"0"0,0 0 0 0 0,1 0 0 0 0,-1 1 1 0 0,0-1-1 0 0,1 0 0 0 0,-1 1 0 0 0,0 0 1 0 0,1-1-1 0 0,-1 1 0 0 0,0 0 0 0 0,0 0 0 0 0,0 0 1 0 0,1 0-1 0 0,-1 0 0 0 0,0 0 0 0 0,0 1 1 0 0,1-1-1 0 0,-1 0 0 0 0,0 1 0 0 0,1-1 0 0 0,-1 1 1 0 0,0 0-1 0 0,1 0 0 0 0,-1 0 0 0 0,-1 1 1 0 0,-6 3 52 0 0,0 1 1 0 0,-16 15-1 0 0,17-14-111 0 0,-12 10-112 0 0,0 2-1 0 0,1 0 0 0 0,-21 28 1 0 0,33-39-8 0 0,1 2 1 0 0,0-1-1 0 0,1 1 1 0 0,0 0 0 0 0,0 0-1 0 0,1 0 1 0 0,0 1-1 0 0,1-1 1 0 0,0 1-1 0 0,-2 20 1 0 0,5-27-2 0 0,0 0 0 0 0,0 1 0 0 0,1-1 0 0 0,-1 0 0 0 0,1 0 0 0 0,0 0 0 0 0,0 0 0 0 0,0 0 0 0 0,1 0 0 0 0,0 0 0 0 0,-1 0 0 0 0,1 0 0 0 0,1 0 0 0 0,-1-1 0 0 0,0 1 0 0 0,1-1 0 0 0,0 0 0 0 0,0 0 0 0 0,0 0 0 0 0,0 0 0 0 0,0 0 0 0 0,1-1 0 0 0,3 3 0 0 0,5 3 0 0 0,1-1 0 0 0,1 0 0 0 0,-1-1 0 0 0,1-1 0 0 0,20 6 0 0 0,-17-7-620 0 0,0 0-1 0 0,33 1 1 0 0,36-3-5451 0 0,-76-2 4975 0 0,39 0-9100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50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 12439 0 0,'-1'0'4248'0'0,"-3"-1"-3188"0"0,1 1-1 0 0,-1 0 1 0 0,1 0 0 0 0,-1 0-1 0 0,-4 1 1 0 0,-9 0 4194 0 0,28 4-3150 0 0,207 67-308 0 0,-88-33-1228 0 0,-110-32-568 0 0,43 16 0 0 0,-62-23 0 0 0,0 0 0 0 0,-1 0 0 0 0,1 1 0 0 0,0-1 0 0 0,-1 0 0 0 0,1 1 0 0 0,0-1 0 0 0,-1 1 0 0 0,1-1 0 0 0,-1 1 0 0 0,1-1 0 0 0,-1 1 0 0 0,1-1 0 0 0,-1 1 0 0 0,1 0 0 0 0,-1-1 0 0 0,1 1 0 0 0,-1 0 0 0 0,0-1 0 0 0,1 1 0 0 0,-1 0 0 0 0,0 0 0 0 0,0-1 0 0 0,1 1 0 0 0,-1 0 0 0 0,0 0 0 0 0,0-1 0 0 0,0 1 0 0 0,0 0 0 0 0,0 0 0 0 0,0 0 0 0 0,0-1 0 0 0,0 1 0 0 0,-1 0 0 0 0,1 0 0 0 0,0-1 0 0 0,0 1 0 0 0,-1 0 0 0 0,1 0 0 0 0,-1 0 0 0 0,0 1 0 0 0,0 1 0 0 0,0-1 0 0 0,-1 1 0 0 0,1 0 0 0 0,-1-1 0 0 0,1 0 0 0 0,-1 1 0 0 0,0-1 0 0 0,0 0 0 0 0,0 0 0 0 0,-1 0 0 0 0,-2 2 0 0 0,-31 19 0 0 0,20-13 0 0 0,-1 0 0 0 0,-102 59 0 0 0,93-55-33 0 0,-45 32 1 0 0,70-45-182 0 0,-9 7 214 0 0,6-1-3089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50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74 3223 0 0,'0'-2'143'0'0,"1"-9"1290"0"0,-12-49 25199 0 0,12 62-26173 0 0,8 27-259 0 0,-2-1 1 0 0,-1 1-1 0 0,2 32 0 0 0,2 4-312 0 0,77 289-92 0 0,-65-283-285 0 0,-22-70 226 0 0,-21-27-8569 0 0,10 14 6264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51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18 133 9671 0 0,'-5'-6'433'0'0,"-7"-12"11524"0"0,20 9-6200 0 0,-2 6-5271 0 0,0-1 0 0 0,0 1 1 0 0,0 1-1 0 0,1-1 1 0 0,-1 1-1 0 0,1 1 0 0 0,-1-1 1 0 0,9 0-1 0 0,56-2-331 0 0,-41 3 154 0 0,46-2-290 0 0,353-21-10 0 0,-248 4 5 0 0,24-1-340 0 0,-69 16-2881 0 0,-98 8-4031 0 0,-8 3-2213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51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18 23551 0 0,'0'0'4299'0'0,"-2"0"-3357"0"0,-6-4-583 0 0,-1 1-1 0 0,1 1 0 0 0,-1-1 0 0 0,0 1 1 0 0,0 1-1 0 0,0 0 0 0 0,-1 0 0 0 0,1 1 1 0 0,-17 1-1 0 0,8 3-230 0 0,-1 1 0 0 0,-25 10 0 0 0,36-12-120 0 0,7-2-8 0 0,0-1 0 0 0,-1 1 0 0 0,1 0 0 0 0,0 0 0 0 0,0 0 0 0 0,0-1 0 0 0,0 1 0 0 0,0 0 0 0 0,0 0 0 0 0,1 0 0 0 0,-1 0 0 0 0,0 1 0 0 0,0-1 0 0 0,1 0 0 0 0,-1 0 0 0 0,1 0 0 0 0,-1 1 0 0 0,1-1 0 0 0,0 0 0 0 0,-1 0 0 0 0,1 1 0 0 0,0 0 0 0 0,2 7 0 0 0,3-3 0 0 0,1 0 0 0 0,0-1 0 0 0,0 1 0 0 0,0-1 0 0 0,1 0 0 0 0,0-1 0 0 0,11 6 0 0 0,9 3 0 0 0,0-1 0 0 0,41 13 0 0 0,-44-18 0 0 0,-1 1 0 0 0,1 2 0 0 0,-2 0 0 0 0,25 15 0 0 0,-45-23 0 0 0,1-1 0 0 0,-1 1 0 0 0,0-1 0 0 0,0 1 0 0 0,-1 0 0 0 0,1 0 0 0 0,0 0 0 0 0,-1 0 0 0 0,1 0 0 0 0,-1 0 0 0 0,1 0 0 0 0,-1 1 0 0 0,2 4 0 0 0,-3-6 0 0 0,0 0 0 0 0,0 1 0 0 0,1-1 0 0 0,-1 1 0 0 0,0-1 0 0 0,0 0 0 0 0,-1 1 0 0 0,1-1 0 0 0,0 1 0 0 0,0-1 0 0 0,-1 0 0 0 0,1 1 0 0 0,-1-1 0 0 0,1 0 0 0 0,-1 1 0 0 0,1-1 0 0 0,-1 0 0 0 0,0 0 0 0 0,0 1 0 0 0,0-1 0 0 0,1 0 0 0 0,-1 0 0 0 0,0 0 0 0 0,-1 0 0 0 0,1 0 0 0 0,0 0 0 0 0,-1 0 0 0 0,-5 4 0 0 0,0-1 0 0 0,0-1 0 0 0,0 1 0 0 0,-1-1 0 0 0,1 0 0 0 0,-1-1 0 0 0,0 1 0 0 0,-13 1 0 0 0,-6-1 0 0 0,-34 1 0 0 0,35-4-584 0 0,-1-1 0 0 0,1-2 0 0 0,0 0 0 0 0,-48-14 0 0 0,70 16 68 0 0,1 0 0 0 0,-1-1-1 0 0,1 1 1 0 0,-1-1 0 0 0,1 0 0 0 0,-3-2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52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397 58 21655 0 0,'2'-6'1959'0'0,"-2"4"-1805"0"0,1 0 1 0 0,-1 1 0 0 0,1-1-1 0 0,-1 0 1 0 0,0 0-1 0 0,0 0 1 0 0,0 1 0 0 0,0-1-1 0 0,0 0 1 0 0,0 0-1 0 0,0 0 1 0 0,-1 1 0 0 0,1-1-1 0 0,-1 0 1 0 0,1 0-1 0 0,-1 1 1 0 0,0-1 0 0 0,0-1-1 0 0,-1 1-1 0 0,1 1 0 0 0,0 0 0 0 0,0 0-1 0 0,-1 0 1 0 0,1 0 0 0 0,0 0 0 0 0,-1 0 0 0 0,1 0-1 0 0,-1 0 1 0 0,1 0 0 0 0,-1 1 0 0 0,0-1-1 0 0,1 1 1 0 0,-1-1 0 0 0,-2 0 0 0 0,-3 0 191 0 0,-1 1 0 0 0,0-1-1 0 0,0 2 1 0 0,0-1 0 0 0,-14 3 0 0 0,-16 4 47 0 0,1 2-1 0 0,-48 18 1 0 0,68-22-315 0 0,-1 1 16 0 0,1 1-1 0 0,-27 13 1 0 0,40-18-89 0 0,0 0 1 0 0,1 1-1 0 0,-1-1 0 0 0,1 1 1 0 0,-1 0-1 0 0,1 0 0 0 0,0 0 1 0 0,0 0-1 0 0,0 0 1 0 0,0 1-1 0 0,1 0 0 0 0,0-1 1 0 0,-1 1-1 0 0,1 0 0 0 0,1 0 1 0 0,-3 7-1 0 0,3-10-10 0 0,1 0 0 0 0,0 0 1 0 0,0 0-1 0 0,0 0 0 0 0,0 0 0 0 0,0 0 0 0 0,0 0 0 0 0,0 0 1 0 0,0 0-1 0 0,0 0 0 0 0,0 0 0 0 0,1 0 0 0 0,-1 0 1 0 0,0 0-1 0 0,1 0 0 0 0,-1 0 0 0 0,1 0 0 0 0,-1 0 0 0 0,1 0 1 0 0,-1 0-1 0 0,2 1 0 0 0,0 0-26 0 0,0-1-1 0 0,0 1 1 0 0,0 0-1 0 0,0-1 1 0 0,0 0-1 0 0,0 0 1 0 0,0 1 0 0 0,1-1-1 0 0,1 0 1 0 0,4 2-124 0 0,0-1 0 0 0,0 0 0 0 0,1-1 0 0 0,12 1 0 0 0,-6-1-206 0 0,0-2-1 0 0,0 0 1 0 0,0 0 0 0 0,0-2 0 0 0,0 1 0 0 0,0-2 0 0 0,18-6 0 0 0,-22 5 249 0 0,-1 1 1 0 0,1-2 0 0 0,-1 1 0 0 0,0-1 0 0 0,0-1-1 0 0,-1 0 1 0 0,0 0 0 0 0,0-1 0 0 0,-1 0-1 0 0,8-9 1 0 0,-16 16 170 0 0,1 0 0 0 0,0 0 1 0 0,-1 0-1 0 0,1 1 0 0 0,-1-1 0 0 0,1 0 0 0 0,0 1 0 0 0,0-1 1 0 0,0 0-1 0 0,-1 1 0 0 0,1-1 0 0 0,0 1 0 0 0,0-1 0 0 0,0 1 1 0 0,0-1-1 0 0,0 1 0 0 0,0 0 0 0 0,0-1 0 0 0,0 1 0 0 0,0 0 0 0 0,0 0 1 0 0,0 0-1 0 0,1 0 0 0 0,0 1 34 0 0,1 0-1 0 0,-1 0 1 0 0,0 0 0 0 0,1 0-1 0 0,-1 0 1 0 0,0 1 0 0 0,0-1-1 0 0,2 3 1 0 0,24 16 345 0 0,0 0 0 0 0,41 20 0 0 0,-49-31-1195 0 0,30 10 0 0 0,-35-14-2083 0 0,0-1 1 0 0,26 3 0 0 0,-19-5-6057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52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5 16583 0 0,'-3'-5'12629'0'0,"2"16"-12190"0"0,1 0-1 0 0,0-1 1 0 0,1 1-1 0 0,0 0 1 0 0,3 10-1 0 0,0 5-210 0 0,6 33-32 0 0,25 86-1 0 0,30 52-588 0 0,-52-161 227 0 0,-12-32-114 0 0,11 34-85 0 0,-9-11-6113 0 0</inkml:trace>
  <inkml:trace contextRef="#ctx0" brushRef="#br0" timeOffset="1">0 271 15663 0 0,'0'0'13719'0'0,"3"0"-12971"0"0,20-6-195 0 0,-10 2-411 0 0,1 1 1 0 0,0 1-1 0 0,13-2 0 0 0,239-15 53 0 0,-153 0-9022 0 0,-70 9-890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52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50 15199 0 0,'-18'-1'-1380'0'0,"-2"1"5329"0"0,3 0 5469 0 0,41 1-5152 0 0,177-8-3077 0 0,-119 1-1070 0 0,658-26-86 0 0,-424 27-4462 0 0,-297 5 3008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53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0 22519 0 0,'-1'0'38'0'0,"-39"14"1863"0"0,37-13-1839 0 0,0 1 0 0 0,-1 0 0 0 0,1-1 1 0 0,0 1-1 0 0,0 0 0 0 0,0 0 0 0 0,1 1 0 0 0,-1-1 0 0 0,-3 4 0 0 0,5-5 554 0 0,5 8 1017 0 0,-2-7-1496 0 0,-1-1 0 0 0,1 1 0 0 0,0-1 0 0 0,-1 0 0 0 0,1 0 0 0 0,0 0 0 0 0,0 0 0 0 0,0 0 0 0 0,-1 0 0 0 0,1-1 0 0 0,0 1 0 0 0,2 0 0 0 0,28 4 950 0 0,-27-4-884 0 0,57 5 299 0 0,-1-2 0 0 0,0-4 0 0 0,64-7 0 0 0,70-4-296 0 0,1 0-140 0 0,173-23-1663 0 0,-313 28-5 0 0,-3-2-423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53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0 23815 0 0,'0'0'5188'0'0,"1"2"-4529"0"0,3 4-353 0 0,0 1 0 0 0,0-1-1 0 0,1 0 1 0 0,0 0 0 0 0,0 0 0 0 0,1-1 0 0 0,0 0 0 0 0,12 9 0 0 0,57 30-53 0 0,-70-41-186 0 0,40 19-51 0 0,67 23 0 0 0,-87-35-16 0 0,-13-5 0 0 0,22 6 0 0 0,-25-8 0 0 0,-9-3 0 0 0,1 0 0 0 0,-1 0 0 0 0,0 0 0 0 0,0 0 0 0 0,0 0 0 0 0,1 0 0 0 0,-1 1 0 0 0,0-1 0 0 0,0 0 0 0 0,0 0 0 0 0,1 0 0 0 0,-1 0 0 0 0,0 0 0 0 0,0 1 0 0 0,0-1 0 0 0,0 0 0 0 0,1 0 0 0 0,-1 0 0 0 0,0 1 0 0 0,0-1 0 0 0,0 0 0 0 0,0 0 0 0 0,0 0 0 0 0,0 1 0 0 0,0-1 0 0 0,1 0 0 0 0,-1 0 0 0 0,0 1 0 0 0,0-1 0 0 0,0 0 0 0 0,0 0 0 0 0,0 1 0 0 0,0-1 0 0 0,0 0 0 0 0,0 0 0 0 0,0 1 0 0 0,-1-1 0 0 0,1 0 0 0 0,0 0 0 0 0,0 0 0 0 0,0 1 0 0 0,0-1 0 0 0,0 0 0 0 0,0 0 0 0 0,0 0 0 0 0,0 1 0 0 0,-1-1 0 0 0,1 0 0 0 0,0 0 0 0 0,0 0 0 0 0,0 1 0 0 0,0-1 0 0 0,-1 0 0 0 0,1 0 0 0 0,0 0 0 0 0,0 0 0 0 0,0 0 0 0 0,-1 0 0 0 0,1 1 0 0 0,0-1 0 0 0,0 0 0 0 0,-1 0 0 0 0,-6 4 0 0 0,1 1 0 0 0,-1-1 0 0 0,-1 0 0 0 0,1-1 0 0 0,0 0 0 0 0,-10 3 0 0 0,-48 9 0 0 0,-91 15 0 0 0,48-18-5388 0 0,70-9 1056 0 0,20-1-5572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54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50 23007 0 0,'0'0'1057'0'0,"-2"-1"-29"0"0,0-1-846 0 0,-7-14 2931 0 0,10 18-2404 0 0,10 13-37 0 0,0 0 1 0 0,8 19-1 0 0,13 18-293 0 0,-3-11-85 0 0,113 148 428 0 0,-134-179-721 0 0,4 4 12 0 0,0-1 0 0 0,0 0 1 0 0,17 13-1 0 0,-24-23-11 0 0,-1 0-1 0 0,1 0 0 0 0,-1 0 1 0 0,1-1-1 0 0,0 1 0 0 0,0-1 0 0 0,0-1 1 0 0,0 1-1 0 0,1-1 0 0 0,-1 0 1 0 0,0 0-1 0 0,0 0 0 0 0,1-1 0 0 0,-1 1 1 0 0,6-2-1 0 0,-9 1 0 0 0,0 0 1 0 0,0-1-1 0 0,0 1 0 0 0,-1-1 1 0 0,1 1-1 0 0,0-1 0 0 0,0 0 1 0 0,-1 0-1 0 0,1 0 1 0 0,-1 1-1 0 0,1-2 0 0 0,-1 1 1 0 0,1 0-1 0 0,-1 0 0 0 0,0 0 1 0 0,1-1-1 0 0,-1 1 0 0 0,0-1 1 0 0,0 1-1 0 0,0-1 0 0 0,0 1 1 0 0,0-1-1 0 0,0 0 0 0 0,-1 1 1 0 0,2-3-1 0 0,0-5 11 0 0,1 0-1 0 0,-1 0 0 0 0,2-18 1 0 0,-2 11-18 0 0,11-99 115 0 0,-8 41-400 0 0,-3 34-239 0 0,13-71-1 0 0,-14 106 159 0 0,1 0 0 0 0,-1 0 0 0 0,1 0 0 0 0,0 1 0 0 0,1-1 0 0 0,2-5 0 0 0,-4 10 261 0 0,-1 0 1 0 0,0 0-1 0 0,1 0 1 0 0,-1-1-1 0 0,0 1 1 0 0,1 0-1 0 0,-1 0 1 0 0,1 0-1 0 0,-1 0 0 0 0,0 0 1 0 0,1 0-1 0 0,-1 0 1 0 0,1 0-1 0 0,-1 0 1 0 0,1 0-1 0 0,-1 0 0 0 0,0 0 1 0 0,1 0-1 0 0,-1 0 1 0 0,1 0-1 0 0,-1 0 1 0 0,0 1-1 0 0,1-1 0 0 0,0 0 1 0 0,9 5-1591 0 0,-9-5 1265 0 0,10 6-2227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55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170 139 7367 0 0,'3'0'334'0'0,"5"-1"-412"0"0,0 1 1 0 0,15-4-1 0 0,-13 2 1440 0 0,-1-1-1 0 0,1 0 1 0 0,0-1 0 0 0,10-6 0 0 0,-12 6 27 0 0,0-1 1 0 0,-1 0-1 0 0,1 0 1 0 0,-1-1-1 0 0,7-6 1 0 0,-10 7-893 0 0,0 0-1 0 0,0 0 1 0 0,0 0 0 0 0,4-8 0 0 0,-8 12-416 0 0,1 0 1 0 0,0 0-1 0 0,-1 0 0 0 0,0 1 1 0 0,1-1-1 0 0,-1 0 0 0 0,1 0 1 0 0,-1 0-1 0 0,0 0 1 0 0,0 0-1 0 0,0 0 0 0 0,0 0 1 0 0,1 0-1 0 0,-1 0 1 0 0,0 0-1 0 0,-1 0 0 0 0,1 0 1 0 0,0 0-1 0 0,0 0 0 0 0,0 0 1 0 0,-1 0-1 0 0,1 0 1 0 0,0 0-1 0 0,-1 0 0 0 0,1 0 1 0 0,-1 1-1 0 0,1-1 1 0 0,-1-1-1 0 0,-1 1 15 0 0,1 0 1 0 0,0 0-1 0 0,-1 0 1 0 0,1 0 0 0 0,0 1-1 0 0,-1-1 1 0 0,1 0-1 0 0,-1 1 1 0 0,1-1-1 0 0,-1 1 1 0 0,1 0-1 0 0,-1-1 1 0 0,0 1-1 0 0,1 0 1 0 0,-1 0-1 0 0,1 0 1 0 0,-3 0-1 0 0,-8 2 169 0 0,-1-1 0 0 0,1 2 0 0 0,0 0-1 0 0,0 0 1 0 0,-17 8 0 0 0,-55 30 438 0 0,59-28-507 0 0,-29 22 0 0 0,47-30-168 0 0,1-1 0 0 0,0 2 0 0 0,0-1 0 0 0,1 1 0 0 0,-1 0 0 0 0,1 0 0 0 0,1 0 0 0 0,-1 1 0 0 0,-5 9 0 0 0,9-14-34 0 0,1 0 1 0 0,-1 0-1 0 0,0 0 0 0 0,1-1 0 0 0,-1 1 1 0 0,1 0-1 0 0,0 0 0 0 0,-1 0 1 0 0,1 0-1 0 0,0 0 0 0 0,0 0 0 0 0,0 0 1 0 0,1 0-1 0 0,-1 0 0 0 0,0 0 1 0 0,1 0-1 0 0,-1-1 0 0 0,1 1 0 0 0,1 2 1 0 0,-1-1-16 0 0,1-1 1 0 0,-1 0 0 0 0,1 1 0 0 0,0-1-1 0 0,0 0 1 0 0,0 0 0 0 0,0 0 0 0 0,0-1-1 0 0,1 1 1 0 0,-1 0 0 0 0,1-1 0 0 0,2 2-1 0 0,1 0-28 0 0,1 0-1 0 0,0-1 1 0 0,-1 0-1 0 0,1 0 1 0 0,0-1-1 0 0,0 1 0 0 0,1-2 1 0 0,-1 1-1 0 0,13-1 1 0 0,1-3-338 0 0,0-1 1 0 0,0-1-1 0 0,-1 0 1 0 0,0-2-1 0 0,0 0 1 0 0,0-2-1 0 0,-1 0 1 0 0,28-18-1 0 0,-31 16 41 0 0,0-1 1 0 0,0-1-1 0 0,-2 0 0 0 0,1-1 1 0 0,-2-1-1 0 0,24-32 0 0 0,-31 37 356 0 0,-2 0 0 0 0,1 0 0 0 0,5-17-1 0 0,-8 20 71 0 0,-2 5 718 0 0,-1 2-731 0 0,-1 0 0 0 0,0 0-1 0 0,0 1 1 0 0,0-1-1 0 0,1 0 1 0 0,-1 1 0 0 0,0-1-1 0 0,0 1 1 0 0,1-1-1 0 0,-1 1 1 0 0,0 0 0 0 0,1 0-1 0 0,-1 0 1 0 0,1 0-1 0 0,-1 0 1 0 0,1 0-1 0 0,-2 2 1 0 0,0 0 5 0 0,0 0 1 0 0,0 0-1 0 0,1 1 0 0 0,-1-1 1 0 0,1 1-1 0 0,0-1 0 0 0,0 1 1 0 0,1 0-1 0 0,-1 0 0 0 0,1 0 1 0 0,-1 0-1 0 0,1 0 0 0 0,0 0 1 0 0,0 6-1 0 0,1-4-28 0 0,0 0 0 0 0,0 0 1 0 0,1 0-1 0 0,0 0 0 0 0,0 0 0 0 0,0 0 0 0 0,1-1 1 0 0,-1 1-1 0 0,5 8 0 0 0,-2-6-65 0 0,1 1 0 0 0,-1-1 1 0 0,2 0-1 0 0,-1 0 0 0 0,1-1 0 0 0,1 1 0 0 0,-1-1 0 0 0,1-1 0 0 0,0 1 1 0 0,1-1-1 0 0,-1 0 0 0 0,14 7 0 0 0,-2-5-706 0 0,1 0 0 0 0,0-1 0 0 0,0-1 0 0 0,0 0 0 0 0,1-2 0 0 0,0 0 0 0 0,33 0 0 0 0,-45-3 402 0 0,0-1 0 0 0,-1-1 0 0 0,1 0 0 0 0,0 0 0 0 0,0 0-1 0 0,0-1 1 0 0,-1-1 0 0 0,14-5 0 0 0,-17 6 273 0 0,0-1-1 0 0,0 1 1 0 0,-1-1 0 0 0,1-1-1 0 0,-1 1 1 0 0,0-1-1 0 0,0 0 1 0 0,0 1 0 0 0,-1-2-1 0 0,1 1 1 0 0,-1 0 0 0 0,0-1-1 0 0,0 0 1 0 0,0 1 0 0 0,2-7-1 0 0,36-106 2465 0 0,-17 42 180 0 0,-24 74-2429 0 0,0 1 0 0 0,0-1-1 0 0,0 0 1 0 0,0 1 0 0 0,0-1 0 0 0,1 0-1 0 0,-1 1 1 0 0,0-1 0 0 0,0 0 0 0 0,1 1 0 0 0,-1-1-1 0 0,0 1 1 0 0,1-1 0 0 0,-1 1 0 0 0,1-1-1 0 0,-1 1 1 0 0,1-1 0 0 0,-1 1 0 0 0,1-1-1 0 0,-1 1 1 0 0,2-1 0 0 0,-1 2 37 0 0,0 0 1 0 0,0 0-1 0 0,0 0 0 0 0,-1 0 0 0 0,1 0 1 0 0,0 0-1 0 0,0 1 0 0 0,-1-1 1 0 0,1 0-1 0 0,0 2 0 0 0,0-1-403 0 0,5 15 572 0 0,0 1 0 0 0,0-1-1 0 0,2 23 1 0 0,2 2-90 0 0,4 13-165 0 0,44 144 349 0 0,-37-142-561 0 0,25 83-396 0 0,-57-148-7538 0 0,-5-19 4676 0 0,-11-32-1072 0 0,11 21 2188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55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21711 0 0,'0'0'1965'0'0,"1"-1"-1617"0"0,15-1 193 0 0,-1 1 0 0 0,1 0-1 0 0,-1 1 1 0 0,31 5-1 0 0,62 14 1307 0 0,157 49 1 0 0,-238-59-1777 0 0,49 22 0 0 0,-62-24-73 0 0,1 1-1 0 0,-2 0 1 0 0,1 1 0 0 0,21 19-1 0 0,-33-26-12 0 0,-1-1 0 0 0,1 1-1 0 0,-1-1 1 0 0,1 1 0 0 0,-1 0-1 0 0,0-1 1 0 0,1 1 0 0 0,-1 0-1 0 0,0 0 1 0 0,0 0 0 0 0,0 0 0 0 0,0 0-1 0 0,-1 0 1 0 0,1 0 0 0 0,-1 0-1 0 0,1 0 1 0 0,-1 1 0 0 0,0-1-1 0 0,1 0 1 0 0,-1 0 0 0 0,-1 4-1 0 0,0-3-6 0 0,1-1 0 0 0,-1 1 1 0 0,-1-1-1 0 0,1 0 0 0 0,0 0 0 0 0,0 1 0 0 0,-1-1 0 0 0,1 0 0 0 0,-1 0 0 0 0,0 0 0 0 0,0-1 0 0 0,0 1 1 0 0,1 0-1 0 0,-2-1 0 0 0,1 1 0 0 0,0-1 0 0 0,0 0 0 0 0,-3 2 0 0 0,-7 2-24 0 0,1 0 1 0 0,-1-1-1 0 0,0 0 1 0 0,-14 2-1 0 0,-50 6-50 0 0,66-11 92 0 0,-173 15-368 0 0,148-15-1185 0 0,1-2-1 0 0,-1-2 1 0 0,-43-8 0 0 0,66 8-6834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56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 0 15199 0 0,'0'0'1379'0'0,"-5"5"-748"0"0,0 0 551 0 0,0-1 0 0 0,-1 0 0 0 0,0-1 0 0 0,0 1 0 0 0,0-1 0 0 0,0 0 0 0 0,-8 2 0 0 0,-8 4 233 0 0,-19 10 339 0 0,-48 32 0 0 0,70-38-1577 0 0,1 0 0 0 0,0 2 0 0 0,0 0 0 0 0,-20 24-1 0 0,34-35-168 0 0,3-3-8 0 0,0 1-1 0 0,0-1 0 0 0,0 1 0 0 0,0-1 0 0 0,0 1 1 0 0,0-1-1 0 0,0 1 0 0 0,1 0 0 0 0,-1-1 1 0 0,1 1-1 0 0,-1 0 0 0 0,1-1 0 0 0,-1 1 0 0 0,1 0 1 0 0,0 0-1 0 0,0 2 0 0 0,0-4-8 0 0,1 1 0 0 0,-1 0 0 0 0,0-1 0 0 0,0 1 0 0 0,1 0 0 0 0,-1-1 0 0 0,1 1 0 0 0,-1-1 0 0 0,1 1 0 0 0,-1-1 0 0 0,1 1 0 0 0,-1-1 0 0 0,1 1 0 0 0,-1-1 0 0 0,1 1 0 0 0,-1-1 0 0 0,1 0 0 0 0,0 1 0 0 0,0-1 0 0 0,0 1-15 0 0,5 3-57 0 0,1-1 0 0 0,-1 1 0 0 0,1-1 0 0 0,0 0 0 0 0,0-1 0 0 0,0 0 0 0 0,0 0 0 0 0,0 0 0 0 0,0-1 0 0 0,1 0 0 0 0,-1 0 0 0 0,0-1 0 0 0,1 0 0 0 0,-1 0 0 0 0,13-3 0 0 0,-4 0-127 0 0,1 0 0 0 0,0-2 0 0 0,-1 0 0 0 0,0-1 0 0 0,25-13 0 0 0,-33 15 173 0 0,0-1 0 0 0,0 0-1 0 0,0-1 1 0 0,-1 0 0 0 0,0 0 0 0 0,0 0-1 0 0,12-15 1 0 0,-16 16 22 0 0,1 1 0 0 0,-1-1-1 0 0,-1 0 1 0 0,1 0 0 0 0,-1 0 0 0 0,1 0 0 0 0,-1 0-1 0 0,-1-1 1 0 0,1 1 0 0 0,-1-1 0 0 0,0 1 0 0 0,0-1-1 0 0,-1 1 1 0 0,0-10 0 0 0,0 12-173 0 0,0-1 0 0 0,-1 0 0 0 0,1 1 1 0 0,-1-1-1 0 0,0 1 0 0 0,0-1 0 0 0,0 1 0 0 0,-1-1 0 0 0,1 1 0 0 0,-1 0 0 0 0,-2-4 1 0 0,2 5-23 0 0,1 0 0 0 0,0 1 1 0 0,0-1-1 0 0,0 0 1 0 0,1 0-1 0 0,-1 0 1 0 0,0 0-1 0 0,0-3 0 0 0,1 4 36 0 0,0 1-1 0 0,0-1 0 0 0,0 1 0 0 0,0-1 1 0 0,0 1-1 0 0,0-1 0 0 0,0 1 0 0 0,0-1 1 0 0,0 1-1 0 0,0-1 0 0 0,0 1 0 0 0,1-1 0 0 0,-1 1 1 0 0,0 0-1 0 0,0-1 0 0 0,0 1 0 0 0,1-1 1 0 0,-1 0-1 0 0,1 0-927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0:56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0 131 9671 0 0,'3'8'875'0'0,"19"95"7963"0"0,-1-2 1550 0 0,-6-53-7673 0 0,6-3-3315 0 0,-19-41 650 0 0,0 1 0 0 0,0-1-1 0 0,1-1 1 0 0,0 1 0 0 0,-1 0 0 0 0,1-1-1 0 0,1 1 1 0 0,-1-1 0 0 0,0 0 0 0 0,1 0 0 0 0,0 0-1 0 0,0-1 1 0 0,0 1 0 0 0,5 2 0 0 0,-8-5-47 0 0,0 0 1 0 0,-1 0 0 0 0,1 0 0 0 0,0 0 0 0 0,-1 1-1 0 0,1-1 1 0 0,0 0 0 0 0,0 0 0 0 0,-1 0-1 0 0,1-1 1 0 0,0 1 0 0 0,-1 0 0 0 0,1 0-1 0 0,0 0 1 0 0,-1 0 0 0 0,1-1 0 0 0,0 1-1 0 0,-1 0 1 0 0,1-1 0 0 0,0 1 0 0 0,-1 0 0 0 0,2-2-1 0 0,10-10 44 0 0,-2-6-47 0 0,0 0 0 0 0,12-33 0 0 0,-14 31 0 0 0,1 0 0 0 0,15-25 0 0 0,-5 18-7 0 0,1 1 0 0 0,1 0 1 0 0,2 2-1 0 0,0 0 0 0 0,1 2 0 0 0,2 0 0 0 0,0 2 1 0 0,1 1-1 0 0,41-22 0 0 0,-9 8-817 0 0,-28 17 324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5-16T18:41:29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4357 4377 19343 0,'-3'-6'1728'0,"1"-2"-1392"0,-1 0-336 0,1 0 0 15,-1 2 3808-15,3 6 688 0,0 0 144 0,0 0 32 16,0 0-1984-16,0 0-400 0,0 0-80 0,-5 5-16 16,5-5-720-16,-3 10-128 15,1 3-48-15,0 4 0 0,1 5-464 0,1 2-80 0,1-1-32 0,1 2 0 16,-1 3-224-16,1 0-48 0,1 1-16 15,0 0 0-15,2-1-208 0,-1 0-32 0,0-1-16 0,0 0 0 16,0-1-176-16,-2-2 0 0,3-2 144 0,-1-4-144 16,-1-2 0-16,-1-2 0 0,2-1 0 0,-1-1 0 15,-2-1 0-15,1-2-288 0,-1-2 48 0,-1-7 16 16,3 11-1104 0,-3-11-208-16,0 0-64 0,0 0 0 0,0 0-1760 0,0 0-352 0</inkml:trace>
  <inkml:trace contextRef="#ctx0" brushRef="#br0" timeOffset="266.23">3872 4343 31327 0,'-13'-2'2784'0,"-1"0"-2224"16,-1 2-560-16,4 0 0 0,11 0 3248 0,0 0 528 15,-10 0 128-15,10 0 0 0,0 0-1904 0,0 0-384 16,0 0-80-16,0 0 0 0,0 0-608 0,15 4-112 15,2-1-32-15,4-1 0 0,3 0-320 0,5-2-64 16,2-2-16-16,5 1 0 0,3 0-64 0,1-4-32 0,3 1 0 0,3-1 0 16,1 1-128-16,2-4-32 15,1-3 0-15,2 1 0 0,1 0-128 0,1 0 0 0,-1 0 0 0,-2 2 0 32,-3 0-768-32,-2 2-128 0,-2 1-16 0,-1 1-16 15,-4 2-1888-15,-5 2-384 0,-4 2-80 0</inkml:trace>
  <inkml:trace contextRef="#ctx0" brushRef="#br0" timeOffset="952.13">4851 4771 9215 0,'0'0'816'0,"0"0"-656"16,0 0-160-16,0 0 0 0,0 0 4896 0,0 0 944 16,0 0 192-16,0 0 48 0,0 0-3280 0,0 0-656 15,0 0-128-15,0 0-32 0,0 0-400 0,0 0-96 16,0 0-16-16,0 0 0 0,0 0-416 0,0 0-96 16,1 13 0-16,-1-1-16 0,-1 2-48 0,-1-1-16 15,2 1 0-15,0 2 0 0,-2 2-400 0,2 1-80 16,2-3-16-16,-2 4 0 0,0 1-384 0,-2 1 0 15,2-1 128-15,0-4-128 16,0-4-416-16,3 1-112 0,1 2-32 0,2-4 0 16,2-7-2000-16,1 0-416 0,-1-1-80 0</inkml:trace>
  <inkml:trace contextRef="#ctx0" brushRef="#br0" timeOffset="1163.65">5274 4528 40543 0,'0'0'3600'15,"0"0"-2880"-15,0 0-576 0,0 0-144 0,0 0 2320 0,7 2 432 0,-7-2 96 0,8 0 16 16,1 0-1760-16,0 0-336 0,2 0-80 0,2 0-16 16,4-2-368-16,1 1-80 0,2 0-16 0,1-2 0 15,-2 1-208-15,2-1-208 0,0-1 32 0,0 1 16 16,0 3-1920-16,-1 0-384 0,0 0-80 0,-3 0-18640 15</inkml:trace>
  <inkml:trace contextRef="#ctx0" brushRef="#br0" timeOffset="1338.05">5367 4724 27647 0,'0'0'2448'0,"-9"3"-1952"0,9-3-496 0,0 0 0 0,0 0 4928 0,0 0 880 15,0 0 176-15,0 0 32 0,0 0-3984 0,0 0-816 16,9 3-144-16,3-3-48 0,2-2-128 0,3-1-48 15,2-2 0-15,4 2 0 0,3 0-656 0,2-3-192 16,-1 0 0-16,2-1 128 16,-1 1-640-16,4-1-112 0,0-2-16 0,5 3-15616 15,2-1-3136-15</inkml:trace>
  <inkml:trace contextRef="#ctx0" brushRef="#br0" timeOffset="2997.66">6326 4359 24351 0,'0'0'1088'0,"5"-4"208"15,1-1-1040-15,1 1-256 0,-2-3 0 0,2 1 0 0,-1 2 2368 0,-6 4 432 16,0 0 80-16,0 0 0 0,7-3-192 0,-7 3-64 16,0 0 0-16,0 0 0 0,0 0-992 0,0 0-208 15,0 0-32-15,0 0-16 0,-3 8-368 0,-1 0-80 16,-1 2-16-16,0-2 0 0,-2 0-432 0,2 1-96 15,0 0 0-15,0 0-16 0,-1 1-224 0,2 0-144 16,1-2 192-16,0 1-192 0,3-3 0 0,1 2 0 16,1-1 0-16,1-1 0 0,4 1 0 0,1-1 0 15,2 2 0-15,2 0 0 0,1 0 0 0,3 1 0 16,1-3 0-16,1 1 0 0,1 1 0 0,2 1 0 16,-1-3 0-16,1 2 0 0,-2 0 0 0,1 0 0 15,-2 0 0-15,2 1 0 0,-3 0 0 0,-2 0 0 0,-2 2 0 16,-2-1 0-16,-2 0 0 0,-3 1 0 0,-2 1 0 0,-1-2 0 15,-2 0 0-15,-4 1 0 0,-3-2 0 0,-4 0 0 16,-4 2 0-16,-1-2 0 16,-5 0 0-16,-2 0 0 0,-4 0-144 0,-3-2-96 0,-2-1-16 15,-3 1 0 1,-4-1-1088-16,-1-2-208 0,0-1-48 0,0-2-16 16,-1-2-1968-16,-15-5-384 0</inkml:trace>
  <inkml:trace contextRef="#ctx0" brushRef="#br0" timeOffset="3400.34">6204 4455 27647 0,'19'-9'1216'0,"-10"4"256"16,1-1-1168-16,6-2-304 0,3 0 0 0,6 0 0 0,3-1 4160 16,2 0 784-16,0-2 160 0,0 2 16 0,-1 1-2848 0,3 2-576 15,0-3-112-15,2 1-32 0,1 0-960 16,1 2-192-16,-1-1-32 0,-1 2-16 0,0-2-352 0,-2 3 128 16,-2 2-128-16,-1 2 0 0,-2-4 0 0,-2 3 0 15,-4 1 0-15,-3 1 0 0,-2 3 0 0,-3-2 0 16,-3 2 0-16,-2 3 128 0,-3 2-128 0,-2 3 128 15,-3 3-128-15,-3 0 128 0,-2 2 144 0,-3 2 48 16,-2 3 0-16,-2-1 0 0,-1 1 48 0,0 1 16 16,0 0 0-16,1-1 0 0,2-1-176 0,1 0-16 15,1-2-16-15,3 1 0 0,1-2-176 0,2 2 0 16,2-3 0-16,3-3 0 0,2 0 0 0,4-4 0 16,3-1 0-16,4-3 0 0,1-1 0 0,2-2 0 0,3-2-192 0,2-1 192 15,1-2-240-15,1-2 80 0,-1-1 16 0,-2-3 0 16,-1 0 16-16,2-4 0 15,-1 2 0-15,-2-3 0 0,-1-2-32 0,-5 1 0 16,0 0 0-16,-4-1 0 0,-2-4 16 0,-2 2 0 0,-3-1 0 0,-3 1 0 16,-2 0 16-16,-3 0 0 0,-4 0 0 0,-2 1 0 15,-5 3-16-15,-2 1 0 0,-1 1 0 16,-1 0 0 0,-4 2-240-16,0 3-32 0,-2 2-16 0,0 0 0 15,2-1-928-15,2 2-192 0,3 0-48 0,2 5 0 16,1 0-688-16,3 0-144 0,7-1-16 0,5-1-15472 0</inkml:trace>
  <inkml:trace contextRef="#ctx0" brushRef="#br0" timeOffset="3707.59">7435 4390 15663 0,'0'0'688'0,"7"2"144"0,-7-2-656 0,0 0-176 0,5 3 0 0,-5-3 0 0,1 6 6656 0,-1 0 1312 16,-2 2 256-16,-4 2 48 0,-2 2-4976 0,-2 4-992 15,-3-1-208-15,0 0-48 0,-1 0-896 0,-1 4-192 16,1-1-48-16,2-2 0 0,0 2-448 0,3-3-80 15,2 1-32-15,1 1 0 0,4-3-352 0,0 1 128 16,4-2-128-16,2-1 0 0,2-2 0 0,5-1 0 16,-1-1-160-16,4-2 160 0,5-3-400 0,1-2 16 15,5-1 16-15,0-1 0 16,0-3-160-16,1-1-48 0,0-2 0 0,0 0 0 16,-3-3-16-16,-2 0-16 0,-1-2 0 0,-3-1 0 15,-2 1 160-15,-1-1 16 0,-5-1 16 0,-3 0 0 0,-2-3 144 0,-1 0 16 16,-1 3 16-16,-4-2 0 0,-5 2-16 0,-1 0 0 15,-2 3 0-15,-1-1 0 16,-2-1-800-16,0 1-160 0,-2 1-48 0,2-3 0 16,-2 4-2064-16,4-2-400 0,-9-15-96 0,12 7-16 0</inkml:trace>
  <inkml:trace contextRef="#ctx0" brushRef="#br0" timeOffset="4221.88">7731 4191 40767 0,'0'0'1808'0,"0"0"368"0,8 0-1728 0,1 2-448 0,1-2 0 0,2 3 0 16,-4 1 2000-16,1-2 320 0,0 4 64 0,0 2 16 15,-2 1-656-15,1 2-128 0,-2 0-16 0,1 3-16 16,-1 2-816-16,-1 1-144 0,1 0-48 0,-2 1 0 0,1 0-272 16,-3 0-64-16,0 1-16 0,-1 0 0 0,-1 1-224 0,0-2 144 15,-1 0-144-15,-1 1 128 0,1-3-128 0,0 1 0 16,-2 2 0-16,-1-1 0 0,0-5 0 0,2 1 0 16,-2-2 0-16,0 0 0 15,0-2 0-15,0-1 0 0,0 2 0 0,0-3 0 0,-1-2-128 0,0-2-16 16,5-4 0-16,-5 4 0 0,5-4-112 15,0 0-32-15,-7 0 0 0,7 0 0 16,0 0-144-16,0 0-16 0,0-10-16 0,3-1 0 16,5 2-128-16,1-5-32 0,2-1 0 0,4 1 0 15,-1 0 256-15,2 1 48 0,-1 1 16 0,2 0 0 0,0 0 304 0,0 2 0 16,-1 1 0-16,-2 2 0 0,-1 2 400 0,-2 1 48 16,-2 0 0-16,0 3 0 0,0-2 160 0,0 3 32 0,0 3 16 15,-1-3 0-15,-8 0-192 0,8 1-32 16,-8-1-16-16,8 4 0 0,-2 1-160 0,0 2-16 0,-6-7-16 15,2 9 0-15,-1 1-32 0,1 0-16 16,-4 1 0-16,-1 1 0 0,-4 0-176 0,-2 1 192 16,-2 2-192-16,-2-2 192 0,-2 2-144 0,-2 0-48 15,0 1 0-15,1 0 0 0,1-2 0 0,0 0 0 0,4-1 0 0,0 1 0 16,3-3 0-16,3 1 0 0,2-4 0 0,3 1 0 16,2-1 0-16,3-2 0 0,3 2 0 0,4-1 0 15,2-2 0-15,4-3 0 0,3 0 0 0,5-1 0 16,3-1 0-16,2-1 0 0,2-1 0 0,2 0 0 15,1-2 0-15,1 0 0 0,-3-1 0 0,-2 0 0 16,0 1 0-16,-2-2 0 0,-3 0 0 0,-1 2 0 16,-1-2-336-16,-3 2-64 15,-2 1-16-15,-4-2 0 0,-1 0-3184 0,-6 2-640 16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09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63 16583 0 0,'0'0'1472'0'0,"-6"-10"-1176"0"0,-2-1-232 0 0,0 1-64 0 0,1 1 2984 0 0,1-4-3320 0 0,1 3-224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0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80 101 19351 0 0,'-2'0'1491'0'0,"-34"-3"-646"0"0,35 3-538 0 0,0 1 0 0 0,0-1-1 0 0,0 0 1 0 0,-1 1 0 0 0,1-1 0 0 0,0 1-1 0 0,0-1 1 0 0,0 1 0 0 0,0 0 0 0 0,0-1-1 0 0,0 1 1 0 0,1 0 0 0 0,-1 0 0 0 0,0 0-1 0 0,-1 1 1 0 0,-9 15 1949 0 0,8-11-2030 0 0,1 1 0 0 0,0-1 0 0 0,0 1 0 0 0,1 0 0 0 0,-1 0 0 0 0,2 0 0 0 0,-1 0 0 0 0,1 12 0 0 0,2 6 42 0 0,6 27 0 0 0,-4-25-71 0 0,10 40 61 0 0,2 0 1 0 0,46 115 0 0 0,-46-143-199 0 0,2-1 0 0 0,2 0 1 0 0,33 49-1 0 0,-52-86-58 0 0,-1-1 0 0 0,1 1 0 0 0,-1-1 0 0 0,1 1-1 0 0,-1-1 1 0 0,1 1 0 0 0,-1-1 0 0 0,1 1 0 0 0,-1-1 0 0 0,1 0 0 0 0,0 1 0 0 0,-1-1-1 0 0,1 0 1 0 0,0 1 0 0 0,-1-1 0 0 0,1 0 0 0 0,0 0 0 0 0,-1 0 0 0 0,1 0 0 0 0,0 0-1 0 0,-1 1 1 0 0,1-1 0 0 0,0 0 0 0 0,-1-1 0 0 0,1 1 0 0 0,0 0 0 0 0,0 0 0 0 0,-1 0-1 0 0,1 0 1 0 0,0 0 0 0 0,-1-1 0 0 0,1 1 0 0 0,0 0 0 0 0,-1-1 0 0 0,1 1 0 0 0,-1 0-1 0 0,1-1 1 0 0,-1 1 0 0 0,2-1 0 0 0,0-1 6 0 0,1 0 0 0 0,-1-1 0 0 0,0 1 1 0 0,1 0-1 0 0,-1-1 0 0 0,3-4 0 0 0,10-24-8 0 0,-2 0 0 0 0,-1-1 0 0 0,11-50 0 0 0,-10 39 0 0 0,33-128 6 0 0,16-51-37 0 0,-49 179-216 0 0,-6 17 2 0 0,12-29 0 0 0,-16 48-92 0 0,1 0 0 0 0,-1 0 0 0 0,1 1 1 0 0,0-1-1 0 0,1 1 0 0 0,0 0 0 0 0,-1 0 1 0 0,11-8-1 0 0,-5 40-5902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0.8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9215 0 0,'0'0'19959'0'0,"1"2"-18955"0"0,3 22-407 0 0,-1 0 0 0 0,-1 1 0 0 0,-1 38 0 0 0,3 37-484 0 0,1-59-586 0 0,18 69-1 0 0,-22-107 265 0 0,1 0 0 0 0,-1 0 0 0 0,0 0 0 0 0,1 0-1 0 0,0 0 1 0 0,3 4 0 0 0,-2-4-216 0 0,7-8-4001 0 0,-8 3 3123 0 0,10-10-7612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1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20735 0 0,'0'0'7475'0'0,"8"0"-4842"0"0,137-13-468 0 0,-103 8-2750 0 0,-1 1 0 0 0,44 2-1 0 0,-70 3-1133 0 0,-3 2-5762 0 0</inkml:trace>
  <inkml:trace contextRef="#ctx0" brushRef="#br0" timeOffset="1">65 247 7831 0 0,'1'10'19179'0'0,"14"-7"-15203"0"0,14-4-5985 0 0,-20 0 3916 0 0,-9 1-1900 0 0,39-6 464 0 0,-1-2 0 0 0,52-18-1 0 0,-45 12-409 0 0,63-16-1143 0 0,-70 21 447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1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 8 17047 0 0,'0'0'1311'0'0,"-1"-1"-846"0"0,-4-3 1274 0 0,-15 1 3895 0 0,15 3-5345 0 0,1 0 0 0 0,-1 1-1 0 0,1 0 1 0 0,-1 0-1 0 0,1 0 1 0 0,-1 0-1 0 0,1 1 1 0 0,-1-1-1 0 0,1 1 1 0 0,0 0 0 0 0,0 0-1 0 0,0 1 1 0 0,0-1-1 0 0,0 1 1 0 0,1 0-1 0 0,-6 5 1 0 0,-5 6 75 0 0,1 1 0 0 0,-17 25 0 0 0,20-28-215 0 0,-11 18-12 0 0,-29 51 0 0 0,42-67-116 0 0,2 1 1 0 0,0-1-1 0 0,0 1 1 0 0,1 0-1 0 0,1 1 1 0 0,-3 20-1 0 0,7-30-21 0 0,-1 1 0 0 0,1-1 0 0 0,0 1 0 0 0,1 0 0 0 0,-1-1 0 0 0,1 1 0 0 0,0-1 0 0 0,1 0 0 0 0,0 1 0 0 0,0-1 0 0 0,0 0 0 0 0,5 8 0 0 0,-5-10 0 0 0,1 1 0 0 0,0-1 0 0 0,1 0 0 0 0,-1 0 0 0 0,1 0 0 0 0,0 0 0 0 0,0 0 0 0 0,0-1 0 0 0,0 0 0 0 0,0 0 0 0 0,1 0 0 0 0,0 0 0 0 0,-1-1 0 0 0,1 0 0 0 0,8 3 0 0 0,2-1-3 0 0,0-1-1 0 0,0 0 1 0 0,0-1-1 0 0,0-1 1 0 0,0 0-1 0 0,1-1 1 0 0,26-4-1 0 0,-19 1-6 0 0,0-2-1 0 0,0 0 1 0 0,0-2-1 0 0,29-12 1 0 0,-34 12-16 0 0,0-2 1 0 0,-1 0-1 0 0,16-12 1 0 0,-26 16 11 0 0,-1 0 1 0 0,0 0-1 0 0,0 0 0 0 0,-1-1 1 0 0,1 0-1 0 0,-1 0 1 0 0,0-1-1 0 0,-1 1 0 0 0,0-1 1 0 0,4-8-1 0 0,-4 7 1 0 0,0-1 1 0 0,-1 0-1 0 0,0-1 1 0 0,0 1-1 0 0,-1 0 0 0 0,-1-1 1 0 0,1 1-1 0 0,-2-1 1 0 0,1 0-1 0 0,-1 1 1 0 0,-1-1-1 0 0,0 1 0 0 0,0-1 1 0 0,-1 1-1 0 0,0-1 1 0 0,0 1-1 0 0,-1 0 0 0 0,0 0 1 0 0,-1 0-1 0 0,0 0 1 0 0,-1 1-1 0 0,0-1 0 0 0,0 1 1 0 0,0 0-1 0 0,-1 1 1 0 0,-13-13-1 0 0,11 12-23 0 0,-1 1 1 0 0,0 0-1 0 0,0 1 1 0 0,-1 0-1 0 0,1 1 1 0 0,-1 0-1 0 0,-21-7 0 0 0,16 7-69 0 0,-1 1 1 0 0,0 1-1 0 0,-1 0 0 0 0,-27-1 0 0 0,38 3-81 0 0,0 1 1 0 0,0 1 0 0 0,-1-1 0 0 0,1 1 0 0 0,0 0 0 0 0,0 0-1 0 0,0 1 1 0 0,0 0 0 0 0,-7 3 0 0 0,9-3-245 0 0,1 0 1 0 0,-1 0 0 0 0,1 1-1 0 0,-1-1 1 0 0,1 1 0 0 0,0 0-1 0 0,0 0 1 0 0,0 0 0 0 0,0 0-1 0 0,1 1 1 0 0,0-1 0 0 0,-1 1-1 0 0,1-1 1 0 0,-2 6 0 0 0,-3 8-8110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2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13823 0 0,'0'0'1062'0'0,"0"1"-213"0"0,9 34 10542 0 0,-2 2-7138 0 0,2 9-3441 0 0,-5-27-787 0 0,0-8-2607 0 0,3 7-6726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2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81 26407 0 0,'0'0'2389'0'0,"1"-1"-1962"0"0,0-1-305 0 0,0 0-1 0 0,0-1 1 0 0,0 1-1 0 0,0 0 1 0 0,1 0-1 0 0,-1 0 1 0 0,1 0-1 0 0,0 0 1 0 0,-1 0 0 0 0,1 0-1 0 0,0 0 1 0 0,0 1-1 0 0,0-1 1 0 0,0 1-1 0 0,1 0 1 0 0,-1-1-1 0 0,0 1 1 0 0,0 0-1 0 0,1 0 1 0 0,-1 0 0 0 0,4 0-1 0 0,2-2 12 0 0,13-5-22 0 0,1 0 0 0 0,-1 1-1 0 0,28-4 1 0 0,-36 9-69 0 0,0 1 0 0 0,0-1 0 0 0,1 2 0 0 0,-1 0 0 0 0,0 1 0 0 0,25 4 0 0 0,-33-4-42 0 0,-1 0 0 0 0,0 0 0 0 0,1 1 0 0 0,-1 0 0 0 0,0 0 0 0 0,0 0 0 0 0,0 0 0 0 0,0 0 0 0 0,-1 1 0 0 0,5 3 0 0 0,-7-4 0 0 0,1-1 0 0 0,0 1 0 0 0,-1 0 0 0 0,0 0 0 0 0,1 0 0 0 0,-1 0 0 0 0,0 0 0 0 0,0 0 0 0 0,0 0 0 0 0,0 0 0 0 0,0 0 0 0 0,-1 1 0 0 0,1-1 0 0 0,-1 0 0 0 0,1 1 0 0 0,-1-1 0 0 0,0 0 0 0 0,0 1 0 0 0,0-1 0 0 0,0 0 0 0 0,-1 3 0 0 0,0 3 0 0 0,-2 1 0 0 0,1-1 0 0 0,-1 0 0 0 0,0 0 0 0 0,-1 0 0 0 0,0-1 0 0 0,-7 12 0 0 0,-42 49 0 0 0,25-33 0 0 0,-35 38 0 0 0,40-48 0 0 0,2 0 0 0 0,-34 53 0 0 0,52-74 0 0 0,1 0 0 0 0,0 0 0 0 0,0 1 0 0 0,0-1 0 0 0,1 1 0 0 0,-1-1 0 0 0,1 1 0 0 0,0 0 0 0 0,0 5 0 0 0,1-8 0 0 0,0-1 0 0 0,0 1 0 0 0,0-1 0 0 0,1 1 0 0 0,-1 0 0 0 0,0-1 0 0 0,1 1 0 0 0,-1-1 0 0 0,1 1 0 0 0,0-1 0 0 0,-1 0 0 0 0,1 1 0 0 0,0-1 0 0 0,0 0 0 0 0,0 1 0 0 0,0-1 0 0 0,0 0 0 0 0,0 0 0 0 0,0 0 0 0 0,0 0 0 0 0,1 0 0 0 0,-1 0 0 0 0,0 0 0 0 0,1 0 0 0 0,-1 0 0 0 0,0-1 0 0 0,1 1 0 0 0,-1-1 0 0 0,1 1 0 0 0,-1-1 0 0 0,3 1 0 0 0,5 1 0 0 0,-1-1 0 0 0,1 0 0 0 0,0 0 0 0 0,-1-1 0 0 0,1-1 0 0 0,0 1 0 0 0,16-4 0 0 0,60-19 0 0 0,-77 21 0 0 0,35-12-809 0 0,-1-2-1 0 0,0-1 1 0 0,-2-2 0 0 0,0-2-1 0 0,-1-2 1 0 0,38-30 0 0 0,-46 28-886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2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 16127 0 0,'2'0'11327'0'0,"84"-15"-6907"0"0,20-2-3696 0 0,-75 14-690 0 0,-6 0-1 0 0,1 0 1 0 0,-1 2 0 0 0,41 4 0 0 0,-62-3-34 0 0,-1 1 0 0 0,0-1 0 0 0,0 1 0 0 0,0 0 0 0 0,0 0 0 0 0,0 0 0 0 0,0 1 0 0 0,-1-1 0 0 0,1 1 0 0 0,0-1 0 0 0,-1 1 0 0 0,1 0 0 0 0,-1 0 0 0 0,5 5 0 0 0,-6-5 0 0 0,1-1 0 0 0,-1 1 0 0 0,0 0 0 0 0,0 0 0 0 0,0 0 0 0 0,-1 0 0 0 0,1 0 0 0 0,0 0 0 0 0,-1 0 0 0 0,1 0 0 0 0,-1 0 0 0 0,0 0 0 0 0,0 0 0 0 0,1 0 0 0 0,-1 0 0 0 0,-1 0 0 0 0,1 0 0 0 0,0 0 0 0 0,0 0 0 0 0,-1 0 0 0 0,1 0 0 0 0,-1 0 0 0 0,-1 3 0 0 0,-7 14 0 0 0,-2-2 0 0 0,0 1 0 0 0,0-1 0 0 0,-2-1 0 0 0,-26 27 0 0 0,4-4 0 0 0,-2 4 0 0 0,-38 46 0 0 0,63-74 0 0 0,2 1 0 0 0,0 0 0 0 0,1 1 0 0 0,-8 17 0 0 0,16-31 0 0 0,0 0 0 0 0,0 0 0 0 0,0 0 0 0 0,0 0 0 0 0,0 0 0 0 0,0 0 0 0 0,1 0 0 0 0,-1 0 0 0 0,1 0 0 0 0,0 0 0 0 0,0 1 0 0 0,0-1 0 0 0,1 0 0 0 0,0 4 0 0 0,4 1 0 0 0,-1-6 0 0 0,-1 0 0 0 0,0-1 0 0 0,1 1 0 0 0,-1-1 0 0 0,1 1 0 0 0,-1-1 0 0 0,1 0 0 0 0,0 0 0 0 0,0-1 0 0 0,-1 1 0 0 0,1-1 0 0 0,6 0 0 0 0,4 0 0 0 0,0-1 0 0 0,14-3 0 0 0,15-4-328 0 0,-1-2 0 0 0,-1-2-1 0 0,51-23 1 0 0,114-61-3217 0 0,-205 95 3536 0 0,21-10-6966 0 0,-2 0-2047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3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65 15199 0 0,'0'0'696'0'0,"1"-1"-13"0"0,4-16-428 0 0,5-15 5319 0 0,-11 22 858 0 0,-3 6-3504 0 0,3 4-2884 0 0,0 0 0 0 0,0 0 0 0 0,0 0 0 0 0,0 0 1 0 0,0 0-1 0 0,0 0 0 0 0,0 1 0 0 0,0-1 0 0 0,0 0 1 0 0,0 1-1 0 0,1-1 0 0 0,-1 0 0 0 0,0 1 0 0 0,-2 0 1 0 0,-21 14-8 0 0,1 1 1 0 0,1 1-1 0 0,0 0 1 0 0,1 2-1 0 0,1 1 1 0 0,0 0-1 0 0,2 1 1 0 0,-20 30-1 0 0,29-38-37 0 0,0 1 0 0 0,1 1 0 0 0,1 0 0 0 0,0 0 0 0 0,1 0 0 0 0,-7 29 0 0 0,11-37 0 0 0,1 1 0 0 0,0 0 0 0 0,0 0 0 0 0,0 0 0 0 0,1-1 0 0 0,0 1 0 0 0,1 0 0 0 0,0 0 0 0 0,0 0 0 0 0,0-1 0 0 0,1 1 0 0 0,1-1 0 0 0,-1 1 0 0 0,1-1 0 0 0,0 0 0 0 0,6 10 0 0 0,-5-12 0 0 0,1 1 0 0 0,-1-1 0 0 0,1 0 0 0 0,0-1 0 0 0,1 1 0 0 0,-1-1 0 0 0,1 0 0 0 0,0 0 0 0 0,0-1 0 0 0,0 0 0 0 0,0 0 0 0 0,1 0 0 0 0,11 3 0 0 0,-3-2 0 0 0,1-1 0 0 0,0 0 0 0 0,0-1 0 0 0,29 1 0 0 0,-28-3-7 0 0,-1-1 1 0 0,1-1-1 0 0,0-1 1 0 0,0 0-1 0 0,-1-1 1 0 0,0 0-1 0 0,0-2 1 0 0,0 0-1 0 0,0-1 1 0 0,17-10-1 0 0,-25 12 2 0 0,-1 0-1 0 0,1 0 1 0 0,-1-1-1 0 0,-1 0 1 0 0,1-1-1 0 0,-1 1 1 0 0,0-1-1 0 0,10-15 1 0 0,-13 15 3 0 0,1 1 0 0 0,-1-1 0 0 0,-1 0 1 0 0,1 0-1 0 0,-1 0 0 0 0,0 0 0 0 0,-1-1 1 0 0,0 1-1 0 0,0 0 0 0 0,0-1 0 0 0,-1 1 1 0 0,-1-9-1 0 0,0 6-3 0 0,0-1 1 0 0,-1 0-1 0 0,0 1 1 0 0,-1-1-1 0 0,-1 1 0 0 0,0 0 1 0 0,0 0-1 0 0,-6-11 0 0 0,-1 4-238 0 0,0 0-1 0 0,-1 1 1 0 0,-19-21-1 0 0,26 32 57 0 0,0 0-1 0 0,-1 1 1 0 0,1 0-1 0 0,-9-5 1 0 0,9 7-282 0 0,1-1 1 0 0,0 1 0 0 0,0-1 0 0 0,0 0 0 0 0,0-1 0 0 0,1 1 0 0 0,-1-1 0 0 0,-5-7-1 0 0,5 3-1876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3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 12895 0 0,'1'1'998'0'0,"0"11"730"0"0,0-1 1 0 0,0 1 0 0 0,-2-1 0 0 0,1 0 0 0 0,-3 16 0 0 0,-16 57 4851 0 0,-1 8-5343 0 0,18-78-1180 0 0,1 1 0 0 0,0 0-1 0 0,1 0 1 0 0,1-1 0 0 0,1 1 0 0 0,0 0-1 0 0,0-1 1 0 0,2 1 0 0 0,4 13 0 0 0,-4-17-58 0 0,1-1 0 0 0,-1 0 0 0 0,2-1 0 0 0,-1 1 0 0 0,1-1 0 0 0,1 0 0 0 0,0-1 0 0 0,0 1 1 0 0,1-1-1 0 0,0-1 0 0 0,0 1 0 0 0,17 10 0 0 0,-10-8-32 0 0,1-1-1 0 0,0-1 1 0 0,0-1-1 0 0,1 0 1 0 0,0-1-1 0 0,0-1 1 0 0,0 0 0 0 0,1-2-1 0 0,0 0 1 0 0,-1-1-1 0 0,1 0 1 0 0,0-2-1 0 0,22-1 1 0 0,-26 0-13 0 0,1-1 0 0 0,-1-1 0 0 0,0 0 0 0 0,0-1 1 0 0,0-1-1 0 0,0 0 0 0 0,-1 0 0 0 0,0-2 0 0 0,0 1 0 0 0,-1-2 0 0 0,0 0 0 0 0,0 0 1 0 0,0-1-1 0 0,-1 0 0 0 0,-1-1 0 0 0,17-20 0 0 0,-20 21 39 0 0,0-1 0 0 0,0 0 0 0 0,-1 0-1 0 0,7-17 1 0 0,-11 21 5 0 0,0 0-1 0 0,0 0 0 0 0,0 0 0 0 0,-1-1 0 0 0,0 1 0 0 0,0-1 1 0 0,-1 1-1 0 0,1 0 0 0 0,-2-13 0 0 0,0 17 3 0 0,1 0 1 0 0,0-1-1 0 0,-1 1 0 0 0,1 0 1 0 0,-1 0-1 0 0,0 0 1 0 0,0 0-1 0 0,0 0 0 0 0,0 0 1 0 0,0 1-1 0 0,0-1 0 0 0,0 0 1 0 0,-1 0-1 0 0,1 1 0 0 0,-1-1 1 0 0,1 1-1 0 0,-3-3 1 0 0,1 3 13 0 0,1-1 0 0 0,-1 1 1 0 0,0 0-1 0 0,0-1 0 0 0,0 1 1 0 0,0 1-1 0 0,0-1 1 0 0,0 0-1 0 0,0 1 0 0 0,0-1 1 0 0,-3 1-1 0 0,-3 0 40 0 0,0 1-1 0 0,0 0 1 0 0,1 0 0 0 0,-1 1-1 0 0,0 0 1 0 0,1 0-1 0 0,-13 6 1 0 0,-7 6 48 0 0,0 1 0 0 0,1 1 0 0 0,0 1-1 0 0,-25 23 1 0 0,38-28-87 0 0,1 0-1 0 0,0 1 0 0 0,-19 23 1 0 0,28-30-145 0 0,0-1 1 0 0,0 0 0 0 0,1 1 0 0 0,0-1 0 0 0,0 1-1 0 0,0 0 1 0 0,1 0 0 0 0,0 0 0 0 0,0 0-1 0 0,1 0 1 0 0,0 1 0 0 0,0-1 0 0 0,0 13-1 0 0,1-18-123 0 0,0 0 0 0 0,0 1 0 0 0,0-1-1 0 0,0 0 1 0 0,0 1 0 0 0,1-1 0 0 0,-1 0-1 0 0,1 1 1 0 0,-1-1 0 0 0,1 0 0 0 0,-1 0-1 0 0,1 1 1 0 0,0-1 0 0 0,0 0 0 0 0,1 2-1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3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23 24967 0 0,'7'-7'2261'0'0,"4"-9"-1818"0"0,-89 82 4653 0 0,40-27-5096 0 0,21-21 0 0 0,-36 30 0 0 0,40-37 0 0 0,0 1 0 0 0,-17 21 0 0 0,-8 8 0 0 0,35-38 0 0 0,-1 1 0 0 0,1 0 0 0 0,-1 0 0 0 0,1 1 0 0 0,1-1 0 0 0,-1 1 0 0 0,1-1 0 0 0,-1 1 0 0 0,-2 9 0 0 0,5-13 0 0 0,0-1 0 0 0,0 1 0 0 0,0 0 0 0 0,-1-1 0 0 0,1 1 0 0 0,0-1 0 0 0,0 1 0 0 0,0 0 0 0 0,0-1 0 0 0,0 1 0 0 0,1-1 0 0 0,-1 1 0 0 0,0 0 0 0 0,0-1 0 0 0,0 1 0 0 0,0-1 0 0 0,1 1 0 0 0,-1 0 0 0 0,0-1 0 0 0,1 1 0 0 0,-1-1 0 0 0,0 1 0 0 0,1-1 0 0 0,-1 1 0 0 0,0-1 0 0 0,1 0 0 0 0,-1 1 0 0 0,1-1 0 0 0,-1 1 0 0 0,1-1 0 0 0,-1 0 0 0 0,1 1 0 0 0,0-1 0 0 0,-1 0 0 0 0,1 0 0 0 0,-1 1 0 0 0,1-1 0 0 0,0 0 0 0 0,1 1 0 0 0,3 1 0 0 0,-1 0 0 0 0,0-1 0 0 0,1 1 0 0 0,-1-1 0 0 0,1 0 0 0 0,0 0 0 0 0,-1-1 0 0 0,10 1 0 0 0,40-5 0 0 0,-11 0 0 0 0,137-15 0 0 0,-40 2 0 0 0,-116 16-541 0 0,0-1 1 0 0,-1-1-1 0 0,1-2 0 0 0,-1 0 1 0 0,31-12-1 0 0,-42 11-2276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4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17047 0 0,'1'3'12497'0'0,"9"15"-11720"0"0,0 1 1 0 0,-2 0-1 0 0,7 22 0 0 0,14 66-666 0 0,10 93-107 0 0,-14-63-5 0 0,-23-126 0 0 0,4 19-57 0 0,1 1 0 0 0,1-1 1 0 0,19 46-1 0 0,-19-63-2211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5.1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5 102 5527 0 0,'-1'2'21483'0'0,"0"3"-21015"0"0,0 0 0 0 0,1 0 0 0 0,-1 0 1 0 0,1 0-1 0 0,0 0 0 0 0,0 0 0 0 0,0 0 0 0 0,1 0 1 0 0,-1 0-1 0 0,4 10 0 0 0,2 5-304 0 0,12 25-1 0 0,-16-39-3 0 0,58 119-76 0 0,-46-101-75 0 0,1-1 0 0 0,0-1 0 0 0,21 23 0 0 0,-36-44-9 0 0,0-1 0 0 0,0 0 0 0 0,1 0 0 0 0,-1 1 0 0 0,0-1 0 0 0,0 0 0 0 0,0 0 0 0 0,1 1 0 0 0,-1-1 0 0 0,0 0 0 0 0,0 0 0 0 0,1 0 0 0 0,-1 1 0 0 0,0-1 0 0 0,1 0 0 0 0,-1 0 0 0 0,0 0 0 0 0,1 0 0 0 0,-1 0 0 0 0,0 0 0 0 0,0 0 0 0 0,1 1 0 0 0,-1-1 0 0 0,0 0 0 0 0,1 0 0 0 0,-1 0 0 0 0,0 0 0 0 0,1-1 0 0 0,-1 1 0 0 0,0 0 0 0 0,1 0 0 0 0,-1 0 0 0 0,0 0 0 0 0,1 0 0 0 0,-1 0 0 0 0,0 0 0 0 0,1 0 0 0 0,-1-1 0 0 0,0 1 0 0 0,0 0 0 0 0,1 0 0 0 0,-1 0 0 0 0,1-1 0 0 0,3-8 0 0 0,-4 9 0 0 0,3-8 0 0 0,0-1 0 0 0,-1 1 0 0 0,-1 0 0 0 0,1-1 0 0 0,-1 1 0 0 0,-1-13 0 0 0,3-14 0 0 0,1 6-36 0 0,2 1 0 0 0,1-1 0 0 0,1 1 0 0 0,1 0 0 0 0,24-48 0 0 0,-31 71 20 0 0,1 1 0 0 0,0-1 0 0 0,-1 1 0 0 0,2 0 0 0 0,-1 0 0 0 0,0 0 0 0 0,1 1 0 0 0,-1-1 0 0 0,1 1 0 0 0,4-3 0 0 0,1 5 16 0 0,-7 1 2 0 0,0 1-1 0 0,0 1 1 0 0,0-1-1 0 0,0 0 1 0 0,0 0-1 0 0,0 1 1 0 0,0-1-1 0 0,-1 1 1 0 0,1 0-1 0 0,-1 0 1 0 0,1-1-1 0 0,-1 1 1 0 0,1 0-1 0 0,-1 0 1 0 0,0 0-1 0 0,2 4 1 0 0,2 6 54 0 0,6 22 0 0 0,-10-29-30 0 0,12 39 14 0 0,-5-13-2 0 0,1 0-1 0 0,2 0 1 0 0,1-1-1 0 0,21 38 1 0 0,-26-58-38 0 0,1-5 0 0 0,-7-5 0 0 0,0 0 0 0 0,0 0 0 0 0,0 0 0 0 0,0-1 0 0 0,0 1 0 0 0,0 0 0 0 0,0-1 0 0 0,0 1 0 0 0,0 0 0 0 0,-1-1 0 0 0,1 1 0 0 0,0-1 0 0 0,0 1 0 0 0,0-1 0 0 0,-1 0 0 0 0,1 1 0 0 0,0-1 0 0 0,0 0 0 0 0,-1 0 0 0 0,1 1 0 0 0,-1-1 0 0 0,1 0 0 0 0,-1 0 0 0 0,2-1 0 0 0,10-26 0 0 0,-10 25 0 0 0,6-18-2 0 0,29-70-73 0 0,48-89 0 0 0,-26 91-141 0 0,-59 89 214 0 0,1-1 1 0 0,-1 1-1 0 0,0 0 1 0 0,0-1-1 0 0,0 1 0 0 0,0 0 1 0 0,1 0-1 0 0,-1-1 0 0 0,0 1 1 0 0,0 0-1 0 0,1 0 1 0 0,-1-1-1 0 0,0 1 0 0 0,1 0 1 0 0,-1 0-1 0 0,0 0 0 0 0,0 0 1 0 0,1-1-1 0 0,-1 1 1 0 0,0 0-1 0 0,1 0 0 0 0,-1 0 1 0 0,0 0-1 0 0,1 0 0 0 0,-1 0 1 0 0,1 0-1 0 0,-1 0 1 0 0,0 0-1 0 0,1 0 0 0 0,-1 0 1 0 0,0 0-1 0 0,1 0 0 0 0,-1 0 1 0 0,0 0-1 0 0,1 0 1 0 0,-1 1-1 0 0,1-1 1 0 0,0 1 0 0 0,0 0 1 0 0,0 0-1 0 0,0 0 0 0 0,-1 0 0 0 0,1 0 0 0 0,0 0 1 0 0,-1 0-1 0 0,1 0 0 0 0,-1 0 0 0 0,1 1 0 0 0,1 4 3 0 0,0 0-1 0 0,0 1 1 0 0,1 7-1 0 0,1 104 155 0 0,-5-84-193 0 0,2 0 1 0 0,8 55 0 0 0,5-40-445 0 0,-13-45-27 0 0,1 1-1 0 0,-1-1 0 0 0,1 0 0 0 0,1 0 1 0 0,-1-1-1 0 0,0 1 0 0 0,1 0 0 0 0,0-1 1 0 0,3 4-1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5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57 19807 0 0,'0'0'1526'0'0,"-4"-8"-880"0"0,3 7-207 0 0,1 0 1 0 0,-1 0-1 0 0,1 0 0 0 0,0 0 0 0 0,-1 0 1 0 0,1 0-1 0 0,0 0 0 0 0,0 0 0 0 0,0 0 1 0 0,0 0-1 0 0,0 0 0 0 0,0 0 0 0 0,0 0 1 0 0,0-1-1 0 0,0 1-209 0 0,1-1 1 0 0,-1 1-1 0 0,1 0 0 0 0,-1 0 1 0 0,1 0-1 0 0,-1 0 1 0 0,1 0-1 0 0,0 0 1 0 0,0 0-1 0 0,-1 1 0 0 0,2-2 1 0 0,1-1-139 0 0,0 1 1 0 0,0 1 0 0 0,-1-1 0 0 0,1 0-1 0 0,0 1 1 0 0,1-1 0 0 0,-1 1-1 0 0,4-1 1 0 0,2 0-29 0 0,1 1 1 0 0,-1 0-1 0 0,0 1 0 0 0,0 0 0 0 0,0 1 1 0 0,13 2-1 0 0,1-1-34 0 0,-10-1-26 0 0,-4-1 6 0 0,-1 1-1 0 0,0 0 1 0 0,1 0 0 0 0,-1 1-1 0 0,0 0 1 0 0,0 0 0 0 0,0 1-1 0 0,0 0 1 0 0,-1 0 0 0 0,1 1-1 0 0,11 7 1 0 0,-18-10-10 0 0,0-1 0 0 0,0 1 0 0 0,0 0 0 0 0,0 0 0 0 0,0-1 0 0 0,0 1 0 0 0,0 0 0 0 0,0 0 0 0 0,0 0 0 0 0,-1 0 0 0 0,1 0 0 0 0,0 1 0 0 0,-1-1 0 0 0,1 0 0 0 0,-1 0 0 0 0,1 0 0 0 0,-1 1 0 0 0,1-1 0 0 0,-1 0 0 0 0,0 2 0 0 0,0-1 0 0 0,0 0 0 0 0,0 0 0 0 0,0 1 0 0 0,-1-1 0 0 0,1 0 0 0 0,-1 0 0 0 0,1 0 0 0 0,-1 0 0 0 0,0 0 0 0 0,0 0 0 0 0,-1 2 0 0 0,-3 2 0 0 0,1 0 0 0 0,0 0 0 0 0,-1-1 0 0 0,0 0 0 0 0,0 0 0 0 0,-8 6 0 0 0,-2 0 0 0 0,-3 2 0 0 0,-21 20 0 0 0,39-33 0 0 0,0 0 0 0 0,-1 1 0 0 0,1-1 0 0 0,-1 1 0 0 0,1-1 0 0 0,0 0 0 0 0,-1 1 0 0 0,1-1 0 0 0,0 1 0 0 0,-1-1 0 0 0,1 1 0 0 0,0 0 0 0 0,0-1 0 0 0,-1 1 0 0 0,1-1 0 0 0,0 1 0 0 0,0-1 0 0 0,0 1 0 0 0,0-1 0 0 0,0 1 0 0 0,0 0 0 0 0,0-1 0 0 0,0 1 0 0 0,0-1 0 0 0,0 1 0 0 0,0-1 0 0 0,0 1 0 0 0,0 0 0 0 0,1-1 0 0 0,-1 1 0 0 0,0-1 0 0 0,0 1 0 0 0,1-1 0 0 0,-1 1 0 0 0,0-1 0 0 0,1 1 0 0 0,-1-1 0 0 0,0 1 0 0 0,1-1 0 0 0,-1 0 0 0 0,1 1 0 0 0,-1-1 0 0 0,1 1 0 0 0,18 9 0 0 0,71 12 0 0 0,-64-16 0 0 0,1 0 0 0 0,38 16 0 0 0,-63-22 0 0 0,-1 1 0 0 0,1-1 0 0 0,-1 1 0 0 0,1 0 0 0 0,-1 0 0 0 0,1 0 0 0 0,-1 0 0 0 0,1 0 0 0 0,-1 0 0 0 0,0 0 0 0 0,1 0 0 0 0,-1 1 0 0 0,0-1 0 0 0,0 0 0 0 0,0 1 0 0 0,0-1 0 0 0,0 1 0 0 0,-1-1 0 0 0,1 1 0 0 0,0 0 0 0 0,-1-1 0 0 0,1 1 0 0 0,-1-1 0 0 0,1 1 0 0 0,-1 0 0 0 0,0 2 0 0 0,0-1 0 0 0,0-1 0 0 0,-1 1 0 0 0,1 0 0 0 0,-1-1 0 0 0,0 1 0 0 0,0-1 0 0 0,0 0 0 0 0,0 1 0 0 0,-1-1 0 0 0,1 0 0 0 0,0 0 0 0 0,-1 0 0 0 0,0 0 0 0 0,1 0 0 0 0,-1 0 0 0 0,0 0 0 0 0,-3 2 0 0 0,-16 10 0 0 0,0-1 0 0 0,0 0 0 0 0,-2-2 0 0 0,-42 16 0 0 0,32-14 0 0 0,-11 5-1278 0 0,-2-1 0 0 0,-60 13 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5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348 1 18887 0 0,'0'0'1712'0'0,"0"2"-1409"0"0,-12 59 5447 0 0,-31 94 1 0 0,25-96-5819 0 0,-54 161 326 0 0,-20 72-84 0 0,64-181-169 0 0,-29 101-34 0 0,32-146-1530 0 0,25-64 545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6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1 24359 0 0,'0'0'2209'0'0,"1"2"-1697"0"0,2 13 763 0 0,-1 1 1 0 0,2 30-1 0 0,-1-6-382 0 0,-1-7-764 0 0,-2-1-1 0 0,0 1 1 0 0,-6 35 0 0 0,-22 97 290 0 0,18-114-385 0 0,8-40-248 0 0,0 1 1 0 0,-1-1-1 0 0,-1 1 1 0 0,0-1-1 0 0,-8 17 1 0 0,11-27-445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6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382 21 1375 0 0,'0'0'66'0'0,"-7"-6"4"0"0,6 4 187 0 0,-1 1 0 0 0,1 0 0 0 0,-1 0 0 0 0,0-1 0 0 0,1 1 0 0 0,-1 0 0 0 0,-3-1 0 0 0,2 1 675 0 0,0 0 0 0 0,1 1 0 0 0,-1-1-1 0 0,0 1 1 0 0,0 0 0 0 0,0-1 0 0 0,1 1 0 0 0,-5 1 0 0 0,-3 0 2896 0 0,0 1 0 0 0,0 1 0 0 0,-12 4 0 0 0,4-1-1734 0 0,3-1-1627 0 0,1 1 0 0 0,-1 0 0 0 0,1 2 0 0 0,-21 13 0 0 0,-49 41 177 0 0,76-55-612 0 0,0 1 1 0 0,0 0-1 0 0,0 0 0 0 0,1 0 0 0 0,0 1 1 0 0,1 0-1 0 0,0 1 0 0 0,-8 16 1 0 0,12-21-36 0 0,0-1 0 0 0,1 1 1 0 0,-1-1-1 0 0,1 1 0 0 0,0 0 1 0 0,1 0-1 0 0,-1-1 0 0 0,1 1 1 0 0,0 9-1 0 0,1-11-8 0 0,-1 0 0 0 0,1 1-1 0 0,0-1 1 0 0,0 0 0 0 0,0 0 0 0 0,1 0 0 0 0,-1 0 0 0 0,1 0-1 0 0,-1 0 1 0 0,1-1 0 0 0,0 1 0 0 0,0 0 0 0 0,0-1 0 0 0,0 0-1 0 0,5 4 1 0 0,-1-1-76 0 0,1-1 0 0 0,0 0 0 0 0,0 0-1 0 0,0-1 1 0 0,0 0 0 0 0,0 0 0 0 0,1 0-1 0 0,-1-1 1 0 0,1-1 0 0 0,-1 1 0 0 0,1-1-1 0 0,10 0 1 0 0,13 0-952 0 0,53-6-1 0 0,-78 4 875 0 0,17-2-315 0 0,0 0 1 0 0,-1-2 0 0 0,1-1-1 0 0,-1-1 1 0 0,0 0 0 0 0,-1-2-1 0 0,0-1 1 0 0,-1 0 0 0 0,0-1-1 0 0,0-2 1 0 0,-1 0 0 0 0,-1-1-1 0 0,24-23 1 0 0,-36 32 341 0 0,0-1 0 0 0,-1 0 1 0 0,0-1-1 0 0,-1 0 0 0 0,8-12 0 0 0,-10 15 489 0 0,-1 0-1 0 0,1 0 1 0 0,-1 0 0 0 0,0 0 0 0 0,0 0-1 0 0,-1 0 1 0 0,1 0 0 0 0,-3-7 4494 0 0,2 11-4778 0 0,-2 6 1121 0 0,3-1-1056 0 0,0 1 1 0 0,0-1 0 0 0,1 0-1 0 0,-1 1 1 0 0,1-1 0 0 0,0 0-1 0 0,5 8 1 0 0,1 4 64 0 0,8 21 29 0 0,76 166 288 0 0,-68-158-515 0 0,50 110 6 0 0,-68-139-52 0 0,0 0-1 0 0,-1 0 1 0 0,-1 0 0 0 0,-1 1 0 0 0,0 0 0 0 0,-2 0 0 0 0,0 27 0 0 0,-1-40 39 0 0,0 0 0 0 0,-1-1 1 0 0,0 1-1 0 0,0 0 0 0 0,0 0 0 0 0,-1 0 0 0 0,0-1 1 0 0,0 1-1 0 0,0-1 0 0 0,0 1 0 0 0,-4 4 0 0 0,1-3 9 0 0,0 0 0 0 0,0-1 0 0 0,0 0 0 0 0,-1 0-1 0 0,1 0 1 0 0,-13 7 0 0 0,4-5 36 0 0,1 0-1 0 0,-1-1 1 0 0,0 0-1 0 0,-1-1 1 0 0,0-1-1 0 0,1 0 1 0 0,-1-1-1 0 0,0-1 1 0 0,-1 0-1 0 0,-21-1 1 0 0,-9-2 7 0 0,0-2 1 0 0,-51-10 0 0 0,61 6-120 0 0,-56-18 1 0 0,10-5-2940 0 0,42 14-7543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7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88 919 0 0,'2'-10'20'0'0,"0"1"0"0"0,0-1 0 0 0,11-48 30561 0 0,-19 160-29643 0 0,3-70-885 0 0,1 0 0 0 0,2 1 1 0 0,4 43-1 0 0,-1-61-53 0 0,0 0 0 0 0,0 0 0 0 0,1-1 0 0 0,1 1 0 0 0,1-1 0 0 0,0 0 0 0 0,13 23 0 0 0,-15-31 0 0 0,0-1 0 0 0,1 1 0 0 0,-1 0 0 0 0,1-1 0 0 0,0 0 0 0 0,0 0 0 0 0,1-1 0 0 0,0 1 0 0 0,-1-1 0 0 0,1-1 0 0 0,1 1 0 0 0,-1-1 0 0 0,0 0 0 0 0,1 0 0 0 0,0-1 0 0 0,0 0 0 0 0,-1 0 0 0 0,13 2 0 0 0,-13-4-4 0 0,1 0-1 0 0,-1 0 1 0 0,1-1-1 0 0,-1 0 1 0 0,1 0-1 0 0,-1 0 1 0 0,0-1 0 0 0,0 0-1 0 0,0 0 1 0 0,0 0-1 0 0,0-1 1 0 0,0 0-1 0 0,0 0 1 0 0,7-7 0 0 0,-2 2-55 0 0,-1 0 1 0 0,0-1 0 0 0,0 0 0 0 0,-1-1-1 0 0,15-20 1 0 0,-18 21 12 0 0,-2 1 1 0 0,1-1-1 0 0,-1 0 1 0 0,0 0-1 0 0,-1 0 1 0 0,4-17-1 0 0,6-59-89 0 0,-8 44 106 0 0,0 9 1 0 0,0-1 60 0 0,2-65-1 0 0,-7 97 393 0 0,-1 14-195 0 0,-1 16-224 0 0,1 0 0 0 0,2 0 0 0 0,1-1 0 0 0,1 1 0 0 0,2 0 0 0 0,1-1 1 0 0,0 0-1 0 0,3 0 0 0 0,0-1 0 0 0,2 0 0 0 0,0-1 0 0 0,24 39 0 0 0,-29-57-146 0 0,-1 0 0 0 0,1-1 0 0 0,6 8 1 0 0,-8-12-666 0 0,-1 1 1 0 0,1-1-1 0 0,0 0 1 0 0,7 4-1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7.7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15663 0 0,'0'0'1207'0'0,"-1"2"-788"0"0,-1 9 1643 0 0,0 0 0 0 0,0-1 0 0 0,1 1 0 0 0,0 0 1 0 0,1 0-1 0 0,3 21 0 0 0,3 8-1446 0 0,-3-26-503 0 0,2 0-1 0 0,9 24 0 0 0,-11-30-125 0 0,1-1-1 0 0,0 0 1 0 0,0-1-1 0 0,0 1 1 0 0,1-1-1 0 0,9 11 1 0 0,-11-15-232 0 0,0 0 1 0 0,0 1-1 0 0,0-1 1 0 0,0-1-1 0 0,0 1 0 0 0,0 0 1 0 0,1-1-1 0 0,-1 1 1 0 0,0-1-1 0 0,1 0 1 0 0,-1 0-1 0 0,1 0 0 0 0,0-1 1 0 0,-1 1-1 0 0,1-1 1 0 0,-1 0-1 0 0,5 0 0 0 0,5-4-1920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18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12439 0 0,'0'0'958'0'0,"12"-16"11643"0"0,-3 10-7800 0 0,-3 4-4513 0 0,-1 0 0 0 0,1 0-1 0 0,11-1 1 0 0,4-2 397 0 0,-1-1-657 0 0,0 2 0 0 0,22-2 0 0 0,26-6 20 0 0,-56 10-102 0 0,1 0-1 0 0,0 1 1 0 0,16 0 0 0 0,23-2-226 0 0,-50 3 1 0 0,-1 9-5466 0 0</inkml:trace>
  <inkml:trace contextRef="#ctx0" brushRef="#br0" timeOffset="1">96 203 6911 0 0,'-1'1'528'0'0,"-19"24"13166"0"0,21-16-9008 0 0,-1-8-4488 0 0,1 0-1 0 0,0 0 0 0 0,-1 0 1 0 0,1 0-1 0 0,0 0 1 0 0,-1 0-1 0 0,1 0 1 0 0,0 0-1 0 0,0 0 1 0 0,0 0-1 0 0,0 0 1 0 0,0 0-1 0 0,0-1 0 0 0,0 1 1 0 0,0 0-1 0 0,0-1 1 0 0,2 1-1 0 0,0 0 55 0 0,0 0 0 0 0,0 0 0 0 0,0-1 0 0 0,0 1 0 0 0,0-1 0 0 0,7 0 0 0 0,2-1 125 0 0,0 0 1 0 0,21-6 0 0 0,-29 5-261 0 0,98-24-61 0 0,45-11 196 0 0,-47 21-9496 0 0,-86 15-832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27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8 18431 0 0,'0'0'2024'0'0,"-2"-8"2408"0"0,16 11-11120 0 0,1 1 4160 0 0,1-3 768 0 0,-1 2 152 0 0,0 1 32 0 0,1-3-2872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29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107 211 15663 0 0,'0'0'1207'0'0,"-1"-1"-788"0"0,-1-1-246 0 0,1 1 1 0 0,0 0-1 0 0,1-1 1 0 0,-1 1-1 0 0,0 0 1 0 0,0-1 0 0 0,1 1-1 0 0,-1-1 1 0 0,0 0-1 0 0,1 1 1 0 0,0-1 0 0 0,-1 1-1 0 0,1-1 1 0 0,0 0-1 0 0,0 1 1 0 0,0-1 0 0 0,0 0-1 0 0,0 1 1 0 0,0-1-1 0 0,1-3 1 0 0,0 2 219 0 0,0 0 0 0 0,1 0 0 0 0,-1-1 1 0 0,1 1-1 0 0,0 0 0 0 0,0 0 0 0 0,0 1 0 0 0,0-1 0 0 0,4-4 1 0 0,5-3 272 0 0,1 1 0 0 0,0 0 1 0 0,22-13-1 0 0,-10 8-427 0 0,1 1 1 0 0,0 1-1 0 0,1 1 0 0 0,0 1 1 0 0,0 2-1 0 0,1 1 0 0 0,40-6 1 0 0,-59 12-215 0 0,1 0 1 0 0,-1 1 0 0 0,0 1 0 0 0,1-1-1 0 0,-1 1 1 0 0,0 1 0 0 0,1-1 0 0 0,-1 1-1 0 0,10 4 1 0 0,-15-4-18 0 0,0-1-1 0 0,0 0 1 0 0,-1 1 0 0 0,1-1-1 0 0,0 1 1 0 0,-1 0-1 0 0,1-1 1 0 0,-1 1 0 0 0,0 1-1 0 0,1-1 1 0 0,-1 0-1 0 0,0 1 1 0 0,0-1 0 0 0,-1 1-1 0 0,1-1 1 0 0,0 1 0 0 0,-1 0-1 0 0,0 0 1 0 0,1-1-1 0 0,-1 1 1 0 0,-1 0 0 0 0,1 0-1 0 0,0 0 1 0 0,-1 0 0 0 0,1 1-1 0 0,-1-1 1 0 0,0 4-1 0 0,-1 4 24 0 0,0-1-1 0 0,-1 0 0 0 0,-1 0 1 0 0,0 1-1 0 0,0-2 1 0 0,-1 1-1 0 0,0 0 0 0 0,0-1 1 0 0,-12 18-1 0 0,-4 1 154 0 0,-38 43 0 0 0,19-29 32 0 0,-56 46 0 0 0,-49 27 114 0 0,51-41-158 0 0,86-69-155 0 0,-9 8 59 0 0,0 0 0 0 0,-24 27 0 0 0,40-39-75 0 0,-1-1 0 0 0,1 0 0 0 0,0 1-1 0 0,-1-1 1 0 0,1 1 0 0 0,0-1 0 0 0,-1 1 0 0 0,1-1 0 0 0,0 1 0 0 0,0-1 0 0 0,-1 1-1 0 0,1-1 1 0 0,0 1 0 0 0,0-1 0 0 0,0 1 0 0 0,0-1 0 0 0,0 1 0 0 0,0-1-1 0 0,0 1 1 0 0,0-1 0 0 0,0 1 0 0 0,0 0 0 0 0,4 3-5 0 0,-3-4 4 0 0,1 2 2 0 0,1 0-1 0 0,0 0 1 0 0,0-1 0 0 0,0 0 0 0 0,0 1-1 0 0,0-1 1 0 0,0 0 0 0 0,0 0-1 0 0,1-1 1 0 0,-1 1 0 0 0,0-1 0 0 0,1 1-1 0 0,-1-1 1 0 0,0 0 0 0 0,5-1-1 0 0,8 0 17 0 0,29-7-1 0 0,-34 6-15 0 0,204-56-1196 0 0,-3-17-757 0 0,-166 57 1660 0 0,-3 2-2546 0 0,0-1-6538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29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2 17967 0 0,'0'0'154'0'0,"0"0"0"0"0,0 0 0 0 0,-1-1 0 0 0,1 1 0 0 0,0 0 0 0 0,0 0-1 0 0,-1 0 1 0 0,1 0 0 0 0,0 0 0 0 0,-1 0 0 0 0,1 0 0 0 0,0 0 0 0 0,0 0 0 0 0,-1 0 0 0 0,1 0-1 0 0,0 0 1 0 0,-1 0 0 0 0,1 0 0 0 0,0 0 0 0 0,0 0 0 0 0,-1 0 0 0 0,1 0 0 0 0,-1 1 0 0 0,-2 5 1461 0 0,-1 1 0 0 0,1-1 0 0 0,-3 12 0 0 0,-8 46 731 0 0,9-34-1657 0 0,0-5-548 0 0,2 0 0 0 0,1 1 0 0 0,1-1-1 0 0,1 1 1 0 0,1-1 0 0 0,2 1 0 0 0,0-1-1 0 0,7 26 1 0 0,-3-30-135 0 0,1-1 1 0 0,0 1-1 0 0,2-2 0 0 0,0 1 1 0 0,1-2-1 0 0,1 1 0 0 0,22 26 1 0 0,-29-39-67 0 0,1-1-1 0 0,-1 0 1 0 0,1 1 0 0 0,1-2 0 0 0,-1 1 0 0 0,0-1 0 0 0,1 0 0 0 0,0 0 0 0 0,0-1 0 0 0,0 0-1 0 0,0 0 1 0 0,1-1 0 0 0,-1 0 0 0 0,1 0 0 0 0,0-1 0 0 0,-1 0 0 0 0,1 0 0 0 0,0 0-1 0 0,0-1 1 0 0,-1-1 0 0 0,1 1 0 0 0,0-1 0 0 0,-1-1 0 0 0,1 1 0 0 0,0-1 0 0 0,-1 0 0 0 0,0-1-1 0 0,1 0 1 0 0,-1 0 0 0 0,0-1 0 0 0,-1 0 0 0 0,1 0 0 0 0,7-6 0 0 0,-3 1-60 0 0,-1-1 1 0 0,-1 0-1 0 0,1 0 1 0 0,-1-1-1 0 0,-1 0 1 0 0,0-1-1 0 0,-1 1 0 0 0,0-2 1 0 0,-1 1-1 0 0,0-1 1 0 0,-1 0-1 0 0,0 0 1 0 0,-1 0-1 0 0,-1-1 1 0 0,0 0-1 0 0,-1 1 1 0 0,0-1-1 0 0,-1 0 1 0 0,-1-16-1 0 0,0 28 120 0 0,0 0 1 0 0,0 0-1 0 0,-1 1 0 0 0,1-1 1 0 0,0 0-1 0 0,-1 0 0 0 0,1 0 1 0 0,-1 1-1 0 0,0-1 0 0 0,1 0 1 0 0,-1 0-1 0 0,0 1 0 0 0,0-1 1 0 0,0 1-1 0 0,0-1 0 0 0,-1 1 1 0 0,1-1-1 0 0,0 1 0 0 0,-1 0 1 0 0,1-1-1 0 0,-3-1 1 0 0,2 3 25 0 0,0-1 1 0 0,0 0-1 0 0,0 0 1 0 0,0 1 0 0 0,0 0-1 0 0,0-1 1 0 0,0 1 0 0 0,0 0-1 0 0,0 0 1 0 0,0 0-1 0 0,0 0 1 0 0,0 0 0 0 0,0 0-1 0 0,0 1 1 0 0,0-1 0 0 0,0 1-1 0 0,0-1 1 0 0,0 1-1 0 0,0 0 1 0 0,-2 1 0 0 0,-12 7 294 0 0,-1 0 1 0 0,1 1 0 0 0,1 1-1 0 0,-26 24 1 0 0,15-10 101 0 0,-35 45 0 0 0,51-56-328 0 0,-1 0 0 0 0,2 1 0 0 0,-11 21-1 0 0,18-31-177 0 0,0-1-1 0 0,0 1 0 0 0,0-1 1 0 0,0 1-1 0 0,1 0 1 0 0,0-1-1 0 0,0 1 0 0 0,1 0 1 0 0,-1 0-1 0 0,1 0 0 0 0,0 0 1 0 0,0-1-1 0 0,0 1 1 0 0,1 0-1 0 0,0 0 0 0 0,2 9 1 0 0,-2-13-82 0 0,-1 0 0 0 0,1 0 1 0 0,0 0-1 0 0,-1 0 0 0 0,1 0 1 0 0,0 0-1 0 0,-1 0 0 0 0,1 0 1 0 0,0-1-1 0 0,0 1 0 0 0,0 0 1 0 0,0 0-1 0 0,0-1 0 0 0,0 1 0 0 0,2 0 1 0 0,11 2-6945 0 0,1-6-1630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30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3 179 12895 0 0,'-2'-12'14630'0'0,"8"0"-12833"0"0,-3 8-1555 0 0,0 0 1 0 0,1 0 0 0 0,0 0 0 0 0,-1 1-1 0 0,1 0 1 0 0,1 0 0 0 0,-1 0-1 0 0,8-4 1 0 0,42-16 167 0 0,-24 11-190 0 0,16-9-157 0 0,2 2 0 0 0,83-22-1 0 0,-126 40-51 0 0,0 0 0 0 0,1 0 0 0 0,-1 1-1 0 0,0-1 1 0 0,0 1 0 0 0,1 0 0 0 0,-1 1-1 0 0,0-1 1 0 0,0 1 0 0 0,6 1 0 0 0,-9-1-11 0 0,0 0 1 0 0,1 0-1 0 0,-1 1 1 0 0,0-1-1 0 0,0 0 1 0 0,0 1-1 0 0,0-1 1 0 0,0 1-1 0 0,0 0 1 0 0,0 0 0 0 0,-1 0-1 0 0,1-1 1 0 0,-1 2-1 0 0,1-1 1 0 0,-1 0-1 0 0,0 0 1 0 0,0 0-1 0 0,0 1 1 0 0,0-1-1 0 0,0 0 1 0 0,0 1-1 0 0,0 3 1 0 0,1 5-1 0 0,0 0 1 0 0,-1 1-1 0 0,-1-1 0 0 0,0 0 1 0 0,-2 15-1 0 0,-11 58 94 0 0,9-65-46 0 0,-24 114 41 0 0,-7 37-10 0 0,30-144-152 0 0,2-2-179 0 0,-2-1 0 0 0,0 0 0 0 0,-9 22 0 0 0,14-44-254 0 0,-10-1-4580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30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0 180 17967 0 0,'0'0'1878'0'0,"2"0"-1554"0"0,14-4 1668 0 0,-1 2 1 0 0,1 0 0 0 0,16 0 0 0 0,-14 1-1209 0 0,1-1 1 0 0,18-4 0 0 0,80-20 182 0 0,70-17-353 0 0,-135 28-560 0 0,75-31 1 0 0,-123 44-59 0 0,14-5-19 0 0,-1 0 0 0 0,21-6 0 0 0,-27 12 34 0 0,-18 20 42 0 0,-12 14 26 0 0,-2-1 0 0 0,-27 30 0 0 0,23-31 49 0 0,-37 63 0 0 0,60-91-126 0 0,-8 15 9 0 0,1-1 0 0 0,1 2 0 0 0,-8 26 1 0 0,14-39-10 0 0,1 0 1 0 0,0 0 0 0 0,0-1 0 0 0,1 1 0 0 0,-1 0 0 0 0,2 12 0 0 0,0-15-3 0 0,-1 1 1 0 0,1-1-1 0 0,0 0 1 0 0,0 1 0 0 0,1-1-1 0 0,-1 0 1 0 0,0 0-1 0 0,1 0 1 0 0,0 0 0 0 0,0 0-1 0 0,0 0 1 0 0,0-1-1 0 0,3 4 1 0 0,-2-4-1 0 0,0 1 1 0 0,1-1-1 0 0,-1 0 0 0 0,1 0 0 0 0,-1 0 1 0 0,1 0-1 0 0,0-1 0 0 0,0 0 0 0 0,0 0 1 0 0,0 0-1 0 0,0 0 0 0 0,0 0 0 0 0,0-1 1 0 0,7 1-1 0 0,2-1-5 0 0,0-1 0 0 0,0 0 0 0 0,16-4 0 0 0,-6 0-52 0 0,0-2 1 0 0,-1 0-1 0 0,0-2 0 0 0,0 0 1 0 0,-1-2-1 0 0,0 0 0 0 0,-1-1 1 0 0,0-2-1 0 0,-1 0 0 0 0,-1 0 1 0 0,17-18-1 0 0,-29 25 40 0 0,0 1-1 0 0,-1-1 1 0 0,0 0-1 0 0,0-1 1 0 0,0 1 0 0 0,-1-1-1 0 0,0 0 1 0 0,-1 0 0 0 0,0 0-1 0 0,0 0 1 0 0,0-1-1 0 0,-1 0 1 0 0,-1 1 0 0 0,1-1-1 0 0,-2 0 1 0 0,1 1-1 0 0,-2-17 1 0 0,1 18 16 0 0,-1 0 0 0 0,-1 0 0 0 0,1 0 1 0 0,-1 0-1 0 0,0 0 0 0 0,-1 0 0 0 0,1 1 0 0 0,-1-1 0 0 0,-1 1 0 0 0,1 0 0 0 0,-1 0 0 0 0,0 0 1 0 0,-1 0-1 0 0,1 1 0 0 0,-1 0 0 0 0,0 0 0 0 0,-1 0 0 0 0,1 0 0 0 0,-1 1 0 0 0,0 0 0 0 0,0 0 1 0 0,-8-4-1 0 0,8 5-68 0 0,0 1 1 0 0,0 0 0 0 0,0 0 0 0 0,0 1 0 0 0,-1-1-1 0 0,-6 0 1 0 0,10 2-173 0 0,0 0-1 0 0,-1 0 0 0 0,1 0 1 0 0,0 0-1 0 0,0 1 1 0 0,-1-1-1 0 0,1 1 0 0 0,0 0 1 0 0,0 0-1 0 0,0 0 1 0 0,-1 0-1 0 0,1 0 0 0 0,-3 3 1 0 0,-3 3-1702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30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23671 0 0,'0'0'2568'0'0,"13"3"-2568"0"0,1-2 0 0 0,0 2 0 0 0,-1 1 320 0 0,0-3 8 0 0,-2-4 8 0 0,0 3 0 0 0,0 0-464 0 0,1 0-96 0 0,-3-2-24 0 0,2-2-6976 0 0,0-6-1392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31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 1 24911 0 0,'0'0'2255'0'0,"-1"2"-1858"0"0,-32 106 3544 0 0,25-83-3848 0 0,1-1-1 0 0,1 1 1 0 0,1 0 0 0 0,1 1-1 0 0,2-1 1 0 0,0 1-1 0 0,3 30 1 0 0,0-42-58 0 0,1-1-1 0 0,0 1 1 0 0,1 0 0 0 0,1-1 0 0 0,0 1 0 0 0,1-1-1 0 0,0 0 1 0 0,1-1 0 0 0,0 1 0 0 0,1-1 0 0 0,0-1 0 0 0,1 1-1 0 0,1-1 1 0 0,18 19 0 0 0,-18-21-53 0 0,1-1 1 0 0,0 1-1 0 0,1-1 1 0 0,0-1-1 0 0,0 0 1 0 0,1-1-1 0 0,-1 0 1 0 0,1-1-1 0 0,1 0 1 0 0,-1-1-1 0 0,1 0 1 0 0,-1-1-1 0 0,1 0 1 0 0,0-1-1 0 0,0-1 1 0 0,0 0-1 0 0,1 0 1 0 0,-1-2-1 0 0,0 1 1 0 0,23-6-1 0 0,-21 2-45 0 0,-1-1-1 0 0,1 0 1 0 0,-1-1-1 0 0,0-1 1 0 0,-1-1-1 0 0,0 0 1 0 0,0 0-1 0 0,0-1 1 0 0,-1-1-1 0 0,-1 0 1 0 0,0-1-1 0 0,0 0 1 0 0,-1 0-1 0 0,0-1 1 0 0,15-25-1 0 0,-22 31 52 0 0,0-1-1 0 0,1 0 1 0 0,-2 0-1 0 0,1 0 1 0 0,-1 0-1 0 0,0 0 1 0 0,0-9 0 0 0,-1 15 15 0 0,-1-1 1 0 0,0 0-1 0 0,0 0 1 0 0,0 0-1 0 0,0 0 1 0 0,0 0-1 0 0,0 0 1 0 0,0 0-1 0 0,-1 0 1 0 0,1 0 0 0 0,0 1-1 0 0,-1-1 1 0 0,0 0-1 0 0,0 0 1 0 0,1 1-1 0 0,-1-1 1 0 0,0 0-1 0 0,0 1 1 0 0,0-1-1 0 0,-1 0 1 0 0,1 1-1 0 0,0 0 1 0 0,-1-1 0 0 0,1 1-1 0 0,0 0 1 0 0,-1 0-1 0 0,0 0 1 0 0,1 0-1 0 0,-1 0 1 0 0,0 0-1 0 0,1 0 1 0 0,-3 0-1 0 0,-5-1 56 0 0,0 0-1 0 0,1 1 0 0 0,-1 0 0 0 0,0 0 1 0 0,0 1-1 0 0,0 1 0 0 0,0-1 1 0 0,0 1-1 0 0,1 1 0 0 0,-1 0 0 0 0,0 0 1 0 0,1 0-1 0 0,-11 6 0 0 0,-12 5 111 0 0,0 2 0 0 0,-29 20 0 0 0,43-24-136 0 0,0 0 1 0 0,2 1-1 0 0,-1 1 0 0 0,2 1 1 0 0,-26 29-1 0 0,30-31-3102 0 0,1 1-1 0 0,-9 17 1 0 0,8-9-7119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31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34 24447 0 0,'0'0'1124'0'0,"-1"-2"-31"0"0,1 1-1072 0 0,-1 1 0 0 0,1-1-1 0 0,0 0 1 0 0,-1 0 0 0 0,1 0-1 0 0,0 0 1 0 0,0 1 0 0 0,-1-1-1 0 0,1 0 1 0 0,0 0 0 0 0,0 0-1 0 0,0 0 1 0 0,0 0 0 0 0,0 0-1 0 0,0 0 1 0 0,0 0 0 0 0,1 1-1 0 0,-1-1 1 0 0,0 0 0 0 0,0 0-1 0 0,1 0 1 0 0,-1 0 0 0 0,0 1-1 0 0,1-1 1 0 0,-1 0-1 0 0,1 0 1 0 0,-1 1 0 0 0,1-1-1 0 0,0 0 1 0 0,0 0 0 0 0,1 0 58 0 0,0 0 1 0 0,0 0 0 0 0,0 1-1 0 0,0-1 1 0 0,0 1 0 0 0,0-1-1 0 0,0 1 1 0 0,0 0 0 0 0,3 0-1 0 0,1 0 420 0 0,-3-1 1093 0 0,-3 3-936 0 0,0 6-430 0 0,0 1 0 0 0,0-1 0 0 0,-1 0-1 0 0,0 1 1 0 0,-1-1 0 0 0,-2 9 0 0 0,-2 12 112 0 0,-18 145-377 0 0,21-142 8 0 0,2 0-1 0 0,1-1 0 0 0,7 49 1 0 0,-7-78-8 0 0,1 1 0 0 0,-1-1 0 0 0,1 0 0 0 0,0 0 0 0 0,-1 1 0 0 0,1-1 0 0 0,0 0 0 0 0,0 0 1 0 0,1 0-1 0 0,-1 0 0 0 0,0 0 0 0 0,1 0 0 0 0,2 2 0 0 0,-3-3-207 0 0,0 0 1 0 0,0 0-1 0 0,0-1 0 0 0,0 1 1 0 0,0-1-1 0 0,0 1 0 0 0,0 0 0 0 0,0-1 1 0 0,1 0-1 0 0,1 1 0 0 0,-1-1-531 0 0,0 1 0 0 0,-1-1 0 0 0,1 0 0 0 0,0-1 0 0 0,-1 1-1 0 0,1 0 1 0 0,-1 0 0 0 0,1-1 0 0 0,0 1 0 0 0,1-1 0 0 0,10-5-8198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32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215 115 9215 0 0,'-7'-6'950'0'0,"4"4"-256"0"0,0 0 0 0 0,0 0 0 0 0,-1 0 0 0 0,1 1 0 0 0,0-1 0 0 0,-1 1 0 0 0,1 0 1 0 0,0 0-1 0 0,-1 0 0 0 0,0 0 0 0 0,1 0 0 0 0,-1 1 0 0 0,1 0 0 0 0,-1 0 0 0 0,0 0 0 0 0,1 0 1 0 0,-1 0-1 0 0,0 1 0 0 0,1-1 0 0 0,-1 1 0 0 0,1 0 0 0 0,-1 0 0 0 0,1 1 0 0 0,0-1 0 0 0,-5 3 1 0 0,1 0 130 0 0,1 0 0 0 0,-1 0 1 0 0,0 0-1 0 0,-8 9 1 0 0,8-6-829 0 0,0 0-1 0 0,1 0 1 0 0,-7 9 0 0 0,8-9 28 0 0,1 1 0 0 0,-1-1 0 0 0,1 1 1 0 0,0 0-1 0 0,1 1 0 0 0,0-1 0 0 0,0 1 1 0 0,1-1-1 0 0,0 1 0 0 0,-1 10 0 0 0,3-14-16 0 0,0 0-1 0 0,0 0 0 0 0,0 0 0 0 0,1 0 0 0 0,-1 0 0 0 0,1 0 1 0 0,1 0-1 0 0,-1 0 0 0 0,1-1 0 0 0,-1 1 0 0 0,1 0 1 0 0,0-1-1 0 0,1 1 0 0 0,-1-1 0 0 0,1 0 0 0 0,0 0 0 0 0,0 0 1 0 0,0 0-1 0 0,7 5 0 0 0,-3-4-162 0 0,0 1 1 0 0,0-1-1 0 0,1-1 0 0 0,0 0 1 0 0,0 0-1 0 0,0 0 0 0 0,0-1 1 0 0,1 0-1 0 0,-1-1 0 0 0,1 0 1 0 0,0 0-1 0 0,0-1 0 0 0,-1 0 1 0 0,14-1-1 0 0,2 0-451 0 0,-1-2-1 0 0,0-1 1 0 0,0 0-1 0 0,30-10 1 0 0,-22 4-1815 0 0,0-3-3928 0 0,-2-1-1720 0 0</inkml:trace>
  <inkml:trace contextRef="#ctx0" brushRef="#br0" timeOffset="1">621 13 9671 0 0,'-3'-1'316'0'0,"-11"-3"16"0"0,-23-3 0 0 0,12 7 3413 0 0,21 0-1789 0 0,1 1 0 0 0,0-1 0 0 0,-1 1 0 0 0,1 0 0 0 0,-5 2 0 0 0,7-2-1729 0 0,-1 0-1 0 0,0 0 0 0 0,0 0 1 0 0,1 0-1 0 0,-1 1 0 0 0,0-1 0 0 0,1 0 1 0 0,0 1-1 0 0,-1-1 0 0 0,1 1 0 0 0,0 0 1 0 0,0-1-1 0 0,0 1 0 0 0,0 0 0 0 0,0 0 1 0 0,0 0-1 0 0,0 0 0 0 0,1 0 1 0 0,-1 0-1 0 0,0 2 0 0 0,0-1-163 0 0,1 0-1 0 0,0 1 1 0 0,0-1 0 0 0,0 1 0 0 0,0-1-1 0 0,0 0 1 0 0,0 1 0 0 0,1-1-1 0 0,0 1 1 0 0,0-1 0 0 0,1 4-1 0 0,4 6-16 0 0,0-1 0 0 0,1 0 0 0 0,0 0 0 0 0,1-1 0 0 0,10 12 0 0 0,50 48 55 0 0,-51-56-95 0 0,-1 1-1 0 0,0 1 1 0 0,-1 0 0 0 0,-1 1-1 0 0,20 34 1 0 0,-33-49-7 0 0,0-1-1 0 0,1 1 1 0 0,-1 0 0 0 0,0-1-1 0 0,-1 1 1 0 0,1 0 0 0 0,0 0-1 0 0,-1 0 1 0 0,1-1 0 0 0,-1 1-1 0 0,0 5 1 0 0,-1-6-2 0 0,1-1 1 0 0,0 1-1 0 0,-1-1 0 0 0,0 1 0 0 0,1-1 1 0 0,-1 1-1 0 0,0-1 0 0 0,0 1 1 0 0,0-1-1 0 0,0 0 0 0 0,0 1 0 0 0,0-1 1 0 0,0 0-1 0 0,0 0 0 0 0,0 0 0 0 0,-1 0 1 0 0,1 0-1 0 0,0 0 0 0 0,-1 0 0 0 0,1 0 1 0 0,-3 0-1 0 0,-11 6-54 0 0,0-1-1 0 0,-1 0 1 0 0,0-1 0 0 0,0-1-1 0 0,-33 4 1 0 0,10-5-456 0 0,-55-2 1 0 0,84-2-24 0 0,0 1 0 0 0,1-1 0 0 0,-1-1 0 0 0,0 1 0 0 0,1-2 1 0 0,-1 1-1 0 0,1-2 0 0 0,-12-4 0 0 0,11 1-1020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32.4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441 0 23295 0 0,'0'0'1068'0'0,"1"2"-23"0"0,1 10-925 0 0,0-2 230 0 0,0 0 0 0 0,-1 0 0 0 0,0 0 0 0 0,-1 0 0 0 0,0 0 0 0 0,0 0 0 0 0,-4 20 0 0 0,-28 80 1216 0 0,-58 134 0 0 0,28-85-771 0 0,43-113-841 0 0,-2-1 0 0 0,-2-1 0 0 0,-50 71 0 0 0,54-91-944 0 0,-1 0 0 0 0,-32 30 0 0 0,29-32-995 0 0,11-10 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32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 17047 0 0,'0'0'1543'0'0,"2"1"-1268"0"0,0 1 266 0 0,0 0 1 0 0,0 0-1 0 0,1 1 1 0 0,-1-1-1 0 0,-1 0 1 0 0,1 1 0 0 0,0 0-1 0 0,-1-1 1 0 0,1 1-1 0 0,-1 0 1 0 0,0 0-1 0 0,0 0 1 0 0,0 0 0 0 0,0 0-1 0 0,0 0 1 0 0,-1 0-1 0 0,1 5 1 0 0,1 8 495 0 0,-1 0-1 0 0,-2 16 1 0 0,-24 226-28 0 0,-2-115-1639 0 0,16-90-2381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33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17 10135 0 0,'0'0'919'0'0,"-2"-1"-210"0"0,0-1 100 0 0,0 1 0 0 0,0-1 0 0 0,0 1 0 0 0,0-1 0 0 0,0 1 0 0 0,-1 0 0 0 0,1 0 0 0 0,0 0 0 0 0,-1 0-1 0 0,1 1 1 0 0,-1-1 0 0 0,1 1 0 0 0,-1-1 0 0 0,1 1 0 0 0,-1 0 0 0 0,1 0 0 0 0,-5 0 0 0 0,3 1-401 0 0,0 0 1 0 0,0 0-1 0 0,0 1 0 0 0,0-1 1 0 0,0 1-1 0 0,0 0 1 0 0,0 0-1 0 0,0 0 1 0 0,1 1-1 0 0,-5 3 0 0 0,-5 4-270 0 0,1 1 0 0 0,1 1 0 0 0,0-1-1 0 0,0 2 1 0 0,-10 15 0 0 0,15-18-80 0 0,0-1 0 0 0,1 1 0 0 0,0 0 1 0 0,1 1-1 0 0,0-1 0 0 0,0 1 0 0 0,1 0 1 0 0,-3 16-1 0 0,6-22-69 0 0,-1 0 1 0 0,1 0-1 0 0,0 0 0 0 0,1 0 1 0 0,-1-1-1 0 0,1 1 1 0 0,0 0-1 0 0,0 0 0 0 0,0 0 1 0 0,1-1-1 0 0,-1 1 0 0 0,1 0 1 0 0,1-1-1 0 0,-1 0 0 0 0,0 1 1 0 0,1-1-1 0 0,0 0 1 0 0,0 0-1 0 0,0-1 0 0 0,7 7 1 0 0,-4-5-17 0 0,1 1 1 0 0,0-2 0 0 0,0 1 0 0 0,1-1-1 0 0,-1 0 1 0 0,1-1 0 0 0,-1 0-1 0 0,1 0 1 0 0,0 0 0 0 0,1-1 0 0 0,10 1-1 0 0,-1-1-284 0 0,1-1 0 0 0,0 0 0 0 0,0-1 0 0 0,0-2-1 0 0,-1 0 1 0 0,1 0 0 0 0,-1-2 0 0 0,1 0 0 0 0,-1-2 0 0 0,25-10-1 0 0,-29 10 33 0 0,0 0-1 0 0,-1-2 0 0 0,0 0 0 0 0,0 0 1 0 0,0-1-1 0 0,-1-1 0 0 0,-1 0 0 0 0,0 0 0 0 0,0-1 1 0 0,-1-1-1 0 0,0 1 0 0 0,-1-2 0 0 0,10-16 0 0 0,-16 23 190 0 0,0-1 0 0 0,0 1 0 0 0,0-1 0 0 0,-1 0 0 0 0,3-13 0 0 0,-5 18 165 0 0,1-1 0 0 0,-1 0 1 0 0,0 0-1 0 0,0 0 0 0 0,0 0 1 0 0,0 0-1 0 0,-1 0 0 0 0,1 1 1 0 0,-1-1-1 0 0,0 0 0 0 0,1 0 1 0 0,-1 0-1 0 0,-1 1 0 0 0,1-1 1 0 0,0 1-1 0 0,-3-5 0 0 0,3 6 495 0 0,-6-4 1566 0 0,7 5-2113 0 0,-1 0 0 0 0,1-1 0 0 0,0 1 0 0 0,0 0 0 0 0,0 0 0 0 0,0 0 0 0 0,0 0 0 0 0,-1 0 0 0 0,1 0 0 0 0,0 0 0 0 0,0 0 0 0 0,0 0-1 0 0,-1 0 1 0 0,1 0 0 0 0,0 0 0 0 0,0 0 0 0 0,0 0 0 0 0,0 0 0 0 0,-1 0 0 0 0,1 0 0 0 0,0 0 0 0 0,0 0 0 0 0,0 0 0 0 0,0 0 0 0 0,-1 0 0 0 0,1 0 0 0 0,0 0 0 0 0,0 0 0 0 0,0 1 0 0 0,0-1 0 0 0,0 0 0 0 0,-1 0 0 0 0,1 0 0 0 0,0 0 0 0 0,0 0 0 0 0,0 0 0 0 0,0 1 0 0 0,0-1 0 0 0,0 0 0 0 0,0 0 0 0 0,-1 0 0 0 0,1 0 0 0 0,0 0 0 0 0,0 1 0 0 0,0-1 0 0 0,0 0 0 0 0,0 0 0 0 0,0 0 0 0 0,0 1 0 0 0,0-1 0 0 0,0 0 0 0 0,0 0 0 0 0,0 0 0 0 0,0 0 0 0 0,0 1 0 0 0,0-1 0 0 0,0 0 0 0 0,0 0 0 0 0,2 17 334 0 0,-2-12-295 0 0,0 0-1 0 0,0-1 1 0 0,1 1 0 0 0,0 0 0 0 0,0-1 0 0 0,0 1 0 0 0,2 5 0 0 0,49 115 602 0 0,-8-17-434 0 0,-19-51-160 0 0,22 48-33 0 0,-43-96-37 0 0,0 1 0 0 0,3 12 0 0 0,-4-12 0 0 0,0 0 0 0 0,7 12 0 0 0,-6-15 0 0 0,0 1 0 0 0,-1 0 0 0 0,4 10 0 0 0,-7-14 0 0 0,1-1 0 0 0,-1 1 0 0 0,1 0 0 0 0,-1-1 0 0 0,0 1 0 0 0,0 0 0 0 0,-1-1 0 0 0,1 1 0 0 0,-1-1 0 0 0,-1 7 0 0 0,1-6 3 0 0,0 0 0 0 0,-1 0 0 0 0,1-1 0 0 0,-1 1-1 0 0,0 0 1 0 0,0-1 0 0 0,0 1 0 0 0,-1-1 0 0 0,1 0 0 0 0,-1 0 0 0 0,0 0 0 0 0,1 0-1 0 0,-7 4 1 0 0,4-3 14 0 0,-1-1-1 0 0,0 0 1 0 0,0 0-1 0 0,0-1 1 0 0,0 0-1 0 0,0 0 1 0 0,-12 2-1 0 0,-14 1 69 0 0,0-1-1 0 0,0-2 1 0 0,1-1 0 0 0,-1-1-1 0 0,0-2 1 0 0,-34-6 0 0 0,23 0-742 0 0,-1-2 1 0 0,1-2-1 0 0,-74-31 1 0 0,85 28-547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43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626 75 12439 0 0,'-6'-10'902'0'0,"-1"0"0"0"0,0 1-1 0 0,-10-10 2397 0 0,9 26-2209 0 0,3 1-821 0 0,0 0 0 0 0,0 0 0 0 0,1 1 0 0 0,0 0 0 0 0,0-1 0 0 0,1 1-1 0 0,0 1 1 0 0,-2 9 0 0 0,-1 5 269 0 0,-13 42 316 0 0,3 1-1 0 0,4 0 1 0 0,2 1-1 0 0,-2 119 1 0 0,12-180-821 0 0,0 15 24 0 0,1 0-1 0 0,0 0 1 0 0,6 26-1 0 0,1-77 79 0 0,24-275-2319 0 0,-28 268 1819 0 0,-1 3-55 0 0,8-113-1117 0 0,-10 115 1385 0 0,-2 0-1 0 0,-7-52 0 0 0,8 81 202 0 0,0 1 20 0 0,-1-1 1 0 0,1 0-1 0 0,0 1 1 0 0,0-1-1 0 0,-1 0 1 0 0,1 1-1 0 0,-1-1 1 0 0,0 1-1 0 0,1-1 1 0 0,-1 0-1 0 0,0 1 1 0 0,0 0 0 0 0,0-1-1 0 0,0 1 1 0 0,-2-2-1 0 0,3 3-25 0 0,-1 0 0 0 0,1 0 0 0 0,-1 0 0 0 0,1 0-1 0 0,-1 0 1 0 0,1 0 0 0 0,0 0 0 0 0,-1 1 0 0 0,1-1 0 0 0,-1 0-1 0 0,1 0 1 0 0,0 1 0 0 0,-1-1 0 0 0,1 0 0 0 0,0 0 0 0 0,-1 1 0 0 0,1-1-1 0 0,0 0 1 0 0,0 1 0 0 0,-1-1 0 0 0,1 1 0 0 0,0-1 0 0 0,0 0 0 0 0,-1 1-1 0 0,-5 10 383 0 0,1 0-262 0 0,1 1 0 0 0,0-1 0 0 0,1 1-1 0 0,0 0 1 0 0,1 0 0 0 0,0 0 0 0 0,1 0 0 0 0,1 1 0 0 0,0-1-1 0 0,0 0 1 0 0,4 24 0 0 0,2-8-96 0 0,0-1 1 0 0,2 1-1 0 0,1-1 0 0 0,12 27 1 0 0,-1-12-62 0 0,2-1 0 0 0,1-1 0 0 0,2-1 1 0 0,2-2-1 0 0,37 42 0 0 0,-36-50-126 0 0,-17-18 0 0 0,0 1 0 0 0,-1-1 0 0 0,11 17 0 0 0,-20-26 21 0 0,-3-3-159 0 0,-11-1 253 0 0,0-1-1 0 0,0 0 1 0 0,1-1 0 0 0,0-1 0 0 0,-22-10-1 0 0,-58-40-206 0 0,66 39 77 0 0,-36-22-149 0 0,-1 3 0 0 0,-1 2 0 0 0,-70-23 0 0 0,-73-5 395 0 0,201 60 10 0 0,1-1-1 0 0,-1 1 1 0 0,1-1 0 0 0,0-1 0 0 0,-1 1-1 0 0,-6-5 1 0 0,34 3 179 0 0,83-14-220 0 0,62-16-83 0 0,-15 2-151 0 0,31 14-269 0 0,-150 17 146 0 0,0 2 0 0 0,0 1 0 0 0,49 10 0 0 0,-78-11 233 0 0,-1 0 0 0 0,1 0 0 0 0,0 0 1 0 0,-1 0-1 0 0,1 1 0 0 0,-1-1 0 0 0,1 1 0 0 0,3 3 0 0 0,-6-5 35 0 0,0 1-1 0 0,-1 0 1 0 0,1 0 0 0 0,0 0 0 0 0,0 0-1 0 0,-1 0 1 0 0,1 0 0 0 0,0 0 0 0 0,-1 0-1 0 0,1 0 1 0 0,-1 0 0 0 0,1 0-1 0 0,-1 0 1 0 0,0 0 0 0 0,1 1 0 0 0,-1-1-1 0 0,0 0 1 0 0,0 0 0 0 0,0 0 0 0 0,0 0-1 0 0,0 1 1 0 0,0-1 0 0 0,0 0-1 0 0,0 0 1 0 0,-1 0 0 0 0,1 0 0 0 0,0 1-1 0 0,-1-1 1 0 0,0 1 0 0 0,-1 4 79 0 0,0-1 1 0 0,-1-1 0 0 0,0 1-1 0 0,0 0 1 0 0,0-1 0 0 0,-1 1-1 0 0,-4 3 1 0 0,-31 28 517 0 0,21-20-255 0 0,-37 35 671 0 0,-10 10 185 0 0,-84 59 0 0 0,-94 60-395 0 0,228-168-1490 0 0,-26 23 1047 0 0,36-30-2468 0 0,1-1 0 0 0,0 1 0 0 0,-5 8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0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65 876 11975 0 0,'-5'18'18223'0'0,"1"-24"-16105"0"0,-1-3-2062 0 0,2 0 0 0 0,-1 0 0 0 0,1 0 0 0 0,1 0 0 0 0,-1-1 0 0 0,0-17-1 0 0,0-63-15 0 0,3 51-33 0 0,0-125-195 0 0,-10-168-203 0 0,10 323 380 0 0,-2-1 1 0 0,1 1-1 0 0,-1 0 0 0 0,-1-1 1 0 0,-5-12-1 0 0,6 19 16 0 0,0 5 9 0 0,2 7 20 0 0,2 6-31 0 0,1 0-1 0 0,0-1 0 0 0,1 1 1 0 0,11 24-1 0 0,32 54-3 0 0,-36-76 6 0 0,0 0-1 0 0,1 0 1 0 0,2-1-1 0 0,-1-1 1 0 0,2 0-1 0 0,0-1 1 0 0,0-1 0 0 0,1 0-1 0 0,1-1 1 0 0,0-1-1 0 0,1 0 1 0 0,0-1-1 0 0,24 9 1 0 0,-34-17-9 0 0,-1 1 1 0 0,1-1-1 0 0,-1-1 1 0 0,1 1-1 0 0,-1-1 0 0 0,1-1 1 0 0,0 1-1 0 0,0-1 0 0 0,0-1 1 0 0,-1 1-1 0 0,1-1 1 0 0,0-1-1 0 0,13-3 0 0 0,-11 1-2 0 0,-1 0 0 0 0,0-1 0 0 0,-1 1 0 0 0,1-2 0 0 0,-1 1 0 0 0,0-1 0 0 0,0 0 0 0 0,-1-1 0 0 0,0 0 0 0 0,9-11 0 0 0,1-3-28 0 0,-2-1 0 0 0,0-1 0 0 0,-1 0 0 0 0,13-32 0 0 0,33-104-31 0 0,-39 73 54 0 0,-10 34 151 0 0,-11 51 3 0 0,0 3-83 0 0,-1 13-17 0 0,0 1 1 0 0,1 0-1 0 0,1 0 0 0 0,5 25 1 0 0,-1 0 3 0 0,27 237 35 0 0,27-5-88 0 0,-52-244-16 0 0,8 24-289 0 0,-14-49 146 0 0,1 0 0 0 0,-1 0 0 0 0,1 0 0 0 0,0-1 0 0 0,1 1 0 0 0,-1-1 0 0 0,1 1 0 0 0,-1-1 0 0 0,1 0 0 0 0,3 3 0 0 0,-5-5 11 0 0,0 0 0 0 0,-1-1 0 0 0,1 1 0 0 0,0-1 0 0 0,0 1 0 0 0,0-1 0 0 0,0 1 0 0 0,-1-1 0 0 0,1 0 1 0 0,0 1-1 0 0,0-1 0 0 0,0 0 0 0 0,0 0 0 0 0,0 1 0 0 0,0-1 0 0 0,0 0 0 0 0,0 0 0 0 0,0 0 0 0 0,0 0 0 0 0,0 0 0 0 0,0-1 0 0 0,0 1 0 0 0,0 0 0 0 0,0 0 0 0 0,0-1 0 0 0,0 1 0 0 0,1-1 0 0 0,8-5-1859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1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 16583 0 0,'0'0'1506'0'0,"2"0"-1241"0"0,50-1 8235 0 0,0 0-4010 0 0,107-5-3978 0 0,-71 2-428 0 0,-43 1-860 0 0,-10 1-2385 0 0,-12 1-5296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1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1 13359 0 0,'-1'1'612'0'0,"-8"6"112"0"0,6-6-521 0 0,1 0 1 0 0,0 1-1 0 0,0 0 1 0 0,0-1-1 0 0,0 1 0 0 0,0 0 1 0 0,1 0-1 0 0,-1 0 1 0 0,0 0-1 0 0,1 0 0 0 0,0 0 1 0 0,-3 7 6845 0 0,6 0-3763 0 0,1-6-3075 0 0,-1-1-1 0 0,1 0 1 0 0,0 0 0 0 0,-1 0-1 0 0,1-1 1 0 0,0 1 0 0 0,0-1-1 0 0,0 1 1 0 0,0-1 0 0 0,1 0 0 0 0,-1 0-1 0 0,0-1 1 0 0,0 1 0 0 0,1-1-1 0 0,-1 1 1 0 0,4-1 0 0 0,11 1-224 0 0,30-4 1 0 0,-42 2 147 0 0,68-8-630 0 0,95-25 1 0 0,-139 26-662 0 0,1-1-47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1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69 8751 0 0,'3'-14'19619'0'0,"3"33"-16112"0"0,4 16-6167 0 0,-7-23 4465 0 0,10 50-1673 0 0,37 170 840 0 0,-36-183-759 0 0,2 0 1 0 0,36 77 0 0 0,-46-113-214 0 0,1 0 0 0 0,0 0 0 0 0,1 0 0 0 0,0-1 0 0 0,1 0 0 0 0,1 0 0 0 0,17 16 0 0 0,-26-27 0 0 0,0 0 0 0 0,0 0 0 0 0,0 0 0 0 0,0 0 0 0 0,0-1 0 0 0,0 1 0 0 0,1 0 0 0 0,-1-1 0 0 0,0 1 0 0 0,0-1 0 0 0,1 1 0 0 0,-1-1 0 0 0,0 0 0 0 0,1 1 0 0 0,-1-1 0 0 0,0 0 0 0 0,4 0 0 0 0,-4 0 0 0 0,0-1 0 0 0,0 1 0 0 0,0 0 0 0 0,0-1 0 0 0,1 0 0 0 0,-1 1 0 0 0,0-1 0 0 0,0 0 0 0 0,0 1 0 0 0,0-1 0 0 0,1-1 0 0 0,0 0 0 0 0,1-1 0 0 0,0 1 0 0 0,-1-1 0 0 0,0 0 0 0 0,1 0 0 0 0,-1 0 0 0 0,0 0 0 0 0,0-1 0 0 0,-1 1 0 0 0,1-1 0 0 0,-1 1 0 0 0,2-6 0 0 0,2-9 0 0 0,2-20 0 0 0,-4 17 0 0 0,71-515-20 0 0,-67 440-1067 0 0,-6 94 626 0 0,-3 17-4344 0 0,0 3-1824 0 0,-1 3-1897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2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63 108 23583 0 0,'-2'0'52'0'0,"-10"-4"1255"0"0,-26-5 1 0 0,37 9-1201 0 0,1 0-1 0 0,-1 0 1 0 0,1 0 0 0 0,-1 0 0 0 0,1 0 0 0 0,-1 0 0 0 0,1 0 0 0 0,-1 0 0 0 0,1 0-1 0 0,-1-1 1 0 0,1 1 0 0 0,-1 0 0 0 0,1 0 0 0 0,-1-1 0 0 0,1 1 0 0 0,-1 0 0 0 0,1-1-1 0 0,0 1 1 0 0,-1 0 0 0 0,1-1 0 0 0,-1 0 0 0 0,9-3 2323 0 0,19-2-1266 0 0,136-9-818 0 0,-18 1-120 0 0,468-29-242 0 0,-598 43 13 0 0,40-4-150 0 0,41 0-3103 0 0,-92 12-775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3.3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64 19495 0 0,'-51'-10'4903'0'0,"64"6"-2540"0"0,13-1-1345 0 0,146-2 609 0 0,-85 6-1114 0 0,289-17 487 0 0,84-1-811 0 0,-291 24-610 0 0,-157-3 495 0 0,1 1-2932 0 0,-21-2 1202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4.2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0 109 1375 0 0,'0'0'66'0'0,"2"-32"24928"0"0,8 47-22948 0 0,-4-7-1660 0 0,4 15 318 0 0,0 0-1 0 0,7 28 1 0 0,2 6-166 0 0,-12-38-383 0 0,30 72 377 0 0,-30-78-498 0 0,0 0-1 0 0,0-1 0 0 0,2 1 0 0 0,14 17 1 0 0,-22-29-24 0 0,0 1 0 0 0,1-1 0 0 0,-1 1 0 0 0,1-1 0 0 0,-1 1 0 0 0,1-1 0 0 0,0 0 0 0 0,0 0 0 0 0,-1 0 0 0 0,1 0 0 0 0,0 0 0 0 0,0 0 0 0 0,0-1 0 0 0,4 2 0 0 0,-5-2-5 0 0,1 0 1 0 0,0 0 0 0 0,-1-1 0 0 0,1 1-1 0 0,0 0 1 0 0,-1-1 0 0 0,1 1 0 0 0,0-1-1 0 0,-1 0 1 0 0,1 1 0 0 0,-1-1 0 0 0,1 0-1 0 0,-1 0 1 0 0,1 0 0 0 0,-1 0 0 0 0,0 0-1 0 0,3-3 1 0 0,3-2 0 0 0,-1-2 0 0 0,0 1 0 0 0,0-1 1 0 0,0 0-1 0 0,-1 0 0 0 0,6-13 0 0 0,21-57 68 0 0,-9 20-47 0 0,-15 41-38 0 0,77-198-845 0 0,-83 207 408 0 0,-2 6-21 0 0,3-3-827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4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9671 0 0,'5'-1'19655'0'0,"22"-3"-18198"0"0,50 2 48 0 0,-17 1-1190 0 0,97-8-239 0 0,-114 4-167 0 0,13 0 67 0 0,-18 2-4461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5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1 121 24559 0 0,'0'0'2225'0'0,"1"0"-1741"0"0,12 1 288 0 0,-1-1-1 0 0,1 0 1 0 0,0-1-1 0 0,18-4 0 0 0,-6 2-48 0 0,10-3-460 0 0,0-2 0 0 0,66-24-1 0 0,-26 7-483 0 0,-4-3-2179 0 0,-57 22 408 0 0,4-2-8192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6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72 12895 0 0,'5'-23'1387'0'0,"-1"-2"598"0"0,-4 23-1631 0 0,0 1 1 0 0,0 0-1 0 0,0 0 1 0 0,0 0-1 0 0,0 0 1 0 0,0 0-1 0 0,-1-1 1 0 0,1 1-1 0 0,-1 0 1 0 0,1 0-1 0 0,-1-1 1 0 0,0 1-163 0 0,1 1 1 0 0,0-1 0 0 0,-1 1 0 0 0,1-1-1 0 0,-1 0 1 0 0,0 1 0 0 0,1-1 0 0 0,-1 1-1 0 0,1-1 1 0 0,-1 1 0 0 0,0 0 0 0 0,1-1-1 0 0,-1 1 1 0 0,0 0 0 0 0,1-1 0 0 0,-1 1 0 0 0,0 0-1 0 0,1 0 1 0 0,-1 0 0 0 0,0-1 0 0 0,0 1-1 0 0,0 0 1 0 0,-1 0 116 0 0,0 1 0 0 0,0-1 0 0 0,0 0-1 0 0,1 1 1 0 0,-1-1 0 0 0,0 1 0 0 0,0-1 0 0 0,-3 3 0 0 0,-1 1 222 0 0,-1 0 0 0 0,1 0 0 0 0,-8 7 0 0 0,14-10-515 0 0,-27 23 376 0 0,1 1 1 0 0,1 2 0 0 0,1 0 0 0 0,2 2-1 0 0,1 0 1 0 0,-34 64 0 0 0,51-85-385 0 0,1 0-1 0 0,0 0 1 0 0,0 1 0 0 0,0-1-1 0 0,1 1 1 0 0,1-1 0 0 0,-1 1 0 0 0,2 0-1 0 0,-1 0 1 0 0,1 0 0 0 0,0 0-1 0 0,3 16 1 0 0,-2-20-6 0 0,1 1 0 0 0,-1-1 0 0 0,1 1 0 0 0,0-1 0 0 0,1 0 0 0 0,-1 0 0 0 0,1 0 0 0 0,0-1 0 0 0,0 1 0 0 0,1-1 0 0 0,-1 1 0 0 0,1-1 0 0 0,0 0 0 0 0,0 0 0 0 0,0-1 0 0 0,1 1 0 0 0,-1-1 0 0 0,1 0 0 0 0,0 0 0 0 0,0-1 0 0 0,7 4 0 0 0,0-2-14 0 0,0 0 0 0 0,0-1-1 0 0,1-1 1 0 0,-1 0 0 0 0,1 0 0 0 0,0-1-1 0 0,-1-1 1 0 0,26-2 0 0 0,-9-2-39 0 0,-1-1-1 0 0,51-16 1 0 0,-58 14-12 0 0,0-2 0 0 0,0 0 0 0 0,-1-1-1 0 0,0-1 1 0 0,-1 0 0 0 0,18-15 0 0 0,-26 17 31 0 0,0 0 0 0 0,-1 0-1 0 0,-1-1 1 0 0,0 0 0 0 0,0 0 0 0 0,-1-1 0 0 0,0 0 0 0 0,0-1-1 0 0,-2 0 1 0 0,1 0 0 0 0,4-14 0 0 0,-9 19 20 0 0,0 1 0 0 0,-1-1 0 0 0,0 1 0 0 0,0-1 0 0 0,0 0 0 0 0,-1 1 0 0 0,0-1 0 0 0,-1 0 0 0 0,1 1 0 0 0,-1-1 0 0 0,0 0 0 0 0,-1 1 0 0 0,1-1-1 0 0,-1 1 1 0 0,-1 0 0 0 0,1-1 0 0 0,-1 1 0 0 0,0 0 0 0 0,-1 0 0 0 0,1 1 0 0 0,-1-1 0 0 0,0 1 0 0 0,-1 0 0 0 0,1 0 0 0 0,-1 0 0 0 0,0 1 0 0 0,0-1 0 0 0,-1 1 0 0 0,1 0 0 0 0,-1 1 0 0 0,0 0 0 0 0,0-1 0 0 0,0 2 0 0 0,-8-4 0 0 0,4 3-46 0 0,-1 1 1 0 0,1 0 0 0 0,-1 1 0 0 0,0 0-1 0 0,0 0 1 0 0,0 1 0 0 0,1 0-1 0 0,-16 3 1 0 0,21-2-205 0 0,-1 0-1 0 0,1 1 1 0 0,-1-1-1 0 0,1 1 1 0 0,0 0-1 0 0,-1 0 1 0 0,1 1-1 0 0,0-1 1 0 0,1 1-1 0 0,-1 1 1 0 0,0-1 0 0 0,1 0-1 0 0,0 1 1 0 0,-1 0-1 0 0,1 0 1 0 0,1 1-1 0 0,-6 7 1 0 0,2 2-1672 0 0,5 0-59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6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6447 0 0,'9'6'21929'0'0,"8"15"-19931"0"0,-14-16-1871 0 0,0-1 0 0 0,0 0 0 0 0,0 0-1 0 0,0-1 1 0 0,1 1 0 0 0,7 5 0 0 0,-8-8-494 0 0,0 0 0 0 0,-1 0 0 0 0,2 0 0 0 0,-1-1 0 0 0,0 1 0 0 0,0-1 0 0 0,0 1 0 0 0,0-1 0 0 0,0 0 0 0 0,0 0 0 0 0,0-1 0 0 0,1 1 0 0 0,3-2 0 0 0,6 0-9198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6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23527 0 0,'0'0'2129'0'0,"1"-1"-1749"0"0,0-1-41 0 0,7-11-848 0 0,-2 8 4257 0 0,-5 6-3673 0 0,0-1-1 0 0,-1 0 1 0 0,1 1 0 0 0,0-1 0 0 0,0 1 0 0 0,-1-1 0 0 0,1 1 0 0 0,-1-1 0 0 0,1 1-1 0 0,0-1 1 0 0,-1 1 0 0 0,1-1 0 0 0,-1 1 0 0 0,1 0 0 0 0,-1-1 0 0 0,1 1-1 0 0,-1 0 1 0 0,1 1 0 0 0,6 14 460 0 0,-4-2-484 0 0,0 0 0 0 0,-1 0 0 0 0,-1 1-1 0 0,0-1 1 0 0,-1 0 0 0 0,-1 1 0 0 0,-2 19 0 0 0,-1 29-127 0 0,3-33 86 0 0,0-11-781 0 0,1 1 0 0 0,1-1 1 0 0,1 0-1 0 0,6 33 0 0 0,-3-38-1160 0 0,1-4-357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7.1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66 11055 0 0,'0'0'506'0'0,"-1"-2"-10"0"0,-1 0 1163 0 0,1 0 0 0 0,0 0 0 0 0,-6-6 4977 0 0,5 6-4977 0 0,-4-2 0 0 0,5 3-1241 0 0,0 0-1 0 0,-1 1 0 0 0,1-1 0 0 0,-1 1 0 0 0,1-1 0 0 0,-1 1 0 0 0,1-1 0 0 0,-1 1 0 0 0,1 0 0 0 0,-1 0 1 0 0,-1-1-1 0 0,-1 2-551 0 0,-1 0-1 0 0,1-1 1 0 0,0 2 0 0 0,0-1 0 0 0,0 0 0 0 0,0 1 0 0 0,-6 3 0 0 0,-2 0 1356 0 0,4-1-1219 0 0,-1 1 0 0 0,1 0 0 0 0,0 0-1 0 0,0 1 1 0 0,1 0 0 0 0,-12 12 0 0 0,14-13-3 0 0,1 0-1 0 0,-1 0 1 0 0,1 0 0 0 0,0 1-1 0 0,0 0 1 0 0,1 0-1 0 0,0 0 1 0 0,0 0 0 0 0,0 0-1 0 0,-1 9 1 0 0,3-13 0 0 0,1 0 0 0 0,0 0 0 0 0,0 1 0 0 0,0-1 0 0 0,0 0 0 0 0,1 0 0 0 0,-1 0 0 0 0,1 1 0 0 0,-1-1 0 0 0,1 0 0 0 0,0 0 0 0 0,-1 0 0 0 0,1 0 0 0 0,0 0 0 0 0,0 0 0 0 0,1 0 0 0 0,-1 0 0 0 0,0 0 0 0 0,1 0 0 0 0,-1-1 0 0 0,1 1 0 0 0,0-1 0 0 0,-1 1 0 0 0,1-1 0 0 0,0 1 0 0 0,0-1 0 0 0,3 1 0 0 0,4 4 0 0 0,0-2 0 0 0,1 1 0 0 0,0-1 0 0 0,15 4 0 0 0,113 22 0 0 0,-2-1 0 0 0,-113-22 0 0 0,30 12 0 0 0,-46-16 0 0 0,-1 0 0 0 0,1 0 0 0 0,-1 1 0 0 0,0-1 0 0 0,-1 2 0 0 0,1-1 0 0 0,-1 1 0 0 0,1-1 0 0 0,5 9 0 0 0,-10-12 1 0 0,1 1 0 0 0,-1-1 0 0 0,0 1 0 0 0,-1-1 0 0 0,1 1 0 0 0,0 0 0 0 0,0-1 0 0 0,-1 1 0 0 0,1 0 0 0 0,0 0 0 0 0,-1-1 0 0 0,0 1 0 0 0,1 0 0 0 0,-1 0 0 0 0,0 0-1 0 0,0 0 1 0 0,0-1 0 0 0,0 1 0 0 0,-1 0 0 0 0,1 0 0 0 0,-1 1 0 0 0,0 0 3 0 0,0 0 0 0 0,-1-1 0 0 0,1 1 0 0 0,-1 0 0 0 0,0-1 0 0 0,1 0 0 0 0,-1 1-1 0 0,0-1 1 0 0,0 0 0 0 0,-1 0 0 0 0,-3 3 0 0 0,-6 2 10 0 0,0 0-1 0 0,0 0 1 0 0,0-1-1 0 0,-19 5 1 0 0,15-6-330 0 0,0-1 1 0 0,1-1-1 0 0,-1 0 0 0 0,0-1 1 0 0,-1-1-1 0 0,1 0 0 0 0,0-2 0 0 0,0 0 1 0 0,0 0-1 0 0,0-2 0 0 0,0 0 1 0 0,0 0-1 0 0,0-2 0 0 0,1 0 1 0 0,0-1-1 0 0,0 0 0 0 0,-17-10 0 0 0,10 2-9401 0 0</inkml:trace>
  <inkml:trace contextRef="#ctx0" brushRef="#br0" timeOffset="1">101 23 13359 0 0,'0'0'1210'0'0,"1"-1"-996"0"0,14-3 1757 0 0,-1 1 0 0 0,0 0 0 0 0,1 1 0 0 0,19-1 0 0 0,63 4 5498 0 0,-14 1-7253 0 0,30-7 68 0 0,-42 0-1461 0 0,114 9-1 0 0,-163-1-539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7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27 166 24647 0 0,'-1'0'-184'0'0,"-20"-2"3540"0"0,17 1-1267 0 0,12 1-1634 0 0,489-7 1728 0 0,-343 1-1967 0 0,544-26-210 0 0,-267 10-7 0 0,-237 14 1 0 0,182-9 0 0 0,-259 10 0 0 0,459-36 0 0 0,-275 23 0 0 0,-294 20-15 0 0,-5 0-59 0 0,-12 0-1432 0 0,0 0 165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8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230 139 17647 0 0,'0'-8'1603'0'0,"2"0"-1273"0"0,-1 4-10 0 0,0 0 0 0 0,0 0 0 0 0,-1 0 1 0 0,1-1-1 0 0,-1 1 0 0 0,0 0 0 0 0,0 0 1 0 0,-2-6 1595 0 0,-2 7 804 0 0,-6-2-347 0 0,7 6-2205 0 0,0-1 1 0 0,0 1-1 0 0,0-1 0 0 0,0 1 1 0 0,0 0-1 0 0,0 0 0 0 0,1 0 1 0 0,-1 0-1 0 0,0 1 0 0 0,1-1 0 0 0,-1 1 1 0 0,1 0-1 0 0,-1 0 0 0 0,1 0 1 0 0,-3 2-1 0 0,-5 6 104 0 0,-16 23-1 0 0,13-16-134 0 0,-13 13-99 0 0,8-10 7 0 0,1 1-1 0 0,-18 30 0 0 0,31-44-38 0 0,0 0-1 0 0,0 0 1 0 0,1 1-1 0 0,0-1 1 0 0,1 1-1 0 0,0 0 1 0 0,0 0-1 0 0,0 0 1 0 0,1 0-1 0 0,0 0 1 0 0,1 0-1 0 0,0 9 1 0 0,0-13-6 0 0,1 0 0 0 0,-1 0 0 0 0,1-1 0 0 0,0 1 0 0 0,0 0 0 0 0,1 0 0 0 0,-1-1 0 0 0,1 1 0 0 0,-1-1 0 0 0,1 1 0 0 0,0-1 0 0 0,1 0 0 0 0,-1 0 0 0 0,5 5 0 0 0,-3-4 0 0 0,1 0 0 0 0,0-1 0 0 0,0 1 0 0 0,0-1 0 0 0,0 0 0 0 0,0 0 0 0 0,0-1 0 0 0,11 4 0 0 0,-1-2 0 0 0,0-1 0 0 0,0 0 0 0 0,0-1 0 0 0,1-1 0 0 0,-1 0 0 0 0,24-3 0 0 0,-14 0-52 0 0,-1-2-1 0 0,1 0 1 0 0,-1-2-1 0 0,0 0 1 0 0,36-17-1 0 0,-47 18 28 0 0,-1-1-1 0 0,-1 0 1 0 0,1-1 0 0 0,-1 0-1 0 0,0-1 1 0 0,-1 0-1 0 0,0-1 1 0 0,0 0-1 0 0,-1-1 1 0 0,0 0 0 0 0,0 0-1 0 0,6-12 1 0 0,-12 16 21 0 0,0 1 0 0 0,0-1 1 0 0,0 0-1 0 0,-1 0 1 0 0,0 0-1 0 0,0 0 0 0 0,-1 0 1 0 0,0 0-1 0 0,0-1 0 0 0,0 1 1 0 0,-1 0-1 0 0,0-1 1 0 0,0 1-1 0 0,0 0 0 0 0,-1-1 1 0 0,0 1-1 0 0,0 0 1 0 0,-1 0-1 0 0,0 0 0 0 0,0 0 1 0 0,0 0-1 0 0,-1 0 0 0 0,0 0 1 0 0,-3-5-1 0 0,-2 0-16 0 0,0 0-1 0 0,-1 0 1 0 0,0 1 0 0 0,-1 0-1 0 0,0 0 1 0 0,0 1 0 0 0,-1 1-1 0 0,0-1 1 0 0,0 2-1 0 0,-15-8 1 0 0,2 3-339 0 0,-44-16 1 0 0,57 24-287 0 0,0 1 1 0 0,0 0-1 0 0,-1 1 1 0 0,1 0-1 0 0,-1 0 0 0 0,-18 1 1 0 0,17 3-823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8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15663 0 0,'0'0'10284'0'0,"-6"8"-4224"0"0,5-5-5893 0 0,0-2-136 0 0,1 0 0 0 0,-1 1 0 0 0,1-1 1 0 0,-1 0-1 0 0,1 1 0 0 0,-1-1 0 0 0,1 1 1 0 0,0-1-1 0 0,0 0 0 0 0,0 1 0 0 0,0-1 0 0 0,0 1 1 0 0,0-1-1 0 0,0 1 0 0 0,1-1 0 0 0,-1 1 1 0 0,0-1-1 0 0,2 3 0 0 0,-1 0-438 0 0,1-1 0 0 0,0 1 0 0 0,0-1 0 0 0,0 1 0 0 0,5 4 0 0 0,-3-3-26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9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21191 0 0,'0'0'10593'0'0,"1"0"-10149"0"0,97-3-177 0 0,-57 0-176 0 0,-1 2-1 0 0,77 8 1 0 0,-106-5-91 0 0,-6-2 0 0 0,0 1 0 0 0,-1-1 0 0 0,1 1 0 0 0,0 1 0 0 0,-1-1 0 0 0,1 1 0 0 0,-1-1 0 0 0,5 4 0 0 0,-1 3 0 0 0,-7-6 0 0 0,0 0 0 0 0,0 0 0 0 0,0 0 0 0 0,0 0 0 0 0,-1 0 0 0 0,1 0 0 0 0,-1 0 0 0 0,1 1 0 0 0,-1-1 0 0 0,0 0 0 0 0,0 0 0 0 0,0 1 0 0 0,0-1 0 0 0,-1 0 0 0 0,1 0 0 0 0,0 1 0 0 0,-1-1 0 0 0,0 0 0 0 0,1 0 0 0 0,-1 0 0 0 0,0 0 0 0 0,-1 2 0 0 0,-3 5 0 0 0,0 0 0 0 0,0 0 0 0 0,-10 11 0 0 0,-6 5 0 0 0,-2-1 0 0 0,-40 33 0 0 0,40-38 0 0 0,2 1 0 0 0,0 1 0 0 0,-32 40 0 0 0,50-58 0 0 0,3-3 0 0 0,-1 1 0 0 0,0-1 0 0 0,1 1 0 0 0,-1 0 0 0 0,1-1 0 0 0,-1 1 0 0 0,1 0 0 0 0,0-1 0 0 0,-1 1 0 0 0,1 0 0 0 0,0 0 0 0 0,-1 0 0 0 0,1-1 0 0 0,0 1 0 0 0,0 0 0 0 0,0 0 0 0 0,-1 0 0 0 0,1 0 0 0 0,0-1 0 0 0,0 3 0 0 0,0 6 0 0 0,4-1 0 0 0,-2-6 0 0 0,0 0 0 0 0,0 0 0 0 0,1-1 0 0 0,-1 1 0 0 0,0-1 0 0 0,1 1 0 0 0,-1-1 0 0 0,1 0 0 0 0,-1 0 0 0 0,1 0 0 0 0,0 0 0 0 0,-1-1 0 0 0,1 1 0 0 0,0-1 0 0 0,0 1 0 0 0,4-1 0 0 0,8 0 0 0 0,27-3 0 0 0,-30 1 0 0 0,57-8 0 0 0,135-38 0 0 0,-193 45-28 0 0,77-25-1761 0 0,-72 23 1150 0 0,-1-2 0 0 0,0 0 0 0 0,22-13 0 0 0,-26 12-1564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2:59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34 23407 0 0,'0'0'2123'0'0,"-7"0"-1702"0"0,-1-1 5747 0 0,15 0-6036 0 0,-2 1 0 0 0,1-1 0 0 0,10-3 0 0 0,5-1-12 0 0,200-16-120 0 0,-207 21 0 0 0,0 0 0 0 0,-1 0 0 0 0,19 3 0 0 0,-21 1 0 0 0,-3 2 0 0 0,-8-4 0 0 0,1 0 0 0 0,0-1 0 0 0,-1 1 0 0 0,1 0 0 0 0,-1 0 0 0 0,1 0 0 0 0,-1 0 0 0 0,0-1 0 0 0,0 1 0 0 0,0 0 0 0 0,0 0 0 0 0,0 0 0 0 0,0 0 0 0 0,0 0 0 0 0,-1-1 0 0 0,1 1 0 0 0,-1 0 0 0 0,1 0 0 0 0,-1 0 0 0 0,0-1 0 0 0,0 1 0 0 0,-1 2 0 0 0,-3 5 0 0 0,-1 0 0 0 0,-11 13 0 0 0,16-20 0 0 0,-31 35 0 0 0,-44 38 0 0 0,-8 9 0 0 0,55-48 0 0 0,26-32 0 0 0,1 0 0 0 0,0 0 0 0 0,-1 0 0 0 0,1 0 0 0 0,1 1 0 0 0,-1-1 0 0 0,-1 9 0 0 0,3-3 0 0 0,5-2 0 0 0,-2-5 0 0 0,0-1 0 0 0,0 1 0 0 0,1-1 0 0 0,-1 0 0 0 0,1-1 0 0 0,-1 1 0 0 0,1-1 0 0 0,0 1 0 0 0,0-1 0 0 0,0 0 0 0 0,7 1 0 0 0,2-1 0 0 0,0 0 0 0 0,17-1 0 0 0,0-2-118 0 0,1-1 0 0 0,-1-2 0 0 0,58-17 0 0 0,83-44-562 0 0,-119 41-1408 0 0,-20 4-2321 0 0,-17 10-4878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0.1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15 19375 0 0,'11'-11'11645'0'0,"-12"12"-11133"0"0,-16 35-124 0 0,-27 40 1 0 0,-9 17 45 0 0,46-78-431 0 0,0 0 0 0 0,0 1 0 0 0,-5 26 0 0 0,10-36-2 0 0,1 1 0 0 0,0-1 0 0 0,1 1 0 0 0,0-1 0 0 0,0 1 0 0 0,0-1-1 0 0,1 0 1 0 0,0 1 0 0 0,0-1 0 0 0,1 1 0 0 0,-1-1 0 0 0,5 10 0 0 0,-2-9-1 0 0,-1-1 0 0 0,1 1 0 0 0,1-1 0 0 0,-1 0 0 0 0,1 0 0 0 0,0 0 0 0 0,0-1 0 0 0,0 1 0 0 0,1-1 0 0 0,0 0 0 0 0,0-1 0 0 0,1 0 0 0 0,-1 0 0 0 0,1 0 0 0 0,0-1 0 0 0,-1 1 0 0 0,12 2 0 0 0,-6-3 0 0 0,0 0 0 0 0,0 0 0 0 0,1-1 0 0 0,-1-1 0 0 0,0 0 0 0 0,1 0 0 0 0,-1-2 0 0 0,0 1 0 0 0,1-2 0 0 0,13-2 0 0 0,-20 2 0 0 0,0 0 0 0 0,0 0 0 0 0,0-1 0 0 0,0 0 0 0 0,0 0 0 0 0,-1 0 0 0 0,1 0 0 0 0,-1-1 0 0 0,0 0 0 0 0,0 0 0 0 0,0-1 0 0 0,-1 1 0 0 0,1-1 0 0 0,-1 0 0 0 0,0 0 0 0 0,-1-1 0 0 0,1 1 0 0 0,-1-1 0 0 0,0 0 0 0 0,0 0 0 0 0,-1 0 0 0 0,0 0 0 0 0,0 0 0 0 0,0 0 0 0 0,-1-1 0 0 0,0 1 0 0 0,0-1 0 0 0,0 1 0 0 0,-1-1 0 0 0,0 1 0 0 0,-1-1 0 0 0,1 1 0 0 0,-1 0 0 0 0,0-1 0 0 0,-1 1 0 0 0,-4-12 0 0 0,-5-10-67 0 0,-1 1 1 0 0,-1 1-1 0 0,-22-32 1 0 0,24 42 15 0 0,-1 1 0 0 0,-1 0 0 0 0,0 1 0 0 0,-1 0 0 0 0,0 2 0 0 0,-19-14 0 0 0,20 17-202 0 0,-19-10-1 0 0,28 16-19 0 0,0 1 0 0 0,-1 1 0 0 0,1-1 1 0 0,-1 1-1 0 0,0-1 0 0 0,1 1 0 0 0,-1 0 1 0 0,-8 0-1 0 0,12 1-533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0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0 14743 0 0,'0'2'11957'0'0,"-3"11"-9491"0"0,-33 62-1759 0 0,25-54-335 0 0,0 0-1 0 0,2 2 1 0 0,0-1 0 0 0,-7 30 0 0 0,15-45-317 0 0,0 0-1 0 0,0 0 1 0 0,0 1-1 0 0,1-1 1 0 0,0 0-1 0 0,1 0 0 0 0,0 0 1 0 0,0 1-1 0 0,0-1 1 0 0,1 0-1 0 0,0 0 1 0 0,0-1-1 0 0,1 1 1 0 0,0 0-1 0 0,0-1 1 0 0,0 1-1 0 0,1-1 1 0 0,7 10-1 0 0,-2-6-77 0 0,0 0 1 0 0,0 0-1 0 0,1-1 0 0 0,0-1 0 0 0,1 1 1 0 0,0-2-1 0 0,0 1 0 0 0,0-1 1 0 0,1-1-1 0 0,0 0 0 0 0,1-1 0 0 0,-1 0 1 0 0,25 5-1 0 0,-27-8 4 0 0,0 0 0 0 0,0-1 0 0 0,0 0 0 0 0,0-1 0 0 0,1 0 0 0 0,-1-1 0 0 0,0 0 0 0 0,0 0 0 0 0,0-1-1 0 0,0-1 1 0 0,0 0 0 0 0,-1 0 0 0 0,1 0 0 0 0,-1-1 0 0 0,0-1 0 0 0,0 0 0 0 0,0 0 0 0 0,15-12 0 0 0,-13 7-41 0 0,0 0 1 0 0,-1 0-1 0 0,0-1 0 0 0,0-1 0 0 0,-2 0 1 0 0,9-13-1 0 0,-13 19 34 0 0,-1-1 0 0 0,1 1 0 0 0,-1-1 0 0 0,-1 0 0 0 0,1 0 0 0 0,-1 0 0 0 0,-1 0 0 0 0,1-1 0 0 0,-1 1 0 0 0,0 0 0 0 0,-1 0 0 0 0,0-1 0 0 0,0 1 0 0 0,-1-8 0 0 0,0 13 22 0 0,1-1-1 0 0,-1 1 1 0 0,1-1 0 0 0,-1 1 0 0 0,0 0-1 0 0,0 0 1 0 0,0 0 0 0 0,0-1-1 0 0,0 1 1 0 0,0 0 0 0 0,0 0 0 0 0,-1 0-1 0 0,1 0 1 0 0,-1 1 0 0 0,0-1-1 0 0,1 0 1 0 0,-1 1 0 0 0,0-1 0 0 0,-3-1-1 0 0,2 2 22 0 0,0 0 0 0 0,0 0 0 0 0,0 0 1 0 0,0 0-1 0 0,0 1 0 0 0,0-1 0 0 0,0 1 0 0 0,0-1 0 0 0,-1 1 0 0 0,1 0 0 0 0,0 1 0 0 0,-6 0 0 0 0,-3 2 79 0 0,-1 1 0 0 0,1 0-1 0 0,0 0 1 0 0,0 1 0 0 0,-21 13 0 0 0,5-1 41 0 0,-29 22 1 0 0,49-33-209 0 0,1 1 0 0 0,-1 0-1 0 0,1 0 1 0 0,1 1 0 0 0,-1 0 0 0 0,1 0-1 0 0,-10 17 1 0 0,15-23-215 0 0,0 1 1 0 0,0-1-1 0 0,1 1 1 0 0,-1-1-1 0 0,0 1 1 0 0,1 0-1 0 0,-1-1 1 0 0,1 1-1 0 0,0 3 1 0 0,1 5-7586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0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358 1 25223 0 0,'0'0'6165'0'0,"-10"13"-5034"0"0,5-6-1103 0 0,-9 15 27 0 0,0-2 0 0 0,-2 1 0 0 0,-22 22 0 0 0,-96 73-55 0 0,120-106 0 0 0,-9 7 0 0 0,1 2 0 0 0,1 0 0 0 0,-23 26 0 0 0,42-39 0 0 0,2-5 0 0 0,1 0 0 0 0,-1 0 0 0 0,1 0 0 0 0,-1 0 0 0 0,1 0 0 0 0,0 0 0 0 0,-1 0 0 0 0,1 0 0 0 0,0-1 0 0 0,-1 1 0 0 0,1 0 0 0 0,0 0 0 0 0,0-1 0 0 0,0 1 0 0 0,0-1 0 0 0,0 1 0 0 0,0-1 0 0 0,0 1 0 0 0,0-1 0 0 0,0 1 0 0 0,0-1 0 0 0,0 0 0 0 0,0 0 0 0 0,0 0 0 0 0,2 1 0 0 0,32 0 0 0 0,-26-1 0 0 0,204-10 0 0 0,-60 1 0 0 0,-124 8-66 0 0,-5 1-232 0 0,-1-1 0 0 0,0-1-1 0 0,40-9 1 0 0,-44 2-1468 0 0,-9-1-6465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1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23959 0 0,'0'0'2165'0'0,"1"2"-1781"0"0,3 20 983 0 0,0 1-1 0 0,-2-1 0 0 0,0 43 0 0 0,0-11-740 0 0,25 285-458 0 0,-26-317-2431 0 0,-1 1-4758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2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31 17967 0 0,'-2'0'2392'0'0,"-10"-2"7856"0"0,24 6-10085 0 0,1 0 0 0 0,-1 0 1 0 0,0-2-1 0 0,1 1 0 0 0,18 0 0 0 0,68-1 888 0 0,-61-3-921 0 0,135-8-130 0 0,-150 7-273 0 0,-1-1 0 0 0,41-9 0 0 0,-55 10-339 0 0,0 0 0 0 0,0 0 0 0 0,0-1 0 0 0,-1 0-1 0 0,1 0 1 0 0,8-6 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2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40 11055 0 0,'-5'1'167'0'0,"-7"4"668"0"0,6-1-657 0 0,9 10 11555 0 0,8-3-8495 0 0,-4-8-2772 0 0,1 0 1 0 0,-1 0-1 0 0,1-1 0 0 0,0-1 1 0 0,0 1-1 0 0,9 0 0 0 0,49-1 496 0 0,-7-6-1016 0 0,-1-2 1 0 0,78-22-1 0 0,-24 5-3978 0 0,-46 7-363 0 0,-36 7 2142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3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49 10591 0 0,'0'0'819'0'0,"-1"-1"-534"0"0,-9-14 198 0 0,8 12 712 0 0,-1 1-1 0 0,1 0 1 0 0,0 0-1 0 0,-1-1 1 0 0,0 2-1 0 0,-4-4 1 0 0,5 4-355 0 0,0 0 0 0 0,0 0 1 0 0,0 0-1 0 0,-1 1 0 0 0,1-1 0 0 0,0 0 1 0 0,-1 1-1 0 0,1 0 0 0 0,-5-1 0 0 0,5 2-770 0 0,0-1-1 0 0,0 0 1 0 0,0 0-1 0 0,0 1 0 0 0,0-1 1 0 0,0 1-1 0 0,-3 1 1 0 0,-8 5 326 0 0,1 0 1 0 0,-1 1-1 0 0,1 0 1 0 0,1 1-1 0 0,0 1 1 0 0,-11 11-1 0 0,-55 70-59 0 0,65-76-320 0 0,1 0 0 0 0,0 1 1 0 0,1 1-1 0 0,-12 29 0 0 0,19-39-12 0 0,1-1-1 0 0,0 1 1 0 0,0 0-1 0 0,1 0 0 0 0,0 0 1 0 0,0 1-1 0 0,0-1 1 0 0,1 0-1 0 0,0 0 0 0 0,1 0 1 0 0,0 0-1 0 0,0 0 1 0 0,0 0-1 0 0,1 0 1 0 0,4 13-1 0 0,-2-12-4 0 0,-1-1 0 0 0,1 0 0 0 0,1 0 0 0 0,-1 0 1 0 0,1 0-1 0 0,0 0 0 0 0,1-1 0 0 0,-1 0 0 0 0,1 0 0 0 0,12 8 0 0 0,-9-8 0 0 0,1 0 1 0 0,0 0-1 0 0,0-1 0 0 0,1 0 0 0 0,-1-1 0 0 0,1-1 1 0 0,13 4-1 0 0,-4-3-2 0 0,0-2 1 0 0,0 0-1 0 0,0 0 1 0 0,0-2-1 0 0,1-1 1 0 0,-1 0-1 0 0,0-2 1 0 0,31-7-1 0 0,-39 6-20 0 0,0 1 0 0 0,0-2 0 0 0,0 0-1 0 0,-1 0 1 0 0,1-1 0 0 0,-1 0 0 0 0,-1-1 0 0 0,1 0-1 0 0,-1-1 1 0 0,-1 0 0 0 0,13-13 0 0 0,-17 15 8 0 0,0-1 1 0 0,0 1 0 0 0,0-1 0 0 0,-1 0 0 0 0,0 0 0 0 0,0-1-1 0 0,0 1 1 0 0,-1-1 0 0 0,-1 0 0 0 0,1 0 0 0 0,-1 0-1 0 0,-1 0 1 0 0,1 0 0 0 0,-1 0 0 0 0,-1-1 0 0 0,0 1-1 0 0,0 0 1 0 0,-1-11 0 0 0,-2 4-57 0 0,0 1-1 0 0,-1 0 1 0 0,-1-1 0 0 0,0 2-1 0 0,0-1 1 0 0,-2 0 0 0 0,1 1-1 0 0,-2 1 1 0 0,0-1 0 0 0,0 1-1 0 0,-1 0 1 0 0,-1 1 0 0 0,0 0-1 0 0,0 0 1 0 0,-1 1 0 0 0,-1 1-1 0 0,1 0 1 0 0,-1 0-1 0 0,-1 2 1 0 0,0-1 0 0 0,0 1-1 0 0,0 1 1 0 0,-1 0 0 0 0,0 1-1 0 0,0 1 1 0 0,0 0 0 0 0,-1 1-1 0 0,-20-2 1 0 0,30 4-259 0 0,1 1 1 0 0,0 0-1 0 0,-1 1 0 0 0,1-1 0 0 0,0 1 1 0 0,-1-1-1 0 0,1 1 0 0 0,0 1 1 0 0,0-1-1 0 0,0 0 0 0 0,0 1 0 0 0,-4 2 1 0 0,-7 5-1703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3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6447 0 0,'0'0'24723'0'0,"4"11"-23801"0"0,-3-7-823 0 0,11 17 141 0 0,-11-18-434 0 0,1 0 0 0 0,0-1 0 0 0,0 1 0 0 0,0-1 0 0 0,1 0 0 0 0,-1 0 0 0 0,0 0 0 0 0,1 0 0 0 0,-1 0 0 0 0,1-1-1 0 0,0 1 1 0 0,0-1 0 0 0,-1 1 0 0 0,1-1 0 0 0,0 0 0 0 0,0 0 0 0 0,0 0 0 0 0,0-1 0 0 0,1 1 0 0 0,-1-1 0 0 0,0 0 0 0 0,0 1 0 0 0,0-1 0 0 0,0-1 0 0 0,4 1 0 0 0,9-2-1529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3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29 6911 0 0,'0'0'315'0'0,"8"-29"24399"0"0,-11 41-24260 0 0,-4 10-393 0 0,-32 95 251 0 0,32-99-312 0 0,1 1 0 0 0,1 0 0 0 0,0 0 0 0 0,2 1 0 0 0,0-1 0 0 0,1 1 0 0 0,1-1 0 0 0,2 25 0 0 0,0-34 0 0 0,0-1 0 0 0,1 1 0 0 0,0-1 0 0 0,1 0 0 0 0,0 1 0 0 0,0-1 0 0 0,1-1 0 0 0,0 1 0 0 0,0 0 0 0 0,1-1 0 0 0,0 0 0 0 0,1 0 0 0 0,0-1 0 0 0,0 1 0 0 0,0-1 0 0 0,1 0 0 0 0,0-1 0 0 0,14 10 0 0 0,-12-10-17 0 0,1-1 0 0 0,-1 0-1 0 0,1-1 1 0 0,0 0 0 0 0,0 0 0 0 0,0-1 0 0 0,1 0-1 0 0,-1-1 1 0 0,1 0 0 0 0,0-1 0 0 0,-1 0 0 0 0,1-1-1 0 0,0 0 1 0 0,0 0 0 0 0,16-4 0 0 0,-14 1-8 0 0,1 0 0 0 0,-1 0 1 0 0,-1-2-1 0 0,1 1 1 0 0,-1-2-1 0 0,1 0 0 0 0,-1 0 1 0 0,-1-1-1 0 0,0 0 1 0 0,0-1-1 0 0,20-19 0 0 0,-23 19 17 0 0,-1-1-1 0 0,1 0 0 0 0,-2-1 0 0 0,1 1 0 0 0,7-19 1 0 0,-10 21 4 0 0,-1 0 1 0 0,0 0 0 0 0,-1-1 0 0 0,0 1-1 0 0,0-1 1 0 0,0 0 0 0 0,-1 1 0 0 0,-1-1-1 0 0,1-10 1 0 0,-1 16 5 0 0,0 1 0 0 0,0-1 1 0 0,-1 0-1 0 0,1 1 0 0 0,0-1 0 0 0,-1 1 0 0 0,1-1 0 0 0,-1 1 1 0 0,1 0-1 0 0,-1-1 0 0 0,0 1 0 0 0,0 0 0 0 0,0-1 1 0 0,0 1-1 0 0,1 0 0 0 0,-2 0 0 0 0,1 0 0 0 0,0-1 0 0 0,0 1 1 0 0,-2-1-1 0 0,1 1 7 0 0,-1 0 1 0 0,1 0-1 0 0,-1 0 1 0 0,0 0-1 0 0,1 0 1 0 0,-1 0-1 0 0,0 1 1 0 0,0-1-1 0 0,1 1 1 0 0,-6 0-1 0 0,-3 1 28 0 0,-1 0 0 0 0,0 0 1 0 0,1 2-1 0 0,-16 4 0 0 0,5 0-15 0 0,1 1 0 0 0,0 1 1 0 0,0 1-1 0 0,1 1 0 0 0,0 1 0 0 0,1 1 1 0 0,0 0-1 0 0,-24 24 0 0 0,34-29-19 0 0,1 1 0 0 0,-13 18 1 0 0,18-24-201 0 0,1 1 1 0 0,0 0 0 0 0,0-1-1 0 0,0 1 1 0 0,0 0-1 0 0,1 0 1 0 0,-1 0 0 0 0,1 0-1 0 0,0 1 1 0 0,0-1 0 0 0,0 5-1 0 0,1-9 59 0 0,0 1 0 0 0,1-1-1 0 0,-1 1 1 0 0,0-1 0 0 0,0 0-1 0 0,0 1 1 0 0,0-1-1 0 0,1 1 1 0 0,-1-1 0 0 0,0 0-1 0 0,0 1 1 0 0,1-1 0 0 0,-1 1-1 0 0,0-1 1 0 0,1 0 0 0 0,-1 0-1 0 0,0 1 1 0 0,1-1-1 0 0,0 1 1 0 0,0-1-305 0 0,7 6-1376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4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1 148 9215 0 0,'2'0'17396'0'0,"29"-1"-15930"0"0,1-1 0 0 0,38-9 1 0 0,62-20-1167 0 0,-88 18-257 0 0,48-23 0 0 0,-49 18-14 0 0,49-13 1 0 0,-88 30 18 0 0,1 0 0 0 0,-1 0 0 0 0,1 0 1 0 0,-1 1-1 0 0,1 0 0 0 0,8 0 0 0 0,-12 0-35 0 0,0 0 0 0 0,0 1-1 0 0,0-1 1 0 0,1 0 0 0 0,-1 1-1 0 0,0-1 1 0 0,0 0 0 0 0,0 1 0 0 0,0-1-1 0 0,0 1 1 0 0,0 0 0 0 0,0-1 0 0 0,0 1-1 0 0,0 0 1 0 0,0 0 0 0 0,-1-1 0 0 0,1 1-1 0 0,0 0 1 0 0,0 0 0 0 0,-1 0 0 0 0,1 0-1 0 0,0 0 1 0 0,-1 0 0 0 0,1 0 0 0 0,-1 0-1 0 0,1 0 1 0 0,-1 0 0 0 0,0 1 0 0 0,0-1-1 0 0,1 2 1 0 0,-1 10 55 0 0,0 1-1 0 0,-1-1 1 0 0,-1 0-1 0 0,0 0 1 0 0,0 0-1 0 0,-8 21 1 0 0,2-5-38 0 0,-33 152 47 0 0,-10 81-77 0 0,43-220-71 0 0,8-40-297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4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 21391 0 0,'0'0'2420'0'0,"2"0"-1677"0"0,31 6 1334 0 0,0-2-1 0 0,61 1 1 0 0,-72-5-1850 0 0,60 2-49 0 0,1-4 0 0 0,158-25 1 0 0,-231 26-851 0 0,0-2 0 0 0,0 1 0 0 0,0-1 1 0 0,0-1-1 0 0,11-5 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5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343 281 9671 0 0,'1'-1'440'0'0,"6"-6"-227"0"0,0 0-1 0 0,-1-1 0 0 0,12-16 0 0 0,-7 7 2734 0 0,-7 11-887 0 0,0 0-1 0 0,0 0 1 0 0,-1 0-1 0 0,3-10 1 0 0,-3 8-1029 0 0,0-1-1 0 0,-1 0 1 0 0,2-13 0 0 0,-4 16-881 0 0,1 1 0 0 0,-1-1 0 0 0,0 0 0 0 0,0 1 0 0 0,-1-1 0 0 0,0 0 0 0 0,0 1 0 0 0,0-1 0 0 0,0 1 0 0 0,-1 0 0 0 0,0-1 1 0 0,0 1-1 0 0,0 0 0 0 0,-6-9 0 0 0,5 11-113 0 0,-1-1 0 0 0,1 1 0 0 0,-1 0 0 0 0,1 0 0 0 0,-1 0 0 0 0,0 1 0 0 0,0-1 0 0 0,-1 1 0 0 0,1 0 0 0 0,0 0 1 0 0,-1 0-1 0 0,1 1 0 0 0,-1 0 0 0 0,1 0 0 0 0,-1 0 0 0 0,0 0 0 0 0,1 1 0 0 0,-1-1 0 0 0,-7 2 0 0 0,-1-1 17 0 0,0 1-1 0 0,0 1 1 0 0,1 0 0 0 0,-1 1-1 0 0,-23 8 1 0 0,18-4 37 0 0,1 1 1 0 0,1 1-1 0 0,-1 0 0 0 0,1 0 1 0 0,-25 22-1 0 0,32-23-63 0 0,0 1 1 0 0,0 0-1 0 0,1 0 1 0 0,0 1-1 0 0,0 0 0 0 0,1 0 1 0 0,0 1-1 0 0,1 0 1 0 0,-6 15-1 0 0,10-22-40 0 0,1 0 1 0 0,0 0-1 0 0,0 0 1 0 0,0 1-1 0 0,1-1 0 0 0,-1 0 1 0 0,1 0-1 0 0,0 0 0 0 0,0 1 1 0 0,1-1-1 0 0,-1 0 1 0 0,1 0-1 0 0,0 0 0 0 0,0 1 1 0 0,0-1-1 0 0,0 0 0 0 0,1-1 1 0 0,0 1-1 0 0,0 0 1 0 0,0 0-1 0 0,0-1 0 0 0,0 1 1 0 0,1-1-1 0 0,4 6 0 0 0,-2-5-40 0 0,-1 0-1 0 0,1 0 0 0 0,0 0 0 0 0,0 0 0 0 0,0-1 0 0 0,0 0 0 0 0,1 0 0 0 0,-1 0 0 0 0,1-1 0 0 0,0 0 0 0 0,0 0 1 0 0,0 0-1 0 0,0-1 0 0 0,0 0 0 0 0,0 0 0 0 0,8 0 0 0 0,-1-1-39 0 0,-1-2 0 0 0,0 1-1 0 0,0-1 1 0 0,0-1 0 0 0,0 0 0 0 0,0-1 0 0 0,18-8-1 0 0,75-46-795 0 0,-77 41 820 0 0,-11 6 78 0 0,-13 8 6 0 0,0 0 0 0 0,1 0 0 0 0,0 1 0 0 0,0-1 0 0 0,0 1-1 0 0,8-3 1 0 0,-11 5 560 0 0,5 22 537 0 0,-6-8-908 0 0,-1-1 0 0 0,-1 1 0 0 0,0 0 0 0 0,-6 24 0 0 0,0 10 8 0 0,4-18-179 0 0,-5 73 114 0 0,8-87-130 0 0,0 1 0 0 0,2-1-1 0 0,0 0 1 0 0,5 21 0 0 0,-6-34-223 0 0,0 1 0 0 0,0-1-1 0 0,0 0 1 0 0,1 1 0 0 0,-1-1 0 0 0,1 0-1 0 0,0 0 1 0 0,0 0 0 0 0,4 4 0 0 0,-5-6 76 0 0,0 1-1 0 0,0-1 1 0 0,1 0 0 0 0,-1 0 0 0 0,0 0 0 0 0,1-1-1 0 0,-1 1 1 0 0,1 0 0 0 0,0 0 0 0 0,-1-1 0 0 0,1 1-1 0 0,-1-1 1 0 0,1 1 0 0 0,0-1 0 0 0,-1 0 0 0 0,1 0-1 0 0,0 0 1 0 0,-1 0 0 0 0,1 0 0 0 0,0 0 0 0 0,2-1-1 0 0,9-1-1486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5.4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48 16127 0 0,'0'0'1242'0'0,"-3"-7"-764"0"0,2 5 172 0 0,-1 0-1 0 0,1 0 0 0 0,0-1 0 0 0,-1 1 1 0 0,0 0-1 0 0,1 1 0 0 0,-1-1 1 0 0,0 0-1 0 0,0 1 0 0 0,0-1 0 0 0,0 1 1 0 0,0-1-1 0 0,-1 1 0 0 0,1 0 1 0 0,0 0-1 0 0,-1 0 0 0 0,1 0 0 0 0,-3 0 1 0 0,2 0-489 0 0,-1 1 1 0 0,1-1-1 0 0,0 1 1 0 0,0 0-1 0 0,0 1 1 0 0,-1-1-1 0 0,1 0 0 0 0,0 1 1 0 0,0 0-1 0 0,0 0 1 0 0,0 0-1 0 0,0 0 1 0 0,0 0-1 0 0,-3 2 1 0 0,-8 5-146 0 0,1 0 0 0 0,0 1 0 0 0,0 0 1 0 0,1 1-1 0 0,0 1 0 0 0,1-1 0 0 0,-12 16 0 0 0,18-19-12 0 0,0 0-1 0 0,0-1 1 0 0,1 2 0 0 0,1-1-1 0 0,-1 0 1 0 0,-4 15-1 0 0,7-17-2 0 0,0 0-1 0 0,0 0 1 0 0,0 0-1 0 0,0 0 1 0 0,1 1 0 0 0,0-1-1 0 0,0 0 1 0 0,1 0-1 0 0,-1 0 1 0 0,1 0-1 0 0,3 8 1 0 0,-3-9-2 0 0,0 0 0 0 0,1 0 1 0 0,0 0-1 0 0,0-1 0 0 0,0 1 0 0 0,0-1 1 0 0,1 1-1 0 0,-1-1 0 0 0,1 0 0 0 0,0 0 1 0 0,0 0-1 0 0,6 4 0 0 0,-3-3-2 0 0,0 0 1 0 0,0-1-1 0 0,1 0 0 0 0,-1 0 0 0 0,1-1 1 0 0,-1 1-1 0 0,8 0 0 0 0,3 0-2 0 0,-1 0-1 0 0,1-2 1 0 0,0 0 0 0 0,-1-1-1 0 0,28-3 1 0 0,-31 1-30 0 0,0 0 0 0 0,0-1 0 0 0,0 0 0 0 0,0-1 0 0 0,-1 0 0 0 0,0-1 0 0 0,20-11 0 0 0,-27 13 22 0 0,-1 0 1 0 0,1 0-1 0 0,-1 0 0 0 0,0-1 0 0 0,0 1 1 0 0,0-1-1 0 0,0 0 0 0 0,-1 0 0 0 0,0-1 1 0 0,0 1-1 0 0,0-1 0 0 0,0 0 1 0 0,-1 1-1 0 0,1-1 0 0 0,-1 0 0 0 0,0-1 1 0 0,-1 1-1 0 0,1 0 0 0 0,-1 0 0 0 0,0-1 1 0 0,0-6-1 0 0,-1 4-53 0 0,-1 0 0 0 0,1 1-1 0 0,-1-1 1 0 0,-1 0 0 0 0,1 1 0 0 0,-1 0 0 0 0,-1-1-1 0 0,1 1 1 0 0,-1 0 0 0 0,-1 0 0 0 0,1 0 0 0 0,-1 0-1 0 0,0 1 1 0 0,-1 0 0 0 0,1 0 0 0 0,-1 0 0 0 0,-10-9-1 0 0,10 10-7 0 0,0 1 0 0 0,-1 0-1 0 0,1 0 1 0 0,-1 0 0 0 0,0 0-1 0 0,0 1 1 0 0,0 0-1 0 0,0 1 1 0 0,-1-1 0 0 0,1 1-1 0 0,-1 0 1 0 0,0 1 0 0 0,1 0-1 0 0,-1 0 1 0 0,0 0 0 0 0,0 1-1 0 0,0 0 1 0 0,0 0-1 0 0,1 0 1 0 0,-9 3 0 0 0,5-1-500 0 0,0 1-1 0 0,1 1 1 0 0,-1-1 0 0 0,1 2 0 0 0,-10 5-1 0 0,-1 4-1530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5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502 58 17967 0 0,'-10'-11'1974'0'0,"9"9"-1499"0"0,-1 0 0 0 0,-1 0 0 0 0,1 0 0 0 0,0 0 0 0 0,0 1 0 0 0,-1-1 1 0 0,1 1-1 0 0,-1-1 0 0 0,1 1 0 0 0,-1 0 0 0 0,0 0 0 0 0,1 1 1 0 0,-1-1-1 0 0,0 0 0 0 0,0 1 0 0 0,0 0 0 0 0,-4-1 0 0 0,-6 1 311 0 0,-1 1-1 0 0,-17 2 0 0 0,28-3-755 0 0,-42 8 571 0 0,0 1 0 0 0,-80 29 0 0 0,110-33-594 0 0,1 1 0 0 0,0 1 0 0 0,0 1 1 0 0,1 0-1 0 0,-1 0 0 0 0,-16 16 0 0 0,24-19-3 0 0,1 1-1 0 0,0-1 1 0 0,0 1-1 0 0,0 0 1 0 0,0 1-1 0 0,-5 10 1 0 0,8-13-3 0 0,0 1-1 0 0,1-1 1 0 0,-1 1 0 0 0,1-1 0 0 0,0 1 0 0 0,0 0 0 0 0,0-1 0 0 0,1 1-1 0 0,0 0 1 0 0,-1 0 0 0 0,2 7 0 0 0,0-7-1 0 0,1 0 0 0 0,-1 0 0 0 0,1 0 0 0 0,0 0 0 0 0,0 0 0 0 0,0-1 0 0 0,1 1 0 0 0,-1-1 0 0 0,1 1 0 0 0,0-1 0 0 0,1 0 0 0 0,-1 0 0 0 0,1 0 0 0 0,0-1 0 0 0,-1 1 0 0 0,2-1 0 0 0,-1 0 0 0 0,5 3 0 0 0,5 2 0 0 0,0 0 0 0 0,0-2 0 0 0,1 1 0 0 0,27 7 0 0 0,-22-10-66 0 0,1 0 0 0 0,0-1 0 0 0,1 0 0 0 0,-1-2 0 0 0,0-1 0 0 0,0-1 0 0 0,1 0 0 0 0,-1-2 0 0 0,0 0-1 0 0,0-1 1 0 0,-1-2 0 0 0,40-15 0 0 0,-51 18 39 0 0,-1-2-1 0 0,0 1 0 0 0,-1-1 0 0 0,1 0 1 0 0,-1-1-1 0 0,0 1 0 0 0,0-1 0 0 0,-1-1 0 0 0,0 1 1 0 0,0-1-1 0 0,0-1 0 0 0,-1 1 0 0 0,0-1 1 0 0,0 0-1 0 0,-1 0 0 0 0,0 0 0 0 0,-1 0 1 0 0,1-1-1 0 0,-2 1 0 0 0,1-1 0 0 0,-1 0 1 0 0,0 0-1 0 0,-1 0 0 0 0,0 0 0 0 0,-1 0 0 0 0,0 0 1 0 0,0 0-1 0 0,-1 0 0 0 0,0 0 0 0 0,-1 0 1 0 0,1 0-1 0 0,-2 0 0 0 0,-5-14 0 0 0,-14-21-1669 0 0,3 16-5717 0 0,-1 4-1992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6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43 114 14887 0 0,'2'-8'371'0'0,"0"-1"0"0"0,-1 1 1 0 0,0 0-1 0 0,0-1 0 0 0,-1 1 0 0 0,0-1 0 0 0,-1 1 0 0 0,-1-12 0 0 0,0 9 829 0 0,2-4 10033 0 0,-2 29-9918 0 0,-14 107-1029 0 0,-10 108 220 0 0,25-212-578 0 0,1-1 0 0 0,1 0 1 0 0,5 29-1 0 0,-4-37 2 0 0,0 1 0 0 0,0-1 1 0 0,1 0-1 0 0,0 0 0 0 0,0 0 0 0 0,1-1 1 0 0,0 1-1 0 0,10 12 0 0 0,-12-17-167 0 0,1 0-1 0 0,-1-1 0 0 0,1 0 1 0 0,0 0-1 0 0,0 0 0 0 0,0 0 0 0 0,0 0 1 0 0,0 0-1 0 0,0-1 0 0 0,0 0 1 0 0,1 1-1 0 0,-1-1 0 0 0,0 0 1 0 0,1-1-1 0 0,-1 1 0 0 0,1-1 0 0 0,3 1 1 0 0,10-1-1978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7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527 117 19895 0 0,'-8'-31'1464'0'0,"7"24"-1060"0"0,-1-1 1 0 0,-1 1 0 0 0,1-1-1 0 0,-7-12 1 0 0,7 17-129 0 0,0 1 1 0 0,0-1-1 0 0,1 1 0 0 0,-1 0 1 0 0,-1 0-1 0 0,1 0 1 0 0,0 0-1 0 0,-1 0 0 0 0,1 0 1 0 0,-1 1-1 0 0,1-1 0 0 0,-1 1 1 0 0,0-1-1 0 0,1 1 1 0 0,-1 0-1 0 0,-5-1 0 0 0,0 1-20 0 0,1 0 0 0 0,-1 0-1 0 0,0 0 1 0 0,0 1 0 0 0,1 1-1 0 0,-1-1 1 0 0,0 1 0 0 0,0 1-1 0 0,1-1 1 0 0,-1 1 0 0 0,1 1-1 0 0,-1-1 1 0 0,-12 8 0 0 0,-7 4-4 0 0,2 1-1 0 0,-30 22 1 0 0,44-28-225 0 0,0 0-1 0 0,0 0 1 0 0,1 1 0 0 0,0 0 0 0 0,1 1-1 0 0,0 0 1 0 0,0 1 0 0 0,1 0-1 0 0,-6 13 1 0 0,11-20-30 0 0,1 1 0 0 0,0 0-1 0 0,0 0 1 0 0,0 1 0 0 0,0-1 0 0 0,1 0 0 0 0,0 0-1 0 0,1 1 1 0 0,0 10 0 0 0,0-12-3 0 0,1 0 1 0 0,0 0-1 0 0,0 0 0 0 0,0 0 0 0 0,1 0 1 0 0,0 0-1 0 0,0-1 0 0 0,0 1 0 0 0,0-1 1 0 0,1 1-1 0 0,0-1 0 0 0,0 0 0 0 0,5 6 1 0 0,-1-3-104 0 0,1 0 1 0 0,0-1 0 0 0,0 0 0 0 0,0 0 0 0 0,1-1-1 0 0,-1 0 1 0 0,1-1 0 0 0,0 0 0 0 0,1 0-1 0 0,-1-1 1 0 0,1 0 0 0 0,0-1 0 0 0,-1 0 0 0 0,1 0-1 0 0,13 0 1 0 0,4-1-460 0 0,-1-1 1 0 0,1-1-1 0 0,-1-2 0 0 0,43-8 0 0 0,-43 5 162 0 0,0-1 0 0 0,0-1 0 0 0,25-11-1 0 0,-39 14 191 0 0,-1-1 0 0 0,0 0-1 0 0,0-1 1 0 0,-1 0 0 0 0,0-1-1 0 0,0 0 1 0 0,0 0-1 0 0,14-18 1 0 0,-20 21 246 0 0,-1-1-1 0 0,1 0 1 0 0,-1 0-1 0 0,0 0 1 0 0,0 0-1 0 0,-1 0 1 0 0,0-1-1 0 0,2-7 1 0 0,-4 12 113 0 0,1-1 0 0 0,0 1 0 0 0,-1 0 0 0 0,0-1 0 0 0,0 1 0 0 0,1 0 0 0 0,-2-1 0 0 0,1 1 0 0 0,0-1 0 0 0,0 1 0 0 0,-1 0 0 0 0,1-1 0 0 0,-1 1 0 0 0,0 0 0 0 0,1-1 0 0 0,-1 1 0 0 0,0 0 0 0 0,0 0 0 0 0,-1 0 0 0 0,1 0 0 0 0,0 0 0 0 0,-1 0 0 0 0,1 0 0 0 0,-1 0 0 0 0,-2-2 0 0 0,3 4-82 0 0,0-1 0 0 0,0 1 0 0 0,0 0 0 0 0,0-1 0 0 0,0 1 0 0 0,0 0 0 0 0,0 0 0 0 0,0-1 0 0 0,0 1 0 0 0,1 0 0 0 0,-1 0 1 0 0,0 0-1 0 0,0 0 0 0 0,0 0 0 0 0,0 1 0 0 0,0-1 0 0 0,0 0 0 0 0,0 0 0 0 0,0 1 0 0 0,0-1 0 0 0,0 0 0 0 0,0 1 0 0 0,1-1 0 0 0,-1 1 0 0 0,0-1 0 0 0,0 1 0 0 0,1-1 0 0 0,-1 1 0 0 0,0 0 0 0 0,0-1 0 0 0,1 1 0 0 0,-1 0 0 0 0,1 0 0 0 0,-1 0 0 0 0,-2 2 40 0 0,1 1 0 0 0,-1-1 0 0 0,1 1 0 0 0,0-1 0 0 0,1 1 0 0 0,-3 5 0 0 0,1 4 43 0 0,0-1 1 0 0,1 0 0 0 0,1 1-1 0 0,0-1 1 0 0,1 25 0 0 0,12 66 163 0 0,-6-64-219 0 0,27 155 3 0 0,-2-21 13 0 0,-24-121-80 0 0,1 72 1 0 0,-8-110-26 0 0,-1 1 0 0 0,0 0 0 0 0,-1-1 0 0 0,-1 1 0 0 0,0-1 0 0 0,-1 0 0 0 0,0 0 0 0 0,-11 24 0 0 0,11-31 0 0 0,0 0 0 0 0,0 0 0 0 0,-1-1 0 0 0,0 1 0 0 0,0-1 0 0 0,-1 0 0 0 0,1 0 0 0 0,-1-1 0 0 0,0 0 0 0 0,-1 0 0 0 0,0 0 0 0 0,1-1 0 0 0,-1 0 0 0 0,-1 0 0 0 0,1-1 0 0 0,0 1 0 0 0,-13 2 0 0 0,3-2 0 0 0,0-1 0 0 0,-1-1 0 0 0,1 0 0 0 0,-1-1 0 0 0,0-1 0 0 0,1-1 0 0 0,-1-1 0 0 0,-18-3 0 0 0,3-2 0 0 0,1-1 0 0 0,1-1 0 0 0,-43-20 0 0 0,51 19-208 0 0,1-2-1 0 0,0-1 1 0 0,0 0 0 0 0,-29-26 0 0 0,35 25-27 0 0,2 0 1 0 0,-1 0-1 0 0,2-1 1 0 0,0-1-1 0 0,1-1 1 0 0,-12-19-1 0 0,15 16-1410 0 0,0-8-363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8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17503 0 0,'0'0'1831'0'0,"2"1"-1554"0"0,58 13 4194 0 0,-40-11-3984 0 0,23 1-1 0 0,35 0-50 0 0,420 0 1331 0 0,74-46-3858 0 0,-434 34-2302 0 0,-107 6 2794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3:08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21 9215 0 0,'-3'1'122'0'0,"-83"14"1003"0"0,45-3 1581 0 0,2 5 4829 0 0,37-16-6527 0 0,14 8-521 0 0,-10-8-423 0 0,5 3 77 0 0,0-1 1 0 0,1 0 0 0 0,-1-1-1 0 0,1 1 1 0 0,-1-1-1 0 0,1-1 1 0 0,10 2-1 0 0,58 1 1015 0 0,-64-4-1030 0 0,482-23 2604 0 0,-93-10-2063 0 0,-155 16-817 0 0,-91-3-906 0 0,-101 12-589 0 0,-52 7 1086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5-16T18:44:01.58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1361 3166 49695 0,'0'0'2208'0,"0"0"448"0,0 0-2128 0,0 0-528 0,-5-5 0 0,5 5 0 0,-7-8 464 0,1 0-16 15,-1 2 0-15,-1 0 0 0,-1 3 224 0,-1-3 32 16,-2 1 16-16,-1 1 0 0,0 0-432 0,0 2-96 15,-4 2 0-15,0 0-16 0,-1 1-176 0,-2 4 0 16,2-1 0-16,-1 1 0 0,-2 2 0 0,1 2 0 16,2 1 0-16,0-1 0 0,1-1 0 0,4 4 0 15,4-3-144-15,1 2 144 0,1 0 0 0,2 1-128 16,5 0 128-16,5 0 0 0,-5-12 0 0,11 10-128 0,3 0 128 0,3-2 0 16,1 1 0-16,3 0 0 0,1-2 0 0,3 0 0 15,2-1 0-15,-6-2 0 16,1 0 144-16,2 1-144 0,2 2 128 0,1 0-128 15,1 0 0-15,-1 1 128 0,-1 0-128 0,-2-1 0 0,-4 4 0 16,7 4 0-16,-8 1 0 0,-5-5 128 16,-4-2-128-16,-5 1 0 0,-4 1 0 0,-4 0 128 0,0-2-128 15,-7 1 0-15,-3 0 160 0,-2 0-160 0,-5-1 192 16,5-2-192-16,-4-2 144 0,-2 0-144 0,-3 1 0 0,-13 0 144 16,-1 1-144-16,4-2 0 0,2-4 0 0,2 1 0 15,4 0-1168-15,4-4-112 16,2-2-32-16,6-2 0 0,1-3-2592 0,6-5-512 15</inkml:trace>
  <inkml:trace contextRef="#ctx0" brushRef="#br0" timeOffset="196.42">1658 3013 44351 0,'0'0'1968'0,"0"0"400"0,9-2-1904 0,-9 2-464 0,10 2 0 0,-10-2 0 0,9 7 1872 0,-4 2 288 15,-2 4 48-15,0 3 16 0,0 3-848 0,0 4-160 16,-3 3-48-16,1 4 0 0,-1 0-688 0,3 1-144 15,0 1-16-15,3 1-16 0,0 1-304 0,1-1 128 16,-1-2-128-16,1-5 0 0,-1-5 0 0,1 0 0 16,1 1-160-16,-3-1 160 15,-1-6-1472-15,1 0-160 0,-1-2-32 0,0-4-16 16,-4-9-2240-16,0 0-448 0</inkml:trace>
  <inkml:trace contextRef="#ctx0" brushRef="#br0" timeOffset="617.39">1580 3269 21183 0,'0'0'944'0,"0"0"192"0,0 0-912 0,0 0-224 0,0 0 0 0,0 0 0 15,0 0 6128-15,0 0 1168 0,8 7 256 0,2-4 32 16,3 0-4992-16,3 0-992 0,2-2-208 0,4-1-48 16,5 0-656-16,0-1-144 0,2-1-32 0,2 1 0 15,1-4-96-15,2 2-32 0,-1-1 0 0,0 3 0 16,-3 0-384-16,-2 1 0 0,-2 0 0 0,-2 2 0 15,-6 2 0-15,-2 1 0 0,-2 2 0 0,-4-1 0 16,-2 2 0-16,-3 1 0 0,-2 1 0 0,-3-1 0 16,-4 1 0-16,-1-2 0 0,-2 1 0 0,0 1 0 0,-5 2 0 0,-1-1 0 15,-3-1 0-15,3-1 0 0,0-1 0 0,1 0 0 16,2-2 0-16,0 2 0 0,-1-3 0 0,2 1 0 16,1-6-224-16,0 1 80 0,2 0-160 0,6-1-16 15,-5 0-16-15,5 0 0 16,0 0-80-16,-2-6-16 0,4-3 0 0,2-2 0 15,1-2-208-15,1-3-64 0,3 1 0 0,2 0 0 16,-2 0 16-16,1 3 0 0,-1-1 0 0,1 3 0 0,-3 2 432 0,3 3 96 16,0 1 16-16,-1 2 0 0,-1 4 464 0,0 3 80 15,0 3 32-15,1 2 0 0,0 2 512 0,0 2 96 16,0 3 32-16,2 0 0 0,0-4-400 0,2 0-80 0,2-1-16 0,-1 0 0 16,0-1-416-16,1-1-160 15,-1-4 0-15,2-1 144 16,1-1-1536-16,-2 0-304 0,1-3-64 0,0-3-13616 15,-1-5-2736-15</inkml:trace>
  <inkml:trace contextRef="#ctx0" brushRef="#br0" timeOffset="1022.48">2605 2974 43311 0,'0'0'3840'0,"0"0"-3072"0,0 0-608 15,-5 6-160-15,1-1 2336 0,2 1 432 0,0 2 96 0,-1 3 16 16,-1 2-1456-16,2 2-272 0,0 3-64 0,0 1-16 15,-2 3-656-15,0 1-128 0,0 2-32 0,3 3 0 16,1-4-112-16,0 2-16 0,-2 3-128 0,4-4 192 0,0 0-192 0,4-2 0 16,1-1 128-16,4-1-64 0,-1-3-64 0,1 1 0 15,0-4 0-15,2-2-160 0,2-2 160 0,-2-3-192 16,0-3 192-16,0-1-192 0,-1-3-64 0,1-2-32 16,0-1 0-16,0-2 0 0,0-1-32 0,0-3 0 15,0-2 0-15,0-2 0 0,0-2 112 0,0-3 16 16,0-3 0-16,0 1 0 0,-1-2 48 0,-2 0 16 15,1 2 0-15,-2-2 0 0,-1 1-32 16,-3 5 0-16,-1 0 0 0,-2 3 0 0,-2 3 160 0,0 9 0 16,-4-5 0-16,4 5 0 0,-6 0 256 0,-2 4 16 15,-1 3 16-15,0-1 0 0,1 4-32 0,0 2 0 16,0 3 0-16,3-2 0 0,1 2-80 0,2 2-32 16,-1-1 0-16,3 2 0 0,1-2-144 0,3 1 0 15,3 0 0-15,1-4 0 0,-1-2 0 0,2 1 0 16,2-1 0-16,-1-2 0 15,1-3-608-15,-1 1-48 0,-1-2-16 0,-1 0 0 16,-8-5-1568-16,0 0-320 0,0 0-64 0,0 0-18992 0</inkml:trace>
  <inkml:trace contextRef="#ctx0" brushRef="#br0" timeOffset="1212.78">2387 3205 37775 0,'0'0'1664'0,"0"0"368"0,0 0-1632 0,0 0-400 0,0 0 0 0,0 0 0 16,9 4 3328-16,3-4 576 0,2 0 112 0,5-3 16 16,3 2-2640-16,4-1-544 0,2-1-96 0,6-1-32 0,3 0-528 0,2 0-192 15,0 0 144-15,3-1-144 0,2-1 0 16,2-1 0-16,2-3 0 0,2-1 0 16,-1 2-2272-16,3-4-384 0,2 1-80 0</inkml:trace>
  <inkml:trace contextRef="#ctx0" brushRef="#br0" timeOffset="1582.41">3448 2995 21183 0,'0'0'1888'0,"0"0"-1504"15,0 0-384-15,0 0 0 0,0 0 6496 0,0 0 1232 16,0 0 240-16,0 0 48 0,0 0-5120 0,9 2-1024 0,2 0-208 16,2-1-32-16,1-2-928 0,3 0-176 15,1 0-32-15,2 1-16 0,0 0-256 0,-1 0-48 16,2 0-16-16,1 0 0 0,-1 1-160 0,0 0 0 15,-2 0 0-15,0 2 0 0,-2 1 0 0,-3-1 0 0,-1 2 128 0,-3 0-128 16,0 2 0-16,-4 0 0 16,-1 4 0-16,-2-2 0 0,-2 1 0 0,-3 2 128 0,-4 1-128 0,-1 1 0 15,-3 2 0-15,0 1 128 16,-2-3-128-16,-1 3 0 0,-4 0 0 0,-1 2 0 0,-2-4 128 16,-2 2-128-16,-1 0 0 0,-2 1 0 0,0 1 0 0,1-1 0 15,-1 0 0-15,1-4 0 0,3 2 0 0,3 0 0 16,1-2 0-16,4-1 0 0,1 0 0 0,5-2 0 15,1-1 0-15,4-1 0 0,2-1 0 0,2 1 0 16,4 0 0-16,0-1 0 0,3-1-160 0,3-2 160 0,1-1-144 16,4 0 144-16,3-2-128 0,0 1 128 0,3-2-304 15,3 2 32-15,1-1 0 0,3 0 0 16,0-4-944-16,0 1-176 0,0 0-32 0,-4 1-14656 16,-2 0-2928-16</inkml:trace>
  <inkml:trace contextRef="#ctx0" brushRef="#br0" timeOffset="1922.47">1696 4028 30399 0,'-23'0'2704'0,"12"0"-2160"16,-2 0-544-16,1 1 0 0,3 4 5296 0,2-3 944 0,7-2 192 0,0 0 32 15,0 0-4496-15,9-2-912 16,5-3-176-16,6 0-48 0,6-2-448 0,8 1-80 0,6-1-32 0,8 1 0 16,4-3-64-16,8 1-16 15,7 0 0-15,4 0 0 0,4-2-192 0,4 1 176 16,6 0-176-16,2-1 160 0,2 3-160 0,0-1 128 0,-1 0-128 0,0 0 128 16,-1 0-128-16,-1-3 0 15,-2 0 0-15,-5 1 112 0,-3 1-112 0,-3-2 0 0,-4 1 0 0,-3 1 0 16,-4 1 0-16,-6-3 0 0,-7 3 0 0,-3 1 0 15,-6-1-128-15,-5 1-32 0,-5 1 0 0,-5-1 0 16,-3 2-480 0,-3 0-80-16,-4 0-32 0,-2-1 0 0,0 1-1600 0,0-1-320 15,0-1-64-15,0-1-16 0</inkml:trace>
  <inkml:trace contextRef="#ctx0" brushRef="#br0" timeOffset="2131.03">4489 3296 54191 0,'0'0'2400'0,"0"0"496"0,-4-1-2320 0,0-4-448 16,4 5-128-16,0 0 0 0,0 0 512 0,0 0 64 16,0 0 32-16,0 0 0 0,0 0-160 0,0 0-16 15,0 0-16-15,0 0 0 0,0 0-416 0,0 0 0 16,0 0-192-16,0 0 192 15,0 0-2144-15,0 0-304 0,0 0-64 0</inkml:trace>
  <inkml:trace contextRef="#ctx0" brushRef="#br0" timeOffset="2261.17">4573 3471 35007 0,'0'0'3120'0,"0"0"-2496"0,-2 8-496 0,2-8-128 16,-1 8 4560-16,1-8 896 0,0 8 176 15,0-8 48-15,0 0-3824 0,0 0-768 0,0 0-160 0,0 0-32 16,0 0-640-16,0 0-256 0,0 0 176 0,0 0-48 15,0 0-912-15,0 0-160 0,0 0-16 16</inkml:trace>
  <inkml:trace contextRef="#ctx0" brushRef="#br0" timeOffset="4072.09">5610 3090 20271 0,'0'0'1792'0,"-1"-6"-1424"16,-2 1-368-16,2-2 0 0,1 1 5664 0,0 6 1056 15,0 0 224-15,0 0 32 0,0 0-4592 0,0 0-912 16,0 0-192-16,0 0-48 0,0 0-32 0,0 0-16 16,2 13 0-16,-2 4 0 0,0 1-512 0,0 1-96 15,0 4-32-15,0 0 0 0,-2 4-160 0,2 1-48 16,0-1 0-16,2 1 0 0,0-2-208 0,-1 0-128 15,0-2 128-15,1 0-128 0,0-6 0 0,1 0 128 16,-1-1-128-16,1-1 0 0,-2-3 0 0,1 0-128 16,-1-4 0-16,1-1 0 15,-2-8-736-15,0 0-144 0,0 0-16 0,0 0-16 16,0 0-1008-16,0 0-208 0,-7-4-48 0,-5-2-19136 0</inkml:trace>
  <inkml:trace contextRef="#ctx0" brushRef="#br0" timeOffset="4278.17">5232 3050 23039 0,'0'0'2048'0,"0"0"-1648"0,0 0-400 0,0 0 0 15,8-9 6224-15,3 2 1168 0,4 2 224 0,0 3 64 16,2-5-5568-16,4 3-1088 0,3 1-240 0,2 1-32 16,1-5 272-16,4 0 48 0,2-3 16 0,-8 6 0 15,2 1-656-15,4 0-128 0,-1-4-32 0,2 2 0 0,0 1-272 0,1 2 160 16,1-1-160-16,-2 2 128 0,1-2-128 0,-2 2 0 15,1 0 0-15,-2-2-176 16,-2 0-1296-16,0 1-256 16,-2 0-48-16,-3 0-22304 0</inkml:trace>
  <inkml:trace contextRef="#ctx0" brushRef="#br0" timeOffset="4475.85">5981 3199 14735 0,'0'0'1312'0,"0"0"-1056"15,0 0-256-15,0 0 0 0,0 0 8624 0,0 0 1664 16,0 0 336-16,8 5 64 0,3 0-7872 0,-1-1-1584 0,2-1-304 0,1-3-64 16,1 0-320-16,5 0-64 15,0 0-16-15,3-3 0 0,0 0-464 0,2 2 0 16,-1-3 0-16,2 2 0 0,-1-4-160 0,-2 2-128 16,-3 2-32-16,0-1 0 15,-3 2-1328-15,-1 1-272 0,-5 0-48 0,-10 0-13680 0,0 0-2736 0</inkml:trace>
  <inkml:trace contextRef="#ctx0" brushRef="#br0" timeOffset="4636.47">6064 3349 27647 0,'0'0'1216'0,"-7"5"256"0,1-1-1168 0,6-4-304 0,0 0 0 0,-3 5 0 15,3-5 4560-15,0 0 864 0,0 0 160 0,4 5 48 16,-4-5-3296-16,9 3-656 0,3-3-128 0,2 0-16 16,2 1-1072-16,2-2-208 0,3-1-32 0,2-2-16 15,3 1-208-15,2-5 0 0,2 0 0 0,1 0 0 31,3-4-1024-31,0 2-128 0,0-2-48 0,0-1 0 0,-1 0-2288 0,0 0-464 0,-3-3-80 0</inkml:trace>
  <inkml:trace contextRef="#ctx0" brushRef="#br0" timeOffset="4949.64">6940 2981 10127 0,'0'0'896'0,"0"0"-704"15,0 0-192-15,0 0 0 0,8-1 7440 0,-8 1 1456 16,0 0 304-16,0 0 48 0,0 0-5600 0,6 1-1104 15,-6-1-240-15,0 0-32 0,0 0-1008 0,1 8-208 16,1-2-32-16,-4 1-16 0,-2-1-480 0,-1 1-80 16,-1 2-32-16,-2 0 0 0,-3 0-176 0,1 2-48 15,-3-1 0-15,0 0 0 0,-4 1-192 0,1 1 128 16,1-1-128-16,-1 2 0 0,0 0 0 0,3 0 128 16,-1 0-128-16,1 1 0 0,1-4 0 0,2 0 0 15,1 0 0-15,1-1 0 0,1 1 0 0,2-1 0 16,1-1 0-16,4-8 0 0,-1 8 0 0,2 0 0 15,2-1 128-15,2 1-128 0,0-1 0 0,4-1 0 16,3 0 0-16,2-3-160 0,2 1 160 0,2-1-128 16,2 1 128-16,1-3-128 15,1-1-336-15,1-1-64 0,2-2-16 0,1 1 0 16,0-1-1248-16,0-3-240 0,-2-1-48 0,-2 1-13056 0,-2-2-2608 0</inkml:trace>
  <inkml:trace contextRef="#ctx0" brushRef="#br0" timeOffset="5174.58">6868 3004 29487 0,'0'0'2624'0,"0"0"-2112"15,0 0-512-15,0 0 0 0,0 0 4336 0,0 0 752 16,4 11 160-16,-3-2 16 0,1-1-2992 0,-1 2-608 16,0 4-112-16,2 2-16 0,1 2-704 0,1 2-128 15,1 1-16-15,1 2-16 0,-1 2-240 0,2-1-48 16,-1-1-16-16,1 0 0 0,1 1-368 0,-1-2 144 15,-1-1-144-15,1-2 0 0,1 0 0 0,0-1 0 16,2-1 0-16,-2-1 0 16,1-7-864-16,-2 0-128 0,0-3-32 0,1 0 0 15,0-3-2272-15,2 0-464 0,-1-7-80 0</inkml:trace>
  <inkml:trace contextRef="#ctx0" brushRef="#br0" timeOffset="5520.54">7283 3081 32255 0,'0'0'2864'0,"0"0"-2288"16,0 0-576-16,0 0 0 0,0 0 3904 0,-7 0 688 0,1 2 128 0,-1 1 16 16,0 4-2352-16,0 0-464 0,-2 2-112 0,1 2-16 15,0 2-832-15,-1 3-192 0,-2 1-16 0,2-1-16 16,0 1-480-16,3 0-80 0,0 0-32 16,2-1 0-16,3 3-96 0,1-2-48 0,3 0 0 0,1 0 0 15,2-4 0-15,2 0 0 0,0-3 0 0,1 0 0 16,1 0 0-16,2-3 0 0,1 1 0 0,1-4 0 15,1-3-384-15,0-3-64 16,2-1 0-16,0 1-16 0,-1-2-208 0,0-1-32 16,1-2-16-16,-3-1 0 0,0-4-16 15,1 1 0-15,-2-4 0 0,-3 1 0 0,-1 0 176 0,-2-1 48 0,-2 1 0 0,-2 0 0 16,-3-2 256-16,-2 2 64 0,-2-1 16 0,-1 1 0 0,-1 1 176 16,-4 3 0-16,-1-4 0 0,-1 4 0 0,-2 1 0 0,-2 1 0 15,0 3 0-15,2 1 128 0,0-3-336 0,1 6-64 16,0 0-16-16,2 1 0 15,2 1-1248-15,3 2-256 0,6-3-64 0,0 0 0 16,0 0-2432-16,3 8-512 0</inkml:trace>
  <inkml:trace contextRef="#ctx0" brushRef="#br0" timeOffset="5832.21">7693 3120 38351 0,'0'0'1696'0,"8"-1"352"0,-8 1-1632 0,8-1-416 15,0 2 0-15,-8-1 0 0,0 0 2560 0,0 0 416 16,0 0 96-16,0 0 0 0,0 11-1104 0,-4 2-240 15,-3-2-32-15,-2 2-16 0,-3 4-832 0,-2 2-160 16,-2-3-48-16,2 1 0 0,0 2-256 0,2 0-48 16,3 2-16-16,0-4 0 0,1-1-224 0,3-2-96 15,2 0 0-15,3-1 0 0,1-1 0 0,3-1 0 0,2-4 0 0,1 0 0 16,2-2-192-16,3-4-48 0,3 1 0 0,2-2 0 31,1-2-144-31,1 1-48 0,1-5 0 0,1-4 0 0,-2 1-112 0,1 0-32 16,-3 0 0-16,0-3 0 0,-2-2 128 15,0-2 0-15,-4 1 16 0,-1-1 0 0,-5-2 176 0,-1 2 16 0,-2 1 16 0,0-1 0 16,-4 2 224-16,-2 1 0 0,-1-2-160 0,-1 2 160 16,-2 0 0-16,-1 1 0 0,-2 5 0 0,1-3 0 0,-1 0-320 15,1 2 64-15,1 3 16 0,0 0 0 16,1 0-1408-16,3-1-272 16,5 6-64-16,0 0-11936 0,0 0-2384 0</inkml:trace>
  <inkml:trace contextRef="#ctx0" brushRef="#br0" timeOffset="6042.86">8181 2865 42383 0,'0'0'3776'0,"0"0"-3024"15,0 0-608-15,0 0-144 0,0 0 2336 0,0 0 432 16,0 0 96-16,0 0 16 0,5 9-1472 0,-2 3-272 16,-2 1-64-16,0 4-16 0,-1 2-448 0,0 2-96 15,0 4 0-15,-1 1-16 0,0 0-256 0,-1 1-48 16,2 1-16-16,-1-2 0 0,1-1-176 0,0-1-144 15,0 0 144-15,1-2-208 0,1-2-64 0,-1-2-16 0,2-1 0 0,-1-2 0 32,1-2-960-32,1-2-192 0,1-5-32 0,1 0-14688 0,2-2-2928 0</inkml:trace>
  <inkml:trace contextRef="#ctx0" brushRef="#br0" timeOffset="6298.33">8550 3075 44399 0,'0'0'1968'0,"0"0"400"0,0 0-1888 0,0 0-480 0,-5 5 0 0,-2-1 0 16,-3-2 1792-16,-2 2 256 0,-1 3 48 0,-1 3 16 16,-2 2-704-16,-1 2-144 0,0-1-32 0,-1 3 0 0,-2 1-656 0,2 0-144 15,1 0-32-15,1 1 0 0,2 0-160 0,2 1-48 16,3 2 0-16,3-6 0 0,0 1-192 0,5-2 144 16,2-1-144-16,3 2 128 0,3-2-128 0,3-3 0 15,5-2 144-15,2 0-48 0,2-2-96 0,3-1 0 16,4-2 0-16,2 0 0 0,0-1 0 0,2 0 0 15,0-4 0-15,2 0 0 0,-2-4 0 0,0 1 0 16,-3-1 0-16,-1 0 0 16,0 0-1904-16,0-2-272 0,-1-1-48 0</inkml:trace>
  <inkml:trace contextRef="#ctx0" brushRef="#br0" timeOffset="6908.37">5267 4318 30399 0,'0'0'1344'0,"0"0"288"0,0 0-1312 0,0 0-320 15,0 0 0-15,0 0 0 0,0 0 4528 0,7 15 832 16,-4 0 160-16,3 2 48 0,-4 2-3072 0,3 0-592 16,1 3-128-16,-4-6-32 0,1 5-976 0,1 4-208 15,0 1-48-15,1 2 0 0,0-1-320 0,2 0-64 0,-1 0 0 0,2-1 16 16,0-1-144-16,0-1 0 15,-1-2 0-15,1-3 0 0,1 0 0 0,1-3 0 16,-3-2 0-16,0-4 0 0,-2 0 0 0,2-3 0 16,-7-7 0-16,6 3 0 0,-6-3 0 0,8 0 0 0,-1-4 0 0,-1-2 0 15,-2-1 0-15,1-3 0 0,2 0 0 0,2-8 0 16,-1-6 0-16,1 0 0 16,1-4 0-16,2-3 0 0,1-3 0 0,-3 7 0 0,3-2 0 15,0-1 0-15,0 0 0 0,1 0 0 0,-3 0 0 0,2 4 0 31,-2 2-656-31,-1 6-128 0,-3 4-32 0,-1 3 0 0,-2 2-1168 16,-4 9-256-16,0 0-32 0,-3 9-16 0,0 3-1712 16,-3 4-352-16</inkml:trace>
  <inkml:trace contextRef="#ctx0" brushRef="#br0" timeOffset="7377.03">5692 4767 23039 0,'0'0'2048'0,"0"0"-1648"16,0 0-400-16,0 0 0 0,0 0 5232 0,0 0 960 0,-5 4 192 0,5-4 32 16,0 0-3232-16,0 0-656 15,0 0-128-15,0 0-32 0,8 2-1472 0,1-2-288 0,2-2-64 0,4 1-16 16,2-2-272-16,1 0-48 0,0-1-16 0,1 2 0 16,0 1-64-16,-1-1 0 0,-1 2-128 0,-1-1 192 15,0 1-192-15,-3 0 144 0,-3 0-144 0,-1 3 128 16,-1-2-128-16,-3 3 160 0,-1 1-160 0,-3 1 160 15,-3 2-16-15,-1 3 0 0,-3 3 0 0,-3 0 0 16,-3 1-144-16,-1 0 128 0,0 1-128 0,0 1 128 16,0 0-128-16,0 0 0 0,1-1 0 0,1-1 0 0,2 0 0 15,2-2 0-15,1-3 0 0,4 0 48 16,0 0-48-16,4-3 0 0,-2-7 0 0,5 7 0 16,3-4 0-16,2-1 0 0,2-2 0 0,2-2 0 0,3-2-224 0,1-3 16 15,3-5 0-15,1 2 0 16,1-2-976-16,0-3-192 0,-1-2-32 15,2-7-14976-15,-1-1-3008 0</inkml:trace>
  <inkml:trace contextRef="#ctx0" brushRef="#br0" timeOffset="7840.06">5732 3638 48207 0,'-13'5'2128'0,"13"-5"448"0,-6 3-2064 0,-1 1-512 0,7-4 0 0,-5 5 0 16,5-5 1104-16,0 0 112 0,0 0 32 0,0 0 0 16,0 0-240-16,0 0-48 0,0 0-16 0,4 5 0 15,-4-5-688-15,9 4-256 0,0-3 176 0,2 1-176 16,0-2 192-16,1 0-48 0,0 0-16 0,0 0 0 0,-2 0-128 0,1 1 0 16,-2 2 0-16,0-1 0 0,-1-1 0 0,-1 2 0 15,0 0 0-15,-7-3 0 0,6 6 0 0,-6-6 0 16,4 7 0-16,0 1 0 0,-4-8 144 0,3 9-144 15,0-2 160-15,0 1-160 0,-1 0 128 0,0 0-128 16,-2-8 0-16,4 8 0 0,-1 0 0 0,-3-8 0 16,4 6 0-16,1 1 0 0,0-1 0 0,2-1 0 15,-1-2 0-15,1 0 0 0,1-1 0 0,-1-2 0 16,1 0 0-16,1 0 0 16,3 0-1440-16,0-2-288 0,1-1-48 0</inkml:trace>
  <inkml:trace contextRef="#ctx0" brushRef="#br0" timeOffset="8180.96">6289 4647 53039 0,'0'0'2352'0,"0"0"480"0,0 0-2256 0,0 0-576 0,0 0 0 0,0 0 0 0,0 0 1024 16,0 0 112-16,8-4 16 0,0 2 0 0,0-1-528 0,2 0-112 15,2 2 0-15,1-3-16 0,2 1-368 0,2 1-128 16,0 1 0-16,2-2 0 16,-1 0-448-16,0 2-64 0,-1 0-32 0,-1-1 0 15,-2 2-2288-15,-2-2-464 0,-3 1-96 0</inkml:trace>
  <inkml:trace contextRef="#ctx0" brushRef="#br0" timeOffset="8323.2">6300 4755 11967 0,'0'0'1072'0,"0"0"-864"15,0 0-208-15,0 0 0 0,5 4 7296 0,3 0 1424 0,1-1 288 16,1-2 48-16,2-1-6240 0,2-1-1232 16,3-2-256-16,1 2-48 0,3-1-704 0,3 0-144 0,-1-3-32 0,1-2 0 31,-1-1-1232-31,2 0-240 0,2-1-48 0,1-1-20256 0</inkml:trace>
  <inkml:trace contextRef="#ctx0" brushRef="#br0" timeOffset="8614.18">6795 4489 35007 0,'0'0'3120'0,"0"0"-2496"0,0 0-496 0,-4 7-128 16,3 2 3504-16,1 0 672 0,0 1 144 0,1 4 32 15,0 2-2064-15,2 3-416 0,1 0-80 0,1 3 0 16,2-1-1088-16,0 1-192 0,3 2-64 0,0-2 0 0,-1 0-288 0,2-1-160 16,0 0 160-16,1-1-32 0,1-4-128 0,-1 0 0 15,0-3 0-15,-1-1 0 0,1-2 0 0,0-1 0 16,-2-2 0-16,1-1 0 0,-1-4 0 0,-1-2 0 15,0-3 0-15,0-1 0 0,-2-1 0 0,-2-1 0 16,-1-4 0-16,0 1 0 0,0-2 0 0,-2-5 0 16,1 2 0-16,-2-3 0 0,-1-3 0 0,3 2 0 15,-3-3 0-15,1-3 0 0,1 0 0 0,-1-2 0 16,2 0 0-16,-1 1 0 0,1 4-208 0,-1 0-48 16,1 5 0-16,0 1 0 15,-3 3-784-15,2 3-176 0,-1 2-16 0,2 1-16 16,-3 6-1600-16,0 0-320 0,0 0-64 0</inkml:trace>
  <inkml:trace contextRef="#ctx0" brushRef="#br0" timeOffset="8810.37">7206 4780 39615 0,'0'0'3520'0,"1"8"-2816"0,2 0-560 0,0 2-144 15,1 3 3056-15,0 1 576 0,-1 1 112 0,1 0 32 16,0 1-1936-16,0 1-384 0,1-1-80 0,0 1-16 15,0 0-992-15,0 0-208 0,1-2-32 0,-1 0-128 16,0-2 0-16,-1-3 0 0,1 0 0 0,0 0 0 31,1-1-672-31,-1-2-144 0,0 0-16 0,-5-7-16 0,0 0-1792 16,0 0-368-16,9 4-64 0</inkml:trace>
  <inkml:trace contextRef="#ctx0" brushRef="#br0" timeOffset="9019.52">7670 4668 54367 0,'0'0'2416'0,"0"0"480"0,0 0-2320 0,8-4-448 15,1 1-128-15,1-1 0 0,1 1 912 0,-1 0 176 16,0 0 16-16,2 1 16 0,3-2-768 0,-1 1-160 16,3-1-16-16,1 3-16 0,0-3-112 0,-1 1-48 15,2-2 0-15,-1 4 0 0,0-3 0 0,0 3 0 16,1-1 0-16,-3 2 0 15,-1-2-512-15,-2 2-80 0,-3 0-32 0,-2 0 0 16,-8 0-2224-16,0 0-448 0,0 0-96 0</inkml:trace>
  <inkml:trace contextRef="#ctx0" brushRef="#br0" timeOffset="9192.58">7638 4801 50447 0,'0'0'2240'0,"0"0"448"0,0 0-2144 0,0 0-544 15,11 1 0-15,-2-1 0 0,1-1 1360 0,2 0 176 0,3-1 16 0,-1 1 16 16,0-2-800-16,2 1-144 0,1-2-48 0,0 0 0 16,1 0-384-16,0 0-64 0,2-1-128 0,-1 1 176 15,1 0-576-15,1-1-112 0,0 0-32 16,1-2-24928-16</inkml:trace>
  <inkml:trace contextRef="#ctx0" brushRef="#br0" timeOffset="9979.84">8482 4638 17503 0,'0'0'1552'0,"7"-3"-1232"15,0-2-320-15,0 0 0 0,-2-2 5232 0,-1 1 976 16,-7-5 208-16,2 4 48 0,2 0-2832 0,2 2-560 16,-3 5-128-16,0 0 0 0,0 0-1088 0,0 0-192 15,0 0-64-15,0 0 0 0,0 6-864 0,-3 3-176 16,-3 2-48-16,-3 3 0 0,-2 5-384 0,0-1-128 15,-2 1 0-15,2 3 80 0,-1 1-80 0,1-1 0 0,0 0 0 0,3 1 0 16,2 0 0-16,2-3 0 16,1 0 0-16,3-3 0 0,4 3 0 0,1-4 0 0,3 0 0 15,1-3 0-15,2-2 0 0,2-5 0 16,3 2 0-16,2 1 0 0,3-5 0 0,2-1 0 0,3-3 0 0,-1 0 0 16,-2-7 0-16,2-1 0 15,-1-4 0-15,-1 2 0 0,1-3 0 0,-2 1 0 0,-3-2 0 0,-2-3 0 16,-2 0 0-16,-2-4 0 0,-4 2 0 15,-3-1 0-15,-1 1-160 0,-1-1 160 0,0 0-128 16,-5 1 128-16,-3-1 0 0,-2 6 0 0,-4-3 0 0,-1 4-128 16,-2-1 128-16,-2 2 0 0,0 1 0 0,-1 5 0 15,-1-1 0-15,0 5-128 0,0-1 128 0,-1 3 0 16,0 0-304-16,-1 3 32 0,4-1 0 0,2 5 0 16,0-1-1104-16,2 1-224 15,3 1-32-15,3 0-16 0,1 1-1504 0,3 3-304 16,2-3-64-16</inkml:trace>
  <inkml:trace contextRef="#ctx0" brushRef="#br0" timeOffset="10211.31">9135 4803 34095 0,'0'0'3024'0,"0"0"-2416"15,0 0-480-15,0 0-128 0,0 0 5168 0,0 0 1008 16,0 0 208-16,0 0 32 0,0 0-4752 0,0 0-944 0,0 0-192 0,0 0-32 16,-4 7-368-16,0 0-128 0,4-7 0 0,-2 7 0 15,2-7 0-15,0 8 0 16,0-8 0-16,2 8 0 16,4-1-1088-16,0-1-224 0,-6-6-32 0,8 1-15312 0,0 2-3056 0</inkml:trace>
  <inkml:trace contextRef="#ctx0" brushRef="#br0" timeOffset="11031.5">9627 4554 31327 0,'0'0'2784'0,"0"0"-2224"0,0 0-560 0,0 0 0 16,0 0 4704-16,0 0 832 0,0 0 160 0,0 0 48 15,0 0-3312-15,-6-3-672 0,0 1-128 0,6 2-32 16,-7 0-1024-16,2 2-224 0,-1 1-32 0,2 0-16 0,-3 1-304 16,2 0 0-16,5-4 128 0,0 0-48 0,-5 5-80 0,1 0 0 15,4-5 0-15,0 0 0 0,0 0 0 0,-5 4 0 16,5-4 0-16,0 0 0 0,0 0 0 0,0 0 0 16,0 0 0-16,0 0 0 0,0 0 0 0,0 0 0 15,0 0 0-15,0 0 0 0,0 0 0 0,0 0 0 16,0 0 0-16,0 0 0 0,0 0 0 0,0 0 0 15,0 0 0-15,0 0 0 0,0 0 0 0,0 0 0 16,0 0 0-16,0 0 0 0,0 0 0 0,0 0 0 16,0 0 0-16,0 0 0 0,0 0 0 0,0 0 0 0,-6 5 0 15,1-2 0-15,0 2 0 0,5-5 0 16,-6 3 0-16,-1-1 0 0,0 4 0 0,0-2 0 0,-1 0 0 0,-1 1 0 16,1 3 0-16,-3 2 0 15,0-1 0-15,-1 3 0 0,0 1 0 0,1 1 0 0,-3 2 0 0,1 0 0 16,2 0 0-16,0-2 0 15,2 0 0-15,0 1 0 0,-1-1 0 0,2-3 0 0,1 2 0 0,1 0 0 16,-1-1 0-16,2 0 0 0,2 0 0 16,1-2 0-16,0 0 0 0,1 1 0 0,0 1 0 0,1-3 0 15,1 0 0-15,3 0 0 0,0 0 0 0,1-2 0 16,2-1 0-16,-1 2 0 0,-1 1 0 0,2-2 0 16,0-5 0-16,2 2 0 0,0-1 0 0,1 1 0 15,1 0 0-15,-1-2 0 0,0-1 0 0,2 1 0 16,0-2 0-16,0-2 0 0,-3 1 0 0,1-1 0 15,1-1 0-15,-2 0 0 0,0 1 0 0,0-1 0 0,0-3 0 16,-1-1 0-16,-1-1 0 0,-1 3 0 16,-1 1 0-16,-5 4 0 0,4-6 0 0,-1-1 0 0,-3 7 0 0,2-6 0 15,0 0 0-15,-2 6 0 0,1-5 0 0,-1 5 0 16,0 0 0-16,0 0 0 0,0 0 0 0,0 0 0 16,0 0 0-16,0 0 0 0,0 0 0 0,0 0 0 15,0 0 0-15,0 0 0 0,0 0 0 0,0 0 0 16,0 0 0-16,0 0 0 0,0 0 0 0,0 0 0 15,-7 0 0-15,7 0 0 0,0 0 0 0,0 0 0 16,0 0 0-16,0 0 0 0,0 0 0 0,0 0 0 16,-5 4 0-16,0-1 0 0,5-3 0 0,0 0 0 15,0 0 0-15,0 0 0 0,-4 5 0 0,4-5 0 0,0 0 0 0,0 0 0 16,0 0 0-16,-4 5 0 16,4-5 0-16,0 0 0 0,0 0 0 0,0 0 0 15,0 0 0-15,0 0 0 0,-4 7 0 0,4-7 0 16,-4 6 0-16,4-6 0 0,0 0 0 0,0 0 0 0,0 0 0 0,0 0 0 15,-6 1-240-15,-1 1-32 0,2-1-16 0,5-1 0 32,-5-3-2592-32,1-1-512 0</inkml:trace>
  <inkml:trace contextRef="#ctx0" brushRef="#br0" timeOffset="11632.82">9263 4466 4607 0,'-13'0'192'0,"6"0"64"0,0-1-256 0,0-1 0 16,0 2 0-16,7 0 0 0,-7 0 9184 0,0 0 1792 0,7 0 352 0,0 0 80 16,0 0-7264-16,0 0-1456 15,0 0-304-15,0 0-48 0,7-1-1200 0,3-2-240 16,3 1-64-16,3 0 0 0,3-3-496 0,4 1-96 15,1-1-32-15,2 1 0 0,2 2-32 0,-1 0-16 16,0 1 0-16,1 1 0 0,-3 0-32 0,-1 0 0 0,-1 0 0 0,-4 1 0 16,-1 3-128-16,-2 1 0 0,-3 3 0 15,-3 1 128-15,-2 0-128 0,-2-1 0 0,-4 3 0 0,-2 2 0 16,-4 2 0-16,-2 2 0 0,-5 3 0 0,0 1 0 16,-4 0 0-16,-2-1 0 0,-1 3 0 0,0 1 48 15,-3-1-48-15,0 0 0 0,0-2 0 0,0 1 0 16,2-4 0-16,-1 3 0 0,2-3 0 0,1 1 0 15,1-2 0-15,3 0 0 0,2-4 0 0,1 0 0 16,4-2 0-16,1 0 0 0,1-3 0 0,1-1 0 0,3 3 0 16,0-10 0-16,2 6 0 0,1 1 0 15,4-2 0-15,2-1 0 0,4-3 0 0,1 0 0 0,1-1 0 16,0 0 0-16,4-2 0 0,2-1 0 0,1-2 0 0,1 0 0 16,3-4 0-16,0 2 0 0,-1-2 0 0,1 1 0 15,0-1 0-15,0-1 0 0,-1-2 0 0,0 0-240 16,1 0 80-16,-1 1 16 15,-2-2-1984-15,-1-3-400 0,-1 2-80 0</inkml:trace>
  <inkml:trace contextRef="#ctx0" brushRef="#br0" timeOffset="12092.42">9830 4487 36863 0,'0'0'3264'0,"0"0"-2608"16,0 0-528-16,3-7-128 0,-1 2 3584 0,3-2 704 0,2 2 128 0,1 0 16 16,1-2-2448-16,1 2-512 0,2 0-80 0,2 2-32 15,2 0-816-15,1 0-160 0,1 3-48 0,1-3 0 16,0 2-240-16,1 0-96 0,-2-1 0 0,0 4 0 16,0 0 0-16,1 2 0 0,-4 1 0 0,-2 1 0 15,-2-1 0-15,-3 1 0 0,-3 2 0 0,-1 1 0 16,-3 2 0-16,-1 2 0 0,-3 2 0 0,-3 2 0 15,-3 3 0-15,-4 0 0 0,-3 3 0 0,-1 0 0 16,-1 1 0-16,-2 2 0 0,1-3 0 0,-1 1 0 16,1-1 0-16,2 0 0 0,2-4 0 0,2 1 0 0,2-2 0 15,0 0 0-15,5-2 0 0,2-2 0 0,1-2 0 0,2-2 0 16,1 2 0-16,2-4 0 0,2 0 0 0,3-2 0 16,2-1 0-16,3 1 0 0,2-5 0 0,3-1 0 15,1-1 0-15,2-1 0 0,1 1 0 0,1-3 0 16,0-1 0-16,0 0 0 0,0 1 0 0,0-1 0 15,-1-1 0-15,0 0 0 0,0-2 0 0,-1 1 0 16,-2 1 0-16,-1-1 0 0,-3 1 0 0,1-1 0 16,-2 2 0-16,0 0 0 0,-2-2 0 0,-2 0 0 15,-1 4 0-15,-1 0 0 0,-2 0 0 0,-2-1 0 16,-1-2 0-16,0 4 0 16,-1-1-768-16,-1 1-160 0,0-1-32 0,0-1 0 15,0 4-2656-15,0 0-544 0</inkml:trace>
  <inkml:trace contextRef="#ctx0" brushRef="#br0" timeOffset="12814.21">10814 4514 11055 0,'0'0'976'0,"0"0"-784"15,0 0-192-15,3-6 0 0,-2-2 5568 0,3 1 1088 0,-1-2 192 0,-2 3 64 16,-1 6-3328-16,0 0-640 0,0 0-144 0,0 0-32 16,0 0-592-16,0 0-128 0,0 0-32 0,0 0 0 15,0 0-848-15,-10 3-160 0,-3 7-48 0,-4 0 0 16,-6 0-384-16,1 5-64 0,0 0-32 0,-1 5 0 15,1 1-240-15,2-2-48 0,4 4-16 0,2-3 0 16,1 3-128-16,5-4-48 0,0 2 0 0,6-4 0 16,2 3 0-16,1-4 0 0,3 0 0 0,2-2 0 0,2-2 0 15,5-1 0-15,2-5 0 0,3 1 0 0,3-2 0 16,4 0 0-16,-2-5 0 0,-1-1 0 0,3-2 0 0,-2-2 0 16,0 1 0-16,-4-2 0 0,-1-4-256 0,1 0 64 15,-2 0 16-15,-2-2 0 0,-3-3 32 0,-3 2 0 16,-1-1 0-16,-3-3 0 0,-4-1 144 0,1 0 0 15,-2-2-144-15,-3 2 144 0,-2-2 0 0,-2 2-144 16,1 1 144-16,-3-1 0 0,0 1-352 0,-3 0 32 16,0 1 16-16,-1 2 0 15,1 1-848-15,1 4-160 0,0 1-32 0,3 1-16 16,1-2-2032-16,0 5-384 0</inkml:trace>
  <inkml:trace contextRef="#ctx0" brushRef="#br0" timeOffset="13175.81">11139 4450 28559 0,'1'1'2544'0,"-2"1"-2032"16,1-2-512-16,0 0 0 0,-1 10 5504 0,1 5 992 0,-2-1 208 0,0 3 32 15,-5-2-4240-15,2 4-864 0,0 0-160 0,-2 1-48 16,3 2-912-16,0-1-192 0,2 0-48 0,1-2 0 16,3 2-192-16,2 0-80 0,-1-4 0 0,3 0 0 15,1 0 0-15,3-2 0 0,2-1 0 0,1-3 0 16,0-2 0-16,0 1 0 0,4-7 0 0,2 1 0 15,2 2 0-15,0-6 0 0,0 0-160 0,0 0 160 16,-2-6-192-16,0 1 32 0,-4-1 16 0,1-2 0 16,-3 0-32-16,0 0 0 0,1-4 0 0,-2-1 0 15,-3-1 0-15,-1 1 0 0,-1-5 0 0,-2 1 0 0,0-4-48 16,-4 1-16-16,-2 3 0 0,-3 3 0 0,-2 5 240 0,-3 0 0 16,-3 4 0-16,-1 2 0 0,1 3 192 0,-2 3 64 15,-3 2 32-15,0 4 0 0,-1-1 0 0,-2 4 0 16,-2-1 0-16,-2 2 0 0,-3 4-96 0,3 1-32 15,6-2 0-15,3 0 0 0,2-1-160 0,3 1 0 16,3-3 0-16,1 1 0 16,2-2-976-16,3-1-128 0,4-4-32 0,-3-7-15552 15,10 10-3104-15</inkml:trace>
  <inkml:trace contextRef="#ctx0" brushRef="#br0" timeOffset="13558.22">11934 4245 54767 0,'0'0'2432'0,"0"0"496"0,0 0-2352 0,0 0-448 0,0 0-128 0,0 0 0 16,0 0 640-16,0 0 96 0,0 0 32 0,0 0 0 16,0 0-304-16,0 0-48 0,-8 6-16 15,3-1 0 1,1 1-688-16,-1 2-144 0,-1 1-16 0,-2 2-16 0,-3 2 736 0,0 0 160 0,-2 1 16 0,-1 2 16 15,-1 2-336-15,-2 0-128 0,-1-5 0 0,2 3 0 16,6-2 0-16,-1-2 0 0,-3 0 0 0,1 1 0 16,1-4 0-16,0 1 0 0,2 0 0 0,-1-1 0 0,2-1 0 0,1-1 0 15,2 0 0-15,1-1 0 0,1 1 0 16,1-3 0-16,3-4 0 0,0 6 0 0,0 0 0 0,0-6 0 16,5 5 0-16,1-1 0 0,1 0 0 0,7-2 0 15,4 0 0-15,1-1 0 0,0-1 0 0,1 0 0 16,4-1 0-16,-1-2 0 15,1 2-384-15,-1-2-64 0,-1-2 0 0,2 0-16 0,1 2 736 16,-1-4 160-16,3 1 16 0,-3-1 16 16,1 1-1136-16,0-2-224 0,-3-1-64 0,-2 0 0 15,-3 0-2256-15,-2 0-464 0</inkml:trace>
  <inkml:trace contextRef="#ctx0" brushRef="#br0" timeOffset="13779.8">11921 4273 55919 0,'0'0'1232'0,"0"0"256"0,16 13 48 0,-15-4 32 0,0 3-1248 0,1 2-320 16,-2 2 0-16,-2 1 0 0,1-3 736 0,0 3 96 0,-2 3 0 0,2 0 16 16,0 3-688-16,-1 4-160 0,1-2 0 0,2 2 0 15,-2 4 0-15,1-1 0 0,0 0 0 0,0 0 0 16,1-1-160-16,1 1-32 0,2-5 0 0,-2 1 0 15,1-1 320-15,-1-3 64 0,2-1 16 0,-1-2 0 32,-1-3-1728-32,2-2-336 0</inkml:trace>
  <inkml:trace contextRef="#ctx0" brushRef="#br0" timeOffset="14605.61">12710 4042 31327 0,'0'0'1392'0,"0"0"272"0,0 0-1328 0,0 0-336 0,0 0 0 0,6-1 0 15,-6 1 4240-15,8 0 784 0,-1 4 160 0,-1 4 16 16,0 3-2832-16,0 4-576 0,-1 2-128 0,0 5 0 16,-1 1-832-16,0 2-176 0,0 0-16 0,1 0-16 0,2-1-352 0,-1 0-64 15,1-3-16-15,0-2 0 0,-1-2-128 0,1-3-64 16,-1-2 0-16,1 0 0 0,-1-6 0 0,-1 1 0 15,-5-7 0-15,0 0 0 0,0 0 0 0,0 0 0 16,0 0 0-16,7-4 0 0,-2-2 0 0,-1-4 0 16,-1 0 0-16,-1-3 0 0,1-3 0 0,-1-1 0 15,0 2 0-15,0-5 0 0,1-3 0 0,2-1 0 16,0-1 0-16,3 2 0 0,0 1 0 0,0 1-192 16,1 3 192-16,0 1-208 0,0 2 208 0,0 6-144 15,-1 1 144-15,-1 5-128 0,-7 3 128 0,7 2 0 16,1 5 0-16,0 3 0 0,-1 4 0 0,-1 2 192 15,1 2-64-15,0-3 0 0,-1 0-128 0,-1 1 0 16,-1 0 128-16,1-1-32 0,0 0-96 0,0-2 0 16,2-2 0-16,-2-3 0 0,0-1 0 0,-5-7 0 15,7 4 0-15,-1-2 0 0,1-2 0 0,1-1 0 16,-2-2 0-16,2-1 0 0,0 0 0 0,-2-3 0 16,0-1 0-16,0-5 0 0,1 0 0 0,1-2 0 0,-1-2 0 15,1-1 0-15,0-1 0 0,1-2 0 0,0 0 0 16,0 1 0-16,1 1 0 0,-3 3 0 0,1 3 0 15,0 3 0-15,-1 1 0 0,-1 2-128 0,-1 2 128 16,-5 5 0-16,0 0 0 0,0 0 0 0,5 8 0 0,-2 5 0 16,0 1 0-16,-1 3 0 0,0 1 0 0,-1 2 0 15,3 1 0-15,-2-2 0 0,1 1 0 0,1-3 128 16,1 0-320-16,2-2-16 0,-1-2-16 0,2-1 0 16,0 0-1264-16,1-6-256 15,0 0-48-15,2-4-14368 0,0-2-2864 0</inkml:trace>
  <inkml:trace contextRef="#ctx0" brushRef="#br0" timeOffset="15028.58">13492 3879 46591 0,'0'0'2064'0,"0"0"432"0,-1-10-2000 0,1 2-496 16,0 1 0-16,0 7 0 0,2-7 1664 0,1 0 256 16,0 2 32-16,-3 5 16 0,6-5-688 0,2-1-128 15,2 2-16-15,1 1-16 0,-1 0-736 0,2 0-128 16,1 2-48-16,0 0 0 0,0 1-208 0,2 0 128 15,-1 0-128-15,0 2 0 0,-2 0 0 0,0 0 0 16,-5 1 0-16,0 1 0 0,0 1 0 0,-5 3 0 16,-1 0 0-16,-2 1 0 0,-1-1 0 0,-4 1 128 15,-3 0-128-15,-1 3 0 0,-2-2 0 0,0 2 0 16,1-3 0-16,-1 3 0 0,1-5 128 0,1 1-128 16,0-1 0-16,0-1 0 0,3 3 0 0,0-1 0 15,2-1 0-15,1-1 0 0,4-6 0 0,0 0 0 16,3 7 0-16,-1-1 0 0,-2-6 0 0,7 6 0 0,0-1 0 0,4 0 0 15,1-1 0-15,2 0 0 0,3-2 0 0,0 0 0 16,-1 0 0-16,-1-2 0 0,0 2 0 0,-1-1 0 16,-1 0 0-16,-1 2 0 0,-2 2 0 0,-1-1 0 15,-1 0 0-15,-1 0 0 0,-7-4 0 0,5 6 0 16,-5-6 0-16,4 7 0 0,-4-7 0 0,-2 6 0 16,0 3 0-16,-5 1 0 0,-2 1 0 0,-3 0 0 15,-2-1 0-15,-3 2 0 0,-2-2 0 0,0 3 0 0,-2-1 0 16,1 0 0-16,1-2 0 0,0 1 0 15,-1-2-416-15,2-1-80 16,0-2-16-16,2 1 0 0,0-1-1504 0,3-1-304 0,3-2-64 16,1 1-20512-16</inkml:trace>
  <inkml:trace contextRef="#ctx0" brushRef="#br0" timeOffset="15261.79">14006 3974 38703 0,'0'0'3440'0,"0"0"-2752"15,0 0-560-15,6 6-128 0,0 1 3072 0,-3 4 576 16,-1-2 112-16,-4 4 16 0,1 5-1776 0,-3 2-352 16,-2 3-80-16,-2 3-16 0,-3 3-1008 0,0 2-208 15,-4 2-32-15,0 1-16 0,-1-2-208 0,-1 2-80 16,-1 1 0-16,0 1 0 0,-1-1 0 0,2 0 0 0,-1-1 0 0,1-4 0 16,0 0 0-16,0-1 0 0,0-1 0 0,2 1 0 15,-1-4-128-15,2 0-32 0,-2-5 0 0,2-1 0 31,-1-4-976-31,4-2-192 0,0-1-32 0,3-4-15120 0,1-2-3024 16</inkml:trace>
  <inkml:trace contextRef="#ctx0" brushRef="#br0" timeOffset="15451.59">14054 4328 45151 0,'0'0'4016'0,"0"0"-3216"16,0 0-640-16,-1 11-160 0,-1 5 2224 0,0 1 400 15,-2 1 96-15,-1 2 16 0,0-1-1488 0,-2 3-288 16,0 2-64-16,1 1-16 0,-2 1-624 0,2-1-112 16,-1-3-16-16,3 2-128 0,0 0 0 0,0-3 0 15,2 1 0-15,0-2 0 16,2-4-1056-16,2 0-224 0,-1-2-32 0,3-4-15200 16,1-3-3056-16</inkml:trace>
  <inkml:trace contextRef="#ctx0" brushRef="#br0" timeOffset="15980.36">14338 4509 23951 0,'0'0'1056'0,"-2"-4"224"0,-4-1-1024 0,1 1-256 15,-1 1 0-15,-2 1 0 0,-1 0 6528 0,-2 4 1232 0,-2 0 256 0,-1 3 48 16,-2-2-5536-16,-1 4-1120 0,-1 2-208 0,0 1-48 16,-2 4-704-16,2-1-144 0,1 2-32 0,1 0 0 15,2-2-128-15,1 4-16 16,3-2-128-16,1 0 192 0,2-2-192 0,2 1 0 0,1-4 0 0,3 0 0 15,2 1 0-15,3-1-160 0,1-1 32 0,3 0 0 32,5-2-272-32,0-4-48 0,1 1-16 0,3-4 0 15,4 0-720-15,0 0-144 0,0-4-16 0,1 1-16 0,0-2-128 16,0-2-32-16,0-1 0 0,2-2 0 0,-2 1 384 16,0-3 80-16,-1-1 16 0,0 0 0 0,1-3-176 15,-1-1-16-15,-3-1-16 0,-2 1 0 0,-4 3 800 0,-2 2 176 0,-1 2 16 0,-2 2 16 16,-3-1 1600-16,-3 5 320 0,-1 4 64 0,0 0 16 15,0 0 352-15,0 0 64 0,0 0 0 0,-9 0 16 0,2 3-960 16,2 2-192-16,1 1-32 0,0 3-16 0,2 3-416 0,0 2-96 16,2-2-16-16,2 6 0 0,-4-2-176 0,5 2-32 15,2 5-16-15,-1 0 0 0,-1-1-240 0,1 3 0 16,2 2 128-16,3 1-128 0,2 3 0 0,-4-5 0 16,0-1 0-16,1 2 0 0,-3 3 0 0,0 0 0 15,-1 0 0-15,0 0 0 0,-3 0-208 0,-2-4 64 16,0 2 16-16,-3 2 0 0,-3-4 128 0,2-7-192 15,-5-2 192-15,-3-1-192 0,-4-3 192 0,-2-1 0 16,1-3 0-16,-3-2 0 0,-1 0 0 0,-7-2 128 16,2-3-128-16,-4-2 0 0,0-2 0 0,1 0 128 0,-2-2-128 15,-2-2 0-15,0-1 0 0,1-2 0 16,-3-1 0-16,1 3 0 0,0-4 0 0,1 1-160 0,3-1 160 16,2 0-208-1,4 0-1136-15,4-2-208 0,3 0-48 0,4 3-21808 0</inkml:trace>
  <inkml:trace contextRef="#ctx0" brushRef="#br0" timeOffset="17018.05">1090 6650 52639 0,'0'0'2336'0,"0"0"480"16,0 0-2256-16,0 0-560 0,0 0 0 0,0 0 0 0,0 0 368 0,0 0-48 15,0 0 0-15,0 0 0 0,13 0 320 0,1 0 64 16,2-2 16-16,2 0 0 0,2-2-432 0,2 0-96 16,3 0 0-16,-7 3-16 0,1-3-176 0,4 1 0 15,1 0 0-15,1 0 128 0,-1-1-128 0,-1 1-176 16,-1-2 48-16,2 4 0 15,-1 1-1424-15,-1 0-288 0,-1 0-48 0,-3 0-13760 16,-3 0-2752-16</inkml:trace>
  <inkml:trace contextRef="#ctx0" brushRef="#br0" timeOffset="17200.41">1166 6793 17503 0,'0'0'1552'0,"-7"8"-1232"0,7-8-320 0,0 0 0 15,0 0 6848-15,0 0 1328 0,0 0 256 0,0 0 48 16,0 0-5968-16,0 0-1184 15,9 5-240-15,3-1-64 0,1-3-384 0,-1-1-64 16,3-2-32-16,5-1 0 0,2-2-416 0,3 0-128 0,1-2 0 0,3-1 0 16,1-1 0-16,1-3-144 0,0 1 16 0,0-1 0 31,5 0-1248-31,-1 0-240 0,-1-2-48 0,-2-3-16 16,-2 0-1712-16,-1-1-352 0,-2 0-64 0</inkml:trace>
  <inkml:trace contextRef="#ctx0" brushRef="#br0" timeOffset="17493.73">1849 6468 3679 0,'0'0'160'0,"0"0"32"0,-7 6-192 0,1-3 0 0,-1 1 0 0,1 2 0 16,0-1 9744-16,6-5 1904 0,0 0 384 0,-2 8 80 16,0-1-8256-16,1 3-1648 0,0-1-336 0,1-1-64 0,0-8-848 0,2 7-160 15,1 1-32-15,1 0-16 0,1 1-400 0,3 2-80 16,-1-5-16-16,2 2 0 0,0-2-256 0,3 1 128 16,-2-2-128-16,3 2 0 0,0 0 0 0,3 3 0 15,-1-4 0-15,1 2 0 0,0-3 0 0,1 0 0 16,-2 1-176-16,1 0 176 0,-1-2-288 0,-1 1 48 15,-3 2 16-15,0-2 0 0,-3-1 64 0,-2-2 16 16,-6-2 0-16,0 0 0 0,0 0 144 0,0 10 0 16,-1-4 0-16,-3 1-128 0,-1-2 128 0,-3 3 0 15,-4-3 0-15,-1 1 0 0,-3 2 0 0,1 1 0 16,-1 0 0-16,0 1 0 0,2-4 0 0,1 2 0 0,-10 8 0 31,12-9-2192-31,1 1-416 0,1 0-80 0,1 0-19392 0</inkml:trace>
  <inkml:trace contextRef="#ctx0" brushRef="#br0" timeOffset="18467.99">2828 6475 21183 0,'0'0'1888'0,"0"0"-1504"16,0 0-384-16,0 0 0 0,-2-5 5504 0,2 5 1024 0,0 0 192 0,0 0 64 16,0 0-4448-16,0 0-880 0,4 11-176 0,2 5-48 15,-1-3 176-15,0 3 16 0,0 1 16 0,3 3 0 16,1 1-752-16,-4-4-160 0,-2 3-16 0,1 1-16 15,1 1-192-15,0 3-48 0,1-1 0 0,0 0 0 16,-1-1-128-16,-1 0-128 0,0-3 144 0,0-1-144 16,0-2 0-16,-1-3 0 0,0-2 0 0,-1-2 0 0,-1-1 0 0,-1-1 0 15,0-3 0-15,0-5 0 16,0 0-1072-16,0 0-96 0,0 0-32 0,-5 4 0 16,-2-1-1776-16,-3-3-352 15,1-3-80-15</inkml:trace>
  <inkml:trace contextRef="#ctx0" brushRef="#br0" timeOffset="18885.91">2330 6449 5519 0,'0'0'496'0,"0"0"-496"15,0 0 0-15,0 0 0 0,0 0 10000 0,11-2 1904 0,1 0 384 0,3 1 80 16,3-1-9280-16,1 1-1856 0,2-2-368 0,5-1-80 15,3 3 32-15,4 1 0 16,0 0 0-16,3 0 0 0,-1-1-400 0,1 0-80 16,1-2-16-16,-1 2 0 0,1 1-128 0,-10 1-16 15,5 2-16-15,1-2 0 0,4 1-32 0,-1 2 0 0,1 2 0 0,-1 1 0 16,1 4-128-16,-2 1-192 16,-1 1 32-16,-1 4 16 0,-3-2 144 0,-3 6-128 0,-4-4 128 0,-2 4-128 15,-4 2 128-15,-4 2-128 0,-4 1 128 0,-3-1-128 16,-4 0 128-16,-2 2 0 0,-5-3 0 0,-4-1 0 15,-4 0 0-15,-3 1 0 0,-3-3 0 0,-2 0 0 16,-3-3 0-16,-2 0 0 0,-1-3 128 0,-2 0-128 16,-2-2 160-16,-3-1-32 0,-4 0-128 0,-19 1 192 15,3-5-64-15,5-3 0 0,1-1-128 0,-1-2 192 0,1-2-192 16,1-1 0-16,3-3 128 0,2-2-128 0,3-2 0 0,4-4 0 16,5 0 0-16,12 3-160 0,1 0-192 0,2 1-32 15,2-4-16-15,4 3 0 16,4 0-1024-16,4 0-208 0,3 0-32 0,7-2-16 15,6-2-1456-15,3 2-304 0,4-1-48 0,6 0-15440 0</inkml:trace>
  <inkml:trace contextRef="#ctx0" brushRef="#br0" timeOffset="19080.89">3374 6793 29487 0,'0'0'2624'0,"0"0"-2112"15,0 0-512-15,-1 8 0 0,1-8 4736 0,-3 8 848 0,2-1 176 0,0 1 16 16,-2-1-3792-16,3-7-768 0,-1 8-160 0,1-8-32 16,-2 6-400-16,2-6-96 0,0 0-16 0,0 0 0 31,0 0-976-31,0 0-208 0,0 0-32 0,8 1-16 16,1-2-2224-16,0-3-432 0,-1-1-80 0</inkml:trace>
  <inkml:trace contextRef="#ctx0" brushRef="#br0" timeOffset="19354.53">3738 6387 49823 0,'0'0'2208'0,"0"0"448"0,0 0-2128 0,0 0-528 0,0 0 0 0,0 0 0 16,0 0 1344-16,2 7 176 0,1 2 16 0,-2 2 16 15,1 0-496-15,-1 4-96 0,-1 0-32 0,1 4 0 0,2 1-688 16,-1 3-240-16,1 1 144 0,-2 0-32 0,2-2-112 0,-2 1 0 15,2 2 0-15,-2-1 0 0,0-1 0 0,2 2 0 16,0 0 0-16,-1-3 0 0,-2-3 0 0,0 1 0 16,-1-3 0-16,1-1 0 0,0-2 0 0,0-1 0 15,-1 0 0-15,1-3 0 0,1 0 0 0,-1-4 0 16,0-6 0-16,-1 7 0 16,1-7-448-16,0 0-64 0,-2 6-32 0,2-6 0 15,0 0-1504-15,0 0-288 0,0 0-64 0,0 0-20528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4:55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38 15199 0 0,'0'0'696'0'0,"-1"-2"-13"0"0,-20-17-264 0 0,0 4 3229 0 0,20 14-4094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4:56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49 21391 0 0,'-8'-2'1943'0'0,"1"0"-1603"0"0,0 1 3778 0 0,14 2-3765 0 0,0-1-1 0 0,0 1 1 0 0,-1-1-1 0 0,13-1 1 0 0,-4 0-116 0 0,241-19 534 0 0,-35 2-872 0 0,-119 16-1600 0 0,-16 0-3100 0 0,-67 1 2976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4:56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0 7831 0 0,'0'0'18516'0'0,"2"2"-17663"0"0,16 16 390 0 0,-9-7-898 0 0,1-2 0 0 0,0 1-1 0 0,0-1 1 0 0,22 14 0 0 0,-16-15-312 0 0,0 0 0 0 0,1-1 1 0 0,-1-1-1 0 0,21 5 0 0 0,68 9-133 0 0,-89-17 69 0 0,-14-3-33 0 0,-12 16-3 0 0,1-9 67 0 0,1-1 0 0 0,-1-1 0 0 0,0 1 0 0 0,0-1 0 0 0,-1-1 0 0 0,0 0 0 0 0,1 0 0 0 0,-14 3 0 0 0,-15 6-11 0 0,-20 9-83 0 0,-33 14-1680 0 0,67-24 37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4:57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0 138 9671 0 0,'0'1'15304'0'0,"2"55"-10769"0"0,0-36-4064 0 0,1-1 0 0 0,7 27 0 0 0,5 8 156 0 0,36 84 0 0 0,-41-116-579 0 0,2 0 1 0 0,0 0 0 0 0,1-1 0 0 0,1-1 0 0 0,1 0 0 0 0,20 22 0 0 0,-29-37-38 0 0,-3-3 31 0 0,-2-2-34 0 0,1 1 0 0 0,-1-1 1 0 0,1 1-1 0 0,-1-1 0 0 0,1 0 0 0 0,0 1 0 0 0,-1-1 0 0 0,1 0 0 0 0,2 0 0 0 0,3-6 91 0 0,-4 2-84 0 0,-1 2-15 0 0,-1 2 0 0 0,-1-1 0 0 0,1 0 0 0 0,0 1 0 0 0,-1-1 0 0 0,1 0 0 0 0,0 0 0 0 0,-1 1 0 0 0,1-1 0 0 0,-1 0 0 0 0,1 0 0 0 0,-1 0 0 0 0,0 0 0 0 0,1 0 0 0 0,0-5 0 0 0,1 1 0 0 0,-2-1 0 0 0,1 1 0 0 0,0-1 0 0 0,-1-7 0 0 0,0 9 0 0 0,0 0 0 0 0,0 0 0 0 0,1 0 0 0 0,0 0 0 0 0,0 0 0 0 0,0 0 0 0 0,0 0 0 0 0,3-6 0 0 0,1-1 0 0 0,17-63 0 0 0,9-21 0 0 0,71-214-81 0 0,-87 255-325 0 0,-15 53 34 0 0,-5 10-586 0 0,-9 27-1050 0 0,6-11 361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4:58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221 119 7831 0 0,'4'-26'-57'0'0,"-1"15"2180"0"0,-2 0 1 0 0,1-12-1 0 0,-2 20-1343 0 0,0 0 0 0 0,0 1 0 0 0,0-1 0 0 0,0 1 1 0 0,-1-1-1 0 0,1 0 0 0 0,-1 1 0 0 0,0-1 0 0 0,0 1 0 0 0,0 0 0 0 0,0-1 0 0 0,0 1 1 0 0,0 0-1 0 0,-3-3 0 0 0,4 4-676 0 0,-1 0 1 0 0,0 1-1 0 0,0-1 1 0 0,0 1-1 0 0,0-1 1 0 0,0 0-1 0 0,0 1 1 0 0,0 0-1 0 0,0-1 1 0 0,0 1-1 0 0,0 0 1 0 0,0-1 0 0 0,0 1-1 0 0,0 0 1 0 0,0 0-1 0 0,0 0 1 0 0,0 0-1 0 0,-1 0 1 0 0,1 0-1 0 0,0 0 1 0 0,0 0-1 0 0,0 0 1 0 0,0 1-1 0 0,0-1 1 0 0,0 0-1 0 0,0 1 1 0 0,0-1-1 0 0,0 1 1 0 0,0-1-1 0 0,0 1 1 0 0,0 0-1 0 0,0-1 1 0 0,0 2-1 0 0,-6 2 105 0 0,1 1-1 0 0,0 0 1 0 0,-7 8-1 0 0,11-11-117 0 0,-37 34 595 0 0,19-18-366 0 0,-25 30-1 0 0,39-41-295 0 0,1 0 0 0 0,0 0 0 0 0,0 1-1 0 0,1-1 1 0 0,0 1 0 0 0,0 0 0 0 0,1 1-1 0 0,-3 12 1 0 0,5-17-45 0 0,0-1 0 0 0,0 1 1 0 0,1-1-1 0 0,-1 1 0 0 0,1 0 0 0 0,0-1 0 0 0,0 1 0 0 0,0 0 1 0 0,1-1-1 0 0,-1 1 0 0 0,1-1 0 0 0,2 7 0 0 0,-3-9-100 0 0,1 0 101 0 0,-1-1 0 0 0,0 1 0 0 0,1-1 0 0 0,-1 1 0 0 0,0-1 0 0 0,1 1-1 0 0,-1-1 1 0 0,1 0 0 0 0,-1 1 0 0 0,1-1 0 0 0,-1 0 0 0 0,1 1 0 0 0,-1-1 0 0 0,1 0 0 0 0,-1 0 0 0 0,1 0 0 0 0,-1 1 0 0 0,1-1-1 0 0,0 0 1 0 0,0 0 0 0 0,12 3-238 0 0,-10-3 198 0 0,1 0-1 0 0,-1-1 1 0 0,0 1 0 0 0,0-1-1 0 0,1 1 1 0 0,-1-1 0 0 0,0 0-1 0 0,0 0 1 0 0,0 0 0 0 0,0-1-1 0 0,0 1 1 0 0,0-1 0 0 0,0 0-1 0 0,3-3 1 0 0,5-3-170 0 0,-1-1 0 0 0,11-13 0 0 0,-8 9 84 0 0,-11 10 144 0 0,0 1 0 0 0,0-1 0 0 0,-1 0 1 0 0,1 0-1 0 0,2-5 0 0 0,-4 6-723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4:59.1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72 5983 0 0,'4'-25'-1451'0'0,"-6"-2"7168"0"0,1 26-5233 0 0,1-1 0 0 0,0 1 0 0 0,0 0 1 0 0,-1 0-1 0 0,1 0 0 0 0,-1 0 0 0 0,1 0 0 0 0,-1 0 0 0 0,1 0 0 0 0,-1 0 0 0 0,0 1 0 0 0,1-1 0 0 0,-1 0 1 0 0,0 0-1 0 0,0 0 0 0 0,0 1 0 0 0,-1-2 0 0 0,1 1-107 0 0,0 1 0 0 0,-1 0 0 0 0,1 0-1 0 0,0-1 1 0 0,0 1 0 0 0,-1 0 0 0 0,1 0 0 0 0,0 0 0 0 0,0 0 0 0 0,-1 0 0 0 0,1 1-1 0 0,0-1 1 0 0,0 0 0 0 0,-1 0 0 0 0,1 1 0 0 0,0-1 0 0 0,0 1 0 0 0,0-1 0 0 0,-2 2-1 0 0,-3 1 31 0 0,1 0 0 0 0,0 1 0 0 0,0 0-1 0 0,0 0 1 0 0,1 0 0 0 0,-1 0-1 0 0,1 1 1 0 0,-7 9 0 0 0,-2 5 51 0 0,-10 23-1 0 0,8-16-47 0 0,-2 5-254 0 0,2 1 0 0 0,1 1 0 0 0,1 0 0 0 0,2 1 1 0 0,1 0-1 0 0,-7 44 0 0 0,9-23-118 0 0,-3 85 0 0 0,8-104-83 0 0,3-34-185 0 0,-4-14-6722 0 0,-3-15-1345 0 0,4 12 885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4:59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80 10135 0 0,'0'-7'19447'0'0,"53"1"-17619"0"0,38-6-1167 0 0,17-7-466 0 0,44-10-4434 0 0,-133 22 2099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5:02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1 5527 0 0,'0'0'23611'0'0,"-8"3"-22781"0"0,-58 36 1105 0 0,42-24-1692 0 0,-32 15 1 0 0,39-22-151 0 0,1 0 0 0 0,0 0 1 0 0,-18 15-1 0 0,27-17-89 0 0,3 2-4 0 0,0 0 0 0 0,3 1 0 0 0,1 1 0 0 0,0-9 0 0 0,0 0 0 0 0,0 1 0 0 0,0-1 0 0 0,1 0 0 0 0,-1 1 0 0 0,0-1 0 0 0,1 0 0 0 0,-1 0 0 0 0,1 1 0 0 0,-1-1 0 0 0,1 0 0 0 0,-1 0 0 0 0,1 0 0 0 0,0 0 0 0 0,0 0 0 0 0,-1 0 0 0 0,1 0 0 0 0,0 0 0 0 0,1 1 0 0 0,1 1 0 0 0,-2-2-3 0 0,1 0 1 0 0,-1 1-1 0 0,0-1 0 0 0,1 0 0 0 0,-1 0 1 0 0,1 1-1 0 0,-1-1 0 0 0,1 0 1 0 0,0 0-1 0 0,-1-1 0 0 0,1 1 1 0 0,0 0-1 0 0,0-1 0 0 0,-1 1 0 0 0,1-1 1 0 0,3 1-1 0 0,2 0-18 0 0,7 2-77 0 0,0-1 1 0 0,0 0-1 0 0,0-1 0 0 0,0-1 0 0 0,27-3 0 0 0,-17 1-176 0 0,20-1-1141 0 0,82-18 0 0 0,-54 2-7340 0 0,-37 8 28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5:02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0 103 7367 0 0,'1'1'22044'0'0,"3"2"-21777"0"0,-1 1 1 0 0,-1 0-1 0 0,1 0 1 0 0,-1 0-1 0 0,1 1 0 0 0,-1-1 1 0 0,0 1-1 0 0,2 8 0 0 0,8 44 310 0 0,-7-31-397 0 0,1 0-132 0 0,1 0 0 0 0,0 0 1 0 0,18 36-1 0 0,2-6-48 0 0,-20-47 0 0 0,1-3 0 0 0,-7-5 0 0 0,1-1 0 0 0,-1 1 0 0 0,0-1 0 0 0,1 0 0 0 0,-1 1 0 0 0,1-1 0 0 0,-1 0 0 0 0,1 0 0 0 0,-1 0 0 0 0,1 0 0 0 0,-1 0 0 0 0,1 0 0 0 0,-1-1 0 0 0,1 1 0 0 0,-1 0 0 0 0,0-1 0 0 0,1 1 0 0 0,1-2 0 0 0,0 1 0 0 0,-1-1 0 0 0,1 0 0 0 0,-1 1 0 0 0,0-1 0 0 0,1-1 0 0 0,-1 1 0 0 0,0 0 0 0 0,3-4 0 0 0,1-3 0 0 0,-1-1 0 0 0,1 0 0 0 0,6-20 0 0 0,-3 4 0 0 0,6-36 0 0 0,3-7 0 0 0,-11 42-240 0 0,2 1 0 0 0,1 0 0 0 0,2 0 0 0 0,28-47 0 0 0,-39 70-3 0 0,1 1 1 0 0,0-1-1 0 0,1 1 0 0 0,-1 0 1 0 0,0 0-1 0 0,1-1 0 0 0,2-1 1 0 0,6-2-873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5:03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20 5527 0 0,'28'-19'26507'0'0,"-52"54"-26327"0"0,-1-1-1 0 0,-36 37 1 0 0,-8 10 14 0 0,65-74-194 0 0,3-7 0 0 0,1 1 0 0 0,-1-1 0 0 0,1 1 0 0 0,0-1 0 0 0,0 0 0 0 0,-1 1 0 0 0,1-1 0 0 0,0 1 0 0 0,0-1 0 0 0,0 0 0 0 0,-1 1 0 0 0,1-1 0 0 0,0 1 0 0 0,0-1 0 0 0,0 1 0 0 0,0-1 0 0 0,0 1 0 0 0,0-1 0 0 0,0 1 0 0 0,0-1 0 0 0,0 1 0 0 0,0-1 0 0 0,0 0 0 0 0,0 1 0 0 0,0-1 0 0 0,0 1 0 0 0,0-1 0 0 0,1 1 0 0 0,-1-1 0 0 0,0 1 0 0 0,0-1 0 0 0,1 0 0 0 0,-1 1 0 0 0,0-1 0 0 0,0 1 0 0 0,1-1 0 0 0,-1 1 0 0 0,1-1 0 0 0,1 2 0 0 0,0 1 0 0 0,0-1 0 0 0,0 0 0 0 0,1-1 0 0 0,-1 1 0 0 0,0 0 0 0 0,1-1 0 0 0,-1 1 0 0 0,1-1 0 0 0,0 0 0 0 0,-1 1 0 0 0,1-1 0 0 0,0-1 0 0 0,0 1 0 0 0,0 0 0 0 0,5 0 0 0 0,5 0 0 0 0,-1 0 0 0 0,20-1 0 0 0,15-3-966 0 0,92-19 0 0 0,-108 16-718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5:03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3 117 23615 0 0,'-1'-7'2137'0'0,"0"7"-2127"0"0,1 0 0 0 0,0-1 0 0 0,0 1 0 0 0,0-1 0 0 0,0 1 0 0 0,0-1 0 0 0,0 1 0 0 0,0 0 0 0 0,0-1 0 0 0,0 1 0 0 0,0-1 0 0 0,0 1 0 0 0,0-1 0 0 0,0 1 0 0 0,0 0 0 0 0,0-1 0 0 0,1 1 0 0 0,-1-1 0 0 0,0 1 0 0 0,0 0 0 0 0,0-1 0 0 0,1 1 0 0 0,-1-1 0 0 0,0 1 0 0 0,1 0 0 0 0,-1-1 0 0 0,0 1 0 0 0,1 0 0 0 0,-1 0 0 0 0,0-1 0 0 0,1 1 0 0 0,-1 0 0 0 0,0 0 0 0 0,1 0 0 0 0,-1-1 0 0 0,1 1 0 0 0,-1 0 0 0 0,1 0 0 0 0,0 0 23 0 0,3-2 233 0 0,-1 0 0 0 0,1 0 0 0 0,0 1 0 0 0,9-2 1422 0 0,-2 13-337 0 0,-4 1-1050 0 0,0 0 0 0 0,0 0 0 0 0,-1 1 0 0 0,-1 0 0 0 0,0 0 0 0 0,6 23 0 0 0,-5-17-128 0 0,47 127-34 0 0,-38-109-104 0 0,40 66 0 0 0,-53-99-35 0 0,0 0 0 0 0,1 0 0 0 0,-1 0 0 0 0,1 0 0 0 0,0 0 0 0 0,0 0 0 0 0,0-1 0 0 0,0 1 0 0 0,0-1 0 0 0,1 0 0 0 0,-1 0 0 0 0,5 2 0 0 0,-6-4 0 0 0,0 1 0 0 0,0-1 0 0 0,-1 1 0 0 0,1-1 0 0 0,0 1 0 0 0,0-1 0 0 0,0 0 0 0 0,0 0 0 0 0,0 0 0 0 0,0 0 0 0 0,0 0 0 0 0,-1-1 0 0 0,1 1 0 0 0,0 0 0 0 0,0-1 0 0 0,0 1 0 0 0,0-1 0 0 0,-1 0 0 0 0,1 0 0 0 0,0 0 0 0 0,-1 0 0 0 0,1 0 0 0 0,0 0 0 0 0,-1 0 0 0 0,0 0 0 0 0,3-3 0 0 0,4-5 0 0 0,-1-1 0 0 0,-1 1 0 0 0,1-1 0 0 0,-2 0 0 0 0,1-1 0 0 0,6-19 0 0 0,18-73 0 0 0,-17 52 0 0 0,38-187-148 0 0,-50 234 88 0 0,0-3-368 0 0,0 1 1 0 0,0-1-1 0 0,6-12 0 0 0,-7 18-436 0 0,5 17-4149 0 0,-2 1 2961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5:04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62 4143 0 0,'2'0'191'0'0,"3"-1"-65"0"0,0 1 0 0 0,0-1-1 0 0,0 0 1 0 0,0 0 0 0 0,-1-1 0 0 0,1 1 0 0 0,-1-1-1 0 0,1 0 1 0 0,-1 0 0 0 0,5-4 0 0 0,17-12 5976 0 0,-3-3 10876 0 0,-25 21-16837 0 0,-1-1 0 0 0,1 0 0 0 0,0 1 0 0 0,-1-1 0 0 0,1 1 0 0 0,0 0 1 0 0,-1 0-1 0 0,1 0 0 0 0,0 0 0 0 0,-1 0 0 0 0,1 0 0 0 0,-1 1 0 0 0,-3 0 1 0 0,-30 13 179 0 0,33-13-234 0 0,-15 6 6 0 0,0 2-1 0 0,1 0 1 0 0,1 0 0 0 0,0 2 0 0 0,0 0 0 0 0,1 1 0 0 0,-22 21-1 0 0,33-27-93 0 0,0-1-1 0 0,1 1 1 0 0,-1 0-1 0 0,1 0 1 0 0,0 0-1 0 0,1 1 1 0 0,-3 8-1 0 0,5-15 2 0 0,-1 2-109 0 0,10 6-148 0 0,-8-7 240 0 0,0-1 0 0 0,0 1 0 0 0,0 0 0 0 0,0 0 0 0 0,0 0 0 0 0,0-1 0 0 0,0 1 0 0 0,0 0 0 0 0,0-1 0 0 0,0 1 1 0 0,0-1-1 0 0,2 1 0 0 0,2 0-52 0 0,0 0 0 0 0,-1-1 0 0 0,1 0 0 0 0,0 0 0 0 0,0 0 0 0 0,0-1 0 0 0,7-1 0 0 0,34-11-294 0 0,-30 8 247 0 0,-2 1 82 0 0,-2 0 27 0 0,0 0 0 0 0,0 1 0 0 0,0 0 0 0 0,0 1 0 0 0,14 0 0 0 0,-24 3 42 0 0,0-1 0 0 0,0 1 0 0 0,0 0 0 0 0,0 0 0 0 0,0 0 0 0 0,-1 0 0 0 0,1 1 0 0 0,0-1-1 0 0,-1 0 1 0 0,1 1 0 0 0,-1-1 0 0 0,1 1 0 0 0,-1-1 0 0 0,3 4 0 0 0,3 7 78 0 0,-1 0-1 0 0,1 0 1 0 0,-2 1 0 0 0,7 21-1 0 0,5 11 61 0 0,18 31-179 0 0,-15-34-21 0 0,-2 0 0 0 0,26 90 0 0 0,-41-117-26 0 0,0 0-1 0 0,-1 0 1 0 0,-1 0-1 0 0,0 0 1 0 0,-1 0-1 0 0,-4 24 1 0 0,3-32 39 0 0,0 1 0 0 0,-1 0 0 0 0,0-1 0 0 0,-1 1 0 0 0,1-1 0 0 0,-2 0 1 0 0,1 0-1 0 0,-1 0 0 0 0,0-1 0 0 0,0 1 0 0 0,-1-1 0 0 0,1 0 0 0 0,-2 0 1 0 0,-8 8-1 0 0,-1-2 46 0 0,-1 0 1 0 0,0-1 0 0 0,-1-1 0 0 0,0 0-1 0 0,-1-2 1 0 0,0 0 0 0 0,0-1 0 0 0,0 0-1 0 0,-1-2 1 0 0,0 0 0 0 0,-1-1 0 0 0,1-1-1 0 0,-1-1 1 0 0,1-1 0 0 0,-1-1 0 0 0,1 0-1 0 0,-31-5 1 0 0,46 4-140 0 0,0 0 0 0 0,0 0 0 0 0,1 0 0 0 0,-1 0 0 0 0,1-1 0 0 0,-1 0 0 0 0,1 0 0 0 0,0 0 0 0 0,-1 0 0 0 0,1 0 0 0 0,0 0 0 0 0,1-1 0 0 0,-1 0 0 0 0,0 1 0 0 0,1-1 0 0 0,-5-6 0 0 0,6 6-811 0 0,-1 1-1 0 0,1-1 1 0 0,0 1 0 0 0,0-1 0 0 0,0 0 0 0 0,0 1 0 0 0,1-1 0 0 0,-1-5 0 0 0,1-17-8264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5:04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18887 0 0,'0'0'1712'0'0,"2"0"-1409"0"0,11-6-306 0 0,-10 4 340 0 0,0 1 0 0 0,0-1 0 0 0,0 1 0 0 0,0 0 0 0 0,7-2-1 0 0,41-2 3034 0 0,79 2-1 0 0,-7 0-261 0 0,-38-1-3105 0 0,73-8-19 0 0,-17-9-1223 0 0,-141 21 1236 0 0,11-1-989 0 0,0-1 0 0 0,-1-1 0 0 0,1 0-1 0 0,17-7 1 0 0,-18 3-1048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5:04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0 7831 0 0,'0'0'22241'0'0,"1"2"-21802"0"0,3 2-388 0 0,0 0 1 0 0,0-1-1 0 0,0 1 0 0 0,0-1 0 0 0,1 0 1 0 0,-1 0-1 0 0,1-1 0 0 0,5 3 1 0 0,47 16 487 0 0,-22-9-396 0 0,-32-11-143 0 0,76 32 33 0 0,-68-28-27 0 0,0 2 1 0 0,0-1-1 0 0,0 1 0 0 0,15 13 0 0 0,-25-19-6 0 0,0 0 0 0 0,0-1 0 0 0,0 1 0 0 0,0 0 0 0 0,0 0 0 0 0,0 0 0 0 0,0 0 0 0 0,0 0 0 0 0,0 0 0 0 0,0 0 0 0 0,-1 0 0 0 0,1 1 0 0 0,0-1 0 0 0,-1 0 0 0 0,1 0 0 0 0,-1 1 0 0 0,0-1 0 0 0,1 0 0 0 0,-1 1 0 0 0,1 1 0 0 0,-1 1 0 0 0,0-2 6 0 0,0 0-1 0 0,0 0 1 0 0,0-1 0 0 0,0 1 0 0 0,-1 0-1 0 0,1 0 1 0 0,0-1 0 0 0,-1 1-1 0 0,0 0 1 0 0,1-1 0 0 0,-1 1-1 0 0,0 0 1 0 0,0-1 0 0 0,1 1-1 0 0,-1-1 1 0 0,-1 1 0 0 0,1-1 0 0 0,0 0-1 0 0,0 1 1 0 0,0-1 0 0 0,-3 2-1 0 0,-4 3 44 0 0,0-1-1 0 0,1 0 1 0 0,-10 4-1 0 0,6-3-16 0 0,-130 59-1 0 0,119-56-168 0 0,-33 11-1640 0 0,26-10-5712 0 0,4 0-2274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5:05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24879 0 0,'0'0'2255'0'0,"1"-6"-1898"0"0,-1 6-326 0 0,0 0 0 0 0,0 0-1 0 0,0 0 1 0 0,0 0 0 0 0,0 0-1 0 0,0 0 1 0 0,0-1 0 0 0,0 1-1 0 0,0 0 1 0 0,0 0 0 0 0,0 0-1 0 0,0 0 1 0 0,0 0 0 0 0,0 0 0 0 0,0-1-1 0 0,0 1 1 0 0,1 0 0 0 0,-1 0-1 0 0,0 0 1 0 0,0 0 0 0 0,0 0-1 0 0,0 0 1 0 0,0 0 0 0 0,0 0-1 0 0,0-1 1 0 0,0 1 0 0 0,0 0 0 0 0,0 0-1 0 0,0 0 1 0 0,1 0 0 0 0,-1 0-1 0 0,0 0 1 0 0,0 0 0 0 0,0 0-1 0 0,0 0 1 0 0,0 0 0 0 0,0 0-1 0 0,0 0 1 0 0,1 0 0 0 0,-1 0 0 0 0,0 0-1 0 0,0 0 1 0 0,0 0 0 0 0,0 0-1 0 0,0 0 1 0 0,0 0 0 0 0,0 0-1 0 0,1 0 1 0 0,3 6 136 0 0,1 1 1 0 0,-1-1-1 0 0,0 1 0 0 0,0 0 0 0 0,-1 0 1 0 0,4 12-1 0 0,10 50 1511 0 0,2 3-755 0 0,27 46-923 0 0,-46-118 0 0 0,0 0 0 0 0,0 0 0 0 0,0 0 0 0 0,0 0 0 0 0,0 0 0 0 0,0 0 0 0 0,0 0 0 0 0,0 0 0 0 0,0 0 0 0 0,0 0 0 0 0,0 0 0 0 0,0 0 0 0 0,0 0 0 0 0,1 0 0 0 0,-1-1 0 0 0,0 1 0 0 0,0 0 0 0 0,0 0 0 0 0,0 0 0 0 0,0 0 0 0 0,0 0 0 0 0,0 0 0 0 0,0 0 0 0 0,0 0 0 0 0,0 0 0 0 0,0 0 0 0 0,0 0 0 0 0,0 0 0 0 0,1 0 0 0 0,-1 0 0 0 0,0 0 0 0 0,0 0 0 0 0,0 0 0 0 0,0 1 0 0 0,0-1 0 0 0,0 0 0 0 0,0 0 0 0 0,0 0 0 0 0,0 0 0 0 0,0 0 0 0 0,0 0 0 0 0,0 0 0 0 0,0 0 0 0 0,0 0 0 0 0,0 0 0 0 0,1 0 0 0 0,-1 0 0 0 0,0 0 0 0 0,0 0 0 0 0,0 0 0 0 0,0 0 0 0 0,0 0 0 0 0,0 0 0 0 0,0 1 0 0 0,0-1 0 0 0,0 0 0 0 0,0 0 0 0 0,0 0 0 0 0,0 0 0 0 0,0 0 0 0 0,0 0 0 0 0,0 0 0 0 0,0 0 0 0 0,0 0 0 0 0,0 0 0 0 0,0 1 0 0 0,2-10 0 0 0,1-13 0 0 0,0-4-25 0 0,1 1-1 0 0,2-1 1 0 0,9-29-1 0 0,-9 38 2 0 0,1 0-1 0 0,0 0 1 0 0,1 1 0 0 0,1 0-1 0 0,15-21 1 0 0,-21 33 6 0 0,1 0 1 0 0,-1 0-1 0 0,1 0 1 0 0,0 1-1 0 0,0-1 0 0 0,0 1 1 0 0,0 0-1 0 0,7-4 0 0 0,-10 6 17 0 0,0 1 0 0 0,1-1-1 0 0,-1 1 1 0 0,1-1-1 0 0,-1 1 1 0 0,0 0 0 0 0,1-1-1 0 0,-1 1 1 0 0,1 0-1 0 0,-1 0 1 0 0,1 0-1 0 0,-1 0 1 0 0,1 0 0 0 0,-1 0-1 0 0,1 0 1 0 0,-1 1-1 0 0,1-1 1 0 0,-1 1 0 0 0,1-1-1 0 0,-1 1 1 0 0,0-1-1 0 0,1 1 1 0 0,-1 0-1 0 0,0 0 1 0 0,0-1 0 0 0,1 1-1 0 0,-1 0 1 0 0,0 0-1 0 0,0 0 1 0 0,0 0 0 0 0,0 1-1 0 0,1 1 1 0 0,5 8 50 0 0,-1 0 1 0 0,0 0-1 0 0,-1 1 1 0 0,0 0-1 0 0,-1 0 1 0 0,5 24-1 0 0,5 13 50 0 0,-11-40-98 0 0,1 1 0 0 0,0-1 0 0 0,0 0 0 0 0,1 0 1 0 0,1-1-1 0 0,-1 0 0 0 0,1 0 0 0 0,8 9 0 0 0,-12-15-1 0 0,0 0 0 0 0,0 0 0 0 0,0-1 0 0 0,0 1 0 0 0,0-1 0 0 0,0 1 0 0 0,1-1 0 0 0,-1 0 0 0 0,0 0-1 0 0,1 0 1 0 0,-1 0 0 0 0,1 0 0 0 0,-1 0 0 0 0,1-1 0 0 0,0 1 0 0 0,-1-1 0 0 0,1 0 0 0 0,-1 0 0 0 0,1 0 0 0 0,0 0 0 0 0,-1 0 0 0 0,1 0 0 0 0,-1-1 0 0 0,1 1 0 0 0,0-1 0 0 0,-1 0 0 0 0,1 0-1 0 0,-1 0 1 0 0,0 0 0 0 0,1 0 0 0 0,-1 0 0 0 0,0-1 0 0 0,0 1 0 0 0,0-1 0 0 0,4-3 0 0 0,0-1-23 0 0,0 0 0 0 0,0 0 0 0 0,0 0 0 0 0,-1-1 0 0 0,0 0 0 0 0,-1 0 0 0 0,5-10 1 0 0,22-58-303 0 0,-10 23 194 0 0,14-34-171 0 0,-35 87 302 0 0,0-1-1 0 0,0 0 1 0 0,0 0 0 0 0,0 1 0 0 0,0-1 0 0 0,0 0 0 0 0,0 0-1 0 0,0 0 1 0 0,0 1 0 0 0,0-1 0 0 0,0 0 0 0 0,0 0 0 0 0,1 0-1 0 0,-1 0 1 0 0,0 1 0 0 0,0-1 0 0 0,0 0 0 0 0,0 0 0 0 0,0 0-1 0 0,1 0 1 0 0,-1 1 0 0 0,0-1 0 0 0,0 0 0 0 0,0 0 0 0 0,1 0-1 0 0,-1 0 1 0 0,0 0 0 0 0,0 0 0 0 0,0 0 0 0 0,1 0 0 0 0,-1 0-1 0 0,0 0 1 0 0,0 0 0 0 0,0 0 0 0 0,1 0 0 0 0,-1 0 0 0 0,0 0 0 0 0,0 0-1 0 0,1 0 1 0 0,-1 0 0 0 0,0 0 0 0 0,0 0 0 0 0,0 0 0 0 0,1 0-1 0 0,-1 0 1 0 0,0 0 0 0 0,0 0 0 0 0,0 0 0 0 0,1 0 0 0 0,-1 0-1 0 0,0-1 1 0 0,0 1 0 0 0,0 0 0 0 0,0 0 0 0 0,0 0 0 0 0,1 0-1 0 0,-1-1 1 0 0,0 1 0 0 0,0 0 0 0 0,0 0 0 0 0,0 0 0 0 0,0 0-1 0 0,0-1 1 0 0,0 1 0 0 0,1 0 0 0 0,3 9 46 0 0,0 1 1 0 0,0 1-1 0 0,-1-1 1 0 0,2 15-1 0 0,-2-11 41 0 0,8 24-1 0 0,-5-24-67 0 0,0 0-1 0 0,0-1 1 0 0,1 0-1 0 0,1 0 0 0 0,1 0 1 0 0,15 17-1 0 0,-22-26-54 0 0,1-1-1 0 0,1 0 1 0 0,-1 0 0 0 0,0-1-1 0 0,1 1 1 0 0,0-1 0 0 0,-1 1-1 0 0,1-1 1 0 0,0 0-1 0 0,0-1 1 0 0,0 1 0 0 0,1-1-1 0 0,-1 1 1 0 0,0-1 0 0 0,0 0-1 0 0,1-1 1 0 0,-1 1-1 0 0,1-1 1 0 0,-1 0 0 0 0,0 0-1 0 0,1 0 1 0 0,-1-1 0 0 0,0 0-1 0 0,1 0 1 0 0,-1 0-1 0 0,7-2 1 0 0,-6 1 2 0 0,-1 0 0 0 0,0 0 0 0 0,0-1 0 0 0,-1 1 0 0 0,1-1 0 0 0,0 0 0 0 0,-1 0 0 0 0,1 0 1 0 0,-1 0-1 0 0,0 0 0 0 0,3-5 0 0 0,3-5-240 0 0,13-27 0 0 0,-2 5 117 0 0,14-32 124 0 0,-25 49 25 0 0,0-1 1 0 0,19-27-1 0 0,-27 45 720 0 0,8 24-184 0 0,3 22-139 0 0,8 26-68 0 0,-17-63-453 0 0,0 0 1 0 0,1 0-1 0 0,0 0 1 0 0,0-1-1 0 0,1 0 1 0 0,7 10-1 0 0,-9-14-227 0 0,-1 0-1 0 0,1-1 1 0 0,0 1-1 0 0,1 0 1 0 0,-1-1-1 0 0,0 0 1 0 0,8 4-1 0 0,-2-3-1761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5:05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2 17967 0 0,'-7'-1'12620'0'0,"9"7"-12789"0"0,1 0 0 0 0,0 0-1 0 0,1 0 1 0 0,-1-1 0 0 0,9 10 0 0 0,-1-1-2886 0 0,1-1-3613 0 0,-2-2-1894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5:06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22607 0 0,'0'0'2047'0'0,"1"1"-1686"0"0,36 30 2533 0 0,-25-22-1220 0 0,20 19 1 0 0,1 4-1092 0 0,54 39 0 0 0,-18-16-240 0 0,63 49-1050 0 0,-124-98-179 0 0,1 0-1 0 0,13 6 0 0 0,-13-9-1162 0 0</inkml:trace>
  <inkml:trace contextRef="#ctx0" brushRef="#br0" timeOffset="1">296 40 14743 0 0,'-2'-1'735'0'0,"-1"1"1"0"0,0 0-1 0 0,1-1 0 0 0,-1 1 0 0 0,0 0 0 0 0,1 1 1 0 0,-1-1-1 0 0,0 0 0 0 0,1 1 0 0 0,-1-1 0 0 0,1 1 1 0 0,-1 0-1 0 0,-4 2 0 0 0,1 0 567 0 0,-1 1 0 0 0,1 0 0 0 0,-7 5 0 0 0,8-5-1383 0 0,-16 14 437 0 0,0 0 0 0 0,2 2 0 0 0,0 0 0 0 0,-31 44 0 0 0,40-50-531 0 0,-14 27-1 0 0,21-35-258 0 0,0 0 0 0 0,1-1 0 0 0,0 1 0 0 0,0 0 0 0 0,1 0 0 0 0,0 0 0 0 0,0 0 0 0 0,-1 9 0 0 0,3-5-1845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5:06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0 17967 0 0,'0'0'12323'0'0,"0"2"-11639"0"0,-1 5-393 0 0,1 1-1 0 0,0 0 1 0 0,0-1 0 0 0,2 9 0 0 0,1 10-105 0 0,4 56-166 0 0,25 113 0 0 0,0-75-1700 0 0,-23-87-492 0 0,-5-22 329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5:06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8751 0 0,'1'2'17711'0'0,"1"3"-17308"0"0,1 0 0 0 0,0 0-1 0 0,0 0 1 0 0,1 0 0 0 0,0-1 0 0 0,-1 1 0 0 0,1-1 0 0 0,1 0 0 0 0,-1 0 0 0 0,5 3 0 0 0,10 7-44 0 0,-9-6-251 0 0,1 0 0 0 0,-1-1 1 0 0,2 0-1 0 0,-1 0 0 0 0,1-1 1 0 0,14 5-1 0 0,-3-4-92 0 0,0-1-1 0 0,0-1 1 0 0,1-1 0 0 0,0-1-1 0 0,-1-2 1 0 0,1 0-1 0 0,0-1 1 0 0,0-1 0 0 0,0-1-1 0 0,36-9 1 0 0,-38 6-25 0 0,0-1 0 0 0,-1 0 0 0 0,0-2 0 0 0,-1-1 0 0 0,0 0 0 0 0,0-1 0 0 0,34-25 0 0 0,-41 24-39 0 0,-12 10 124 0 0,-14 12 143 0 0,7-4-194 0 0,0 0 1 0 0,1 0 0 0 0,0 1-1 0 0,0 0 1 0 0,1 0 0 0 0,0 0-1 0 0,0 1 1 0 0,1-1 0 0 0,0 1-1 0 0,0 0 1 0 0,-1 11 0 0 0,4-16-25 0 0,0 0 1 0 0,0 0-1 0 0,0 0 1 0 0,0-1-1 0 0,1 1 1 0 0,0 0-1 0 0,-1 0 1 0 0,1 0-1 0 0,1-1 1 0 0,-1 1-1 0 0,1-1 1 0 0,-1 1-1 0 0,1-1 1 0 0,0 1-1 0 0,0-1 1 0 0,0 0-1 0 0,1 0 1 0 0,-1 0-1 0 0,1 0 1 0 0,0-1-1 0 0,-1 1 1 0 0,1 0-1 0 0,1-1 1 0 0,-1 0-1 0 0,0 0 1 0 0,0 0-1 0 0,1 0 1 0 0,-1-1-1 0 0,1 1 1 0 0,0-1-1 0 0,3 1 1 0 0,1 0-20 0 0,-1 0 0 0 0,0-1 1 0 0,1 0-1 0 0,-1-1 1 0 0,0 1-1 0 0,14-2 0 0 0,-16 0 2 0 0,-1 0-1 0 0,1 0 0 0 0,0-1 0 0 0,-1 1 0 0 0,1-1 0 0 0,-1 0 1 0 0,1 0-1 0 0,-1-1 0 0 0,0 1 0 0 0,0-1 0 0 0,6-5 0 0 0,5-7-18 0 0,-1 0 0 0 0,0 0-1 0 0,13-23 1 0 0,18-19-90 0 0,-37 47 98 0 0,-3 4-3 0 0,0 0 1 0 0,0 1 0 0 0,1 0 0 0 0,-1 0-1 0 0,13-9 1 0 0,-18 14 29 0 0,0 0 0 0 0,1 0 0 0 0,-1-1 1 0 0,0 1-1 0 0,0 0 0 0 0,1 0 0 0 0,-1 0 0 0 0,0 0 0 0 0,1-1 0 0 0,-1 1 0 0 0,0 0 1 0 0,0 0-1 0 0,1 0 0 0 0,-1 0 0 0 0,0 0 0 0 0,1 0 0 0 0,-1 0 0 0 0,0 0 1 0 0,1 0-1 0 0,-1 0 0 0 0,0 0 0 0 0,1 0 0 0 0,-1 0 0 0 0,0 0 0 0 0,1 0 0 0 0,-1 0 1 0 0,0 0-1 0 0,1 1 0 0 0,-1-1 0 0 0,0 0 0 0 0,0 0 0 0 0,1 0 0 0 0,-1 0 0 0 0,0 1 1 0 0,0-1-1 0 0,1 0 0 0 0,-1 0 0 0 0,0 0 0 0 0,0 1 0 0 0,1-1 0 0 0,-1 0 1 0 0,0 1-1 0 0,0-1 0 0 0,0 0 0 0 0,0 0 0 0 0,1 1 0 0 0,-1 0 9 0 0,3 4 26 0 0,1 0-1 0 0,-1 0 1 0 0,-1 0 0 0 0,1 1 0 0 0,-1 0 0 0 0,3 9 0 0 0,7 40 95 0 0,-6-27-83 0 0,-3-16 94 0 0,0 0 0 0 0,1 0 0 0 0,5 11 0 0 0,8 4-2257 0 0,-15-24 530 0 0,1 0-1 0 0,-1-1 1 0 0,1 1-1 0 0,0-1 1 0 0,7 5-1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5:07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56 12439 0 0,'0'0'1126'0'0,"0"2"-929"0"0,-3 8 467 0 0,0 0 1 0 0,-2 15-1 0 0,4-16 841 0 0,1 1 0 0 0,0-1 0 0 0,0 0 0 0 0,3 16 0 0 0,-1-13 1000 0 0,1 0 0 0 0,8 21 0 0 0,5 3-533 0 0,-14-30-1972 0 0,1-1 0 0 0,0 0 0 0 0,0-1 0 0 0,0 1 0 0 0,0 0 0 0 0,1-1 0 0 0,0 0 0 0 0,0 0 0 0 0,0 0 0 0 0,7 5 0 0 0,-10-9 0 0 0,-1 1 0 0 0,1 0 0 0 0,0-1 0 0 0,-1 1 0 0 0,1-1 0 0 0,0 1 0 0 0,0-1 0 0 0,-1 0 0 0 0,1 1 0 0 0,0-1 0 0 0,0 0 0 0 0,0 1 0 0 0,-1-1 0 0 0,1 0 0 0 0,0 0 0 0 0,0 0 0 0 0,1 0 0 0 0,1 0 0 0 0,-2 0 0 0 0,1 0 0 0 0,-1 0 0 0 0,1 0 0 0 0,-1 0 0 0 0,1 0 0 0 0,-1 0 0 0 0,1 0 0 0 0,-1 0 0 0 0,1-1 0 0 0,-1 1 0 0 0,0-1 0 0 0,1 1 0 0 0,-1-1 0 0 0,1 1 0 0 0,-1-1 0 0 0,0 0 0 0 0,0 0 0 0 0,1 0 0 0 0,-1 1 0 0 0,0-1 0 0 0,0 0 0 0 0,0-1 0 0 0,0 1 0 0 0,0 0 0 0 0,0 0 0 0 0,0 0 0 0 0,0-1 0 0 0,0-1 0 0 0,2-1 0 0 0,7-14-15 0 0,0-1-1 0 0,-1 0 1 0 0,11-34 0 0 0,9-19-63 0 0,-25 62 65 0 0,2 0 0 0 0,-1 1 0 0 0,1 0 1 0 0,1 0-1 0 0,8-9 0 0 0,-10 12-257 0 0,1 0 0 0 0,1 0 0 0 0,-1 1 0 0 0,13-8-1 0 0,-15 11-266 0 0,-1 0-1 0 0,1 0 1 0 0,0 1-1 0 0,-1 0 1 0 0,1-1-1 0 0,0 1 1 0 0,4 0-1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5-16T18:45:07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0 219 8751 0 0,'1'1'674'0'0,"1"2"-53"0"0,-1 0 0 0 0,1-1 0 0 0,0 1 0 0 0,0-1 0 0 0,1 1 0 0 0,-1-1 0 0 0,0 0 0 0 0,1 0 0 0 0,0 0 0 0 0,-1 0 0 0 0,1 0 0 0 0,0-1 0 0 0,0 1 0 0 0,0-1 0 0 0,0 0 0 0 0,0 0 0 0 0,0 0 0 0 0,5 1 0 0 0,-2-1 850 0 0,0-1-1 0 0,0 1 1 0 0,12-2 0 0 0,4-2-623 0 0,0 0-297 0 0,1-2-1 0 0,-1-1 1 0 0,0 0 0 0 0,0-2-1 0 0,-1-1 1 0 0,39-21 0 0 0,-46 22-485 0 0,0-2 0 0 0,0 0 1 0 0,21-22-1 0 0,-29 27-63 0 0,-1-1-1 0 0,0 0 1 0 0,0 0-1 0 0,-1-1 1 0 0,1 0-1 0 0,-2 1 1 0 0,1-1-1 0 0,-1-1 1 0 0,0 1-1 0 0,3-10 1 0 0,-6 15-3 0 0,0 1-1 0 0,1 0 1 0 0,-1-1-1 0 0,0 1 1 0 0,0 0-1 0 0,0-1 1 0 0,0 1-1 0 0,0 0 1 0 0,0-1-1 0 0,0 1 1 0 0,0-1-1 0 0,-1 1 1 0 0,1 0-1 0 0,0-1 1 0 0,-1 1-1 0 0,1 0 1 0 0,-1 0-1 0 0,0-1 1 0 0,1 1-1 0 0,-1 0 1 0 0,0 0-1 0 0,-1-1 1 0 0,1 0 2 0 0,-1 1 0 0 0,0 0 0 0 0,0-1 1 0 0,0 1-1 0 0,0 0 0 0 0,0 0 0 0 0,0 0 0 0 0,0 0 1 0 0,0 1-1 0 0,-1-1 0 0 0,1 1 0 0 0,-3-1 0 0 0,-4 0 19 0 0,0 0 1 0 0,-1 1-1 0 0,1 0 0 0 0,0 1 0 0 0,-14 2 0 0 0,13 0-4 0 0,0 0 0 0 0,0 1 0 0 0,1 0 0 0 0,0 0 0 0 0,-1 1 0 0 0,1 0 0 0 0,1 1 0 0 0,-1 0 0 0 0,1 0 0 0 0,0 1 0 0 0,0 0 0 0 0,1 0 0 0 0,0 1 0 0 0,0 0 0 0 0,-8 14 0 0 0,10-15 2 0 0,1 0 0 0 0,0 0 0 0 0,1 1 0 0 0,0 0 0 0 0,0-1 0 0 0,0 1 0 0 0,1 0 0 0 0,-2 16 0 0 0,3-18-13 0 0,1 0-1 0 0,0 0 1 0 0,1-1-1 0 0,-1 1 1 0 0,1 0-1 0 0,0 0 1 0 0,0-1-1 0 0,1 1 1 0 0,0-1-1 0 0,0 1 1 0 0,0-1-1 0 0,0 0 1 0 0,6 8-1 0 0,-2-5 2 0 0,0 0-1 0 0,1-1 1 0 0,0 1-1 0 0,0-1 1 0 0,1-1-1 0 0,0 0 1 0 0,0 0-1 0 0,0 0 1 0 0,1-1-1 0 0,0 0 1 0 0,0-1-1 0 0,17 6 1 0 0,-11-5-272 0 0,0-1 0 0 0,0 0 0 0 0,0-1 0 0 0,0-1-1 0 0,1 0 1 0 0,-1-2 0 0 0,27-1 0 0 0,-17-2-7218 0 0,1-3-2510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5-16T18:45:21.13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20">
        <inkml:traceFormat>
          <inkml:channel name="X" type="integer" max="25977" units="cm"/>
          <inkml:channel name="Y" type="integer" max="17318" units="cm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T" name="resolution" value="1" units="1/dev"/>
        </inkml:channelProperties>
      </inkml:inkSource>
      <inkml:timestamp xml:id="ts1" timeString="2021-05-16T18:45:28.222"/>
    </inkml:context>
  </inkml:definitions>
  <inkml:trace contextRef="#ctx0" brushRef="#br0">1156 8483 18431 0,'0'0'1632'0,"0"0"-1312"0,-4-3-320 0,4 3 0 16,0 0 6400-16,0 0 1216 0,0 0 256 0,0 0 32 15,0 8-4960-15,2 1-976 0,0 3-208 0,4 2-32 16,-1 3-704-16,3 1-144 0,-1 2-32 0,4 1 0 0,1 1-448 0,-2-4-80 16,0 4-32-16,2-1 0 0,0 1-128 0,2 2-32 15,1-1 0-15,0 3 0 0,0-2-128 0,3 6 0 16,-1-3 0-16,-2-3 0 0,0-4 0 0,-1 0-176 15,-1-3 48-15,0-4 0 16,-1-3-896 0,-2-2-192-16,-2-3-16 0,0-1-16 0,-8-4-928 0,0 0-192 0,0 0-48 0,0 0-11744 15,5-5-2352-15</inkml:trace>
  <inkml:trace contextRef="#ctx0" brushRef="#br0" timeOffset="227.21">1396 8490 36863 0,'0'0'3264'0,"0"0"-2608"16,0 0-528-16,0 0-128 0,0 0 2688 0,0 0 496 16,0 0 96-16,0 0 32 0,0 0-1248 0,-8 6-240 15,1 0-48-15,-1 6-16 0,0 6-1056 0,0 2-192 16,-2 3-64-16,-2 3 0 0,-1 4-64 0,-1 0-32 16,1 0 0-16,-3 1 0 0,0 1-112 0,-1-2-32 0,0 0 0 0,2-2 0 15,-1 0-208-15,2-2 0 0,1-3 0 0,0 1 0 16,1-5 0-16,2 0 0 0,-1-4 0 0,3 0-160 31,-1-4-768-31,4 0-160 0,1-3-16 0,4-8-16 0,0 0-2608 0,0 0-528 16</inkml:trace>
  <inkml:trace contextRef="#ctx0" brushRef="#br0" timeOffset="592.27">1619 8807 52127 0,'0'0'2304'0,"0"0"480"0,0 0-2224 0,0 0-560 0,0 0 0 0,0 0 0 0,0 0 752 0,12 3 32 16,-2-2 16-16,1-1 0 0,-1 0-32 0,1 3-16 15,-1-3 0-15,2 1 0 0,0-1-528 0,1 3-96 16,-2-1-128-16,2 1 176 0,0-2-176 0,2 2 0 16,-2-3 0-16,-5 1 128 0,-2 3-128 0,1-1 0 15,-1 0 0-15,1 3 0 0,-2 0 0 0,-1 1 0 16,-2-1 0-16,-2 3 0 0,0 2 0 0,-2 1 0 15,-2 1 0-15,-5 6 0 0,-3-2 208 0,0 1-32 16,-1-1-16-16,0-1 0 0,-2-2-160 0,2 2 0 16,0 0 0-16,2-1 0 0,1 0 0 0,1-2 128 15,1 0-128-15,2-3 112 0,6-10-112 0,-1 9 0 16,1-9 0-16,0 0 0 0,0 0 0 0,7 11 0 16,-1-4 0-16,-6-7 0 0,12 7 0 0,2-4 0 15,2-3 0-15,0-2 0 0,-1 0 0 0,-2 0 0 16,3-3 0-16,1 0 0 15,2-2-560-15,2 0 0 0,0-3 0 0,0 1 0 16,2-4-1552-16,2 0-304 0,1-1-64 0</inkml:trace>
  <inkml:trace contextRef="#ctx0" brushRef="#br0" timeOffset="873.77">2395 8656 41471 0,'0'0'3680'0,"0"0"-2944"16,0 0-592-16,0 0-144 0,0 0 2880 0,0 0 528 15,8 3 112-15,0-1 32 0,1-1-1904 0,-1 1-384 16,-1-2-80-16,4 0-16 0,1 0-816 0,1 0-160 16,1 0-48-16,0-2 0 0,2 1-96 0,0 1-48 15,0 0 0-15,4 0 0 0,0-5 0 0,-1 1 0 16,1 1 0-16,-1 1 0 0,1-1 0 0,-2 1 0 15,-1-1 0-15,0 0 0 16,-3 2-448-16,-1 0-64 0,-1-2-32 0,-2 3 0 16,-2-2-1152-16,-8 2-224 0,0 0-64 0,0 0-13712 15,0 0-2752-15</inkml:trace>
  <inkml:trace contextRef="#ctx0" brushRef="#br0" timeOffset="1039.64">2465 8771 19343 0,'0'0'1728'0,"0"0"-1392"0,0 0-336 0,0 0 0 15,0 0 6288-15,4 8 1200 0,1-3 224 0,1-1 48 16,0-2-4672-16,3 0-928 0,2-1-192 0,2 0-48 16,2-2-1008-16,2 0-208 0,3-2-32 0,-1 0-16 15,1 1-416-15,0-1-96 0,-1-1-16 0,1 2 0 16,-1-2-448 0,0-3-112-16,-1 2-16 0,-1-2 0 0,-3 2-2544 0,0-5-512 0</inkml:trace>
  <inkml:trace contextRef="#ctx0" brushRef="#br0" timeOffset="2104.36">3285 8470 7359 0,'0'0'656'0,"0"0"-528"0,0 0-128 0,0 0 0 0,-5-4 8768 0,5 4 1712 15,0 0 336-15,0 0 80 0,0 0-7328 0,0 0-1472 16,0 13-304-16,3 4-48 0,-1 3-544 0,2 7-112 16,0 1-32-16,1 4 0 0,1 0-480 0,-1 1-112 15,0-1-16-15,0-8 0 0,2-1-192 0,-1 2-64 16,1-2 0-16,1 2 0 0,2-3-128 0,1-1-64 15,-1-2 0-15,-1-1 0 0,-1-8 0 0,1 1 0 16,-1-2 0-16,0-3 0 0,-2-3 0 0,1-2 0 16,-7-1 0-16,8-1 0 0,-2-4 0 0,1-3 0 15,-2-4 0-15,0-1 0 0,0-1 0 0,0-3 0 16,1-1 0-16,-1-2 0 0,0-4 0 0,2 0 0 16,-2-5 0-16,3-1 0 0,-1-3 0 0,3-4 0 0,0-2 0 0,2 1 0 15,-2 3 0-15,1 1 0 16,-2 2 0-16,0 4 0 15,0 3-480-15,-1 4-96 0,-2 4 0 0,0 3-16 16,0 5-672-16,-1 3-128 0,-5 6-16 0,0 0-16 16,4 13-1648-16,0 3-320 0,-1 2-64 0</inkml:trace>
  <inkml:trace contextRef="#ctx0" brushRef="#br0" timeOffset="2439.98">3705 8836 45151 0,'0'0'2000'16,"0"0"416"-16,0 0-1936 0,0 0-480 0,0 0 0 0,0 0 0 0,11 0 1408 0,-1 0 192 15,0 1 48-15,0-2 0 0,-1-2-192 0,0 1-48 16,3-1 0-16,-1 2 0 0,0-4-784 0,0 1-176 16,0 0-16-16,-1-2-16 0,1 3-160 0,-1-1-48 15,2 1 0-15,-2 0 0 0,-2 0-208 0,0 0 176 16,-8 3-176-16,7-1 160 0,-7 1-160 0,0 0 0 16,0 0 0-16,3 5 128 0,0 3-128 0,0 1 0 15,-6 3 144-15,-2 2-48 0,-3 2-96 0,-1 0 0 16,0 3 0-16,-2 2 0 0,0-3 0 0,1 0 0 15,0 0 0-15,0-1 0 0,-1 0 0 0,2-1 0 16,1-2 0-16,2 1 0 0,0-4 0 0,4 1 0 16,-1-2 0-16,2 0 0 0,1-3 0 0,0-7 0 15,4 7 0-15,2-2 0 0,1-1 0 0,1-1 0 16,0-1 0-16,2 0 0 0,2-4 0 0,2-2 0 16,0-1 0-16,5-3 0 15,0-2-736-15,2-2-144 0,-1-1-16 0,0 1-16 16,1-2-2544-16,2-3-496 0</inkml:trace>
  <inkml:trace contextRef="#ctx0" brushRef="#br0" timeOffset="2627.5">4276 8639 52175 0,'0'0'2304'0,"0"0"496"0,0 0-2240 0,0 0-560 0,0 0 0 0,0 0 0 16,0 0 1168-16,0 0 128 0,0 0 32 0,0 0 0 15,0 0-624-15,0 0-112 0,8 4-16 0,1-1-16 16,3-1-416-16,0 1-144 0,1 1 0 0,1-3 0 15,0-1 0-15,2-1 0 0,1 1 0 0,1-3 0 16,0 0-144-16,1 2-32 0,0-3 0 0,1 0 0 16,-3 0-1232-16,0 0-256 0,-2-1-64 0,0 0-14528 15,-2 1-2896-15</inkml:trace>
  <inkml:trace contextRef="#ctx0" brushRef="#br0" timeOffset="2959.43">4659 8406 5519 0,'0'0'496'0,"0"0"-496"16,0 0 0-16,0 0 0 0,0 0 9648 0,0 0 1824 16,0 0 368-16,8 6 80 0,-2 1-7760 0,-1 3-1536 15,0-1-320-15,1 4-64 0,0 3-1248 0,0 1-240 16,2 2-48-16,0 2-16 0,0 1-560 0,1 2-80 16,-1-1-48-16,1 0 0 0,2-3 0 0,1 0 0 15,0 0 0-15,0-2 0 0,-1-1 0 0,1-2 0 16,-1 0 0-16,0-5 0 0,-2-1 0 0,-1-1 0 15,0-1 0-15,0-2 0 0,-8-5 0 0,0 0 0 16,0 0 0-16,6 1 0 0,-6-1 0 0,7-4 0 0,-2-2 0 0,0-2 0 16,-1-3 0-16,-1 0 0 0,-2-2 0 0,2-3 0 15,-1-2 0-15,0-3 0 0,-1-4 0 0,0-1 0 16,2-4 0-16,1 1 0 0,0 1 0 0,0 2 0 16,0 0-224-16,-2 2-32 0,1 3-16 0,-1 3 0 15,0 2-720 1,0 5-144-16,0 1-16 0,-2 10-16 0,0 0-1264 0,0 0-240 0,0 0-48 0,1 10-16 15,-2 3-1216 1,1 1-240-16</inkml:trace>
  <inkml:trace contextRef="#ctx0" brushRef="#br0" timeOffset="3276.93">5172 8779 5519 0,'6'-2'496'0,"2"-4"-496"0,0-1 0 0,1 1 0 0,-1-2 8448 0,1 0 1600 16,0 0 320-16,0-1 64 0,0-1-6576 0,-1-1-1312 15,0-1-272-15,-1 2-48 0,-3 1-960 0,-2 1-192 16,-1 0-48-16,-1 0 0 0,0-1-384 0,0 3-64 16,0 6-32-16,-3-7 0 0,-3 2-208 0,1 1-32 15,-1 2-16-15,-1 2 0 0,1 2-80 0,-1-1-16 16,-1 5 0-16,0 0 0 0,1 1-192 0,0 2 0 16,1 0 0-16,0 3 0 0,1-2 144 0,1 4-144 15,2 1 128-15,0-1-128 0,1 0 128 0,0 3-128 16,1 2 128-16,1 2-16 0,0-2-112 0,2 2 0 15,-1 4 0-15,1-4 0 0,2 1 0 0,-1-3 0 16,0 2 0-16,0 0 0 0,0-1 0 0,0-1 0 16,0 1 0-16,-2-1 0 0,0 1-208 0,-1-6-48 15,-1-1 0-15,0 0 0 16,-1-1-608-16,-2-3-128 0,-1-1-32 0,0-3 0 16,4-5-1872-16,0 0-384 0,0 0-80 0</inkml:trace>
  <inkml:trace contextRef="#ctx0" brushRef="#br0" timeOffset="3472.8">5057 8973 33167 0,'0'0'2944'16,"0"0"-2352"-16,0 0-464 0,0 0-128 0,0 0 4384 0,0 0 864 15,0 0 160-15,9-3 32 0,3 3-3296 0,0 0-672 16,2-1-128-16,3 1-16 0,0-1-896 0,3 1-176 16,-1 0-48-16,3 0 0 0,4-2-208 0,2 2 176 15,-1 0-176-15,2 0 160 0,-1-2-160 0,1 2 0 16,-3 0 0-16,-1-2 0 15,-4 4-832-15,-2 0-160 0,0 0-32 0,-4 0 0 16,0 1-2832-16,-6-1-576 0</inkml:trace>
  <inkml:trace contextRef="#ctx0" brushRef="#br0" timeOffset="3843">3347 9513 15663 0,'-17'3'688'0,"8"-3"144"16,-3-3-656-16,0 0-176 0,0 0 0 0,2 2 0 0,1 0 8880 0,4-1 1744 0,5 2 336 0,0 0 80 15,0 0-8160-15,10-2-1616 0,7-2-336 0,6 1-64 16,6-1-608-16,6 0-128 0,6 2-128 0,7-2 176 15,7-3-176-15,5 0 0 0,4-1 0 0,3 0 128 16,2 1-80-16,3 1-48 0,1-5 0 0,2 4 0 0,-1 1 0 0,-1 0 0 16,0-1 0-16,-1 1 0 15,-2 1 0-15,-1 1 0 0,-1 1 0 0,-3 1 0 0,-4-1 0 0,-2-2 0 16,-3 1 0-16,-4 0 0 0,-4 0 0 0,-5 1 0 16,-3 1 0-16,-5-1 0 0,-5 1 0 0,-4-1 0 15,-5-1 0-15,-4 1 0 0,-4 2 0 0,-4 0-160 16,-9 1 160-16,0 0-192 15,0 0-384-15,0 0-96 0,0 0-16 0,0 0-16272 16,-11-3-3248-16</inkml:trace>
  <inkml:trace contextRef="#ctx0" brushRef="#br0" timeOffset="4440.87">3240 9965 50799 0,'0'0'2240'0,"0"0"480"0,-5 0-2176 0,5 0-544 16,0 0 0-16,0 0 0 0,0 0 1024 0,-2 10 112 16,2 3 16-16,3 3 0 0,-1 4-160 0,4-1-32 15,0 5 0-15,2 3 0 0,1 2-640 0,2 1-128 16,-1 0-16-16,2-3-16 0,-1 2-112 0,1 1-48 16,0-6 0-16,2 1 0 0,2-1 0 0,-2-5 0 15,1-1 0-15,-2 1 0 0,-2-2 0 0,0-4 0 0,-1-4 0 0,-1-1 0 16,2-1 0-16,-3-1 0 0,-2-4 0 0,-6-2 0 15,0 0 0-15,7 0 0 16,-7 0 0-16,5-5 0 0,0-3 0 0,-1-1 0 0,-1-1 0 0,-2-3 0 16,0-3 0-16,-1-1 0 0,0 0 0 0,1-4 0 15,1-2 0-15,0-5 0 0,1-3 0 0,0-5 0 16,-1-1 0-16,2 1 0 0,0-1 0 16,0 2 0-16,-1 4-608 15,0 5-112-15,0 2-32 0,-2 6 0 0,-1 5-1040 16,-1 5-192-16,1 8-64 0,0 0-13392 0,0 0-2688 0</inkml:trace>
  <inkml:trace contextRef="#ctx0" brushRef="#br0" timeOffset="4896.59">3772 10308 40367 0,'0'0'1792'0,"0"0"368"0,0 0-1728 0,0 0-432 0,0 0 0 0,5-5 0 0,-3-2 1536 0,-2 7 208 16,0-6 48-16,-2 0 16 0,2 6-16 0,0 0 0 15,0 0 0-15,-7-2 0 0,0 0-960 0,-1 2-192 16,0 2-32-16,0 2-16 0,-5 1-208 0,1 3-64 16,1-2 0-16,-1 1 0 0,0 1-320 0,2-1 0 15,-1 1 0-15,2-1 0 0,1 0 0 0,2 3 0 16,-1-3 0-16,2 1 0 0,0 0 0 0,1 1 0 16,1-4 0-16,3-5 0 0,-1 7 0 0,1-7 0 15,4 6-160-15,1 0 160 0,-5-6-176 0,8 6 176 0,1-3-160 0,1 1 160 16,2-4 0-16,0 2 0 15,-2 2 0-15,1-2 0 0,-1 0 0 0,1 2 0 16,2 0 0-16,-2 0 0 0,1 1 0 0,1 2 0 16,0-1 128-16,0 3-128 0,-1-1 240 0,0 1-16 15,1 0 0-15,0 3 0 0,0 1-32 0,1 0-16 0,-2 1 0 0,0 1 0 16,1-1 0-16,-2 2 0 0,0 1 0 0,1-2 0 16,-2 1-176-16,-2 0 0 0,-3 1 0 0,-1-2 0 15,-3 2-128-15,-2-1 128 0,-4-2 0 0,-2 1 0 16,-1-1 0-16,-2-1 0 0,-2-1 0 0,-2-1 0 15,-3 0 0-15,-1-2 0 0,-1 0-144 0,1 0 144 16,-3-2-128-16,1-1 128 0,-3-1-192 0,1-1 192 16,-1-2-560-16,1-1 0 0,-1-2 0 15,4-2 0-15,3-1-1040 16,3-1-192-16,3-2-64 0,2-2-13504 0,3-2-2720 0</inkml:trace>
  <inkml:trace contextRef="#ctx0" brushRef="#br0" timeOffset="5085.18">3979 10249 28559 0,'0'0'2544'0,"0"0"-2032"16,0 0-512-16,0 0 0 0,0 0 5808 0,9 1 1056 15,-1-1 224-15,0 0 32 0,0-1-4864 0,1 1-976 16,1 1-192-16,1-1-32 0,0-1-624 0,2 0-128 16,0-2-32-16,3 1 0 0,0-1-192 0,2 2-80 15,3-5 0-15,0 3 0 0,-1-1-288 0,1-2-48 16,0 1-16-16,1-1 0 15,0-2-1520-15,-2 0-304 0,-2 0-64 0,-2 0-21168 0</inkml:trace>
  <inkml:trace contextRef="#ctx0" brushRef="#br0" timeOffset="5510.15">4515 9977 11967 0,'0'0'1072'0,"0"0"-864"16,0 0-208-16,0 0 0 0,0 0 9200 0,4 10 1792 15,-2 0 352-15,1 2 80 0,0 3-7968 0,-1 2-1584 16,1 2-320-16,1 3-64 0,0 3-1072 0,1 1-224 15,0 1-32-15,1 0-16 0,2-3-96 0,0 0-48 16,1-2 0-16,2 0 0 0,-1-2 0 0,1-3 0 16,-1-2 0-16,2 0 0 0,-2-4 0 0,1 0 0 15,-2-1 0-15,0-3 0 0,-1-1 0 0,-1-3 0 16,-7-3 0-16,0 0 0 0,8 0 0 0,0-1 0 16,-8 1 0-16,7-6 0 0,-2 0 0 0,0-2 0 15,0-2 0-15,-1-2 0 0,0-3 0 0,0 0 0 16,-1-5 0-16,1-2 0 0,-1-3 0 0,1-2 0 15,0-4 0-15,1-1 0 0,1 1 0 0,-1-2-240 16,0 1 80-16,0 1 16 16,-1 2-720-16,-2 3-144 0,-1 2-16 0,1 6-16 15,2 4-1792-15,0 3-368 0,-1 4-64 0,-3 7-17776 0</inkml:trace>
  <inkml:trace contextRef="#ctx0" brushRef="#br0" timeOffset="5861.6">5169 10228 45503 0,'0'-14'2016'0,"2"7"416"0,0 0-1952 0,1-3-480 0,-1 3 0 0,0-4 0 0,-2 1 992 0,0 1 96 16,-2-2 32-16,0 3 0 0,-1 1 48 0,-1 0 16 15,-2 1 0-15,-1 2 0 0,-1-2-528 0,-1 5-96 16,0-3-32-16,-1 4 0 0,-1 0-240 0,0 1-48 15,-3 2-16-15,4 4 0 0,0-1-96 0,-1 1-128 16,-1 2 176-16,2 3-176 0,1-1 192 0,1 4-64 16,0-1 0-16,2 2-128 0,1 1 224 0,1-1-64 15,0 1-16-15,2-1 0 0,1 2 48 0,2-1 0 16,2 2 0-16,0-3 0 0,-1 3-192 0,3-1 128 16,1 0-128-16,0 0 128 0,-1 1-128 0,2-1 0 15,2 2 0-15,-2-1 0 0,-2-2 0 0,-1 0 0 16,0 1 0-16,-2-3 0 0,1-1 0 0,-1 2 0 0,-2-3-128 0,-1-2 128 31,0 1-848-31,-2-3-112 0,-2 0 0 0,0-2-16 16,0-2-2368-16,-3-2-480 0</inkml:trace>
  <inkml:trace contextRef="#ctx0" brushRef="#br0" timeOffset="6023.63">4867 10466 28559 0,'0'0'1264'0,"0"0"272"0,0 0-1232 0,0 0-304 0,4-6 0 0,1 0 0 15,3-1 5248-15,1 2 976 0,0 0 208 0,4 0 32 16,0 1-4352-16,3-3-896 0,-1 1-160 0,5-2-32 16,2 1-816-16,2 1-208 0,2-2 0 0,1 1 0 0,0 0 0 15,3-1 0-15,2 0 0 0,0-2-176 16,2-1-2064-16,-1-1-400 0</inkml:trace>
  <inkml:trace contextRef="#ctx0" brushRef="#br0" timeOffset="6309.48">5951 9187 23039 0,'0'0'2048'0,"0"0"-1648"15,0 0-400-15,0 0 0 0,0 0 6576 0,0 0 1232 0,4-7 240 0,-4 7 48 16,7-3-5424-16,1 2-1088 16,0 0-224-16,1 1-32 0,1-4-720 0,2 3-144 15,1-1-16-15,0 2-16 0,-1-2-304 0,2 0-128 16,3 1 128-16,0 0-128 0,-3 1 0 0,1-4 0 16,-1-1 0-16,0 2 0 15,-2 3-576-15,0 0-112 0,-2-1-16 0,-1-1 0 16,-9 2-2096-16,0 0-416 0,0 0-96 0</inkml:trace>
  <inkml:trace contextRef="#ctx0" brushRef="#br0" timeOffset="6487.51">5976 9352 12895 0,'0'0'1152'0,"0"0"-928"0,0 0-224 0,0 0 0 0,0 0 6928 0,9 5 1344 16,2-2 272-16,-1 1 48 0,-1-4-5120 0,2 0-1024 15,1 0-208-15,1-3-32 0,1 2-1184 0,2-2-224 16,-1 1-48-16,1-1-16 0,-1 1-496 0,1-1-112 15,-2 0 0-15,2 1-128 16,-3 2-384-16,0 0-176 0,-1 0-32 0,0 0-16 16,-5 0-2880-16,1 0-576 0</inkml:trace>
  <inkml:trace contextRef="#ctx1" brushRef="#br0">11477 17047 0,'0'0'16</inkml:trace>
  <inkml:trace contextRef="#ctx0" brushRef="#br0" timeOffset="11886.23">9242 5331 19343 0,'7'-1'1728'0,"3"1"-1392"0,3-2-336 0,3 0 0 16,2 0 1152-16,4-4 144 0,4 3 48 0,3-1 0 15,2 0 144-15,7 1 48 0,5 1 0 0,4 0 0 16,1 2 128-16,3-2 48 0,4 2 0 0,0 2 0 0,1-2-752 16,2 3-160-16,2-1-32 0,1 2 0 0,3 2-416 15,0-1-96-15,0-1 0 0,-13 0-16 0,1-1-240 16,-1 3 0-16,0-4 0 0,-4 2 0 0,-3 0 0 0,-4-1-128 15,-4-1-16-15,3 0 0 16,-5-1 144-16,-8 0-208 0,-7 1 80 0,-2-2 128 0,-2 0-384 0,-5-2 64 16,-10 2 0-16,0 0 0 15,0 0-320-15,0 0-64 0,0 0-16 0,0 0-15232 16</inkml:trace>
  <inkml:trace contextRef="#ctx0" brushRef="#br0" timeOffset="13424.86">7084 9093 31327 0,'0'0'1392'0,"0"0"272"0,-6-8-1328 0,-1 1-336 16,2 2 0-16,-1 0 0 0,0 1 3632 0,0 0 656 15,-3 3 128-15,0-2 16 0,-2 6-2128 0,-1-2-448 16,1 4-64-16,-1 2-32 0,-1 3-912 0,0 3-176 15,-3 6-32-15,2 1-16 0,-2 3-112 0,2 1-32 16,0 0 0-16,1 2 0 0,1 3-176 0,3-1-48 0,4 0 0 0,2-1 0 16,2 0-256-16,5-4 0 0,-1-1 128 0,7 0-128 15,4-6 0-15,3-3 0 0,1-3 0 0,3-2 0 16,2-2 0-16,3-2 0 0,1-2-192 0,0-4 192 16,2 1-224-16,-3-6 48 0,0-2 16 0,-1 0 0 15,-3-1 32-15,-1-3 0 0,-2-2 0 0,-1 0 0 0,-1-2 128 16,-2 0-160-16,-2 0 160 0,-3-3-160 0,-2 3 160 0,-3-2 0 15,-4 2 0-15,-1 0 0 16,-2 0 0-16,-2 1 0 0,-3 1 0 0,0 0 128 0,-3 2-128 0,-3 0 0 16,2 4 0-16,-4 1 0 0,-3 2-128 15,1-2 0-15,0 3 0 0,0 2 0 16,0 2-896-16,2 1-192 0,0 2-16 16,2 2-16-16,2 2-2416 0,0 1-496 15</inkml:trace>
  <inkml:trace contextRef="#ctx0" brushRef="#br0" timeOffset="13577.6">7571 9303 38703 0,'0'0'3440'0,"0"0"-2752"16,-4 6-560-16,1 1-128 0,2 0 3376 0,0 1 640 16,-2-1 128-16,0 1 16 0,2-1-2752 0,2 0-544 15,3 1-112-15,-1-2-32 0,-1 1-592 0,2-1-128 16,-4-6 0-16,6 6 0 15,3-3-2112-15,0 1-384 0,0-4-64 0</inkml:trace>
  <inkml:trace contextRef="#ctx0" brushRef="#br0" timeOffset="14111.22">7885 9129 43311 0,'0'-4'3840'0,"1"-2"-3072"0,3-1-608 0,3 1-160 16,-1-2 2688-16,2 1 496 0,1 1 96 0,3-1 32 15,1 0-1840-15,2-1-352 0,2-1-80 0,2 1-16 16,0 0-800-16,2 0-224 0,1 0 0 0,0 2 112 16,-1 1-112-16,3-1 0 0,-2 1 0 0,-1 1 0 0,-3 2 0 0,0-1 0 15,-1 2 0-15,-2 1 0 0,-4 2 0 0,0 1 0 16,-1 0 0-16,-2 2 0 0,-3-3 0 0,-5-2 0 16,3 6 0-16,-2 1 0 0,-1-7 0 0,-4 11 0 15,-1 1 0-15,-3-1 0 0,-2 1 0 0,-2 1 0 16,-1 0 0-16,0 1 0 0,-1-1 0 0,-1 3 0 15,1-2 0-15,-2 1 0 0,1-1 0 0,-1 0 0 16,-1 1 0-16,1-5 0 0,2-1 0 0,1 1 0 16,3-1 0-16,0-2 0 0,3 1 0 0,0 0 0 15,2-3 0-15,0 2 0 0,5-7 0 0,0 0 0 16,1 8 0-16,-1-8 0 0,4 5 0 0,1 1 0 16,2 1 0-16,2 1 0 0,1-3 0 0,3-1 0 15,3 0 0-15,0-2 0 0,0 0 0 0,1-1 0 16,2 0 0-16,-1 2 0 0,1 0 0 0,1 0 0 15,-2 1 0-15,1 2 0 0,0-3 0 0,-2 1 0 16,-3 3 0-16,-1-3 0 0,-1 2 0 0,-1 1 0 0,-4 1 0 16,-1-1 0-16,-4 4 0 0,1-3 0 0,-4 1 0 15,-3 1 0-15,-3-1 0 0,-2 2 0 0,-1 1 0 0,-3-3 0 16,-1 0 0-16,-1 0 0 0,-3 0 0 0,-2-1 0 16,-1 0 0-16,0-2 0 0,0 1 0 0,-2-2 0 15,-3-2 0-15,1 0 0 0,0 0 0 0,3 0 0 16,1-2-176-16,3-1-16 0,1-1-16 0,3-1 0 15,1 0-928 1,5-1-176-16,4-1-32 0,4 4-16 0,8-6-2832 0,5-6-560 0,23-14-112 0,2-1-32 16</inkml:trace>
  <inkml:trace contextRef="#ctx0" brushRef="#br0" timeOffset="14439.43">8645 9140 22111 0,'0'0'1968'0,"0"0"-1584"15,0 0-384-15,0 0 0 0,0 0 6096 0,0 0 1136 16,0 0 240-16,0 6 32 0,-3 1-4400 0,-1 2-880 15,-2 1-176-15,-3 3-48 0,0 2-1024 0,-3 0-208 16,-1 1-32-16,-1 1-16 0,-1 1-576 0,2 2-96 16,1-2-48-16,2-1 0 0,1-1 0 0,4 0 0 15,-2 1 0-15,5-2 0 0,3 0 0 0,1-2 0 16,2-1 0-16,3 0 0 0,3-6 0 0,1 1 0 16,-1-2 0-16,5 0 0 0,3-1 0 0,1-1 0 15,1-3 0-15,-1 0 0 0,1-3 0 0,0-1-128 16,0-2 128-16,0-2-160 0,-2-1-96 0,0-2 0 15,1 0-16-15,-2-2 0 0,-3-2 0 0,-2 0 0 16,-2 0 0-16,-2-2 0 0,-1 2 32 0,-4-1 16 16,-1 2 0-16,-2-1 0 0,-3 1 224 0,1 0-144 0,-4-1 144 15,0 1-128-15,-5-2-16 0,0 2 0 0,-2 0 0 0,0 1 0 32,-1 1-304-32,0 2-64 0,0 0-16 0,1 3 0 15,1 0-1136-15,0 3-240 0,2 0-32 0,-1 4-16 0,0 0-1440 16,3 3-304-16,-5 2-48 0,13-5-16 0</inkml:trace>
  <inkml:trace contextRef="#ctx0" brushRef="#br0" timeOffset="14758.7">9130 9059 50559 0,'0'0'2240'0,"0"0"464"0,0 0-2160 16,0 0-544-16,0 0 0 0,0 0 0 0,0 0 1664 0,0 0 208 15,0 0 48-15,1 10 16 0,2 3-1232 0,-1 3-240 16,1 2-48-16,0 4-16 0,-1-2-288 0,1 2-112 16,-1 3 0-16,2-2 0 0,2 3 0 0,-1-1 0 15,0 1 0-15,2 0 0 0,-4 0 0 0,3-2 0 16,-1-1 0-16,-1 1 0 0,0-2 0 0,0-4 0 15,0-2 0-15,-3-2 0 0,0 1 0 0,0-5 0 16,1-1 0-16,-2-4 0 0,0-5-256 0,0 0-64 0,0 0 0 0,0 0 0 31,0 0-1680-31,0 0-352 0,2-5-64 0,2-4-20848 0</inkml:trace>
  <inkml:trace contextRef="#ctx0" brushRef="#br0" timeOffset="14971.59">9449 9007 51087 0,'0'0'2256'0,"0"0"480"0,0 0-2192 0,0 0-544 0,0 0 0 0,0 0 0 16,0 0 1424-16,4 6 176 0,-1 3 48 0,1-1 0 15,-2 4-880-15,1 2-192 0,0 4-16 0,-1 3-16 0,1 3-400 16,1-1-144-16,0 1 0 0,0 0 0 0,-2 1 0 0,1 1 0 16,1 0 0-16,0 2 0 0,-1-5 0 0,1 1 0 15,-1-2 0-15,0 1 0 0,-1-3 0 0,1-2 0 16,-2-2 0-16,0-2 0 0,-2 0-128 0,0-3-32 15,0-3 0-15,1-8 0 16,-2 6-2912-16,2-6-576 0</inkml:trace>
  <inkml:trace contextRef="#ctx0" brushRef="#br0" timeOffset="20052.02">898 12056 13823 0,'0'0'1216'0,"0"0"-960"15,-1-10-256-15,0 1 0 0,1 9 4192 0,-2-8 800 16,1-3 144-16,1 11 48 0,0 0-1760 0,0 0-352 15,0 0-64-15,0 0 0 0,0 0-784 0,0 0-160 16,0 0-16-16,0 0-16 0,0 0-816 0,0 12-144 0,0 4-48 0,0 3 0 16,0 3-384-16,0 3-96 0,0 1-16 0,0 2 0 15,1 0-208-15,3 2-32 0,1-2-16 0,5-1 0 16,-1-1-112-16,1-1-32 0,3-2 0 0,0-3 0 16,2-3-128-16,-1-4 0 0,0-3 0 0,2-2 0 15,0-3 0-15,-1-1 0 0,2-4-160 0,-3-1 160 16,0-2-256-16,-1-1 32 0,0-1 16 0,1-4 0 0,-2-1-64 15,-1-3-16-15,0-2 0 16,1 0 0-16,-2-5 48 0,-1 2 16 0,-2-6 0 0,-1 2 0 0,1-1 80 16,0-1 16-16,-1-2 0 0,-2 0 0 0,-3 0 128 0,0 0 0 15,1-1-144-15,-1-1 144 0,-1 1 0 16,0 1 0-16,0 1 0 0,-1 4 0 0,-1 4 0 0,1 2 0 16,1 3 128-16,0 12-128 0,0 0 352 0,-1-8-16 15,1 1 0-15,0 7 0 0,0 0 0 0,0 0 0 16,0 12 0-16,2 0 0 0,1 4-144 0,1 3-48 15,0 2 0-15,-2-3 0 0,1 2-16 0,2 2-128 16,-1 3 192-16,1-3-64 0,0 1-128 0,2 1 0 16,1-1 0-16,0 1 0 0,1-1 0 0,0-1 0 0,-1-1 0 15,3 8 0-15,-1-4-160 0,-4-6-16 16,1-3 0-16,-4-4 0 16,0-3-1040-16,0 0-224 0,-3-9-32 0,0 0-16 15,2 12-1456-15,-2-12-272 0,0 0-64 0</inkml:trace>
  <inkml:trace contextRef="#ctx0" brushRef="#br0" timeOffset="22355.85">1630 12377 24879 0,'0'0'2208'0,"0"0"-1760"0,-7 2-448 16,7-2 0-16,-6-1 5616 0,6 1 1040 0,0 0 192 0,0 0 64 16,0 0-4064-16,0 0-800 0,0 0-176 0,0 0-16 0,0 0-1088 15,10-1-224-15,-1-2-32 0,2 1-16 16,-1-2-288-16,3 0-48 0,1 0-16 0,2 0 0 0,0-3-144 0,-1 5 0 16,2-2 0-16,0 1 128 0,-1 1-128 0,-2-1 0 15,-1 0 0-15,0 2 0 0,-2 2 0 0,-2 2 0 16,-1-2 144-16,-8-1-48 0,0 0-96 0,4 8 0 15,-3 3 0-15,-4-2 0 0,-2 0 0 0,-3 1-192 16,-3 2 192-16,-3 1-208 0,-1 1 208 0,-2 1 0 16,-1 0 0-16,1 2 0 0,0-2 0 0,1 0 160 15,2 0-160-15,1-2 192 0,0-2-144 0,2 0-48 16,3 1 0-16,2-5 0 0,1 0 0 0,5-7 0 16,0 0 0-16,1 6 0 0,-1-6 0 0,7 6 0 15,0-1 0-15,4-3 0 0,0 0 0 0,3-2 0 16,0 0 0-16,4 0 0 0,0-3 0 0,2-1 0 15,-1-2 0-15,4-1 0 0,0-1-272 0,1 1-48 16,-1-3-16-16,2 1 0 16,0-1-1616-16,1-2-320 0,0-1-64 0</inkml:trace>
  <inkml:trace contextRef="#ctx0" brushRef="#br0" timeOffset="22594.82">2516 12111 56607 0,'0'0'2512'0,"0"0"512"0,0 0-2416 0,0 0-480 0,0 0-128 0,0 0 0 0,0 0 432 15,0 0 64-15,7 4 16 0,1-3 0 16,1 2-304-16,2-1-48 0,2 0-16 0,2-1 0 0,0 0-96 0,1-1-48 16,1 0 0-16,3-1 0 0,0 0 0 0,1-1 0 15,-1 0 0-15,-1 0 0 0,1 1-128 0,-2 0-32 16,-1 1 0-16,-3 0 0 15,0-3-976-15,-3 2-192 0,0 1-32 0,-4 0-15120 16,-7 0-3024-16</inkml:trace>
  <inkml:trace contextRef="#ctx0" brushRef="#br0" timeOffset="22776.72">2489 12310 28559 0,'0'0'2544'0,"0"0"-2032"16,0 0-512-16,8 4 0 0,-1-1 5440 0,4-3 976 15,1 1 208-15,1-1 32 0,1 0-4128 0,2-1-832 16,2-2-160-16,1 1-48 0,2-2-960 0,1 0-192 16,1-1-32-16,1-2-16 0,0 1-208 0,-1-1-80 15,1 2 0-15,1-4 0 16,-1 0-512-16,0-1-80 0,-1 1-32 0,-1-1-24976 0</inkml:trace>
  <inkml:trace contextRef="#ctx0" brushRef="#br0" timeOffset="23640.63">3541 12001 28559 0,'0'0'1264'0,"-1"-5"272"0,-3-3-1232 0,1 0-304 16,0 1 0-16,2 1 0 0,1 6 4944 0,0 0 944 0,0 0 176 15,0 0 32-15,7-2-3632 0,1 2-736 16,1 2-128-16,2 4-48 0,2 0-912 0,3 3-176 16,1 2-32-16,1 2-16 0,0 4-144 0,2-2-16 15,0 4-16-15,10 8 0 0,0-1-96 0,-3-3-16 0,-2 1 0 0,-1 1 0 16,1-3-80-16,-1 1-48 0,-1-2 0 0,-7-6 0 15,1-1 0-15,-3 2 0 0,0-3 0 16,0-2 0-16,-1 1-384 16,-3 0-64-16,-1-4 0 0,-1-1-16 0,-2 0-496 15,0-2-112-15,-6-5-16 0,0 0 0 0,0 0-1216 0,0 0-240 16,0 0-48-16,0 0-18528 0</inkml:trace>
  <inkml:trace contextRef="#ctx0" brushRef="#br0" timeOffset="23862.56">3980 11861 24879 0,'0'0'2208'0,"0"0"-1760"0,-10 2-448 0,10-2 0 0,-9 0 6112 0,-2 4 1136 15,2 3 240-15,0 2 32 0,-1-2-5008 0,-2 7-992 16,-1 2-208-16,0 7-32 0,-2 0-672 0,0 3-128 16,-3 2-32-16,3-6 0 0,0 1-176 0,-4 2-32 15,2 0-16-15,-1-2 0 0,0 3-160 0,0 0-64 16,-2-1 0-16,3 0 0 0,1-3 0 0,2-1 0 15,1-3 0-15,1-1 0 16,1-1-368-16,0-3-64 0,2 0-16 0,1-3 0 16,3-2-1776-16,5-8-352 0,0 0-80 0</inkml:trace>
  <inkml:trace contextRef="#ctx0" brushRef="#br0" timeOffset="24684.59">4390 11982 34095 0,'0'0'3024'0,"1"-7"-2416"0,0-1-480 0,1 3-128 15,-2-1 3072-15,0 6 608 0,0 0 112 0,0 0 32 16,0-6-1200-16,0 6-256 0,0 0-32 0,0 0-16 16,0 0-1440-16,-2 10-304 0,1 3-48 0,-3 2-16 15,1 5-224-15,2 3-48 0,-2 2-16 0,1 1 0 16,-2 0-224-16,1 2 0 0,2-1 128 0,1 0-64 16,1 1-64-16,2-1 0 0,2-2 0 0,2-2 0 0,1-2 0 0,1-3 0 15,0-3 0-15,1-1 0 0,1-3 0 16,0-2 0-16,2 0 0 0,0-7 0 0,0 1 0 15,1-3 0-15,-1-1 0 0,0-2 0 0,0-2 0 0,-2-3-128 16,2-1 128-16,-2-3-160 0,-2-2 160 16,0-2 0-16,-1-1-144 0,0-4 144 0,-2-1 0 0,1 0 0 15,-2-1-144-15,0-2 144 0,-2-1 0 0,1 0 0 16,-2-4-128-16,1 2 128 0,0 0 0 0,-1 4 0 16,1-2 0-16,-2 4 0 0,-1 4 0 0,1 1 0 15,-1 1 0-15,2 3 0 0,-2 4 0 0,1 2 0 16,0 2 0-16,-1 5 0 0,0 0 0 0,0 0 176 15,0 0-176-15,0 0 160 0,0 0-160 0,4 12 0 16,0 2 144-16,0 3-144 0,0 1 0 0,0 5 128 16,-2-2-128-16,2 2 96 0,2 0-96 0,-1 2 0 0,0-4 0 0,0 3 0 15,0-1 0-15,1-1 0 16,-2-1 0-16,2-1 0 0,1-1-208 0,2-2-48 16,0-1 0-16,1-3 0 15,-1-4-1024-15,1 0-224 0,-3-2-32 0,2-2-16 16,2-4-2544-16,-2 0-512 0</inkml:trace>
  <inkml:trace contextRef="#ctx0" brushRef="#br0" timeOffset="25226.53">5060 12257 35007 0,'0'0'1552'0,"0"0"320"0,0 0-1488 0,0 0-384 0,4-9 0 0,0 1 0 15,-1-1 3920-15,0 2 720 0,-2-2 144 0,-1 9 16 16,2-6-2832-16,-2-1-576 0,0 7-112 0,0 0-32 15,-3-6-688-15,0 0-144 0,0 1-32 0,3 5 0 0,-8-1-160 0,0 1-32 16,-1 1-16-16,-2 3 0 0,0 3-176 0,-1 0 0 16,-1 4 0-16,0-1 128 0,0 3-80 0,1-2-48 15,2 2 0-15,-1-3 0 0,1 3 0 0,2 0 0 16,1-4 0-16,1-1 0 0,2 1 0 0,1-1 0 16,3-8 0-16,0 9 0 0,0-9 0 0,3 7-208 15,-3-7 64-15,5 6 16 0,2-2-80 0,1-1-16 16,-1-3 0-16,2 0 0 0,2-1 16 0,-2-2 0 15,-1-2 0-15,1 1 0 0,0-3 80 0,2-1 128 16,-1 1-208-16,0-1 80 0,0 1 128 0,-3-2 0 16,1 3 0-16,-1 0 0 0,-2 1 0 0,-5 5 0 15,0 0 0-15,0 0 176 0,0 0 96 0,8-1 32 16,-8 1 0-16,0 0 0 0,8 5-64 0,-1 4-16 16,1-2 0-16,1 2 0 0,-1 4-224 0,1 1 144 0,0-1-144 0,2 2 128 15,1 0-128-15,-1 2 0 16,1 3 0-16,0-3 0 0,1 2 0 0,0 1 0 0,0-1 0 0,0 2 112 15,0 0-112-15,-1 0 0 16,-2 0 0-16,-1-3 0 0,-2 3-160 0,-2-3 32 0,-2-1 0 16,-1-1 0-16,-2-2 128 0,-1 0-128 0,-2 0 128 0,-3-3-128 15,-3 0 128-15,-3 0 0 0,-1-4 128 0,-1-1-128 16,-2 1 0-16,-2-2 0 0,-1 0 0 0,-3-2 0 16,-1 1 0-16,-2-4 0 0,-1 0 0 0,0 0 0 15,1-3 0-15,2 1-192 0,0-2 64 0,3 0 0 16,1-3-80-16,2 1-16 0,0-2 0 0,2 0 0 15,0 0-1008-15,2-2-208 16,3 0-32-16,5 0-16 0,3-1-2400 0,5-2-464 16</inkml:trace>
  <inkml:trace contextRef="#ctx0" brushRef="#br0" timeOffset="25539.14">5556 11890 37775 0,'0'0'3360'0,"0"0"-2688"16,0 0-544-16,-5 0-128 0,5 0 3312 0,-6 3 624 16,0 1 128-16,6-4 32 0,-3 5-2176 0,-1 3-416 0,0 2-96 0,1 2 0 15,2 5-832-15,1-4-144 16,0 3-48-16,0 2 0 0,0 2-384 0,0 1 0 15,1-2 128-15,2 1-80 0,-1-1-48 0,2 2 0 0,3-3 0 0,-2 1 0 16,0 0 0-16,2-2 0 0,-1-1 0 0,1-2 0 31,-2-1-528-31,0-1-112 0,-1-4 0 0,-4-8-16 16,3 6-800-16,-3-6-144 0,0 0-48 0,0 0 0 16,0 0-2576-16,0 0-528 0,0 0-112 0,-15-13 0 0</inkml:trace>
  <inkml:trace contextRef="#ctx0" brushRef="#br0" timeOffset="25709.5">5353 12063 37775 0,'0'0'3360'0,"0"0"-2688"0,0 0-544 0,0 0-128 0,0 0 3312 0,0 0 624 15,0 0 128-15,0 0 32 0,0 0-2288 0,9 2-448 16,3-2-80-16,2 1-32 0,2 1-752 0,2-2-160 16,0 0-16-16,3 0-16 0,3-2-176 0,3 1-128 15,-2 1 192-15,2-2-192 0,1 0 0 0,-1 1 0 16,0 0-160-16,1-1 160 15,-2-2-2112-15,-1 2-288 0,-3-1-64 0</inkml:trace>
  <inkml:trace contextRef="#ctx0" brushRef="#br0" timeOffset="27155.78">6156 11784 7359 0,'0'0'656'0,"0"0"-528"16,0 0-128-16,0 0 0 0,0 0 8704 0,0 0 1728 16,0 0 320-16,0 0 80 0,0 0-7024 0,0 0-1408 15,0 0-288-15,0 0-48 0,0 0-960 0,0 0-192 16,0 0-32-16,0 0-16 0,0 0-544 0,0 0-96 15,0 0-32-15,0 0 0 0,7-4-64 0,-7 4 0 16,0 0-128-16,0 0 192 0,0 0-192 0,0 0 0 16,0 0 0-16,0 0 0 0,0 0 0 0,0 0 0 15,0 0 0-15,0 0 0 0,7-4 0 0,-7 4 0 16,0 0 0-16,0 0 0 0,0 0 0 0,0 0-160 16,0 0 32-16,0 0 0 0,0 0 0 0,0 0 0 15,0 0 0-15,0 0 0 0,0 0-64 0,0 0-16 16,0 0 0-16,0 0 0 0,0 0 64 0,0 0 16 15,0 0 0-15,0 0 0 0,0 0 128 0,0 0 0 16,0 0 0-16,0 0 0 0,0 0 0 0,0 0 0 16,0 0 0-16,0 0 128 0,0 0-128 0,0 0 128 15,0 0-128-15,0 0 128 0,0 0 16 0,0 0 16 16,-5 4 0-16,0 1 0 0,0 3 16 0,0 0 0 16,-2-1 0-16,2 5 0 0,-2 2 16 0,0 2 16 0,-1 1 0 0,0 3 0 15,0 6 0-15,2-2 0 0,-1 4 0 16,1 0 0-16,-1 2-144 0,1 0-64 0,-1 2 0 0,4-2 0 15,2 0 0-15,1-2 0 0,1 1 0 0,2 0 0 16,0-2 0-16,2-2 0 0,1-3 0 0,2-1 0 16,0 0 0-16,0-3 0 0,0-2 0 0,1-3 0 0,0-3-272 15,0 1-48-15,0-2-16 0,2 0 0 16,-1-7-1456-16,2 1-272 0,-1-2-64 16,0-2-21408-16</inkml:trace>
  <inkml:trace contextRef="#ctx0" brushRef="#br0" timeOffset="27391.32">6356 11920 39615 0,'0'0'3520'0,"-2"-5"-2816"15,0 0-560-15,2 5-144 0,0 0 2912 0,0 0 544 16,0 0 128-16,0 0 0 0,0 0-1728 0,0 0-368 16,0 0-64-16,0 0-16 0,2 13-832 0,1 3-160 15,-2 1-32-15,1 2-16 0,0 5-272 0,-1-1-96 16,-1-1 0-16,2 2 0 0,-1-1 0 0,2 1 0 0,-1-1 0 0,1-2 0 15,-2 1 0-15,2-4 0 16,-2 1 0-16,2-2 0 0,-1-2 0 0,2 0 0 0,1-2 0 0,1-4 0 31,-2-3-576-31,1 1-96 0,-5-7-32 0,8 4 0 16,-1-4-2528-16,1-3-512 0,0-5-96 0</inkml:trace>
  <inkml:trace contextRef="#ctx0" brushRef="#br0" timeOffset="27565.84">6554 12063 17503 0,'0'0'1552'0,"0"0"-1232"0,0 0-320 0,0 0 0 16,0 0 7872-16,4-6 1504 0,-4 6 304 0,8-2 64 16,-2-3-6736-16,2 1-1360 0,1 0-272 0,3 0-48 15,2 1-704-15,3-2-144 0,0 1-32 0,1 1 0 0,2 0-448 0,1 0 0 16,-1-1 0-16,1 1 0 0,0 0 0 0,0 0 0 16,3 0 0-16,-2 2 128 15,0 0-688-15,-1 1-96 0,0 0-32 0,-2 0 0 16,-1-3-2080-16,-1 3-432 0,-1 0-64 0</inkml:trace>
  <inkml:trace contextRef="#ctx0" brushRef="#br0" timeOffset="27806.93">7091 11870 23951 0,'0'0'2128'0,"0"0"-1696"15,0 0-432-15,0 0 0 0,0 0 6208 0,0 0 1168 0,0 0 240 0,0 0 32 16,9 6-4704-16,0 2-928 15,2 1-192-15,0 2-32 0,2 0-1216 0,3 2-224 16,0 2-48-16,2-1-16 0,0 0-208 0,2 2-80 16,2 0 0-16,-1-1 0 0,0 2 0 0,-1-1 0 0,0-1 0 0,-2 1 0 15,-1-2 0-15,-1 0 0 16,-2-3 0-16,-1 2 0 0,0-2 0 0,-1-2 0 16,-3 0 0-16,0-1 0 15,-1-2-992-15,0 0-192 0,-2-1-32 0,-6-5-16 16,0 0-2544-16,0 0-496 0</inkml:trace>
  <inkml:trace contextRef="#ctx0" brushRef="#br0" timeOffset="28017.88">7419 11871 39615 0,'-5'-1'3520'0,"-1"-2"-2816"16,-1 6-560-16,1-2-144 0,-1 4 3248 0,-1-1 608 15,-1 3 128-15,-1 2 32 0,-2 5-2272 0,0 2-448 16,-1 2-80-16,-1 3-32 0,-2 1-800 0,2 1-176 15,-3 4-16-15,0-3-16 0,-1 1-128 0,1 0-48 16,1-3 0-16,2 0 0 0,0-1 0 0,0-1 0 16,3-2 0-16,2-1 0 15,2-4-832-15,2-1-176 0,1-1-16 0,1-4-16 16,3-7-2608-16,0 0-512 0</inkml:trace>
  <inkml:trace contextRef="#ctx0" brushRef="#br0" timeOffset="28327.18">7489 11645 35935 0,'0'0'1600'0,"0"0"320"0,0 0-1536 0,0 0-384 0,0 0 0 0,0 0 0 16,0 0 4304-16,5 8 800 0,0 1 144 0,3 3 48 16,2-1-3360-16,3 3-656 0,2 1-144 0,2 2-32 15,0 2-880-15,1 2-160 0,0-1-64 0,3 1 0 16,1 1 0-16,0 1 0 0,2-1 0 0,-2 1 0 15,-1 3 0-15,-2 2 0 0,-1 2 0 0,2-2 0 16,-4 1 0-16,-2 0 0 0,-2 1 0 0,-2-2 0 16,-1 0 0-16,-2-1 0 0,-2 1 0 0,-1-2 0 15,-1 0 0-15,-1-3 0 0,-1-1 0 0,-1-2 0 16,-1-2 0-16,0-1 0 0,-2-4 0 0,-1-1 0 0,2-3 0 16,-3-1 0-16,-1-2 0 0,1-2 0 15,-1 0-464-15,-1 1-96 16,1-3-16-16,6-2 0 0,-8-2-1696 0,1-3-352 0,1 1-64 0,2-2-19904 15</inkml:trace>
  <inkml:trace contextRef="#ctx0" brushRef="#br0" timeOffset="29091.18">8173 11910 12895 0,'0'0'1152'0,"0"0"-928"16,0 0-224-16,0-4 0 0,0 4 7904 0,0 0 1536 0,0-4 304 0,0 4 64 16,0 0-6032-16,0 0-1216 0,0 0-256 0,-3 11-32 15,1 0-1248-15,-1 5-240 0,1 1-48 0,-1 3-16 16,0 2-576-16,2 1-96 0,0-1-48 0,1 2 0 15,2-1 0-15,4 1 0 0,0-1 0 0,3 2 0 16,0 0 0-16,3-4 0 0,0 1 0 0,1-4 0 16,2 0 0-16,0-3 0 0,-1-2 0 0,1-3 0 15,-2-2 0-15,0-2 0 0,-2 0 0 0,1-5 0 0,0 0 0 16,-2-2 0-16,1-2 0 0,-2-1 0 0,0-1 0 0,0-3 0 16,-1-1 0-16,0-4 0 0,-2 0 0 0,1-1 0 15,-1-1 0-15,1 0 0 0,-1-1 0 0,1 2 0 16,-2 0 0-16,0 0 0 0,-1 0 0 0,0 1 0 15,0 0 0-15,-1 1 0 0,0-1 0 0,0 0 0 16,-3 0 0-16,1 0 0 0,2 0 0 0,1-1 0 16,-1 1 0-16,-1 0 0 0,-3 0 0 0,2 0 0 15,0 0 0-15,1 0 0 0,-1 2 0 0,-1-1 0 16,0 3 0-16,1 0 0 0,-1 3 0 0,2-1 0 16,-2 1 0-16,0 6 0 0,0 0 0 0,1-6 0 15,-1 0 0-15,0 6 0 0,0 0 0 0,0 0 0 16,0 0 0-16,0 0 0 0,0 0 0 0,0 0 0 0,0 0 0 0,0 0 0 15,0 0 0-15,0 0 0 0,0 0 0 0,0 0 0 16,-4 5 0-16,4-5 0 0,-1 8 0 0,1-8 0 16,-4 5 0-16,4-5 0 15,0 0 0-15,-3 7 0 0,3-7 0 0,-2 7 0 0,2-7 0 0,-3 7 0 16,-1 0 0-16,1-1 0 16,1 1 0-16,2-7 0 0,0 0 0 0,-1 6 0 0,-2 1 0 0,3-7-160 15,-3 6 160-15,2 2 0 0,1-8 0 16,-1 6 0-16,-1 4 0 0,2-1 0 0,2-3 0 0,-1 5 0 15,-1-1 0-15,1 2 0 0,1 1 0 0,-1 1 128 16,0 1-96-16,1 0-32 0,0 2 0 0,1-1 0 16,-1 1 0-16,1 0 0 0,0 0 0 0,1 0 0 15,1-2 0-15,0 1 0 0,0-2 0 0,2-1 0 16,-2 0 0-16,1-4 0 0,1 2 0 0,-1-1 0 0,1-3 0 0,-1-3 0 16,2 0 0-16,-8-4 0 15,8 5 0-15,-1-3 0 0,-7-2 0 0,0 0 0 0,7-1 0 0,1 0 0 16,0-6 0-16,-1 1 0 15,-2-1-464-15,0-3-48 0,0-2 0 16,0-1-16640-16,-1 0-3328 0</inkml:trace>
  <inkml:trace contextRef="#ctx0" brushRef="#br0" timeOffset="29497.43">8861 12218 33167 0,'0'0'2944'0,"0"0"-2352"16,0 0-464-16,0 0-128 0,9-4 3776 0,-1-1 720 0,0-1 160 0,0 2 16 15,-3-1-2752-15,0-1-544 0,-1-1-112 0,0 1-32 16,-4 6-528-16,2-7-96 0,-2 7-32 0,0-6 0 16,-2-1-192-16,0 1-32 0,-4 2-16 0,0-2 0 15,-1 3-128-15,0 1-16 0,-4 1-16 0,1 1 0 16,-2 1-176-16,-1 3 0 0,-1-3 144 0,1 5-144 15,-1-4 128-15,4 5-128 0,1-2 128 0,0 0-128 16,1 3 0-16,0 1 0 0,2-2 0 0,2 2 0 16,1 0 0-16,2 3 0 0,1-3 0 0,0 4 0 15,1-1 0-15,2 1 0 0,2 0 0 0,-1 1 0 16,0 0 0-16,0 1 0 0,2-2 144 0,1 1 0 16,-1 2-144-16,2-3 0 0,1 0 0 0,0-1 0 0,-2-1 0 15,-1 2 0-15,2 0 0 0,0 0 0 0,0-1 0 0,0 1 0 16,-2-1 0-16,1 0 0 0,-2-1 0 0,0-2 0 15,0 1 0-15,-2-1 0 16,-2 0-704-16,-1-4-144 0,0-5-32 0,-4 7 0 16,-1-2-1536-16,-1-1-304 0,-2-2-64 0,-1-2-19232 15</inkml:trace>
  <inkml:trace contextRef="#ctx0" brushRef="#br0" timeOffset="29670.45">8688 12454 34095 0,'0'0'3024'0,"0"0"-2416"16,8-2-480-16,0 0-128 0,1 0 3968 0,2 1 768 16,0-1 144-16,3-2 48 0,2 0-2880 0,1 0-576 15,1 0-128-15,2 1 0 0,-1-1-912 0,2 2-176 16,0-3-48-16,-3-1 0 0,0 2-208 0,1 1 0 16,-1-3 0-16,0 2 0 15,-1-1-2816-15,1 1-464 0</inkml:trace>
  <inkml:trace contextRef="#ctx0" brushRef="#br0" timeOffset="30764.76">2636 13725 46591 0,'0'0'2064'0,"0"0"432"0,0 0-2000 0,0 0-496 16,-6 0 0-16,6 0 0 0,0 0 1200 0,0 0 144 15,0 0 16-15,0 0 16 0,6-1-32 0,5 1-16 16,0-2 0-16,4 2 0 0,0-4-880 0,2 2-160 15,1-2-32-15,1 1-16 0,-1-2-240 0,3 2 0 16,1 1 0-16,1-1 0 0,1 1 0 0,-2 0-128 16,-1 1-16-16,0-2 0 15,-2 1-1472-15,0-1-304 0,-4 0-48 0,-2 2-13648 16,-2 1-2720-16</inkml:trace>
  <inkml:trace contextRef="#ctx0" brushRef="#br0" timeOffset="30961.06">2725 13871 34095 0,'0'0'1504'0,"0"0"320"0,0 0-1456 0,0 0-368 0,0 0 0 0,0 0 0 16,8 4 3856-16,1-2 704 0,2 2 144 0,2-2 32 15,3-2-2640-15,4-2-528 0,2 0-96 0,1-1-32 16,2 2-864-16,1-3-192 0,2-1-16 0,-1-1-16 16,2 1-160-16,-1-1-48 0,2-1 0 0,2 3 0 15,-6-5-416-15,1 0-96 0,2 2-16 0,-3 0 0 16,-3 0-1376-16,-1 1-288 0,-2-1-48 0,-3 1-13440 15,-4-1-2688-15</inkml:trace>
  <inkml:trace contextRef="#ctx0" brushRef="#br0" timeOffset="34982.55">10049 11963 50047 0,'0'0'2224'0,"0"0"448"0,-4-3-2144 0,4 3-528 16,0 0 0-16,0 0 0 0,0 0 496 0,0 0-16 16,11 0 0-16,3 2 0 0,4-2 208 0,4 0 32 15,4 0 16-15,3 0 0 0,2 1-384 0,2 1-80 16,0-1-16-16,0 0 0 0,3-1-256 0,0 0 0 15,1 0 0-15,0 2 0 16,1-2-576-16,0-2-112 0,1 0-16 0,2-1-16 16,-1-1-3152-16,-1-4-624 0</inkml:trace>
  <inkml:trace contextRef="#ctx0" brushRef="#br0" timeOffset="35242.47">10761 11879 49007 0,'-13'1'2176'0,"6"2"448"0,1-2-2112 0,1 2-512 0,5-3 0 15,0 0 0-15,-6 3 880 0,6-3 64 0,0 0 16 0,0 0 0 16,2 8 64-16,-2-8 32 0,6 8 0 0,3 0 0 16,3 0-736-16,1-2-160 0,1-2-32 0,3 0 0 15,2 3-128-15,0-3 0 0,1-1 0 0,-1 3 0 16,2-4-192-16,-1 2 48 0,-3 0 0 0,-2 1 0 16,-2-1-32-16,-1 0 0 0,-3-1 0 0,-9-3 0 0,0 0 176 15,4 6 0-15,-4-6 0 0,-2 8-128 0,-5 0 128 0,-3 0 0 16,-3 0 0-16,-2 2 128 15,0-1-128-15,-1 0 0 0,-1 0 0 0,0 0 0 0,0-1-256 0,1 0-112 16,3-1-16-16,3-1-16 16,1 1-2160-16,9-7-416 0,0 0-96 0</inkml:trace>
  <inkml:trace contextRef="#ctx0" brushRef="#br0" timeOffset="35639.41">11392 11780 46239 0,'0'0'2048'0,"0"0"432"0,0 0-1984 0,0 0-496 16,-1-6 0-16,1 6 0 0,0 0 1744 0,0 0 256 16,-4 7 48-16,0 3 16 0,0 3-688 0,0 3-144 15,0 4-16-15,0-3-16 0,0 2-752 0,0-1-128 0,2 3-48 0,0 0 0 16,4-1-192-16,2 1-80 16,0-2 0-16,2 1 0 0,2-1 0 0,0-2 0 0,-1-3 0 0,4-2 0 15,-2-1 0-15,0-1 0 16,0-3 0-16,2-2 0 0,-2-1-256 0,1-2 64 15,2-2 16-15,0-2 0 0,-2-3-16 0,1-2-16 16,-1-2 0-16,0-3 0 0,1-2 48 0,-1-3 16 0,1 1 0 0,-1-6 0 16,1-1-80-16,-2-4-16 0,1 1 0 0,1-1 0 15,-1 0-64-15,0-5-16 0,0 2 0 0,-1 3 0 16,-3 2 160-16,2 6 32 0,-1 3 0 0,-2 6 0 16,-1 3 128-16,-4 7 128 0,0 0-128 0,0 0 176 15,0 0 208-15,2 9 64 0,0 6 0 0,-1 4 0 0,-1-2-64 16,-1 4-16-16,1-2 0 0,0 4 0 0,0-2-192 15,1 1-48-15,0-1 0 0,2-1 0 0,1 1-128 0,1-1 0 16,0 1 0-16,2-4 0 16,1 0-752-16,1-2-128 0,1 1-16 15,2-2-16-15,2-1-1728 0,0-2-352 0,1-1-64 0,0-1-18256 16</inkml:trace>
  <inkml:trace contextRef="#ctx0" brushRef="#br0" timeOffset="35916.11">12023 12033 16575 0,'6'-13'736'0,"-3"6"160"0,0-1-720 0,-1-1-176 15,1-1 0-15,-1-2 0 0,0 3 6016 0,-1 0 1184 16,-1 0 224-16,-1 1 64 0,-2 0-4128 0,-1 3-816 16,-1-1-176-16,0 3-16 0,0-1-1152 0,-2 4-240 0,1 0-32 0,-1 0-16 15,7 0-464-15,-6 4-80 16,-1-2-32-16,0 5 0 0,1 1-192 0,-1 1-144 0,2 1 192 0,1 2-192 16,-1 1 160-16,1 1-160 15,2-1 128-15,-1 2-128 0,0 0 192 0,2 2-64 0,1 0 0 0,0-1 0 16,1 1 0-16,-1 0-128 0,2 2 192 15,-2-2-64-15,0 3-128 0,1-1 192 0,2 2-192 16,-1 1 192-16,-1-2-192 0,1 2 0 0,0-1 0 16,2-2 0-16,-2-2 0 0,-1 0-176 0,-1-2 176 0,-1-2-128 31,-1-2-656-31,1 0-128 0,0-1-32 0,-2-3 0 16,-1-1-1072-16,0 1-224 0,4-7-32 0,-5 4-12496 0,-3-3-2496 15</inkml:trace>
  <inkml:trace contextRef="#ctx0" brushRef="#br0" timeOffset="36064.69">11749 12218 9215 0,'0'0'400'16,"0"0"96"-16,7-7-496 0,0 2 0 0,1 0 0 0,3 1 0 0,2 1 8848 0,-2 1 1680 15,1-1 336-15,0 2 64 0,4-4-7408 0,-1 1-1472 16,2 0-288-16,1 0-64 0,2 0-1168 0,1 0-224 16,1-1-48-16,3 0-16 0,1-1-496 0,1-2-112 15,1-1-16-15,0-1 0 16,1-2-2528-16,-2-2-512 0</inkml:trace>
  <inkml:trace contextRef="#ctx0" brushRef="#br0" timeOffset="36264.11">12486 11767 29487 0,'0'0'1296'0,"0"0"288"0,0 0-1264 0,0 0-320 0,0 0 0 0,8 0 0 15,-2 0 5664-15,2 0 1072 16,1-3 224-16,1 2 32 0,2 1-4800 0,2 0-960 0,3-2-192 0,0 1-32 15,0 1-720-15,2-2-144 0,-1 2-16 0,0-2-128 16,2 1 0-16,-2 0 0 0,-1 1 0 0,0-4 0 31,0 1-976-31,-2 0-160 0,-3 1-16 0,-3-1-16 16,-1 2-2864-16,-8 1-560 0</inkml:trace>
  <inkml:trace contextRef="#ctx0" brushRef="#br0" timeOffset="36439.69">12544 11846 11967 0,'0'0'528'0,"-2"5"112"0,2-5-512 0,0 0-128 0,0 0 0 0,0 0 0 0,0 0 8048 0,1 8 1568 16,-1-8 320-16,0 0 64 0,7 7-6528 0,2-2-1296 16,1 0-272-16,2-2-48 0,0 1-1040 0,1-4-208 15,0 1-32-15,1-1-16 0,0-1-400 0,2 1-160 16,0-4 128-16,-1 2-128 0,2 2 0 0,0-1 0 16,0-5 0-16,0-1 0 15,0 3-1040-15,0 0-96 0,-3-2-16 0,3 1 0 16,0-2-2096-16,1 3-416 0,-1-2-96 0</inkml:trace>
  <inkml:trace contextRef="#ctx0" brushRef="#br0" timeOffset="41958.89">13390 11677 32255 0,'0'0'2864'0,"0"0"-2288"15,-5-2-576-15,5 2 0 0,0 0 3904 0,0 0 656 0,0 0 144 0,0 0 32 16,0 0-2832-16,0 0-560 0,0 0-128 0,0 0 0 15,0 0-192-15,0 0-16 0,-5 3-16 0,5-3 0 16,-8 3-672-16,3 1-144 0,5-4-32 0,-4 5 0 0,4-5-144 0,-4 6 192 16,0-1-192-16,2 1 192 0,2-6-192 0,-2 6 0 15,2-6 0-15,2 11 128 0,-1-5-128 0,2 3 0 16,0 0 0-16,4-1 0 0,1 0 0 0,2 0 0 16,2 0 0-16,2 2 0 0,3-3 0 0,2-3 0 15,0 1 0-15,1 1 0 0,2 1 0 0,-3 1 0 16,0-2 0-16,0 1 0 0,1 0 0 0,-2 1 0 15,-2 1 0-15,-3 1 0 0,-2-1 0 0,0 1 0 16,-3 3 0-16,-1 0 0 0,-3 0 192 0,-2 0-64 16,-4 0 0-16,-2 0 0 0,-2 2-128 0,-3-2 160 15,-3-2-160-15,-2 2 160 0,-3-1-112 0,-1-3-48 16,-1 0 0-16,-2 1 0 0,-1-4 0 0,-1-1 0 16,-3-1 0-16,0-1 0 0,0-3 0 0,0-1 0 15,-2-1 0-15,2-4 0 16,1-1-672-16,2-5-80 0,2-2-16 0,0-2 0 15,4-3-2288-15,4-3-464 0,4-3-80 0</inkml:trace>
  <inkml:trace contextRef="#ctx0" brushRef="#br0" timeOffset="42107.24">13284 11682 43887 0,'0'0'1936'0,"0"0"416"0,7-1-1888 0,3 1-464 0,0-3 0 0,3 2 0 16,1-2 2352-16,3 0 368 0,0 1 80 0,4 1 16 16,1-5-1344-16,2 2-272 0,-1 1-48 0,2-1-16 15,2 1-720-15,2-1-144 0,2-2-16 0,2-1-16 16,-1-2-176-16,2 1-64 0,3-1 0 0,-2 1 0 15,-1 0-752-15,-1 1-144 16,-2 0-16-16,-1 0-16 0,-3 1-3072 16,-2 2-608-16</inkml:trace>
  <inkml:trace contextRef="#ctx0" brushRef="#br0" timeOffset="42556.19">13934 11614 24879 0,'0'0'2208'0,"0"0"-1760"0,-8 0-448 0,8 0 0 0,0 0 5472 0,0 0 1008 15,0 0 208-15,0 0 32 0,0 0-4160 0,0 0-848 16,6 0-176-16,4-1-16 0,3-1-576 0,3 0-112 15,2-2-32-15,3 0 0 0,0-1-416 0,1 1-64 16,0 0-32-16,3 1 0 0,-2 1-112 0,-1-1-32 16,-1 2 0-16,-1 0 0 0,-2-1-144 0,-1 2 0 15,-1 2 0-15,-3 0 0 0,-3 1 0 0,-2 1 0 16,-2 0 0-16,-6-4 0 0,4 7 0 0,-2 3 0 16,-4 0 0-16,-2-1 0 0,-1 2 0 0,-1-2 0 15,-3 2 0-15,-2 1 48 0,1 3-48 0,-2-2 0 16,-1 0 0-16,1 0 0 0,-1-2 0 0,1 1 0 15,2 1 0-15,0-2 0 0,-1-1 0 0,3 0 0 16,2-2 0-16,1 0 0 0,-1 1 0 0,4-1 0 16,2-8 0-16,0 0 0 0,0 9 0 0,2-2 0 15,2-1 0-15,3-1 0 0,-7-5 0 0,10 4 0 16,2 2 0-16,1-1 0 0,0-1 0 0,1 0 0 16,1-2 0-16,0 2 0 0,1 0 0 0,0-1 0 0,-1-1 0 15,1 1 0-15,0 2 0 0,-2 0 0 0,0 2 0 0,-2-1 0 16,-2-1 0-16,0 2 0 0,-3 1 0 0,0 0 0 15,-3 1 0-15,-3-1 0 0,-2-1 0 0,-3 3 0 16,-3 1 0-16,0 1 0 0,-7 0 0 0,-1-1 0 0,-2 3 0 16,-1 0 0-16,-3-2 0 0,-1-2 0 0,-2-1 0 15,2 2 0-15,-1-2 0 0,-1-3 0 0,2-2 0 0,1 0 0 16,1-3 0-16,4-1 0 16,1-1-896-16,2-3-160 0,3 0-32 0,3-6-16 15,6-2-2864-15,5-2-576 0,4-3-128 16</inkml:trace>
  <inkml:trace contextRef="#ctx0" brushRef="#br0" timeOffset="42870.45">14307 11744 36111 0,'17'-13'1600'0,"-9"8"320"0,0 0-1536 16,2-2-384-16,2 0 0 0,1 0 0 0,0 1 3392 0,-1 0 576 15,1 1 128-15,0 0 32 0,1 1-2000 0,2-1-400 16,-2 1-64-16,2 0-32 0,1 0-912 0,1 2-176 16,-1-1-32-16,0 2-16 0,-2 1-320 0,0 0-176 15,-1 0 192-15,0 0-48 0,-1 2-144 0,2 1 0 16,-4-1 0-16,0 2 0 0,-2 2 0 0,0 0 0 15,-1 1 0-15,-1 0 0 0,-2 3 0 0,-1 0 0 16,-2 0 0-16,-2 3 0 0,-2 0 0 0,-2 3 0 16,-1 1 0-16,-1-1 0 0,-2-2 0 0,-2 0 0 15,-2 1 0-15,-1-1 0 0,0 2 0 0,0 1 0 0,0-8 0 0,0 5 0 16,-1-1 0-16,2 0 0 0,2-1 0 16,0 0 0-16,3-5 0 0,1 1 0 0,4 0 0 0,2-8 0 15,0 7 0-15,0-7 0 0,2 7 0 0,4-1 0 16,3-2 0-16,0-2 0 0,0 0 0 15,1-2 0-15,2-2 0 0,1 0 0 0,0-2 0 0,2 0 0 16,0-1-256-16,2-2-32 0,1-1-16 0,3 0 0 16,-2-2-2128-1,1 2-416-15,3-2-96 0</inkml:trace>
  <inkml:trace contextRef="#ctx0" brushRef="#br0" timeOffset="43020.29">15031 11872 5519 0,'0'0'496'0,"0"0"-496"0,0 0 0 0,0 0 0 0,-2 11 10416 0,1-4 1984 16,1-7 400-16,-3 10 64 0,2-3-9024 0,0 3-1792 15,-1-1-384-15,2-1-64 0,0-8-976 0,2 9-208 16,-1-2-32-16,3 1-16 0,-4-8-272 0,0 0-96 16,5 5 0-16,2 1 0 15,-1-2-560-15,2-2-96 0,0 0-32 0,0-2 0 16,1-2-2256-16,0 0-464 0,0-2-96 0</inkml:trace>
  <inkml:trace contextRef="#ctx0" brushRef="#br0" timeOffset="43425.26">15403 11559 45727 0,'0'0'2032'0,"0"0"400"0,0 0-1936 0,0 0-496 15,0 0 0-15,0 0 0 0,0 0 2144 0,0 0 336 16,0 0 64-16,0 12 16 0,-2 0-1184 0,-2 2-224 16,0 3-64-16,-1 3 0 0,-3 3-832 0,1 2-256 15,1 0 0-15,1 1 128 0,1 1-96 0,1-3-32 16,3-2 0-16,3 0 0 0,1 0 0 0,2-1 0 15,2-2 0-15,1 0 0 0,2-4 0 0,0 1 0 0,2-4 0 0,2-2 0 16,-1-2 0-16,0-1 0 0,2-4 0 0,0 0 0 16,2-3 0-16,-1-3 0 0,0 1 0 0,0-3 0 15,-2-3 0-15,1-1 0 0,-2 0 0 16,-1-3-160-16,0-1 160 0,-1-2-208 0,0-2 80 0,-2 1 128 16,0-3-192-16,-3 1 192 0,-1 0-160 0,-3 0 160 0,-1 1 0 0,-2 1 0 15,-2 2 0-15,0 2 0 0,-3 3 0 16,-2 1 192-16,-2 3-16 0,-3 2 0 0,1-1-176 0,-4 8 0 15,0 0 0-15,-1 3 0 0,-1-1 0 16,0 3 0-16,0 2 0 0,-1 2 0 0,2 0 0 0,3 1 0 16,1 0 128-16,3 1-128 0,1 2 0 15,3-4 0-15,3 1 0 0,2-1-176 16,1-1-720-16,3-2-128 0,4 1-48 0,3-2 0 16,4-3-1040-16,3-2-224 0,4-4-32 0,4-1-12432 15,3 0-2480-15</inkml:trace>
  <inkml:trace contextRef="#ctx0" brushRef="#br0" timeOffset="43782.46">16158 11621 20271 0,'20'-12'1792'0,"-15"7"-1424"0,-1-3-368 0,-1 0 0 16,-2-1 5344-16,-2 1 992 15,-2 2 208-15,-2-4 48 0,-2 3-2976 0,-1 0-592 16,-1 2-112-16,-2 0-32 0,-2-1-1536 0,2 3-320 16,-2 0-64-16,0 2-16 0,-3 1-560 0,1 4-96 0,-2-2-32 0,1 3 0 15,2 1-128-15,-2 1-128 16,0 3 144-16,3-3-16 0,-2 5-128 0,3-3 0 15,2 2 0-15,1-1 0 0,-1 0 0 0,4 1 0 0,1-1 0 0,2 2 0 16,2-4 0-16,2 1 0 0,2-1 0 0,1-2 0 0,-4-6-160 0,9 7 160 16,2-2-128-16,1-1 128 0,3-1-144 0,-1-1 144 15,-1 1-160-15,1-1 160 0,2 0 0 0,0-1 0 16,-1-1-128-16,-1 3 128 0,-3-2 0 0,1 2 0 16,-2 0 0-16,-1 3 0 0,0-1 128 0,-2 3 0 15,-3 1 16-15,0 0 0 0,0 0-144 0,-2 3 0 16,0 2 0-16,0 1 128 0,1-1-80 0,-2 2-48 15,0-1 0-15,1 1 0 0,-1-1 0 0,-1 2 0 16,0 2 0-16,0-4 0 0,0 2 0 0,1 0 0 16,1-2 0-16,-1 0 0 0,0-3 0 0,0-2 0 15,1-1 0-15,-1-1 0 0,-1-8 0 0,0 0 0 16,0 0 0-16,0 0-160 16,0 0-1664-16,0 0-336 0,10-1-64 0</inkml:trace>
  <inkml:trace contextRef="#ctx0" brushRef="#br0" timeOffset="44037.86">16819 11188 11055 0,'0'0'976'0,"0"0"-784"16,0 0-192-16,0 0 0 0,0 0 9152 0,0 0 1792 0,0 0 368 0,0 0 64 15,0 0-7904-15,0 0-1568 0,0 0-320 0,8 8-64 16,-1 6-896-16,-2-2-176 0,0 2-48 0,-1 4 0 15,0 2-400-15,-3 2 0 0,0 1 128 0,-1 1-80 16,-1 2-48-16,0-3 0 0,0 5 0 0,-2-3 0 0,0-1 0 16,2 0 0-16,-2-2 0 0,1-5 0 0,-1 0 0 0,2 0-160 15,0-5 160-15,-1-3-192 16,2-9-800-16,0 0-160 0,0 0-48 0,0 0 0 16,0 0-2288-16,6-5-464 0,0-5-80 0</inkml:trace>
  <inkml:trace contextRef="#ctx0" brushRef="#br0" timeOffset="44476.54">17019 11309 50447 0,'0'0'1104'0,"0"0"240"0,-5-4 32 0,-1 2 48 0,1-1-1136 0,-1 2-288 16,-1-1 0-16,-1 2 0 0,-2 6 1408 0,-1-3 208 15,-2 1 48-15,2 3 16 0,0 2-864 0,-1-1-176 16,1 1-48-16,0 0 0 0,3 1-400 0,2 0-64 16,2 1-128-16,3 1 176 0,2-1-176 0,2-1 0 0,2 0 0 0,3-1 0 15,1 1 0-15,1-4 0 16,2-1 0-16,2-1 48 0,1-1-48 0,3-2-192 0,1-2 192 0,2 0-208 15,0-2-64-15,1-1-16 16,0-1 0-16,1-3 0 0,-2-4-32 0,-1-1-16 0,0-1 0 0,-1-2 0 16,0 1 80-16,-4-1 32 0,-2-4 0 0,0 5 0 15,-2 0 224-15,-2 5 0 0,-4-3-160 16,0 3 160-16,-1 0 0 0,-2 4 192 16,-2 6-32-16,0 0 0 0,-4-4 192 0,4 4 32 0,0 0 16 0,0 0 0 15,-5 5-160-15,-1 2-48 16,2-1 0-16,0 2 0 0,2 2-64 0,1 2-128 0,1 3 176 0,1-1-176 15,0-1 160-15,3 3-160 0,0-2 128 0,3 0-128 16,-2 2 128-16,0 0-128 0,1 0 0 0,1 0 128 16,0 2-128-16,-1 1 0 0,1-1 0 0,-1 5 0 0,2 2 0 15,-3-3 0-15,-2-1 0 0,-1-1 0 0,-2-2 0 16,-1-1 0-16,-2-1 0 0,-2-1 0 0,-1-3 0 0,-2 0 0 16,-3-2 0-16,-3-1 0 0,-3 0 0 0,-2 0 0 15,-4 1 0-15,0-3-176 0,-3 0-80 0,-2-2 0 16,-1-1-16-16,-4 0 0 15,-4-3-1376-15,0-1-272 0,0 0-48 0,5-1-13904 16,-4 0-2768-16</inkml:trace>
  <inkml:trace contextRef="#ctx0" brushRef="#br0" timeOffset="44656.13">16540 11733 7359 0,'0'0'656'0,"0"0"-528"16,0 0-128-16,7 1 0 0,-1-1 8208 0,5 0 1616 16,2-1 320-16,2 1 64 0,4 1-6000 0,2-1-1200 15,1 0-256-15,1-1-32 0,3-1-1264 0,4 0-256 16,4 1-48-16,3-3-16 0,3 0-688 0,2 1-144 15,1-2-32-15,9 0 0 0,-10 1-192 0,-1-1-80 16,0-1 0-16,-1 1 0 0,-1 0 0 0,-1 0 0 16,-3 2 0-16,-1-1 0 0,-3 4 0 0,6-1 0 15,-6 1 0-15,-3 1 0 0,-6 3-304 0,-4-1-48 0,-4 2-16 16,-3 0 0 0,-5 0-1984-16,-6 3-400 0,-7 3-64 0</inkml:trace>
  <inkml:trace contextRef="#ctx0" brushRef="#br0" timeOffset="44908.99">16609 12065 21183 0,'0'0'1888'0,"0"0"-1504"16,0 0-384-16,0 0 0 0,-2 7 6704 0,0-3 1264 15,2 2 256-15,2 3 48 0,-4 2-5280 0,1-3-1072 16,0 2-192-16,0 3-64 0,-2 0-944 0,0 3-192 15,-2 3-32-15,1-1-16 0,-1 2-352 0,0 0-128 16,0 2 0-16,-1-3 0 0,2 2 0 0,1-1 0 16,0-1 0-16,0 1 0 15,2-3-368-15,0-2-112 0,1-2-32 0,1-1 0 16,2 0-1344-16,-1-2-256 0,2-2-64 0,5-1-16 16,6-2-2608-16,0-1-528 0</inkml:trace>
  <inkml:trace contextRef="#ctx0" brushRef="#br0" timeOffset="45312.72">16909 12188 20271 0,'2'-15'896'0,"-2"15"192"0,-3-6-880 0,-1-1-208 16,-3 2 0-16,0 1 0 0,0 0 6832 0,-2 3 1312 15,-1 0 272-15,-2 1 48 0,-1 0-5472 0,0 2-1104 0,0 2-224 0,0 3-32 16,0-2-960-16,2 3-192 16,1 2-32-16,1 1-16 0,0-1-288 0,1 2-144 0,3 2 160 0,1 0-160 15,1 0 0-15,3-1 0 0,3 1 0 0,1 0 0 16,-1-1 0-16,4-2 0 0,1-1-144 0,2 1 144 15,2-2-288-15,1 1 32 0,1-2 16 0,2 0 0 16,2-6-64-16,-2 2-16 16,-1-2 0-16,2-1 0 15,2-1-64-15,-1 0-32 0,-1-1 0 0,1-1 0 16,-1-2-64-16,-1 2-16 0,1-2 0 0,0 1 0 0,0 2-48 0,2 2-16 16,-3 2 0-16,-3 1 0 0,-1 0 288 0,-3 2 48 0,-1 3 16 0,-2 2 0 0,-1-1 672 15,-1 2 144-15,0 1 32 0,0 3 0 0,0 1 16 0,0 20 688 16,-4-16-672-16,0 1-288 0,-2 2-48 15,0-2-16-15,-1 1 0 0,-1 0-128 0,2-1-16 16,-3 0-16-16,-3-1 0 0,-3-2-160 16,-2 2 128-16,-2-1-128 0,-4-3 128 0,1-4 96 0,-5-1 16 15,-5-2 0-15,-2-4 0 0,0 1-16 0,4-2 0 16,-2-2 0-16,-2-3 0 0,0-1-224 0,0-2 144 16,0-1-144-16,1-1 128 15,0-3-448-15,-7-5-80 0,2-3-32 0,4 2 0 16,2-3-2064-16,2 1-432 0</inkml:trace>
  <inkml:trace contextRef="#ctx0" brushRef="#br0" timeOffset="46057.55">11135 13387 3679 0,'0'0'320'0,"8"-5"-320"0,-2-3 0 0,2-4 0 16,1 1 5568-16,2-1 1056 0,-1 0 208 0,3 0 32 15,-2 2-2512-15,0 0-496 16,1-1-96-16,-1 2-32 0,-1 3-960 0,-1 0-192 16,-1 4-32-16,-2 0-16 0,-6 2-864 0,7 3-192 0,-2 4-16 0,-1 3-16 15,-1 3-688-15,1 4-144 0,-3 5-32 0,0 2 0 16,1 0-288-16,-1 1-64 0,0-3-16 15,3 2 0-15,-1 1-144 0,-1-1-64 0,2-3 0 0,3-1 0 16,-1-2 0-16,1-2 0 0,-2-1 0 0,1-3 0 16,2-4 0-16,0-3 0 0,0-2 0 0,1-2 0 15,1-1 0-15,1-4-160 0,-1-3 160 0,1 0-192 16,-1-4-16-16,1-2-16 0,-1-2 0 0,0-2 0 0,1 0 32 16,-1-3 16-16,-1 1 0 0,-1-4 0 15,0 0 48-15,0-2 0 0,-2 0 0 0,1 1 0 16,0 0 128-16,-1 5-128 0,-1 2 128 0,0 5-128 0,-1 4 128 0,-1 2 0 15,-3 6 0-15,0 0 128 0,0 0 112 0,1 9 16 16,1 2 16-16,-1 5 0 0,-1 4-16 0,0 0-16 16,0 3 0-16,0 0 0 0,0-2-112 0,0 1-128 15,1-2 176-15,2-1-176 0,1-1 0 0,1 1 0 16,0 0 0-16,3-2 0 16,1-4-352-16,0-1-176 0,0 0-48 0,2-2 0 15,1-3-1584-15,-1-2-320 0,2-4-64 0,3-1-20128 16</inkml:trace>
  <inkml:trace contextRef="#ctx0" brushRef="#br0" timeOffset="46399.22">11939 13451 39791 0,'0'0'1760'0,"0"0"368"0,0 0-1696 0,0 0-432 0,3-6 0 0,-3 6 0 15,0 0 2624-15,0 0 448 16,0 0 96-16,0 0 16 0,0 0-1360 0,0 0-272 0,0 0-48 0,0 0-16 16,-5-3-864-16,-2 3-176 0,1 3-48 0,-1 0 0 15,-1 3-208-15,-1 0-32 0,0-1-16 0,0 3 0 16,0 3-144-16,1-1 0 0,-1-1 0 0,2 2 0 15,1 2 0-15,1-2 0 0,1 2 128 0,0 0-128 16,1 0 0-16,2 1 0 0,1-1 0 0,1 0 0 16,3 1 0-16,1 2 0 0,2-1 0 0,1 2 0 15,0-2 0-15,1 1 0 0,1 3 0 0,2-1 0 16,-2 0 0-16,2 0 0 0,0 2 0 0,0-2 0 16,-2 1 0-16,-1 0 0 0,0 3 0 0,-1-5 0 15,-3 0 0-15,-1 0 0 0,0 0 0 0,-4 0 0 16,-1-1 0-16,-3-1 0 0,-1 0 0 0,-3 0 0 0,-1-2 0 0,-2 0 0 15,0 0 0-15,-4-2 0 0,0-2 0 16,-2-1 0-16,-2-2 0 0,0 1 0 0,-2-6-144 16,0 2 144-16,-1-1-192 0,1-2 192 15,1-2-800-15,2-1-48 0,0-1-16 0,4-4 0 16,3-1-1696-16,5-1-320 0,0-3-80 0</inkml:trace>
  <inkml:trace contextRef="#ctx0" brushRef="#br0" timeOffset="46901.84">12380 13246 37775 0,'0'0'3360'0,"0"0"-2688"0,0 0-544 0,0 0-128 16,0 0 3840-16,0 0 720 0,0 0 160 0,0 0 16 15,0 0-2880-15,0 0-592 16,0 0-112-16,7 6-32 0,2-5-880 0,1 1-240 0,2 1 0 0,1-2 112 15,0-1-112-15,3 0 0 0,-1 0 0 0,2 0 0 16,3-1 0-16,-2 0 0 0,0-1 0 0,1 1 0 16,-3-1 0-16,0 2 0 0,-2 0 0 0,0-3 0 15,-3 2-432-15,0-1-80 0,-4 2 0 0,-7 0-16 16,0 0-1472-16,0 0-304 0,0 0-48 0,0 0-16 16,0 0-1904-16,-6 2-384 0,-3 2-80 0,-3-2 0 15,-1 2-1408-15,-1 1-288 0,-3 1-48 0,0 0-16 0,0-2 5296 0,-1 1 1072 16,-1 0 128-16,1 1 176 0,0 0 3216 15,2 1 640-15,1-1 128 0,2-1 16 0,0 1 160 0,2-5 16 16,3 4 16-16,3-2 0 0,5-3-1200 0,0 0-240 16,0 0-48-16,0 0-16 0,0 0-1136 0,5 6-240 15,2-1-32-15,2 1-16 0,0-2-544 0,0-3-128 16,2 1 0-16,0 1-16 0,2-2-304 0,2 1-48 16,-5-2-16-16,3 0 0 0,0 0-384 0,0 0 0 15,0-2 128-15,0 2-80 0,0 0-48 0,0 0 0 16,-1-1 0-16,0 1 0 0,-2-3 0 0,-1 2 0 15,-1 0 0-15,0 1 0 0,-8 0 0 0,0 0 0 16,0 0 0-16,0 0 0 0,0 0 0 0,0 0 0 16,0 0 0-16,0 0 0 0,0 0 0 0,0 0 0 15,0 0 0-15,0 0 0 0,0 0 0 0,0 0 0 16,0 0 0-16,-3-5-17472 16,1-1-3504-16</inkml:trace>
  <inkml:trace contextRef="#ctx0" brushRef="#br0" timeOffset="47580.02">12975 13123 47231 0,'0'0'2096'0,"0"0"416"0,0 0-2000 0,0 0-512 0,0 0 0 0,0 0 0 16,5-6 1376-16,1 2 176 16,2-1 48-16,1 1 0 0,3-1-448 0,2 1-96 0,3-1-16 0,3 1 0 15,2 0-704-15,1 1-144 0,2-2-16 0,-1 3-16 16,0-1-160-16,1 3 0 0,-1 0 144 0,-2 1-144 16,-3 2 0-16,0 0 0 0,-5 0 0 0,-2 4 128 15,-4 0-128-15,-3-1 0 0,-3 3 0 0,-3 3 0 16,-4 1 0-16,-4 1 0 0,-4 2 0 0,-2 2 0 15,-2 0 0-15,-1 2 176 0,-1 2-176 0,0-1 192 0,0-1-16 0,2-1 0 16,1-1 0-16,2-1 0 0,2 2-176 0,3-4 192 16,1-2-192-16,4-2 192 0,2-1-192 0,2-3 0 15,0-7 0-15,6 7 128 0,3 0-80 0,4-3-48 16,3-3 0-16,2-1 0 0,1 0 0 0,1-2 0 16,3-4 0-16,0 0 0 0,0-2-224 0,0 0 64 15,1 0 16-15,2-2 0 16,-1-3-816-16,0 0-144 0,1 0-48 0,-2-2 0 15,-4 1-1840-15,0-1-368 0,-3-1-80 0</inkml:trace>
  <inkml:trace contextRef="#ctx0" brushRef="#br0" timeOffset="47970.15">13782 12974 12895 0,'0'0'576'0,"0"0"112"0,0 0-560 0,0 0-128 16,0 0 0-16,0 0 0 0,0 0 7520 0,0 0 1472 16,0 0 288-16,0 0 64 0,0 0-5696 0,-7 0-1152 0,1 0-240 0,-2 2-32 15,-3 5-1136-15,0 0-240 0,-1-1-32 0,0 2-16 16,0 1-336-16,3 1-64 0,-1 0-16 0,1 0 0 16,1-4-256-16,1 2-128 0,2 1 0 0,1-1 128 15,2 0-80-15,0 0-48 0,2 1 0 0,3-2 0 16,1 0 0-16,2 3 0 0,1-3 0 0,2 1 0 15,1-1 0-15,5-1 0 0,2-1 0 0,1 1 0 16,3-1 0-16,1 0 0 0,1 2 0 0,1-4 0 0,1 1 0 16,-1 2 0-16,0-2 0 0,-2-1 0 0,-1 3 0 15,-3-1 0-15,-2 1 0 0,-2 3 0 0,-2-2 0 0,-3 1 0 16,-4 0 0-16,-2-1 0 0,-3 1 0 0,-4 1 0 16,-3 1 0-16,-2-4 0 0,-2 2 0 0,-2 0 0 15,-3-2 0-15,-1-1 0 0,-1-1-160 0,-2-1 32 16,1 0 0-16,-1-2 0 15,-1-2-1088-15,2-2-224 0,-2-1-32 0,0-2-23040 0</inkml:trace>
  <inkml:trace contextRef="#ctx0" brushRef="#br0" timeOffset="48490.71">13701 13034 10127 0,'0'0'896'0,"6"-3"-704"15,1 1-192-15,1-2 0 0,2-1 8352 0,3 1 1632 16,1 1 336-16,3-4 64 0,0 2-6896 0,3-1-1376 15,1 1-288-15,2-1-48 0,2 1-672 0,1 0-128 16,-1 1-16-16,2-3-16 0,-1 2-624 0,0 0-112 16,0 0-16-16,1 1-16 0,-1 0-176 0,0-1 0 0,0 3 0 0,-2-1 0 15,1 0 0-15,-3-1 0 0,-1 3 0 16,-2-1 0-16,-5 1 0 0,-1 1 0 0,-4 0 0 0,-1 1 0 16,-8-1 0-16,0 0 0 0,0 0 0 0,0 0 0 15,0 0 176-15,0 8-48 0,-4 0-128 0,-1 0 192 16,-3 0-48-16,-1 1-16 0,0 1 0 0,0-1 0 15,-1 1-128-15,0-1 0 0,-2 0 0 0,1 0 128 16,0 0-80-16,1 0-48 0,1 0 0 0,2-1 0 0,2 0 0 0,1 0 0 16,1-2 0-16,1 2 0 15,2-8 0-15,-2 8 0 0,1-2 0 0,1-6 0 0,1 7 0 0,3-1 0 16,1 0 0-16,3-1 0 0,0 0 0 0,1-1 0 16,2 0 0-16,-1 0 0 0,2-2 0 0,1 1 0 15,0 2 0-15,1-2 0 0,1-1 0 0,-1 1 0 16,2 1 0-16,-1-3 0 0,1 2 0 0,0 1 0 15,-2 1 0-15,0-1 0 0,-1 2 0 0,-1 0 0 16,-2-1 0-16,-2 0 0 0,-1 2 0 0,-2 0 0 16,-2 0 0-16,-2-1 0 0,-2 2 0 0,-3 0 0 15,-3 3 0-15,-2-4 0 0,-3 3 0 0,-1-1 0 16,-2 1 0-16,-2-1 0 0,-2 2 0 0,0 0 0 16,-3-2 0-16,0 1 0 0,-3-1 0 0,0 0 0 15,0 0 0-15,0 0 0 0,2-1 0 0,1-3 0 16,1-1 0-16,1-1 0 0,2 1 0 0,1-3 0 15,2 0 0-15,2-1 0 16,3 0-704-16,3-1-144 0,0 0-32 0,7 1 0 16,1-6-1856-16,6-3-368 0,5-4-80 0,3-2-16 0</inkml:trace>
  <inkml:trace contextRef="#ctx0" brushRef="#br0" timeOffset="48994.83">14699 13006 21183 0,'0'0'1888'0,"0"0"-1504"15,0 0-384-15,0 0 0 0,0 0 5488 0,0 0 1024 16,0 0 208-16,0 0 32 0,0 0-3328 0,2 7-672 15,-2-7-128-15,0 10-16 0,-3 1-1280 0,1 2-256 16,-1 0-48-16,-1 4-16 0,-1 1-704 0,0 2-144 16,-1 1-32-16,2-2 0 0,1 1-80 0,0-1-48 15,0 3 0-15,3-2 0 0,0-1 0 0,3 1 0 16,1-3 0-16,4 1 0 0,-1-1 0 0,3 0 0 16,1-3 0-16,2 0 0 0,2-4 0 0,0-1 0 15,1-1 0-15,1-2 0 0,0 0 0 0,1-5 0 16,0-1 0-16,-1 0 0 0,3-1 0 0,-2-2 0 0,-1-1 0 0,1-2 0 15,-1-2 0-15,0-1 0 0,-1-4 0 16,0 0 0-16,-3-4 0 0,-2 1 0 0,0 0 0 0,-2-1 0 16,0-1-208-16,-2 2 64 0,-4 2 16 15,-1 1 0-15,-2 1 128 0,-2 2-192 0,-1 1 192 0,-4 2-192 16,-2 3 192-16,-3 3 144 0,-2 2-16 0,-2 3-128 16,-1 0 144-16,-1 4-144 0,0 0 0 0,-1 2 144 15,1 2-144-15,0 1 192 0,1 0-192 0,1 1 192 16,2 2-144-16,1-3-48 0,3 1 0 0,0-1 0 15,4-1 0-15,1-1-208 0,1 0 64 0,2-1 16 16,1-3-1008-16,1-7-192 16,3 8-32-16,-3-8-16 0,6 7-2336 0,-6-7-448 0,9 4-112 0,2-4-16 0</inkml:trace>
  <inkml:trace contextRef="#ctx0" brushRef="#br0" timeOffset="49472.08">15320 13325 34095 0,'0'0'3024'0,"0"0"-2416"15,-3 7-480-15,-1 1-128 0,1 3 4656 0,-1-1 912 16,1-1 176-16,0 0 32 0,0 2-3728 0,-1-1-768 16,1-3-128-16,0 1-48 0,1-2-864 0,2-6-240 15,0 0 0-15,-2 7 112 0,2-7-112 0,0 0 0 16,0 0 0-16,3 6 0 0,-3-6-272 0,0 0-48 15,0 0-16-15,8 3 0 16,0-3-1632-16,1-3-320 0,0-1-64 0</inkml:trace>
  <inkml:trace contextRef="#ctx0" brushRef="#br0" timeOffset="49822.32">15609 13073 30399 0,'0'0'2704'0,"0"0"-2160"0,-4-7-544 0,4 7 0 15,3-6 5504-15,1 2 1008 16,3-3 192-16,-1 2 32 0,1 1-4544 0,0 0-912 16,3 1-176-16,0 0-32 0,2 2-752 0,1-1-160 15,0 2-32-15,1-1 0 0,2 1-80 0,-2 1-48 16,0 2 0-16,2 1 0 0,0 0 0 0,-2 1 0 0,-4 1 0 0,0 2 0 16,-3 1 0-16,-1 2 0 0,-5-1 0 0,-2 3 0 15,-3 2 0-15,-4 2 0 0,-3 0 0 0,-3 1 0 16,-2 0 0-16,0 2 0 0,-3 0 0 0,1 1 0 15,0 2 0-15,1-3 0 0,0 1 0 0,3 0 0 16,1-5 0-16,5 1 0 0,-1-3 0 0,5-1 0 16,1 0 0-16,3-2 0 0,3-1 0 0,3-1 0 0,2 0 0 0,2-2 0 15,3-3 0-15,3 0 0 0,0-2 0 16,3-1 0-16,2-2 0 0,3-1 0 0,0-2 0 0,2-2-160 16,2-1 160-16,-3 0-192 15,3-2-576-15,2-1-112 0,-1-1-16 0,1-5-16 16,0 0-2064-16,0-1-416 0,0-4-64 0</inkml:trace>
  <inkml:trace contextRef="#ctx0" brushRef="#br0" timeOffset="50043.68">16492 12836 12895 0,'0'0'576'0,"0"0"112"0,0 0-560 0,0 0-128 15,0 0 0-15,0 0 0 0,0 0 8848 0,0 0 1744 16,0 0 352-16,0 0 64 0,7 9-7696 0,-4 0-1536 15,0 1-304-15,-2 3-64 0,1 2-832 0,-2 2-176 0,-2 1-16 0,1 1-16 16,0 1-368-16,-2 1 0 16,1 0 0-16,-1 0 128 0,0 2-96 0,2-2-32 0,0-1 0 0,-1-2 0 15,1 0 0-15,1-4 0 0,0-1 0 0,0-1 0 32,0-1-384-32,0-4-80 0,0-7-16 0,0 0-11008 15,0 0-2208-15,0 0-432 0</inkml:trace>
  <inkml:trace contextRef="#ctx0" brushRef="#br0" timeOffset="50509.83">16638 12973 23039 0,'-14'-3'1024'0,"8"0"192"0,6 3-960 0,-7-2-256 15,-2 0 0-15,1-1 0 0,0 0 6272 16,1 3 1200-16,0 1 240 0,-1 1 48 0,0 1-5168 0,0-1-1040 16,0 3-208-16,0-1-32 0,2 5-720 0,-1-1-144 15,2 1-16-15,3 0-16 0,0 2-288 0,2-2-128 16,2 0 128-16,0 0-128 0,5 0 0 0,1 0 0 15,2-1 0-15,3 0 0 0,4 0-144 0,2-3-16 16,2 0 0-16,4-4 0 16,1-1-256-16,-1-1-48 0,0-3-16 0,-2-1 0 15,1-2-864-15,-2 0-160 0,-1-3-32 0,0 0-16 16,-2 0 720-16,-1-1 160 0,-1-2 32 0,-4-1 0 0,-1-1 224 0,-3 0 48 16,-4 0 16-16,1 0 0 0,-2 2 352 0,-3 1 0 0,-1 0 160 15,-1 4-160-15,-1 2 1024 0,1-1 112 16,1 7 16-16,0 0 0 0,0 0 64 0,0 0 0 15,0 0 16-15,0 0 0 0,0 0-560 0,0 0-112 16,0 0-32-16,0 0 0 0,0 0-272 0,3 7-48 0,0 1-16 0,4 1 0 16,0 0-192-16,3 1 128 15,2 1-128-15,1 1 0 0,1-1 0 0,0 5 0 0,-1-2 0 0,2 2 0 16,-1-2 0-16,-1 2 0 0,-1 2 0 16,0-2 0-16,-2 0 0 0,-1-2 0 0,-1 2 0 0,-1-3 0 15,-2 1 0-15,-1-2 0 0,-2-2 0 16,0-1 0-16,-6 0 0 0,-3 3 0 0,-1-4 0 0,-3 0 0 15,-5-1 0-15,-2 0 0 0,-1-3 0 0,-3 1 0 16,-1-1 0-16,-3-1 0 0,-2-2 0 0,1 2 0 16,0-3-1040-16,2 0-112 15,-3 0 0-15,-2 0-16 0,-2-3-2608 16,-3 0-512-16</inkml:trace>
  <inkml:trace contextRef="#ctx0" brushRef="#br0" timeOffset="50706.69">16366 13261 38527 0,'0'0'1712'0,"7"4"336"0,4 1-1632 0,1 0-416 15,2-4 0-15,4 5 0 0,2-5 2816 0,2 4 464 16,1-5 112-16,3 0 0 0,3 0-1472 0,1-3-288 16,1 1-64-16,3 1-16 0,0-5-800 0,3 2-176 15,3 1-16-15,2-3-16 0,1 1-288 0,-9 1-64 16,0-1-16-16,-2 1 0 0,2-2-128 0,0-1-48 16,-1 0 0-16,-2 2 0 0,-1 3 0 0,5-1 0 15,-4-2 0-15,-3 4 0 0,-6-2-224 0,-1 6-32 0,-7-3-16 0,-2 0 0 31,-4 0-1616-31,-8 0-320 0,-6 3-64 0</inkml:trace>
  <inkml:trace contextRef="#ctx0" brushRef="#br0" timeOffset="50959.48">16280 13692 43487 0,'0'0'1920'0,"0"0"400"0,0 0-1856 16,0 0-464-16,0 0 0 0,0 0 0 0,7 7 2032 0,1-1 304 0,-8-6 64 0,7 7 16 16,-7-7-960-16,6 8-192 0,-1-2-48 0,-1 2 0 15,-4-8-640-15,3 9-128 0,-2 0-16 0,-1 2-16 0,0-1-256 0,-1 2-160 16,0 0 192-16,-1-1-192 0,1 4 0 0,1 0 0 16,0-2 0-16,0 2 0 0,0 0 0 0,1-3 0 15,-1 0 0-15,3-2-144 16,0 1-880-16,0-2-160 0,-3-9-32 0,6 8-16 15,0-1-2096-15,-6-7-432 0</inkml:trace>
  <inkml:trace contextRef="#ctx0" brushRef="#br0" timeOffset="51513.96">16638 13731 21183 0,'0'0'1888'0,"0"0"-1504"0,0 0-384 0,5-4 0 15,-1-1 4096-15,-4 5 736 16,3-6 160-16,-3 6 16 0,0 0-1936 0,0 0-384 0,-4-7-64 0,-3 3-32 16,-2 2-656-16,0 3-128 15,-1 2-16-15,-2 2-16 0,-4 1-880 0,-1 2-192 0,-1 0-16 0,0 4-16 16,-4-3-240-16,1 1-48 0,-1 1-16 0,2 2 0 16,2-3-368-16,2 2 144 0,2 0-144 0,3 1 0 15,2 0 128-15,4-2-128 0,1 0 0 0,4-1 80 16,1 1-80-16,5-2 0 0,2-1 0 0,2 1 0 15,4-3-320-15,2 1-64 0,1-2-16 0,2 0 0 16,2-3 64-16,0 0 16 0,0 1 0 0,1-3 0 16,0 0 64-16,0-4 0 0,-2 1 16 0,1-3 0 15,0 1-16-15,-2-2-16 0,1-2 0 0,-2 0 0 16,2-3-32-16,-2 0 0 0,0 1 0 0,0-3 0 0,-1 3 96 16,-1-2 16-16,-2 1 0 0,-1 2 0 0,-2 2 192 0,-3-1 0 15,-3 2 0-15,-5 7 0 0,0 0 176 0,0 0 128 16,0 0 16-16,0 0 16 0,0 0 240 0,0 0 64 15,-5-1 0-15,5 1 0 0,-8 5-320 0,1 3-48 16,2 2-16-16,1 2 0 0,0 1-80 0,3 3-32 16,1 1 0-16,1 1 0 0,2 3-144 0,2-3 192 15,3 0-192-15,0 2 192 0,2-3-192 0,1 2 0 16,0 1 0-16,1 1 128 0,0-3-128 0,-3-4 0 16,0 1 0-16,-1 0 128 0,0 1-128 0,-3-2 0 15,1 1 0-15,-3-1 0 0,-2-1 0 0,-1-1 0 16,-1-2 0-16,-3-1 0 0,-4-1 0 0,-2 0 0 15,-2-3 0-15,-3 0 0 0,-2-3 0 0,-8 0 0 16,-1-2 0-16,1-1 0 0,-1-2 0 0,1-1 0 16,0 2 0-16,1-5 0 15,-1-2-320-15,0 1-80 0,3-1-32 0,0 1 0 16,1-2-1168-16,1 0-224 0,3 0-48 0</inkml:trace>
  <inkml:trace contextRef="#ctx0" brushRef="#br0" timeOffset="55013.33">3783 13630 33167 0,'0'0'2944'0,"0"0"-2352"16,-2-4-464-16,2 4-128 0,0 0 4048 0,0 0 800 16,0 0 144-16,0 0 48 0,0 0-2912 0,0 0-576 15,0 0-112-15,0 0-32 0,-2 4-624 0,1 3-128 16,0 3-16-16,0 4-16 0,1 7-432 0,0-3-64 16,1 4-128-16,0 4 176 0,2 2-128 0,-1 0-48 15,2 2 0-15,-1 4 0 0,-2-5 0 0,3 7 0 16,0-2 0-16,3-1 0 0,-4-3 0 0,1-4 0 15,0-4 0-15,0-2 0 0,0-1 0 0,0-3 0 16,0-3 0-16,0-1 0 16,0-2-528-16,0-3-48 0,-4-7-16 0,0 0 0 15,0 0-1408-15,7-3-288 0,-1-2-48 0,-1-3-13088 0,0-1-2608 0</inkml:trace>
  <inkml:trace contextRef="#ctx0" brushRef="#br0" timeOffset="55263.06">4078 13597 17503 0,'0'0'1552'0,"0"0"-1232"0,0 0-320 0,0 0 0 16,0 0 7824-16,0 0 1520 0,0 0 288 0,0 0 64 15,0 9-6736-15,0 3-1344 0,0 1-272 0,0 5-48 0,1-1-608 0,1 4-128 16,-2 1-32-16,0 3 0 0,0 1-384 0,2 3-144 16,0-1 0-16,-1 2 0 0,0 0 0 0,0-1 0 15,1-2 0-15,2-2 0 0,-3-3 0 0,0-2 0 16,3 1 0-16,-3-2 0 0,1-3 0 0,-1-2 0 15,0-2 0-15,1-2 0 0,-2 1 0 0,0-3 0 16,0-2 0-16,0-6 0 16,0 0-832-16,0 0-176 0,0 0-16 0,0 0-16 15,0 0-1920-15,0 0-384 0,0 0-80 0,8-9-16 0</inkml:trace>
  <inkml:trace contextRef="#ctx0" brushRef="#br0" timeOffset="55809.25">4424 13785 45151 0,'0'0'4016'0,"0"0"-3216"16,0 0-640-16,0 0-160 0,0 0 2432 0,0 0 448 0,0 0 80 0,0 0 32 15,0 0-1712-15,0 0-352 0,9-5-64 0,2-1-16 16,5 0-672-16,1-1-128 0,1-2-48 0,2 0 0 15,1 1 0-15,2 0 0 0,1 1 0 0,-2-1 0 16,0 1 0-16,-1 1 0 0,-3-1 0 0,-1 2 0 16,-1 4 0-16,-3-2 0 0,-3 3 0 0,-2 3 0 15,-8-3 0-15,0 0 0 0,5 4 0 0,-5-4 0 0,1 7 0 16,-3 3 0-16,-3 0 0 0,-1 0 0 0,0 3 0 0,-2-1 0 16,-1 1 0-16,0-1 0 0,-2 4 0 0,1-1 0 15,-1 2 0-15,2-4 0 0,-1 3 0 0,1-2 0 16,1 1 0-16,1-1 0 0,1-2 0 0,2-2 0 15,0-1 0-15,2-1 0 0,0 0 0 0,2-2 0 16,0-6 0-16,3 7 0 0,1-2 0 0,2 0 0 16,-6-5 0-16,7 3 0 0,5 2 0 0,-1-1 0 15,1-1 0-15,1-1 0 0,3 1 0 0,1 1 0 16,0-2 0-16,1 2 0 0,0-1 0 0,-1 0 0 16,0-1 0-16,0-1 0 0,1 2 0 0,0 1 0 15,-1 0 0-15,-1 1 0 0,-3 0 0 0,-3 2 0 16,1 1 0-16,-2-1 0 0,-2 3 0 0,-2-1 0 15,-3 0 0-15,-2 1 0 0,-2 1 0 0,-2-1 0 16,-3 2 0-16,-2-2 0 0,-4 3 0 0,-1 0 0 16,-4-2 0-16,-2 2 0 0,-2-3 0 0,-2 2 0 15,-2 0 0-15,0 1 0 0,-2-3 0 0,-1 1 0 16,0-4 0-16,3 1 0 0,1-1 0 0,3-1 0 16,3-3 0-16,3 0 0 15,4-2-1088-15,4-2-192 0,5-3-64 0,3-4-15312 0,3-3-3072 16</inkml:trace>
  <inkml:trace contextRef="#ctx0" brushRef="#br0" timeOffset="56167.23">5177 13747 47279 0,'0'0'2096'0,"0"0"432"0,0 0-2016 0,0 0-512 0,0 0 0 0,0 0 0 0,0 0 1424 0,0 0 192 16,-6 1 48-16,-2 1 0 0,0 2-416 0,0 1-80 15,-1-1-16-15,1 1 0 0,0 0-800 0,2 2-160 16,-1-1-48-16,2 3 0 0,1-1-144 0,2 2 0 15,0 2 144-15,2-3-144 0,0 2 0 0,3-1 128 16,1 1-128-16,2-1 0 0,2 0 0 0,3 2 0 16,-1-1 0-16,3-2 0 0,4-1 0 0,0-2 0 15,2 1 0-15,2 2 0 0,1-3 0 0,2 1 0 16,-2-3 0-16,2 2 0 0,-1 2 128 0,-1-1-128 16,-2-1 160-16,-2 1-160 0,-2-1 192 0,-2 1-48 15,-2-1-16-15,-2 1 0 0,-2-1-80 0,-3 1-48 16,-1-1 0-16,-1 2 0 0,-3-8 0 0,-2 12 0 15,0-2 0-15,-3 1 0 0,-3-2 0 0,-1 0 0 0,-3-1 0 0,-2 1 0 16,-3-3 0-16,-2 2 0 16,-2 1 0-16,-1-2 0 0,-1-1 0 0,-1 1 0 15,1-5 0-15,-2 1 0 0,0 0 0 0,2-2 0 0,-1-2 0 0,2 1 0 32,1-4-912-32,3 0-176 0,3-1-48 0,3-3-15648 15,4-1-3136-15</inkml:trace>
  <inkml:trace contextRef="#ctx0" brushRef="#br0" timeOffset="56311.74">5363 13763 39615 0,'0'0'3520'0,"12"-2"-2816"0,1 0-560 0,0-1-144 15,2 1 3504-15,-2 0 656 0,0-3 144 0,0 4 32 16,1-2-2640-16,0 2-528 0,-1-1-96 0,2 2-32 0,0 2-832 16,0 2-144-16,-2-4-64 0,0 4 0 15,0 1-656-15,0 1-128 0,0 2-32 0,-3 0-16160 16,1 4-3248-16</inkml:trace>
  <inkml:trace contextRef="#ctx0" brushRef="#br0" timeOffset="56467.7">5752 14100 49183 0,'0'0'2176'0,"0"0"448"16,1 7-2096-16,1-1-528 0,-2-6 0 0,4 7 0 0,-4-7 1552 0,6 6 208 15,1 1 32-15,-1-3 16 0,1 0-848 0,2-2-192 16,0 1-16-16,3-2-16 0,-1-2-736 0,5-2-384 15,0-2 32-15,2 0 16 16,0-2-1808-16,0 1-352 0,2-3-80 0</inkml:trace>
  <inkml:trace contextRef="#ctx0" brushRef="#br0" timeOffset="56874.79">6345 13687 49823 0,'0'0'2208'0,"0"0"448"0,-4-4-2128 0,-1 0-528 15,-1 2 0-15,-2-1 0 0,-1 2 1424 0,-2 1 176 0,-1 2 48 0,-2 2 0 16,-3 3-784-16,-1-1-160 0,-2 1-16 0,-1 3-16 16,-1-1-416-16,1 3-64 0,-2 0-32 0,2 0 0 15,2 1-160-15,2-2 128 0,2 1-128 0,2 0 128 16,3-1-80-16,2 1-48 0,1-4 0 0,4 4 0 16,0-3 0-16,2 1-240 0,2-2 80 0,3 1 16 15,1-4-96-15,3 1-16 0,1-4 0 0,4 1 0 0,1-3-96 0,3-1-32 16,3-5 0-16,1 1 0 0,2-3 64 15,1-1 0-15,-1-1 0 0,1-1 0 0,-1 2 96 16,1-2 32-16,-2 1 0 0,-1 4 0 0,-3 2 192 0,-1 3 128 16,-2 1 0-16,-2 2-128 0,-1 2 720 0,-1 3 48 15,-2-1 0-15,-1 5 0 0,-3 2-288 0,0 2-48 16,-1 4-16-16,0 0 0 0,-2 2-304 0,0 0-112 16,-4 1 0-16,1 0 0 0,-1 2 0 0,-1-1 0 15,0 1 0-15,1-1 0 0,-2-1 0 0,3-1 0 16,1-1 0-16,-2-1 0 0,1-1 0 0,0-1 0 15,-1 0 0-15,1-4 0 0,0-1 0 0,-1-1 0 16,1-2 0-16,-2-2 0 0,3-7 0 0,0 0 0 16,0 0 0-16,0 0 0 15,0 0-1680-15,0 0-336 0,0 0-64 0</inkml:trace>
  <inkml:trace contextRef="#ctx0" brushRef="#br0" timeOffset="57358.58">7178 13386 10127 0,'11'-11'896'0,"-7"6"-704"0,-3-3-192 0,2 2 0 0,-1-1 9328 0,1 2 1824 16,-3 5 368-16,0 0 80 0,0 0-8256 0,0 0-1648 15,0 0-336-15,8 11-64 0,-1 2-496 0,0 5-96 16,-2 4-32-16,0 4 0 0,-1 1-544 0,0 2-80 16,-1 2-48-16,-1 11 0 0,1-4 0 0,0-2 0 0,0-3 0 15,0-3 0-15,-2-3 0 0,2-2 0 16,0 0 0-16,-1-5 0 0,2-4-384 0,-1-2 0 15,1-5-16-15,2-4 0 16,1-1-2368-16,3-4-480 0,1-7-80 0,2-2-32 0</inkml:trace>
  <inkml:trace contextRef="#ctx0" brushRef="#br0" timeOffset="57744.61">7555 13527 17503 0,'-5'-6'1552'0,"-2"1"-1232"0,-1 3-320 0,1-4 0 15,-1 5 6624-15,0 2 1264 0,0 2 256 0,-1 1 48 16,-1 1-4864-16,-3 2-960 0,-2 0-208 0,1 5-48 15,0-1-1072-15,1 2-208 0,0 0-64 0,1 4 0 0,0 0-400 16,2 2-96-16,0-3-16 0,3 1 0 0,0 0-256 0,3-2 160 16,2 0-160-16,2-2 128 0,0 0-128 0,2-1 128 15,1-3-128-15,2-2 128 0,2 1-128 0,0 0 0 16,4-1-192-16,1-2 192 0,1-1-320 0,1-4 48 16,2 0 16-16,1 0 0 0,1-5 0 0,0 1 0 15,0 0 0-15,1-4 0 0,0 3 16 0,1-1 16 16,-3 1 0-16,-2 1 0 0,-2 2 224 0,-1 2-176 15,-2-4 176-15,0 3-160 0,-1-1 160 0,-1 2 0 16,-2 0 0-16,-6 0 128 0,0 0 128 0,0 0 16 16,0 0 16-16,4 8 0 0,-1 1 0 0,-1 0 0 15,1 2 0-15,-2 2 0 0,-2-2-80 0,-1 4-16 16,2-1 0-16,-2 2 0 0,-2 1-192 0,0-4 0 16,0 0 0-16,-1 0 0 0,-2-1 0 0,1 1 0 15,-2-3 0-15,-1 2 0 0,-2-4 0 0,-2-1-160 16,0-1 32-16,-1-1 0 0,0 0-112 0,-2 0-16 15,0-5 0-15,1 0 0 16,-1 2-1200-16,1-2-240 0,0-2-48 0,3-3-16 16,3 4-2608-16,4-6-528 0,1-16-96 0,13-6-32 0</inkml:trace>
  <inkml:trace contextRef="#ctx0" brushRef="#br0" timeOffset="57980.54">8052 13506 35935 0,'0'0'1600'0,"0"0"320"0,-5 8-1536 0,1 1-384 0,0 0 0 0,0 4 0 0,-1 3 4160 0,-1 2 768 16,-1 3 160-16,-4 1 32 0,-2 5-3184 0,1 3-624 16,-2 0-128-16,0 4-32 0,-2 4-816 0,2-2-160 15,-2 3-48-15,-1-2 0 0,0-2-80 0,0 0-48 16,0-1 0-16,2-4 0 0,-1 2 0 0,2-2 0 16,-3-3 0-16,0 2 0 0,1-5 0 0,2 0 0 15,-1-3 0-15,2-2 0 0,2 0 0 0,-1-4 0 16,1 0 0-16,2-4-160 15,2 0-688-15,0-2-144 0,2-3-32 0,1 0 0 16,4-6-1696-16,0 0-352 0,0 0-64 0,5-6-18208 0</inkml:trace>
  <inkml:trace contextRef="#ctx0" brushRef="#br0" timeOffset="58184.1">8077 13954 49871 0,'0'0'2208'0,"0"0"464"0,3 7-2144 0,1-1-528 15,0 1 0-15,0 3 0 0,-1 1 1472 0,-2 3 192 16,0 0 48-16,-1 3 0 0,-2 2-720 0,-1 0-144 16,-1 1-16-16,-1 2-16 0,0-3-656 0,0 2-112 15,1 0-48-15,-2-1 0 0,0-1 0 0,1-2 0 0,0-1 0 0,2-2 0 32,2-1-368-32,-1 0-64 0,0-2-16 0,0-2 0 15,2-3-1488-15,0-6-304 0,0 0-64 0,7 4-13312 0,1-2-2640 0</inkml:trace>
  <inkml:trace contextRef="#ctx0" brushRef="#br0" timeOffset="58665.11">8353 14072 19343 0,'0'0'1728'0,"0"0"-1392"15,0 0-336-15,-5-4 0 0,5 4 6176 0,-6-2 1168 16,-3 1 224-16,0 1 48 0,-1 3-4608 0,-2 1-912 16,-1-2-192-16,-1 6-48 0,-2 2-832 0,0 2-192 15,-1 1-16-15,2 2-16 0,-1 3-384 0,3-1-80 16,-1 0-16-16,-1-2 0 0,2 0-96 0,2 0-32 15,0-3 0-15,2 1 0 0,3-1-192 0,3-2 0 16,3-1 0-16,1 2 0 0,3-5-144 0,3 1-80 16,2-5-16-16,3 2 0 15,-1-4-272-15,2 0-48 0,2 0-16 0,2-5 0 16,1 1-176-16,1 0-32 0,1-2-16 0,0-3 0 16,-1 0 160-16,1-1 16 0,-2 1 16 0,0 0 0 15,-1-1 368-15,-1-1 80 0,-2 2 16 0,-1 0 0 0,-2 0 144 0,-2 1 0 16,-1 2 0-16,-2 0 0 0,-6 6 432 0,0 0 64 15,5-2 16-15,-5 2 0 0,0 0 384 0,0 0 64 16,0 0 32-16,0 0 0 0,0 0-336 0,0 8-64 0,2 1-16 16,-2 1 0-16,-2 1-192 0,2 0-64 15,2 2 0-15,-1 4 0 0,0 0-128 0,3 0-16 0,1 3-16 0,1 1 0 16,-3 0-112-16,4 1-48 0,-1-1 0 0,2-1 0 16,1 1 0-16,1 1 0 0,-1-1 0 0,-2 1 0 15,-3-2 0-15,0 1 0 0,-1 0 0 0,-3-2 0 16,-1 0 0-16,-2-3 0 0,-1 0 0 0,-1-2 0 15,-3 1 0-15,0-2 0 0,-1-3 0 0,-1-1 0 16,-3 1 0-16,-2-5 0 0,0 1 0 0,-1-2 0 16,0-1 0-16,-2-2 0 0,0-1 0 0,-2-1 0 0,-1-2 0 15,2-1 0-15,-3-2 0 0,0-2 0 16,-3-1-176-16,3 1-16 0,1-4-16 0,3 2 0 16,1-2-1136-16,2 0-208 15,3 1-48-15,2-2-22672 0</inkml:trace>
  <inkml:trace contextRef="#ctx0" brushRef="#br0" timeOffset="62550.35">1216 13643 45663 0,'-2'-19'1008'0,"-1"10"208"0,3 9 32 0,0 0 32 0,0 0-1024 0,0 0-256 0,0 0 0 0,0 0 0 0,0 0 1136 0,-6 8 160 15,2 1 48-15,0 11 0 0,0 2-560 0,3 4-96 16,2 0-32-16,3 4 0 0,-2 0-272 0,5 1-48 16,2-1-16-16,1 0 0 0,0-1-144 0,1 0-48 15,1-3 0-15,1-1 0 0,-1-1-128 0,1-3 0 0,-1-1 144 0,-2-3-144 16,2-3 128-16,-2-2-128 15,1-6 128-15,-2 1-128 0,-9-7 0 0,12 6 0 0,-1-4 0 16,0-4 0-16,-2-3 0 0,1-1 0 16,-1-4 0-16,-1-3 0 0,0-5 0 0,0-1 0 0,-2 0 0 0,1-1-128 15,-3-7 128-15,0-1-208 0,-2-2 80 16,1-4 128-16,0 0-208 0,-2 0 80 0,-1-2 128 0,1-2-208 0,0 0 208 16,-1 4-144-16,-1 4 144 0,0 8-128 0,-2 5 128 15,-1 5 0-15,2 3 0 0,2 9 128 16,0 0 96-16,0 0 32 0,0 0 0 0,0 0 0 0,0 13-256 0,1 3 0 15,0 5 0-15,1 2 0 0,2 3 0 0,1-1 0 16,0 2 0-16,0 2 0 0,0 0 0 0,-1-2 0 16,0 2 0-16,1-6 0 0,1-1 0 0,-1-1 0 15,-1-1 0-15,-2-2 0 0,4-4 0 0,0 1 0 16,-6-15 0-16,9 13 0 16,-2-3-848-16,-7-10-176 0,8 8-16 0,-8-8-16 15,0 0-1792-15,14 3-352 0,0-2-80 0</inkml:trace>
  <inkml:trace contextRef="#ctx0" brushRef="#br0" timeOffset="63066.38">1768 14000 31327 0,'0'0'2784'0,"-4"-7"-2224"0,0 1-560 0,4 6 0 16,0 0 3248-16,0 0 528 0,0-5 128 0,0 5 0 0,0 0-1568 0,0 0-320 15,10-6-64-15,1 3-16 0,-1 0-944 0,3 0-192 16,2 1-32-16,0 0-16 0,1 1-496 0,2 0-112 16,0-2-16-16,1 1 0 0,-2 2-128 0,-2 0 0 15,0 0 0-15,-4 1 0 0,-11-1 0 0,11 5 0 16,-11-5 0-16,6 8 0 0,-6-8 0 0,0 0 0 16,0 14 0-16,-4-1 0 0,-5-1 0 0,-2 1 0 15,-4 0 0-15,0-1 128 0,-4 1-128 0,1 4 128 16,-1 2-128-16,-1 0 128 0,2-5 0 0,-1 0-128 15,3 1 192-15,0-1-64 0,0 0 32 0,3-3 0 16,4 0 0-16,1-1 0 0,8-10-32 0,-5 7 0 16,5-7 0-16,0 0 0 0,0 0-128 0,4 11 128 15,-4-11-128-15,13 9 128 0,3-4-128 0,2-2 0 0,1-4 144 0,2-2-144 16,1-1 128-16,5-1-128 16,0 1 128-16,-1-5-128 0,-1 1 0 0,-2-1 0 0,-1 0 0 0,1 1-192 31,-1-1-560-31,-1 0-112 0,-1-2-32 0,-1 3-15664 0,-4 2-3136 0</inkml:trace>
  <inkml:trace contextRef="#ctx0" brushRef="#br0" timeOffset="71081.13">20071 3931 20271 0,'0'0'1792'0,"-11"-5"-1424"16,1-3-368-16,1 4 0 0,9 4 6128 0,0 0 1152 15,0 0 224-15,0 0 48 0,-9-2-4496 0,9 2-912 16,0 0-176-16,0 0-48 0,0 0-880 0,0 0-176 16,0 0-32-16,0 0-16 0,15 0-512 0,-3 0-112 15,4-3 0-15,2 1-16 0,3-2-176 0,4 0 128 16,1 0-128-16,1 0 128 0,0 1-128 0,27-8 0 16,-7 3 0-16,-4 3 0 15,-5 1-368-15,-2 0-48 0,-1-3-16 0,-2 3 0 16,-4 0-1136-16,-3 3-224 0,-2-4-64 0,-3 2 0 15,-2 3-2096-15,-5-2-416 0,-4 0-96 0</inkml:trace>
  <inkml:trace contextRef="#ctx0" brushRef="#br0" timeOffset="71292.06">20120 4046 27647 0,'0'0'2448'0,"-9"3"-1952"0,9-3-496 0,-8 5 0 15,8-5 4848-15,0 0 864 0,0 0 176 0,0 0 48 16,0 0-3744-16,11 2-736 0,2 0-160 0,4 0-16 15,2-2-544-15,3 0-96 0,3-1-32 0,16-2 0 16,-2 0-320-16,0-1-64 0,-1 0-16 0,1 0 0 16,1-7-208-16,-1 2 144 0,-1-1-144 0,0-1 128 15,1 2-128-15,-10 3-192 0,2-2 32 0,3 0 16 16,1 0-1712-16,0-3-352 0,2-1-64 0,-2 0-16 16,0-1-2576-16,-2-3-512 15</inkml:trace>
  <inkml:trace contextRef="#ctx0" brushRef="#br0" timeOffset="71554.52">21082 3772 16575 0,'0'0'1472'0,"-5"-2"-1168"15,-3-1-304-15,1 2 0 0,0-2 6336 0,1 3 1216 16,-2 3 256-16,1-3 32 0,-1 1-4768 0,2 0-960 16,-1 2-192-16,7-3-48 0,-5 4-640 0,5-4-128 15,0 0-16-15,-3 6-16 0,3-6-528 0,0 9-96 16,3-1-32-16,2 0 0 0,1 0-208 0,1 0-32 16,4-2-16-16,1 2 0 0,-1 1-160 0,4-2 0 15,0-1 0-15,2 1 128 0,0-1-128 0,1 1 0 16,2-2 0-16,-2 2 0 0,2-4 0 0,-3 3-144 15,-2 0 144-15,0 1-160 0,-4-3 160 0,-1-2-208 16,-10-2 80-16,0 0 128 0,6 7-144 0,-2-2 144 16,-4-5 0-16,-3 8 0 0,-2 0 0 0,-3 2 0 15,-1-1 0-15,-5 2 0 0,-4-1 0 0,-2 3 128 0,-1 1-128 0,-1 2 0 16,-1-3 128-16,-1 0-128 0,-1 0 0 16,2 3 0-1,1-3-960-15,3 1-272 0,4-1-64 0,6-1-22832 0</inkml:trace>
  <inkml:trace contextRef="#ctx0" brushRef="#br0" timeOffset="71952.25">22133 4042 33167 0,'0'0'2944'0,"0"0"-2352"16,0 0-464-16,0 0-128 0,0 0 4000 0,0 0 784 16,0 0 144-16,4 8 48 0,-1 0-2816 0,-2 5-560 15,-2 4-128-15,1 2 0 0,0-2-720 0,0 5-144 16,0 1-32-16,0 8 0 0,1-4-368 0,0-2-80 16,1-3 0-16,0-2-128 0,0-2 0 0,0-2 0 0,1-2 0 0,-1-2 0 31,-2-12-464-31,0 0-208 0,8 9-32 0,-1-5-16 15,1-3-2032-15,2-4-384 0,2-3-96 0</inkml:trace>
  <inkml:trace contextRef="#ctx0" brushRef="#br0" timeOffset="72363.32">22767 3738 8287 0,'0'0'736'0,"0"0"-592"15,-3-6-144-15,1 1 0 0,2 5 9664 16,0 0 1920-16,0 0 368 0,0 0 80 0,-7-3-8528 0,1 3-1712 15,6 0-320-15,-8 5-80 0,0 4-768 0,0 6-160 16,-1 0-16-16,-1 7-16 0,-2 2-192 0,0 2-48 16,0 3 0-16,1 3 0 0,-1 2-192 0,1 3 0 15,2-1 128-15,1 2-64 0,3-3-64 0,3-1 0 16,2 1 0-16,4-3 0 0,3-2 0 0,5-3 0 16,2 0 0-16,3-7 0 0,3-2 0 0,1-2 0 15,1-4 0-15,4-5 0 0,4 0 0 0,3-7 0 16,-1-3 0-16,2-1 0 0,0-3 0 0,0-3 0 15,0 0 0-15,-2 1 0 0,0-8 0 0,-2 0-160 16,-3-1 160-16,-2-2-192 0,-2-1 192 0,-3-2 0 16,-3-1 0-16,-4-2-128 0,-3 3 128 0,-1-3 0 15,-2 0 0-15,-2-2 0 0,-4 0 0 0,-1-2 0 16,-2 0 0-16,-3-2 128 0,-3 1-128 0,-4 0 0 16,-1-1 0-16,-3 2 0 0,-1 2 0 0,-5 2 0 15,-4 2 0-15,-4 2-128 0,-2 1 128 0,-4 6-208 16,-1 4 80-16,-2 2 128 0,-1 6-304 0,3 6 64 0,0 6 16 15,4 2 0 1,4 4-1056-16,1 5-192 0,5 3-64 0,4 1 0 16,5 1-1936-16,6-2-400 0,6 2-80 0</inkml:trace>
  <inkml:trace contextRef="#ctx0" brushRef="#br0" timeOffset="72591.74">22990 4021 14735 0,'0'0'640'0,"0"0"160"0,0 0-640 0,0 0-160 0,0 0 0 0,0 0 0 0,-4 7 8768 0,0 1 1728 16,1 1 352-16,1 2 64 0,0 5-7648 0,2 2-1520 15,3 3-304-15,0 0-64 0,2 0-1104 0,1 0-192 16,2-2-80-16,1 1 0 0,2 1 0 0,0-3 0 16,0-1 0-16,1-3 0 0,-1 2 0 0,0-3 0 15,-2-1 0-15,0-3 0 16,-1-1-576-16,0-3-128 0,1-3 0 0,-1 0-16 15,-8-2-1488-15,0 0-288 0,9 0-64 0,-1-4-19936 0</inkml:trace>
  <inkml:trace contextRef="#ctx0" brushRef="#br0" timeOffset="72959.19">23343 4077 21183 0,'0'0'1888'0,"0"0"-1504"0,0 0-384 0,0 0 0 16,0 0 6896-16,0 0 1296 0,0 0 272 0,8-5 48 15,-3 0-5504-15,2 2-1120 0,0-2-224 0,3 2-32 16,1 1-1024-16,4-1-208 0,0 1-32 0,2 0-16 16,3 1-256-16,1 1-96 0,1 0 0 0,0 1 0 15,-1 2 0-15,0 0 0 0,-2 0 0 0,-1 1 0 16,-1 0 0-16,-1-1 0 0,-4 1 0 0,-2 0 0 16,-2 1 0-16,-3 0 0 0,-5-5 0 0,4 8 0 15,-2 0 0-15,-4 0 0 0,0 1 0 0,-4 1 0 0,-1 2 0 16,-3 1 0-16,0 1 0 0,-2 2 0 0,-1-2 0 0,-1 1 0 15,0-1 0-15,-1 0 0 0,1 2 0 16,0-2 0-16,0 1 0 0,1-2 0 0,2 0 0 0,0-2 0 16,2 0 0-16,1-1 0 0,2-1 0 15,1-1 0-15,2 0 0 0,2-1 0 0,1-7 0 0,0 0 0 16,1 7 0-16,-1-7 0 0,7 7 0 0,0-3 0 16,2 0 0-16,2-3 0 0,2-1 0 0,1 0 0 15,1-1 0-15,2-1 0 0,1-4 0 0,1-1 0 16,4 0 0-16,0-1 0 15,0 0-944-15,4-3-176 0,-1 0-32 0,1-2-23904 0</inkml:trace>
  <inkml:trace contextRef="#ctx0" brushRef="#br0" timeOffset="73422.49">24462 3823 34095 0,'0'0'3024'0,"0"0"-2416"15,0 0-480-15,0 0-128 0,9-1 4592 0,3-1 896 16,1 0 176-16,2-1 32 0,2 1-3888 0,1-2-784 15,2 0-144-15,2 1-48 0,-4-3-384 0,5 2-64 16,0 1-32-16,2-1 0 0,1 0-352 0,0 2-240 16,-1-2 48-16,-1 0 0 0,6-1 320 0,-1 2 64 15,-2-1 0-15,-2 0 16 16,-4 4-1216-16,-3-1-240 0,-2 0-48 0,-3 1-16 16,-3 1-2096-16,-10-1-432 0,4 5-64 0</inkml:trace>
  <inkml:trace contextRef="#ctx0" brushRef="#br0" timeOffset="73573.49">24570 3950 26719 0,'-13'5'1184'0,"8"-3"240"0,-2 2-1136 0,3 1-288 0,4-5 0 0,-2 7 0 16,2-7 4640-16,1 5 864 0,-1-5 192 0,6 5 16 15,4-1-2992-15,3 0-608 0,2-4-112 0,5 2-16 16,3-4-1216-16,3 0-224 0,2-2-48 0,0 0-16 16,2 0-288-16,0-1-48 0,0-2-16 0,0 1 0 15,-1 2-128-15,0-1 0 0,-2-2 0 0,0 1 0 16,-1 0-2416-16,1 1-352 0</inkml:trace>
  <inkml:trace contextRef="#ctx0" brushRef="#br0" timeOffset="74410.66">25759 4247 35935 0,'0'0'3200'0,"0"0"-2560"0,0 8-512 0,-1-2-128 0,1-6 3232 16,0 0 624-16,0 0 128 0,0 0 32 15,0 0-1840-15,0 0-352 0,0 0-80 0,0 0-16 0,-4 1-1024 0,4-1-192 16,0 0-64-16,-3-2 0 0,2-5-192 0,-1 1-32 16,2-3-16-16,-1-2 0 0,0 0-144 0,0-3-64 15,-1 0 0-15,1-2 0 0,-2-6 0 0,1-1 0 16,-1-3 0-16,0 0 0 0,1 0 0 0,-2-2 0 16,-1 0 0-16,1-4 0 0,-1-3 0 15,-1-1 0-15,1-2 0 0,0-1 0 0,1-2 0 0,-1 3 0 16,0 3 0-16,1 5 0 0,0 4 0 0,0 4 0 15,0 5 0-15,1 4 0 0,1 3 0 0,2 10 0 16,0 0 0-16,0 0 0 0,0 0 0 0,4 7 0 16,1 6 0-16,4 4 0 0,3 2 0 0,3 3 0 15,2 3 0-15,4-2 0 0,4 1-176 0,1-1-16 16,3-2-16-16,-1 0 0 0,1-2 208 0,0-2 256 0,-1-4-48 0,1-4-16 16,0-1-192-16,-2-1 0 15,-2-1 0-15,0-4 0 0,-2-4 0 0,1-4 0 16,-2 1 0-16,-1-3 0 0,1-1 0 0,-1-2 0 15,-3-1 0-15,0-2 128 0,-1-3-128 0,0-2 0 16,-1-2 0-16,-2-3 0 0,-1-1 0 0,0 1 0 0,0-6 0 16,-1 0 0-16,0-2 0 0,-2 4 0 0,2 2 0 0,-3 1 0 15,-1 7 0-15,-2 1 0 0,0 5 0 0,-3 4 0 16,-3 8 0-16,0 0 0 0,0 0 0 0,0 0 0 16,0 9 0-16,-1 6 0 0,0 2 0 0,0 5 0 15,-1 5 0-15,0 4 0 0,-1 2 0 0,0 2 0 0,1 3 0 16,-1 1 0-16,1 0 0 0,-1 2 0 0,3-2 0 0,0-1 0 15,1-1 0-15,-1 1 0 0,-1-3 0 0,1-1 0 16,0 0 0-16,-1-1 0 0,-2-7 0 16,0-1 0-16,3-1 0 0,-1-4 0 0,-1-2-272 0,-1-2-48 15,0-3-16-15,1-1 0 16,2-2-1632-16,0-2-320 0,0-8-64 16,0 0-13328-16,0 0-2688 0</inkml:trace>
  <inkml:trace contextRef="#ctx0" brushRef="#br0" timeOffset="74948.03">26802 3875 47455 0,'0'0'2112'0,"0"0"416"0,0 0-2016 0,0 0-512 15,0 0 0-15,0 0 0 0,0 0 1504 0,0 8 208 16,0 4 32-16,-4 1 16 0,-1 0-448 0,-2 3-96 16,-1 2 0-16,-1-1-16 0,-1 4-784 0,-1-1-160 0,1 1-16 0,0 1-16 15,-1-1-224-15,2 0 0 16,0-1 0-16,2-1 0 0,1-2 0 0,-1-1 0 15,2-2 0-15,0-2 0 0,1-3 0 0,1 0 0 0,3-9 0 0,0 0 0 16,0 0 0-16,0 0 0 0,0 0 0 0,0 0 0 16,0 0 0-16,0 0 0 0,4-8 0 0,1-3 0 15,3-4 0-15,1-2-128 0,3-2 128 0,1-3-208 16,2-3 0-16,0-1 0 0,3-2 0 0,2 1 0 16,-2 0 16-16,-1 3 0 0,-1 3 0 0,-2 2 0 15,-3 2 192-15,-1 2 0 0,-2 4 0 0,-2 4 0 16,-6 7 128-16,0 0 112 0,0 0 16 0,0 0 16 15,0 0-16-15,0 0 0 0,6 9 0 0,-1 3 0 16,0 0-256-16,0 0 0 0,0-1 0 0,1 2 0 0,-1 2 0 16,3 0 0-16,2 2 0 0,2-1 0 0,0 1 0 15,1 0 0-15,0-2 0 0,1 2 0 0,0 2 0 16,1-1 0-16,0-1 0 0,1 0 0 0,-2-3 0 0,1-2 0 16,-2 0 0-16,-2-1 0 0,1-3 0 0,-3 1 0 15,-2-2 0-15,-1-1 0 0,1 1 0 0,-7-7 0 16,6 4 0-16,0-2 144 0,-6-2-144 0,0 0 0 15,0 0 0-15,0 0 0 0,0 0 0 0,0 0 0 16,-6 0 0-16,-1-2 0 0,-5 0 0 0,-3 1 0 16,0 1 0-16,-5 0 0 0,-2 1 0 0,-3 1 0 15,-3 0 0-15,-2 0 0 0,-3 2 0 0,-1-1 0 16,-1 1 0-16,1 2 0 0,1-1 0 0,3 1 0 16,2-3 0-16,3 2 0 0,3 0-224 0,4-1-32 15,3 0-16-15,4-1 0 16,1-1-1264-16,10-2-256 0,0 0-64 0,0 0-22064 0</inkml:trace>
  <inkml:trace contextRef="#ctx0" brushRef="#br0" timeOffset="75694.48">27475 3912 23039 0,'0'0'2048'0,"0"0"-1648"0,0 0-400 16,0 0 0-16,0 0 5184 0,0 0 960 0,2 1 192 0,1 2 48 16,-3-3-3344-16,0 0-672 0,8 14-128 0,-2 2-16 15,-1-1-912-15,1 4-176 0,-3 0-48 0,1 1 0 16,0-2-640-16,0 0-144 0,1 0-32 0,2 3 0 15,-1-1-272-15,2-2 0 0,0 0 128 0,0-3-48 0,1-5-80 0,1 2 0 16,1-6 0-16,2-3 0 0,-1 1 0 0,-1-3 0 16,2-2 0-16,0-3 0 0,-1-1 0 0,3-4 0 15,-2-3 0-15,0-1 0 0,0-3-256 0,0-1 64 16,1 0 16-16,0-4 0 0,-1-1-16 0,2-4 0 16,-2 1 0-16,0 1 0 0,0-4 64 0,0 1 0 15,-4 2 0-15,0 4 0 0,-2 4 128 0,-2 6 0 16,-1 0 0-16,-2 3 0 0,-2 8 320 0,0 0-16 15,0 0 0-15,0 0 0 0,3 9-96 0,0 5-16 16,-2 4 0-16,2 0 0 0,0 0-128 0,1 3-64 16,2 1 0-16,0 2 0 0,2 2 0 0,1-1 0 15,1-1 0-15,2 0 0 0,0-1 0 0,1-2 0 0,0 1 0 16,0-2 0-16,0-3 0 0,0-2 0 16,0-1 0-16,-1-3 0 0,-2 0 0 0,1-4 0 0,-1 0 0 0,-1 1 0 31,0-4-944-31,1 0-176 0,-1-3-32 0,0-1-23904 0</inkml:trace>
  <inkml:trace contextRef="#ctx0" brushRef="#br0" timeOffset="78604.05">24953 5678 30399 0,'0'0'2704'0,"0"0"-2160"0,0 0-544 0,0 0 0 15,0 0 5280-15,0 0 944 0,0 0 192 0,0 0 48 16,0 0-4400-16,0 0-864 0,0 0-176 0,0 0-48 16,9-4-496-16,2-1-96 0,2 0-32 0,2 0 0 15,4 0-352-15,1-1 0 0,4 0 0 0,1 1 0 0,2-1 0 0,2 2 0 16,1 1 0-16,-2-1-128 15,0 1-768-15,-1 0-160 0,-1 2-32 0,-4 1 0 16,-3 3-1808-16,-4 2-368 0,-3 1-80 0</inkml:trace>
  <inkml:trace contextRef="#ctx0" brushRef="#br0" timeOffset="78750.02">25018 5874 46703 0,'-13'6'2064'0,"13"-6"432"0,-6 0-1984 0,6 0-512 15,0 0 0-15,0 0 0 0,0 0 928 0,0 0 96 16,0 0 0-16,10 2 16 0,3-4 16 0,4 2 0 15,1 0 0-15,5-4 0 0,3 2-800 0,2-5-256 16,4 1 160-16,0-1-160 16,2 2-1136-16,1 0-304 0,1-2-64 0,-3-2-21200 0</inkml:trace>
  <inkml:trace contextRef="#ctx0" brushRef="#br0" timeOffset="79330.33">25876 6006 35007 0,'0'0'1552'0,"0"0"320"0,0 0-1488 0,4 7-384 0,0 1 0 0,0-1 0 15,-4-7 3968-15,0 0 736 0,6 5 144 0,-6-5 16 16,0 0-3040-16,0 0-608 0,7 0-128 0,-7 0-32 16,0 0-336-16,0 0-64 0,4-7-16 0,-2 0 0 0,-2-5-448 15,-1 1-192-15,-1-3 176 0,-2 0-48 0,-3-3-128 0,1-2 0 16,-1-1 0-16,1-3 0 0,-1 1 0 0,1-6 0 15,-2-2 0-15,0-3 0 0,0-2 0 16,0-2 0-16,0 0 0 0,2-4 0 0,-1-2 0 0,0 4 0 16,-1 1 0-16,1 4 0 0,1 3 0 0,0 2 0 15,0 6 0-15,2 3 0 0,1 5 0 0,2 3 0 16,0 4 0-16,1 8 0 0,0 0 0 0,0 0 0 16,0 0 0-16,9 9 0 0,1 4 0 0,1 4 0 15,2-1 0-15,1 5 0 0,2 2 0 0,1 1 0 16,1-2 0-16,0 0 0 0,2-2 0 0,2-2 0 15,1-1 0-15,1-2 0 0,1 0 0 0,-2-2 0 16,-1-4 0-16,1 0 0 0,-1-2 0 0,-1-2 0 16,-1 1 0-16,0-3 0 0,-3-3 0 0,1-1 0 15,-2-3 0-15,1-2 0 0,-2 0 0 0,1-2 0 16,0 0 0-16,-3-3 0 0,-3-1 0 0,1 0 0 16,-1-2 0-16,0-6 0 0,0 1 0 0,-3-2 0 15,0-5 0-15,-1 0 0 0,1 1 0 0,-1 0 0 16,1 2 0-16,-2 3 0 0,0 6 0 0,-1 1 0 15,0 2-160-15,-1 5 160 0,-3 6 0 0,0 0 0 16,0 0 0-16,0 0 128 0,1 8-96 0,-1 5-32 0,0 6 0 0,0 5 0 16,-1 3 0-16,0 3 0 0,1 0 0 0,0 1 0 15,-2 2 0-15,2 1 0 0,2 0 0 0,-1 0 0 16,0-1 0-16,3 1 0 0,-1-2 0 0,1-1 0 16,-1-4 0-16,3-1 0 0,0 0 0 0,-1 0 0 15,-1-2 0-15,0-3-240 0,0-2 80 0,1-2 16 16,1-1-944-16,-1-3-192 0,0-3-48 15,2-2-15184-15,-1-3-3056 0</inkml:trace>
  <inkml:trace contextRef="#ctx0" brushRef="#br0" timeOffset="79650.28">27074 5373 33167 0,'2'-6'2944'0,"0"-1"-2352"15,2 1-464-15,-4 6-128 0,4-7 3920 0,-4 7 768 16,0 0 160-16,0 0 16 0,0 0-2640 0,0 0-544 0,0 0-96 0,0 0-32 16,0 0-800-16,-5 5-176 15,-3 4-16-15,-1 7-16 0,-2 4-288 0,-2 3-48 16,-2 5-16-16,-2 2 0 0,-1 2-128 0,-2 3-64 0,0 3 0 0,1-1 0 16,1-1 0-16,-1 2 0 0,1 0 0 0,2-2 0 15,3-1 0-15,3 1 0 16,1-1 0-16,4-3 0 0,3-2 0 0,5 0 0 0,4-5 0 0,2-1 0 15,1-5 0-15,2-1 0 0,1-1 0 0,0-2 0 16,3-5-320-16,2-1-48 0,1-3-16 0,1-3 0 31,-2 1-576-31,2-1-128 0,-1-3-32 0,-1-4 0 16,1-4-1184-16,0-2-256 0,2-2-32 0,-1-1-11712 0,-2-1-2336 0</inkml:trace>
  <inkml:trace contextRef="#ctx0" brushRef="#br0" timeOffset="80045.42">27334 5657 12895 0,'2'-15'576'0,"0"8"112"0,-2-1-560 0,1 1-128 0,0-1 0 0,-1 1 0 0,0 7 7360 0,2-5 1424 16,-2 5 304-16,0 0 48 0,0 0-5424 0,0 0-1072 15,0 0-208-15,0 0-64 0,-2 12-1120 0,1 1-224 16,0 4-64-16,-1 2 0 0,1 1-512 0,0 2-96 16,1 0-32-16,0 0 0 0,0 1-224 0,2-1-96 15,4-1 0-15,-1-2 0 0,1 2 0 0,3 0 0 16,1-4 0-16,1 0 0 0,2-2 0 0,0-2 0 15,0-1 0-15,2-3 0 0,0-2 0 0,1-5 0 16,0-2 0-16,-1 0 0 0,0 0 0 0,0 0 0 16,0-5 0-16,-2-1 0 0,-2-5 0 0,1-1 0 15,0-1-160-15,-2-1 160 0,-1-2-144 0,-1 1 144 16,1-6-160-16,-1 0 160 0,-3-1-144 0,1 0 144 16,-1-2-128-16,0 1 128 0,0-1 0 0,-2 2 0 15,-1 5 0-15,1 0-128 0,-2 4 128 0,1 0 0 16,-2 0 0-16,0 5 0 0,-2 3 0 0,2 5 144 15,0 0-144-15,0 0 160 0,0 0-32 0,-2 9 0 0,0 3 0 16,1 2 0-16,-1 2-80 0,0 2-48 0,1 1 0 16,0 1 0-16,-1-1 0 0,4-1 0 0,2-1 0 0,-1 1 0 15,0 0 0-15,2-1 0 0,3-1 0 0,-1-2 0 16,-1-1 0-16,1 0 0 0,1-4 0 0,2 2 0 16,2-3-1216-1,-1-2-256-15,4-2-32 0,0-1-23200 0</inkml:trace>
  <inkml:trace contextRef="#ctx0" brushRef="#br0" timeOffset="80385.03">27903 5835 48383 0,'0'0'2144'0,"0"0"432"0,0 0-2064 0,0 0-512 16,0 0 0-16,0 0 0 0,11-2 1344 0,-2 0 144 15,-2-1 48-15,3 2 0 0,3 1-320 0,1-1-64 16,-2-1-16-16,2 2 0 0,2 0-768 0,2 0-160 15,-1-1-16-15,0 0-16 0,0-1-176 0,0 4 192 16,-1-2-192-16,-2 1 192 0,-1 0-144 0,-1 1-48 16,-2-1 0-16,-2 0 0 0,-8-1 0 0,0 0 0 15,4 7 0-15,-3 2 0 0,-3-3 0 0,-2 3 0 16,-3 2 0-16,-2 1 0 0,-1 2 0 0,-3 2 0 16,-2 1 0-16,1 1 0 0,1-4 0 0,0 1 0 15,-1-1 0-15,2 0 0 0,1 1 0 0,2-1 0 16,1-5 0-16,3 1 0 0,1 1 0 0,3-5 0 0,1-6 0 0,0 7 0 15,1-1 0-15,3 0 0 16,1-1 0-16,2-3 0 0,1 0 0 0,4-2 0 0,2 0 0 16,3-3 0-16,-3-1-208 0,3-1-48 0,0-1 0 0,4-2 0 31,0 0-1792-31,2-5-384 0,-2 0-64 0</inkml:trace>
  <inkml:trace contextRef="#ctx0" brushRef="#br0" timeOffset="80577.14">28430 5772 51839 0,'0'0'2304'0,"0"0"448"0,0 0-2192 0,0 0-560 16,11-1 0-16,-2 1 0 0,-4-1 1120 0,1 1 112 15,-6 0 32-15,11 0 0 0,-1 0-432 0,3-3-96 16,0 2-16-16,2-1 0 0,0 2-576 0,2-2-96 16,0-2-48-16,0 1 0 0,1 1-176 0,1-2-16 15,-1 0-16-15,-1 0 0 16,1 0-1264-16,0-1-256 0,1 1-64 0,-1-3-22288 0</inkml:trace>
  <inkml:trace contextRef="#ctx0" brushRef="#br0" timeOffset="81001.8">28974 5497 14735 0,'-4'-6'640'0,"4"6"160"0,5-4-640 0,2 0-160 15,-2-1 0-15,-5 5 0 0,0 0 7152 0,0 0 1392 0,0 0 288 0,0 0 48 16,0 0-5072-16,8 9-1008 15,-3 2-208-15,-5 4-32 0,-3 0-1488 0,-1 4-304 16,2 0-48-16,-3 1-16 0,-1-1-448 0,2 1-80 0,2-1-32 0,1 1 0 16,1 1-96-16,2 0-48 0,2-3 0 0,3 0 0 15,0-2 0-15,4-2 0 0,-1-1 0 0,2-1 0 16,4-2 0-16,-2-1 0 0,0-1 0 0,1-1 0 16,0-7 0-16,1 1 0 0,-2-1 0 0,1 0 0 15,-2-1 0-15,0-4 0 0,0-2 0 0,-2-1 0 0,0 2 0 16,-1-1 0-16,-2-2 0 0,0-3 0 0,1-3 0 15,-1-2 0-15,-3 0 0 0,2-4 0 0,3-4 0 0,-1 2 0 16,0-1 0-16,0 3 0 0,1 2 0 0,-4 1 0 16,-1 1 0-16,-1 4 0 0,0 2 0 0,-1 3 0 15,-3 8 0-15,0 0 0 0,1-6 0 0,-1 6 0 16,0 0 0-16,0 0 0 0,0 0 0 0,0 8 0 16,0 2 0-16,0 2 0 0,-1 2 0 0,-1 2 0 15,0 1 0-15,2 0 0 0,-1-3 0 0,1 2 0 16,-2-1 0-16,4 2 0 0,-1-2 0 0,0 0 0 15,-1 0 0-15,1-1 0 0,2 0-256 0,2-1 0 16,2-1 0-16,-1-2 0 16,5 2-2512-16,-1-3-496 0,11 3-112 0,2-5-16 0</inkml:trace>
  <inkml:trace contextRef="#ctx0" brushRef="#br0" timeOffset="81156.17">29620 5736 51023 0,'0'0'2256'0,"0"0"480"0,0 0-2192 0,2 6-544 0,-1 3 0 0,2-2 0 15,-3-7 1232-15,1 6 144 0,0 3 32 16,1 2 0-16,-2 1-560 0,2-1-96 0,2 0-32 0,-1-1 0 16,-2 1-544-16,3-1-176 0,5 2 0 0,0 1 0 15,-4-3 0-15,3 1-256 0,1-1 32 0,2-1 0 32,-2 2-864-32,1-4-160 0,-2-1-32 0,1-4-15136 0,0 0-3024 0</inkml:trace>
  <inkml:trace contextRef="#ctx0" brushRef="#br0" timeOffset="81486.22">29830 5171 28559 0,'0'0'1264'0,"0"0"272"0,0 0-1232 0,0 0-304 15,8 3 0-15,3 3 0 0,2 1 4800 0,2 2 912 16,0 0 176-16,0 1 48 0,1 2-3632 0,3 3-736 15,2 0-144-15,2 1-16 0,1 1-608 0,1 4-112 16,-1 2-32-16,-1 4 0 0,2 3-288 0,-2 3-64 16,-5-4-16-16,-1-2 0 0,-1 3-96 0,-2 1 0 15,-1 3-16-15,-2 3 0 0,-3-3-128 0,0 2-48 16,-2 3 0-16,1-2 0 0,-4-1 0 0,0 3 0 16,-2-1 0-16,-1-1 0 0,0-6 0 0,-1-2 0 15,-2-1 0-15,0-3 0 0,0 1 0 0,-1-4 0 16,-2-2 0-16,-1-2 0 0,2 0 0 0,-2-1 0 15,1-2 0-15,1-4 0 0,-5 1 0 0,3-3 0 16,-1-2 0-16,-1-2 0 16,-3-1-704-16,0-1-144 0,2-2-32 0,-2-1-24464 0</inkml:trace>
  <inkml:trace contextRef="#ctx0" brushRef="#br0" timeOffset="82999.53">24921 7369 18431 0,'0'0'1632'0,"0"0"-1312"16,0 0-320-16,0 0 0 0,0 0 7744 0,0 0 1488 16,0 0 304-16,0 0 48 0,0 0-7184 0,0 0-1440 15,7 0-272-15,4-1-64 0,3-2-144 0,2 1-32 16,1-1 0-16,2 2 0 0,3-4-448 0,2 1 0 15,-1 0 0-15,2 1 0 0,-1 1 0 0,0 0-160 0,1 0 32 0,-3 0 0 32,-2-2-1024-32,-2 3-192 0,-1-4-32 0,-1 2-16 15,-3 3-1744-15,-3 0-368 0,-2 0-64 0</inkml:trace>
  <inkml:trace contextRef="#ctx0" brushRef="#br0" timeOffset="83147.17">25024 7498 48255 0,'0'0'2144'0,"0"0"432"0,0 0-2064 0,0 0-512 0,0 0 0 0,0 0 0 16,7 2 464-16,2-2-16 0,1-2 0 0,1 0 0 16,4 0 144-16,2-2 32 0,1 2 0 0,3-1 0 15,1-1-1456-15,1 0-272 0,2 2-64 16,1-3-16-16,2-1-2416 0,-1 0-496 16</inkml:trace>
  <inkml:trace contextRef="#ctx0" brushRef="#br0" timeOffset="83746.02">25966 7288 3679 0,'1'-6'320'0,"-1"-3"-320"0,0-2 0 0,-1 0 0 16,0-1 8352-16,0 3 1600 0,-2 1 320 0,-1 3 64 15,-3 1-6128-15,0 0-1232 0,-1 4-240 0,-3 5-48 16,-2 4-864-16,-1 4-160 0,-2 4-48 0,1 5 0 0,-3 2-832 0,-2 2-160 16,-1 1-48-16,2 2 0 0,2 0-336 0,1 1-80 15,3 0-16-15,5-2 0 0,3 1-96 0,5-4-48 16,4-2 0-16,4-1 0 0,1-1 0 0,4-3 0 15,2-2 0-15,2-3 0 0,2-1 0 0,0-6 0 16,2 1 0-16,0-4 0 0,-2-3 0 0,2-3 0 16,0-1 0-16,-1-1 0 0,-2-2-256 0,2-2 0 15,-2-1 0-15,0-2 0 0,-2-4 112 0,-1-1 144 16,0-2-208-16,-4-2 80 0,0 0 128 0,-2 0-128 16,-3-1 128-16,0 1-128 0,-4 0 128 0,0 2 0 15,-4-3 0-15,0 1-128 0,-2 0 128 0,-1 0 0 16,-2-1-144-16,-1 2 144 0,-1 3-208 0,-1 2 16 15,-2 0 16-15,0 2 0 16,0 0-656-16,-1 6-128 0,3 1-16 0,0 4-16 16,-1 2-1552-16,2 2-304 0,1 5-64 0,2 1-17664 0</inkml:trace>
  <inkml:trace contextRef="#ctx0" brushRef="#br0" timeOffset="83962.08">26399 7565 35007 0,'0'0'3120'0,"0"0"-2496"0,0 0-496 0,0 0-128 0,0 0 4352 0,0 0 832 16,0 0 192-16,0 0 16 16,0 0-3568-16,-1 9-720 0,1 1-144 0,0-2-16 0,0-8-624 0,0 0-128 15,0 0-32-15,4 9 0 16,-1 4-544-16,1-4-96 0,2-1-32 0,0-1 0 15,2-2-2496-15,1-1-512 0</inkml:trace>
  <inkml:trace contextRef="#ctx0" brushRef="#br0" timeOffset="85285.25">26790 7172 16575 0,'0'0'1472'0,"0"0"-1168"0,3-5-304 0,-3 5 0 16,0 0 5584-16,0 0 1072 0,0 0 192 0,0 0 64 16,0 0-3264-16,0 0-656 0,-6 0-128 0,-1 5-32 15,-2 4-1216-15,-3 6-240 0,-1 2-48 0,-2 5-16 0,0 5-608 16,0 3-112-16,-2 0-16 0,3 0-16 0,2 0-320 0,5 3-64 15,0-3-16-15,4 1 0 0,2-1-112 0,4 0-48 16,3-3 0-16,5 0 0 0,2-7 0 0,4-1 0 16,1-4 0-16,4 0 0 0,3-4 0 0,1-2 0 15,0-1 0-15,0-2 0 0,0-5 0 0,0-2-192 16,0-2 192-16,-2-2-160 0,-3-2 32 0,0-1 0 16,-3-6 0-16,-1 2 0 0,-2 2 128 0,0-3-128 15,-2-3 128-15,-3-1-128 0,-1 0 128 0,0 0 0 16,-3-2 0-16,-2 2 0 0,-3 1 128 0,-1 3 0 15,-1 3 0-15,-2 2 0 0,-2 1-128 0,-3 3 0 16,-3 2 0-16,-2 3 0 0,-2 3 0 0,-2 3 0 16,-3 4 0-16,1-2 128 0,-1 2-128 0,2 1 0 0,1-1 0 0,3 0 0 15,1 1-192-15,2-1-128 16,3-2 0-16,3 0-16 16,1-1-2224-16,4-8-432 0,0 0-80 0</inkml:trace>
  <inkml:trace contextRef="#ctx0" brushRef="#br0" timeOffset="85613.13">27203 7252 23039 0,'0'0'2048'0,"0"0"-1648"0,0 0-400 0,4-7 0 16,1-2 6464-16,2 0 1216 0,2 3 256 16,2-1 32-16,-1 1-5568 0,2-1-1120 0,1 0-208 0,2 1-48 15,4-1-272-15,2 2-48 0,1 0-16 0,0 0 0 16,0-3-432-16,0 0-64 0,2 0-32 0,-1 2 0 0,-1 1-160 0,-1 1 160 15,-1 1-160-15,-3 2 160 0,-3 1-160 0,-1 0 128 16,-1 1-128-16,-2 3 128 0,-2 4-80 0,-3 4-48 16,-1 3 0-16,-1 1 0 0,-5 2 0 0,0 4 0 15,-2 2 0-15,-1 2 0 0,-1 4 0 0,0-3 0 16,-1 2 0-16,1 1 0 0,1 1 0 0,-1-2 0 16,1-2 0-16,1 2 0 0,3 1 0 0,0-3 0 15,-1-2 0-15,0-3 0 0,-1-5 0 0,2 1 0 16,2-6 0-16,-1 0 0 0,-1-3-208 0,1-1-48 15,1-2 0-15,-1-6 0 16,0 0-1088-16,0 0-240 0,0 0-32 0,0 0-16 16,0 0-1968-16,0 0-400 0,-1-8-80 0</inkml:trace>
  <inkml:trace contextRef="#ctx0" brushRef="#br0" timeOffset="86118.99">27381 7416 8287 0,'0'0'368'0,"0"0"80"0,0 0-448 0,0 0 0 16,0 0 0-16,0 0 0 0,0 0 8272 0,7-1 1584 0,3-2 304 0,0 2 64 15,2 0-6496-15,3 1-1296 16,4 0-256-16,2 0-48 0,1 0-1168 0,1 0-256 0,3 0-32 0,3-2-16 16,1 2-176-16,1-2-32 0,0 0-16 0,3 1 0 15,2 0-160-15,0-4-16 0,-1 1-16 0,2-3 0 16,-1 1-240-16,-1-2 144 0,-3 1-144 0,-1-2 128 16,-2 0-128-16,-2 0 0 0,-2 0 0 0,-3-2 128 15,-4 1-128-15,-1 1 0 0,-2-3 0 0,-4 4 0 16,-2 2 0-16,-2-1 0 0,-3 2 0 0,-4 5 0 15,1-5 0-15,-1 5 0 0,-5-4 0 0,-3 3 128 0,-2 2 0 0,-5 3-128 16,-2 1 192-16,-1 2-64 0,-3 0-128 0,-1 4 192 16,-1-2-192-16,1 1 192 0,-1 2-192 15,3 0 0-15,-3 0 0 0,4 1 128 0,2 0-128 0,1-2 0 16,3 0 0-16,3-1 0 0,2-1 0 0,1 0 0 16,3-1 0-16,3 1 128 0,1-9-128 0,0 0-192 15,7 7 32-15,1-2 16 0,1 0 144 0,2-2-208 16,2-2 80-16,2 1 128 0,0-5-192 0,2 0 192 15,0 1-192-15,2-2 192 0,-1-1-128 0,0-2 128 16,0 1 0-16,1-1 0 0,-2 2 0 0,-2 1 0 16,-2 1 0-16,-1 1 0 0,1 0 0 0,-3 2 0 0,-2 2 176 0,-1 2-176 15,-1 1 320-15,-1 1-48 16,1 2 0-16,-2 4 0 0,-3 1-192 0,0 3-80 16,1 2 0-16,-4 1 0 0,0 0 0 0,-1 2 0 15,0 1 0-15,1 0 0 0,-2-3 0 0,0 1 0 16,0-2 0-16,0 0 0 0,0 1 0 0,-1-1 0 0,1-1 0 0,0-3 0 15,0 2 0-15,0-6 0 0,-1 3 0 0,4-4 0 32,1-9-448-32,0 0-64 0,-3 6-32 0,3-6 0 15,0 0-1872-15,0 0-368 0,0 0-80 0</inkml:trace>
  <inkml:trace contextRef="#ctx0" brushRef="#br0" timeOffset="86471.97">28585 7271 14735 0,'6'-13'640'0,"-5"8"160"15,-1-1-640-15,1-2-160 0,0 0 0 0,1 1 0 0,-1 2 8544 0,-1-1 1680 16,-3-1 336-16,0 1 64 0,3 6-7360 0,-4-3-1472 16,-3 0-304-16,1 2-48 0,-2 0-976 0,0 1-192 15,-1 2-32-15,-2 4-16 0,0 2-160 0,-1 1-64 16,1 1 0-16,0 1 0 0,-4 0 0 0,2 2 0 16,6 0 0-16,-1 2 0 0,-1 0 0 0,1 0 0 15,4-2 0-15,4 0 0 0,-3 0 0 0,5 0 0 16,1-5 0-16,5 1 0 0,3 0 0 0,-1-1 0 15,2-3 0-15,1-1 0 0,3-2 0 0,-1 0 0 16,2-4 0-16,1 0 0 0,2-1 0 0,-2-1-240 16,-1-5 80-16,0 1 16 0,-1-2 144 0,-2-3-208 15,0-3 80-15,-1-1 128 0,-2 0-208 0,-2 2 80 16,-1-1 128-16,-3 0-208 0,-2 1 80 0,-2-1 128 16,-1 0-208-16,-1 5 80 0,-5-2 128 0,1 2-192 0,-1 3 192 0,-3 3-192 15,-3-1 16-15,-2-1 0 16,-2 2 0-16,-1 2 0 15,-3 5-1552-15,0 2-304 0,-3 5-64 0,3-1-13312 0,-1 1-2656 16</inkml:trace>
  <inkml:trace contextRef="#ctx0" brushRef="#br0" timeOffset="86821.57">28683 7550 17503 0,'0'0'1552'0,"0"0"-1232"0,4-7-320 0,0-1 0 0,0 1 6528 0,0-1 1232 15,-3 1 256-15,-1 7 48 0,0 0-4800 0,-3-7-976 16,-2 1-192-16,-3 3-48 0,-2 3-896 0,-3 5-192 16,-3 2-48-16,-3 2 0 0,-5 1-400 0,1 3-96 15,-1 3-16-15,0 1 0 0,-4-1-256 0,3 0-144 16,5 1 160-16,1 0-32 0,2-1-128 0,4 1 0 16,4 0 0-16,4-1 0 0,2-2 0 0,5-1 0 15,0 1 0-15,5-1 0 0,3-1 0 0,5-2 0 16,-1 1 0-16,3-5 0 0,4 1 0 0,1-4 0 15,0-2 0-15,2-1 0 0,-1-1 0 0,0-1-240 16,0-3 80-16,-1-1 16 0,-3-4-96 0,1 0-16 16,-1-3 0-16,0-3 0 0,-2 2 64 0,-2 1 16 0,0-4 0 15,-8 4 0-15,3-3-16 0,-3 1 0 16,1-4 0-16,-3 1 0 0,-2 0-32 0,0 0-16 0,-3-1 0 0,0 1 0 31,-3 0-592-31,-2-4-128 0,-3 1-32 0,-1 3 0 16,0 2-944-16,0 3-192 0,1 0-48 0,1 2-11856 15,2 2-2384-15</inkml:trace>
  <inkml:trace contextRef="#ctx0" brushRef="#br0" timeOffset="87184.63">29533 6932 20271 0,'4'-13'1792'0,"-3"7"-1424"0,1-2-368 0,-1 0 0 16,-1 0 5936-16,-1 2 1104 0,1 6 240 0,0 0 32 0,0 0-4256 16,-4-5-864-16,-3 2-160 0,-1 2-48 0,1 2-656 0,-4 3-144 15,-2 3-32-15,-3 2 0 0,-2 2-688 0,-3 6-144 16,-1 5-16-16,-1 7-16 0,-1-3-208 0,-2 6-80 16,4-4 0-16,-1 2 0 0,-2 7 0 0,0 1 0 15,2 3 0-15,-2 0 0 0,1 4 0 0,3-2 0 16,2 4 0-16,-2 12 0 0,4-4 0 0,5-4 0 15,5-5 0-15,3-3 0 0,4-1 0 0,2-3 0 16,3 0 0-16,2-5 0 0,1-4 0 0,1-2 0 16,1-4 0-16,1-4 0 0,-1-2 0 0,1-3 0 15,0-2 0-15,1-2 0 0,-2-2 0 0,0-2 0 0,-4-2 0 16,1 0 0-16,0 1 0 0,0-4 0 16,-7-2 0-16,0 0 0 0,0 0-176 0,0 0-16 0,0 0-16 0,0 0 0 31,0 0-3008-31,0-8-608 0</inkml:trace>
  <inkml:trace contextRef="#ctx0" brushRef="#br0" timeOffset="89350.1">29347 7344 32255 0,'0'0'1424'16,"0"0"304"-16,0 0-1392 0,0 0-336 0,0 0 0 0,-3 7 0 15,2 1 3904-15,-1 0 704 0,0 1 128 0,1 1 48 16,1 2-2672-16,-2 1-544 0,2 0-96 0,0 3-32 0,0 2-864 0,0 1-192 16,0 1-16-16,2 1-16 0,-2-2-224 0,2 1-128 15,1-2 128-15,2 0-128 0,-1 1 0 0,0-2 0 16,0-3 0-16,1-1-128 15,-1-1-1136-15,0-3-208 0,0-1-64 0,0 0 0 16,-1-1-2576-16,1 1-528 0</inkml:trace>
  <inkml:trace contextRef="#ctx0" brushRef="#br0" timeOffset="92161.78">29542 7397 22111 0,'-5'-2'1968'0,"-1"-4"-1584"15,-1-2-384-15,0 0 0 0,2 0 3328 0,1 2 576 16,2-2 112-16,2 1 16 0,1 1-688 0,3-1-144 16,1 2-16-16,2 1-16 0,1 2-1216 0,1 2-240 15,1 2-48-15,0 0-16 0,1 3-576 0,-1 1-112 16,1 3-32-16,-1 6 0 0,-1-2-384 0,-1 4-80 15,-1 0-16-15,-1 2 0 0,-1 5-320 0,1-1-128 16,-2 1 0-16,-2-2 0 0,-1-1 0 0,1-2 0 16,-1-2 0-16,0-1 0 0,1-2 0 0,-1 1 0 15,-1-1 0-15,1-5 0 0,-1-1-176 0,0-8-16 0,2 8-16 16,-2-8 0 0,0 0-1296-16,0 0-256 0,0 0-48 0,0 0-14352 0,0 0-2864 0</inkml:trace>
  <inkml:trace contextRef="#ctx0" brushRef="#br0" timeOffset="92749.8">29842 7348 23951 0,'0'0'1056'0,"-4"-2"224"15,-1-3-1024-15,1 1-256 0,4 4 0 0,0 0 0 16,-1-6 6848-16,1 1 1296 0,2-1 272 0,2 0 48 15,1 3-5904-15,2-3-1200 0,2 1-224 0,2 1-48 16,2 0-768-16,1-2-160 0,0 1-32 0,3 1 0 0,1 1-128 0,1 2 0 16,-1-1 144-16,0 2-48 0,-2-1-96 0,0 2 0 15,-1 2 0-15,-2 0 0 0,-1 1 0 0,-3 1 0 16,-1 1 0-16,-2 1 0 0,0-2 0 0,-6-5 0 16,1 9 0-16,-1 0 0 0,0-1 0 0,-1 1 0 15,-3 0 0-15,-2 2 0 0,-1-3 0 0,-1 1 0 16,-1 0 0-16,0 1 0 0,-3-1 0 0,0-1 0 15,-1 0 0-15,1-1 0 0,1-1 0 0,-1 1 0 16,0-2 0-16,2 1 0 0,1-2 0 0,1 1 0 16,0 1 0-16,3 0 0 0,0-2 0 0,5-4 0 0,0 0 0 0,0 0 0 15,0 0 0-15,0 0 0 16,0 0 0-16,0 0 0 0,5 7 0 0,3-2 0 0,1-3 0 0,0 2 0 16,4 0 0-16,3 0 0 15,0-1 0-15,4-1 0 0,1 0 0 0,0-1 0 0,1 0 0 0,0 2 0 16,0 1 0-16,0 0 0 15,-1 1 0-15,-1 0 0 0,-2-2 0 0,0 2 0 0,-1 2 0 0,-2 0 0 16,-2 2 0-16,-2 2 0 16,1-3 0-16,-4 0 0 0,-3-1 0 0,-1 0 0 0,-1-1 0 0,-2 2 0 15,-2 0 0-15,-2 0 0 0,-2-2 0 0,-3 1 0 16,-1-1 0-16,-2 2 0 0,-4-4 0 0,-2 1 0 16,-4 2 0-16,-1-3 0 0,-3 0 0 0,-1-2 0 15,-1 1 0-15,-1-3 0 0,2 1 0 0,0-1 0 16,3 0-384-16,0-1-80 0,4 1-16 15,2-4 0-15,3 1-864 0,3-1-192 16,3 2-16-16,8 2-16 0,-1-7-1840 0,4-3-368 0,2-1-80 0,4 0-15216 16</inkml:trace>
  <inkml:trace contextRef="#ctx0" brushRef="#br0" timeOffset="93201.16">30623 7271 32255 0,'0'0'2864'0,"0"0"-2288"16,0 0-576-16,0 0 0 0,0 0 3408 0,0 0 576 15,0 0 112-15,0 0 32 0,0 0-1664 0,0 0-336 0,0 0-64 16,0 0-16-16,0 0-1136 0,0 0-224 16,-7 3-48-16,0-2-16 0,-2-2-304 0,-2 2-48 0,5 1-16 0,-4 2 0 15,0 1-64-15,0 1-32 16,-1-2 0-16,1 1 0 0,-1 1-160 0,1-1 192 0,1 0-192 0,1 0 192 15,0 2-192-15,2-1 128 16,0-2-128-16,6-4 128 0,-4 5-128 0,4-5 0 16,0 0 144-16,0 7-48 0,0-7-96 0,4 9 0 0,2-2 0 0,0-1 0 15,2-1 0-15,2 1 0 0,2-1 0 0,2 1 0 16,-1-2 0-16,4 3 0 0,3-2 0 0,0 1 0 16,-1 1 0-16,2-1 0 0,2 0 0 0,0 0 0 15,-3 3 0-15,0-2 0 0,0 1 0 0,-2 1 0 16,-1 0 0-16,-3 1 0 0,-1-1 0 0,-1 3 0 15,-2-1 0-15,-1 0 0 0,-2 1 0 0,-3 0 0 16,-2-3 0-16,0-1 0 0,-4 0 0 0,0-1 0 0,-2 1 0 16,-3 1 0-16,0-3 0 0,-3 0 0 0,0 1 0 0,-2-2 0 15,-2-3 0-15,-2 2 0 0,-1 3 0 0,0-3 0 16,-1 1 0-16,-1-2 0 0,-4-3 0 0,3 0 0 16,-1 0 0-16,1-2 0 0,1 0-144 0,0-1-32 15,4-1 0-15,0-1 0 16,2-3-1360-16,3-1-288 0,0-1-48 0,2-2-14288 15,1-1-2848-15</inkml:trace>
  <inkml:trace contextRef="#ctx0" brushRef="#br0" timeOffset="93720.9">30540 7299 47055 0,'0'0'2080'0,"6"0"432"0,1-4-2000 0,2 1-512 15,4 1 0-15,0-1 0 0,0 2 1280 0,1 1 176 0,2 0 16 0,-1-3 16 16,2 2-80-16,2 0 0 15,0 1-16-15,2-2 0 0,-1 2-848 0,-1-2-160 16,-1 2-48-16,3-2 0 0,-1 0-208 0,1-1-128 0,0 1 160 0,-1-1-160 16,0 2 0-16,0-1 128 0,-2 1-128 0,0 0 64 15,0-2-64-15,1 2 0 0,0-4 0 0,-2 3 0 16,-1 0 0-16,1 0 0 0,0 0 0 0,-2-1 0 16,-2-1 0-16,-1 3 0 0,-2-3 0 0,0 1 0 15,-3 2 0-15,-7 1 0 0,0 0 0 0,0 0 0 16,0 0 0-16,0 0 0 0,0 0 0 0,0 0 0 15,0 0 0-15,-7 0 0 0,-4 3 0 0,-1 1 0 0,1 1 0 16,-2 1 0-16,-3 5 0 0,0-3 0 0,-1 1 0 16,-1 1 0-16,0 3 0 0,0 0 0 0,-1 0 0 15,4 0 0-15,0-2 0 0,1 2 0 0,1-3 0 16,4-1 0-16,4 0 0 0,-1-1 0 0,1-1 0 0,3-1 0 16,2 2 0-16,0-8 0 0,0 0 0 0,0 0 0 15,5 7 0-15,3-2 0 0,1-1 0 0,0 0 0 16,-1-2 0-16,1 0 0 0,1-1 0 0,1-1 0 15,-1 0 0-15,2 0 0 0,0 0 0 0,-2-1 0 16,1-1 0-16,-2 2 0 0,0 0 0 0,0 0 0 16,-3 0 0-16,-6 0 0 0,7 0 0 0,-7 0 0 15,0 0 0-15,8 2 0 0,-8-2 0 0,0 0 0 16,6 2 0-16,-6-2 0 0,0 0 0 0,0 0 0 16,0 0 0-16,0 0 0 0,0 0 0 0,0 0 0 0,0 0 0 0,4 5 0 15,-4-5 0-15,4 7 0 16,-4-7 0-16,0 0 0 0,0 0 0 0,0 0 0 15,0 0 0-15,0 0 0 16,0 0-832-16,0 0-144 0,0 0-48 0,0 0-24160 0</inkml:trace>
  <inkml:trace contextRef="#ctx0" brushRef="#br0" timeOffset="95954.87">30890 7861 24063 0,'0'0'1072'0,"0"0"208"0,0 0-1024 0,0 0-256 16,-2-7 0-16,-1 2 0 0,3 5 1152 0,-1-7 192 0,-1 1 16 0,2-1 16 15,0 0 416-15,0 7 96 0,3-7 16 0,-3 7 0 16,4-6-304-16,0-1-64 0,0 1-16 0,-4 6 0 16,0 0 336-16,4-6 80 0,-4 6 16 0,5-4 0 15,-5 4-288-15,5-4-48 0,-5 4-16 0,0 0 0 16,0 0-544-16,0 0-112 0,0 0-32 0,0 0 0 0,7-2-384 0,-7 2-80 16,0 0 0-16,0 0-16 0,0 0-320 15,0 0-112-15,0 0 0 0,0 0 0 16,0 0 0-16,0 0 0 0,0 0 0 0,0 0 0 0,0 0 0 0,0 0 0 15,0 0 0-15,0 0 0 0,0 0 0 0,0 0 0 16,0 0 0-16,0 0 0 0,0 0 0 0,0 0 0 16,0 0 0-16,0 0 0 0,0 0 0 0,0 0 0 15,0 0 0-15,0 0 0 0,0 0 0 0,0 0 0 16,0 0 0-16,0 0 0 0,0 0 0 0,0 0 0 16,2-5 0-16,-2 5 0 0,0 0 0 0,0 0 0 15,0 0 0-15,4-6 0 16,0 1-384-16,-4 5-64 0,0 0 0 0,4-5-16 15,1 0-2416-15,2-2-496 0</inkml:trace>
  <inkml:trace contextRef="#ctx0" brushRef="#br0" timeOffset="96443">31134 7232 45663 0,'-13'2'2032'0,"13"-2"400"0,0 0-1936 0,0 0-496 15,0 0 0-15,0 0 0 0,-4 6 1872 0,3 3 288 16,2 3 48-16,2 1 16 0,1 3-880 0,1-1-192 16,0 2-16-16,2 2-16 0,0 0-672 0,3 3-128 0,-3 2-16 0,1-2-16 15,1 1-288-15,-1-3 160 16,0 1-160-16,0 0 128 0,0 1-80 0,-2-1-48 16,1-2 0-16,-2-1 0 0,0-1 0 0,-2-4 0 15,-2-1 0-15,-1 0 0 16,0 0-800-16,-1-1-160 0,-2-2-16 0,-1 2-15904 0,0-5-3168 0</inkml:trace>
  <inkml:trace contextRef="#ctx0" brushRef="#br0" timeOffset="96672.26">31776 7420 13823 0,'0'0'608'0,"0"0"128"0,-7 1-592 0,2 2-144 16,5-3 0-16,-7 3 0 0,2-2 832 0,5-1 144 16,-14 1 32-16,14-1 0 0</inkml:trace>
  <inkml:trace contextRef="#ctx0" brushRef="#br0" timeOffset="97410.76">31380 7471 50847 0,'0'0'2256'0,"-5"0"464"0,1 0-2176 0,4 0-544 0,0 0 0 0,0 0 0 15,0 0 1312-15,0 0 160 0,0 0 16 0,0 0 16 16,0 0-816-16,0 0-176 0,12 0-16 0,1 0-16 0,3 0-320 0,-3 0-160 16,2 0 160-16,2-1-160 0,3-1 0 0,1 0 0 15,1-1 0-15,-1 0 0 16,0 1-608-16,7-2-112 0,1-1-32 0,-4 1 0 16,-6-3-2096-16,1 1-416 0,-1-1-96 0</inkml:trace>
  <inkml:trace contextRef="#ctx0" brushRef="#br0" timeOffset="97749.15">31892 7281 21183 0,'0'0'944'0,"0"0"192"0,-4-4-912 0,4 4-224 0,0 0 0 16,0 0 0-16,0 0 6912 0,5-6 1344 15,0-1 272-15,4 1 48 0,3 4-5936 0,1-3-1184 0,1 1-240 0,3 1-64 16,1 2-704-16,2 1-128 0,0 0-48 0,-2 1 0 15,-1 0-112-15,-3 1-32 16,-1 0 0-16,-1 2 0 0,-3 3 0 0,-2 1-128 0,-2 3 192 16,-5 2-64-16,-3-1 16 0,-3 4 0 0,-5 1 0 0,-1 1 0 15,-6 1-144-15,0 2 192 0,-2-1-192 0,1-1 192 16,-1 4-320-16,2-3-64 0,2 0-16 0,3-3 0 16,2 1 208-16,3 0 0 0,3-1 0 0,1-2 0 15,2-5 128-15,4-1 64 0,0 0 0 0,4-1 16 16,0-1-208-16,3-1 0 0,3 1 0 0,2-3 0 0,2-4 0 15,1-2 0-15,2 0 0 0,2-1 64 16,-1-2-688-16,1-3-112 16,-2-1-32-16,1-3 0 0,2 1-1344 0,-3-5-288 15,-2-2-48-15,0-1-20080 0</inkml:trace>
  <inkml:trace contextRef="#ctx0" brushRef="#br0" timeOffset="98109.97">32390 7239 30399 0,'0'0'2704'0,"0"0"-2160"16,-7 0-544-16,1 1 0 0,-1 3 4096 0,0 1 720 15,1 2 144-15,-2 2 32 0,-2 3-2544 0,-2 3-496 16,0 0-96-16,1 3-32 0,0 4-720 0,-1 0-144 16,2-1-16-16,2 4-16 0,-1-6-592 0,2 4-112 15,2-3-32-15,4 1 0 0,2 5-192 0,3-6 0 0,1-1 0 0,3-2 0 16,1 0 0-16,4-4 0 16,3-1 0-16,0-3 64 0,1-2-64 0,-2-1 0 0,0-3 0 0,-1-2 0 15,2-1 0-15,-1-1-128 16,1-6 128-16,-2 2-160 0,-1-3 160 0,0-1 0 15,-1-1-144-15,0-1 144 0,-2 0 0 0,-1-1 0 0,0-4 0 16,-1 1 0-16,0-2 0 0,-1 0 0 0,-2 2 0 16,-1 0 128-16,-3 3-128 0,-2 2 0 0,-1 0 0 15,0 4 0-15,-3 3 0 0,-3-1 0 0,-1 4 0 0,-2 2 128 16,-2 0-128-16,-1 5 0 0,-1 3 0 0,2 2 128 16,2 0-80-16,0 1-48 0,1 1 0 0,2 0 0 15,3-1 0-15,1 2 0 0,0-1 0 0,1-1 0 16,-1-2-640-1,4-2-80-15,0 0-16 0,3-3 0 0,1 4-992 0,1-4-208 16,0-1-48-16,2-2 0 0,2-3-2048 0,0-3-432 16</inkml:trace>
  <inkml:trace contextRef="#ctx0" brushRef="#br0" timeOffset="98415.68">32602 7329 44175 0,'0'0'1952'0,"0"0"416"0,-5-4-1904 0,5 4-464 15,0 0 0-15,0 0 0 0,0 0 1216 0,0 0 160 16,6-7 32-16,2 2 0 0,1 0-144 0,2 1-32 16,0 1 0-16,3 1 0 0,-1-2-608 0,1 1-128 15,0-2-32-15,2 1 0 0,1 2-80 0,0 0-32 16,-2-2 0-16,2 3 0 0,0-2-32 0,-1 3-16 16,0 0 0-16,-2-1 0 0,-2 2-80 0,-1 2-16 15,0 0 0-15,-5 2 0 0,-6-5-48 0,6 10-16 16,-3 3 0-16,-1 2 0 0,-5 0-96 0,-1 2-48 15,-2 3 0-15,-2-3 0 0,-1 2 0 0,0 1 0 16,-2-2 0-16,2 3 0 0,0 1 0 0,1 0 0 0,2 0 0 0,-1-1 0 16,2-1 0-16,0-2 0 0,-1 0 0 0,3-3 0 15,-1-4 0-15,1 1 0 0,-1-1 0 16,2-2-160 0,2-9-816-16,-3 9-176 0,-1-3-16 0,1 1-16 0,3-7-2208 15,0 0-432-15,-6 0-80 0</inkml:trace>
  <inkml:trace contextRef="#ctx0" brushRef="#br0" timeOffset="98875.9">32663 7432 30399 0,'0'0'1344'0,"0"0"288"0,0 0-1312 0,0 0-320 0,0 0 0 0,9 1 0 0,-1-1 4608 0,1 0 832 16,-1-1 192-16,1-1 16 0,3 2-3488 0,1-1-704 15,1 0-144-15,3 0-32 0,2-2-704 0,2 0-160 16,1-2-32-16,0 1 0 0,3 0-176 0,1-1-32 15,1 1-16-15,0 0 0 0,1-4-160 0,-2 2 0 16,-1-1 144-16,-6 2-144 0,1 1 0 0,-2-2 128 16,-1 1-128-16,-1 1 0 0,-5 0 0 0,0 1 144 15,-3 2-144-15,-2 1 0 0,-6 0 256 0,0 0-64 16,-5 6-16-16,-3 2 0 0,-4 3-32 0,-2 2 0 16,-3 2 0-16,-1 0 0 0,-3 2-96 0,0 2-48 15,0 1 0-15,-4 3 0 0,2 1 0 0,3-2 0 16,2-3 0-16,5 2 0 0,3-1 0 0,5-2 0 15,-1-2 0-15,6-5 0 0,2 1 0 0,2-3 0 16,-4-9 0-16,10 9 0 16,3-2 0-16,1-1 0 0,3 1 0 0,2-7 0 0,0 0 0 0,2-4 0 0,0 1 0 15,-3-2 0-15,2 1 0 0,0 0-128 0,0-1 128 16,0-3-160-16,-1-2 160 0,-1-2-192 0,-1-1 192 16,3-4-192-16,-3 0 192 0,-4 0-160 0,-4 0 160 0,-1-2-160 15,-2-1 160-15,-2 2 0 0,-2-2 0 0,-4 2-128 16,-2 0 128-16,-1 1 0 0,0 1-144 0,-3-2 144 15,-2 2-304-15,-3 2 16 0,0 1 0 0,-2 1 0 16,-2 2-704-16,4 3-144 0,-1 2-16 16,1 1-16-16,0 2-688 0,0 2-144 0,1 1-32 0</inkml:trace>
  <inkml:trace contextRef="#ctx0" brushRef="#br0" timeOffset="99486.21">33449 7655 54303 0,'0'0'528'0,"0"0"-528"0,-3 6 0 16,0 1 0-16,3-7 1520 0,-4 5 192 0,0 0 32 0,0 2 16 0,2-1-928 0,0 1-176 0,0-1-32 15,2-6-16-15,0 0-480 0,0 0-128 16,0 0 0-16,0 0 0 16,0 0-1472-16,0 0-320 0,0 0-64 0</inkml:trace>
  <inkml:trace contextRef="#ctx0" brushRef="#br0" timeOffset="99897.01">33611 7299 33167 0,'0'0'2944'0,"0"0"-2352"0,0 0-464 0,0 0-128 0,0 0 3504 0,0 0 672 0,0 0 144 0,0 0 32 0,-6 5-2048 0,-1 4-416 16,1 2-80-16,-1 2-16 0,-1 1-880 0,-1 4-176 16,-1 2-32-16,-2 3-16 0,0 3-384 0,0 0-80 15,1 0-16-15,0 2 0 0,1-6-80 0,1 0-128 16,1-1 176-16,1 0-176 0,1 0 0 0,2 1 0 15,3-5 0-15,1-2 0 0,0-1 0 0,1-3 0 16,3 0 0-16,1-2 0 0,-1-1 0 0,3-1 0 16,3-1-192-16,0-1 192 0,0-5-240 0,1 0 48 15,4 0 16-15,0 0 0 0,1-3-64 0,0 1-16 16,-1-1 0-16,-2-1 0 0,0 0 112 0,0-2 16 16,0-2 0-16,0 1 0 0,0-2 128 0,-1 0 0 15,0 0 0-15,1-4 0 0,-3 0 0 0,-2 0 0 16,-1 1 0-16,-5 2 0 0,-3 1 128 0,-4 3-128 15,-3 0 160-15,-1 1-160 0,-3 3 192 0,-1 0-64 16,0 2-128-16,-1 2 192 0,-1-2-192 0,1 3 0 16,0 1 128-16,-3-2-128 0,1 4 0 0,4-1 0 0,3 0-144 0,3 0 144 31,0 2-1328-31,6-7-160 0,-3 6-48 0</inkml:trace>
  <inkml:trace contextRef="#ctx0" brushRef="#br0" timeOffset="100189.86">33637 6831 24879 0,'0'0'1088'0,"-6"0"256"16,-2 1-1088-16,1 2-256 0,7-3 0 0,-5 6 0 0,0 2 5408 0,1 2 1024 16,1 2 208-16,2 5 32 0,1 0-4128 0,1 4-832 15,2 2-176-15,2 2-16 0,3 0-800 0,1-4-144 16,3 1-48-16,4 1 0 0,3 2-224 0,6 1-48 16,5-1-16-16,2 1 0 0,5 1-32 0,9 10 0 15,-11-6 0-15,-35-31 0 0,0 0-208 0,0 0 176 16,0 0-176-16,0 0 160 0,0 0-160 0</inkml:trace>
  <inkml:trace contextRef="#ctx0" brushRef="#br0" timeOffset="100906.4">33366 7825 8287 0,'0'0'368'0,"0"0"80"0,0 0-448 0,0 0 0 0,0 0 0 15,0 0 0-15,0 0 7616 0,0 0 1456 0,0 0 272 0,0 0 64 16,0 0-5632-16,0 0-1120 0,0 0-224 0,0 0-64 15,0 0-944-15,0 0-192 0,0 0-32 0,0 0-16 16,0 0-592-16,0 0-112 0,0 0-32 0,0 0 0 16,0 0-192-16,0 0-32 0,0 0-16 0,0 0 0 15,0 0-208-15,0 0 128 0,0 0-128 0,0 0 0 16,0 0 0-16,0 0 0 0,0 0 0 0,0 0 0 16,0 0 0-16,0 0 0 0,0 0 0 0,0 0 0 0,0 0 0 0,0 0 0 15,0 0 0-15,0 0-160 0,0 0 160 0,0 0-192 16,3-6 192-16,-3 6-192 0,0 0 192 0,0 0 0 15,0 0 0-15,0 0-128 0,0 0 128 0,0 0 0 16,0 0 0-16,0 0 0 0,0 0 0 0,0 0 0 16,0 0 0-16,-7-1 0 0,1-1 0 0,-2 1 0 15,-3 0 0-15,1-1 128 16,-1 1-704-16,1 0-144 0,0 0-32 0</inkml:trace>
  <inkml:trace contextRef="#ctx0" brushRef="#br0" timeOffset="102129.79">22640 9596 15663 0,'-1'-14'1392'15,"0"4"-1120"-15,-1 0-272 0,1-2 0 0,0 1 3920 0,1-1 736 16,-1 3 144-16,2 1 16 0,-1 8-1184 0,0 0-240 16,0 0-64-16,0 0 0 0,0 0-1120 0,0 0-224 15,0 0-64-15,6 8 0 0,0 5-816 0,-4-5-160 16,-1 3-48-16,1 2 0 0,0 2-384 0,0 0-96 15,-1 1-16-15,0 2 0 0,-1 0-272 0,0 14-128 16,0-6 0-16,3-4 128 16,-2-4-704-16,3-2-128 0,1-2-48 0,1-2 0 15,0-3-1904-15,-6-9-384 0,14 4-80 0</inkml:trace>
  <inkml:trace contextRef="#ctx0" brushRef="#br0" timeOffset="102529.52">23313 9213 13823 0,'0'-7'1216'0,"0"1"-960"16,0-2-256-16,0 0 0 0,-1 0 7776 0,1 2 1504 15,0 6 320-15,0-7 48 0,-2 1-6352 0,1 0-1264 0,0 2-256 0,1 4-48 16,0 0-832-16,-5 4-176 0,-2 2-16 0,-1 3-16 16,-1 6-368-16,-1 6-64 0,-2 4 0 0,-1 4-16 15,-1 2-48-15,-1 3-16 0,1-2 0 0,2 2 0 16,3 2-176-16,3-3 128 0,2 0-128 0,2-2 128 15,4-2-80-15,3-2-48 0,4-1 0 0,3-3 0 0,2-3 0 0,4-1 0 16,4-1 0-16,2-6-160 0,1-3 160 0,1 0 0 16,-1-3-144-16,3-3 144 0,2-3-128 0,0 0 128 15,-1 0-160-15,0-3 160 0,-2 0-176 0,-1-4 176 16,-2-2-192-16,-4 0 192 0,-1-2-160 0,-2-2 160 16,-3-1-128-16,-1-3 128 0,-3-1 0 0,-2-3 0 15,-3-3 0-15,-1 0-128 0,-1-1 128 0,-2-4 0 16,-3-2 0-16,-2-2 0 0,-1-1 0 0,-2-1 0 15,-2-3 0-15,-4 2 0 0,-2-1-256 0,0 1 48 16,-3 2 0-16,-3 4 0 0,-5 3-80 0,-2 6-16 16,0 1 0-16,-2 7 0 15,-2 4-464-15,2 5-112 0,0 7-16 0,3 1 0 16,1 5-816-16,2 4-160 0,4 4-48 0,3 6 0 16,2 3-2320-16,5 4-480 0</inkml:trace>
  <inkml:trace contextRef="#ctx0" brushRef="#br0" timeOffset="102756.97">23489 9602 34095 0,'0'0'3024'0,"0"0"-2416"0,0 0-480 0,0 0-128 16,0 0 3616-16,0 0 704 0,-1 10 144 0,-1 0 16 15,2 2-2176-15,0 1-432 0,0 0-80 0,2 2-32 16,2 2-1088-16,-2 3-224 0,2-4-32 0,1 1-16 0,1 0-272 0,0-1-128 15,-1 4 0-15,2-4 128 16,1-1-128-16,0 1 0 0,1-3-192 0,-2 0 192 16,3 0-1408-16,-1-5-144 0,0-2-48 0,0 0 0 15,1-2-2176-15,2-3-448 0</inkml:trace>
  <inkml:trace contextRef="#ctx0" brushRef="#br0" timeOffset="103152.74">23895 9572 30399 0,'0'0'2704'0,"0"0"-2160"16,0 0-544-16,0 0 0 0,0 0 4992 0,0 0 880 15,0 0 176-15,0 0 32 0,0 0-3760 0,0 0-752 16,0 0-160-16,0 0-16 0,0 0-848 0,9 0-160 16,1 0-48-16,2 0 0 0,1 0-160 0,3 0-48 15,0 2 0-15,3-1 0 0,0 0-80 0,0 2-48 16,0 0 0-16,-1-1 0 0,1 1 0 0,-4 1 0 15,0 1 0-15,-2-1 0 0,-2 1 0 0,0 2 0 16,-3-1 0-16,-2 1 0 0,-2 0 0 0,-3 3 0 16,-1-3 0-16,-2 4 0 0,-2-1 0 0,-3 2 0 15,-2 1 0-15,-3 0 0 0,-2 4 0 0,0-4 0 0,-2 0 0 16,-1 1 0-16,0 1 0 0,0 0 0 0,0 0 0 16,2-1 0-16,3-1 0 0,0-1 0 0,2-2 0 0,2-1 0 15,1 1 0-15,4-4 0 0,0 1 0 0,2 0 0 16,1-7 0-16,0 0 0 0,5 7 0 0,3-3 0 15,2-3 0-15,3-1 0 0,0 0 0 0,3-1 0 16,1 0 0-16,1-5 0 0,0 1 0 0,2 0 0 16,-1 0 0-16,2-2 0 0,-1 1 0 0,2-2 0 0,1-3-288 0,1 1-48 15,-1 0-16-15,1-2 0 16,-1-3-2144-16,-1 0-448 16,1-2-64-16</inkml:trace>
  <inkml:trace contextRef="#ctx0" brushRef="#br0" timeOffset="103434.09">24849 9323 49119 0,'0'0'2176'0,"0"0"448"0,0 0-2096 0,0 0-528 16,0 0 0-16,0 0 0 0,0 0 1536 0,0 0 208 15,0 0 48-15,0 0 0 0,6-2-720 0,3 2-144 16,2 0-32-16,2-3 0 0,0 2-672 0,3 0-224 16,1-2 128-16,1 2-48 0,-1-1-80 0,2 1 0 0,2 0 0 0,0 0 0 15,0-3 0-15,-3 1 0 0,0 0 0 16,-1 3 0-16,-2-2-208 0,-2 0-48 0,-3 2 0 0,-1-2 0 31,-1 2-608-31,-8 0-128 0,0 0-32 0,0 0 0 0,0 0-1840 16,0 0-368-16,0 0-80 0</inkml:trace>
  <inkml:trace contextRef="#ctx0" brushRef="#br0" timeOffset="103612.49">24821 9419 15663 0,'0'0'1392'0,"0"0"-1120"16,0 0-272-16,0 0 0 0,0 0 7328 0,8 2 1408 16,0-2 288-16,0-1 48 0,1 0-5888 0,3-1-1184 15,2 0-224-15,2 0-48 0,1-1-912 0,1 0-176 16,2-1-48-16,0 1 0 0,1-3-304 0,1 2-64 15,-1 0-16-15,0 0 0 0,0 0-208 0,-1 3 0 16,-2-3 0-16,0 1 0 16,0-2-2016-16,-1 1-448 0</inkml:trace>
  <inkml:trace contextRef="#ctx0" brushRef="#br0" timeOffset="104768.81">25507 9386 16575 0,'0'0'736'0,"0"0"160"0,0 0-720 0,0 0-176 0,-5-1 0 16,1 1 0-16,0-2 7296 0,0 1 1440 0,2 1 288 0,2 0 48 0,0 0-5664 0,0 0-1120 16,0 0-240-16,0 0-32 0,0 0-1184 0,0 0-256 15,0 0-32-15,0 0-16 0,5 4-288 0,1 0-64 16,2-1-16-16,1-1 0 0,0-1-112 0,3 1-48 15,3 0 0-15,-1-2 0 0,4 0 0 0,2 0 0 16,1 0 0-16,2-2 0 0,2 0 0 0,2 1 0 16,2-1 0-16,0 0 0 0,-1 0 0 0,2-2 0 15,0 2 0-15,0 0 0 0,1-1 0 0,-1 2 0 16,-1-2 0-16,-3 2 0 0,-1 1 0 0,-2-1 0 16,1-1 0-16,-3 2 0 0,-2 0 0 0,-2 0 0 15,-1 0 0-15,-3 0 0 0,-1 0 0 0,-2 0 0 16,-2 0 0-16,-8 0 0 0,0 0 0 0,0 0 0 15,0 0 0-15,0 0 0 0,0 0 0 0,0 0 0 16,0 0 0-16,0 0 0 0,0 0 0 0,0 0 0 16,0 0 0-16,0 0 0 0,0 0 0 0,0 0 0 15,0 0 0-15,0 0 0 0,0 0 0 0,0 0 0 16,0 0 0-16,0 0 0 0,0 0 0 0,0 0 0 16,0 0 0-16,0 0 0 0,0 0 0 0,0 0 0 0,0 0 0 0,0 0 0 15,0 0 0-15,0 0 0 0,0 0 0 16,0 0 0-16,0 0 0 0,0 0 0 0,0 0 0 0,0 0 0 15,0 0 0-15,0 0 0 0,0 0 0 0,0 0 0 16,0 0 0-16,0 0 0 0,0 0 0 0,0 0 0 16,0 0 0-16,0 0 0 0,0 0 0 0,0 0 0 0,0 0 0 0,0 0 0 15,0 0 0-15,0 0 0 0,0 0 0 0,0 0 0 16,0 0 0-16,0 0 0 0,0 0 0 16,0 0 0-16,0 0 0 0,0 0 0 0,0 0 0 0,0 0 0 15,0 0 0-15,0 0 0 0,0 0 0 0,0 0 0 16,0 0 0-16,0 0 0 0,0 0 0 0,0 0 0 15,0 0 0-15,0 0 0 0,0 0 0 0,0 0 0 16,0 0 0-16,0 0 0 0,-3-6 0 0,3 6-160 16,0 0 160-16,0 0-192 15,-5-7-624-15,1 2-128 0,0 0-16 0,4 5-16 16,-4-5-2800-16,4 5-576 0</inkml:trace>
  <inkml:trace contextRef="#ctx0" brushRef="#br0" timeOffset="105321.75">26631 9005 31327 0,'0'0'2784'0,"0"0"-2224"15,0 0-560-15,0 0 0 0,0 0 4656 0,0 0 816 16,0 0 160-16,0 0 48 0,0 0-3568 0,0 0-704 15,7 7-128-15,-4 3-48 0,-1 5-416 0,-5 4-96 16,2 5-16-16,-3 2 0 0,-1 2-512 0,1 4-192 16,0 3 144-16,0 0-32 0,-1-1-112 0,0 3 0 15,2-1 0-15,-1-1 0 0,-1 0 0 0,1-3 0 16,1-4 0-16,2 0 0 0,-3 0 0 0,1-4 0 16,2-5 0-16,-1 0 0 0,-1-1 0 0,0-5 0 0,2-1 0 0,1-1 0 31,1-3-1280-31,2-1-160 0,0-1-32 0,2-3 0 0,4-3-2640 15,1 0-544-15,2-7-96 0</inkml:trace>
  <inkml:trace contextRef="#ctx0" brushRef="#br0" timeOffset="105650.68">27055 9228 22111 0,'0'-8'1968'0,"1"-1"-1584"16,0 0-384-16,-1 1 0 0,0 2 5696 0,0 6 1072 16,-1-7 208-16,1 7 32 0,0 0-3808 0,0 0-768 15,-6 4-160-15,-1 3-32 0,-2-1-1280 0,-2 7-272 16,0 0-48-16,-2 6-16 0,-2 0-256 0,1 3-48 15,0 1-16-15,2 0 0 0,1 0-304 0,2 1 128 16,2-3-128-16,1 1 144 0,4-1-144 0,3 0 0 16,2-2 0-16,3-1 0 0,3-1 0 0,4-1 0 15,3-4 0-15,2-2 0 0,0-2 0 0,3-3 0 16,1 0 0-16,2-5 0 0,1 0-256 0,0-2 48 16,-2-1 16-16,0-1 0 0,0-2 0 0,-3-2 16 15,-1-1 0-15,-2 0 0 0,-2-6 176 0,0 1-208 16,-2 0 80-16,-3-3 128 0,-2-1-176 0,-2-2 176 0,0 0-128 0,-1-2 128 15,0 1-192-15,-2-1 64 16,-5-3 0-16,2 2 0 0,0 1-192 0,-1 0-16 0,-2 0-16 16,0-1 0-1,-4 1-720-15,1 1-144 0,-1 0-16 0,-1 3-16 16,-1 1-352-16,-1 2-64 0,1 0 0 0,1 2-16 16,1 0-1376-16,5-1-272 0,0 1-48 0</inkml:trace>
  <inkml:trace contextRef="#ctx0" brushRef="#br0" timeOffset="105981.02">27665 8917 15663 0,'0'0'1392'0,"9"1"-1120"0,-1 0-272 0,-2 3 0 16,1-1 6400-16,-1 1 1216 0,-6-4 240 0,0 0 48 15,0 0-4176-15,6 2-832 0,-6-2-160 0,0 0-48 16,2 7-1360-16,-2-1-288 0,0-6-48 0,-2 10-16 0,-2-1-480 0,-3 1-112 16,-1-1 0-16,-1 0-16 0,-1 2-240 0,-1-1-128 15,0 1 160-15,-1 0-32 0,0 1-128 0,-1 1 0 16,-1-1 0-16,-1 1 0 0,1 0 0 0,0 0 0 15,-2-1 0-15,2-1 0 0,-1 1 0 0,2 0 0 16,3 0 0-16,0-1 0 0,0 0 0 0,3-2 0 16,0-1 0-16,2-2 0 0,5-6 0 0,-4 7 0 15,4-7 0-15,-1 8 0 0,1-8 0 0,5 6 0 16,1-1 0-16,4 2 0 0,1-3 0 0,4 0 0 16,0-2 0-16,2 1 0 0,1-6 0 0,2 3 0 15,1 2 0-15,2-4 0 0,2 0 0 0,-1 0 0 16,-4-2 0-16,1-1 0 15,-1 1-768-15,-2-1-64 0,-1-1 0 0,-1-1 0 16,-3-2-1344-16,-3 0-288 0,-1-2-48 0,-2 0-12528 16,-3-1-2496-16</inkml:trace>
  <inkml:trace contextRef="#ctx0" brushRef="#br0" timeOffset="106191.99">27780 8939 41119 0,'0'0'1824'0,"0"0"368"0,0 0-1744 0,0 0-448 0,0 0 0 0,0 0 0 16,0 0 1712-16,0 0 256 0,0 0 48 0,1 12 16 15,-1 1 48-15,0 2 16 0,0 0 0 0,0 3 0 16,-1 1-1136-16,-1 5-208 0,1 1-48 0,0 1-16 16,-2 0-432-16,2 1-96 0,-1-1-16 0,1 2 0 15,0 3-96-15,0-1-48 0,1-1 0 0,0-2 0 16,0 0 0-16,0-1 0 0,0-1 0 0,1-3 0 0,0-1-144 0,-1-4-32 16,0-1 0-16,0-3 0 15,1-3-704-15,1-1-144 0,-2-9-16 16,0 0-16-16,0 0-2640 0,0 0-528 0</inkml:trace>
  <inkml:trace contextRef="#ctx0" brushRef="#br0" timeOffset="106666.31">28066 9091 37775 0,'0'0'3360'0,"0"0"-2688"16,0-7-544-16,2 0-128 0,2-1 2992 0,0 3 560 15,-2 0 112-15,-2 5 32 0,7-7-1648 0,-1 2-336 16,1 0-64-16,2 1-16 0,1 1-864 0,2 1-160 0,17-3 528 15,-14 3-1136-15,2 1 0 16,-1 1 0-16,0 1 0 0,-2 2 0 0,0-2 0 0,-2 2 0 0,-2-1 0 16,-2 2 0-16,0 0 0 15,-1 0 0-15,-1 1 0 0,-6-5 0 0,0 0 0 0,-1 8 0 0,-2 3 0 16,-2 0 0-16,-3-2 0 16,-4 2 0-16,-1-1 0 0,0 1 0 0,-1-1 0 15,-2 1 0-15,1-1 144 0,-1 2-144 0,2-1 0 0,-1 1 0 0,2 0 0 16,0-2 0-16,3-2 0 0,2 0 0 15,0 1 0-15,0-2 0 0,3-1 0 0,3 1 0 0,2-1 0 16,0-6 0-16,0 0 0 0,0 0 0 0,5 7 0 16,1 2 0-16,2-3 0 0,3 1 0 0,0-5 0 15,2 2 0-15,3-2 0 0,2 2 0 0,2 0 0 16,-2-1 0-16,0 3 0 0,1 1 0 0,-1-1 0 0,0-1 0 16,-1-1 0-16,-4 1 0 0,-1 2 0 0,0 0 0 0,-3 0 0 15,-2 1 0-15,-1 0 0 0,-6-8 0 0,2 7 0 16,-2 1 0-16,0-1 0 0,2 1 0 0,-6 1 0 15,-5 0 0-15,-3 0 0 0,-1 0 0 0,-4 0 0 16,-5-1 0-16,-8 4 0 0,0-1 0 0,0-1 0 16,1-1 0-16,2-1 0 0,2-1 0 0,1 0 0 15,2 1 0-15,4-3 0 0,2 0 0 0,2 0-192 16,1-1 192-16,4-1-208 16,9-3-1312-16,0 0-256 0,0 0-48 0,0 0-22368 0</inkml:trace>
  <inkml:trace contextRef="#ctx0" brushRef="#br0" timeOffset="106820.57">28607 9421 54943 0,'0'0'2432'0,"0"0"512"0,0 0-2368 0,0 8-448 16,0 0-128-16,0 1 0 0,2 0 368 0,-1 0 48 0,0 0 16 0,1 1 0 16,-1-3-176-16,2 4-48 0,1-2 0 0,-1 0 0 31,1-2-976-31,2-1-208 0,0-2-48 0,1-3-15312 0,-7-1-3072 15</inkml:trace>
  <inkml:trace contextRef="#ctx0" brushRef="#br0" timeOffset="107335.3">29061 9041 40543 0,'-6'-15'3600'15,"6"15"-2880"-15,1-9-576 0,2 1-144 0,0 2 2928 16,3-2 544-16,0 0 112 0,2 0 32 0,2 3-1968 0,1 0-400 15,1 0-80-15,2-1-16 0,2 1-640 0,2 0-128 16,-3 1-16-16,4 0-16 0,2 3-256 0,-1-2-96 16,0 1 0-16,0 0 0 0,0 1 0 0,-1 1 0 15,-2 1 0-15,2 3 0 0,-1-1 0 0,-3 1 0 16,-5 1 0-16,-2 0 0 0,-1 0 0 0,-4 3 0 16,-3 0 0-16,-2 1 0 0,-3 0 0 0,-4 2 0 15,-3-1 0-15,-1 3 0 0,2-2 0 0,0 0 0 16,-4 2 0-16,0 0 0 0,-2 2 0 0,0-2 0 0,0-1 0 0,1 1 0 15,0 0 0-15,2 0 0 16,0-2 0-16,1 0 0 0,0-2 0 0,2 0 0 0,2 3 0 0,-1-2 0 16,2-2 0-16,3 0 0 15,1-2 0-15,4-6 0 0,-2 7 0 0,2-7 0 0,4 5 0 0,2 0 0 16,0 2 0-16,2-2-208 16,2 0 64-16,2-1 16 0,2 0 128 0,3 1-192 0,2 2 192 0,3-1-192 15,-1 0 192-15,0 0 0 0,-1 1 0 0,0 2-128 16,-2 0 128-16,-1-3 0 0,-1 2 0 0,-3 1 0 15,-3-1 0-15,-1 1 0 0,-1 0 0 0,-3 2 0 16,-2-1 0-16,-2 2 0 0,-2 0 0 0,-2 0 128 16,-2-1-128-16,-1 2 144 0,-3-1-144 0,-3 1 160 15,-1-1-160-15,0 0 160 0,2-2-160 0,-2-1 160 16,-1-1-160-16,-2 1 0 0,1 1 144 0,-2-3-48 0,-3-1-96 16,1 1 0-16,-4 0 0 0,3-2 0 15,-1 0 0-15,-1-2 0 0,-2 0 0 0,-7-1 0 0,0 0-256 0,1 1-64 16,2-3 0-16,2 0 0 15,0 0-1248-15,3 0-256 0,-1-4-48 0</inkml:trace>
  <inkml:trace contextRef="#ctx0" brushRef="#br0" timeOffset="108396.32">30263 8992 49471 0,'-2'-13'2192'0,"-6"8"448"0,-9-1-2112 0,4 0-528 16,13 6 0-16,0 0 0 0,0 0 880 0,0 0 64 0,0 0 16 0,0 11 0 16,0 3 64-16,2 6 32 15,0 2 0-15,-1 3 0 0,0 3-608 0,2 1-128 0,1 4-32 0,-2 0 0 16,1 1-144-16,1 0-16 15,0 0-128-15,1 0 192 0,-2 0-192 0,1-3 0 16,-2-2 0-16,1-3 0 0,-2-4 0 0,2-1 0 0,1-3 0 0,-2-2-160 31,0-3-768-31,-1-1-160 0,-1-12-16 0,0 0-16 16,0 0-1328-16,0 0-272 0,0 0-48 0,9-3-18416 0</inkml:trace>
  <inkml:trace contextRef="#ctx0" brushRef="#br0" timeOffset="108619.26">30533 9205 29487 0,'0'-7'2624'0,"-3"1"-2112"15,2-1-512-15,0 2 0 16,-2 0 4288-16,3 5 768 0,-5 0 128 0,-3-3 48 0,-1 3-2592 0,-1 3-512 16,-2 2-96-16,-1 2-32 0,-1 0-1104 0,-1 4-240 15,1 2-32-15,-2 3-16 0,-1-1-272 0,2 2-48 16,0 1-16-16,2-2 0 0,3 1-144 0,1 3-128 16,1-4 144-16,3 1-16 0,2-1-128 0,6 0 0 15,-2-1 0-15,5 0 0 0,4-2 0 0,3-2 0 16,2 0 0-16,6-2 0 0,4-1-320 0,4-3 32 15,3-1 16-15,3-1 0 16,2-2-752-16,2-1-128 0,1-1-48 0,2-2 0 16,-4-6-1024-16,0 0-208 0,-2-2-32 0,1-2-11920 15,-2-1-2384-15</inkml:trace>
  <inkml:trace contextRef="#ctx0" brushRef="#br0" timeOffset="108966.49">31180 8936 42271 0,'0'0'1872'0,"-6"-5"384"0,-1 0-1808 0,0 0-448 16,7 5 0-16,0 0 0 0,-6-2 1472 0,6 2 192 0,0 0 32 0,0 0 16 16,0 0 112-16,-4 7 32 0,1 3 0 0,2-1 0 15,0 2-1104-15,3 2-224 0,1 3-32 0,1 2-16 16,1-1-144-16,1 2-16 0,0 1-16 0,1 3 0 16,6-1-160-16,-1 3-16 0,-1 0-128 0,2 1 192 15,1 1-192-15,0 2 0 0,-2 2 0 0,0 1 0 16,0-1 0-16,-1 3 0 0,1-3 0 0,-2 0 0 0,-2-2 0 15,-1 0 0-15,-1-2 0 0,-1-2 0 0,-2-2 0 16,-2-2 0-16,-2-2 0 0,0-2 0 0,-2-1 0 0,-2-3 0 16,-3-2 0-16,0-1 0 0,-1-1 0 0,-3-2 0 15,-3 1 128-15,-2-2-128 0,0-3 0 0,-1-2 128 16,-3 1-128-16,1-2 0 0,-2-3 176 0,0-1-176 16,-2-1 192-16,1-2-48 0,0 3-144 0,0-2 0 15,1-3 0-15,3 1 0 0,0 0 0 0,4 0 0 16,3 0 0-16,2 1-160 15,0-2-640-15,4 2-128 0,2-2-32 0,3 1-15872 16,-1-1-3200-16</inkml:trace>
  <inkml:trace contextRef="#ctx0" brushRef="#br0" timeOffset="110055.08">29987 7945 14735 0,'0'0'1312'0,"-7"-2"-1056"16,-1 4-256-16,2-2 0 0,-1 0 2800 0,7 0 496 0,-6 2 96 0,6-2 32 15,0 0-1312-15,0 0-272 0,0 0-48 16,0 0-16-16,0 0-16 0,6 5 0 0,4-2 0 0,1 0 0 15,5-3-720-15,3 2-144 0,4-1-16 0,1 3-16 16,4-4-416-16,3 0-64 0,3 0-32 0,1 0 0 16,3 0-128-16,2 0-32 0,5 0 0 0,3 0 0 15,2 0-192-15,2 3 0 0,2 1 0 0,0-1 0 0,-5 0 0 0,-2 0 0 16,-2-1-176-16,-5 3 176 16,-5-3-704-16,-2 3-32 0,-3-2 0 0,-4 0 0 15,-5-1-1424-15,-4 0-272 0,-4 0-64 0</inkml:trace>
  <inkml:trace contextRef="#ctx0" brushRef="#br0" timeOffset="110601.72">32079 7983 33519 0,'0'0'1472'0,"0"0"320"0,0 0-1424 0,0 0-368 15,0 0 0-15,5 0 0 0,5 2 896 0,0-1 128 16,6 1 0-16,1-2 16 0,5 3 304 0,1 1 64 16,6-4 16-16,2 3 0 0,3 0-720 0,4-1-160 15,0 2-32-15,3-3 0 0,6 0-192 0,2 1-64 16,1-1 0-16,1 0 0 0,-5 1-256 0,0-1-144 15,1-1 16-15,-2 0 0 16,-3 0-1664-16,6 0-336 0,-6 0-64 0</inkml:trace>
  <inkml:trace contextRef="#ctx0" brushRef="#br0" timeOffset="111719.98">21557 8670 36863 0,'0'0'3264'0,"-7"4"-2608"0,1 0-528 0,-1 3-128 0,1 0 1296 0,1 5 240 15,-1 4 32-15,1 6 16 0,1 1-1216 16,0 10-240-16,1 5-128 0,1 6 128 0,2 6 416 0,0 3 96 15,0 6 0-15,2 6 16 0,0 8-112 0,1 38-32 16,-1-6 0-16,1-5 0 0,0-7-80 16,0 0-32-16,1-2 0 0,2 1 0 0,-2-6-128 0,1-6-16 15,0-5-16-15,1-8 0 0,-2-5-112 0,-1-4 0 16,-3-3-128-16,0-7 192 0,-1-1-64 0,-1-1 0 16,0-4-128-16,-1-6 192 0,-1-4-192 0,0-4 128 15,-1-2-128-15,1-6 0 0,0-3 0 0,0-4 0 16,2-4-128-16,2-9 128 15,0 0-1392-15,0 0-160 0,0 0-48 0,0 0 0 16,0 0-1952-16,2-16-400 0</inkml:trace>
  <inkml:trace contextRef="#ctx0" brushRef="#br0" timeOffset="113068.81">21992 8438 24879 0,'10'-15'1088'0,"-5"8"256"0,3-2-1088 0,1 2-256 0,4 1 0 0,5-1 0 16,4 1 3296-16,4-1 608 0,3 0 112 0,5-1 16 15,5-1-3376-15,5-1-656 0,3 1-176 0,5 0-16 0,6 1 192 16,3 1 0-16,0-4 0 0,1 2 0 15,1 0 176-15,5-2-48 0,6 0 0 0,10-2 0 0,5 0 240 0,4-2 32 16,5 1 16-16,51-6 0 0,-2 5 544 0,-1 0 128 16,0 0 0-16,3 2 16 0,3 4-608 0,4 1-128 15,-1-4-32-15,4 4 0 0,2 3-336 0,5 0 128 16,5 4-128-16,-2-3 0 0,1 1 256 0,2 0 0 16,2 6-16-16,4-3 0 0,3 0-112 0,-4 3-128 15,-2-2 176-15,4 2-176 0,2-2 128 0,1 1-128 16,2 1 0-16,-1-2 0 0,-2 1 0 0,-1-2 0 15,-2 0 128-15,0 1-128 0,-2-2 0 0,-4-2 128 16,-7 0-128-16,-2 2 0 0,-2 1 160 0,-6 0-160 16,-7-1 128-16,-4 1-128 0,-5 0 128 0,-6 1-128 15,-7-1 0-15,-3 4 128 0,-4 1-128 0,-6 2 0 16,-7-1 0-16,-4-1 0 0,-8-2 0 0,-6 2 0 16,-6 4 0-16,-5-1 0 0,-9-3 0 0,-9 2 0 15,-8-4 0-15,-8 3 0 0,-7 5 128 0,-5-4-128 16,-3 3 192-16,-7-1-64 0,-4-2 0 0,-3 1-128 15,-1-3 192-15,-3 1-64 0,-10-6 80 0,10 5 16 0,-10-5 0 16,7 4 0-16,-7-4 48 0,0 0 16 0,0 0 0 16,0 0 0-16,0 0 96 0,0 0 32 0,0 0 0 0,0 0 0 15,0 0-64-15,0 0-16 0,0 0 0 0,0 0 0 16,0 0-144-16,0 0-48 0,0 0 0 0,0 0 0 16,0 0-144-16,0 0 0 0,0 0 0 0,0 0 0 15,0 0 0-15,0 0 0 0,6-4 0 0,-6 4 0 16,7 0 0-16,-7 0 0 0,8 3 0 0,0-2 0 15,-8-1 0-15,7 1 0 0,0 4 0 0,1 1 0 0,-8-6 0 0,8 1 0 16,-8-1 0-16,10 2 0 0,1 4 0 16,-3-2 0-16,-8-4 0 0,8 5 0 0,2-1 0 0,-2 0 0 15,-8-4 0-15,9 4 0 0,1-1 0 0,-1 1 0 16,-1 2 0-16,-8-6 0 0,9 1 0 0,-9-1 0 16,10 1 0-16,-3-1 0 0,-7 0 0 0,8 3 0 15,-8-3 0-15,11 2 0 0,-2-2 0 0,-9 0 0 16,8-1 0-16,-8 1 0 0,7 0 0 0,-7 0 0 15,11 4 0-15,-3 1 0 0,-8-5 0 0,6 5 0 16,-6-5 0-16,8 12 0 0,0 6 0 0,0 6 0 16,-3 5 0-16,0-1 0 0,2 4 0 0,0 3 0 15,-1 6 0-15,3 2 0 0,1 3 0 0,5 8 0 16,1 4 0-16,0 9 0 0,0 1-144 0,3 3 144 16,2 1 0-16,4 0 0 0,1 1 0 0,1 0 0 15,-2-2 0-15,-1-2 0 0,-2-1-144 0,-1-5 144 16,-3-5 0-16,-2 0-144 0,-2-3 144 0,0-2 0 0,-2 1 0 0,-2-6-128 15,-2 0 128-15,-1 2 0 0,-5-4 0 0,0 4 0 16,-2-2 0-16,-2 0 0 0,-2-4 0 16,1-3 0-16,-3 1 0 0,2-4 0 0,-3-2 0 0,1-2 0 15,2-5 0-15,1-2 0 0,-3-3 0 0,1-3 0 16,1-2 0-16,2-3 0 0,-4-1 0 0,2 0 128 0,2-2-128 16,-1-3 0-16,3-10 0 0,-5 9 0 0,0-1 0 15,5-8 128-15,-8 9-128 0,1-5 0 0,7-4 0 0,-9 4 0 16,0 0 0-16,9-4 128 0,-10 3-128 0,1-1 0 15,0-2 0-15,-1 2 0 0,3-2 0 0,-3 0 0 16,0 0 0-16,-2-2 0 0,-1 1 0 0,-4-2 0 16,-2 2-176-16,-3-2 176 0,-2 1-320 0,-2-1 16 15,-4-1 16-15,-5 2 0 0,-7-1-96 0,-6 2 0 16,-9-3-16-16,-5 1 0 0,-4 1 64 0,-5-2 16 16,-4-2 0-16,-7 0 0 0,-11 1 320 0,-5-2-176 15,-5 5 176-15,-2-1-128 0,-5-3 128 0,-6 2 128 16,-8 1-128-16,-3 0 176 0,-4 1-32 0,-4 2 0 15,-8 2 0-15,0 1 0 0,-2-2-144 0,-5 3 160 16,-7 4-160-16,-1 0 160 0,-2 0-160 0,-3-1 0 16,-3 1 0-16,-3 3 0 0,-5-2 0 0,-2 1 0 15,-1 1 128-15,-3 2-128 0,-1-3 0 0,-4 3 0 16,-4-4 0-16,-3 2 0 0,-2-1 0 0,1-1-144 16,-2 2 144-16,-3-3-160 0,-4 2-16 0,-5 2 0 15,-3-4 0-15,0 3 0 0,0-5 176 0,3 1 0 16,2 4 0-16,4-3 0 0,3 1 256 0,4-3 144 15,0-1 32-15,7 3 0 0,11-1 144 0,8-1 48 16,5 5 0-16,8-3 0 0,6-2-224 0,10 1-32 0,7-1-16 0,12 1 0 16,11-5-32-16,11-2 0 0,11-2 0 0,10 0 0 15,6 2-32-15,14 0-16 0,10-5 0 0,8 1 0 16,5 2-144-16,7 0-128 0,3 2 144 0,6-2-144 16,4-1 0-16,3 3-160 0,11 0 0 0,0 0 0 15,0 0-1568-15,0 0-320 16,11 12-64-16,6-2-13440 0,6 1-2688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0E4C-9D73-450D-9ADE-73299D077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2B76C-A4D1-4144-8DEA-7CD62ADC2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DDC0C-1CF1-4BC6-A976-AA1A33714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D4432-5901-495D-A74F-0142ACDD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D3249-EA4C-4D9B-96A4-293C0DC8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8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C9A19-2082-4780-BC89-5B0084CF9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BBBC7-396C-4863-A616-5B90D4619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48B50-CD4B-4BFA-9DEC-EF7733045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8E2A7-A77B-4505-83FE-F98C65021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BB7AC-9960-49B5-B417-A0CBDE00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7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AD0CA-0680-447D-ADE4-404E31E4C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395D7-EBEC-498A-8C42-29A83B88A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C524E-BB4F-49C2-8AAD-BD8ECD933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E9CE6-DC33-41AE-BBAB-FF204F8E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76099-742F-491D-827E-3DB98E10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97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6728-55EC-45E6-8EC0-232E32DA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77B97-FCCD-47F3-BC19-96CBE3D27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2285D-C117-4E7F-9AF2-CD855C30D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6CB19-8168-4244-9B5D-BD0298BF6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205E6-0336-4312-81E9-C4D3DA46E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4710C-FDD6-4DE8-AE37-D54F0C3DB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1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F5D34-E2F8-48C9-8BA9-6F08270BD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0006E-64B6-4E13-91D5-12E66A105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06610-FA62-40CA-BC36-47FB63953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07CDD0-2C88-4B46-B2BD-99DB57888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8C7BC-F8A9-43B5-AA3F-7D3E9183B4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30D5C-3345-478F-9457-B9425A77D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05C6B7-1188-4C99-8EF1-BE47D9B42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DF154-BB49-4099-A998-E892059F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45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2BF5-0872-4C17-A57E-AF03F7507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41CA2-801F-4D93-BE48-660B3D2C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F88172-42E0-4726-924A-E413A060B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3615D-C06B-4D13-B602-D7E31FD88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9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24F65-A81D-4F1E-B1A7-46EE21049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3F4F4D-13BC-4E27-B168-02CF6D6B6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0A1DD-76CE-44C8-86B3-F741D2A91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6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28229-0D62-4948-B670-AB6190D6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2DD13-BCDE-4866-BACA-55151ECFD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44C34F-1E4C-400F-8332-8FD4B341F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9E918-D041-4959-B635-334F2853B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08CC5-F77A-4B7D-B7DC-B4C5684E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381D5-B65D-4B6B-9BC3-994088BB4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94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4072E-D4FA-40DA-955A-0270650F7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29903C-7B01-4B7F-9FDE-164800773B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40D65-DAC1-4388-B18F-223159A16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C3DC8-3696-4A86-A859-2BEBFE405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EBA45-D87E-4681-AF8D-474CE8F6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70EBE-E11D-4405-B782-A0A9C3FC9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094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59773-B843-473E-91B6-0CCABAE5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AA4BE-A114-40BC-AFC1-AC3C6F54D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E0AE6-9B87-4F42-B208-A7DC2DA6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C6C55-6C89-4F66-9A4F-CF93C5853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2F8BC-1703-4C3F-AA3A-76A0E4873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8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F89530-174C-483E-96AA-3319BF3FF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9A32D-3399-4C03-91A9-EB89407D3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B8435-0793-4BBA-A1C9-BAAB5B25E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C3F7D-F4FE-478A-BF9F-EE275229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54562-0E6C-4002-93DA-F450D565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58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0A50F2-109D-461A-AC66-7535CA787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DB84D-C63E-4D14-BB3A-3E508377C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E9A8C-4DD0-4DD9-9498-08165F5254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9364A-81A1-4A2E-9432-502F5057D5A5}" type="datetimeFigureOut">
              <a:rPr lang="en-US" smtClean="0"/>
              <a:t>5/16/2021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21CD0-B504-4950-8803-34652FB2A4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72B0B-E711-45D5-B65D-29656D9B2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38271-2CAD-4503-A9C3-44AC65765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59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6.png"/><Relationship Id="rId21" Type="http://schemas.openxmlformats.org/officeDocument/2006/relationships/image" Target="../media/image18.png"/><Relationship Id="rId42" Type="http://schemas.openxmlformats.org/officeDocument/2006/relationships/customXml" Target="../ink/ink26.xml"/><Relationship Id="rId63" Type="http://schemas.openxmlformats.org/officeDocument/2006/relationships/image" Target="../media/image39.png"/><Relationship Id="rId84" Type="http://schemas.openxmlformats.org/officeDocument/2006/relationships/customXml" Target="../ink/ink47.xml"/><Relationship Id="rId138" Type="http://schemas.openxmlformats.org/officeDocument/2006/relationships/customXml" Target="../ink/ink74.xml"/><Relationship Id="rId159" Type="http://schemas.openxmlformats.org/officeDocument/2006/relationships/image" Target="../media/image87.png"/><Relationship Id="rId170" Type="http://schemas.openxmlformats.org/officeDocument/2006/relationships/customXml" Target="../ink/ink90.xml"/><Relationship Id="rId191" Type="http://schemas.openxmlformats.org/officeDocument/2006/relationships/image" Target="../media/image103.png"/><Relationship Id="rId205" Type="http://schemas.openxmlformats.org/officeDocument/2006/relationships/image" Target="../media/image110.png"/><Relationship Id="rId107" Type="http://schemas.openxmlformats.org/officeDocument/2006/relationships/image" Target="../media/image61.png"/><Relationship Id="rId11" Type="http://schemas.openxmlformats.org/officeDocument/2006/relationships/image" Target="../media/image13.png"/><Relationship Id="rId32" Type="http://schemas.openxmlformats.org/officeDocument/2006/relationships/customXml" Target="../ink/ink21.xml"/><Relationship Id="rId53" Type="http://schemas.openxmlformats.org/officeDocument/2006/relationships/image" Target="../media/image34.png"/><Relationship Id="rId74" Type="http://schemas.openxmlformats.org/officeDocument/2006/relationships/customXml" Target="../ink/ink42.xml"/><Relationship Id="rId128" Type="http://schemas.openxmlformats.org/officeDocument/2006/relationships/customXml" Target="../ink/ink69.xml"/><Relationship Id="rId149" Type="http://schemas.openxmlformats.org/officeDocument/2006/relationships/image" Target="../media/image82.png"/><Relationship Id="rId5" Type="http://schemas.openxmlformats.org/officeDocument/2006/relationships/image" Target="../media/image10.png"/><Relationship Id="rId95" Type="http://schemas.openxmlformats.org/officeDocument/2006/relationships/image" Target="../media/image55.png"/><Relationship Id="rId160" Type="http://schemas.openxmlformats.org/officeDocument/2006/relationships/customXml" Target="../ink/ink85.xml"/><Relationship Id="rId181" Type="http://schemas.openxmlformats.org/officeDocument/2006/relationships/image" Target="../media/image98.png"/><Relationship Id="rId22" Type="http://schemas.openxmlformats.org/officeDocument/2006/relationships/customXml" Target="../ink/ink16.xml"/><Relationship Id="rId43" Type="http://schemas.openxmlformats.org/officeDocument/2006/relationships/image" Target="../media/image29.png"/><Relationship Id="rId64" Type="http://schemas.openxmlformats.org/officeDocument/2006/relationships/customXml" Target="../ink/ink37.xml"/><Relationship Id="rId118" Type="http://schemas.openxmlformats.org/officeDocument/2006/relationships/customXml" Target="../ink/ink64.xml"/><Relationship Id="rId139" Type="http://schemas.openxmlformats.org/officeDocument/2006/relationships/image" Target="../media/image77.png"/><Relationship Id="rId85" Type="http://schemas.openxmlformats.org/officeDocument/2006/relationships/image" Target="../media/image50.png"/><Relationship Id="rId150" Type="http://schemas.openxmlformats.org/officeDocument/2006/relationships/customXml" Target="../ink/ink80.xml"/><Relationship Id="rId171" Type="http://schemas.openxmlformats.org/officeDocument/2006/relationships/image" Target="../media/image93.png"/><Relationship Id="rId192" Type="http://schemas.openxmlformats.org/officeDocument/2006/relationships/customXml" Target="../ink/ink101.xml"/><Relationship Id="rId206" Type="http://schemas.openxmlformats.org/officeDocument/2006/relationships/customXml" Target="../ink/ink108.xml"/><Relationship Id="rId12" Type="http://schemas.openxmlformats.org/officeDocument/2006/relationships/customXml" Target="../ink/ink11.xml"/><Relationship Id="rId33" Type="http://schemas.openxmlformats.org/officeDocument/2006/relationships/image" Target="../media/image24.png"/><Relationship Id="rId108" Type="http://schemas.openxmlformats.org/officeDocument/2006/relationships/customXml" Target="../ink/ink59.xml"/><Relationship Id="rId129" Type="http://schemas.openxmlformats.org/officeDocument/2006/relationships/image" Target="../media/image72.png"/><Relationship Id="rId54" Type="http://schemas.openxmlformats.org/officeDocument/2006/relationships/customXml" Target="../ink/ink32.xml"/><Relationship Id="rId75" Type="http://schemas.openxmlformats.org/officeDocument/2006/relationships/image" Target="../media/image45.png"/><Relationship Id="rId96" Type="http://schemas.openxmlformats.org/officeDocument/2006/relationships/customXml" Target="../ink/ink53.xml"/><Relationship Id="rId140" Type="http://schemas.openxmlformats.org/officeDocument/2006/relationships/customXml" Target="../ink/ink75.xml"/><Relationship Id="rId161" Type="http://schemas.openxmlformats.org/officeDocument/2006/relationships/image" Target="../media/image88.png"/><Relationship Id="rId182" Type="http://schemas.openxmlformats.org/officeDocument/2006/relationships/customXml" Target="../ink/ink96.xml"/><Relationship Id="rId6" Type="http://schemas.openxmlformats.org/officeDocument/2006/relationships/customXml" Target="../ink/ink8.xml"/><Relationship Id="rId23" Type="http://schemas.openxmlformats.org/officeDocument/2006/relationships/image" Target="../media/image19.png"/><Relationship Id="rId119" Type="http://schemas.openxmlformats.org/officeDocument/2006/relationships/image" Target="../media/image67.png"/><Relationship Id="rId44" Type="http://schemas.openxmlformats.org/officeDocument/2006/relationships/customXml" Target="../ink/ink27.xml"/><Relationship Id="rId65" Type="http://schemas.openxmlformats.org/officeDocument/2006/relationships/image" Target="../media/image40.png"/><Relationship Id="rId86" Type="http://schemas.openxmlformats.org/officeDocument/2006/relationships/customXml" Target="../ink/ink48.xml"/><Relationship Id="rId130" Type="http://schemas.openxmlformats.org/officeDocument/2006/relationships/customXml" Target="../ink/ink70.xml"/><Relationship Id="rId151" Type="http://schemas.openxmlformats.org/officeDocument/2006/relationships/image" Target="../media/image83.png"/><Relationship Id="rId172" Type="http://schemas.openxmlformats.org/officeDocument/2006/relationships/customXml" Target="../ink/ink91.xml"/><Relationship Id="rId193" Type="http://schemas.openxmlformats.org/officeDocument/2006/relationships/image" Target="../media/image104.png"/><Relationship Id="rId207" Type="http://schemas.openxmlformats.org/officeDocument/2006/relationships/image" Target="../media/image111.png"/><Relationship Id="rId13" Type="http://schemas.openxmlformats.org/officeDocument/2006/relationships/image" Target="../media/image14.png"/><Relationship Id="rId109" Type="http://schemas.openxmlformats.org/officeDocument/2006/relationships/image" Target="../media/image62.png"/><Relationship Id="rId34" Type="http://schemas.openxmlformats.org/officeDocument/2006/relationships/customXml" Target="../ink/ink22.xml"/><Relationship Id="rId55" Type="http://schemas.openxmlformats.org/officeDocument/2006/relationships/image" Target="../media/image35.png"/><Relationship Id="rId76" Type="http://schemas.openxmlformats.org/officeDocument/2006/relationships/customXml" Target="../ink/ink43.xml"/><Relationship Id="rId97" Type="http://schemas.openxmlformats.org/officeDocument/2006/relationships/image" Target="../media/image56.png"/><Relationship Id="rId120" Type="http://schemas.openxmlformats.org/officeDocument/2006/relationships/customXml" Target="../ink/ink65.xml"/><Relationship Id="rId141" Type="http://schemas.openxmlformats.org/officeDocument/2006/relationships/image" Target="../media/image78.png"/><Relationship Id="rId7" Type="http://schemas.openxmlformats.org/officeDocument/2006/relationships/image" Target="../media/image11.png"/><Relationship Id="rId162" Type="http://schemas.openxmlformats.org/officeDocument/2006/relationships/customXml" Target="../ink/ink86.xml"/><Relationship Id="rId183" Type="http://schemas.openxmlformats.org/officeDocument/2006/relationships/image" Target="../media/image99.png"/><Relationship Id="rId24" Type="http://schemas.openxmlformats.org/officeDocument/2006/relationships/customXml" Target="../ink/ink17.xml"/><Relationship Id="rId45" Type="http://schemas.openxmlformats.org/officeDocument/2006/relationships/image" Target="../media/image30.png"/><Relationship Id="rId66" Type="http://schemas.openxmlformats.org/officeDocument/2006/relationships/customXml" Target="../ink/ink38.xml"/><Relationship Id="rId87" Type="http://schemas.openxmlformats.org/officeDocument/2006/relationships/image" Target="../media/image51.png"/><Relationship Id="rId110" Type="http://schemas.openxmlformats.org/officeDocument/2006/relationships/customXml" Target="../ink/ink60.xml"/><Relationship Id="rId131" Type="http://schemas.openxmlformats.org/officeDocument/2006/relationships/image" Target="../media/image73.png"/><Relationship Id="rId61" Type="http://schemas.openxmlformats.org/officeDocument/2006/relationships/image" Target="../media/image38.png"/><Relationship Id="rId82" Type="http://schemas.openxmlformats.org/officeDocument/2006/relationships/customXml" Target="../ink/ink46.xml"/><Relationship Id="rId152" Type="http://schemas.openxmlformats.org/officeDocument/2006/relationships/customXml" Target="../ink/ink81.xml"/><Relationship Id="rId173" Type="http://schemas.openxmlformats.org/officeDocument/2006/relationships/image" Target="../media/image94.png"/><Relationship Id="rId194" Type="http://schemas.openxmlformats.org/officeDocument/2006/relationships/customXml" Target="../ink/ink102.xml"/><Relationship Id="rId199" Type="http://schemas.openxmlformats.org/officeDocument/2006/relationships/image" Target="../media/image107.png"/><Relationship Id="rId203" Type="http://schemas.openxmlformats.org/officeDocument/2006/relationships/image" Target="../media/image109.png"/><Relationship Id="rId208" Type="http://schemas.openxmlformats.org/officeDocument/2006/relationships/customXml" Target="../ink/ink109.xml"/><Relationship Id="rId19" Type="http://schemas.openxmlformats.org/officeDocument/2006/relationships/image" Target="../media/image17.png"/><Relationship Id="rId14" Type="http://schemas.openxmlformats.org/officeDocument/2006/relationships/customXml" Target="../ink/ink12.xml"/><Relationship Id="rId30" Type="http://schemas.openxmlformats.org/officeDocument/2006/relationships/customXml" Target="../ink/ink20.xml"/><Relationship Id="rId35" Type="http://schemas.openxmlformats.org/officeDocument/2006/relationships/image" Target="../media/image25.png"/><Relationship Id="rId56" Type="http://schemas.openxmlformats.org/officeDocument/2006/relationships/customXml" Target="../ink/ink33.xml"/><Relationship Id="rId77" Type="http://schemas.openxmlformats.org/officeDocument/2006/relationships/image" Target="../media/image46.png"/><Relationship Id="rId100" Type="http://schemas.openxmlformats.org/officeDocument/2006/relationships/customXml" Target="../ink/ink55.xml"/><Relationship Id="rId105" Type="http://schemas.openxmlformats.org/officeDocument/2006/relationships/image" Target="../media/image60.png"/><Relationship Id="rId126" Type="http://schemas.openxmlformats.org/officeDocument/2006/relationships/customXml" Target="../ink/ink68.xml"/><Relationship Id="rId147" Type="http://schemas.openxmlformats.org/officeDocument/2006/relationships/image" Target="../media/image81.png"/><Relationship Id="rId168" Type="http://schemas.openxmlformats.org/officeDocument/2006/relationships/customXml" Target="../ink/ink89.xml"/><Relationship Id="rId8" Type="http://schemas.openxmlformats.org/officeDocument/2006/relationships/customXml" Target="../ink/ink9.xml"/><Relationship Id="rId51" Type="http://schemas.openxmlformats.org/officeDocument/2006/relationships/image" Target="../media/image33.png"/><Relationship Id="rId72" Type="http://schemas.openxmlformats.org/officeDocument/2006/relationships/customXml" Target="../ink/ink41.xml"/><Relationship Id="rId93" Type="http://schemas.openxmlformats.org/officeDocument/2006/relationships/image" Target="../media/image54.png"/><Relationship Id="rId98" Type="http://schemas.openxmlformats.org/officeDocument/2006/relationships/customXml" Target="../ink/ink54.xml"/><Relationship Id="rId121" Type="http://schemas.openxmlformats.org/officeDocument/2006/relationships/image" Target="../media/image68.png"/><Relationship Id="rId142" Type="http://schemas.openxmlformats.org/officeDocument/2006/relationships/customXml" Target="../ink/ink76.xml"/><Relationship Id="rId163" Type="http://schemas.openxmlformats.org/officeDocument/2006/relationships/image" Target="../media/image89.png"/><Relationship Id="rId184" Type="http://schemas.openxmlformats.org/officeDocument/2006/relationships/customXml" Target="../ink/ink97.xml"/><Relationship Id="rId189" Type="http://schemas.openxmlformats.org/officeDocument/2006/relationships/image" Target="../media/image102.png"/><Relationship Id="rId3" Type="http://schemas.openxmlformats.org/officeDocument/2006/relationships/image" Target="../media/image9.png"/><Relationship Id="rId25" Type="http://schemas.openxmlformats.org/officeDocument/2006/relationships/image" Target="../media/image20.png"/><Relationship Id="rId46" Type="http://schemas.openxmlformats.org/officeDocument/2006/relationships/customXml" Target="../ink/ink28.xml"/><Relationship Id="rId67" Type="http://schemas.openxmlformats.org/officeDocument/2006/relationships/image" Target="../media/image41.png"/><Relationship Id="rId116" Type="http://schemas.openxmlformats.org/officeDocument/2006/relationships/customXml" Target="../ink/ink63.xml"/><Relationship Id="rId137" Type="http://schemas.openxmlformats.org/officeDocument/2006/relationships/image" Target="../media/image76.png"/><Relationship Id="rId158" Type="http://schemas.openxmlformats.org/officeDocument/2006/relationships/customXml" Target="../ink/ink84.xml"/><Relationship Id="rId20" Type="http://schemas.openxmlformats.org/officeDocument/2006/relationships/customXml" Target="../ink/ink15.xml"/><Relationship Id="rId41" Type="http://schemas.openxmlformats.org/officeDocument/2006/relationships/image" Target="../media/image28.png"/><Relationship Id="rId62" Type="http://schemas.openxmlformats.org/officeDocument/2006/relationships/customXml" Target="../ink/ink36.xml"/><Relationship Id="rId83" Type="http://schemas.openxmlformats.org/officeDocument/2006/relationships/image" Target="../media/image49.png"/><Relationship Id="rId88" Type="http://schemas.openxmlformats.org/officeDocument/2006/relationships/customXml" Target="../ink/ink49.xml"/><Relationship Id="rId111" Type="http://schemas.openxmlformats.org/officeDocument/2006/relationships/image" Target="../media/image63.png"/><Relationship Id="rId132" Type="http://schemas.openxmlformats.org/officeDocument/2006/relationships/customXml" Target="../ink/ink71.xml"/><Relationship Id="rId153" Type="http://schemas.openxmlformats.org/officeDocument/2006/relationships/image" Target="../media/image84.png"/><Relationship Id="rId174" Type="http://schemas.openxmlformats.org/officeDocument/2006/relationships/customXml" Target="../ink/ink92.xml"/><Relationship Id="rId179" Type="http://schemas.openxmlformats.org/officeDocument/2006/relationships/image" Target="../media/image97.png"/><Relationship Id="rId195" Type="http://schemas.openxmlformats.org/officeDocument/2006/relationships/image" Target="../media/image105.png"/><Relationship Id="rId209" Type="http://schemas.openxmlformats.org/officeDocument/2006/relationships/image" Target="../media/image112.png"/><Relationship Id="rId190" Type="http://schemas.openxmlformats.org/officeDocument/2006/relationships/customXml" Target="../ink/ink100.xml"/><Relationship Id="rId204" Type="http://schemas.openxmlformats.org/officeDocument/2006/relationships/customXml" Target="../ink/ink107.xml"/><Relationship Id="rId15" Type="http://schemas.openxmlformats.org/officeDocument/2006/relationships/image" Target="../media/image15.png"/><Relationship Id="rId36" Type="http://schemas.openxmlformats.org/officeDocument/2006/relationships/customXml" Target="../ink/ink23.xml"/><Relationship Id="rId57" Type="http://schemas.openxmlformats.org/officeDocument/2006/relationships/image" Target="../media/image36.png"/><Relationship Id="rId106" Type="http://schemas.openxmlformats.org/officeDocument/2006/relationships/customXml" Target="../ink/ink58.xml"/><Relationship Id="rId127" Type="http://schemas.openxmlformats.org/officeDocument/2006/relationships/image" Target="../media/image71.png"/><Relationship Id="rId10" Type="http://schemas.openxmlformats.org/officeDocument/2006/relationships/customXml" Target="../ink/ink10.xml"/><Relationship Id="rId31" Type="http://schemas.openxmlformats.org/officeDocument/2006/relationships/image" Target="../media/image23.png"/><Relationship Id="rId52" Type="http://schemas.openxmlformats.org/officeDocument/2006/relationships/customXml" Target="../ink/ink31.xml"/><Relationship Id="rId73" Type="http://schemas.openxmlformats.org/officeDocument/2006/relationships/image" Target="../media/image44.png"/><Relationship Id="rId78" Type="http://schemas.openxmlformats.org/officeDocument/2006/relationships/customXml" Target="../ink/ink44.xml"/><Relationship Id="rId94" Type="http://schemas.openxmlformats.org/officeDocument/2006/relationships/customXml" Target="../ink/ink52.xml"/><Relationship Id="rId99" Type="http://schemas.openxmlformats.org/officeDocument/2006/relationships/image" Target="../media/image57.png"/><Relationship Id="rId101" Type="http://schemas.openxmlformats.org/officeDocument/2006/relationships/image" Target="../media/image58.png"/><Relationship Id="rId122" Type="http://schemas.openxmlformats.org/officeDocument/2006/relationships/customXml" Target="../ink/ink66.xml"/><Relationship Id="rId143" Type="http://schemas.openxmlformats.org/officeDocument/2006/relationships/image" Target="../media/image79.png"/><Relationship Id="rId148" Type="http://schemas.openxmlformats.org/officeDocument/2006/relationships/customXml" Target="../ink/ink79.xml"/><Relationship Id="rId164" Type="http://schemas.openxmlformats.org/officeDocument/2006/relationships/customXml" Target="../ink/ink87.xml"/><Relationship Id="rId169" Type="http://schemas.openxmlformats.org/officeDocument/2006/relationships/image" Target="../media/image92.png"/><Relationship Id="rId185" Type="http://schemas.openxmlformats.org/officeDocument/2006/relationships/image" Target="../media/image100.png"/><Relationship Id="rId4" Type="http://schemas.openxmlformats.org/officeDocument/2006/relationships/customXml" Target="../ink/ink7.xml"/><Relationship Id="rId9" Type="http://schemas.openxmlformats.org/officeDocument/2006/relationships/image" Target="../media/image12.png"/><Relationship Id="rId180" Type="http://schemas.openxmlformats.org/officeDocument/2006/relationships/customXml" Target="../ink/ink95.xml"/><Relationship Id="rId26" Type="http://schemas.openxmlformats.org/officeDocument/2006/relationships/customXml" Target="../ink/ink18.xml"/><Relationship Id="rId47" Type="http://schemas.openxmlformats.org/officeDocument/2006/relationships/image" Target="../media/image31.png"/><Relationship Id="rId68" Type="http://schemas.openxmlformats.org/officeDocument/2006/relationships/customXml" Target="../ink/ink39.xml"/><Relationship Id="rId89" Type="http://schemas.openxmlformats.org/officeDocument/2006/relationships/image" Target="../media/image52.png"/><Relationship Id="rId112" Type="http://schemas.openxmlformats.org/officeDocument/2006/relationships/customXml" Target="../ink/ink61.xml"/><Relationship Id="rId133" Type="http://schemas.openxmlformats.org/officeDocument/2006/relationships/image" Target="../media/image74.png"/><Relationship Id="rId154" Type="http://schemas.openxmlformats.org/officeDocument/2006/relationships/customXml" Target="../ink/ink82.xml"/><Relationship Id="rId175" Type="http://schemas.openxmlformats.org/officeDocument/2006/relationships/image" Target="../media/image95.png"/><Relationship Id="rId196" Type="http://schemas.openxmlformats.org/officeDocument/2006/relationships/customXml" Target="../ink/ink103.xml"/><Relationship Id="rId200" Type="http://schemas.openxmlformats.org/officeDocument/2006/relationships/customXml" Target="../ink/ink105.xml"/><Relationship Id="rId16" Type="http://schemas.openxmlformats.org/officeDocument/2006/relationships/customXml" Target="../ink/ink13.xml"/><Relationship Id="rId37" Type="http://schemas.openxmlformats.org/officeDocument/2006/relationships/image" Target="../media/image26.png"/><Relationship Id="rId58" Type="http://schemas.openxmlformats.org/officeDocument/2006/relationships/customXml" Target="../ink/ink34.xml"/><Relationship Id="rId79" Type="http://schemas.openxmlformats.org/officeDocument/2006/relationships/image" Target="../media/image47.png"/><Relationship Id="rId102" Type="http://schemas.openxmlformats.org/officeDocument/2006/relationships/customXml" Target="../ink/ink56.xml"/><Relationship Id="rId123" Type="http://schemas.openxmlformats.org/officeDocument/2006/relationships/image" Target="../media/image69.png"/><Relationship Id="rId144" Type="http://schemas.openxmlformats.org/officeDocument/2006/relationships/customXml" Target="../ink/ink77.xml"/><Relationship Id="rId90" Type="http://schemas.openxmlformats.org/officeDocument/2006/relationships/customXml" Target="../ink/ink50.xml"/><Relationship Id="rId165" Type="http://schemas.openxmlformats.org/officeDocument/2006/relationships/image" Target="../media/image90.png"/><Relationship Id="rId186" Type="http://schemas.openxmlformats.org/officeDocument/2006/relationships/customXml" Target="../ink/ink98.xml"/><Relationship Id="rId27" Type="http://schemas.openxmlformats.org/officeDocument/2006/relationships/image" Target="../media/image21.png"/><Relationship Id="rId48" Type="http://schemas.openxmlformats.org/officeDocument/2006/relationships/customXml" Target="../ink/ink29.xml"/><Relationship Id="rId69" Type="http://schemas.openxmlformats.org/officeDocument/2006/relationships/image" Target="../media/image42.png"/><Relationship Id="rId113" Type="http://schemas.openxmlformats.org/officeDocument/2006/relationships/image" Target="../media/image64.png"/><Relationship Id="rId134" Type="http://schemas.openxmlformats.org/officeDocument/2006/relationships/customXml" Target="../ink/ink72.xml"/><Relationship Id="rId80" Type="http://schemas.openxmlformats.org/officeDocument/2006/relationships/customXml" Target="../ink/ink45.xml"/><Relationship Id="rId155" Type="http://schemas.openxmlformats.org/officeDocument/2006/relationships/image" Target="../media/image85.png"/><Relationship Id="rId176" Type="http://schemas.openxmlformats.org/officeDocument/2006/relationships/customXml" Target="../ink/ink93.xml"/><Relationship Id="rId197" Type="http://schemas.openxmlformats.org/officeDocument/2006/relationships/image" Target="../media/image106.png"/><Relationship Id="rId201" Type="http://schemas.openxmlformats.org/officeDocument/2006/relationships/image" Target="../media/image108.png"/><Relationship Id="rId17" Type="http://schemas.openxmlformats.org/officeDocument/2006/relationships/image" Target="../media/image16.png"/><Relationship Id="rId38" Type="http://schemas.openxmlformats.org/officeDocument/2006/relationships/customXml" Target="../ink/ink24.xml"/><Relationship Id="rId59" Type="http://schemas.openxmlformats.org/officeDocument/2006/relationships/image" Target="../media/image37.png"/><Relationship Id="rId103" Type="http://schemas.openxmlformats.org/officeDocument/2006/relationships/image" Target="../media/image59.png"/><Relationship Id="rId124" Type="http://schemas.openxmlformats.org/officeDocument/2006/relationships/customXml" Target="../ink/ink67.xml"/><Relationship Id="rId70" Type="http://schemas.openxmlformats.org/officeDocument/2006/relationships/customXml" Target="../ink/ink40.xml"/><Relationship Id="rId91" Type="http://schemas.openxmlformats.org/officeDocument/2006/relationships/image" Target="../media/image53.png"/><Relationship Id="rId145" Type="http://schemas.openxmlformats.org/officeDocument/2006/relationships/image" Target="../media/image80.png"/><Relationship Id="rId166" Type="http://schemas.openxmlformats.org/officeDocument/2006/relationships/customXml" Target="../ink/ink88.xml"/><Relationship Id="rId187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9.xml"/><Relationship Id="rId49" Type="http://schemas.openxmlformats.org/officeDocument/2006/relationships/image" Target="../media/image32.png"/><Relationship Id="rId114" Type="http://schemas.openxmlformats.org/officeDocument/2006/relationships/customXml" Target="../ink/ink62.xml"/><Relationship Id="rId60" Type="http://schemas.openxmlformats.org/officeDocument/2006/relationships/customXml" Target="../ink/ink35.xml"/><Relationship Id="rId81" Type="http://schemas.openxmlformats.org/officeDocument/2006/relationships/image" Target="../media/image48.png"/><Relationship Id="rId135" Type="http://schemas.openxmlformats.org/officeDocument/2006/relationships/image" Target="../media/image75.png"/><Relationship Id="rId156" Type="http://schemas.openxmlformats.org/officeDocument/2006/relationships/customXml" Target="../ink/ink83.xml"/><Relationship Id="rId177" Type="http://schemas.openxmlformats.org/officeDocument/2006/relationships/image" Target="../media/image96.png"/><Relationship Id="rId198" Type="http://schemas.openxmlformats.org/officeDocument/2006/relationships/customXml" Target="../ink/ink104.xml"/><Relationship Id="rId202" Type="http://schemas.openxmlformats.org/officeDocument/2006/relationships/customXml" Target="../ink/ink106.xml"/><Relationship Id="rId18" Type="http://schemas.openxmlformats.org/officeDocument/2006/relationships/customXml" Target="../ink/ink14.xml"/><Relationship Id="rId39" Type="http://schemas.openxmlformats.org/officeDocument/2006/relationships/image" Target="../media/image27.png"/><Relationship Id="rId50" Type="http://schemas.openxmlformats.org/officeDocument/2006/relationships/customXml" Target="../ink/ink30.xml"/><Relationship Id="rId104" Type="http://schemas.openxmlformats.org/officeDocument/2006/relationships/customXml" Target="../ink/ink57.xml"/><Relationship Id="rId125" Type="http://schemas.openxmlformats.org/officeDocument/2006/relationships/image" Target="../media/image70.png"/><Relationship Id="rId146" Type="http://schemas.openxmlformats.org/officeDocument/2006/relationships/customXml" Target="../ink/ink78.xml"/><Relationship Id="rId167" Type="http://schemas.openxmlformats.org/officeDocument/2006/relationships/image" Target="../media/image91.png"/><Relationship Id="rId188" Type="http://schemas.openxmlformats.org/officeDocument/2006/relationships/customXml" Target="../ink/ink99.xml"/><Relationship Id="rId71" Type="http://schemas.openxmlformats.org/officeDocument/2006/relationships/image" Target="../media/image43.png"/><Relationship Id="rId92" Type="http://schemas.openxmlformats.org/officeDocument/2006/relationships/customXml" Target="../ink/ink51.xml"/><Relationship Id="rId2" Type="http://schemas.openxmlformats.org/officeDocument/2006/relationships/customXml" Target="../ink/ink6.xml"/><Relationship Id="rId29" Type="http://schemas.openxmlformats.org/officeDocument/2006/relationships/image" Target="../media/image22.png"/><Relationship Id="rId40" Type="http://schemas.openxmlformats.org/officeDocument/2006/relationships/customXml" Target="../ink/ink25.xml"/><Relationship Id="rId115" Type="http://schemas.openxmlformats.org/officeDocument/2006/relationships/image" Target="../media/image65.png"/><Relationship Id="rId136" Type="http://schemas.openxmlformats.org/officeDocument/2006/relationships/customXml" Target="../ink/ink73.xml"/><Relationship Id="rId157" Type="http://schemas.openxmlformats.org/officeDocument/2006/relationships/image" Target="../media/image86.png"/><Relationship Id="rId178" Type="http://schemas.openxmlformats.org/officeDocument/2006/relationships/customXml" Target="../ink/ink94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8.png"/><Relationship Id="rId18" Type="http://schemas.openxmlformats.org/officeDocument/2006/relationships/customXml" Target="../ink/ink118.xml"/><Relationship Id="rId26" Type="http://schemas.openxmlformats.org/officeDocument/2006/relationships/customXml" Target="../ink/ink122.xml"/><Relationship Id="rId39" Type="http://schemas.openxmlformats.org/officeDocument/2006/relationships/image" Target="../media/image131.png"/><Relationship Id="rId21" Type="http://schemas.openxmlformats.org/officeDocument/2006/relationships/image" Target="../media/image122.png"/><Relationship Id="rId34" Type="http://schemas.openxmlformats.org/officeDocument/2006/relationships/customXml" Target="../ink/ink126.xml"/><Relationship Id="rId42" Type="http://schemas.openxmlformats.org/officeDocument/2006/relationships/customXml" Target="../ink/ink130.xml"/><Relationship Id="rId47" Type="http://schemas.openxmlformats.org/officeDocument/2006/relationships/image" Target="../media/image135.png"/><Relationship Id="rId7" Type="http://schemas.openxmlformats.org/officeDocument/2006/relationships/image" Target="../media/image115.png"/><Relationship Id="rId2" Type="http://schemas.openxmlformats.org/officeDocument/2006/relationships/customXml" Target="../ink/ink110.xml"/><Relationship Id="rId16" Type="http://schemas.openxmlformats.org/officeDocument/2006/relationships/customXml" Target="../ink/ink117.xml"/><Relationship Id="rId29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2.xml"/><Relationship Id="rId11" Type="http://schemas.openxmlformats.org/officeDocument/2006/relationships/image" Target="../media/image117.png"/><Relationship Id="rId24" Type="http://schemas.openxmlformats.org/officeDocument/2006/relationships/customXml" Target="../ink/ink121.xml"/><Relationship Id="rId32" Type="http://schemas.openxmlformats.org/officeDocument/2006/relationships/customXml" Target="../ink/ink125.xml"/><Relationship Id="rId37" Type="http://schemas.openxmlformats.org/officeDocument/2006/relationships/image" Target="../media/image130.png"/><Relationship Id="rId40" Type="http://schemas.openxmlformats.org/officeDocument/2006/relationships/customXml" Target="../ink/ink129.xml"/><Relationship Id="rId45" Type="http://schemas.openxmlformats.org/officeDocument/2006/relationships/image" Target="../media/image134.png"/><Relationship Id="rId5" Type="http://schemas.openxmlformats.org/officeDocument/2006/relationships/image" Target="../media/image114.png"/><Relationship Id="rId15" Type="http://schemas.openxmlformats.org/officeDocument/2006/relationships/image" Target="../media/image119.png"/><Relationship Id="rId23" Type="http://schemas.openxmlformats.org/officeDocument/2006/relationships/image" Target="../media/image123.png"/><Relationship Id="rId28" Type="http://schemas.openxmlformats.org/officeDocument/2006/relationships/customXml" Target="../ink/ink123.xml"/><Relationship Id="rId36" Type="http://schemas.openxmlformats.org/officeDocument/2006/relationships/customXml" Target="../ink/ink127.xml"/><Relationship Id="rId10" Type="http://schemas.openxmlformats.org/officeDocument/2006/relationships/customXml" Target="../ink/ink114.xml"/><Relationship Id="rId19" Type="http://schemas.openxmlformats.org/officeDocument/2006/relationships/image" Target="../media/image121.png"/><Relationship Id="rId31" Type="http://schemas.openxmlformats.org/officeDocument/2006/relationships/image" Target="../media/image127.png"/><Relationship Id="rId44" Type="http://schemas.openxmlformats.org/officeDocument/2006/relationships/customXml" Target="../ink/ink131.xml"/><Relationship Id="rId4" Type="http://schemas.openxmlformats.org/officeDocument/2006/relationships/customXml" Target="../ink/ink111.xml"/><Relationship Id="rId9" Type="http://schemas.openxmlformats.org/officeDocument/2006/relationships/image" Target="../media/image116.png"/><Relationship Id="rId14" Type="http://schemas.openxmlformats.org/officeDocument/2006/relationships/customXml" Target="../ink/ink116.xml"/><Relationship Id="rId22" Type="http://schemas.openxmlformats.org/officeDocument/2006/relationships/customXml" Target="../ink/ink120.xml"/><Relationship Id="rId27" Type="http://schemas.openxmlformats.org/officeDocument/2006/relationships/image" Target="../media/image125.png"/><Relationship Id="rId30" Type="http://schemas.openxmlformats.org/officeDocument/2006/relationships/customXml" Target="../ink/ink124.xml"/><Relationship Id="rId35" Type="http://schemas.openxmlformats.org/officeDocument/2006/relationships/image" Target="../media/image129.png"/><Relationship Id="rId43" Type="http://schemas.openxmlformats.org/officeDocument/2006/relationships/image" Target="../media/image133.png"/><Relationship Id="rId8" Type="http://schemas.openxmlformats.org/officeDocument/2006/relationships/customXml" Target="../ink/ink113.xml"/><Relationship Id="rId3" Type="http://schemas.openxmlformats.org/officeDocument/2006/relationships/image" Target="../media/image113.png"/><Relationship Id="rId12" Type="http://schemas.openxmlformats.org/officeDocument/2006/relationships/customXml" Target="../ink/ink115.xml"/><Relationship Id="rId17" Type="http://schemas.openxmlformats.org/officeDocument/2006/relationships/image" Target="../media/image120.png"/><Relationship Id="rId25" Type="http://schemas.openxmlformats.org/officeDocument/2006/relationships/image" Target="../media/image124.png"/><Relationship Id="rId33" Type="http://schemas.openxmlformats.org/officeDocument/2006/relationships/image" Target="../media/image128.png"/><Relationship Id="rId38" Type="http://schemas.openxmlformats.org/officeDocument/2006/relationships/customXml" Target="../ink/ink128.xml"/><Relationship Id="rId46" Type="http://schemas.openxmlformats.org/officeDocument/2006/relationships/customXml" Target="../ink/ink132.xml"/><Relationship Id="rId20" Type="http://schemas.openxmlformats.org/officeDocument/2006/relationships/customXml" Target="../ink/ink119.xml"/><Relationship Id="rId41" Type="http://schemas.openxmlformats.org/officeDocument/2006/relationships/image" Target="../media/image1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1CB530-5890-4EC4-A65B-1ACAD7041B73}"/>
              </a:ext>
            </a:extLst>
          </p:cNvPr>
          <p:cNvSpPr txBox="1"/>
          <p:nvPr/>
        </p:nvSpPr>
        <p:spPr>
          <a:xfrm flipH="1">
            <a:off x="6275067" y="180975"/>
            <a:ext cx="57169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ME 300:</a:t>
            </a:r>
          </a:p>
          <a:p>
            <a:r>
              <a:rPr lang="en-US" sz="3600" dirty="0"/>
              <a:t>Engineering Thermodynamics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FD24C-9782-4205-A52B-AFDCCF0D23FB}"/>
              </a:ext>
            </a:extLst>
          </p:cNvPr>
          <p:cNvSpPr txBox="1"/>
          <p:nvPr/>
        </p:nvSpPr>
        <p:spPr>
          <a:xfrm flipH="1">
            <a:off x="6275066" y="2367171"/>
            <a:ext cx="57169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Example:</a:t>
            </a:r>
          </a:p>
          <a:p>
            <a:pPr algn="ctr"/>
            <a:r>
              <a:rPr lang="en-US" sz="5400" dirty="0"/>
              <a:t>Energy Conservation with </a:t>
            </a:r>
            <a:r>
              <a:rPr lang="en-US" sz="5400"/>
              <a:t>Phase Change</a:t>
            </a:r>
            <a:endParaRPr lang="en-US" sz="5400" dirty="0"/>
          </a:p>
        </p:txBody>
      </p:sp>
      <p:pic>
        <p:nvPicPr>
          <p:cNvPr id="1026" name="Picture 2" descr="Wind Farm, Wind Energy, Renewable Energy, Ecological">
            <a:extLst>
              <a:ext uri="{FF2B5EF4-FFF2-40B4-BE49-F238E27FC236}">
                <a16:creationId xmlns:a16="http://schemas.microsoft.com/office/drawing/2014/main" id="{093A554A-9FDC-48F3-9353-4FAA0D6C46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33"/>
          <a:stretch/>
        </p:blipFill>
        <p:spPr bwMode="auto">
          <a:xfrm>
            <a:off x="0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655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B59E4A-0D64-4CD0-865B-DD7979EC2EC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3824" y="0"/>
            <a:ext cx="12068175" cy="2952750"/>
          </a:xfrm>
        </p:spPr>
        <p:txBody>
          <a:bodyPr>
            <a:normAutofit fontScale="90000"/>
          </a:bodyPr>
          <a:lstStyle/>
          <a:p>
            <a:r>
              <a:rPr lang="en-US" altLang="en-US" sz="4400" dirty="0"/>
              <a:t>H</a:t>
            </a:r>
            <a:r>
              <a:rPr lang="en-US" altLang="en-US" sz="4400" baseline="-25000" dirty="0"/>
              <a:t>2</a:t>
            </a:r>
            <a:r>
              <a:rPr lang="en-US" altLang="en-US" sz="4400" dirty="0"/>
              <a:t>O is contained in a rigid tank at 500 K and 1 MPa. A cooling coil removes energy from the steam as heat until a final temperature of 400 K is reached. The tank volume is 0.15 m</a:t>
            </a:r>
            <a:r>
              <a:rPr lang="en-US" altLang="en-US" sz="4400" baseline="30000" dirty="0"/>
              <a:t>3</a:t>
            </a:r>
            <a:r>
              <a:rPr lang="en-US" altLang="en-US" sz="4400" dirty="0"/>
              <a:t>. Determine the amount of heat removed.</a:t>
            </a:r>
            <a:endParaRPr 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C371739F-D0B7-4E3E-994F-473CA138D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02" y="3105782"/>
            <a:ext cx="2200548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E1C7AD9-B067-4FFE-8EEF-497DB88AE6CB}"/>
                  </a:ext>
                </a:extLst>
              </p14:cNvPr>
              <p14:cNvContentPartPr/>
              <p14:nvPr/>
            </p14:nvContentPartPr>
            <p14:xfrm>
              <a:off x="3836880" y="886680"/>
              <a:ext cx="7958520" cy="5686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E1C7AD9-B067-4FFE-8EEF-497DB88AE6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27520" y="877320"/>
                <a:ext cx="7977240" cy="570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7101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sk This Question for A Successful Agile Transformation | Agile ...">
            <a:extLst>
              <a:ext uri="{FF2B5EF4-FFF2-40B4-BE49-F238E27FC236}">
                <a16:creationId xmlns:a16="http://schemas.microsoft.com/office/drawing/2014/main" id="{51BA461C-E75F-47F3-9840-7312A7C222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2625"/>
          <a:stretch/>
        </p:blipFill>
        <p:spPr bwMode="auto">
          <a:xfrm>
            <a:off x="0" y="1"/>
            <a:ext cx="7608815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E7DCECD0-7236-4C58-87DB-CD758162E457}"/>
              </a:ext>
            </a:extLst>
          </p:cNvPr>
          <p:cNvSpPr txBox="1">
            <a:spLocks/>
          </p:cNvSpPr>
          <p:nvPr/>
        </p:nvSpPr>
        <p:spPr>
          <a:xfrm>
            <a:off x="7608815" y="0"/>
            <a:ext cx="4583185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400" dirty="0"/>
              <a:t>Which of the following assumptions is </a:t>
            </a:r>
            <a:r>
              <a:rPr lang="en-US" altLang="en-US" sz="4400" b="1" i="1" u="sng" dirty="0"/>
              <a:t>NOT</a:t>
            </a:r>
            <a:r>
              <a:rPr lang="en-US" altLang="en-US" sz="4400" dirty="0"/>
              <a:t> appropriate for this problem?</a:t>
            </a:r>
            <a:endParaRPr lang="en-US" sz="4400" dirty="0"/>
          </a:p>
          <a:p>
            <a:endParaRPr lang="en-US" dirty="0"/>
          </a:p>
          <a:p>
            <a:pPr marL="289322" indent="-289322">
              <a:buFont typeface="+mj-lt"/>
              <a:buAutoNum type="alphaUcPeriod"/>
            </a:pPr>
            <a:r>
              <a:rPr lang="en-US" dirty="0"/>
              <a:t>Quasi-equilibrium</a:t>
            </a:r>
          </a:p>
          <a:p>
            <a:pPr marL="289322" indent="-289322">
              <a:buFont typeface="+mj-lt"/>
              <a:buAutoNum type="alphaUcPeriod"/>
            </a:pPr>
            <a:r>
              <a:rPr lang="en-US" dirty="0"/>
              <a:t> </a:t>
            </a:r>
            <a:r>
              <a:rPr lang="el-GR" dirty="0">
                <a:latin typeface="Calibri" panose="020F0502020204030204" pitchFamily="34" charset="0"/>
              </a:rPr>
              <a:t>Δ</a:t>
            </a:r>
            <a:r>
              <a:rPr lang="en-US" dirty="0"/>
              <a:t>KE = </a:t>
            </a:r>
            <a:r>
              <a:rPr lang="el-GR" dirty="0">
                <a:latin typeface="Calibri" panose="020F0502020204030204" pitchFamily="34" charset="0"/>
              </a:rPr>
              <a:t>Δ</a:t>
            </a:r>
            <a:r>
              <a:rPr lang="en-US" dirty="0"/>
              <a:t>PE = 0</a:t>
            </a:r>
          </a:p>
          <a:p>
            <a:pPr marL="289322" indent="-289322">
              <a:buFont typeface="+mj-lt"/>
              <a:buAutoNum type="alphaUcPeriod"/>
            </a:pPr>
            <a:r>
              <a:rPr lang="en-US" dirty="0"/>
              <a:t> Ideal gas</a:t>
            </a:r>
          </a:p>
          <a:p>
            <a:pPr marL="289322" indent="-289322">
              <a:buFont typeface="+mj-lt"/>
              <a:buAutoNum type="alphaUcPeriod"/>
            </a:pPr>
            <a:r>
              <a:rPr lang="en-US" dirty="0"/>
              <a:t> They are all appropriate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929874C-4F80-492A-BA3E-380606197054}"/>
                  </a:ext>
                </a:extLst>
              </p14:cNvPr>
              <p14:cNvContentPartPr/>
              <p14:nvPr/>
            </p14:nvContentPartPr>
            <p14:xfrm>
              <a:off x="7449480" y="3924720"/>
              <a:ext cx="4509000" cy="1737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929874C-4F80-492A-BA3E-3806061970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40120" y="3915360"/>
                <a:ext cx="4527720" cy="175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6880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B59E4A-0D64-4CD0-865B-DD7979EC2EC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5725" y="123825"/>
            <a:ext cx="10515600" cy="1325563"/>
          </a:xfrm>
        </p:spPr>
        <p:txBody>
          <a:bodyPr/>
          <a:lstStyle/>
          <a:p>
            <a:r>
              <a:rPr lang="en-US" dirty="0"/>
              <a:t>Energy Conservation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35DA5D9-0570-42D5-8F84-03181C34F903}"/>
                  </a:ext>
                </a:extLst>
              </p14:cNvPr>
              <p14:cNvContentPartPr/>
              <p14:nvPr/>
            </p14:nvContentPartPr>
            <p14:xfrm>
              <a:off x="1268640" y="955440"/>
              <a:ext cx="10452600" cy="4207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35DA5D9-0570-42D5-8F84-03181C34F9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9280" y="946080"/>
                <a:ext cx="10471320" cy="422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6654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sk This Question for A Successful Agile Transformation | Agile ...">
            <a:extLst>
              <a:ext uri="{FF2B5EF4-FFF2-40B4-BE49-F238E27FC236}">
                <a16:creationId xmlns:a16="http://schemas.microsoft.com/office/drawing/2014/main" id="{51BA461C-E75F-47F3-9840-7312A7C222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2625"/>
          <a:stretch/>
        </p:blipFill>
        <p:spPr bwMode="auto">
          <a:xfrm>
            <a:off x="0" y="1"/>
            <a:ext cx="7608815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E7DCECD0-7236-4C58-87DB-CD758162E457}"/>
              </a:ext>
            </a:extLst>
          </p:cNvPr>
          <p:cNvSpPr txBox="1">
            <a:spLocks/>
          </p:cNvSpPr>
          <p:nvPr/>
        </p:nvSpPr>
        <p:spPr>
          <a:xfrm>
            <a:off x="7608815" y="0"/>
            <a:ext cx="4583185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/>
              <a:t>What phase is the fluid at State 1?	</a:t>
            </a:r>
          </a:p>
          <a:p>
            <a:pPr lvl="1"/>
            <a:r>
              <a:rPr lang="en-US" altLang="en-US" sz="3600" dirty="0"/>
              <a:t>T1 = 500 K</a:t>
            </a:r>
          </a:p>
          <a:p>
            <a:pPr lvl="1"/>
            <a:r>
              <a:rPr lang="en-US" altLang="en-US" sz="3600" dirty="0"/>
              <a:t>P1 = 1 MPa </a:t>
            </a:r>
            <a:endParaRPr lang="en-US" sz="3600" dirty="0"/>
          </a:p>
          <a:p>
            <a:endParaRPr lang="en-US" sz="3600" dirty="0"/>
          </a:p>
          <a:p>
            <a:pPr marL="289322" indent="-289322">
              <a:buFont typeface="+mj-lt"/>
              <a:buAutoNum type="alphaUcPeriod"/>
            </a:pPr>
            <a:r>
              <a:rPr lang="en-US" sz="3600" dirty="0"/>
              <a:t> Saturated liquid</a:t>
            </a:r>
          </a:p>
          <a:p>
            <a:pPr marL="289322" indent="-289322">
              <a:buFont typeface="+mj-lt"/>
              <a:buAutoNum type="alphaUcPeriod"/>
            </a:pPr>
            <a:r>
              <a:rPr lang="en-US" sz="3600" dirty="0"/>
              <a:t> Liquid + vapor </a:t>
            </a:r>
          </a:p>
          <a:p>
            <a:pPr marL="289322" indent="-289322">
              <a:buFont typeface="+mj-lt"/>
              <a:buAutoNum type="alphaUcPeriod"/>
            </a:pPr>
            <a:r>
              <a:rPr lang="en-US" sz="3600" dirty="0"/>
              <a:t> Saturated vapor</a:t>
            </a:r>
          </a:p>
          <a:p>
            <a:pPr marL="289322" indent="-289322">
              <a:buFont typeface="+mj-lt"/>
              <a:buAutoNum type="alphaUcPeriod"/>
            </a:pPr>
            <a:r>
              <a:rPr lang="en-US" sz="3600" dirty="0"/>
              <a:t> Superheated vapor</a:t>
            </a:r>
          </a:p>
          <a:p>
            <a:endParaRPr lang="en-US" sz="3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7E5015C-ADFE-4BBC-98A9-27FA19BA1543}"/>
                  </a:ext>
                </a:extLst>
              </p14:cNvPr>
              <p14:cNvContentPartPr/>
              <p14:nvPr/>
            </p14:nvContentPartPr>
            <p14:xfrm>
              <a:off x="7458874" y="4921320"/>
              <a:ext cx="733680" cy="619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7E5015C-ADFE-4BBC-98A9-27FA19BA15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50234" y="4912680"/>
                <a:ext cx="751320" cy="63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9625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sk This Question for A Successful Agile Transformation | Agile ...">
            <a:extLst>
              <a:ext uri="{FF2B5EF4-FFF2-40B4-BE49-F238E27FC236}">
                <a16:creationId xmlns:a16="http://schemas.microsoft.com/office/drawing/2014/main" id="{51BA461C-E75F-47F3-9840-7312A7C222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2625"/>
          <a:stretch/>
        </p:blipFill>
        <p:spPr bwMode="auto">
          <a:xfrm>
            <a:off x="0" y="1"/>
            <a:ext cx="7608815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E7DCECD0-7236-4C58-87DB-CD758162E457}"/>
              </a:ext>
            </a:extLst>
          </p:cNvPr>
          <p:cNvSpPr txBox="1">
            <a:spLocks/>
          </p:cNvSpPr>
          <p:nvPr/>
        </p:nvSpPr>
        <p:spPr>
          <a:xfrm>
            <a:off x="7608815" y="0"/>
            <a:ext cx="4583185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dirty="0"/>
              <a:t>What phase is the fluid at State 2?	</a:t>
            </a:r>
          </a:p>
          <a:p>
            <a:pPr lvl="1"/>
            <a:r>
              <a:rPr lang="de-DE" altLang="en-US" sz="3600" dirty="0"/>
              <a:t>T2 = 400 K</a:t>
            </a:r>
          </a:p>
          <a:p>
            <a:pPr lvl="1"/>
            <a:r>
              <a:rPr lang="de-DE" altLang="en-US" sz="3600" dirty="0"/>
              <a:t>v2=0.22064 m3/kg</a:t>
            </a:r>
          </a:p>
          <a:p>
            <a:endParaRPr lang="en-US" sz="3600" dirty="0"/>
          </a:p>
          <a:p>
            <a:pPr marL="289322" indent="-289322">
              <a:buFont typeface="+mj-lt"/>
              <a:buAutoNum type="alphaUcPeriod"/>
            </a:pPr>
            <a:r>
              <a:rPr lang="en-US" sz="3600" dirty="0"/>
              <a:t> Saturated liquid</a:t>
            </a:r>
          </a:p>
          <a:p>
            <a:pPr marL="289322" indent="-289322">
              <a:buFont typeface="+mj-lt"/>
              <a:buAutoNum type="alphaUcPeriod"/>
            </a:pPr>
            <a:r>
              <a:rPr lang="en-US" sz="3600" dirty="0"/>
              <a:t> Liquid + vapor </a:t>
            </a:r>
          </a:p>
          <a:p>
            <a:pPr marL="289322" indent="-289322">
              <a:buFont typeface="+mj-lt"/>
              <a:buAutoNum type="alphaUcPeriod"/>
            </a:pPr>
            <a:r>
              <a:rPr lang="en-US" sz="3600" dirty="0"/>
              <a:t> Saturated vapor</a:t>
            </a:r>
          </a:p>
          <a:p>
            <a:pPr marL="289322" indent="-289322">
              <a:buFont typeface="+mj-lt"/>
              <a:buAutoNum type="alphaUcPeriod"/>
            </a:pPr>
            <a:r>
              <a:rPr lang="en-US" sz="3600" dirty="0"/>
              <a:t> Superheated vapor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6C37154-EC90-43BD-89BE-904A50CBA0A8}"/>
                  </a:ext>
                </a:extLst>
              </p14:cNvPr>
              <p14:cNvContentPartPr/>
              <p14:nvPr/>
            </p14:nvContentPartPr>
            <p14:xfrm>
              <a:off x="7703280" y="2945160"/>
              <a:ext cx="410040" cy="321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6C37154-EC90-43BD-89BE-904A50CBA0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93920" y="2935800"/>
                <a:ext cx="428760" cy="34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1104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B59E4A-0D64-4CD0-865B-DD7979EC2EC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5725" y="85725"/>
            <a:ext cx="10515600" cy="1325563"/>
          </a:xfrm>
        </p:spPr>
        <p:txBody>
          <a:bodyPr/>
          <a:lstStyle/>
          <a:p>
            <a:r>
              <a:rPr lang="en-US" dirty="0"/>
              <a:t>State 1 </a:t>
            </a:r>
            <a:br>
              <a:rPr lang="en-US" dirty="0"/>
            </a:b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0612928-C308-490B-9DEE-90EE57640816}"/>
              </a:ext>
            </a:extLst>
          </p:cNvPr>
          <p:cNvGrpSpPr/>
          <p:nvPr/>
        </p:nvGrpSpPr>
        <p:grpSpPr>
          <a:xfrm>
            <a:off x="678497" y="1013160"/>
            <a:ext cx="691200" cy="240480"/>
            <a:chOff x="678497" y="1013160"/>
            <a:chExt cx="69120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1A8CDF4-073D-4D30-9ECE-9DCEC947F5D0}"/>
                    </a:ext>
                  </a:extLst>
                </p14:cNvPr>
                <p14:cNvContentPartPr/>
                <p14:nvPr/>
              </p14:nvContentPartPr>
              <p14:xfrm>
                <a:off x="834017" y="1043400"/>
                <a:ext cx="19440" cy="1656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1A8CDF4-073D-4D30-9ECE-9DCEC947F5D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5377" y="1034760"/>
                  <a:ext cx="370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5ADDDE1-F63E-4A61-8E88-0646DE1179A5}"/>
                    </a:ext>
                  </a:extLst>
                </p14:cNvPr>
                <p14:cNvContentPartPr/>
                <p14:nvPr/>
              </p14:nvContentPartPr>
              <p14:xfrm>
                <a:off x="678497" y="1013160"/>
                <a:ext cx="315360" cy="240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5ADDDE1-F63E-4A61-8E88-0646DE1179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9497" y="1004520"/>
                  <a:ext cx="3330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AD1B798-9B5C-48DA-9C72-C30CE15DDB78}"/>
                    </a:ext>
                  </a:extLst>
                </p14:cNvPr>
                <p14:cNvContentPartPr/>
                <p14:nvPr/>
              </p14:nvContentPartPr>
              <p14:xfrm>
                <a:off x="1067657" y="1158600"/>
                <a:ext cx="31320" cy="43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AD1B798-9B5C-48DA-9C72-C30CE15DDB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59017" y="1149960"/>
                  <a:ext cx="489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A532C10-B88F-4775-9595-C703FC789E6D}"/>
                    </a:ext>
                  </a:extLst>
                </p14:cNvPr>
                <p14:cNvContentPartPr/>
                <p14:nvPr/>
              </p14:nvContentPartPr>
              <p14:xfrm>
                <a:off x="1195817" y="1013880"/>
                <a:ext cx="173880" cy="201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A532C10-B88F-4775-9595-C703FC789E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86817" y="1004880"/>
                  <a:ext cx="19152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088DA0F-C28C-4CCE-A784-99338C33D233}"/>
              </a:ext>
            </a:extLst>
          </p:cNvPr>
          <p:cNvGrpSpPr/>
          <p:nvPr/>
        </p:nvGrpSpPr>
        <p:grpSpPr>
          <a:xfrm>
            <a:off x="1586417" y="1059960"/>
            <a:ext cx="332640" cy="108000"/>
            <a:chOff x="1586417" y="1059960"/>
            <a:chExt cx="332640" cy="10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EEB23CF-CDC3-4E64-B492-E77AD576DA77}"/>
                    </a:ext>
                  </a:extLst>
                </p14:cNvPr>
                <p14:cNvContentPartPr/>
                <p14:nvPr/>
              </p14:nvContentPartPr>
              <p14:xfrm>
                <a:off x="1586417" y="1094520"/>
                <a:ext cx="274320" cy="15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EEB23CF-CDC3-4E64-B492-E77AD576DA7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77777" y="1085880"/>
                  <a:ext cx="291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9D425BD-4BCF-4BDD-9FC3-F5558BB7D0A0}"/>
                    </a:ext>
                  </a:extLst>
                </p14:cNvPr>
                <p14:cNvContentPartPr/>
                <p14:nvPr/>
              </p14:nvContentPartPr>
              <p14:xfrm>
                <a:off x="1800257" y="1059960"/>
                <a:ext cx="118800" cy="108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9D425BD-4BCF-4BDD-9FC3-F5558BB7D0A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91617" y="1051320"/>
                  <a:ext cx="136440" cy="12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0CA40AD-63AC-4614-A257-F4F04A21C2CF}"/>
                  </a:ext>
                </a:extLst>
              </p14:cNvPr>
              <p14:cNvContentPartPr/>
              <p14:nvPr/>
            </p14:nvContentPartPr>
            <p14:xfrm>
              <a:off x="2226137" y="994080"/>
              <a:ext cx="52560" cy="1821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0CA40AD-63AC-4614-A257-F4F04A21C2C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17497" y="985440"/>
                <a:ext cx="70200" cy="19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20CE3C45-035E-48C3-9C34-B0B4F9463EFD}"/>
              </a:ext>
            </a:extLst>
          </p:cNvPr>
          <p:cNvGrpSpPr/>
          <p:nvPr/>
        </p:nvGrpSpPr>
        <p:grpSpPr>
          <a:xfrm>
            <a:off x="2469137" y="923520"/>
            <a:ext cx="683640" cy="262800"/>
            <a:chOff x="2469137" y="923520"/>
            <a:chExt cx="68364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CAB8977-B9BF-43BF-8F51-B0DBD9E055FA}"/>
                    </a:ext>
                  </a:extLst>
                </p14:cNvPr>
                <p14:cNvContentPartPr/>
                <p14:nvPr/>
              </p14:nvContentPartPr>
              <p14:xfrm>
                <a:off x="2469137" y="955560"/>
                <a:ext cx="231480" cy="230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CAB8977-B9BF-43BF-8F51-B0DBD9E055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60497" y="946920"/>
                  <a:ext cx="2491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8A37648-3355-471D-BFAE-D790D61F98A2}"/>
                    </a:ext>
                  </a:extLst>
                </p14:cNvPr>
                <p14:cNvContentPartPr/>
                <p14:nvPr/>
              </p14:nvContentPartPr>
              <p14:xfrm>
                <a:off x="2786657" y="971760"/>
                <a:ext cx="23040" cy="165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8A37648-3355-471D-BFAE-D790D61F98A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78017" y="962760"/>
                  <a:ext cx="40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70CFF61-54C6-4DF9-9996-135B11FEFF56}"/>
                    </a:ext>
                  </a:extLst>
                </p14:cNvPr>
                <p14:cNvContentPartPr/>
                <p14:nvPr/>
              </p14:nvContentPartPr>
              <p14:xfrm>
                <a:off x="2786657" y="923520"/>
                <a:ext cx="183240" cy="137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70CFF61-54C6-4DF9-9996-135B11FEFF5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78017" y="914880"/>
                  <a:ext cx="2008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3EDC81C-B4C6-48EA-81AA-90C8EBB7207B}"/>
                    </a:ext>
                  </a:extLst>
                </p14:cNvPr>
                <p14:cNvContentPartPr/>
                <p14:nvPr/>
              </p14:nvContentPartPr>
              <p14:xfrm>
                <a:off x="2970257" y="1057800"/>
                <a:ext cx="182520" cy="119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3EDC81C-B4C6-48EA-81AA-90C8EBB7207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61617" y="1048800"/>
                  <a:ext cx="200160" cy="13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D972007-8588-4395-9606-9C20B0435E62}"/>
                  </a:ext>
                </a:extLst>
              </p14:cNvPr>
              <p14:cNvContentPartPr/>
              <p14:nvPr/>
            </p14:nvContentPartPr>
            <p14:xfrm>
              <a:off x="11018417" y="4553760"/>
              <a:ext cx="5040" cy="21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D972007-8588-4395-9606-9C20B0435E6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009777" y="4545120"/>
                <a:ext cx="22680" cy="1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B8E1EE2D-DC63-4A08-9C57-59ABE87AFD9A}"/>
              </a:ext>
            </a:extLst>
          </p:cNvPr>
          <p:cNvGrpSpPr/>
          <p:nvPr/>
        </p:nvGrpSpPr>
        <p:grpSpPr>
          <a:xfrm>
            <a:off x="3676577" y="846120"/>
            <a:ext cx="1860840" cy="274680"/>
            <a:chOff x="3676577" y="846120"/>
            <a:chExt cx="186084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1DF3D10-C10B-400B-89F1-36433F9CDB8B}"/>
                    </a:ext>
                  </a:extLst>
                </p14:cNvPr>
                <p14:cNvContentPartPr/>
                <p14:nvPr/>
              </p14:nvContentPartPr>
              <p14:xfrm>
                <a:off x="3892577" y="888240"/>
                <a:ext cx="30240" cy="232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1DF3D10-C10B-400B-89F1-36433F9CDB8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83937" y="879240"/>
                  <a:ext cx="478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AE9BBAB-69A1-461D-9036-E2AE7CEA19DC}"/>
                    </a:ext>
                  </a:extLst>
                </p14:cNvPr>
                <p14:cNvContentPartPr/>
                <p14:nvPr/>
              </p14:nvContentPartPr>
              <p14:xfrm>
                <a:off x="3676577" y="856560"/>
                <a:ext cx="422280" cy="46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AE9BBAB-69A1-461D-9036-E2AE7CEA19D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67577" y="847920"/>
                  <a:ext cx="4399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9B43622-1ABC-425A-986B-503BFD8FA8DE}"/>
                    </a:ext>
                  </a:extLst>
                </p14:cNvPr>
                <p14:cNvContentPartPr/>
                <p14:nvPr/>
              </p14:nvContentPartPr>
              <p14:xfrm>
                <a:off x="4209017" y="972840"/>
                <a:ext cx="122760" cy="27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9B43622-1ABC-425A-986B-503BFD8FA8D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00377" y="964200"/>
                  <a:ext cx="140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2336A59-D5CD-4B7E-B609-28FAA6E6EE94}"/>
                    </a:ext>
                  </a:extLst>
                </p14:cNvPr>
                <p14:cNvContentPartPr/>
                <p14:nvPr/>
              </p14:nvContentPartPr>
              <p14:xfrm>
                <a:off x="4186697" y="1053840"/>
                <a:ext cx="172800" cy="26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2336A59-D5CD-4B7E-B609-28FAA6E6EE9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77697" y="1044840"/>
                  <a:ext cx="190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05FF6B5-2C1B-45FC-81A0-C70457A6FA1E}"/>
                    </a:ext>
                  </a:extLst>
                </p14:cNvPr>
                <p14:cNvContentPartPr/>
                <p14:nvPr/>
              </p14:nvContentPartPr>
              <p14:xfrm>
                <a:off x="4575137" y="919920"/>
                <a:ext cx="437760" cy="173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05FF6B5-2C1B-45FC-81A0-C70457A6FA1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66497" y="911280"/>
                  <a:ext cx="4554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1911FAA-B0A0-4912-83D6-02D44633D6EE}"/>
                    </a:ext>
                  </a:extLst>
                </p14:cNvPr>
                <p14:cNvContentPartPr/>
                <p14:nvPr/>
              </p14:nvContentPartPr>
              <p14:xfrm>
                <a:off x="5044217" y="935760"/>
                <a:ext cx="175320" cy="160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1911FAA-B0A0-4912-83D6-02D44633D6E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35577" y="926760"/>
                  <a:ext cx="1929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A60D1CB-18E4-46A5-8AA0-4643D92AD666}"/>
                    </a:ext>
                  </a:extLst>
                </p14:cNvPr>
                <p14:cNvContentPartPr/>
                <p14:nvPr/>
              </p14:nvContentPartPr>
              <p14:xfrm>
                <a:off x="5359937" y="846120"/>
                <a:ext cx="21240" cy="217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A60D1CB-18E4-46A5-8AA0-4643D92AD66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51297" y="837480"/>
                  <a:ext cx="388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D3362DA-36FD-4C99-8571-AE8AAF89677C}"/>
                    </a:ext>
                  </a:extLst>
                </p14:cNvPr>
                <p14:cNvContentPartPr/>
                <p14:nvPr/>
              </p14:nvContentPartPr>
              <p14:xfrm>
                <a:off x="5401337" y="919920"/>
                <a:ext cx="136080" cy="154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D3362DA-36FD-4C99-8571-AE8AAF89677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92697" y="911280"/>
                  <a:ext cx="15372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1C75A93-6160-4028-A440-6AEB4656D973}"/>
              </a:ext>
            </a:extLst>
          </p:cNvPr>
          <p:cNvGrpSpPr/>
          <p:nvPr/>
        </p:nvGrpSpPr>
        <p:grpSpPr>
          <a:xfrm>
            <a:off x="5814617" y="783480"/>
            <a:ext cx="1204920" cy="366480"/>
            <a:chOff x="5814617" y="783480"/>
            <a:chExt cx="120492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DDF219E-9AF6-47AB-8CBE-C36D95F68751}"/>
                    </a:ext>
                  </a:extLst>
                </p14:cNvPr>
                <p14:cNvContentPartPr/>
                <p14:nvPr/>
              </p14:nvContentPartPr>
              <p14:xfrm>
                <a:off x="5814617" y="904800"/>
                <a:ext cx="164160" cy="142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DDF219E-9AF6-47AB-8CBE-C36D95F6875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805977" y="896160"/>
                  <a:ext cx="1818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7B9862-5702-4E72-872E-A669C7BE0CEE}"/>
                    </a:ext>
                  </a:extLst>
                </p14:cNvPr>
                <p14:cNvContentPartPr/>
                <p14:nvPr/>
              </p14:nvContentPartPr>
              <p14:xfrm>
                <a:off x="6322577" y="850080"/>
                <a:ext cx="54360" cy="230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7B9862-5702-4E72-872E-A669C7BE0CE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13577" y="841440"/>
                  <a:ext cx="720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9C3F23F-41E1-4F77-8486-DB106C931C1A}"/>
                    </a:ext>
                  </a:extLst>
                </p14:cNvPr>
                <p14:cNvContentPartPr/>
                <p14:nvPr/>
              </p14:nvContentPartPr>
              <p14:xfrm>
                <a:off x="6088577" y="783480"/>
                <a:ext cx="457200" cy="48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9C3F23F-41E1-4F77-8486-DB106C931C1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79937" y="774480"/>
                  <a:ext cx="474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D1407CA-91D4-4CE7-9D3C-9A20AB626B40}"/>
                    </a:ext>
                  </a:extLst>
                </p14:cNvPr>
                <p14:cNvContentPartPr/>
                <p14:nvPr/>
              </p14:nvContentPartPr>
              <p14:xfrm>
                <a:off x="6440297" y="1009560"/>
                <a:ext cx="140760" cy="117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D1407CA-91D4-4CE7-9D3C-9A20AB626B4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31657" y="1000920"/>
                  <a:ext cx="158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7CD0182-4DD9-4F52-AC51-C30C1F09CF26}"/>
                    </a:ext>
                  </a:extLst>
                </p14:cNvPr>
                <p14:cNvContentPartPr/>
                <p14:nvPr/>
              </p14:nvContentPartPr>
              <p14:xfrm>
                <a:off x="6610217" y="1057080"/>
                <a:ext cx="240120" cy="78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7CD0182-4DD9-4F52-AC51-C30C1F09CF2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01577" y="1048080"/>
                  <a:ext cx="2577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5AA558F-B418-4217-AFB6-3F33E29EB1C6}"/>
                    </a:ext>
                  </a:extLst>
                </p14:cNvPr>
                <p14:cNvContentPartPr/>
                <p14:nvPr/>
              </p14:nvContentPartPr>
              <p14:xfrm>
                <a:off x="6833417" y="931080"/>
                <a:ext cx="186120" cy="218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5AA558F-B418-4217-AFB6-3F33E29EB1C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24417" y="922080"/>
                  <a:ext cx="20376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7DB6EA3-84BB-45F6-963C-1D33DBD2A9F9}"/>
              </a:ext>
            </a:extLst>
          </p:cNvPr>
          <p:cNvGrpSpPr/>
          <p:nvPr/>
        </p:nvGrpSpPr>
        <p:grpSpPr>
          <a:xfrm>
            <a:off x="7341737" y="930000"/>
            <a:ext cx="737280" cy="123840"/>
            <a:chOff x="7341737" y="930000"/>
            <a:chExt cx="737280" cy="12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94EC862-AC6E-4EBF-855A-4D03ADB7B692}"/>
                    </a:ext>
                  </a:extLst>
                </p14:cNvPr>
                <p14:cNvContentPartPr/>
                <p14:nvPr/>
              </p14:nvContentPartPr>
              <p14:xfrm>
                <a:off x="7341737" y="939720"/>
                <a:ext cx="497880" cy="18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94EC862-AC6E-4EBF-855A-4D03ADB7B69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33097" y="930720"/>
                  <a:ext cx="515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853A883-7C42-411D-9C10-697019BA41A4}"/>
                    </a:ext>
                  </a:extLst>
                </p14:cNvPr>
                <p14:cNvContentPartPr/>
                <p14:nvPr/>
              </p14:nvContentPartPr>
              <p14:xfrm>
                <a:off x="7373417" y="1025760"/>
                <a:ext cx="448200" cy="28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853A883-7C42-411D-9C10-697019BA41A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64417" y="1016760"/>
                  <a:ext cx="465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C27237B-4DA9-4ACD-8344-584ABDEB9D6B}"/>
                    </a:ext>
                  </a:extLst>
                </p14:cNvPr>
                <p14:cNvContentPartPr/>
                <p14:nvPr/>
              </p14:nvContentPartPr>
              <p14:xfrm>
                <a:off x="7917377" y="930000"/>
                <a:ext cx="161640" cy="110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C27237B-4DA9-4ACD-8344-584ABDEB9D6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08377" y="921000"/>
                  <a:ext cx="179280" cy="12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52B3891-FCBE-49D4-B991-1F5A49CECE60}"/>
                  </a:ext>
                </a:extLst>
              </p14:cNvPr>
              <p14:cNvContentPartPr/>
              <p14:nvPr/>
            </p14:nvContentPartPr>
            <p14:xfrm>
              <a:off x="8352257" y="861600"/>
              <a:ext cx="194040" cy="1735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52B3891-FCBE-49D4-B991-1F5A49CECE6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343617" y="852960"/>
                <a:ext cx="21168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8A970FF-694B-4CFE-9530-8EA7B5AD33AF}"/>
                  </a:ext>
                </a:extLst>
              </p14:cNvPr>
              <p14:cNvContentPartPr/>
              <p14:nvPr/>
            </p14:nvContentPartPr>
            <p14:xfrm>
              <a:off x="8642057" y="920280"/>
              <a:ext cx="408240" cy="2174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8A970FF-694B-4CFE-9530-8EA7B5AD33A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633057" y="911280"/>
                <a:ext cx="4258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7B77FD6-E1FE-4F64-947B-D31C172FB014}"/>
                  </a:ext>
                </a:extLst>
              </p14:cNvPr>
              <p14:cNvContentPartPr/>
              <p14:nvPr/>
            </p14:nvContentPartPr>
            <p14:xfrm>
              <a:off x="8951297" y="874560"/>
              <a:ext cx="250920" cy="1188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7B77FD6-E1FE-4F64-947B-D31C172FB01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942657" y="865560"/>
                <a:ext cx="26856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DFD9DAD-6605-463B-9E94-112FDB06405B}"/>
                  </a:ext>
                </a:extLst>
              </p14:cNvPr>
              <p14:cNvContentPartPr/>
              <p14:nvPr/>
            </p14:nvContentPartPr>
            <p14:xfrm>
              <a:off x="9230297" y="921360"/>
              <a:ext cx="129600" cy="1022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DFD9DAD-6605-463B-9E94-112FDB06405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221297" y="912360"/>
                <a:ext cx="14724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199131E-FDE3-4413-AFDD-90E3837E270E}"/>
                  </a:ext>
                </a:extLst>
              </p14:cNvPr>
              <p14:cNvContentPartPr/>
              <p14:nvPr/>
            </p14:nvContentPartPr>
            <p14:xfrm>
              <a:off x="9407777" y="863400"/>
              <a:ext cx="221040" cy="1764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199131E-FDE3-4413-AFDD-90E3837E270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398777" y="854760"/>
                <a:ext cx="2386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EFFBD36-9017-4AEE-A55B-8D4F9E433239}"/>
                  </a:ext>
                </a:extLst>
              </p14:cNvPr>
              <p14:cNvContentPartPr/>
              <p14:nvPr/>
            </p14:nvContentPartPr>
            <p14:xfrm>
              <a:off x="1371240" y="1508760"/>
              <a:ext cx="1688760" cy="3189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EFFBD36-9017-4AEE-A55B-8D4F9E43323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361880" y="1499400"/>
                <a:ext cx="170748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ECB879E-7794-49AF-96A5-ED2D099D49DE}"/>
                  </a:ext>
                </a:extLst>
              </p14:cNvPr>
              <p14:cNvContentPartPr/>
              <p14:nvPr/>
            </p14:nvContentPartPr>
            <p14:xfrm>
              <a:off x="10821137" y="4449000"/>
              <a:ext cx="14760" cy="226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ECB879E-7794-49AF-96A5-ED2D099D49D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812137" y="4440000"/>
                <a:ext cx="3240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96AB0172-1179-4208-A9DB-D4EC7FAD288E}"/>
              </a:ext>
            </a:extLst>
          </p:cNvPr>
          <p:cNvGrpSpPr/>
          <p:nvPr/>
        </p:nvGrpSpPr>
        <p:grpSpPr>
          <a:xfrm>
            <a:off x="1565537" y="2146080"/>
            <a:ext cx="643320" cy="365400"/>
            <a:chOff x="1565537" y="2146080"/>
            <a:chExt cx="643320" cy="3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C9B4DE4-E5C6-434B-A2FB-338C732FA5D6}"/>
                    </a:ext>
                  </a:extLst>
                </p14:cNvPr>
                <p14:cNvContentPartPr/>
                <p14:nvPr/>
              </p14:nvContentPartPr>
              <p14:xfrm>
                <a:off x="1565537" y="2146080"/>
                <a:ext cx="194040" cy="298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C9B4DE4-E5C6-434B-A2FB-338C732FA5D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56897" y="2137440"/>
                  <a:ext cx="2116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ECA71E0-FE1F-4447-9A7C-8DF8B1C8D261}"/>
                    </a:ext>
                  </a:extLst>
                </p14:cNvPr>
                <p14:cNvContentPartPr/>
                <p14:nvPr/>
              </p14:nvContentPartPr>
              <p14:xfrm>
                <a:off x="1848857" y="2360640"/>
                <a:ext cx="30600" cy="150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ECA71E0-FE1F-4447-9A7C-8DF8B1C8D26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39857" y="2352000"/>
                  <a:ext cx="482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C700E58-E6D6-4D4D-831E-3301F9D12963}"/>
                    </a:ext>
                  </a:extLst>
                </p14:cNvPr>
                <p14:cNvContentPartPr/>
                <p14:nvPr/>
              </p14:nvContentPartPr>
              <p14:xfrm>
                <a:off x="2037137" y="2227080"/>
                <a:ext cx="171720" cy="93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C700E58-E6D6-4D4D-831E-3301F9D1296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28497" y="2218440"/>
                  <a:ext cx="18936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04F1ADB-42DD-41BD-9147-D71BBD1BA023}"/>
              </a:ext>
            </a:extLst>
          </p:cNvPr>
          <p:cNvGrpSpPr/>
          <p:nvPr/>
        </p:nvGrpSpPr>
        <p:grpSpPr>
          <a:xfrm>
            <a:off x="2567417" y="2101440"/>
            <a:ext cx="1810440" cy="270000"/>
            <a:chOff x="2567417" y="2101440"/>
            <a:chExt cx="1810440" cy="27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FEA5BBB-ADAE-49F3-9E69-DDF3074A2F16}"/>
                    </a:ext>
                  </a:extLst>
                </p14:cNvPr>
                <p14:cNvContentPartPr/>
                <p14:nvPr/>
              </p14:nvContentPartPr>
              <p14:xfrm>
                <a:off x="2567417" y="2172360"/>
                <a:ext cx="199080" cy="184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FEA5BBB-ADAE-49F3-9E69-DDF3074A2F1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58417" y="2163360"/>
                  <a:ext cx="2167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FDA70B5-A741-4DA6-90B3-2227866C0284}"/>
                    </a:ext>
                  </a:extLst>
                </p14:cNvPr>
                <p14:cNvContentPartPr/>
                <p14:nvPr/>
              </p14:nvContentPartPr>
              <p14:xfrm>
                <a:off x="2861537" y="2287200"/>
                <a:ext cx="14760" cy="60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FDA70B5-A741-4DA6-90B3-2227866C028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52897" y="2278560"/>
                  <a:ext cx="32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0904C03-A9EC-4107-8C3F-2C043421DCE6}"/>
                    </a:ext>
                  </a:extLst>
                </p14:cNvPr>
                <p14:cNvContentPartPr/>
                <p14:nvPr/>
              </p14:nvContentPartPr>
              <p14:xfrm>
                <a:off x="3002657" y="2156160"/>
                <a:ext cx="223200" cy="198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0904C03-A9EC-4107-8C3F-2C043421DCE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993657" y="2147520"/>
                  <a:ext cx="240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9A1A9A1-66A1-4E39-B742-2868E3E047E7}"/>
                    </a:ext>
                  </a:extLst>
                </p14:cNvPr>
                <p14:cNvContentPartPr/>
                <p14:nvPr/>
              </p14:nvContentPartPr>
              <p14:xfrm>
                <a:off x="3228377" y="2149680"/>
                <a:ext cx="250920" cy="197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9A1A9A1-66A1-4E39-B742-2868E3E047E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219737" y="2140680"/>
                  <a:ext cx="268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BDA4CD5-D2BD-4AEC-8719-22093BB4D015}"/>
                    </a:ext>
                  </a:extLst>
                </p14:cNvPr>
                <p14:cNvContentPartPr/>
                <p14:nvPr/>
              </p14:nvContentPartPr>
              <p14:xfrm>
                <a:off x="3538337" y="2156160"/>
                <a:ext cx="185400" cy="196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BDA4CD5-D2BD-4AEC-8719-22093BB4D01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29337" y="2147520"/>
                  <a:ext cx="2030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B5A21AA-36C5-4ABD-8B19-0167C51DE256}"/>
                    </a:ext>
                  </a:extLst>
                </p14:cNvPr>
                <p14:cNvContentPartPr/>
                <p14:nvPr/>
              </p14:nvContentPartPr>
              <p14:xfrm>
                <a:off x="3809777" y="2149680"/>
                <a:ext cx="239400" cy="221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B5A21AA-36C5-4ABD-8B19-0167C51DE25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800777" y="2141040"/>
                  <a:ext cx="2570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D4C61D6-7CF8-4D3B-A098-542668A5DD92}"/>
                    </a:ext>
                  </a:extLst>
                </p14:cNvPr>
                <p14:cNvContentPartPr/>
                <p14:nvPr/>
              </p14:nvContentPartPr>
              <p14:xfrm>
                <a:off x="4138097" y="2141760"/>
                <a:ext cx="239760" cy="126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D4C61D6-7CF8-4D3B-A098-542668A5DD9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29097" y="2132760"/>
                  <a:ext cx="2574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9A558C9-E098-4E26-832F-5BDF31DFA8AB}"/>
                    </a:ext>
                  </a:extLst>
                </p14:cNvPr>
                <p14:cNvContentPartPr/>
                <p14:nvPr/>
              </p14:nvContentPartPr>
              <p14:xfrm>
                <a:off x="4259057" y="2101440"/>
                <a:ext cx="70560" cy="264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9A558C9-E098-4E26-832F-5BDF31DFA8A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50417" y="2092800"/>
                  <a:ext cx="88200" cy="28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1EA3BF6-B6D6-499A-8DD6-507CC89394DA}"/>
              </a:ext>
            </a:extLst>
          </p:cNvPr>
          <p:cNvGrpSpPr/>
          <p:nvPr/>
        </p:nvGrpSpPr>
        <p:grpSpPr>
          <a:xfrm>
            <a:off x="4668017" y="1927560"/>
            <a:ext cx="912960" cy="617400"/>
            <a:chOff x="4668017" y="1927560"/>
            <a:chExt cx="912960" cy="61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B2F80B6-E765-49D7-AE53-0B2D4354D648}"/>
                    </a:ext>
                  </a:extLst>
                </p14:cNvPr>
                <p14:cNvContentPartPr/>
                <p14:nvPr/>
              </p14:nvContentPartPr>
              <p14:xfrm>
                <a:off x="4668017" y="2015040"/>
                <a:ext cx="278280" cy="174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B2F80B6-E765-49D7-AE53-0B2D4354D64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59377" y="2006400"/>
                  <a:ext cx="2959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7710DEB-B465-4A82-AE17-DECB6AA2E7AE}"/>
                    </a:ext>
                  </a:extLst>
                </p14:cNvPr>
                <p14:cNvContentPartPr/>
                <p14:nvPr/>
              </p14:nvContentPartPr>
              <p14:xfrm>
                <a:off x="4987337" y="1927560"/>
                <a:ext cx="148680" cy="185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7710DEB-B465-4A82-AE17-DECB6AA2E7A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78697" y="1918560"/>
                  <a:ext cx="1663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40C5993-5075-4448-886E-B745DE1278C4}"/>
                    </a:ext>
                  </a:extLst>
                </p14:cNvPr>
                <p14:cNvContentPartPr/>
                <p14:nvPr/>
              </p14:nvContentPartPr>
              <p14:xfrm>
                <a:off x="5115497" y="1936920"/>
                <a:ext cx="125280" cy="425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40C5993-5075-4448-886E-B745DE1278C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106857" y="1928280"/>
                  <a:ext cx="14292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9C8F0F8-9874-42DF-90C8-33816639D756}"/>
                    </a:ext>
                  </a:extLst>
                </p14:cNvPr>
                <p14:cNvContentPartPr/>
                <p14:nvPr/>
              </p14:nvContentPartPr>
              <p14:xfrm>
                <a:off x="5249057" y="2131320"/>
                <a:ext cx="26640" cy="212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9C8F0F8-9874-42DF-90C8-33816639D75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40417" y="2122680"/>
                  <a:ext cx="442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335DED0-8096-4BCA-A96D-34B8083D1A41}"/>
                    </a:ext>
                  </a:extLst>
                </p14:cNvPr>
                <p14:cNvContentPartPr/>
                <p14:nvPr/>
              </p14:nvContentPartPr>
              <p14:xfrm>
                <a:off x="5266697" y="2201880"/>
                <a:ext cx="314280" cy="343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335DED0-8096-4BCA-A96D-34B8083D1A4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258057" y="2192880"/>
                  <a:ext cx="331920" cy="36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1E3482E-B4F0-4AC8-A017-DFBCF084F894}"/>
              </a:ext>
            </a:extLst>
          </p:cNvPr>
          <p:cNvGrpSpPr/>
          <p:nvPr/>
        </p:nvGrpSpPr>
        <p:grpSpPr>
          <a:xfrm>
            <a:off x="1501817" y="2890200"/>
            <a:ext cx="729720" cy="242640"/>
            <a:chOff x="1501817" y="2890200"/>
            <a:chExt cx="729720" cy="24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44EC5D8-0797-461D-89AB-215EA0FF70A7}"/>
                    </a:ext>
                  </a:extLst>
                </p14:cNvPr>
                <p14:cNvContentPartPr/>
                <p14:nvPr/>
              </p14:nvContentPartPr>
              <p14:xfrm>
                <a:off x="1501817" y="2915040"/>
                <a:ext cx="206280" cy="177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44EC5D8-0797-461D-89AB-215EA0FF70A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93177" y="2906400"/>
                  <a:ext cx="2239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0A81F27-810E-4DE7-9D4C-6E2D20A70FBD}"/>
                    </a:ext>
                  </a:extLst>
                </p14:cNvPr>
                <p14:cNvContentPartPr/>
                <p14:nvPr/>
              </p14:nvContentPartPr>
              <p14:xfrm>
                <a:off x="1821137" y="3030240"/>
                <a:ext cx="52560" cy="102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0A81F27-810E-4DE7-9D4C-6E2D20A70FB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812137" y="3021240"/>
                  <a:ext cx="70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E203A99-9FD7-4D9C-963D-5D7D4D58EE2E}"/>
                    </a:ext>
                  </a:extLst>
                </p14:cNvPr>
                <p14:cNvContentPartPr/>
                <p14:nvPr/>
              </p14:nvContentPartPr>
              <p14:xfrm>
                <a:off x="2034977" y="2890200"/>
                <a:ext cx="196560" cy="92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E203A99-9FD7-4D9C-963D-5D7D4D58EE2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26337" y="2881560"/>
                  <a:ext cx="214200" cy="11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8E460FC-B0CA-4CAC-8C59-46A2BC16BAE0}"/>
                  </a:ext>
                </a:extLst>
              </p14:cNvPr>
              <p14:cNvContentPartPr/>
              <p14:nvPr/>
            </p14:nvContentPartPr>
            <p14:xfrm>
              <a:off x="10803137" y="5460240"/>
              <a:ext cx="33120" cy="612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E460FC-B0CA-4CAC-8C59-46A2BC16BAE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794497" y="5451240"/>
                <a:ext cx="50760" cy="2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935D39C8-141A-4D67-8977-C3C4E82CFE73}"/>
              </a:ext>
            </a:extLst>
          </p:cNvPr>
          <p:cNvGrpSpPr/>
          <p:nvPr/>
        </p:nvGrpSpPr>
        <p:grpSpPr>
          <a:xfrm>
            <a:off x="2408297" y="2732160"/>
            <a:ext cx="1398240" cy="272880"/>
            <a:chOff x="2408297" y="2732160"/>
            <a:chExt cx="1398240" cy="2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93345C0-BA23-422E-886D-FF9A2C220913}"/>
                    </a:ext>
                  </a:extLst>
                </p14:cNvPr>
                <p14:cNvContentPartPr/>
                <p14:nvPr/>
              </p14:nvContentPartPr>
              <p14:xfrm>
                <a:off x="2408297" y="2745120"/>
                <a:ext cx="249120" cy="259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93345C0-BA23-422E-886D-FF9A2C22091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399657" y="2736120"/>
                  <a:ext cx="2667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B2ADF4E-D9B7-4019-A6AE-D0983A4295B0}"/>
                    </a:ext>
                  </a:extLst>
                </p14:cNvPr>
                <p14:cNvContentPartPr/>
                <p14:nvPr/>
              </p14:nvContentPartPr>
              <p14:xfrm>
                <a:off x="2716097" y="2768880"/>
                <a:ext cx="173160" cy="234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B2ADF4E-D9B7-4019-A6AE-D0983A4295B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707457" y="2760240"/>
                  <a:ext cx="1908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F4753BD-60C4-4B62-B19F-558F76B0AC0E}"/>
                    </a:ext>
                  </a:extLst>
                </p14:cNvPr>
                <p14:cNvContentPartPr/>
                <p14:nvPr/>
              </p14:nvContentPartPr>
              <p14:xfrm>
                <a:off x="2947217" y="2732160"/>
                <a:ext cx="166680" cy="245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F4753BD-60C4-4B62-B19F-558F76B0AC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938577" y="2723160"/>
                  <a:ext cx="1843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7804661-D614-41B2-9707-F6D14F206125}"/>
                    </a:ext>
                  </a:extLst>
                </p14:cNvPr>
                <p14:cNvContentPartPr/>
                <p14:nvPr/>
              </p14:nvContentPartPr>
              <p14:xfrm>
                <a:off x="2992937" y="2799840"/>
                <a:ext cx="350280" cy="178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7804661-D614-41B2-9707-F6D14F20612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83937" y="2791200"/>
                  <a:ext cx="367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9A638D1-DE14-41D8-B294-1A8354D89966}"/>
                    </a:ext>
                  </a:extLst>
                </p14:cNvPr>
                <p14:cNvContentPartPr/>
                <p14:nvPr/>
              </p14:nvContentPartPr>
              <p14:xfrm>
                <a:off x="3435017" y="2904240"/>
                <a:ext cx="51840" cy="7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9A638D1-DE14-41D8-B294-1A8354D8996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426017" y="2895240"/>
                  <a:ext cx="69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2009A98-4415-41F3-8AA5-6CAF0C168450}"/>
                    </a:ext>
                  </a:extLst>
                </p14:cNvPr>
                <p14:cNvContentPartPr/>
                <p14:nvPr/>
              </p14:nvContentPartPr>
              <p14:xfrm>
                <a:off x="3587297" y="2753760"/>
                <a:ext cx="219240" cy="230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2009A98-4415-41F3-8AA5-6CAF0C16845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578297" y="2745120"/>
                  <a:ext cx="23688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CBF3BEE-877A-4F57-992A-6CFD5A35576F}"/>
              </a:ext>
            </a:extLst>
          </p:cNvPr>
          <p:cNvGrpSpPr/>
          <p:nvPr/>
        </p:nvGrpSpPr>
        <p:grpSpPr>
          <a:xfrm>
            <a:off x="4116497" y="2574120"/>
            <a:ext cx="736200" cy="524520"/>
            <a:chOff x="4116497" y="2574120"/>
            <a:chExt cx="736200" cy="52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37A8456-1E5E-489C-9287-A02777D7A1AA}"/>
                    </a:ext>
                  </a:extLst>
                </p14:cNvPr>
                <p14:cNvContentPartPr/>
                <p14:nvPr/>
              </p14:nvContentPartPr>
              <p14:xfrm>
                <a:off x="4116497" y="2579160"/>
                <a:ext cx="25560" cy="175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37A8456-1E5E-489C-9287-A02777D7A1A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107497" y="2570160"/>
                  <a:ext cx="432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24AF282-1F49-47C1-877A-96FB99A29A27}"/>
                    </a:ext>
                  </a:extLst>
                </p14:cNvPr>
                <p14:cNvContentPartPr/>
                <p14:nvPr/>
              </p14:nvContentPartPr>
              <p14:xfrm>
                <a:off x="4146017" y="2574120"/>
                <a:ext cx="264960" cy="173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24AF282-1F49-47C1-877A-96FB99A29A2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37377" y="2565480"/>
                  <a:ext cx="2826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A1103C0-108D-49FD-940F-6E1FFA996610}"/>
                    </a:ext>
                  </a:extLst>
                </p14:cNvPr>
                <p14:cNvContentPartPr/>
                <p14:nvPr/>
              </p14:nvContentPartPr>
              <p14:xfrm>
                <a:off x="4340057" y="2599320"/>
                <a:ext cx="162360" cy="365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A1103C0-108D-49FD-940F-6E1FFA99661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331057" y="2590320"/>
                  <a:ext cx="18000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157357F-CAAD-43F8-B839-E9AAAAAA1C50}"/>
                    </a:ext>
                  </a:extLst>
                </p14:cNvPr>
                <p14:cNvContentPartPr/>
                <p14:nvPr/>
              </p14:nvContentPartPr>
              <p14:xfrm>
                <a:off x="4519697" y="2766360"/>
                <a:ext cx="23040" cy="206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157357F-CAAD-43F8-B839-E9AAAAAA1C5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510697" y="2757720"/>
                  <a:ext cx="406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32E2991-844C-4CC7-A2CB-F191F93F684A}"/>
                    </a:ext>
                  </a:extLst>
                </p14:cNvPr>
                <p14:cNvContentPartPr/>
                <p14:nvPr/>
              </p14:nvContentPartPr>
              <p14:xfrm>
                <a:off x="4577657" y="2814960"/>
                <a:ext cx="275040" cy="283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32E2991-844C-4CC7-A2CB-F191F93F684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568657" y="2806320"/>
                  <a:ext cx="292680" cy="30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711323B-A6E0-46B6-8981-5491A177EF0F}"/>
                  </a:ext>
                </a:extLst>
              </p14:cNvPr>
              <p14:cNvContentPartPr/>
              <p14:nvPr/>
            </p14:nvContentPartPr>
            <p14:xfrm>
              <a:off x="1003937" y="2813160"/>
              <a:ext cx="308520" cy="3279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711323B-A6E0-46B6-8981-5491A177EF0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95297" y="2804520"/>
                <a:ext cx="326160" cy="34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93F487E7-F7CA-4DA8-8717-F012E370BC14}"/>
              </a:ext>
            </a:extLst>
          </p:cNvPr>
          <p:cNvGrpSpPr/>
          <p:nvPr/>
        </p:nvGrpSpPr>
        <p:grpSpPr>
          <a:xfrm>
            <a:off x="1237937" y="3791640"/>
            <a:ext cx="608760" cy="322200"/>
            <a:chOff x="1237937" y="3791640"/>
            <a:chExt cx="60876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88E2458-7E9A-49B0-8B66-957039A6DE76}"/>
                    </a:ext>
                  </a:extLst>
                </p14:cNvPr>
                <p14:cNvContentPartPr/>
                <p14:nvPr/>
              </p14:nvContentPartPr>
              <p14:xfrm>
                <a:off x="1237937" y="3791640"/>
                <a:ext cx="322200" cy="322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88E2458-7E9A-49B0-8B66-957039A6DE7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228937" y="3782640"/>
                  <a:ext cx="3398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3F77A2F-A4C4-42FD-8CF8-27852C2C649A}"/>
                    </a:ext>
                  </a:extLst>
                </p14:cNvPr>
                <p14:cNvContentPartPr/>
                <p14:nvPr/>
              </p14:nvContentPartPr>
              <p14:xfrm>
                <a:off x="1664177" y="3876960"/>
                <a:ext cx="164160" cy="6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3F77A2F-A4C4-42FD-8CF8-27852C2C649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655177" y="3867960"/>
                  <a:ext cx="1818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406C1D9-C457-43DA-A536-8AACEEF34263}"/>
                    </a:ext>
                  </a:extLst>
                </p14:cNvPr>
                <p14:cNvContentPartPr/>
                <p14:nvPr/>
              </p14:nvContentPartPr>
              <p14:xfrm>
                <a:off x="1690457" y="3942120"/>
                <a:ext cx="156240" cy="255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406C1D9-C457-43DA-A536-8AACEEF3426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681817" y="3933480"/>
                  <a:ext cx="17388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0D8CDF8-1652-466B-B202-E3102D320B96}"/>
              </a:ext>
            </a:extLst>
          </p:cNvPr>
          <p:cNvGrpSpPr/>
          <p:nvPr/>
        </p:nvGrpSpPr>
        <p:grpSpPr>
          <a:xfrm>
            <a:off x="2131817" y="3695160"/>
            <a:ext cx="405720" cy="275760"/>
            <a:chOff x="2131817" y="3695160"/>
            <a:chExt cx="40572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A636FD4-A068-4007-804F-3988D11B5B8B}"/>
                    </a:ext>
                  </a:extLst>
                </p14:cNvPr>
                <p14:cNvContentPartPr/>
                <p14:nvPr/>
              </p14:nvContentPartPr>
              <p14:xfrm>
                <a:off x="2256377" y="3695160"/>
                <a:ext cx="148680" cy="275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A636FD4-A068-4007-804F-3988D11B5B8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247377" y="3686520"/>
                  <a:ext cx="1663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9133C9C-62A8-4A00-961B-32B9B1FD363C}"/>
                    </a:ext>
                  </a:extLst>
                </p14:cNvPr>
                <p14:cNvContentPartPr/>
                <p14:nvPr/>
              </p14:nvContentPartPr>
              <p14:xfrm>
                <a:off x="2131817" y="3808200"/>
                <a:ext cx="405720" cy="392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9133C9C-62A8-4A00-961B-32B9B1FD363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22817" y="3799200"/>
                  <a:ext cx="423360" cy="5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3AEE0AFB-A3E3-4CA6-BA5E-037D8F0D0911}"/>
                  </a:ext>
                </a:extLst>
              </p14:cNvPr>
              <p14:cNvContentPartPr/>
              <p14:nvPr/>
            </p14:nvContentPartPr>
            <p14:xfrm>
              <a:off x="2122097" y="4098360"/>
              <a:ext cx="478440" cy="230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3AEE0AFB-A3E3-4CA6-BA5E-037D8F0D0911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113457" y="4089360"/>
                <a:ext cx="4960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AB40D06-7A24-4E69-93F9-9A7B1D55CFF3}"/>
                  </a:ext>
                </a:extLst>
              </p14:cNvPr>
              <p14:cNvContentPartPr/>
              <p14:nvPr/>
            </p14:nvContentPartPr>
            <p14:xfrm>
              <a:off x="2244857" y="4338840"/>
              <a:ext cx="154800" cy="1666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AB40D06-7A24-4E69-93F9-9A7B1D55CFF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235857" y="4329840"/>
                <a:ext cx="172440" cy="18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C7700CB-21A7-473A-A8C7-8D71DA7F3EE7}"/>
              </a:ext>
            </a:extLst>
          </p:cNvPr>
          <p:cNvGrpSpPr/>
          <p:nvPr/>
        </p:nvGrpSpPr>
        <p:grpSpPr>
          <a:xfrm>
            <a:off x="2893577" y="4072800"/>
            <a:ext cx="190800" cy="73800"/>
            <a:chOff x="2893577" y="4072800"/>
            <a:chExt cx="190800" cy="7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6DE6A91-9257-4792-B5EE-4515A2B2149D}"/>
                    </a:ext>
                  </a:extLst>
                </p14:cNvPr>
                <p14:cNvContentPartPr/>
                <p14:nvPr/>
              </p14:nvContentPartPr>
              <p14:xfrm>
                <a:off x="2893577" y="4072800"/>
                <a:ext cx="167040" cy="111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6DE6A91-9257-4792-B5EE-4515A2B2149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884937" y="4064160"/>
                  <a:ext cx="184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8A44DF8-4D3A-44A0-9A5F-BB64B6081A72}"/>
                    </a:ext>
                  </a:extLst>
                </p14:cNvPr>
                <p14:cNvContentPartPr/>
                <p14:nvPr/>
              </p14:nvContentPartPr>
              <p14:xfrm>
                <a:off x="2919497" y="4102320"/>
                <a:ext cx="164880" cy="44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8A44DF8-4D3A-44A0-9A5F-BB64B6081A7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910857" y="4093320"/>
                  <a:ext cx="18252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1D63730-B93D-4CAA-B99C-F6DF7D5455A9}"/>
              </a:ext>
            </a:extLst>
          </p:cNvPr>
          <p:cNvGrpSpPr/>
          <p:nvPr/>
        </p:nvGrpSpPr>
        <p:grpSpPr>
          <a:xfrm>
            <a:off x="3357617" y="3796680"/>
            <a:ext cx="1210320" cy="377640"/>
            <a:chOff x="3357617" y="3796680"/>
            <a:chExt cx="121032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26AEE08-4DA0-40BC-973A-E5DEAE2A4C89}"/>
                    </a:ext>
                  </a:extLst>
                </p14:cNvPr>
                <p14:cNvContentPartPr/>
                <p14:nvPr/>
              </p14:nvContentPartPr>
              <p14:xfrm>
                <a:off x="3457337" y="3844200"/>
                <a:ext cx="227520" cy="1897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26AEE08-4DA0-40BC-973A-E5DEAE2A4C8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48697" y="3835200"/>
                  <a:ext cx="2451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1D852EA-1C4C-4B0B-B7F5-2835FB78CE9A}"/>
                    </a:ext>
                  </a:extLst>
                </p14:cNvPr>
                <p14:cNvContentPartPr/>
                <p14:nvPr/>
              </p14:nvContentPartPr>
              <p14:xfrm>
                <a:off x="3764417" y="3940680"/>
                <a:ext cx="42120" cy="24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1D852EA-1C4C-4B0B-B7F5-2835FB78CE9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755777" y="3931680"/>
                  <a:ext cx="597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598293F-4711-4B2D-9E80-C83BA79A92F6}"/>
                    </a:ext>
                  </a:extLst>
                </p14:cNvPr>
                <p14:cNvContentPartPr/>
                <p14:nvPr/>
              </p14:nvContentPartPr>
              <p14:xfrm>
                <a:off x="3938297" y="3809280"/>
                <a:ext cx="20880" cy="147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598293F-4711-4B2D-9E80-C83BA79A92F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929297" y="3800280"/>
                  <a:ext cx="385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6FFEAC1-B40D-48C4-A180-8BECA219C194}"/>
                    </a:ext>
                  </a:extLst>
                </p14:cNvPr>
                <p14:cNvContentPartPr/>
                <p14:nvPr/>
              </p14:nvContentPartPr>
              <p14:xfrm>
                <a:off x="4076897" y="3796680"/>
                <a:ext cx="275760" cy="1861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6FFEAC1-B40D-48C4-A180-8BECA219C19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067897" y="3787680"/>
                  <a:ext cx="293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AA27B8F-B5D6-48EE-847A-2FB0F2A973A0}"/>
                    </a:ext>
                  </a:extLst>
                </p14:cNvPr>
                <p14:cNvContentPartPr/>
                <p14:nvPr/>
              </p14:nvContentPartPr>
              <p14:xfrm>
                <a:off x="3357617" y="4114200"/>
                <a:ext cx="1210320" cy="60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AA27B8F-B5D6-48EE-847A-2FB0F2A973A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348977" y="4105560"/>
                  <a:ext cx="122796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76B7A93-B74E-4E55-AA65-80FDBFDEF90C}"/>
              </a:ext>
            </a:extLst>
          </p:cNvPr>
          <p:cNvGrpSpPr/>
          <p:nvPr/>
        </p:nvGrpSpPr>
        <p:grpSpPr>
          <a:xfrm>
            <a:off x="3278417" y="4373760"/>
            <a:ext cx="1631520" cy="242640"/>
            <a:chOff x="3278417" y="4373760"/>
            <a:chExt cx="1631520" cy="24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23C4F4A-02B2-4CA5-936F-DF85C32DD9E8}"/>
                    </a:ext>
                  </a:extLst>
                </p14:cNvPr>
                <p14:cNvContentPartPr/>
                <p14:nvPr/>
              </p14:nvContentPartPr>
              <p14:xfrm>
                <a:off x="3278417" y="4431360"/>
                <a:ext cx="201240" cy="176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23C4F4A-02B2-4CA5-936F-DF85C32DD9E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269777" y="4422360"/>
                  <a:ext cx="2188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89B0C53-F08E-4399-B02E-1D1B719630DE}"/>
                    </a:ext>
                  </a:extLst>
                </p14:cNvPr>
                <p14:cNvContentPartPr/>
                <p14:nvPr/>
              </p14:nvContentPartPr>
              <p14:xfrm>
                <a:off x="3589097" y="4539360"/>
                <a:ext cx="8640" cy="25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89B0C53-F08E-4399-B02E-1D1B719630D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580457" y="4530720"/>
                  <a:ext cx="262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DF5F88A-2095-4B80-9A05-6C4ED15FBAE0}"/>
                    </a:ext>
                  </a:extLst>
                </p14:cNvPr>
                <p14:cNvContentPartPr/>
                <p14:nvPr/>
              </p14:nvContentPartPr>
              <p14:xfrm>
                <a:off x="3709337" y="4443960"/>
                <a:ext cx="246240" cy="148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DF5F88A-2095-4B80-9A05-6C4ED15FBAE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700697" y="4435320"/>
                  <a:ext cx="263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B3DA911-5303-412A-9705-21FB2328640B}"/>
                    </a:ext>
                  </a:extLst>
                </p14:cNvPr>
                <p14:cNvContentPartPr/>
                <p14:nvPr/>
              </p14:nvContentPartPr>
              <p14:xfrm>
                <a:off x="4017857" y="4431000"/>
                <a:ext cx="236520" cy="1501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B3DA911-5303-412A-9705-21FB2328640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008857" y="4422360"/>
                  <a:ext cx="254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D590F7A-6143-4D83-BC3B-3CA182809059}"/>
                    </a:ext>
                  </a:extLst>
                </p14:cNvPr>
                <p14:cNvContentPartPr/>
                <p14:nvPr/>
              </p14:nvContentPartPr>
              <p14:xfrm>
                <a:off x="4270217" y="4411200"/>
                <a:ext cx="137880" cy="179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D590F7A-6143-4D83-BC3B-3CA18280905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261577" y="4402200"/>
                  <a:ext cx="1555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50FAF37-C450-4BF7-A847-314A0CA7CBE8}"/>
                    </a:ext>
                  </a:extLst>
                </p14:cNvPr>
                <p14:cNvContentPartPr/>
                <p14:nvPr/>
              </p14:nvContentPartPr>
              <p14:xfrm>
                <a:off x="4459937" y="4415880"/>
                <a:ext cx="186480" cy="175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50FAF37-C450-4BF7-A847-314A0CA7CBE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450937" y="4406880"/>
                  <a:ext cx="204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51084A2-C016-4667-A59E-1E29B09A2365}"/>
                    </a:ext>
                  </a:extLst>
                </p14:cNvPr>
                <p14:cNvContentPartPr/>
                <p14:nvPr/>
              </p14:nvContentPartPr>
              <p14:xfrm>
                <a:off x="4684937" y="4373760"/>
                <a:ext cx="225000" cy="1357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51084A2-C016-4667-A59E-1E29B09A236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676297" y="4365120"/>
                  <a:ext cx="2426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7552094-433B-4FD9-9BBB-40187CC8DBCE}"/>
                    </a:ext>
                  </a:extLst>
                </p14:cNvPr>
                <p14:cNvContentPartPr/>
                <p14:nvPr/>
              </p14:nvContentPartPr>
              <p14:xfrm>
                <a:off x="4857737" y="4410120"/>
                <a:ext cx="15840" cy="206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7552094-433B-4FD9-9BBB-40187CC8DBC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848737" y="4401120"/>
                  <a:ext cx="3348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3483345-66DC-4BF7-9C69-15A09743FEC8}"/>
              </a:ext>
            </a:extLst>
          </p:cNvPr>
          <p:cNvGrpSpPr/>
          <p:nvPr/>
        </p:nvGrpSpPr>
        <p:grpSpPr>
          <a:xfrm>
            <a:off x="5213777" y="4038960"/>
            <a:ext cx="280080" cy="66960"/>
            <a:chOff x="5213777" y="4038960"/>
            <a:chExt cx="280080" cy="6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3EDC47E-DECF-4558-9B55-63DA0616864C}"/>
                    </a:ext>
                  </a:extLst>
                </p14:cNvPr>
                <p14:cNvContentPartPr/>
                <p14:nvPr/>
              </p14:nvContentPartPr>
              <p14:xfrm>
                <a:off x="5213777" y="4038960"/>
                <a:ext cx="207000" cy="187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3EDC47E-DECF-4558-9B55-63DA0616864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204777" y="4029960"/>
                  <a:ext cx="224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245FC91-C286-4E8C-897E-BC4130C22921}"/>
                    </a:ext>
                  </a:extLst>
                </p14:cNvPr>
                <p14:cNvContentPartPr/>
                <p14:nvPr/>
              </p14:nvContentPartPr>
              <p14:xfrm>
                <a:off x="5275697" y="4072440"/>
                <a:ext cx="218160" cy="33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245FC91-C286-4E8C-897E-BC4130C2292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267057" y="4063440"/>
                  <a:ext cx="2358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9F0E173-30AF-4DB4-A473-DD3B0FC282BB}"/>
              </a:ext>
            </a:extLst>
          </p:cNvPr>
          <p:cNvGrpSpPr/>
          <p:nvPr/>
        </p:nvGrpSpPr>
        <p:grpSpPr>
          <a:xfrm>
            <a:off x="5903177" y="3875520"/>
            <a:ext cx="1607760" cy="319320"/>
            <a:chOff x="5903177" y="3875520"/>
            <a:chExt cx="160776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71CACB4-5188-4CED-A49D-6AB7293AB67C}"/>
                    </a:ext>
                  </a:extLst>
                </p14:cNvPr>
                <p14:cNvContentPartPr/>
                <p14:nvPr/>
              </p14:nvContentPartPr>
              <p14:xfrm>
                <a:off x="5903177" y="3959040"/>
                <a:ext cx="208440" cy="195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71CACB4-5188-4CED-A49D-6AB7293AB67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94177" y="3950040"/>
                  <a:ext cx="2260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398768C-1E53-40D3-BC66-90EBFA40F5BA}"/>
                    </a:ext>
                  </a:extLst>
                </p14:cNvPr>
                <p14:cNvContentPartPr/>
                <p14:nvPr/>
              </p14:nvContentPartPr>
              <p14:xfrm>
                <a:off x="6234017" y="4108440"/>
                <a:ext cx="38160" cy="25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398768C-1E53-40D3-BC66-90EBFA40F5B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225017" y="4099800"/>
                  <a:ext cx="558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7D10F9E-F1F4-4C63-BEAE-F64B3362EE99}"/>
                    </a:ext>
                  </a:extLst>
                </p14:cNvPr>
                <p14:cNvContentPartPr/>
                <p14:nvPr/>
              </p14:nvContentPartPr>
              <p14:xfrm>
                <a:off x="6382697" y="3968760"/>
                <a:ext cx="185400" cy="2001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7D10F9E-F1F4-4C63-BEAE-F64B3362EE9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373697" y="3959760"/>
                  <a:ext cx="203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C4C13AB-B32A-4E56-9579-F63E133F00E7}"/>
                    </a:ext>
                  </a:extLst>
                </p14:cNvPr>
                <p14:cNvContentPartPr/>
                <p14:nvPr/>
              </p14:nvContentPartPr>
              <p14:xfrm>
                <a:off x="6659177" y="3885600"/>
                <a:ext cx="217440" cy="235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C4C13AB-B32A-4E56-9579-F63E133F00E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650537" y="3876960"/>
                  <a:ext cx="235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A26BE06-FD2E-4243-8410-74D1ED0D8EC7}"/>
                    </a:ext>
                  </a:extLst>
                </p14:cNvPr>
                <p14:cNvContentPartPr/>
                <p14:nvPr/>
              </p14:nvContentPartPr>
              <p14:xfrm>
                <a:off x="6747737" y="3979200"/>
                <a:ext cx="238320" cy="19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A26BE06-FD2E-4243-8410-74D1ED0D8EC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738737" y="3970560"/>
                  <a:ext cx="2559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ABD2A4F-2117-4DE6-B780-5D0DCB1E7C4C}"/>
                    </a:ext>
                  </a:extLst>
                </p14:cNvPr>
                <p14:cNvContentPartPr/>
                <p14:nvPr/>
              </p14:nvContentPartPr>
              <p14:xfrm>
                <a:off x="7071017" y="3875520"/>
                <a:ext cx="179280" cy="240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ABD2A4F-2117-4DE6-B780-5D0DCB1E7C4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062017" y="3866520"/>
                  <a:ext cx="1969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70F5FD7-0400-4593-A08E-E840E94FFA71}"/>
                    </a:ext>
                  </a:extLst>
                </p14:cNvPr>
                <p14:cNvContentPartPr/>
                <p14:nvPr/>
              </p14:nvContentPartPr>
              <p14:xfrm>
                <a:off x="7322657" y="3930960"/>
                <a:ext cx="148320" cy="1170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70F5FD7-0400-4593-A08E-E840E94FFA7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313657" y="3922320"/>
                  <a:ext cx="1659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71136C4-613B-4A4C-9B12-7939C60999B0}"/>
                    </a:ext>
                  </a:extLst>
                </p14:cNvPr>
                <p14:cNvContentPartPr/>
                <p14:nvPr/>
              </p14:nvContentPartPr>
              <p14:xfrm>
                <a:off x="7295657" y="4048320"/>
                <a:ext cx="215280" cy="146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71136C4-613B-4A4C-9B12-7939C60999B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286657" y="4039320"/>
                  <a:ext cx="23292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AE97793-A00E-43C3-9DD5-257F27DD6C5E}"/>
              </a:ext>
            </a:extLst>
          </p:cNvPr>
          <p:cNvGrpSpPr/>
          <p:nvPr/>
        </p:nvGrpSpPr>
        <p:grpSpPr>
          <a:xfrm>
            <a:off x="7944017" y="3943200"/>
            <a:ext cx="274680" cy="500760"/>
            <a:chOff x="7944017" y="3943200"/>
            <a:chExt cx="274680" cy="50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0D85D10-A1FD-496F-AEE1-EB8C4D9BCE28}"/>
                    </a:ext>
                  </a:extLst>
                </p14:cNvPr>
                <p14:cNvContentPartPr/>
                <p14:nvPr/>
              </p14:nvContentPartPr>
              <p14:xfrm>
                <a:off x="7959497" y="3943200"/>
                <a:ext cx="43560" cy="205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0D85D10-A1FD-496F-AEE1-EB8C4D9BCE2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950497" y="3934560"/>
                  <a:ext cx="612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C90E17F-EFA3-44A0-A0CC-215DE53EA1E4}"/>
                    </a:ext>
                  </a:extLst>
                </p14:cNvPr>
                <p14:cNvContentPartPr/>
                <p14:nvPr/>
              </p14:nvContentPartPr>
              <p14:xfrm>
                <a:off x="7944017" y="3996120"/>
                <a:ext cx="274680" cy="4478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C90E17F-EFA3-44A0-A0CC-215DE53EA1E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935017" y="3987120"/>
                  <a:ext cx="292320" cy="46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FA83F8B-4BDA-431E-AF09-6BACBAC7829B}"/>
              </a:ext>
            </a:extLst>
          </p:cNvPr>
          <p:cNvGrpSpPr/>
          <p:nvPr/>
        </p:nvGrpSpPr>
        <p:grpSpPr>
          <a:xfrm>
            <a:off x="6267857" y="4454040"/>
            <a:ext cx="549000" cy="147240"/>
            <a:chOff x="6267857" y="4454040"/>
            <a:chExt cx="549000" cy="14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FE398D7-8DE7-417B-89DC-93D1F1915DEC}"/>
                    </a:ext>
                  </a:extLst>
                </p14:cNvPr>
                <p14:cNvContentPartPr/>
                <p14:nvPr/>
              </p14:nvContentPartPr>
              <p14:xfrm>
                <a:off x="6282617" y="4454040"/>
                <a:ext cx="519840" cy="19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FE398D7-8DE7-417B-89DC-93D1F1915DE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273977" y="4445400"/>
                  <a:ext cx="5374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7632296-8AF9-4CF0-AF10-91BB4F0F84F4}"/>
                    </a:ext>
                  </a:extLst>
                </p14:cNvPr>
                <p14:cNvContentPartPr/>
                <p14:nvPr/>
              </p14:nvContentPartPr>
              <p14:xfrm>
                <a:off x="6267857" y="4564200"/>
                <a:ext cx="549000" cy="37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7632296-8AF9-4CF0-AF10-91BB4F0F84F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258857" y="4555200"/>
                  <a:ext cx="566640" cy="54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2210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B59E4A-0D64-4CD0-865B-DD7979EC2EC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4775" y="114300"/>
            <a:ext cx="10515600" cy="1325563"/>
          </a:xfrm>
        </p:spPr>
        <p:txBody>
          <a:bodyPr/>
          <a:lstStyle/>
          <a:p>
            <a:r>
              <a:rPr lang="en-US" dirty="0"/>
              <a:t>Energy Conservation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AB5EADC-F2DC-4FED-BAEE-87EB1D7E26C2}"/>
                  </a:ext>
                </a:extLst>
              </p14:cNvPr>
              <p14:cNvContentPartPr/>
              <p14:nvPr/>
            </p14:nvContentPartPr>
            <p14:xfrm>
              <a:off x="364680" y="1031400"/>
              <a:ext cx="4880880" cy="1488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AB5EADC-F2DC-4FED-BAEE-87EB1D7E26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5320" y="1022040"/>
                <a:ext cx="4899600" cy="150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8B2B78-F25B-4308-8E24-34F357358D19}"/>
                  </a:ext>
                </a:extLst>
              </p14:cNvPr>
              <p14:cNvContentPartPr/>
              <p14:nvPr/>
            </p14:nvContentPartPr>
            <p14:xfrm>
              <a:off x="11045417" y="5082240"/>
              <a:ext cx="16560" cy="13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8B2B78-F25B-4308-8E24-34F357358D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36777" y="5073600"/>
                <a:ext cx="3420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CB7175A-75D4-42A1-878E-D45B400CCE50}"/>
              </a:ext>
            </a:extLst>
          </p:cNvPr>
          <p:cNvGrpSpPr/>
          <p:nvPr/>
        </p:nvGrpSpPr>
        <p:grpSpPr>
          <a:xfrm>
            <a:off x="1710977" y="2290800"/>
            <a:ext cx="381960" cy="105120"/>
            <a:chOff x="1710977" y="2290800"/>
            <a:chExt cx="381960" cy="10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9D5CB56-6C17-4965-B10D-34FBC889B1A2}"/>
                    </a:ext>
                  </a:extLst>
                </p14:cNvPr>
                <p14:cNvContentPartPr/>
                <p14:nvPr/>
              </p14:nvContentPartPr>
              <p14:xfrm>
                <a:off x="1710977" y="2327880"/>
                <a:ext cx="268560" cy="17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9D5CB56-6C17-4965-B10D-34FBC889B1A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01977" y="2319240"/>
                  <a:ext cx="286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0CCA5BA-F576-4210-BD32-6709BAF61C48}"/>
                    </a:ext>
                  </a:extLst>
                </p14:cNvPr>
                <p14:cNvContentPartPr/>
                <p14:nvPr/>
              </p14:nvContentPartPr>
              <p14:xfrm>
                <a:off x="1978457" y="2290800"/>
                <a:ext cx="114480" cy="105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0CCA5BA-F576-4210-BD32-6709BAF61C4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69817" y="2281800"/>
                  <a:ext cx="13212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92F0D54-659D-43CA-B994-42C3A75A0FE4}"/>
              </a:ext>
            </a:extLst>
          </p:cNvPr>
          <p:cNvGrpSpPr/>
          <p:nvPr/>
        </p:nvGrpSpPr>
        <p:grpSpPr>
          <a:xfrm>
            <a:off x="2405057" y="2134200"/>
            <a:ext cx="3465000" cy="537480"/>
            <a:chOff x="2405057" y="2134200"/>
            <a:chExt cx="3465000" cy="53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A3D5985-E912-4FEF-BF15-7E79CADC6274}"/>
                    </a:ext>
                  </a:extLst>
                </p14:cNvPr>
                <p14:cNvContentPartPr/>
                <p14:nvPr/>
              </p14:nvContentPartPr>
              <p14:xfrm>
                <a:off x="2405057" y="2224200"/>
                <a:ext cx="155160" cy="234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A3D5985-E912-4FEF-BF15-7E79CADC627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96057" y="2215560"/>
                  <a:ext cx="1728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BA564D9-EBEF-4575-BCD9-9B79592CBB6C}"/>
                    </a:ext>
                  </a:extLst>
                </p14:cNvPr>
                <p14:cNvContentPartPr/>
                <p14:nvPr/>
              </p14:nvContentPartPr>
              <p14:xfrm>
                <a:off x="2566337" y="2384400"/>
                <a:ext cx="83160" cy="102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BA564D9-EBEF-4575-BCD9-9B79592CBB6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57697" y="2375760"/>
                  <a:ext cx="1008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283D25B-55A7-47D6-B5C1-F5080D43A117}"/>
                    </a:ext>
                  </a:extLst>
                </p14:cNvPr>
                <p14:cNvContentPartPr/>
                <p14:nvPr/>
              </p14:nvContentPartPr>
              <p14:xfrm>
                <a:off x="2546537" y="2347680"/>
                <a:ext cx="99000" cy="232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283D25B-55A7-47D6-B5C1-F5080D43A11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37897" y="2338680"/>
                  <a:ext cx="1166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A6955A4-683C-402A-92AE-C8756FCC4617}"/>
                    </a:ext>
                  </a:extLst>
                </p14:cNvPr>
                <p14:cNvContentPartPr/>
                <p14:nvPr/>
              </p14:nvContentPartPr>
              <p14:xfrm>
                <a:off x="2532857" y="2446680"/>
                <a:ext cx="153000" cy="29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A6955A4-683C-402A-92AE-C8756FCC461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24217" y="2437680"/>
                  <a:ext cx="1706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75F0123-6DA9-4140-AA0B-5F20281CA1A2}"/>
                    </a:ext>
                  </a:extLst>
                </p14:cNvPr>
                <p14:cNvContentPartPr/>
                <p14:nvPr/>
              </p14:nvContentPartPr>
              <p14:xfrm>
                <a:off x="2797097" y="2276400"/>
                <a:ext cx="167040" cy="82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75F0123-6DA9-4140-AA0B-5F20281CA1A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88457" y="2267760"/>
                  <a:ext cx="1846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313D1C5-289F-49D8-9328-C2260F02F9CE}"/>
                    </a:ext>
                  </a:extLst>
                </p14:cNvPr>
                <p14:cNvContentPartPr/>
                <p14:nvPr/>
              </p14:nvContentPartPr>
              <p14:xfrm>
                <a:off x="3037937" y="2208720"/>
                <a:ext cx="131040" cy="160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313D1C5-289F-49D8-9328-C2260F02F9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28937" y="2200080"/>
                  <a:ext cx="1486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54AE9D2-382E-489A-903D-A08FB774A52D}"/>
                    </a:ext>
                  </a:extLst>
                </p14:cNvPr>
                <p14:cNvContentPartPr/>
                <p14:nvPr/>
              </p14:nvContentPartPr>
              <p14:xfrm>
                <a:off x="3315137" y="2245800"/>
                <a:ext cx="118080" cy="98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54AE9D2-382E-489A-903D-A08FB774A52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06497" y="2237160"/>
                  <a:ext cx="1357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B9A6053-8D00-454A-8B8B-78CFB9C05BC6}"/>
                    </a:ext>
                  </a:extLst>
                </p14:cNvPr>
                <p14:cNvContentPartPr/>
                <p14:nvPr/>
              </p14:nvContentPartPr>
              <p14:xfrm>
                <a:off x="3570737" y="2197200"/>
                <a:ext cx="173520" cy="194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B9A6053-8D00-454A-8B8B-78CFB9C05BC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62097" y="2188560"/>
                  <a:ext cx="1911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ED41983-45E1-4EAA-8182-3E90D84A9DDA}"/>
                    </a:ext>
                  </a:extLst>
                </p14:cNvPr>
                <p14:cNvContentPartPr/>
                <p14:nvPr/>
              </p14:nvContentPartPr>
              <p14:xfrm>
                <a:off x="3750737" y="2332920"/>
                <a:ext cx="176400" cy="338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ED41983-45E1-4EAA-8182-3E90D84A9DD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42097" y="2324280"/>
                  <a:ext cx="1940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8178E46-7F41-4629-B542-E5882BF0E955}"/>
                    </a:ext>
                  </a:extLst>
                </p14:cNvPr>
                <p14:cNvContentPartPr/>
                <p14:nvPr/>
              </p14:nvContentPartPr>
              <p14:xfrm>
                <a:off x="4014257" y="2270640"/>
                <a:ext cx="291600" cy="33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8178E46-7F41-4629-B542-E5882BF0E95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05257" y="2262000"/>
                  <a:ext cx="309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3B6E118-5EC3-4900-8822-A86EAA53A2E4}"/>
                    </a:ext>
                  </a:extLst>
                </p14:cNvPr>
                <p14:cNvContentPartPr/>
                <p14:nvPr/>
              </p14:nvContentPartPr>
              <p14:xfrm>
                <a:off x="4265177" y="2238600"/>
                <a:ext cx="122760" cy="128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3B6E118-5EC3-4900-8822-A86EAA53A2E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56537" y="2229600"/>
                  <a:ext cx="1404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EB7DFA1-00F9-4BF7-8B2A-C519D2142D47}"/>
                    </a:ext>
                  </a:extLst>
                </p14:cNvPr>
                <p14:cNvContentPartPr/>
                <p14:nvPr/>
              </p14:nvContentPartPr>
              <p14:xfrm>
                <a:off x="4486577" y="2233560"/>
                <a:ext cx="414720" cy="128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EB7DFA1-00F9-4BF7-8B2A-C519D2142D4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77577" y="2224560"/>
                  <a:ext cx="432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E5AED57-BAE9-4CD7-AF4A-37B3908BA6B2}"/>
                    </a:ext>
                  </a:extLst>
                </p14:cNvPr>
                <p14:cNvContentPartPr/>
                <p14:nvPr/>
              </p14:nvContentPartPr>
              <p14:xfrm>
                <a:off x="4900937" y="2134200"/>
                <a:ext cx="21960" cy="30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E5AED57-BAE9-4CD7-AF4A-37B3908BA6B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92297" y="2125560"/>
                  <a:ext cx="396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8C44541-C9E6-47CC-84FD-81E55C7DA787}"/>
                    </a:ext>
                  </a:extLst>
                </p14:cNvPr>
                <p14:cNvContentPartPr/>
                <p14:nvPr/>
              </p14:nvContentPartPr>
              <p14:xfrm>
                <a:off x="4961777" y="2187120"/>
                <a:ext cx="162720" cy="129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8C44541-C9E6-47CC-84FD-81E55C7DA78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52777" y="2178120"/>
                  <a:ext cx="1803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3B04F41-8B05-48A6-BE27-584BB5AE6ADF}"/>
                    </a:ext>
                  </a:extLst>
                </p14:cNvPr>
                <p14:cNvContentPartPr/>
                <p14:nvPr/>
              </p14:nvContentPartPr>
              <p14:xfrm>
                <a:off x="5183537" y="2137800"/>
                <a:ext cx="32400" cy="185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3B04F41-8B05-48A6-BE27-584BB5AE6AD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74897" y="2128800"/>
                  <a:ext cx="500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145F7BA-57DA-404F-B464-02BAE61829BC}"/>
                    </a:ext>
                  </a:extLst>
                </p14:cNvPr>
                <p14:cNvContentPartPr/>
                <p14:nvPr/>
              </p14:nvContentPartPr>
              <p14:xfrm>
                <a:off x="5115137" y="2207640"/>
                <a:ext cx="386280" cy="100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145F7BA-57DA-404F-B464-02BAE61829B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06497" y="2198640"/>
                  <a:ext cx="4039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FA97D07-49B2-4DC6-9B50-83154D62E17C}"/>
                    </a:ext>
                  </a:extLst>
                </p14:cNvPr>
                <p14:cNvContentPartPr/>
                <p14:nvPr/>
              </p14:nvContentPartPr>
              <p14:xfrm>
                <a:off x="5544617" y="2193240"/>
                <a:ext cx="120960" cy="114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FA97D07-49B2-4DC6-9B50-83154D62E17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35977" y="2184600"/>
                  <a:ext cx="1386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8D53C1D-51BD-4F35-83F7-3934F86830A8}"/>
                    </a:ext>
                  </a:extLst>
                </p14:cNvPr>
                <p14:cNvContentPartPr/>
                <p14:nvPr/>
              </p14:nvContentPartPr>
              <p14:xfrm>
                <a:off x="5694377" y="2209800"/>
                <a:ext cx="175680" cy="138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8D53C1D-51BD-4F35-83F7-3934F86830A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85377" y="2200800"/>
                  <a:ext cx="193320" cy="15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434275F-6C75-42C5-BD1A-0D5EB14FCC6B}"/>
                  </a:ext>
                </a:extLst>
              </p14:cNvPr>
              <p14:cNvContentPartPr/>
              <p14:nvPr/>
            </p14:nvContentPartPr>
            <p14:xfrm>
              <a:off x="321480" y="1243440"/>
              <a:ext cx="11874240" cy="48938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434275F-6C75-42C5-BD1A-0D5EB14FCC6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12120" y="1234080"/>
                <a:ext cx="11892960" cy="491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0369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160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H2O is contained in a rigid tank at 500 K and 1 MPa. A cooling coil removes energy from the steam as heat until a final temperature of 400 K is reached. The tank volume is 0.15 m3. Determine the amount of heat removed.</vt:lpstr>
      <vt:lpstr>PowerPoint Presentation</vt:lpstr>
      <vt:lpstr>Energy Conservation </vt:lpstr>
      <vt:lpstr>PowerPoint Presentation</vt:lpstr>
      <vt:lpstr>PowerPoint Presentation</vt:lpstr>
      <vt:lpstr>State 1  </vt:lpstr>
      <vt:lpstr>Energy Conservation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O'Connor, Jacqueline Antonia</dc:creator>
  <cp:lastModifiedBy>O'Connor, Jacqueline Antonia</cp:lastModifiedBy>
  <cp:revision>31</cp:revision>
  <dcterms:created xsi:type="dcterms:W3CDTF">2021-04-07T00:38:07Z</dcterms:created>
  <dcterms:modified xsi:type="dcterms:W3CDTF">2021-05-16T18:48:08Z</dcterms:modified>
</cp:coreProperties>
</file>