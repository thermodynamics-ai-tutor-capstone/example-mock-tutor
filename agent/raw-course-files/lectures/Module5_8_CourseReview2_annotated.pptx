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2E2-7C92-493A-BBF0-CE817482A3F4}" v="1" dt="2021-05-16T19:21:54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Connor, Jacqueline Antonia" userId="3b9bfa0c-75a1-427e-ae61-7069a76100c3" providerId="ADAL" clId="{4A5C82E2-7C92-493A-BBF0-CE817482A3F4}"/>
    <pc:docChg chg="modSld">
      <pc:chgData name="O'Connor, Jacqueline Antonia" userId="3b9bfa0c-75a1-427e-ae61-7069a76100c3" providerId="ADAL" clId="{4A5C82E2-7C92-493A-BBF0-CE817482A3F4}" dt="2021-05-16T19:21:54.628" v="0"/>
      <pc:docMkLst>
        <pc:docMk/>
      </pc:docMkLst>
      <pc:sldChg chg="addSp">
        <pc:chgData name="O'Connor, Jacqueline Antonia" userId="3b9bfa0c-75a1-427e-ae61-7069a76100c3" providerId="ADAL" clId="{4A5C82E2-7C92-493A-BBF0-CE817482A3F4}" dt="2021-05-16T19:21:54.628" v="0"/>
        <pc:sldMkLst>
          <pc:docMk/>
          <pc:sldMk cId="2717101770" sldId="258"/>
        </pc:sldMkLst>
        <pc:inkChg chg="add">
          <ac:chgData name="O'Connor, Jacqueline Antonia" userId="3b9bfa0c-75a1-427e-ae61-7069a76100c3" providerId="ADAL" clId="{4A5C82E2-7C92-493A-BBF0-CE817482A3F4}" dt="2021-05-16T19:21:54.628" v="0"/>
          <ac:inkMkLst>
            <pc:docMk/>
            <pc:sldMk cId="2717101770" sldId="258"/>
            <ac:inkMk id="2" creationId="{FFF1F4E9-BDC3-4EC5-A90C-EEB6F6A54F10}"/>
          </ac:inkMkLst>
        </pc:inkChg>
      </pc:sldChg>
      <pc:sldChg chg="addSp">
        <pc:chgData name="O'Connor, Jacqueline Antonia" userId="3b9bfa0c-75a1-427e-ae61-7069a76100c3" providerId="ADAL" clId="{4A5C82E2-7C92-493A-BBF0-CE817482A3F4}" dt="2021-05-16T19:21:54.628" v="0"/>
        <pc:sldMkLst>
          <pc:docMk/>
          <pc:sldMk cId="3543503716" sldId="259"/>
        </pc:sldMkLst>
        <pc:inkChg chg="add">
          <ac:chgData name="O'Connor, Jacqueline Antonia" userId="3b9bfa0c-75a1-427e-ae61-7069a76100c3" providerId="ADAL" clId="{4A5C82E2-7C92-493A-BBF0-CE817482A3F4}" dt="2021-05-16T19:21:54.628" v="0"/>
          <ac:inkMkLst>
            <pc:docMk/>
            <pc:sldMk cId="3543503716" sldId="259"/>
            <ac:inkMk id="2" creationId="{01B1A037-96F0-4914-B20B-4C1FA06E988B}"/>
          </ac:inkMkLst>
        </pc:inkChg>
      </pc:sldChg>
    </pc:docChg>
  </pc:docChgLst>
  <pc:docChgLst>
    <pc:chgData name="O'Connor, Jacqueline Antonia" userId="3b9bfa0c-75a1-427e-ae61-7069a76100c3" providerId="ADAL" clId="{E40ACED1-9A92-491C-B500-E109E45297B3}"/>
    <pc:docChg chg="modSld">
      <pc:chgData name="O'Connor, Jacqueline Antonia" userId="3b9bfa0c-75a1-427e-ae61-7069a76100c3" providerId="ADAL" clId="{E40ACED1-9A92-491C-B500-E109E45297B3}" dt="2021-05-08T13:38:37.981" v="1" actId="1076"/>
      <pc:docMkLst>
        <pc:docMk/>
      </pc:docMkLst>
      <pc:sldChg chg="modSp mod">
        <pc:chgData name="O'Connor, Jacqueline Antonia" userId="3b9bfa0c-75a1-427e-ae61-7069a76100c3" providerId="ADAL" clId="{E40ACED1-9A92-491C-B500-E109E45297B3}" dt="2021-05-08T13:38:31.924" v="0" actId="1076"/>
        <pc:sldMkLst>
          <pc:docMk/>
          <pc:sldMk cId="2717101770" sldId="258"/>
        </pc:sldMkLst>
        <pc:spChg chg="mod">
          <ac:chgData name="O'Connor, Jacqueline Antonia" userId="3b9bfa0c-75a1-427e-ae61-7069a76100c3" providerId="ADAL" clId="{E40ACED1-9A92-491C-B500-E109E45297B3}" dt="2021-05-08T13:38:31.924" v="0" actId="1076"/>
          <ac:spMkLst>
            <pc:docMk/>
            <pc:sldMk cId="2717101770" sldId="258"/>
            <ac:spMk id="4" creationId="{39B59E4A-0D64-4CD0-865B-DD7979EC2EC0}"/>
          </ac:spMkLst>
        </pc:spChg>
      </pc:sldChg>
      <pc:sldChg chg="modSp mod">
        <pc:chgData name="O'Connor, Jacqueline Antonia" userId="3b9bfa0c-75a1-427e-ae61-7069a76100c3" providerId="ADAL" clId="{E40ACED1-9A92-491C-B500-E109E45297B3}" dt="2021-05-08T13:38:37.981" v="1" actId="1076"/>
        <pc:sldMkLst>
          <pc:docMk/>
          <pc:sldMk cId="3543503716" sldId="259"/>
        </pc:sldMkLst>
        <pc:spChg chg="mod">
          <ac:chgData name="O'Connor, Jacqueline Antonia" userId="3b9bfa0c-75a1-427e-ae61-7069a76100c3" providerId="ADAL" clId="{E40ACED1-9A92-491C-B500-E109E45297B3}" dt="2021-05-08T13:38:37.981" v="1" actId="1076"/>
          <ac:spMkLst>
            <pc:docMk/>
            <pc:sldMk cId="3543503716" sldId="259"/>
            <ac:spMk id="4" creationId="{39B59E4A-0D64-4CD0-865B-DD7979EC2EC0}"/>
          </ac:spMkLst>
        </pc:spChg>
      </pc:sldChg>
    </pc:docChg>
  </pc:docChgLst>
  <pc:docChgLst>
    <pc:chgData name="O'Connor, Jacqueline Antonia" userId="3b9bfa0c-75a1-427e-ae61-7069a76100c3" providerId="ADAL" clId="{9F39D89C-F93D-4D33-B7C1-35137123E64B}"/>
    <pc:docChg chg="addSld modSld">
      <pc:chgData name="O'Connor, Jacqueline Antonia" userId="3b9bfa0c-75a1-427e-ae61-7069a76100c3" providerId="ADAL" clId="{9F39D89C-F93D-4D33-B7C1-35137123E64B}" dt="2021-04-17T02:15:02.460" v="12"/>
      <pc:docMkLst>
        <pc:docMk/>
      </pc:docMkLst>
      <pc:sldChg chg="modSp mod">
        <pc:chgData name="O'Connor, Jacqueline Antonia" userId="3b9bfa0c-75a1-427e-ae61-7069a76100c3" providerId="ADAL" clId="{9F39D89C-F93D-4D33-B7C1-35137123E64B}" dt="2021-04-17T02:14:59.690" v="11" actId="20577"/>
        <pc:sldMkLst>
          <pc:docMk/>
          <pc:sldMk cId="2717101770" sldId="258"/>
        </pc:sldMkLst>
        <pc:spChg chg="mod">
          <ac:chgData name="O'Connor, Jacqueline Antonia" userId="3b9bfa0c-75a1-427e-ae61-7069a76100c3" providerId="ADAL" clId="{9F39D89C-F93D-4D33-B7C1-35137123E64B}" dt="2021-04-17T02:14:59.690" v="11" actId="20577"/>
          <ac:spMkLst>
            <pc:docMk/>
            <pc:sldMk cId="2717101770" sldId="258"/>
            <ac:spMk id="4" creationId="{39B59E4A-0D64-4CD0-865B-DD7979EC2EC0}"/>
          </ac:spMkLst>
        </pc:spChg>
      </pc:sldChg>
      <pc:sldChg chg="add">
        <pc:chgData name="O'Connor, Jacqueline Antonia" userId="3b9bfa0c-75a1-427e-ae61-7069a76100c3" providerId="ADAL" clId="{9F39D89C-F93D-4D33-B7C1-35137123E64B}" dt="2021-04-17T02:15:02.460" v="12"/>
        <pc:sldMkLst>
          <pc:docMk/>
          <pc:sldMk cId="3543503716" sldId="25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16T19:15:25.42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1862 3021 3679 0,'0'0'320'0,"0"0"-320"0,0 0 0 0,0 0 0 16,0 0 4080-16,0 0 736 15,0 0 160-15,0 0 16 0,0 0-2320 0,0 0-480 0,0 0-80 0,0 0-32 16,0 0-224-16,0 0-32 0,0 0-16 0,0 0 0 0,0 0-416 16,0 0-96-16,0 0-16 0,0 0 0 0,0 0-544 0,2 8-112 15,0-1-32-15,-2-7 0 0,0 0-448 0,0 0-144 16,0 0 0-16,-2 6-12528 16,2-6-2576-16</inkml:trace>
  <inkml:trace contextRef="#ctx0" brushRef="#br0" timeOffset="1137">1735 3110 29951 0,'0'0'1328'0,"0"0"272"0,-11 0-1280 0,-1 1-320 16,12-1 0-16,-11 3 0 0,2-3 1600 0,9 0 272 16,0 0 48-16,0 0 16 0,0 0 368 0,0 0 80 15,0 0 16-15,0 0 0 0,12-3-1120 0,5 1-240 0,6-2-32 0,5-1-16 16,4-1-64-16,4-2-16 15,3 2 0-15,2-1 0 0,0 0-368 0,2-1-80 0,2 1-16 0,0 1 0 16,-1-2-192-16,-1 0-32 0,-2-1-16 0,-1 2 0 16,2 4-208-16,-3 0 0 0,-1 0 0 0,-3 2 0 15,-1-2 0-15,-3 3-208 0,-1 3 32 0,-4 1 16 32,-2-4-944-32,-4 3-192 0,0 0-48 0,-4 0 0 0,-2 4-960 0,-5-1-192 15,-9-6-32-15,3 9-10576 0,-2 3-2112 0</inkml:trace>
  <inkml:trace contextRef="#ctx0" brushRef="#br0" timeOffset="1364.22">1733 3380 44111 0,'-12'4'1952'0,"12"-4"416"0,0 0-1904 0,0 0-464 16,0 0 0-16,0 0 0 0,0 0 464 0,0 0 0 15,0 0 0-15,14 1 0 0,4-1 432 0,5-1 96 16,3-1 16-16,4-1 0 0,4-4-336 0,3-1-64 15,4-1-16-15,4 1 0 0,4 3-176 0,2-3-32 16,-1-1-16-16,4-3 0 0,1 2-240 0,3-1-128 16,2 1 160-16,2 0-160 0,1-2 0 0,-3 1 0 15,-1 0-176-15,-6 0 176 16,-3 0-1760-16,-16 1-224 0,1 3-64 0,3-1 0 16,-2 0-1792-16,0-1-352 0</inkml:trace>
  <inkml:trace contextRef="#ctx0" brushRef="#br0" timeOffset="1680.33">2986 2986 27647 0,'0'0'1216'0,"0"0"256"0,-6 1-1168 0,0 2-304 0,6-3 0 0,0 0 0 16,0 0 3632-16,0 0 656 0,0 0 144 0,-2 8 32 16,2 1-2560-16,3-3-512 0,1 1-112 0,3 1 0 15,2 0-640-15,2-1-128 0,2 1-32 0,4-1 0 0,0-1-224 0,3 2-32 16,2 0-16-16,1-2 0 0,1 1-208 0,2 0 128 15,0-1-128-15,-1 1 0 0,0 0 0 0,-1 0 0 16,0-1 0-16,8 5 0 0,-4-2 0 0,-11-3 0 16,0 1 0-16,-3 0 0 0,-1-1 0 0,-1 1 0 15,-3-1 0-15,-2 1 0 0,-2-1 0 0,-5-6 0 16,1 11 0-16,-2-4 0 0,-3 1 0 0,-7 7 0 16,-3-5 0-16,-3 2 0 0,-2-2 192 0,-4 2-64 15,-1 0-128-15,-2-1 192 0,-2 1-192 0,-2-2 144 16,-2 0-144-16,7-3 128 15,-3 3-848-15,1-1-176 0,-2 0-48 0,2 0-13760 16,0 0-2752-16</inkml:trace>
  <inkml:trace contextRef="#ctx0" brushRef="#br0" timeOffset="3485.85">4409 2999 10127 0,'0'0'896'0,"0"0"-704"16,0 0-192-16,0 0 0 0,0 0 2656 0,0 0 496 15,-2-9 112-15,2 9 0 0,0 0-2576 0,0 0-528 16,0 0-160-16,0 0 0 0,-10-1 1120 0,3-1 144 15,-3 0 16-15,3 0 16 0,-2 4 304 0,-2-1 48 16,-3-1 16-16,-1 3 0 0,1 2-64 0,-3 0-16 16,-2-2 0-16,-1 2 0 0,-1-1-368 0,0 0-80 15,-2 1-16-15,2 2 0 0,0-1-272 0,3 1-48 16,-2-1-16-16,2 4 0 0,0 1-336 0,1-1-80 16,0-1-16-16,3 1 0 0,1 3-80 0,2 1-16 15,3-5 0-15,3 2 0 0,2-2-16 0,3-9-16 16,0 0 0-16,4 11 0 0,3-1-224 0,3-3 176 15,3 0-176-15,4-2 160 0,4-1-160 0,4-3 192 16,2-1-192-16,2 0 192 0,5-1 48 0,1 1 16 0,4-3 0 16,2 1 0-16,-2-1-96 0,1 3-16 0,2 1 0 0,-15 1 0 15,1-1-144-15,0 2 0 0,0-1 0 0,-1 4 128 16,-2-3-128-16,-3 4 0 0,-2 2 0 0,-5-2 0 16,-3 0 0-16,-2 3 0 0,-3 0 0 0,-3 0 0 15,-6 0 240-15,-1 3-48 0,-5-2 0 0,-3 2 0 16,-3-1 192-16,-4 1 16 0,-4-4 16 0,-15 8 0 0,-1 0-64 15,0-3-16-15,2 0 0 0,-3-1 0 0,-3-2-160 16,-2 0-48-16,-4-1 0 0,-2-1 0 0,0 0-128 16,4 1 0-16,1-1-192 0,7-3 192 15,6-5-944-15,4 1-64 16,6-2-16-16,5-2 0 0,6-1-1408 0,11 3-272 0,0-11-64 0,5 1-16816 16</inkml:trace>
  <inkml:trace contextRef="#ctx0" brushRef="#br0" timeOffset="3831.98">4738 3145 15663 0,'14'8'1392'0,"-14"-8"-1120"16,5 9-272-16,-1 4 0 0,0 4 4704 0,-1 3 880 15,-2 1 176-15,0 1 48 0,-1 1-2704 0,-1 2-544 16,0-2-96-16,-2 0-32 0,-1-1-864 0,2-3-176 16,2 0-48-16,1-3 0 0,1 3-832 0,1-5-192 15,1-4-16-15,3 0-16 0,2-4-288 0,1 1 0 16,3-3 128-16,0-2-128 0,1-6 0 0,2-1 0 15,-3-1-128-15,2-2 128 0,0-1-368 0,1-2 32 16,-2-5 0-16,0 0 0 0,1-1-16 0,-1-6 0 16,1 3 0-16,-2-4 0 15,-3 2-160-15,-1-2-48 0,-1 1 0 0,0 1 0 0,-3 2 176 0,-1 2 16 16,-2 1 16-16,0 4 0 0,-2 0 352 0,-2 3 0 0,0 0 0 0,1 7 0 16,1 3 128-16,0 0 80 0,0 0 32 0,-4 6 0 15,1 3-16-15,2 3 0 0,-1 2 0 0,4 2 0 16,0 1-224-16,2 1 128 0,3 0-128 0,1 1 0 15,2-1 0-15,3 0 0 0,1-1 0 0,2-3 0 16,1-1-208-16,0 0-144 0,1-2-32 0,0-3 0 16,1 0-2848-16,0-1-576 0,1 0-112 15</inkml:trace>
  <inkml:trace contextRef="#ctx0" brushRef="#br0" timeOffset="4304.85">5386 2888 23039 0,'-7'-10'1024'0,"7"10"192"0,-4-4-960 0,4 4-256 16,0 0 0-16,0 0 0 0,0 0 4704 0,0 0 896 16,0 0 176-16,2 8 48 0,0 2-3376 0,1 3-656 15,1 2-144-15,1 3-32 0,0 5-624 0,2 1-128 16,-1-1-32-16,2 5 0 0,0 3-336 0,0 2-80 16,-1-3-16-16,3-2 0 0,-1 1-208 0,1-3-32 15,-1-3-16-15,0 1 0 0,0-2-144 0,-1-1 0 16,-1-3 144-16,-2-1-144 0,0-3 0 0,0-3 0 15,-1-2 0-15,0-1 128 0,-1 0-128 0,-1-2 0 16,-2-6 0-16,0 0 0 0,0 0 0 0,0 0 0 16,0 0 0-16,0 0 128 0,-2-6-128 0,-1-2 0 0,1 0 0 15,0-2 0-15,1-1-224 0,0-2 32 16,1 0 16-16,1-1 0 0,2-1-48 0,2 1-16 0,1-2 0 0,1 2 0 16,1-2 96-16,1 2 16 0,0-2 0 15,1 3 0-15,2 3 128 0,0 0 0 0,0 0-144 0,1 3 144 16,1 0 0-16,2 2 0 0,1 0 0 0,0 2 0 15,1-1 0-15,1 2 0 0,1 2 0 0,1 0 0 16,-2 0 0-16,1 3 0 0,-2 4 0 0,-1-1 0 0,-1 2 0 16,-2 1-176-16,-1 1 176 0,-4 1-128 15,-1 2-16-15,-3 2 0 0,-2 0 0 0,-3 1 0 0,-3 0 144 16,-2-2 0-16,-4 2 0 0,-4-1-128 0,0 0 128 0,-3-1 0 16,-2 0 0-16,0-2 0 0,-2-3 0 0,-1 0 0 15,-2-1 0-15,-2 1 0 16,-1 2-288-16,-1-4-128 0,-1 0-32 0,3-2 0 15,2-2-1344-15,3-3-288 0,2-2-48 0,5 0-16 16,3-1-2336-16,4 1-480 0</inkml:trace>
  <inkml:trace contextRef="#ctx0" brushRef="#br0" timeOffset="4682.85">6277 2987 29487 0,'0'0'2624'0,"4"-6"-2112"16,-1 2-512-16,-3 4 0 0,5-5 2608 0,-5 5 400 15,7-4 96-15,-7 4 16 0,0 0-1168 0,-3-5-224 16,-3 1-64-16,-2 2 0 0,-3 4-448 0,0 0-112 16,-4 4-16-16,0 0 0 0,-4 1-768 0,1-1-176 15,0 3-16-15,0 0-128 0,-2 2 0 0,3 1 0 0,3-2 0 0,-1 3 0 16,4-4 0-16,2 2 0 0,1 2 0 0,2-3 0 16,3-1 0-16,1 2 0 0,2 0 0 0,3 1 0 15,1-4 0-15,2 1 0 0,5-1 0 0,0-2 0 16,2 1 0-16,2-1 0 0,0 0 0 0,4-3 0 15,0 1 256-15,2 0-48 0,1-1-16 0,3 0 0 0,1-1 0 0,0 2-16 16,-1-3 0-16,-3 5 0 0,-1-4-176 16,-3 3 128-16,-1 2-128 15,-2-1 128-15,-2 0-128 0,-3-1 128 0,-2 0-128 16,-2 2 128-16,-2 0-128 0,-2 3 0 0,-4-3 0 0,-2 2 128 16,-1 2-128-16,-4-2 0 0,-3-1 0 0,-3 0 0 0,-4 2 0 15,0-2 0-15,-3 0 0 0,0 1 0 0,-2-3 0 16,1 1-320-16,0-1 48 0,1 0 16 15,0-2-1104-15,3-2-224 0,2-1-32 16,2-1-16-16,2-1-2016 0,3-1-416 0</inkml:trace>
  <inkml:trace contextRef="#ctx0" brushRef="#br0" timeOffset="4931.01">6624 2721 26719 0,'0'0'2368'0,"0"0"-1888"16,5-3-480-16,2-1 0 0,-1 0 4416 0,-6 4 768 15,8 0 176-15,-8 0 16 0,0 0-3040 0,7 6-608 16,-2 3-128-16,-1 4-32 0,0 0-480 0,-2 4-80 16,0 3-32-16,-1 3 0 0,-1 1-528 0,0 2-96 15,0 4-32-15,0-1 0 0,1 2-192 0,1 1-128 16,0 5 128-16,1-3-128 0,-1-4 0 0,1-1 0 16,0-3 0-16,-1 1 0 0,0-2 0 0,0-3 0 0,-1-2 0 0,1-1 0 31,-1-5-640-31,-1 2-64 0,0-6 0 0,0 0 0 15,0-3-704-15,0-7-160 0,0 0-32 0,0 0 0 16,0 0-2064-16,-6-1-432 0,-9-7-64 0,5-1-32 0</inkml:trace>
  <inkml:trace contextRef="#ctx0" brushRef="#br0" timeOffset="5367.67">6333 3120 27647 0,'0'0'2448'0,"0"0"-1952"15,0 0-496-15,0 0 0 16,0 0 4176-16,6 7 752 0,0-2 128 0,5 0 48 0,0 1-2880 0,5-4-576 15,2 1-112-15,4-2-32 0,3 0-496 16,3-1-112-16,2-2 0 0,3-1-16 0,1-2-368 0,3 1-64 16,1-2 0-16,1-1-16 0,0-2-240 0,-1 1-64 15,-3 2 0-15,-3-1 0 0,2 0-128 0,-2 4 0 16,-5 1 0-16,-3 1 0 0,-4 1 0 0,-3 1 0 16,-5 4 0-16,-3 3 0 0,-4 4-160 0,-2 1 160 15,-4 1 0-15,-5 3-144 0,0 3 144 0,-3 1 0 16,-2-2 0-16,2 1 0 0,0-1 0 0,0 0 128 15,1-2-128-15,0-2 0 0,2-2 0 0,-1 0 0 16,2-1 0-16,1-3 0 0,4-9 0 0,0 0-208 16,0 0 48-16,0 0 16 15,0 0-240-15,0 0-32 0,0 0-16 0,5-8 0 16,3 1 16-16,1-6 0 0,1-2 0 0,1 0 0 0,2-6 96 0,0 0 0 16,2 1 16-16,-1-2 0 0,2-1 144 0,-3 0 32 15,0 3 0-15,-2 1 0 0,1 4 128 0,-1 3 0 16,-1-1 0-16,-1 5 0 0,-2 2 0 0,-1 3 192 15,1 4 0-15,-1 5-16 0,1-1 208 0,1 4 32 0,-2 1 16 0,1 3 0 16,-2 3-112-16,1-3-32 0,1 1 0 0,-1 3 0 16,1-2-160-16,1 0-128 0,0 0 144 0,1-1-144 15,0-2 0-15,0-1 0 0,0-1-176 0,0-3 176 16,-1 1-1680 0,0 0-224-16,-2-4-32 0,-6-4-13008 0,0 0-2592 0</inkml:trace>
  <inkml:trace contextRef="#ctx0" brushRef="#br0" timeOffset="5763.41">7371 3008 21183 0,'0'0'1888'0,"0"0"-1504"15,4 8-384-15,1 4 0 0,2 2 6352 0,-1 0 1200 16,2 1 256-16,0 3 32 0,-1 2-5024 0,-1 1-992 16,1-1-208-16,-1 3-32 0,1-3-560 0,-1 0-96 15,1-2-32-15,-1 0 0 0,1 1-640 0,1-4-256 16,-2 0 176-16,1-4-176 0,-4-1 128 0,3-3-128 15,-2 0 0-15,-4-7 144 0,5 5-144 0,-5-5 0 16,5 4 0-16,-5-4 0 0,0 0 0 0,0 0 0 16,3-8 0-16,-1 0 0 0,1 1 0 0,-1-5-144 0,1-3 144 0,0 0-160 15,-2-2-80-15,2-1-16 16,-1-2 0-16,3 1 0 0,5-5-112 0,-1 3-16 16,0-4-16-16,0 5 0 0,0 0 80 0,1 2 0 0,0 1 16 0,0 1 0 15,2 1 304-15,-2 1-192 0,-1 0 192 0,0 5-160 16,-1 2 160-16,0 4 0 0,-1 1 0 0,-1 2 0 15,-6 0 0-15,9 3 0 0,-1 2 128 0,0 3-128 16,-2 2 160-16,0 6-32 0,-2 0-128 0,-1 2 192 16,1-1-64-16,-1 2-128 0,0 2 176 0,-1 4-176 15,-2-5 128-15,0 0-128 0,1 0 0 0,1 0 0 0,-1-5 0 16,2 1 0-16,-1-1 0 0,1-1 0 16,1-4-1024-16,0-1-144 0,0-1-48 15,-4-8 0-15,7 4-1888 0,1-2-384 0,1-3-80 0</inkml:trace>
  <inkml:trace contextRef="#ctx0" brushRef="#br0" timeOffset="6209.31">8058 2985 23039 0,'-1'-5'2048'16,"1"-1"-1648"-16,0-1-400 0,1 1 0 0,-1 6 4928 0,4-4 896 16,1 1 176-16,-5 3 32 0,0 0-3648 0,0 0-720 15,0 0-160-15,0 0-32 0,0 0-384 0,6 9-64 16,-1 5-32-16,-1 0 0 0,-3 2-480 0,0 1-80 15,1-1-32-15,0 3 0 0,2 2-96 0,1 0-32 16,1-2 0-16,1 4 0 0,3-7-128 0,0 4-16 16,0 0-128-16,3-3 192 0,3-7-192 0,0-1 128 15,1 2-128-15,1-5 0 0,1-2 0 0,2-1 128 16,-1-2-128-16,-1-2 0 0,0-5 0 0,2-1 0 0,-2 0 0 16,2-1 0-16,-3-4 0 0,2-1 0 0,3 2 0 0,-1-5 0 15,-1-4 0-15,-1-2 0 0,-6-2 0 0,4-3 0 16,3-1 0-16,1 0 0 0,-1 1 0 0,-5 1 0 15,-4-7-144-15,-3 6 144 0,-3 1-208 0,-2 5 80 16,-1 5 128-16,-4 3-208 0,-5 4 80 0,-1 4 128 16,-5 2 0-16,-4 6 0 0,-5 4 224 0,-1 4-64 15,-1 6 128-15,-2 3 32 0,0 2 0 0,2 1 0 16,-1 4 0-16,5 0 0 0,2 0 0 0,2 1 0 0,6 0-192 16,4 1-128-16,4-3 144 0,2 0-144 0,4-2 0 15,4-2 0-15,3-1 0 0,4-4 0 0,1 0 0 0,4-4 128 16,5-3-128-16,0 0 64 0,0 0-64 15,2-4 0-15,5-2 0 0,-2-3 0 0,1-1 0 0,-1-2 0 16,0-4 0-16,0 0 0 0,-1 2-272 0,2-5-48 16,-1 0-16-16,-1-2 0 15,-1-2-2704-15,-3 0-544 0</inkml:trace>
  <inkml:trace contextRef="#ctx0" brushRef="#br0" timeOffset="8392.79">4941 4826 16575 0,'0'0'1472'0,"0"0"-1168"15,0 0-304-15,0 0 0 0,0 0 5488 0,0 0 1040 0,0 0 192 0,0 0 64 16,13 0-4992-16,-1 0-1008 0,-2-2-192 15,1 2-32-15,3 0 704 0,4 2 144 0,3-1 16 0,4 2 16 16,4-3-560-16,5 0-112 0,2-3-32 0,4 2 0 16,5-1-240-16,2 1-48 0,4-3-16 0,-1 2 0 15,3-4-208-15,0 2-32 0,2 0-16 0,1 2 0 16,0-1-176-16,0 1 0 0,-1-1 0 0,-3-1 0 16,-3 2-384-16,0-2-48 15,-2 2-16-15,-2 1 0 0,-4-4-2112 0,-5 1-448 0,-2 1-64 16,-3-1-16640-16</inkml:trace>
  <inkml:trace contextRef="#ctx0" brushRef="#br0" timeOffset="8693.79">6267 4660 12895 0,'0'0'576'0,"0"0"112"0,0 0-560 0,0 0-128 16,0 0 0-16,0 0 0 0,0 0 7376 0,0 0 1456 15,0 0 272-15,0 0 64 0,0 0-6608 0,0 0-1312 16,0 0-272-16,3 7-48 0,-1-1-208 0,3 2-32 15,1-2-16-15,1 2 0 0,3 0-416 0,0 0-96 16,3 0-16-16,0 0 0 0,0-1-144 0,-1 0 0 16,2-1 144-16,2 1-144 0,1-1 0 0,0 1 0 15,-2-1 0-15,1 1 0 0,-2 0 0 0,1 0-208 16,-1-1 80-16,-1 0 128 0,-3 2-288 0,1-3 64 16,-2 0 16-16,-2 1 0 0,-7-6 48 0,3 6 16 0,-3-6 0 0,0 8 0 15,-2 1 144-15,-5 1 0 0,-3 2 0 16,-3 0-128-16,-4-2 128 0,-4 1 0 0,-2-2 0 0,-3 3 128 15,-3 5-128-15,-1-3 0 16,0 2 0-16,-1-2 0 16,-2-2-1056-16,0-1-224 0,2 2-64 0</inkml:trace>
  <inkml:trace contextRef="#ctx0" brushRef="#br0" timeOffset="9146.04">7680 4325 43647 0,'-10'-4'1936'0,"5"4"400"0,-3 0-1872 16,-1 1-464-16,-1 3 0 0,-3 2 0 0,-4-1 640 0,-2 4 48 15,-3 4 0-15,-2 3 0 0,-2 4 704 0,-1 6 144 0,-2 8 16 0,-1 2 16 16,0 4-480-16,2 3-80 0,-1 4-32 16,4-1 0-16,2-1-352 0,2-2-80 0,4-1-16 15,5-3 0-15,6-1-272 0,4-4-64 16,6-3-16-16,5-5 0 16,3-2-592-16,5-1-112 0,4-5-32 0,6-2 0 0,6-6-768 15,6-4-144-15,5-6-48 0,2-7 0 0,-1-5-1296 16,2-3-272-16,0-5-48 0,-1-2-16 0</inkml:trace>
  <inkml:trace contextRef="#ctx0" brushRef="#br0" timeOffset="9702.78">8113 4614 41471 0,'0'0'1840'0,"-9"0"368"15,-4 0-1760-15,-1 0-448 0,-2 0 0 0,-1 4 0 0,-1 2 1808 0,-2 4 288 16,-2-1 48-16,0 5 16 0,-2 1-576 0,1 4-112 16,-2 5-32-16,2-2 0 0,0 0-672 0,3 2-128 15,0-1-16-15,4 1-16 0,5-1-288 0,2-1-64 16,1 0-16-16,3-1 0 0,2-6-240 0,3-1 0 15,3 0 0-15,0 1 0 0,4-6-224 0,1-1 64 16,1-3 16-16,1-1 0 0,2 0-160 0,1-2-16 16,0-1-16-16,1-2 0 15,1-1-80-15,-1-2-16 0,-1-2 0 0,2-1 0 0,-1-5 96 0,2-4 16 16,-1 1 0-16,1-4 0 0,-1 1 176 0,1-1 144 16,0-1-192-16,-2-1 192 0,3-1 0 0,-1 1 0 15,-2 3 0-15,0 0 0 0,-2 1 0 0,0 1 0 16,-3 2 0-16,0 3 0 0,-2 3 192 0,-1 4 80 15,-6 4 32-15,0 0 0 0,0 0 144 0,0 0 48 16,7 3 0-16,-1 6 0 0,-1 3-112 0,-1 2-32 16,0 3 0-16,-1 1 0 0,-1 2-112 0,1 0-32 15,0-1 0-15,-1 2 0 0,1 0-48 0,1 1-16 0,0-4 0 16,-2 1 0-16,1-5-16 0,-1-1-128 0,1-1 192 0,0-1-64 16,-2 0-128-16,2-2 0 0,-1 0 0 0,-2-9 0 15,0 0 0-15,0 0 0 0,0 0 0 0,0 0 0 16,0 0 0-16,0 0 0 0,0 0 0 0,4-6 0 15,0-6-176-15,1 0 176 0,2-4-128 0,-1-1 128 16,2 1-176-16,1-7 176 0,2 0-208 0,-1-1 80 0,1 2-16 16,0 0 0-16,0 0 0 0,0 1 0 0,1 2 144 15,0 2-128-15,-2 1 128 0,-1 3-128 0,-1 2 128 0,-1 5 0 16,-1-1 0-16,-6 7 0 16,0 0 0-16,0 0 0 0,7 8 128 0,-3 4-128 0,0 0 176 0,-2 3-48 15,0 4 0-15,-1 1 0 0,0 0-128 16,0 0 0-16,-1 0 0 0,2 1 0 0,-1 0 0 0,0 0 0 15,1-5 0-15,0-1 0 0,0-2 0 0,0-1 0 16,1-3 0-16,-1 0 0 16,1 0-1584-16,1 1-336 0,0-3-80 0,0-1-13840 15,-4-6-2768-15</inkml:trace>
  <inkml:trace contextRef="#ctx0" brushRef="#br0" timeOffset="10591.43">8915 4304 37727 0,'0'0'1664'0,"0"0"352"0,0 0-1616 0,0 0-400 16,0 0 0-16,0 0 0 0,0 0 1152 0,0 0 128 16,0 0 48-16,-1 9 0 0,-1 3 288 0,1 2 64 15,0 6 16-15,-1-1 0 0,1 4-736 0,0 1-128 16,-2 4-48-16,0 2 0 0,2 0-240 0,0 1-48 16,0 3-16-16,-1 0 0 0,1-2-192 0,2 0-32 15,-1-1-16-15,0-1 0 0,-1-4-240 0,1-1 0 16,0-3 128-16,0 0-128 0,0-1 0 0,0-4 0 15,-1 3 0-15,2-7-160 16,-1-3-240-16,0-2-48 0,0-8-16 0,0 0 0 16,0 0-1424-16,0 0-288 0,0 0-48 0,0 0-16 15,0 0-976-15,-1-7-208 0,-2-2-32 0,0-3-12720 0</inkml:trace>
  <inkml:trace contextRef="#ctx0" brushRef="#br0" timeOffset="11106.9">8675 4631 10127 0,'0'0'896'0,"-7"4"-704"0,2 0-192 0,0 1 0 16,0 2 6384-16,1 1 1232 0,0 1 256 0,3 1 64 16,1 2-4608-16,1 0-928 0,2 1-176 0,2 0-48 15,3-1-640-15,2-2-144 0,2 0-32 0,1 0 0 0,1-3-640 0,4 0-128 16,2-3-16-16,1-2-16 0,0 1-288 0,0-2-48 16,-1-2-16-16,4-3 0 0,1-1-208 0,-1-2 128 15,2 0-128-15,1-3 0 0,-1 0 0 0,1-3 0 16,0-3 0-16,-1 2 0 0,-1 1 0 15,-1-3 0-15,-2 2 0 0,0 1 0 0,-2 1 0 0,-2 2 0 16,-3-1 0-16,-2 4 0 0,-1 3 0 0,-3 2 0 16,-2 2 0-16,-7 0 0 0,5 6 144 0,-1 4 48 15,-1 3 0-15,-2 0 0 0,-2 4 176 0,-1 0 32 16,1 2 16-16,1 2 0 0,-4-1-160 0,3-1-48 16,-1 1 0-16,1-2 0 0,1-2-208 0,0 0 128 15,0-2-128-15,1-1 0 0,1-1 0 0,0-1 128 16,2 0-128-16,-1-2 0 0,-2-1 0 0,-1-8 0 15,3 8 0-15,-3-8 0 0,4 6 0 0,-4-6 0 16,0 0 0-16,0 0 0 0,4 8 0 0,-4-8 0 16,0 0 0-16,0 0-160 0,0 0 160 0,0 0 0 15,0 0 0-15,0 0 0 0,0 0-128 0,0 0 128 16,0 0-128-16,0 0 128 0,0 0 0 0,0 0-128 0,0 0 128 0,0 0 0 16,0 0 0-16,6 3 0 0,-6-3 0 15,0 0 0-15,0 0 0 0,0 0 0 0,0 0 0 16,0 0 0-16,0 0 0 0,0 0 0 0,0 0 128 0,0 0-128 15,0 0 0-15,0 0 144 0,0 0-144 0,0 0 0 16,0 0 128-16,0 0-128 0,0 0 0 0,0 0 0 16,0 0 0-16,0 0 0 0,0 0-208 0,0 0 80 31,0 0-928-31,0 0-176 0,0 0-48 0,0 0 0 0,0 0-1888 0,0 0-384 0,0 0-80 16</inkml:trace>
  <inkml:trace contextRef="#ctx0" brushRef="#br0" timeOffset="11391.69">9325 4371 12895 0,'0'0'1152'0,"0"0"-928"15,0 0-224-15,-2-4 0 0,-2-3 5440 0,4 7 1056 16,0 0 208-16,0 0 32 0,0 0-2816 0,0 0-560 16,-4-4-112-16,4 4-32 0,0 0-1216 0,0 0-240 15,0 0-48-15,0 0-16 0,0 0-1056 0,0 0-224 16,0 0-32-16,0 0-16 0,0 0-560 0,0 0-128 16,5 6 0-16,2 1-16 15,-1 2-2496-15,1 2-496 0,1 12-112 0,-3 0-17552 0</inkml:trace>
  <inkml:trace contextRef="#ctx0" brushRef="#br0" timeOffset="12171.87">9516 4680 51087 0,'0'0'2256'15,"0"0"480"-15,0 0-2192 0,0 0-544 0,2 9 0 0,0 0 0 0,-1 3 944 0,2-1 80 16,-2 2 0-16,0 0 16 0,2 2-128 15,-1-2-16-15,0 0-16 0,0 1 0 0,0 1-608 0,0-1-112 16,1-1-32-16,0-1 0 0,-1-2 0 0,1-1 0 16,-2 0 0-16,0-1 0 0,-1-8-128 0,0 0-144 15,0 8 144-15,0-8-208 0,0 0 208 0,0 0 128 16,0 0 0-16,0 0-128 0,0 0 0 0,-2 6 0 16,2-6-160-16,0 0 160 0,0 0-128 0,1-6 128 15,2-2 0-15,1-2 0 0,1-2-176 0,1-1 48 16,3-4 0-16,3-3 0 0,0 0-48 0,1-3 0 15,3 0 0-15,-2-1 0 0,2 2 176 0,-1 3-160 16,0 2 160-16,-4 2-160 0,0 2 160 0,-2 4 0 16,-1 4 0-16,-2 2 0 0,-6 3 0 0,0 0 0 15,5 8 0-15,-1 4 0 0,-2 2 160 0,-1 5 64 16,-1-1 16-16,1 1 0 0,-1 1 16 0,0 1 16 16,2 1 0-16,-1-4 0 0,1 1-272 0,2-3 0 15,0 0 0-15,1 1 0 0,1-4 0 0,0 0 0 0,2-2 0 16,1-4 144-16,0-3-144 0,3-1 0 0,1-3 0 0,0-3 0 15,1-1 0-15,1-2 0 0,0-2-160 0,1-2 160 16,0-3-192-16,-1 0 32 0,1-4 16 16,0 0 0-16,-1-3 144 0,0 1-128 0,-1-6 128 15,-1 1-128-15,0 1 128 0,-1-2 0 0,-1 3-144 0,0 1 144 16,-2 3 0-16,-2 1 0 0,-2 1-144 0,-3 4 144 0,2 1 0 16,-1 3 0-16,0-1 0 0,-2 4 0 0,-1 5 0 15,0 0 0-15,0 0 144 0,0 0-144 0,0 0 128 0,-4 9-128 16,1 2 128-16,1 2-128 0,-2 0 0 15,1 4 128-15,2 3-128 0,1-2 0 0,-1 2 0 0,1 2 0 16,0-2 128-16,1 0-128 0,1 1 0 0,2-1 0 16,0-2 0-16,2 0 0 0,1 1 0 0,1-2 0 15,-1-1 0-15,0-1 0 0,3-3 0 0,0-2 0 16,0-4 0-16,2 1 0 0,1-2 0 0,2-1 0 16,0 0 0-16,1-7 0 0,-2 1 0 0,1-5 0 15,-1-1 0-15,2-1 0 0,-2-1 0 0,0-2 0 16,2-2 0-16,-3 0 0 0,0-1-144 0,0 2 144 15,-1-1 0-15,-1-1 0 0,-1 1 0 0,-1 1-128 16,-4 1 128-16,-1 2 0 0,-2 1 0 0,1 2 0 16,0-1 0-16,-3 8 0 0,0 0 0 0,0 0 0 15,0 0 0-15,0 0 0 0,0 0 0 0,0 0 0 16,0 0 0-16,0 0 0 0,6 2 0 0,2 2 0 16,-1 1 0-16,0 1 0 0,1 4 0 0,0-3 0 0,0 4 0 15,-2 0 0-15,0-1 0 0,-1 0 0 0,0 0 0 16,0 1-160-1,0-1-1440-15,1-2-304 0,-1 0-48 0,-5-8-14032 0,0 0-2800 0</inkml:trace>
  <inkml:trace contextRef="#ctx0" brushRef="#br0" timeOffset="12638.66">10688 4558 11967 0,'0'0'1072'0,"0"0"-864"16,-3-6-208-16,3 6 0 0,0-4 7296 0,0 4 1424 15,2-7 288-15,-2 7 48 0,0 0-5312 0,0 0-1056 16,0 0-224-16,0 0-32 0,0 0-1152 0,1 10-208 16,-1 1-48-16,0 2-16 0,0 3-528 0,1 2-96 15,2 2-32-15,-3 1 0 0,0 0-160 0,0-2-16 16,0 1-16-16,1 0 0 0,0 0-160 0,2-3 0 16,1 3 144-16,1-4-48 0,-1 0-96 0,1-2 0 15,2 0 0-15,-1-1 0 0,1-4 0 0,-1 1 0 16,5-2 0-16,-2-2 0 0,0-2 0 0,1-1 0 15,2 0 0-15,0-3-160 0,-2-3 160 0,1 0-160 16,-1-3 160-16,1-2-160 0,-1-1 160 0,2-3-192 16,-3-1 192-16,0 0-192 0,0-3 192 0,2-1 0 15,-1-2-144-15,-1-1 144 0,-1 0 0 0,1-3 0 16,2 2 0-16,-4 2 0 0,0 2 0 0,-2-1 0 16,-1 2 0-16,0 3 0 0,-1 1 0 0,-1 3 0 15,-1 1 0-15,-1 8 0 0,2-6 0 0,-2 6 0 0,0 0 176 16,0 0-176-16,0 0 160 0,0 0-160 0,1 10 160 0,0 3-160 15,1 3 144-15,-1 2-144 0,0 0 128 0,2 2-128 16,1 0 0-16,0-2 128 0,0 0-128 0,1-1 112 16,0-1-112-16,2-1 0 0,0 1 0 0,1-2 0 15,1-1 0-15,0-1 0 0,2-3 0 0,1-1 0 16,-1-4-896 0,2 0-80-16,2-2-16 0,0-2 0 0,1-1-2096 15,1-1-432-15,0-4-64 0</inkml:trace>
  <inkml:trace contextRef="#ctx0" brushRef="#br0" timeOffset="13258.12">11394 4554 43247 0,'0'0'1920'0,"0"0"384"0,0 0-1840 16,0 0-464-16,3 8 0 0,0 1 0 0,-3-9 2288 0,2 15 352 15,-2-1 80-15,3 3 16 0,0 1-1184 0,-1 4-224 16,-2-5-48-16,3 4-16 0,1 1-752 0,0 1-128 16,-1-4-48-16,1 2 0 0,3 0-336 0,-1 1 128 15,1-5-128-15,-2 0 96 0,2-3-96 0,-1-3 0 16,1 0 0-16,-1 0 0 0,-1-2 0 0,-5-9 0 16,0 0 0-16,0 0 0 0,0 0 0 0,0 0 0 15,8 0 0-15,0-3 0 0,-3-2 0 0,1-1 0 16,-3-2 0-16,1-4 0 0,0-4 0 0,0 0 0 0,1-1 0 0,2-2 0 15,-2-2 0-15,2-1 0 0,0 0 0 0,1-1-160 16,1 0 160-16,1 4-192 0,-3-2 192 0,2 4-192 16,2 3 192-16,-2 2 0 0,0 2 0 0,-2 2-128 15,1 1 128-15,-1 6 0 0,-7 1 0 0,8 1 0 16,0 3 0-16,0 4 176 0,-2 0-176 0,0 4 192 16,-1 2-192-16,0 2 128 0,0 1-128 0,0-1 128 0,2 4-80 0,1-4-48 15,-4 2 0-15,1 0 0 0,-3-2 0 16,4-3 0-16,-4 0 0 0,3-1 0 0,2-2 0 0,0-1 0 15,2-2 0-15,0-2 0 0,-1-2 0 0,-1-3 0 16,-7 0 0-16,11-3 0 0,-1-1 0 0,1-1 0 16,-1 0 0-16,1-6 0 0,-1 2 0 0,0-4 0 15,1 0 0-15,-1-3 0 0,-1-2 0 0,3-4 0 16,1 1 0-16,2-5 0 0,0 2 0 0,3-2 0 16,2-1 0-16,-2 4 0 0,-1 2 0 0,-1 4 0 15,-2 2 0-15,-1 5 0 0,-2 3 0 0,-1 4 0 16,-1 1 0-16,0 7 0 0,-3 1 0 0,0 3 0 15,1 1 0-15,-1 5 0 0,-1 2 0 0,-1 1 0 16,1 3 0-16,1 1 0 0,-1 1 0 0,0 2 0 16,-1-2 0-16,1 1 0 0,0-2 0 0,1 0 0 0,-1-2 0 0,0-1 0 15,4 0 0-15,2-2 0 16,2 0 0-16,1-3 0 0,-4-2 0 0,0-2-192 16,-5-3 192-16,5-1-208 15,5-1-1600-15,1-2-320 0,1-4-64 0</inkml:trace>
  <inkml:trace contextRef="#ctx0" brushRef="#br0" timeOffset="14694.01">13359 4122 23951 0,'0'0'2128'0,"0"-7"-1696"0,-2-1-432 0,-1 0 0 0,0 2 3568 16,-1 1 624-16,4 5 128 0,-5-4 32 0,-1 1-2128 15,-2 3-432-15,-1 3-64 0,-2 2-32 0,-2 7-560 0,-2 7-112 16,-4 5-32-16,-1 8 0 0,-4 6-352 0,-1 8-64 16,-2 3 0-16,1 5-16 0,-3 2 16 0,3 0 16 15,3 1 0-15,4-2 0 0,2-1-288 0,4-5-64 16,4-2-16-16,4-3 0 0,4-2-224 0,2-8-160 15,4-1 32-15,3-6 0 16,3-2-1152-16,3-3-208 0,4-3-48 0,2-4-16 16,1-7-1904-16,1-8-384 0</inkml:trace>
  <inkml:trace contextRef="#ctx0" brushRef="#br0" timeOffset="15061.29">13737 4519 19343 0,'0'0'1728'0,"0"0"-1392"16,0 0-336-16,0 0 0 0,0-6 5568 0,0 6 1024 0,0 0 224 0,-5-2 32 16,-4 2-4576-16,-2 4-928 0,0 4-176 0,-5 4-32 15,-2 2 0-15,-2 5 0 0,-1 0 0 0,-1 3 0 16,0 3-464-16,0-2-96 16,0 1 0-16,1-1-16 0,1 0-320 0,3 0-64 0,3-5-16 0,2 1 0 15,3-3-160-15,3-1 0 0,2-3-160 0,3-3 160 16,1-1-576-16,0-8-32 0,0 0 0 0,7 6 0 15,2-5-352-15,2-1-64 0,1-1 0 0,1-5-16 16,0-1 144-16,0-3 48 0,0-3 0 0,1-1 0 16,0 0 112-16,-1-2 32 0,1 0 0 0,-1-3 0 15,0 0 240-15,-2 0 48 0,1 1 16 0,-2 1 0 0,0 3 208 16,-3 0 32-16,0 1 16 0,-1 3 0 0,0 1 144 0,-1 4 176 16,-5 5-48-16,0 0 0 0,0 0 448 0,8 1 64 15,0 3 32-15,-1 3 0 0,1 2-304 0,1-1-64 16,0 4-16-16,2-1 0 0,1 1-288 0,-1-2-144 15,2 0 16-15,2 0 0 16,-1-2-2624-16,0 0-528 0,2-2-112 0,1-2 0 0</inkml:trace>
  <inkml:trace contextRef="#ctx0" brushRef="#br0" timeOffset="15294.33">14033 4216 28559 0,'0'0'1264'0,"0"0"272"0,-8-2-1232 0,2 2-304 0,-1 3 0 0,2 1 0 16,0 5 4480-16,0 0 848 0,-2 5 176 0,2 3 16 16,1 3-3120-16,0 2-624 0,-1 3-128 0,2 2-32 15,1 2-880-15,0-1-176 0,1 4-48 0,1-2 0 16,1 1-368-16,1 0-144 0,2-2 0 0,0-2 144 16,-1-1-144-16,3 1 0 0,-1-4 0 0,1-3 0 15,2-2-800 1,-1-3-32-16,-1-4-16 0,1-1 0 0,1-2-1008 0,-2-1-192 0,1-3-32 0,-1-3-16 15,2-2-1936-15,-1-3-400 16</inkml:trace>
  <inkml:trace contextRef="#ctx0" brushRef="#br0" timeOffset="15731.15">14179 4440 36911 0,'0'0'1632'0,"4"-5"352"0,-4 5-1600 0,4-6-384 16,-4 6 0-16,0 0 0 0,0 0 2368 0,0 0 384 15,5 11 64-15,-1 0 32 0,0 4-880 0,-1 2-176 16,-1 5-48-16,1 0 0 0,1 0-800 0,-2 2-176 15,1-1-16-15,0 2-16 0,1-4-448 0,1 1-96 16,0-5 0-16,0 0-16 0,2-4-176 0,-1 0 0 16,1-4 0-16,1-1 128 0,-1-2-128 0,3-2 0 15,-1-1 0-15,0-3-176 0,0-1 16 0,0-2 0 16,0-3 0-16,0-5 0 0,0 1-96 0,-1-2 0 0,0-1-16 0,0-1 0 16,0-3 80-16,0-2 0 15,-1 0 16-15,0-1 0 0,1-1-16 0,0 2 0 0,-2 2 0 0,-1 1 0 16,0 2 192-16,-1 0 0 0,-1 0-144 15,-2 7 144-15,-1 7 0 0,0 0 128 0,0 0 0 0,0 0 0 16,0 0 128-16,0 11 0 0,0 0 16 16,0 3 0-16,0 2-96 0,0 1-32 0,2-2 0 0,0 2 0 15,2 0-144-15,1 0 0 0,3-1 0 0,1-2 0 16,0-2 0-16,3 1 0 0,2-3 0 0,3-2 0 16,0-1 0-16,2-2 0 0,-2-4 0 0,0 1 0 15,-1-1 0-15,1-1-176 0,-1-1 176 0,-2-2-192 16,-2 0 192-16,-1-1 0 0,-1-2 0 0,-1-1-128 15,-1 1 128-15,-3-2 0 0,-1-1 0 0,-3 0 0 16,-1-2 0-16,0 2 0 0,-1-4 0 0,0 0 128 16,-1-1-272-16,1-2-48 0,0-1-16 0,-2-1 0 15,1 2-1632-15,0 1-320 0,1 0-64 16,0 0-16-16,1 0-2288 0,0 2-464 0</inkml:trace>
  <inkml:trace contextRef="#ctx0" brushRef="#br0" timeOffset="16908.16">14998 4427 37775 0,'0'0'1664'0,"0"0"368"0,0 0-1632 0,0 0-400 16,0 0 0-16,0 0 0 0,0 0 2048 0,1 9 320 15,-3-1 64-15,-2 3 0 0,-4 2-624 0,-1 0-128 16,-3 4-16-16,0-1-16 0,1 1-752 0,-2 1-128 16,1-2-48-16,0 0 0 0,2-1-368 0,1 0-80 15,1-4-16-15,4 2 0 0,-1-2-256 0,2-2 0 16,2 0 0-16,1-9 0 0,2 4-208 0,4 0-112 15,-6-4 0-15,10 0-16 16,3-1-384-16,0-2-80 0,0 0-16 0,0-1 0 16,1-2 32-16,1-2 0 0,-1 0 0 0,-1-2 0 15,0-2 208-15,0 0 64 0,-1-1 0 0,-2 0 0 0,1-1 320 0,-2 1 192 0,-3 0-192 0,2 0 192 16,-1 4 0-16,-2 1 144 0,-1 4 16 16,-4 4 0-16,0 0 496 0,0 0 112 0,0 0 0 15,0 0 16-15,0 0-32 0,-3 8-16 0,1 2 0 0,-1 2 0 16,2 1-224-16,1 1-64 0,0-1 0 0,1 3 0 15,2-3-192-15,2 0-32 0,3-1-16 0,0 0 0 16,1-3-208-16,1-2 0 0,2 0 0 0,0-4 0 16,1 1 0-16,1-3 0 0,2-1 0 0,-1-1 0 15,1-5 0-15,1 0-128 0,-2-1 128 0,1 1 0 0,-2-2-160 0,1 0 160 16,-2-1-128-16,0-4 128 0,-1-1-160 16,-1-1 160-16,0 0-192 0,-1 0 192 0,-1 2-224 0,-1 0 64 15,-3-1 16-15,2 3 0 0,-2 0 16 0,-1 3 0 16,-1 1 0-16,-3 7 0 0,0 0 128 0,0 0 0 15,0 0 0-15,-6 3 0 0,1 1 128 0,-1 2 16 16,-1 2 0-16,1 1 0 0,-1 0 16 0,2 1 0 16,1 0 0-16,1 2 0 0,2 1-160 0,1-1 0 15,1-1 144-15,3 1-144 0,2-4 0 0,0 1 0 16,1-1 0-16,2 1 0 0,1-3 0 0,2 1 0 16,0-2-144-16,1-1 144 0,1-3-176 0,4-1 48 15,-2 0 0-15,1-1 0 0,0-2-64 0,0 1-16 16,0-2 0-16,0 0 0 0,-3-3 16 0,2-2 16 15,-1 3 0-15,0-3 0 0,-4-3 48 0,1 0 0 16,-2-1 0-16,0 1 0 0,-1-1 128 0,0-2-208 16,0 0 80-16,-1 2 128 0,0-5-192 0,-2 4 192 0,-1-2-192 15,1 4 192-15,-4 2-160 0,1 1 160 16,-2 1 0-16,-1 8-144 0,0-6 144 0,0 6 0 0,0 0 160 16,0 0-160-16,0 0 288 0,0 0-32 0,-3 9-16 0,1 2 0 15,-2 2 64-15,1 4 16 0,2 0 0 0,0 4 0 16,1 3-64-16,1 0 0 0,2 4 0 0,1 3 0 15,-1 3-112-15,3 0-16 0,0 0-128 0,2 4 192 16,0 2-192-16,0-1 0 0,-1 2 128 0,3-2-128 0,-3 1 0 16,1-2 0-16,-1 4 0 0,-2-3 0 15,0-1 0-15,-2-3-128 0,-3-1 128 0,-1-2-160 0,-5-2-32 0,0-2-16 16,-3-2 0-16,0-3 0 0,-1-3 0 16,-1-3 0-16,-4 0 0 0,1-4 0 0,-2 0 48 0,2-3 16 15,-2-3 0-15,-1-1 0 0,-2-2 144 0,-1 1 0 16,2-5-144-16,0-2 144 0,2-2-128 0,-1-5 128 15,2-1-160-15,2-1 160 0,2-2-208 0,6-3 48 16,1-2 16-16,4-2 0 0,4 1-96 0,5-5-16 16,0-2 0-16,3-4 0 0,5-5-16 0,5-3-16 15,4-5 0-15,1 0 0 16,1-4-304-16,0-1-64 0,4 0-16 0,-2 2 0 16,0-3-64-16,-2 3-16 0,-1 0 0 0,0 2 0 0,-1 2 464 0,-4 3 96 15,-1 1 0-15,-1 3 16 0,0 6 176 0,-1 1 176 16,-2 4-48-16,-4 3 0 0,-4-2 384 0,-1 5 80 15,2 3 16-15,-3 5 0 0,-5 1 224 0,-1 0 32 16,-1 2 16-16,0 7 0 0,0 0-80 0,0 0-16 16,0 0 0-16,0 0 0 0,0 0-384 0,0 0-80 15,0 0 0-15,2 8-16 0,-2-8-304 0,0 12 0 16,1-1 128-16,4 2-128 0,2 4 0 0,1-2 0 0,-1 0 128 0,5 1-128 16,5 0 128-16,-1 2-128 0,-1-4 192 0,1 2-192 15,-2 0 160-15,2-2-160 0,0 2 128 16,-2-2-128-16,-1 0 0 0,0-1 0 0,-1 0 0 0,0-1 0 15,-1 0 0-15,1 0 0 0,-2-2 0 0,-2 0 0 16,0 1 0-16,-3-2 0 0,-1-1 0 0,1 1 0 16,-5-9 0-16,0 0 0 0,2 9 128 0,-2-9-128 15,-2 8 0-15,-4 0 0 0,-3-1 0 0,-3 0 0 0,-2 0 0 16,-1-1 0-16,-2-3 0 0,-2 1 0 0,-2-1 0 0,-1 0 0 16,-2-2 0-16,2-1 0 15,0-1-576-15,0 0-112 0,1-2-16 16,1-2 0-16,4 4-1728 15,1-5-336-15,3-1-80 0</inkml:trace>
  <inkml:trace contextRef="#ctx0" brushRef="#br0" timeOffset="17229.57">16394 3891 11967 0,'0'0'528'0,"0"0"112"0,0 0-512 0,0 0-128 15,0 0 0-15,0 0 0 0,0 0 7424 0,8 4 1440 16,-1 0 288-16,0 4 64 0,0 1-5872 0,1 4-1168 16,0 1-256-16,3 4-32 0,1-1-752 0,2 3-160 15,-2 2-16-15,4 3-16 0,1 2-496 0,1 4-112 0,-1 1-16 0,1 3 0 16,-2 0-144-16,1 3-48 16,1 1 0-16,0 3 0 0,2-1-128 0,-3 2 0 0,-8-6 0 15,0-2 128-15,-4 2-128 0,-1 0 0 0,-5 0 0 0,-3-1 128 16,0-2-128-16,4 0 0 0,4 1 0 0,-3-3 0 15,-3 7 0-15,-5-4 0 0,-7-4 0 0,-7-2 0 16,-6-4 0-16,0-4 0 0,7-4 0 0,-1 0 0 16,2-4 0-16,4-2 0 0,0-2-160 0,2-2 160 15,3 0-864 1,1-4-80-16,0-1-16 0,2-4 0 0,7 2-2192 0,-8-1-448 0</inkml:trace>
  <inkml:trace contextRef="#ctx0" brushRef="#br0" timeOffset="32197.76">4983 6852 33119 0,'0'0'1472'0,"0"0"288"0,-9 1-1408 0,9-1-352 15,0 0 0-15,0 0 0 0,0 0 688 0,0 0 64 16,0 0 16-16,0 0 0 0,0 0 640 0,0 0 128 16,11 8 16-16,6-2 16 0,4-1-544 0,5-1-96 15,6-1-32-15,3-2 0 0,5-1-320 0,5-1-80 0,7-2-16 0,1 1 0 16,2-2 96-16,2 0 0 16,3 0 16-16,-15 1 0 0,4 0-320 0,6-1-64 0,1-2-16 15,3 1 0-15,1 1-192 0,-2-1 0 0,-3 1 128 16,-3-1-128-16,-1 4 0 0,-3-2-192 0,-2-1 48 0,-3 2 0 15,-4 0-1136 1,-3 1-240-16,-2 1-32 0,-2 0-16 16,-4 0-1440-16,-3 0-304 0,-3 0-48 0</inkml:trace>
  <inkml:trace contextRef="#ctx0" brushRef="#br0" timeOffset="32507.15">6293 6755 11967 0,'0'0'528'0,"0"0"112"0,0 0-512 0,0 0-128 16,0 0 0-16,0 0 0 0,0 0 6544 0,0 0 1280 16,0 0 256-16,0 0 48 0,0 0-5792 0,0 0-1168 15,1 11-224-15,1-1-48 0,0-1-240 0,1 2-32 16,1-1-16-16,2 0 0 0,2 2-432 0,1-4-176 16,0 1 128-16,3 0-128 0,1 2 128 0,3-5-128 15,1 1 128-15,1-1-128 0,2-1 0 0,-1 1 0 16,-1-4 0-16,1 2 0 0,-4 0 0 0,0 0-272 15,-2 0 32-15,1 2 16 0,-5 0 16 0,-9-6 0 16,3 9 0-16,-6 1 0 0,-3-3 208 0,-4 3 0 16,-1 1 0-16,-5 0 0 0,-2 1 480 0,-3 0-16 15,-3-1 0-15,0 1 0 0,-5-1-16 0,2-2-16 0,-1-3 0 0,2 1 0 32,1-1-736-32,2 1-144 0,2-2-16 0,8-1-20816 0</inkml:trace>
  <inkml:trace contextRef="#ctx0" brushRef="#br0" timeOffset="36248.19">7757 6712 42047 0,'0'0'1856'0,"0"0"384"0,-1-6-1792 0,0-1-448 0,-2 1 0 0,3 6 0 16,-3-7 704-16,-2-1 32 0,5 8 16 0,-8-5 0 16,-3 1 656-16,-3 0 144 0,0 3 32 0,-1 3 0 15,-1 2-784-15,-1 2-160 0,0 0-16 0,-3 1-16 16,0 0-320-16,-4 3-64 0,-1 0-16 0,1 0 0 16,-3 2-80-16,3 0-128 0,-1-2 176 0,3 2-176 15,2 1 128-15,2-2-128 0,0 2 0 0,3-4 0 0,2 1 0 0,4-1 0 16,1 2 0-16,3-3 0 0,5-8 0 0,0 0 0 15,1 11 0-15,5 0 0 0,3-1 0 0,4-3 0 16,2-1 0-16,5-1 0 0,2 2 0 16,4-2 0-16,3-2 0 0,4-2 0 0,3 0 0 15,1-1 0-15,-2 0 0 0,1-1 0 0,1 1 0 0,-14 0 0 16,1 1 0-16,-1 3 0 0,-1 3 0 0,-1 1 0 16,-1-1 0-16,-3 3 0 0,-3-1 0 0,-2 4 0 15,-4 0 0-15,-3 1 0 0,-4-1 0 0,-3 1 128 16,-4 1-128-16,-3 0 0 0,-4 1 288 0,-4 2-48 15,-4-1-16-15,-11 7 0 0,-2-7-64 0,1 0-16 16,1-2 0-16,-2 2 0 0,-3-4-144 0,1-1 0 16,-2-4 144-16,1 0-144 0,2 1 0 0,3-5-160 15,3-2 16-15,4-2 0 16,3-1-960-16,6-2-192 0,5-2-48 0,5-4 0 16,5-3-1552-16,8-1-320 0,4-6-64 0,8-3-15696 0</inkml:trace>
  <inkml:trace contextRef="#ctx0" brushRef="#br0" timeOffset="36405.69">7949 6853 40191 0,'0'0'1792'0,"0"0"352"0,8 6-1712 0,-2 2-432 0,1 3 0 0,-2 0 0 15,0 4 1888-15,-1 2 288 0,0 0 64 0,-2 2 16 16,-2 2-816-16,0 0-160 0,0-2-48 0,0 2 0 16,0-2-800-16,0-1-176 0,0-1-16 0,2-2-16 15,-1-2-864-15,0-1-160 0,1 0-32 0,-2-3-16 16,0-2-2992-16,0-7-576 0</inkml:trace>
  <inkml:trace contextRef="#ctx0" brushRef="#br0" timeOffset="36558.21">8011 6769 26719 0,'0'0'2368'0,"0"0"-1888"0,-5-2-480 0,5 2 0 0,0 0 4864 0,0 0 896 15,-5-4 160-15,5 4 32 0,0 0-4768 0,0 0-960 16,0 0-224-16,0 0 0 0,0 0 0 0,0 0-160 15,5 5 160-15,3 6-208 16,0-4-3408-16,1 1-672 0</inkml:trace>
  <inkml:trace contextRef="#ctx0" brushRef="#br0" timeOffset="37106.07">8215 6909 31327 0,'0'0'1392'0,"0"0"272"0,-2 9-1328 0,4 0-336 0,2 2 0 16,0 2 0-16,-2 1 4576 0,2 2 848 15,1-2 160-15,0 3 48 0,2 3-3232 0,-2-2-640 0,0-1-128 0,1 0-32 16,-1-2-944-16,0 1-192 16,0-3-32-16,1-1-16 0,-3-2-416 0,1 1 128 0,0-2-128 0,0-3 112 15,-4-6-112-15,0 0 0 0,0 0 0 0,0 0 0 16,0 0 0-16,0 0 0 0,0 0 0 0,0 0 0 16,0 0 0-16,0 0 0 0,0 0 0 0,1-6 0 15,-1-6 0-15,0 2 0 0,2-3 0 0,-1-2 0 0,2 0 0 16,1-4 0-16,-2-2 0 0,3-2 0 0,2 5-192 15,-1-4 64-15,1 1 128 0,1 4-208 0,0 2 64 16,-1 4 16-16,0 2 0 0,-1 2 0 16,1 3 128-16,-7 4 0 0,8 4-144 0,0 3 144 0,-3 2 0 0,1 4 0 15,1 4 0-15,-1-2 0 0,0 2 192 0,-1 1-64 16,0-2 0-16,0 1 0 0,2-1-128 0,1 1 0 16,-1-3 0-16,1 0 0 0,1-2 0 0,-1-1 0 15,0-4 0-15,0 1 0 0,0-1 0 0,-2-1 0 16,-6-6 0-16,9 2 0 0,-9-2 0 0,7 1 0 15,-7-1 0-15,6-1 0 0,-6 1-144 0,8-4 144 16,-3-3 0-16,-1-2 0 0,0-3-144 0,0 0 144 16,0-1 0-16,0-1-144 0,-1-3 144 0,2 0-160 15,0-5 160-15,3 2-160 0,-2 1-48 0,2 1-16 0,-1-1 0 0,0 4 0 16,0-1-32-16,0 6 0 16,-2 1 0-16,-1 2 0 0,-4 7 128 0,0 0 128 0,0 0-208 0,0 0 80 15,2 8 128-15,0 2 0 0,-2 2 0 0,0 2 0 16,0 2 128-16,1 0-128 0,0-1 128 15,2 2-128-15,1 0 0 0,1 0 0 0,1 0 0 16,4-1 0 0,-1-2-512-16,2-2-160 0,2-3-32 0,2-1-16 15,2-2-1520-15,1-2-288 0,0-2-64 0,0-2-16 16,1-2-1872-16,-2-4-368 0,13-11-80 0,-9 4 0 0</inkml:trace>
  <inkml:trace contextRef="#ctx0" brushRef="#br0" timeOffset="37529.33">8957 6901 12895 0,'0'0'1152'16,"0"0"-928"-16,0 0-224 0,0 0 0 15,0 0 6352-15,0 0 1232 0,2 9 240 0,1 4 48 0,-1 3-4224 16,1 1-864-16,0 5-160 0,-1 2-48 0,2-1-1040 16,0 3-224-16,1 4-32 0,2-3-16 0,-1 1-576 0,2 1-112 15,0-1-32-15,1 1 0 0,0 0-544 0,0-1 0 16,2 4 0-16,-2-5 0 0,-1-2 0 0,-2-3 0 16,1 1 0-16,-1-3 0 0,-2-3-128 0,-1-3 128 15,-2-2-208-15,-1 0 80 0,0-5-128 0,0-7 0 16,0 0-16-16,0 0 0 15,-6 2-160-15,0-4-16 0,-2-4-16 0,1-3 0 16,-2-4-912-16,-1-3-176 0,1-3-48 0,0-4 0 16,0-3-496-16,0-1-96 0,1-2-32 0,0-5 0 15,3-1-144-15,0-1-48 0,1-1 0 0,1 2 0 16,1 0 1536-16,2 3 304 0,-2 2 64 0,2 3 16 0,2 4 1840 0,0 2 384 16,1 3 64-16,0 3 0 0,0 2 624 0,1 0 112 15,0 4 32-15,1 1 0 0,2 2-736 0,1 0-144 16,1 3-16-16,1-1-16 0,2 1-1008 0,1 2-192 15,1-1-32-15,3 2-16 0,3 0-256 0,0 2-144 16,-1 0 160-16,-1 2-160 0,1 3 0 0,-2 1 128 16,-1 1-128-16,0 2 0 0,-3 4 0 0,-2 2 0 0,-2 1 0 15,-3 2 0-15,-1 2 0 0,-2-3 0 0,-3 2 0 16,-3 0 0-16,0 0-192 0,-3 0 192 0,0-2-192 0,-3-2 192 16,-2 3-416-16,1-3 32 0,-2-3 0 0,-1-2 0 15,0-2-1136 1,-1-2-208-16,-1-3-64 0,0-1-12288 0,0-1-2448 0</inkml:trace>
  <inkml:trace contextRef="#ctx0" brushRef="#br0" timeOffset="37875.4">9408 6723 47967 0,'0'0'2128'0,"-3"13"432"0,2 0-2048 0,-1 4-512 15,1 2 0-15,0 1 0 0,-1 3 1072 0,1 1 96 16,0-1 32-16,1 3 0 0,0 0-176 0,2 2-48 15,2-2 0-15,3 0 0 0,2-1-656 0,1-2-144 16,4-5-32-16,0 1 0 0,2-3-144 0,0 0 0 16,3-3 0-16,0-4 0 0,3-4 0 0,1-2 0 15,-1-3 0-15,1-3-176 0,1 0-80 0,-1-5-32 16,2-5 0-16,-3-2 0 0,-1 0 32 0,-1-4 0 16,-2-3 0-16,-1-2 0 0,-2-4 64 0,0 1 32 15,-2-3 0-15,-2 0 0 0,0 1-32 0,-3 0-16 16,-3 5 0-16,-4 2 0 0,-2 3 16 0,-2 4 16 15,-2 3 0-15,-3 5 0 0,-1 6 448 0,-1 5 96 16,-2 5 16-16,-1 2 0 0,0 3 176 0,0 4 32 16,0 0 16-16,0 7 0 0,0-1-112 0,1 2-32 0,2 1 0 15,2-2 0-15,4 1-304 0,3-1-160 16,3-3 160-16,3 1-160 0,5 1 0 0,0-3-192 16,4-6 16-16,5 0 0 15,1-2-2256-15,8-7-464 0</inkml:trace>
  <inkml:trace contextRef="#ctx0" brushRef="#br0" timeOffset="38277.44">10877 6764 26719 0,'0'0'2368'0,"0"0"-1888"0,-1-8-480 0,-1 2 0 0,-3-2 3904 0,-1-1 704 15,0 5 128-15,-3-1 16 0,-1 5-2048 0,-6 1-400 16,-5 3-96-16,-1 3-16 0,0 3-688 0,-1 6-144 0,-2 1-16 0,0 3-16 16,0 4-688-16,-1 1-128 0,0 2-16 0,3 0-16 15,0 2-224-15,4-3-64 0,2 2 0 0,4-2 0 16,2-4-128-16,6 0-64 0,3-1 0 0,3-4 0 16,4-3-464-16,6-2-96 0,4-2-16 15,5-3 0 1,5-2-1056-16,5-2-224 0,5-3-32 0,4-4-16 0,3-5-2800 15,-2-3-560-15</inkml:trace>
  <inkml:trace contextRef="#ctx0" brushRef="#br0" timeOffset="39018.26">11218 6802 39039 0,'0'0'1728'0,"-5"-3"368"0,-1 0-1680 0,-2 1-416 0,-2 1 0 0,-1 4 0 0,-1-2 2592 0,-2 3 432 16,-2 4 96-16,-1 1 16 0,-1 5-1344 0,0 2-272 15,0 1-48-15,-2 1-16 0,1 1-784 0,0 2-160 16,1 1-16-16,2 1-16 0,3 0-208 0,3-2-32 15,1-1-16-15,4-4 0 0,2 0-224 0,3-2 0 16,1 0 0-16,3-1 0 0,4-3 0 0,1-2-128 16,2-3 128-16,0 0-208 0,2-3-160 0,2-2-16 15,0-2-16-15,1-3 0 16,0 0-144-16,1-3-32 0,0-2 0 0,-1-3 0 0,1-4 144 0,2-4 32 16,0 0 0-16,1-1 0 0,-3-2 144 0,0 2 16 15,-2-1 16-15,1-1 0 0,-2 1 96 0,-1-2 128 16,-1 1-208-16,0 6 80 0,-3 0 128 0,-1 5 0 0,-2 1 0 0,-1 6 0 15,-1-1 368-15,-4 7 96 16,0 0 32-16,0 0 0 0,2 11 80 0,-1 2 0 0,0 2 16 0,-1 23 448 16,-1-17-608-16,1 1-16 15,0 0 0-15,1 2-96 0,2-3-32 0,0-2 0 16,0 1 0-16,1-1-128 0,0-2-32 0,0-3 0 16,1 0 0-16,1-3-128 0,-1 1 0 0,0-3 0 15,0-2 0-15,-5-7 0 0,0 0 0 0,8 2 0 0,-8-2 0 16,8-4 0-16,0 2 0 0,-2-5 0 0,1 1-176 15,-2-6 176-15,0 0-128 0,0-5 128 0,3 0-128 16,-1-2 0-16,-1-2 0 0,1-1 0 0,1 2 0 16,1-5-64-16,0 3-16 0,0 0 0 0,0 1 0 0,-1 2 0 0,-2 2 0 15,1 4 0-15,-2 2 0 0,0 2 208 0,-5 9-192 16,0 0 192-16,0 0-192 0,0 0 192 0,3 11 160 16,-2 2-32-16,-1 4 0 0,-1 1 80 0,0 0 16 15,-1 2 0-15,2 0 0 0,0 1-96 0,2 0 0 16,0-1-128-16,2-1 192 0,1 2-192 0,2-4 0 15,-1-1 0-15,2-3 0 0,0-3 0 0,3-1 0 16,-1-2 0-16,0-2 0 0,1-1-256 0,-1-1 48 16,1-3 16-16,-1-2 0 0,1 0 64 0,-1-5 128 15,-1 1-208-15,2-1 80 0,-2-1 128 0,0-1 0 16,0-1 0-16,0-3 0 0,0 0 0 0,-1-4 0 16,0 0 0-16,1-1 0 0,0-2 0 0,0 0-160 15,0 2 160-15,0-3-160 0,-2 3-96 0,1 1 0 16,-2 1-16-16,0 2 0 0,-1 2 96 0,-1 2 32 15,-2 2 0-15,1 2 0 0,-3 6 144 0,0 0 0 16,0 0 0-16,-1 6 0 0,-1 5 0 0,1 2 144 16,-2 1-16-16,1 3-128 0,-1 1 0 0,2 2 0 15,1-1 0-15,1 2 0 0,0 0 128 0,5 0-128 16,0 1 0-16,3-2 0 0,0-4 0 0,2-1-144 0,1-5 16 0,1-2 0 31,1 3-1200-31,2-5-224 0,-1-1-48 0,2-3-16 0,-1-6-2464 16,1-2-480-16</inkml:trace>
  <inkml:trace contextRef="#ctx0" brushRef="#br0" timeOffset="39448.35">12200 6729 24879 0,'0'0'2208'0,"-1"9"-1760"0,0 2-448 0,-2-1 0 16,0 4 5296-16,2 5 976 0,1 0 192 0,0 3 32 16,0 3-3904-16,0 1-784 0,1 4-144 0,2 3-48 0,0 1-576 0,0 0-112 15,1-1-32-15,3 3 0 0,-2-4-576 0,2 1-128 16,-1-1-32-16,1 0 0 0,-1-2-160 0,1-4 0 15,-1 0 0-15,1-3 0 0,-3-2 0 0,0-1-144 16,-2-6 144-16,-1 0-208 0,-1-4-48 0,0-4-16 16,0-6 0-16,0 0 0 0,-6 0-64 0,-1-1-16 15,1-6 0-15,1-2 0 16,-2-4-112-16,1-1-32 0,-2-7 0 0,0-1 0 16,0-2 64-16,-1-4 16 0,0-1 0 0,0-2 0 15,1-2-160-15,2-1-16 0,-1-2-16 0,3 0 0 0,1 1 304 0,3 1 64 0,3 2 16 16,1 0 0-16,0 2 224 0,0 3 256 15,4 1-48-15,1 1-16 0,0 4 336 0,1 4 64 16,1 3 16-16,0 1 0 0,1 3 96 0,0 3 32 16,1 1 0-16,1 2 0 0,2 1-304 0,0 3-64 15,1 0-16-15,0 1 0 0,-1 5-192 0,1-2-32 16,0 5-128-16,-2-2 192 0,-2 6-192 0,-2 3 176 16,-1 2-176-16,-4 2 160 0,-2 1-160 0,-4 2 0 0,-3 1 0 15,-2 2 0-15,-1-1 0 0,-3 1 0 0,-3-2 0 0,0-1 0 16,0-4 0-16,-1-2 0 0,0-4 0 0,0-1 0 31,0-2-1152-31,0-2-144 0,3-4-48 0,1-4 0 0,-1-1-3008 0,3-4-624 16</inkml:trace>
  <inkml:trace contextRef="#ctx0" brushRef="#br0" timeOffset="39694.12">12520 6710 25791 0,'0'0'2304'0,"0"0"-1856"15,0 0-448-15,0 0 0 0,0 0 5440 0,4 9 976 16,-1 2 208-16,1 4 32 0,0 0-3952 0,1 4-784 15,1 0-176-15,0 2-16 0,-1 0-768 0,2 0-128 16,-1 0-48-16,2 1 0 0,0-1-592 0,-1-2-192 16,-1-1 128-16,1 1-48 0,-1-5-80 0,1-1 0 15,-2-3 0-15,0 0 0 0,-1-4 0 0,-4-6 0 16,4 5 0-16,-4-5 0 0,0 0 0 0,0 0 0 16,4-5 0-16,0-3 0 0,-2-1 0 0,1-4 0 15,-2-5 0-15,1 1 0 0,-1-1 0 0,1-2 0 16,1-2 0-16,1-1 0 0,0-2 0 0,1-1 0 15,2 0 0-15,0-2 0 16,3 6-560-16,-1 0-48 0,0 1-16 0,0 1 0 16,-1 4-1360-16,-2 2-256 0,2 4-64 0,-3 1-20576 0</inkml:trace>
  <inkml:trace contextRef="#ctx0" brushRef="#br0" timeOffset="39962.82">12866 6944 35007 0,'0'0'3120'0,"10"3"-2496"0,-1-5-496 0,2 1-128 15,1-3 3536-15,1-1 688 0,1 1 144 0,0-5 32 16,-1-1-2240-16,0-1-448 0,1-1-96 0,2 1-16 16,1-2-1072-16,1-4-208 0,0-3-64 0,-1 1 0 15,1-5-256-15,-2-3 0 0,0 2 0 0,-2 2 0 0,-4-1-192 16,-1 7-64-16,-3 4 0 0,-4 3 0 0,-3-1-32 0,-3 6-16 16,-4 4 0-16,-2 5 0 0,-3 0 304 0,-3 5 0 15,0 8 0-15,-2-2 0 0,1 6 224 0,0 3 0 16,0-1 0-16,3 3 0 0,1-1 0 0,1 0 0 15,4-5 0-15,2 4 0 0,2-2-96 0,3-5-128 16,2-1 176-16,4 1-176 16,3-4-992-16,4-2-304 0,3-1-64 0,4-7-16 15,2-3-2416-15,2-1-496 0</inkml:trace>
  <inkml:trace contextRef="#ctx0" brushRef="#br0" timeOffset="40278.16">13525 6621 14735 0,'0'0'1312'0,"-5"-4"-1056"15,-3 0-256-15,-1-1 0 0,1 5 7408 0,-3-1 1424 16,0-1 272-16,-2 2 64 0,0 0-5776 0,-2 2-1168 16,-2-1-240-16,-1 1-32 0,1 4-992 0,-1 0-208 15,0 2-48-15,1 2 0 0,0-3-368 0,1 2-80 16,3 1 0-16,1 4-16 0,3-4-240 0,1 0 0 16,3 3 128-16,1-2-128 0,3 1 0 0,2-2 0 0,2 2 0 15,1-2 0-15,1 1-144 0,4-2 144 0,3 1 0 0,1 1-144 16,0-5 144-16,1 3 0 0,3-1 0 0,0 0 0 15,0-2 0-15,1 1 0 0,1-2 0 0,-1 2 0 16,0-2 0-16,0 0 0 0,-2 0 0 0,-2 1 0 16,-1-1 0-16,-1 1 0 0,0-1 0 0,-4 2 0 0,-2-2 0 15,-2 3 0-15,-4-1 0 0,-1 2 0 0,-5-3 0 0,-3 2 0 16,-4 0 0-16,-2 0 0 0,2-2-160 0,-4 2-48 16,-3-4-16-16,-1 0 0 15,-1-2-720-15,1-2-144 16,3 0-16-16,1-1-16 0,1-1-2144 0,3-2-416 0,4 1-96 15</inkml:trace>
  <inkml:trace contextRef="#ctx0" brushRef="#br0" timeOffset="40619.73">13868 6553 33167 0,'0'0'2944'0,"5"-4"-2352"16,-5 4-464-16,0 0-128 0,0 0 3984 0,0 0 784 15,0 0 160-15,0 0 16 0,0 0-2752 0,0 0-544 16,-9 0-112-16,-3 1-32 0,-1 2-896 0,0 1-176 15,0 1-48-15,0 2 0 0,-1 1-384 0,-1-2 128 0,2 1-128 0,1 0 0 16,1 5 0-16,2 0 0 16,-1 1 0-16,3 0 0 0,0-3 0 0,2 2 0 0,2-1 0 0,2-1 0 15,1 2 0-15,3-1-176 16,-1-1 176-16,3-1-128 0,3 1 128 0,1-2-192 16,2-2 192-16,2 2-192 0,1 0 192 0,2-1 0 15,1-1 0-15,0-2-128 0,-2 1 128 0,2-1 0 0,3 0 0 0,-2 3 0 16,0-1 0-16,-2 1 0 0,-3-1 0 0,-1 2 0 15,-2-2 0-15,-2 1 0 0,-1-2 0 0,-7-5 0 16,-2 8 0-16,0 1 0 0,-2-1 0 0,-3 1 0 16,-7-2 0-16,-2-3 0 0,-1 1 0 0,0 1 128 15,-2 0-128-15,-1-1-192 0,-2-1 64 0,0-2 0 16,1-2-1600 0,0 0-304-16,0 0-64 0,3-2-13456 0,1-2-2704 0</inkml:trace>
  <inkml:trace contextRef="#ctx0" brushRef="#br0" timeOffset="40810.51">14076 6583 35007 0,'0'0'1552'0,"0"0"320"0,5 8-1488 0,1 0-384 16,-1 2 0-16,0 2 0 0,-1 2 4576 0,0 1 848 16,0 0 160-16,0 2 48 0,0 7-3872 0,-2 0-768 15,0 0-160-15,0 1-16 0,2-6-544 0,0 2-96 16,0-1-32-16,0-1 0 0,0-3-144 0,-2-2 0 15,1-3-192-15,-2-2 192 16,1-1-1344-16,-2-8-160 0,0 0-32 0,0 0-14832 0,0 0-2960 0</inkml:trace>
  <inkml:trace contextRef="#ctx0" brushRef="#br0" timeOffset="40972.72">14138 6437 25791 0,'0'0'1152'0,"0"0"224"0,0 0-1104 0,0 0-272 0,0 0 0 0,0 0 0 16,0 0 5120-16,0 0 976 0,0 0 192 0,1 9 48 16,0-2-4960-16,-1 2-992 0,1 3-192 0,2-5-32 15,1 2-1776-15,-1 1-368 16,0 0-64-16</inkml:trace>
  <inkml:trace contextRef="#ctx0" brushRef="#br0" timeOffset="42114.7">14385 6326 35935 0,'0'0'3200'0,"-6"-6"-2560"0,-1 0-512 0,2 0-128 16,5 6 2304-16,0 0 432 0,0 0 80 0,0 0 32 0,0 0-1056 0,-5 6-224 15,1 5-32-15,3 3-16 16,-1 5-176-16,2 4-48 0,2 2 0 0,-1 7 0 16,3 6-848-16,0 3-192 0,1 2-16 0,1 0-16 0,2 1 64 0,1-1 16 15,2 3 0-15,-1-6 0 0,1-1-176 0,-1-2-128 16,-1-6 144-16,0-1-144 0,-1-3 0 0,0-3 128 16,-2-3-128-16,0-4 0 0,-2-2 0 0,0-4 0 15,-2-2 0-15,1-3 0 0,-3-6 0 0,0 0 0 16,0 0 0-16,0 0 0 0,0 0-160 0,2-6 160 15,0-6-128-15,0-1 128 0,2-3 0 0,3 1-160 16,-1-5 160-16,2 1 0 0,2-2-192 0,3-1 192 16,2-3-192-16,2 0 192 0,1-1-192 0,2 1 192 15,0 0-192-15,4 2 192 0,1-1-192 0,-1 4 64 16,-1 1 128-16,0 6-208 0,-1 3 208 0,-2 3-176 0,-3 3 176 16,-2 3-160-16,-2 1 160 0,-2 7 0 15,-3 4 0-15,-4 4 0 0,-3 2 0 0,-4 4 0 16,-2 1 128-16,-3 2-128 0,-2 1 208 0,-3 3-16 15,-3-4-16-15,-2 1 0 0,-2-1-48 0,1-1-128 16,-2-2 192-16,1 0-64 0,1-3-128 0,1-1 0 16,1-4 0-16,0-3 0 15,0-2-352-15,2-1-96 0,2-3-32 0,0-3 0 16,3-1-1152-16,3-3-224 0,5-3-64 0,3-6 0 0,4-5-3008 16,4-2-592-16</inkml:trace>
  <inkml:trace contextRef="#ctx0" brushRef="#br0" timeOffset="42433.23">14933 6477 27647 0,'0'0'2448'0,"6"4"-1952"0,2 3-496 0,-1-1 0 0,-1 4 4464 0,1-1 784 16,-2 4 176-16,-1 2 16 0,0 4-2688 0,0 1-528 16,-2 4-112-16,1 1-32 0,-1 2-1024 0,1 0-208 15,1 3-32-15,0-1-16 0,0 1-416 0,2-3-96 16,3-2-16-16,4 0 0 0,-1-3-272 0,3-1 128 16,0-3-128-16,1 1 0 0,-1-4 0 0,4-6 0 15,-2-1 0-15,1-4 0 0,0-1 144 0,0-7-144 16,2-1 0-16,0-2 144 0,-1-3-144 0,2-3-272 15,-1-3 64-15,-2 0 16 0,0-2 0 0,0-3 0 16,-2-5 0-16,0 0 0 0,-2-1 48 0,-1-1 16 16,-3 1 0-16,-2 2 0 0,-1 2 128 0,-2 3-208 15,-2 2 80-15,-3 3 128 0,-2 8-144 0,-2 4 144 16,-4 4 0-16,-1 5 0 0,-2-3 0 0,-2 7 0 16,0 3 192-16,0 4-48 0,1 2-144 0,1 2 160 15,4 2-160-15,1 0 160 0,4 0-160 0,3-2 0 16,3 1 0-16,2-4 0 15,4 1-624-15,3-2-96 0,2-3-32 0,5-2 0 16,3-5-1488-16,6-1-320 0,2-5-48 0,4-2-11984 0,5-3-2416 0</inkml:trace>
  <inkml:trace contextRef="#ctx0" brushRef="#br0" timeOffset="42765.5">16276 6464 46191 0,'0'0'2048'0,"0"0"416"0,0 0-1968 0,-6-6-496 0,6 6 0 0,0 0 0 15,-11-5 2000-15,0 2 304 0,-2-1 64 0,0 4 16 0,-4 0-1312 16,0 3-272-16,-1 1-48 0,0 1-16 0,-3 4-432 0,0 0-96 16,0 4-16-16,2-1 0 15,-2 0-192-15,1 2 176 0,2 3-176 0,4-1 160 0,1-3-160 0,2 4 0 16,5-4 0-16,0 1 128 0,3 2-128 0,3-5 0 16,3 1 0-16,3 1 0 0,1-1 0 0,4 0 0 15,3 1 0-15,2-2 0 0,3-2-144 0,1 1 144 16,1 0 0-16,0-1 0 0,0-1-144 0,-1 1 144 15,4 2 0-15,-5-4-144 0,-2 1 144 0,-1 0 0 16,0-1 0-16,-3 2 0 0,-3-3 0 0,-1 2-128 16,-2 0 128-16,-2 0 0 0,-5-8-128 0,1 7 128 15,-5 1-128-15,-1 0 128 0,0 0-176 0,-5 0 176 16,-4 0-208-16,-1-1 80 16,-1 1-528-16,-3-3-112 0,-2-1 0 0,0-1-16 15,0 0-1168-15,0-3-224 0,0-2-64 0,4 1-12544 0,3-4-2496 16</inkml:trace>
  <inkml:trace contextRef="#ctx0" brushRef="#br0" timeOffset="43113.69">16467 6510 35007 0,'0'0'1552'0,"0"0"320"0,-2 9-1488 0,-1 2-384 0,0 2 0 0,2 2 0 16,-3 0 4656-16,0 2 848 0,-1-3 192 0,0 4 16 15,0 3-3920-15,1 2-800 0,1 0-160 0,1 0-16 16,2-2-560-16,2-1-96 0,2-1-32 0,1-3 0 15,2-2-128-15,2 0 0 0,0-2 0 0,3-3 0 16,0-2 0-16,3-2 0 0,-1-2 0 0,3-3 0 16,2-4-320-16,0 1 64 0,1-3 16 0,-3-2 0 0,-2-4-128 0,1-1-16 15,1 0-16-15,-1-1 0 16,-1-5-112-16,-2 1-32 0,-2-7 0 0,-1 1 0 16,1 0 48-16,-4-2 16 15,0 0 0-15,-1 2 0 0,-2 1 112 0,0 6 32 0,-1 4 0 0,0-1 0 16,-5 2 336-16,1 4 0 0,0 3 0 0,1 5 0 0,0 0 400 15,-3 10 0-15,2 2 0 0,-1 2 0 0,2 2-128 0,3-2-16 16,0 2-16-16,-1 2 0 0,3 1-32 0,2-1 0 16,1 1 0-16,2 0 0 0,3-1-208 0,0-1 0 15,3-2-144-15,2 1 144 16,0-3-1088-16,1-1-112 0,-4-3-16 0,2-2-16 16,-2-5-2320-16,-2-2-464 0</inkml:trace>
  <inkml:trace contextRef="#ctx0" brushRef="#br0" timeOffset="43547.88">17097 6268 52063 0,'0'0'2304'0,"0"0"480"0,0 0-2224 0,0 0-560 0,0 0 0 0,0 10 0 16,-1 2 1104-16,-1 2 112 0,1 2 32 0,0 2 0 16,-1 3-464-16,2 2-80 0,0 1-32 0,2 2 0 15,-1 3-544-15,0-1-80 0,1 1-48 0,-1 0 0 16,2-5 0-16,2 4 0 0,1 2 0 0,2-3 0 15,-3-2 0-15,-1-3 0 0,0 0 0 0,1-4 0 16,2-1 0-16,-1-2 0 0,-4-4 0 0,0-1 0 16,1-4 0-16,-3-6 0 0,0 0 0 0,0 0 0 0,0 0 0 0,0 0 0 15,0 0 0-15,5-5 0 0,-1-2 0 0,0-2 0 16,-1 0 0-16,-1-4 0 0,2 0 0 0,1 0 0 16,3-3 0-16,-1-1 0 0,-3 0 0 0,2 0 0 15,3 1 0-15,2-1 0 0,2 0 0 0,0 1 0 16,0 2 0-16,1 1 0 0,0 0 0 0,1 2 0 15,0 2 0-15,2 3 0 0,0-2 0 0,-4 4 0 16,2 1 0-16,-1 3 0 0,0 0 0 0,1 3 0 16,-1 1 0-16,-1 4 0 0,-2-2 0 0,-2 3 0 15,-3 2 0-15,-1 2 0 0,-1 4 0 0,-2 0 0 16,-2 2 0-16,-2 2 0 0,0 1 0 0,-5-4 0 16,-2 5 0-16,-1-3 0 0,-3 1 0 0,-2-3 0 15,1-2 0-15,1 0 0 0,-1-2-256 0,0-3-64 16,3 0 0-16,0-3 0 15,0-1-992-15,0-3-208 0,2-2-32 0,1-1-16 16,2 1-2912-16,2-4-592 0</inkml:trace>
  <inkml:trace contextRef="#ctx0" brushRef="#br0" timeOffset="43902.03">17944 6367 27647 0,'0'0'2448'0,"0"0"-1952"0,0 0-496 0,0 0 0 16,0 0 5504-16,0 0 1024 0,0 0 192 0,0 0 32 15,0 0-4352-15,-4-4-864 0,-1 1-192 0,-3 2-16 0,-1 2-800 0,-2 2-144 16,-2 1-48-16,-1 1 0 0,1 1-336 16,0 3 0-16,0 1 0 0,2 0 0 0,-2 0 0 0,0 4 0 15,1-3 0-15,0 2 128 0,0-1-128 0,1 2 0 16,2 2 0-16,2-3 0 0,4-1 0 0,3 0 0 16,0 1 0-16,4-4 0 0,3 0 0 0,2 0 0 15,3 0 0-15,2-1-128 0,-1-2 128 0,0 1 0 16,1-1 0-16,2 0-128 0,2-2 128 0,1-1 0 15,-1 1 0-15,0 2 0 0,4 1 0 0,-1 1 0 16,-1 0 0-16,-3 0 0 0,-2 0 0 0,-2 2 0 16,-4-2 0-16,-2 1 0 0,-2 2 0 0,-2-4 0 15,-3 2 0-15,-4 1 0 0,-1-1 0 0,-5 1 0 16,1-1 0-16,-1-1 0 0,-3-4 0 0,-1 1 0 16,-2 2 0-16,0-3 0 15,1 0-640-15,-1-2-32 0,0-1-16 0,-3 1 0 16,2-4-1552-16,1 1-320 0,3-1-64 0,1-2-19264 0</inkml:trace>
  <inkml:trace contextRef="#ctx0" brushRef="#br0" timeOffset="44126.66">18259 6193 30399 0,'0'0'1344'0,"0"0"288"0,0 0-1312 0,0 0-320 0,2 8 0 0,1 1 0 16,-2 3 5024-16,2 1 928 0,-2 0 192 0,0 5 48 15,1 3-4032-15,-1 3-816 0,-1 0-144 0,0 5-48 16,1 2-672-16,1 1-144 0,-1-1-16 0,0 1-16 0,0 1-304 16,1 1 0-16,0 0 128 0,1 1-128 0,0-5 0 0,-1-3 0 15,-1 1 0-15,2-3 0 16,0-5-624-16,-2 0-80 0,-1-4 0 0,0-2-16 16,-1-1-1856-16,-1-4-368 0,2-9-80 0,0 0-16 0</inkml:trace>
  <inkml:trace contextRef="#ctx0" brushRef="#br0" timeOffset="44582.2">18102 6505 50223 0,'0'0'2224'0,"0"0"464"0,0 0-2160 0,9 1-528 16,2 3 0-16,2-3 0 0,2 3 1248 0,2 0 144 16,0 1 16-16,3-1 16 0,3 2-592 0,3-5-128 15,3 1-32-15,2 1 0 0,-3-2-400 0,-1 1-80 16,0-1 0-16,2 2-16 0,4-3-176 0,-2 0 0 15,0 0 0-15,1-3 128 0,4 2-128 0,-3-1 0 16,-3 1 0-16,-4-2 0 0,-3 2-144 0,-3 2 144 16,-5 2-192-16,-3 0 192 0,-4 1-256 0,-5 2 64 15,-6 6 16-15,-2 0 0 0,-7 1 176 0,-4-2-128 0,-2 2 128 16,-3 3-128-16,-1 2 128 0,1 0 0 16,-1 1 0-16,1-1 0 0,0 4 0 0,6-2 0 0,0-2 0 0,2 0 128 15,-1-3-128-15,4-2 0 0,0 0 0 0,5-4 0 16,1 0-144-16,3-3 0 0,1-6 0 0,0 0 0 15,5 0-160-15,4-1-16 0,0-2-16 0,2-3 0 16,1-2-16-16,1-5 0 0,1 0 0 0,0-1 0 16,2-2-160-16,0-1-16 15,-1-1-16-15,2 0 0 0,0-5 64 0,0 3 16 16,-1-5 0-16,1 4 0 0,4 5 304 0,-2 2 160 0,-6 5-160 0,0 1 160 0,-1 2 0 16,-2-1 0-16,1 4 176 0,-2 5-48 0,-1-2 416 15,0 4 96-15,-1 1 0 0,1 4 16 0,-1 1-48 16,1 2-16-16,-1 1 0 0,1 2 0 0,-1-2-336 0,2 1-64 15,1 2 0-15,1-1-16 0,-3 0-176 0,-1-4 0 16,1 0 0-16,0-1 0 16,0-2-960-16,0 0-160 0,1 0-32 0,-1-2-16 15,-1-3-2624-15,-7-3-528 0</inkml:trace>
  <inkml:trace contextRef="#ctx0" brushRef="#br0" timeOffset="44979.35">19047 6454 18431 0,'0'0'1632'0,"0"0"-1312"16,0 0-320-16,0 0 0 0,0 0 7760 0,6 9 1488 16,-1 2 288-16,0 0 64 0,0 1-6688 0,0 2-1344 15,1-1-272-15,0 3-48 0,1 2-672 0,0 1-128 16,1-1-16-16,0 3-16 0,1 0-304 0,-1-2-112 0,-1 2 0 16,0-3 0-16,1 0 0 0,0-1 0 0,-1-2 0 0,0-1 0 15,0-4 0-15,-2 2 0 0,-1-4 0 0,0-1 0 16,0-2 0-16,1-3 0 0,-5-2 0 0,0 0 0 31,0 0-400-31,0 0-80 0,7-5-16 0,-2-3 0 0,-1-2 800 0,0-2 144 0,-2-2 48 0,2-3 0 16,1-3-368-16,3-1-128 0,-1 1 0 0,4-3 0 15,5-3 0-15,1 2 0 0,-1-1 0 0,3 3-160 16,5 6-48-16,-7 2-16 0,-10 5 0 0,3 2 0 16,1 1 224-16,-2 3-176 0,-9 3 176 0,0 0-160 0,0 0 160 0,0 0 176 15,6 12-48-15,-2 2 0 0,-3 2 64 0,0-1 0 16,-1 4 0-16,0-4 0 0,-1 1-192 0,0 2 0 15,-1 0 0-15,2 1 128 0,0-2-80 0,2-1-48 16,1 4 0-16,0-4 0 0,-2-5-176 0,1 1-16 16,0-1-16-16,2-1 0 15,1-1-944-15,1-4-176 0,-1-1-32 0,-5-4-16 16,8-1-2384-16,1-2-464 0,1-2-112 0</inkml:trace>
  <inkml:trace contextRef="#ctx0" brushRef="#br0" timeOffset="45379.46">19830 6441 2751 0,'0'0'256'0,"0"0"-256"16,0 0 0-16,0 0 0 0,0 0 9680 0,0 0 1904 0,0 0 368 0,0 0 80 16,-6 9-8160-16,1 3-1632 15,-1 2-320-15,-2 2-64 0,-1-1-720 0,0 2-160 16,1 0-16-16,1 2-16 0,2 0-480 0,2 2-80 0,2 1-32 0,2-1 0 16,2 0-160-16,2-2-48 0,3 1 0 0,2 0 0 15,3-1-144-15,2-5 0 0,0-1 0 0,4-1 128 16,0-1-128-16,2-2 0 0,0-1 0 0,0-4 0 15,1-2 0-15,0-1 0 0,0 1 0 0,0-4 0 16,-1 1 0-16,2-5 0 0,0-5-128 0,-1-1 128 16,0-2-192-16,0-5 48 0,1-4 0 0,-1 0 0 0,0 1-176 15,-2 0-16-15,-5-4-16 0,1 2 0 0,-2-3-32 16,-2 3-16-16,-3 2 0 0,-2 2 0 16,-4 4 208-16,-3 0 64 0,0 3 0 0,-2 5 0 15,-2 2 352-15,-3 0 80 0,0 5 16 0,-4 2 0 0,-1 2 112 0,-1 1 16 16,-1 4 16-16,0 2 0 0,-1 4-96 15,1 2-32-15,4 0 0 0,-1-1 0 0,2 2-128 0,3 2-16 16,2-1-16-16,1 0 0 0,2 2-176 0,2-3 0 16,3 2 144-16,2-2-48 0,5 3-96 0,2 3 0 15,3-3 0-15,2-5 0 0,3 0 0 0,2-2 0 16,3-2 0-16,3 1 0 16,2 1-1120-16,4-6-112 0,3-2-32 0,1-4-23632 0</inkml:trace>
  <inkml:trace contextRef="#ctx0" brushRef="#br0" timeOffset="46019.1">21404 5994 39167 0,'-13'-7'1728'0,"7"7"368"0,-2 3-1680 0,-4-3-416 16,2 0 0-16,-3 4 0 0,-1 2 896 0,-2 5 80 0,-4 4 32 0,-1 2 0 15,-1 5 768-15,0 7 144 0,0 4 48 0,1 5 0 16,0 5-848-16,2 1-160 0,0 2-48 0,5 0 0 16,4-1-272-16,2-2-64 0,3-1-16 0,3-1 0 15,4 2-384-15,3-2-176 0,3-5 160 16,1-2-160-16,3-4 0 0,3-4 0 0,3-1 0 0,5-6-160 16,-1-2-800-16,3-1-144 15,1-5-48-15,1-5 0 0,3-2-1136 0,1-3-224 16,3-2-48-16,1-4-11008 0,2-2-2208 0</inkml:trace>
  <inkml:trace contextRef="#ctx0" brushRef="#br0" timeOffset="46340.15">21755 6544 5519 0,'8'-29'496'0,"-5"18"-496"16,-2-6 0-16,-1 0 0 0,-1 2 6944 0,-1 2 1296 15,0 2 256-15,-4 0 48 0,-3 3-4640 0,-1 3-944 16,-2 2-176-16,-1 5-32 0,-3 2-704 0,1 3-144 16,-2 0-32-16,-1 6 0 0,-2 3-960 0,-1 2-192 15,-1 1-32-15,2 1-16 0,2 1-352 0,3 1-80 16,2-2-16-16,3-1 0 0,1-3-224 0,4-1 0 15,2 0 0-15,3-1 0 0,4 0 0 0,3-2-128 16,1-3 128-16,2-1-208 16,3-3-176-16,2 1-16 0,0-6-16 0,1 1 0 15,-1 2-240-15,0-6-48 0,-1-1-16 0,0-3 0 16,0-2 32-16,-1 0 16 0,-2 1 0 0,1-2 0 16,-2-3 112-16,1-1 32 0,-1-2 0 0,-2 2 0 0,0 1 320 0,0 1 64 15,-2 3 16-15,0 1 0 0,-3 1 128 0,-3 7 0 16,0 0 0-16,0 0 0 0,0 0 496 0,-1 8 16 0,-1 1 16 15,0 3 0-15,2-3-32 0,2 0-16 16,-1-1 0-16,1 3 0 0,2 2-480 0,2-3 0 0,0 0 0 0,2 0-160 16,0-4-1312-1,2-3-272-15,1-2-48 0,0-1-12032 0,1-1-2416 0</inkml:trace>
  <inkml:trace contextRef="#ctx0" brushRef="#br0" timeOffset="46854.53">22025 6086 28559 0,'0'0'2544'16,"0"0"-2032"-16,0 0-512 0,0 0 0 0,0 0 4672 0,-4 6 848 15,0 1 176-15,0 6 16 0,2 0-3376 0,-1 6-672 16,0 2-144-16,1 6-32 0,1-1-656 0,-1 4-128 16,1 1-16-16,0 2-16 0,1-1-304 0,1 1-64 15,3-2-16-15,0-1 0 0,1 0-144 0,0 0-16 16,0-2-128-16,2-5 192 0,-1-3-192 0,1-3 0 15,-1-4 0-15,2-2 0 0,3 2 0 0,-2-3 0 16,0-5 0-16,0-1 0 0,0-3-144 0,0-1 144 16,-1-1-208-16,0-3 80 0,0-1-64 0,0-5-16 15,-1 0 0-15,3-3 0 0,-3-4 16 0,3-3 0 16,-1-2 0-16,0-1 0 0,0-2 0 0,0-1 0 16,-1-1 0-16,0 1 0 0,0 2-16 0,-2 2 0 15,1 2 0-15,-1 5 0 0,-1 3 208 0,0 5-144 16,-5 7 144-16,0 0-128 0,0 0 128 0,2 7 144 15,-4 6-16-15,2 4-128 0,0 1 320 0,2 4-32 0,-1 2-16 0,2 1 0 16,-1 2-32-16,4-4-16 16,0 2 0-16,2-3 0 0,1-3-224 0,1-2 128 0,2 0-128 0,1-4 0 15,2-2 0-15,-1 1 0 0,0-4 0 0,1-2 0 16,-1 0 0-16,-1-4 0 0,0-2 0 0,0 0 0 16,0-1 0-16,0 0 0 0,0-1 0 0,-2-2 0 15,-2-2 0-15,0-2 0 0,-1-1 0 0,-1-1 0 16,1 0 0-16,0 0 0 0,-1-3 128 0,-1-1-128 15,-1-2-192-15,2-1-64 0,-1-3-32 0,-2 1 0 0,0 1 80 16,-1-2 16-16,-2 1 0 0,-1-2 0 16,-2 2-528-16,-1 1-112 0,-1-1 0 0,0 0-16 15,-4-8-3104-15,3 15 1840 0,1 3-16 16,2 3-1136-16,2 6-208 0,0 0-48 0</inkml:trace>
  <inkml:trace contextRef="#ctx0" brushRef="#br0" timeOffset="46980.97">22948 6360 13935 0,'0'0'608'0,"0"0"144"0,0 0-608 0</inkml:trace>
  <inkml:trace contextRef="#ctx0" brushRef="#br0" timeOffset="47406.96">22597 6394 20271 0,'0'0'1792'0,"0"0"-1424"16,0 0-368-16,0 0 0 0,0 0 6464 0,0 0 1232 16,0 0 240-16,0 0 64 15,-1 8-4960-15,0 2-992 0,1 2-192 0,1 1-32 0,3 1-912 0,1 2-176 16,2-2-32-16,0 3-16 0,3 2-400 0,1-2-80 16,4-2-16-16,-1 1 0 0,2-2-192 0,-1-1 0 15,1-2 0-15,0-1 0 0,-1-3 0 0,2-4 0 16,1 1 0-16,1-1 0 0,-2-3 0 0,0-1 0 15,0-1 0-15,-2-2 0 0,0 1-208 0,-2-4 64 16,-2 1 16-16,-2-4 0 0,-1 0 0 0,-3-3 0 16,-1-1 0-16,-1-2 0 0,-2 0 128 0,-1-1-192 15,-1-1 192-15,-2-1-192 0,-1-2 0 0,-1 1-16 16,0 1 0-16,-1-1 0 16,-1-1-656-16,-1 3-128 0,-1 1-32 0,0 1 0 15,-1 2-656-15,-1 1-144 0,-1 3-32 0,3 3 0 16,0 0-1248-16,3 1-256 0,0 2-48 0,6 4-16 15,0 0 224-15,0 0 32 0,0 0 16 0</inkml:trace>
  <inkml:trace contextRef="#ctx0" brushRef="#br0" timeOffset="48813.49">23303 6384 18431 0,'0'0'816'0,"5"-3"160"0,0-4-784 0,2 1-192 0,-1-1 0 0,-1 4 0 16,1-7 5216-16,-1 3 992 0,-1 0 208 0,-4 7 48 15,1-8-3568-15,-2 2-704 0,1 6-144 0,0 0-16 0,-9-3-736 16,-2 4-144-16,-1 5-16 0,-2 0-16 0,-2 3-288 0,-2 3-64 16,-3 4-16-16,-1 2 0 0,0-1-256 0,-2 1-48 15,1 0-16-15,1 2 0 0,2-1-176 0,3 1-48 16,2-4 0-16,2 1 0 0,5-3-208 0,3-1 0 16,1-3 0-16,1 1 0 0,6 1 0 0,1-2-128 15,3-2 128-15,4-2-208 16,1 0-208-16,1-5-32 0,2-1-16 0,2 0 0 15,0-1-240-15,1-5-64 0,1 1 0 0,-1-3 0 16,-2-1 32-16,-1 0 0 0,1-5 0 0,-2-1 0 16,-1 1 256-16,0-2 48 0,-1-2 16 0,-2 0 0 0,1 1 160 0,-2 0 16 15,-1 0 16-15,0 1 0 0,-1 1 224 0,0 3 0 16,-3-1 0-16,0 3 0 0,-2-1 0 0,1 5 256 0,-3 6-48 0,0 0-16 16,0 0 272-16,0 0 48 15,0 0 16-15,0 0 0 0,0 0-144 0,-5 5-16 0,0 3-16 0,-1 1 0 16,1 2-176-16,1 3-48 15,2-1 0-15,-1 4 0 0,2-2-128 0,-1 2 160 0,4 0-160 16,0 0 160-16,1-1-160 0,3-1 0 0,2 1 0 16,1-3 0-16,1-1 0 0,1-2 0 0,2 1 0 0,2-2 0 15,-1-3 0-15,2-1 0 0,-1-2 0 0,1 0 0 16,-2-2-256-16,1 2 64 0,-2-6 0 0,1 0 16 16,-2-2 0-16,-1-3 0 0,1 2 0 0,0-5 0 15,-2-2 176-15,-1 2-128 0,1-2 128 0,-3 0-128 16,0-3 128-16,1-1 0 0,0 0 0 0,-1 0-128 0,0 1 128 15,-1 2-160-15,0-4 160 0,-2 3-160 0,0 1 160 16,-3 2 0-16,1 2 0 0,1 1 0 0,-2 1 0 16,-1 8 0-16,0-7 160 0,0 7-160 0,0 0 224 0,0 0-48 15,0 0-16-15,0 0 0 0,0 0 16 0,0 0 0 16,0 0 0-16,0 0 0 0,0 0-176 0,0 0 192 16,0 0-192-16,0 0 192 0,0 0-48 0,0 0 0 15,0 0 0-15,0 0 0 0,-2 8 16 0,0 1 0 16,1 1 0-16,0 0 0 0,-3-2-160 0,3 0 0 15,-1-1 144-15,1 1-144 0,0 1 0 0,-1 1 0 16,1-1 0-16,-2 0 0 0,2 0 0 0,0 0 0 16,1 1 0-16,0 1 0 0,1-1 0 0,0 2 0 15,1 1 0-15,-1 0 0 0,0 0 0 0,2 0 0 16,1-1 0-16,0 0 0 0,0 1 0 0,1-2 0 16,1 2 0-16,2-3 0 0,0-3 0 0,1-1 0 15,2-2 0-15,0-1 0 0,1-4 0 0,1 0 0 16,2-2 0-16,0-2 128 0,-1-1-128 0,2-2 0 15,1-1 0-15,1-1 0 0,1 0 0 0,-1 0 0 16,0-3 0-16,0-1 0 0,1-1 0 0,-2 1 128 16,-3-5-128-16,-1 2 0 0,1-1 128 0,-2-1-128 0,-2 0 128 15,-2 2-128-15,-1 2 192 0,-2 0-48 16,-1 2 0-16,-2 3 0 0,-2 3 112 0,-1 1 0 0,0-1 16 16,1 7 0-16,0 0-112 0,0 0-32 0,0 0 0 0,-7 0 0 15,1 2-128-15,-1 3 0 0,0 3 0 0,-1 3 0 16,0 5 144-16,1 1-144 0,1 5 160 0,1 2-160 15,1 0 192-15,0 5-48 0,2-2-16 0,2 5 0 0,2 2-128 16,0 2 0-16,4 2 0 0,0 1-176 16,2 0 176-16,0 0 0 0,0 0 0 0,1 3 0 0,0 2 0 0,0 1 0 15,-1-2 128-15,0-3-128 0,-2 1 0 16,-1-2 0-16,-1-3 0 0,0-3 0 0,-1-1 0 0,-5 1 0 16,-1-6 0-16,-3-2-192 0,0-3 192 0,-2-3-160 15,-2-4 160-15,-2-2-160 0,-2 0 160 0,-3-6 0 16,-2-1 0-16,1-4-128 0,-4-2 128 0,0-2 0 15,-2-4 0-15,2-1 0 0,1-3 192 0,2-2-48 16,-5-2 0-16,3-3 0 0,2-3-144 0,1-1 128 16,2-1-128-16,3-1 128 0,2-2-128 0,5-2 0 15,3-1 0-15,5-2 0 0,2-4 0 0,5-1 0 16,4-1 0-16,2-1 0 0,4 1-192 0,1-1 192 16,5 1-192-16,4-3 192 0,1 1-192 0,4 3 192 15,1 1-192-15,0-2 192 0,0 1-224 0,-1 3 80 16,3-1 16-16,-2 4 0 0,-2 2 128 0,-2 1-192 15,-1 2 192-15,-3 2-192 0,-1 0 192 0,-2 1-128 16,-3 3 128-16,-2 0-128 0,-2 2 128 0,-3 0 0 0,-2 1 0 0,-1 0-128 16,-4 2 128-16,0 3 0 0,-2 1 0 15,-2 1 0-15,-3 0 0 0,0 2 0 0,0 6 128 0,0 0-128 16,-3-5 192-16,3 5-16 0,0 0-16 0,0 0 0 16,-6 0-160-16,6 0 192 0,0 0-192 0,-6 6 192 15,1 2-192-15,3 1 128 0,0 0-128 0,2 0 128 16,0 3-128-16,2-2 128 0,-1 2-128 0,2 0 128 15,0 1-128-15,3-1 0 0,-1 1 0 0,3 1 0 0,1-1 0 16,-1 0 0-16,1 0 0 0,1 3 0 0,1-1 0 0,-2 2 0 16,0-1 0-16,0 0 0 0,-1-2 0 15,-2-1 0-15,0 0 0 0,-3-1 0 0,0 0-144 0,-2 1 144 16,1-3 0-16,-4-1 0 0,-2-1 0 0,-1-3-128 16,-1-1 128-16,-1-1 0 0,-2 1 0 0,0-3-160 15,-1 0 160-15,-1 0-128 16,1-4-528-16,-1-3-112 0,1 2 0 0,1 1-16 15,1-5-1248-15,0-1-240 0,2-4-48 0,-1-2-19104 0</inkml:trace>
  <inkml:trace contextRef="#ctx0" brushRef="#br0" timeOffset="49110.84">24669 5772 26719 0,'0'0'1184'0,"0"0"240"0,0 0-1136 0,10 1-288 16,3 3 0-16,2 2 0 0,0 0 4928 0,2 3 944 0,0 2 176 0,0 2 32 16,-1 2-3296-16,1 5-672 0,1 1-128 0,3 2-16 15,1 3-1136-15,3 3-240 0,-3-6-32 0,2 5-16 16,-2 2-288-16,1 2-48 0,1 5-16 0,-1 3 0 16,2 1-192-16,-4 0 0 0,-2 4 128 0,2 8-128 15,-4-2 0-15,-4-4 0 0,-4-4 0 0,-4 0 0 16,-3-3 0-16,-5 0 0 0,-2-7 0 0,-2 3 0 15,0-6 0-15,-5 1 128 0,-2-5-128 0,-2 0 0 0,-1-4 0 16,-1-1 0-16,1-3 0 0,0 1 0 0,-1-6 144 16,1-2-144-16,2-1 128 0,1-1-128 0,1-3 0 0,0-1-144 15,1-1 0-15,2-1 0 16,-1 0-752-16,2-2-128 0,1-1-48 0,3-3-15568 16,1-2-3136-16</inkml:trace>
  <inkml:trace contextRef="#ctx0" brushRef="#br0" timeOffset="55787.08">25685 6458 40543 0,'0'0'3600'0,"0"0"-2880"0,0 0-576 0,3-5-144 0,-3 5 2432 0,10-6 448 15,3 3 80-15,1-1 32 0,2 1-2352 0,-1-3-448 16,2 0-192-16,1 1 128 0,2 2 304 0,2 0 48 16,3 0 16-16,1 0 0 0,-1 1-496 0,-2-1 0 15,1 2 0-15,-1 0 0 0,-1-1 0 0,1 2-288 16,-4 2 64-16,1-1 16 15,-2 0-2480-15,-1 0-480 0,0 2-96 0</inkml:trace>
  <inkml:trace contextRef="#ctx0" brushRef="#br0" timeOffset="55997.8">25731 6648 35007 0,'0'0'3120'0,"0"0"-2496"0,0 0-496 0,0 0-128 16,0 0 3680-16,0 0 720 0,10 0 144 0,0-1 16 15,3-2-3456-15,1 1-688 0,1 0-144 16,4 0-16-16,3-2 112 0,2-1 16 0,1-1 16 0,1 3 0 16,0 0-400-16,1-1 0 0,1 1 0 0,0 0 0 15,1-1-832-15,2-2-32 0,1 4-16 16,0-1 0-16,2 1-1520 0,0-5-304 0,-1 1-64 0,-2-4-16848 16</inkml:trace>
  <inkml:trace contextRef="#ctx0" brushRef="#br0" timeOffset="56282.56">26426 6410 30399 0,'0'0'1344'0,"0"0"288"0,0 0-1312 0,0 0-320 15,0 0 0-15,0 0 0 0,0 0 2880 0,0 0 496 16,0 0 96-16,0 0 32 0,0 0-1584 0,7 5-320 16,-1 0-64-16,2 2-16 0,0 0-544 0,0 3-96 15,0-1-32-15,-1 1 0 0,1 2-544 0,1 0-112 16,1 2-32-16,-1-2 0 0,0-1-160 0,0 1 0 15,1-1 144-15,1-4-144 0,-1 4 0 0,2-2 0 16,1 0 0-16,1-2 0 0,-3-2 0 0,-1 1 0 16,1 1-176-16,-2-1 176 0,-1-3-272 0,-2 1 32 15,-1 1 16-15,-5-5 0 0,0 0 32 0,0 8 0 16,-2 0 0-16,-3 0 0 0,-3-2 192 0,-3 2 0 16,-2 0-160-16,-2 1 160 0,-5-1 0 0,-1 2 0 0,0-2 0 15,2 4 0 1,-2-2-688-16,-3-2-64 0,0 0-16 0,-2 2-20800 0</inkml:trace>
  <inkml:trace contextRef="#ctx0" brushRef="#br0" timeOffset="56971.67">27666 6076 27647 0,'0'0'2448'0,"0"0"-1952"0,0 0-496 0,0 0 0 0,0 0 3024 0,4 10 512 16,1 5 112-16,2 3 0 0,-2 1-2848 0,0 6-576 15,0 4-224-15,1 1 176 0,-1 0 528 0,0 1 96 16,0 2 32-16,-1 2 0 0,0-4-320 0,0 4-64 15,-1-1-16-15,-1 0 0 0,0-5-304 0,-1-2-128 16,-1-2 0-16,0 0 128 0,-1 0-128 0,-1-3 0 16,0-4 144-16,-1-1-144 0,0-3-160 0,1-2-96 0,-1 0-32 0,-1-3 0 31,-1-4-2000-31,5-5-400 0,-6 0-64 0</inkml:trace>
  <inkml:trace contextRef="#ctx0" brushRef="#br0" timeOffset="57538.31">26841 5803 42671 0,'0'0'1888'0,"-8"-5"400"0,0-1-1840 0,2-1-448 0,-1 3 0 0,7 4 0 16,0 0 336-16,0 0-16 0,8-6-16 0,3-1 0 0,2 3 304 0,6-2 64 15,7-3 16-15,4 1 0 0,4 1 128 0,4 1 16 16,4-3 16-16,5 1 0 0,-1-4-496 0,5 2-96 16,1 2-32-16,3 0 0 0,1 3-32 0,0 0 0 15,-1 1 0-15,-1 2 0 0,-4 2-192 0,0 2 0 16,-2 2 0-16,0 2 0 0,-1 3 0 0,-4 4 0 16,-4 2 0-16,-3 3 0 0,-5 1 0 0,-5 5-160 15,-4 3 160-15,-5 5-128 0,-5 0 128 0,-4 5-160 16,-4 3 160-16,-6 1-160 0,-6-1 160 0,-3-1 0 0,-5 0 0 15,-5 0 0-15,-4 0 0 0,-2-1 176 16,-4-3-176-16,-2-1 192 0,-2-5 48 0,-3-3 16 0,-1-2 0 0,-3-1 0 16,-1-5 32-16,-1 0 16 15,-4-2 0-15,0-3 0 0,-2-4-96 0,2-2-16 16,0-2 0-16,-20-4 0 0,9-2-192 0,10-5 176 16,6-5-176-16,5-1 160 0,4-1-160 0,4-2 0 0,2-5 0 0,5-1 0 15,5-1-208-15,3-1-32 16,6 0 0-16,5 7 0 0,3-3 48 0,5 2 16 0,4-1 0 15,3 0 0-15,5 0 176 0,2 1-128 0,5 1 128 0,1 0-128 16,5 5 128-16,4 1 0 0,2 5 0 0,1 4 0 16,2 2 0-16,0 7 0 0,0 6 0 0,0 1 128 15,-1 0-128-15,0 5 0 0,-3-1 0 0,-3 5 0 16,-2-1 0-16,-5 1 0 0,-1 2-144 0,-4-4 144 16,-2 2 0-16,-1-2-144 0,-3-1 144 0,-1-1 0 0,-3-4-320 15,-1 0 64-15,-3-2 0 0,-1-1 0 16,-2-2-1472-16,0-1-272 0,-2-10-64 15,0 7-11696-15,0-7-2320 0</inkml:trace>
  <inkml:trace contextRef="#ctx0" brushRef="#br0" timeOffset="58270.92">28130 6647 28559 0,'0'0'1264'0,"0"0"272"0,2-5-1232 0,-2 5-304 0,2-5 0 0,-2 5 0 16,0 0 3824-16,0 0 704 0,0 0 144 0,3 7 16 16,-2 2-2288-16,0 3-464 0,1 1-80 0,-4 2-32 15,1 3-848-15,0 0-160 0,0 2-48 0,-1-2 0 16,1 0-528-16,0-2-112 0,-1 1-128 0,1-2 176 0,0 0-176 16,1-4-144-16,0 0 144 0,0-2-208 15,1 0-1488-15,-1-9-288 0,0 0-64 0,0 0-12944 16,0 0-2592-16</inkml:trace>
  <inkml:trace contextRef="#ctx0" brushRef="#br0" timeOffset="58478.83">28512 6283 43311 0,'0'0'3840'0,"0"0"-3072"16,-1-8-608-16,1 8-160 0,0 0 2272 0,3-6 416 15,1 2 96-15,1-3 16 0,0 2-2032 0,3 3-416 16,2-1-80-16,2 0-16 0,2 2 0 0,2 1 0 16,1 1 0-16,0 2 0 0,0-3-416 0,1 1-96 15,-1 1 0-15,1 0-16 16,2 3-1840-16,1-2-352 0,-3 1-80 0,-2-3-19008 0</inkml:trace>
  <inkml:trace contextRef="#ctx0" brushRef="#br0" timeOffset="58652.43">28580 6451 35007 0,'0'0'3120'0,"-5"-1"-2496"0,-3-2-496 0,2 2-128 16,-1 0 3200-16,7 1 608 0,0 0 128 0,0 0 32 15,0 0-2816-15,0 0-544 0,0 0-112 0,8-5-32 16,2 2-16-16,5-2 0 0,0 1 0 0,4 0 0 16,0-1-608-16,5-2-128 0,2 1-32 0,1 1 0 15,3-1-1248 1,1 0-256-16,3-1-48 0,3-1-12240 0,2-1-2448 0</inkml:trace>
  <inkml:trace contextRef="#ctx0" brushRef="#br0" timeOffset="59044.49">29798 5938 40767 0,'9'-17'1808'0,"-5"9"368"0,-2-1-1728 15,2-2-448-15,2 0 0 0,-1-1 0 0,-1-1 1024 0,0 0 128 16,-2 0 32-16,-2 0 0 0,-2-3 32 0,-1 3 16 15,0 1 0-15,-1 3 0 0,1 1-640 0,-3 3-128 16,0 1-16-16,-2 0-16 0,-2 2-240 0,-2 0-32 0,-1 2-16 0,-2 3 0 16,0 2-144-16,-2 2 160 15,-3 1-160-15,2 3 160 0,0 2-160 0,0 4 160 16,-1 0-160-16,2 4 160 0,2 1-32 0,0-1-128 16,1 8 192-16,2-2-64 0,3 5 128 0,3 1 0 0,0 4 16 0,5 1 0 15,2 0 0-15,2 3 0 16,2 2 0-16,2 2 0 0,2-1-80 0,1 2-32 15,2 0 0-15,0 1 0 0,1 0-160 0,0 2 128 0,0 0-128 16,0-2 128-16,-3 0-128 0,-1-1 0 0,-1-3 0 0,0 0 128 16,-4-3-128-16,-1-1 0 0,-3-1 0 15,0-3 0-15,0-5 0 0,-2 0 0 0,-2-6 0 0,-1-1 0 16,0-2 0-16,0-3 0 0,-2-1 0 0,1-4 0 16,-2-2 0-16,0-1 0 0,0-3 0 0,0-1 0 15,1 1-160-15,-1-2 160 0,1-3-208 0,1 1 80 16,-1-4-176-16,1-2-16 0,1-1-16 0,1-2 0 15,4 6-1888-15,-4-7-368 0,1 1-80 16</inkml:trace>
  <inkml:trace contextRef="#ctx0" brushRef="#br0" timeOffset="59294.59">29379 6517 17503 0,'0'0'768'0,"0"0"176"0,0 0-752 0,0 0-192 0,0 0 0 0,0 0 0 15,0 0 8016-15,5-6 1584 16,2 1 304-16,1 3 64 0,1-5-7088 0,3 3-1424 0,2 0-288 0,4 0-48 16,3 0-736-16,3 0-128 15,2 2-48-15,1-2 0 0,2 0-208 0,2 0 0 16,0 2 0-16,2-1 0 15,0-1-832-15,0 0-128 0,1 1 0 0,1 0-23872 0</inkml:trace>
  <inkml:trace contextRef="#ctx0" brushRef="#br0" timeOffset="59786.16">30525 5832 22111 0,'0'0'1968'0,"3"-8"-1584"15,-3-1-384-15,0 1 0 0,-3 2 3776 0,2-3 688 16,-2 2 128-16,-1 2 16 0,1 1-2624 0,-4 3-544 0,-3 1-96 0,-2 2-32 15,-3 5 480-15,0 3 112 0,-2 3 16 0,0 4 0 16,-3 5-832-16,0 7-176 0,-5 6-16 0,3 4-16 16,-1 2-144-16,3 2-32 0,-1 3 0 0,1 4 0 15,3 3-352-15,3 0-80 0,3 2-16 0,5-1 0 16,2 0-256-16,4-2 0 0,4-2 0 0,2-2 0 16,6 1 0-16,0-3 0 0,2-3-128 0,3-3 128 15,3-6-736 1,1-4-48-16,1-2-16 0,0-6 0 0,1-4-1120 0,2-4-240 0,0-4-32 0,1-4-19536 15</inkml:trace>
  <inkml:trace contextRef="#ctx0" brushRef="#br0" timeOffset="60034.52">30886 5908 23039 0,'0'0'1024'0,"-5"-8"192"0,-1-1-960 0,-1 1-256 15,1 1 0-15,-1 5 0 0,7 2 5120 0,0 0 960 16,-5 2 208-16,-2 4 48 0,1 1-3616 0,2 4-720 16,1 2-144-16,1 4-16 0,0 6-928 0,2 1-176 0,2 3-32 15,-1 3-16-15,2 3-464 0,3 2-96 16,1 0 0-16,-1 3-128 0,1 2 0 0,1 3 0 0,-2 0 0 0,2-3 0 16,2-3 0-16,-1 0 0 15,-2-3 0-15,-1 0 0 16,1-3-864-16,-2-4-80 0,-2-3-16 0,-3-2 0 15,-2 0-1280-15,-1-5-256 0,-3-3-48 0</inkml:trace>
  <inkml:trace contextRef="#ctx0" brushRef="#br0" timeOffset="60512.85">30485 5888 11967 0,'9'-14'528'0,"-5"7"112"0,1-1-512 0,2 2-128 0,0-2 0 0,6 0 0 0,6 2 8288 0,2-1 1632 16,2 1 320-16,3 2 64 0,0 0-7296 0,2 1-1440 16,2 3-288-16,2 0-64 0,2 0-576 0,1 0-128 15,2 3 0-15,1 3-16 0,1 1-352 0,0 2-144 16,-1 3 128-16,-1 1-128 0,1 1 0 0,-3 6 0 16,-3 2 0-16,-4 4 0 0,-2 3 0 0,-3 1 0 15,-5 0 0-15,-4 2 0 0,-3 6-176 0,-4-1 176 16,-7-2-128-16,-3 1 128 0,-5-1 0 0,-4 2 0 15,-4-3 0-15,-5-2-128 0,-5-7 128 0,-2 0 0 16,-4-2 0-16,-1-3 128 0,-4 0-128 0,-1-2 0 16,-1-4 128-16,3-3-128 0,-2-4 0 0,0-1 144 15,-1-4-144-15,0 0 0 0,0-1 128 0,1-2-128 16,0-3 0-16,4-4 0 0,4-3 128 0,4 0-128 16,4-4 0-16,4 0 0 0,2-1 0 0,6-2 0 0,3 1 0 15,4-1-144-15,5-2 144 0,3 2-128 16,3 2 128-16,4 0-128 0,3-2 128 0,3 4 0 0,3 3 0 0,0 1 0 15,-1 4 0-15,1 2 176 16,1 2-48-16,-1 1 0 0,-1 1 128 0,0 3 32 0,-2 2 0 16,-1 4 0-16,-2-1-112 0,-1 4-32 0,-1 2 0 0,-1 1 0 15,-2 1-144-15,-1 1 0 0,0 0 0 0,0 1 0 16,-1-1 0-16,1 1 0 0,-1 2-192 16,1-4 192-1,0-2-1680-15,3-2-224 0,0-2-32 0,2-1-13744 0,3 0-2736 0</inkml:trace>
  <inkml:trace contextRef="#ctx0" brushRef="#br0" timeOffset="60829.9">31161 6553 48319 0,'0'0'2144'0,"0"0"432"0,0 0-2064 0,0 0-512 15,0 0 0-15,0 0 0 0,0 0 1056 0,0 0 96 16,11 0 32-16,-1 0 0 0,2 0-224 0,2 1-32 15,5 1-16-15,-1 0 0 0,1 0-608 0,0 0-128 16,-1 1-32-16,-1 1 0 0,-1 1-144 0,-2 1 0 16,-1 1 0-16,-3-1 0 0,-2 0 0 0,-3 0 0 15,-2 3 0-15,-3 3 0 0,-4-1 128 0,-2 2-128 16,-4 1 128-16,-1 0-128 0,-1 1 224 0,-4 3-32 0,-2-3-16 0,0 1 0 16,0-3 0-16,2 0 0 15,2 0 0-15,2-1 0 0,3 1-176 0,1-3 0 16,1 0 144-16,3-1-144 0,2-3 0 0,2-6 0 15,0 0 0-15,5 5 0 0,2-2 0 0,3 0-240 16,3-3 64-16,3-4 16 16,2-2-928-16,3 0-176 0,1-2-32 0,1-1-16 15,2-1-2560-15,0-5-512 0</inkml:trace>
  <inkml:trace contextRef="#ctx0" brushRef="#br0" timeOffset="61112.68">31862 6590 29487 0,'0'0'2624'0,"0"0"-2112"16,0 0-512-16,-4 7 0 0,1 5 5312 0,-1 1 944 15,-1 0 192-15,1 0 32 0,0 2-4352 0,0-4-864 16,2 4-176-16,-2 2-48 0,0 0-656 0,0 0-128 16,1-1-16-16,1 0-16 0,-2-3-224 0,1 0 0 15,0 0-144-15,1-1 144 16,1 0-1456-16,-1-5-192 0,0 0-32 0,2-7-16 16,0 0-2656-16,0 0-544 0</inkml:trace>
  <inkml:trace contextRef="#ctx0" brushRef="#br0" timeOffset="61588.3">32371 5925 47391 0,'0'0'2112'0,"0"0"416"0,-6 5-2016 0,3 3-512 16,3 5 0-16,3 2 0 0,1 2 1120 0,1 4 128 16,0 3 32-16,2 3 0 0,0 0-320 0,3 3-64 15,-1 3-16-15,0 1 0 0,0 2-624 0,0-2-128 16,0-1-128-16,-1-1 176 0,-1-4-176 0,-4-1 0 15,1-2 0-15,-1-4 0 0,-2-3-320 0,-1-2 0 16,-2-1 0-16,-2-3 0 16,-1-1-1280-16,-1-4-240 0,0-1-48 0,-2-2-16 15,-2-3-1872-15,-1-2-368 0,-1-9-80 0</inkml:trace>
  <inkml:trace contextRef="#ctx0" brushRef="#br0" timeOffset="62029">31854 5755 38927 0,'2'-13'1728'16,"-2"13"352"-16,4-5-1664 0,3-2-416 0,2 1 0 0,1-2 0 0,1 0 1552 0,2 0 240 15,2 2 32-15,6 1 16 0,3 1-144 16,-2 4-32-16,3 0 0 0,2 1 0 0,4 0-864 0,2 3-176 16,1-1-48-16,1 2 0 0,0 2-112 0,10 3-16 15,-4 4-16-15,-2 1 0 0,-3-1-176 0,-2 2-16 16,-1 1-16-16,-1 1 0 0,-4 3-96 0,-4-6-128 15,-3 6 176-15,-3-1-176 0,-4 3 0 0,-2 2 0 16,-4 0 0-16,-4 1 0 0,-6 0 0 0,-4 8 0 16,-3-1 0-16,-6-5 0 0,-3-2 0 0,-3-1 0 15,-1-3 0-15,5-6 0 0,-2-1 0 0,-2 0 160 16,-1-3-160-16,-2-2 128 0,1-3-128 0,-2-2 128 16,-2 0-128-16,-2-4 128 0,0-1-128 0,-1-1 0 15,-1-2 144-15,0 1-144 0,-7-7 0 0,3-2 0 0,3-1 0 16,5 1 0-16,5 0 0 0,6 3-160 15,2-2 160-15,2 0-208 0,4-1 208 0,3-1-176 16,2 1 176-16,3 0-160 0,4 3 160 0,5 2 0 0,5-1-144 0,2 2 144 16,4 0 0-16,2 2 0 0,2 3-144 0,-3 0 144 15,-2 3 0-15,2 1 0 0,1 2-128 0,2-2 128 16,0 0 0-16,1 4 0 0,0 0 0 16,5 1 0-16,-1-2 0 0,-2 0-128 0,-2 1 128 0,-2 1 0 31,-1 0-1744-31,0 2-240 0,1 1-64 0,-2 2-13184 0,-1-4-2656 0</inkml:trace>
  <inkml:trace contextRef="#ctx0" brushRef="#br0" timeOffset="62340.14">32708 6421 18431 0,'0'0'1632'0,"0"0"-1312"16,0 0-320-16,0 0 0 0,9 3 5008 0,-1 0 944 15,-1-2 176-15,0 2 32 0,-7-3-2608 0,10 0-528 16,2 1-96-16,0-1-32 0,0 0-1360 0,1 1-256 15,0 3-64-15,0-4-16 0,-2 1-592 0,1 1-112 16,-3-1-32-16,0 0 0 0,-2 2-160 0,-7-3-48 16,0 0 0-16,0 0 0 0,0 8-64 0,-5 1-32 15,-3 0 0-15,-1 1 0 0,-2 3-32 0,-2 0-128 16,-4 0 192-16,2 1-64 0,2-4-128 0,-2 2 0 0,2-2 0 16,0 1 0-16,3-1 0 0,1 2 0 15,0-2 0-15,2 1 0 0,2-5 0 0,2 1 0 16,3-7 0-16,3 5 48 0,1 3-48 0,2-1 0 15,3-1 0-15,3-2 0 0,2-4 0 0,5 1 0 0,4-2 0 0,3-5 0 32,2 1-480-32,-1-1-32 0,0-2-16 0,1-3 0 15,-1-3-1200-15,2-4-224 0,0-3-48 0</inkml:trace>
  <inkml:trace contextRef="#ctx0" brushRef="#br0" timeOffset="62650.41">33011 5607 3679 0,'0'0'320'0,"0"0"-320"0,-5-2 0 0,5 2 0 0,-6 9 10704 0,3 1 2080 0,4-1 400 0,3 1 96 16,4 3-10112-16,3 3-2016 0,2-2-416 0,1 0-80 0,4 3 112 0,6 3 0 15,2 2 16-15,1 3 0 0,0 2-336 0,2 2-80 16,0 2-16-16,7 10 0 0,1 0-144 0,-5 0-16 15,-3-2-16-15,-1 1 0 0,-4 2-176 0,-2 5 0 16,-3 5 144-16,-4 2-144 0,0 0 0 0,-4-2 0 16,-3-2 0-16,-3-3 128 0,-2-3-128 0,-2-2 0 15,-2-6 0-15,-4 0 128 0,-3-2-128 0,0-2 0 16,0 2 0-16,-1-4 96 0,-2-1-96 0,-3-2 0 16,-1-3 0-16,-2-2 0 0,-3-3 0 0,-1 0 0 0,1-4-160 15,-1-2 160 1,0-2-1216-16,1-4-144 0,1-1-48 0</inkml:trace>
  <inkml:trace contextRef="#ctx0" brushRef="#br0" timeOffset="63725.53">30405 7193 24879 0,'0'0'2208'0,"0"0"-1760"0,0 0-448 0,0 0 0 15,0 0 5040-15,9 7 912 0,-2-3 192 0,-1 5 48 16,1 0-4496-16,-2 5-896 0,0 3-176 0,2 4-48 16,-2 1 736-16,2 2 144 0,-1 0 16 0,1 4 16 0,-1-2-768 0,1 0-144 15,1 1-48-15,-2-3 0 0,1-2-224 0,-1-1-48 16,1-4-16-16,-2 0 0 0,0-2-112 0,2 1 0 15,-5-2-128-15,2-3 192 0,0-3-192 0,0-2 144 16,-4-6-144-16,4 5 128 0,-4-5-128 0,4 7 0 16,1-3 144-16,0-2-144 0,-5-2 0 0,9-4 128 15,0 2-128-15,2-3 0 0,2-1 0 0,0-1 0 16,3-3 0-16,2 1 0 0,1 0 0 0,4 0 0 16,1-1 0-16,4 2 0 0,2-3 0 0,4 4 0 15,2-1 0-15,6 1 0 0,5 1 0 0,5 2 0 16,4-3 0-16,4 3-128 0,2-1 128 15,5 0 0-15,3-2 0 0,-8 5 0 0,8 2 0 0,3-3 0 16,3 2 0-16,5 0 0 0,6-1 0 0,3 2 0 16,-2 0 0-16,21 0 0 0,-10 0 0 0,-4 2-192 0,-4-1 192 0,-7 0-192 15,-10 2 64-15,-9-6 0 16,-8 3 0-16,-2 0 0 0,-1 0 128 0,-5 3-208 0,-2-3 80 16,-5 0 128-16,-3-3-192 0,-5 6 192 0,-4-3-160 15,-4 1 160-15,-4 0 0 0,-1-1 0 0,-4 2 0 16,-5 0 0-16,-1 1 0 0,0 0 0 15,1-1 0-15,-3 1 160 0,0-2-160 0,-1 0 128 0,-2 1-128 16,2-1 128-16,-2 2-128 0,-6-3 160 0,0 0-160 0,0 0 160 16,0 0-32-16,0 0-128 0,0 0 192 0,0 0-64 15,0 0 16-15,0 0 0 0,0 0 0 0,0 0 0 16,0 0-144-16,0 0 192 0,0 0-192 0,-5-7 192 16,0-1-192-16,-1 0 0 0,0 1 0 0,0-1 128 0,-1-1-128 15,2-2 0-15,-1 1 0 0,-4-7 128 0,1 1-128 16,0-1 0-16,0 0 0 0,0-1 0 0,1 0 0 15,0 0 0-15,0-2 0 0,1 2 128 0,0-2-128 0,-1 3 0 16,2-1 0-16,-1 2 0 0,1 3 0 0,1 3-144 16,-1 2 144-16,2 2 0 15,0-1-592-15,4 7-16 0,0 0 0 0,0 0 0 16,0 0-2176-16,8 3-432 0</inkml:trace>
  <inkml:trace contextRef="#ctx0" brushRef="#br0" timeOffset="72765.21">5268 9125 27647 0,'-8'0'2448'0,"-1"0"-1952"16,2 0-496-16,0 0 0 0,7 0 4128 0,0 0 736 15,0 0 128-15,0 0 48 0,0 0-3792 0,0 0-752 0,0 0-160 0,0 0-16 16,14-4 448-16,6 0 112 15,5 1 16-15,-1-1 0 0,4-2-352 0,-10 4-64 0,4-5-16 0,4 1 0 16,4-1-128-16,4-2-16 16,3 1-16-16,3 2 0 0,3-3-112 0,13-2-32 15,0 1 0-15,-1 1 0 0,0 2-160 0,-3 3 0 16,-3-2 0-16,1 1 0 0,-3 1-176 0,-3 0-64 0,-2 1-16 0,-3 1 0 31,-1 0-1264-31,-3 1-256 0,-1 0-48 0,-3 1-16 16,-3-2-1296-16,-2 2-256 0,-3-2-48 0</inkml:trace>
  <inkml:trace contextRef="#ctx0" brushRef="#br0" timeOffset="73062.59">6327 8876 40079 0,'0'0'1776'16,"0"0"368"-16,0 0-1712 0,0 0-432 0,0 0 0 0,0 0 0 0,0 0 320 0,0 0 0 15,0 0-16-15,0 8 0 0,0-8 832 0,0 0 160 16,0 0 48-16,6 9 0 0,4 0-512 0,-1-1-112 15,0-1-16-15,1 1 0 0,2-1-320 0,1 1-80 16,1 0-16-16,2 0 0 0,0 0-128 0,-1-2-32 16,1-2 0-16,1 1 0 0,-1 2-128 0,0-1 0 15,1 0 0-15,-1 1 0 0,-2 0 0 0,-1-2-144 16,1 0 144-16,-3 1 0 0,-3 0 0 0,-3 1-128 16,-1-1 128-16,-4-6 0 0,-1 8 0 0,-2 0 0 15,-3-2 128-15,-3 2-128 0,0 0 256 0,-5 2-32 16,-2-2-16-16,-3 1 0 0,-3 2-208 0,-3-1 0 0,-2-1 0 15,-2 0 0 1,-2 2-960-16,2-3-304 0,3 1-48 0,4 0-19936 0</inkml:trace>
  <inkml:trace contextRef="#ctx0" brushRef="#br0" timeOffset="73528.33">7079 8979 35007 0,'0'0'3120'0,"0"0"-2496"16,0 0-496-16,0 0-128 0,0 0 2624 0,0 0 512 15,0 13 112-15,0 2 16 0,1 4-1936 0,2 5-384 16,0 3-80-16,1 4-16 0,0 3 240 0,1 0 32 16,1-1 16-16,2 1 0 0,1 1-608 0,0-4-112 15,-2 2-32-15,-1-3 0 0,2-2-256 0,-1-2-128 16,-1-2 128-16,2-3-128 0,-4-4 0 0,0-2 0 16,0-2 0-16,0-3-176 15,0-1-960-15,-4-9-192 0,0 0-32 0,0 0-16 16,0 0-1376-16,0 0-256 0,-8-11-64 0,1 0-16192 0</inkml:trace>
  <inkml:trace contextRef="#ctx0" brushRef="#br0" timeOffset="73787.24">6946 8979 28559 0,'0'0'1264'16,"0"0"272"-16,0 0-1232 0,0 0-304 0,0 0 0 0,0 0 0 0,0 0 4160 0,0 0 768 15,0 0 144-15,0 0 48 0,16 0-3536 0,1-2-704 16,4 2-144-16,0-2-32 0,-1 0-128 0,4-1-16 15,1 1-16-15,2 0 0 0,2-2-384 0,-10 3-160 16,2 0 128-16,1 1-128 0,0 1 0 0,1 2 0 16,-3 2 0-16,1 0 0 0,-1 0 0 0,-2 2-176 15,-2 1 176-15,3 5-192 0,-6 0 64 0,-5 1 0 16,-5 0 0-16,-6 3 0 0,-2 2 128 0,-4 0 0 16,-3 1 0-16,0-7 0 0,-1 0 0 0,-2 1 0 15,-4 0 0-15,-7 7-128 0,3-6-192 0,-1-1-48 16,1 0 0-16,3-6 0 15,5-3-2128-15,2-2-416 0,2 1-96 0</inkml:trace>
  <inkml:trace contextRef="#ctx0" brushRef="#br0" timeOffset="74118.86">7439 8982 41807 0,'0'0'1856'0,"0"0"384"0,0 0-1792 15,0 0-448-15,4 6 0 0,1 4 0 0,0 1 1008 0,-1 2 112 0,-1 2 32 0,-2 0 0 16,-1 1 320-16,-1 2 64 0,1 0 0 0,1 1 16 15,2-4-768-15,1 0-144 0,0-2-48 0,1-2 0 16,1 0-432-16,2-1-160 0,0-3 0 0,0-1 144 16,0-2-144-16,1 0 0 0,0-1 0 0,1-3 0 15,1-4-304-15,0-1 64 0,0-2 16 0,-2-1 0 16,0-1-112-16,0-1-32 0,-1-3 0 0,0-2 0 16,-2 0 32-16,1-1 0 0,-1-1 0 0,0 0 0 0,-2 0 80 15,-2 2 0-15,0 0 16 0,0-2 0 0,-1 6 240 16,-1 11 0-16,0 0-160 0,0 0 160 0,0 0 0 0,0 0 0 15,0 0 192-15,0 0-64 0,0 11 144 0,2 1 32 16,-1 2 0-16,2 2 0 0,1 2-64 0,1-2-16 16,0 2 0-16,2-1 0 0,0-3-224 0,2 1 0 15,3-2 128-15,1-3-128 16,0-2-896-16,0-1-208 0,0-2-48 0,0-4-16 16,2-1-2160-16,0-1-448 0,-2-2-64 0</inkml:trace>
  <inkml:trace contextRef="#ctx0" brushRef="#br0" timeOffset="74373.16">7898 8925 4607 0,'0'0'400'0,"-1"7"-400"15,-1 1 0-15,1 3 0 0,1 4 8512 0,1-2 1632 16,1 3 320-16,0 1 64 0,2 1-7200 0,0 2-1424 16,0-1-304-16,1 1-48 0,0-1-208 0,1 0-32 15,-1-2-16-15,1-2 0 0,2-2-800 0,0-1-176 0,0-2-16 0,-2 1-16 16,0-5-96-16,-6-6-32 0,0 0 0 0,0 0 0 15,0 0 0-15,0 0 0 0,0 0 0 0,6-5 0 16,-1-1-32-16,-1-1-128 0,-1-1 192 0,-2-1-64 16,0-3-128-16,1-1 0 0,-2 0 0 0,0-2 128 15,0-2-128-15,1 0-192 0,2-5 32 0,1 1 16 16,1 1-1200 0,1 1-256-16,1-2-32 0,1 1-16 0,-1 2-2176 0,1 2-432 0</inkml:trace>
  <inkml:trace contextRef="#ctx0" brushRef="#br0" timeOffset="74651.38">8146 9142 28559 0,'0'0'2544'0,"0"0"-2032"16,2 9-512-16,2 2 0 0,3-5 3600 0,-1 1 624 15,2-3 128-15,0 0 32 0,0-3-2464 0,1-1-512 16,0-3-80-16,1-2-32 0,1-3-208 0,2-1-64 16,1-3 0-16,2-2 0 0,-1-2-736 0,1 1-160 15,-2-5-128-15,2-1 192 0,0-1-192 0,-2-1-144 16,-1-2 144-16,-1 0-208 15,-2-1-192-15,-1 1-48 0,-2 3 0 0,-2 3 0 16,-4-1 32-16,-1 6 0 0,-1 3 0 0,-3 5 0 0,-2 3 416 0,-3 3 0 16,-2 3 0-16,-2 6 0 0,-1 5 464 0,-1 5 32 15,4 3 0-15,-2-1 0 0,-2 2 80 0,2 1 0 16,0 0 16-16,3 2 0 0,2 0-96 0,1-1-32 16,4 1 0-16,1-4 0 0,5-1-288 0,3-1-176 15,5-3 192-15,4-2-192 16,6-3-1296-16,5-3-368 0,6-6-80 0</inkml:trace>
  <inkml:trace contextRef="#ctx0" brushRef="#br0" timeOffset="75156.55">9305 8831 30399 0,'0'0'2704'0,"0"0"-2160"15,0 0-544-15,-4-4 0 0,1-3 3696 0,3 7 624 16,0 0 128-16,0 0 32 0,-1-6-2528 0,-3-1-496 15,-1 1-112-15,-2 2 0 0,-1 1-304 0,1 2-48 16,-3 1-16-16,-1 1 0 0,-2 3-528 0,-3 1-128 16,-1 2 0-16,0-1-16 0,-1 1-304 0,0 1 160 0,-1-1-160 0,2 3 128 15,0-1-128-15,2-1 0 16,0 1 0-16,4 0 128 0,2-1-128 0,2 1 192 16,3-1-192-16,3-1 192 0,2 0-192 0,3 1-176 15,1 0 48-15,4-1 0 0,6 0 128 0,2 1 0 16,1 0 0-16,3-2 0 0,1-1 0 0,0 1 0 0,2-3 0 15,0 3 0-15,1-1 0 0,0 1 0 0,-2 0 0 16,0-1-128-16,-4 1 128 0,-2 0 0 0,-1 0 0 0,-2 2 0 16,-1 0 0-16,-3 1-128 0,-2-1 128 0,-1 1-128 15,-6-1 128-15,-2 1-128 0,-4 0 128 0,-3-1-128 16,-4-1 128-16,-2 1 0 0,-6-1 0 0,1-1 0 16,-2 1 0-16,-3-1 0 0,0 0 0 0,-4-4 0 15,-1-2-752-15,1-1-112 0,-1 0-32 16,4-3 0-16,3-3-1376 0,4 1-288 15,2-1-48-15</inkml:trace>
  <inkml:trace contextRef="#ctx0" brushRef="#br0" timeOffset="75500.46">9516 8876 29487 0,'0'0'1296'0,"6"7"288"0,-6-7-1264 0,7 10-320 16,-1 3 0-16,2 2 0 0,-1 0 4096 0,-1 2 752 15,-2 0 144-15,-1 0 48 0,-1 1-2544 0,1 1-512 16,0 0-112-16,0-2-16 0,3-1-1072 0,-1-1-208 15,-1-2-64-15,0 2 0 0,2-2-384 0,1-4-128 16,-1-1 0-16,2-3 0 0,0-2 0 0,1-2 0 16,2-2-208-16,-1-2 80 15,0-2-240-15,3-3-32 0,-1 0-16 0,0-4 0 16,-2-2-176-16,2-3-48 0,-3-1 0 0,0 0 0 16,-1-1-64-16,-1 0 0 0,-3-3-16 0,1-2 0 15,0-1 64-15,-1 2 16 0,-3 1 0 0,0 2 0 0,-1 1 288 0,-1 2 64 16,-1 2 16-16,0 2 0 0,0 5 400 0,-2 5 64 15,4 3 32-15,0 0 0 0,-5 3 224 0,-1 3 32 0,1 0 16 16,1 5 0-16,0 2-192 0,2 2-48 16,0 2 0-16,1 2 0 0,1-3-96 0,3 3-32 0,2-4 0 15,1 2 0-15,1 0-128 0,2-1 0 0,1 0 0 16,4-2 0 0,-1-2-1344-16,2-2-160 0,2-3-32 0,0-2 0 15,1-1-1984-15,1 0-384 0,-2-4-96 0</inkml:trace>
  <inkml:trace contextRef="#ctx0" brushRef="#br0" timeOffset="75933.5">10032 8485 23951 0,'0'0'1056'0,"0"0"224"0,0 0-1024 0,0 0-256 16,0 0 0-16,0 0 0 0,0 0 5184 0,0 11 960 16,1 2 208-16,2 2 48 0,0 6-4064 0,-1 3-800 15,1 3-176-15,-1 2-16 0,2 1-448 0,2 1-64 16,-1 2-32-16,1-2 0 0,0-1-400 0,0-2-80 15,2 0 0-15,0 1-16 0,1-1-176 0,0-4-128 16,-1-1 144-16,0-3-144 0,-2-1 0 0,-1-3 0 16,1-2 0-16,-1-3 0 0,-1-2 0 0,0-1 0 15,-4-8 0-15,0 0 0 0,0 0 0 0,0 0 0 16,0 0 0-16,0 0 0 0,0 0-256 0,0 0 64 16,-2-8 16-16,1-1 0 0,1-2 0 0,0 0 0 15,0-2 0-15,1 1 0 0,2-5 0 0,1 4 0 16,1-4 0-16,2 2 0 0,0 0 176 0,1 1-192 15,1 0 192-15,0 3-192 0,2 0 192 0,1 2 0 0,-1 1 0 0,1 3-128 16,0 1 128-16,1-2 0 16,0 3 160-16,-1 2-160 0,-1 1 192 0,1 1-48 0,-2 2-16 0,1 3 0 15,-2 1-128-15,0 1 160 0,-2 3-160 0,-2 2 160 16,-1 3-160-16,-2-2 0 0,-2 3 0 0,-1-1 0 16,-3 2 0-16,-2-1 0 0,-2 1 0 0,-1-1 0 15,-3 0 0-15,-1-2 0 0,-3 0 0 0,1-2 0 16,-1 0-144-16,0 0-16 0,1-2 0 0,-1-3 0 15,-1-1-1376-15,0-1-256 16,4-4-64-16,3-2-12992 0,1 0-2576 0</inkml:trace>
  <inkml:trace contextRef="#ctx0" brushRef="#br0" timeOffset="76285.57">10771 8682 28559 0,'0'0'1264'0,"0"0"272"0,0 0-1232 0,-6 0-304 15,1 1 0-15,-1-1 0 0,0 3 3984 0,-3 2 752 16,-3-2 128-16,-1 2 48 0,-3 0-3312 0,-1 2-672 16,-1-1-128-16,1 2-32 0,0 1-240 0,2-1-48 15,-1 1-16-15,2 2 0 0,1-1-336 0,1 2-128 16,1-4 0-16,2 2 0 0,3-2 0 0,1 0 0 16,1 1 0-16,2-3 0 0,2 3 0 0,3-1 0 15,1 0 0-15,2 1 0 0,2-2 0 0,3-2 0 16,0 0 0-16,2 2 0 0,2-2 0 0,2 0 0 0,1 0 0 0,0 0 0 15,2 1 0-15,-1-1 0 0,1-1 0 0,-1 1 0 16,1 0 0-16,-2 2 0 16,-1 1 0-16,-1-3 0 0,-3 0 0 0,-3 0 0 0,-2 2 128 15,-1-1-128-15,-2 1 0 0,-3-1 144 0,-2 2-144 16,-2 1 128-16,-3-2 0 0,-5 1 0 0,-4 1 0 0,0-1 0 16,-2-1-128-16,-1 0 128 0,-2-1-128 0,-4 0 128 15,0-2-128-15,1-2-256 0,0 1 64 0,2-3 16 16,2-2-1824-16,1 1-368 0,1-1-80 15,3-2-11232-15,3-3-2240 0</inkml:trace>
  <inkml:trace contextRef="#ctx0" brushRef="#br0" timeOffset="76501.42">10953 8532 40367 0,'0'0'1792'0,"0"0"368"0,0 0-1728 0,6-5-432 15,-6 5 0-15,7-1 0 0,-7 1 1952 0,6 4 304 16,1 2 64-16,-3 3 16 0,-2 2-736 0,1 2-128 15,-1 2-48-15,1 4 0 0,0 0-848 0,-1 2-192 16,2 0-16-16,0 1-16 0,0 3-352 0,1-2 144 16,0 2-144-16,1 0 0 0,0-2 0 0,1 3 0 15,-1-2 0-15,1-2 0 16,-1-1-528-16,-1 0-112 0,1-3-32 0,-4-2 0 16,-1-1-1024-16,-1-3-208 0,-1-2-32 0,-1-2-16 15,-2-3-2288-15,4-5-464 0</inkml:trace>
  <inkml:trace contextRef="#ctx0" brushRef="#br0" timeOffset="76949.1">10838 8815 43887 0,'0'0'1936'0,"0"0"416"0,10 3-1888 0,5-1-464 0,2 0 0 0,3-2 0 15,3 0 848-15,1-2 80 0,2 2 16 0,3-2 0 16,1-1 272-16,3 2 64 0,1-3 16 0,1 1 0 15,1-1-656-15,1-1-128 0,-2 0-16 0,-1 0-16 0,-3-2-352 16,-2 1-128-16,-7 2 0 0,-1-3 0 0,-3 3 0 0,-5 2 0 16,-2 0 0-16,-11 2 0 0,0 0 0 0,0 0 0 15,0 0-160-15,-4 11 160 0,-4 6 0 0,-3-2 0 16,-3 4 0-16,0-2 0 0,-2 1 0 0,0 0 192 16,1-1-64-16,0 1 0 0,2-1 16 0,2-1 16 15,0-2 0-15,3-1 0 0,1-2-160 0,1-1 0 16,1-2 0-16,3 0 0 0,2-8 0 0,-2 6-192 15,2-6 64-15,0 0 128 16,0 0-448-16,9 0 16 0,2-5 16 0,1 0 0 16,2-2-16-16,2 0 0 0,-1-5 0 0,2-3 0 15,-1 0-48-15,1-2-16 0,-2-1 0 0,0-1 0 0,-2 1 128 0,-2-1 32 16,0 2 0-16,-3 2 0 0,0 3 336 0,-2 3 0 16,-1 2 0-16,-1 1 0 0,0 0 304 0,-4 6 80 15,0 0 0-15,0 0 16 0,0 0 256 0,5 9 48 16,1 1 16-16,-3 2 0 0,3 0-384 0,1 0-80 15,0 1 0-15,0 2-16 0,-1-4-240 0,1 2 0 16,0-3 0-16,1 1 0 16,0-2-1408-16,0 1-208 0,0-3-48 0,-1-1-12992 0,0-1-2608 15</inkml:trace>
  <inkml:trace contextRef="#ctx0" brushRef="#br0" timeOffset="77307.39">11654 8695 30399 0,'0'0'2704'0,"0"0"-2160"0,3 9-544 0,-1-1 0 0,2 2 4032 16,0 3 704-16,-1 2 144 0,-1 0 32 16,1 4-2544-16,1 2-496 0,-2-3-96 0,2 1-32 0,-1 2-704 0,1-4-144 15,0 0-16-15,0 0-16 0,1-1-576 0,0-6-112 16,0 1-32-16,0-1 0 0,-5-10-144 0,0 0 0 16,0 0 0-16,10 5 0 0,-10-5 0 0,7 3 0 15,1-4 0-15,0-3-176 0,-3-2 16 0,2-3 0 16,-1 3 0-16,1-6 0 0,-2 0-96 0,0-1-32 15,0-2 0-15,-1-1 0 16,2-2-96-16,-1-2-32 0,0-2 0 0,2 2 0 0,-1 2 32 16,3 0 0-16,2 0 0 0,-2 2 0 0,-1 3 128 0,-1 5 48 15,0-1 0-15,-2 5 0 0,-5 4 208 0,0 0 0 16,5 4 0-16,1 3 0 0,-3 2 256 0,1 0 64 0,0 3 0 0,1 3 0 16,-1 1-128-16,2 1-32 0,-1 0 0 15,1 0 0-15,0 0-160 0,1-2 0 0,1 4 0 0,0-2 0 16,-1-2 0-16,0 1 0 15,1 1 0-15,1-4 0 16,0-1-1376-16,2-1-160 0,-1-4-16 0,2-3-13552 0,0 0-2688 16</inkml:trace>
  <inkml:trace contextRef="#ctx0" brushRef="#br0" timeOffset="77705.63">12331 8625 27647 0,'0'0'1216'0,"0"0"256"0,0 0-1168 0,0 0-304 0,0 0 0 0,0 0 0 16,-3 9 4864-16,-1 3 896 0,-4 1 192 0,3 2 48 0,0 2-3712 16,0 3-752-16,-2-2-128 0,1 3-48 15,0 1-736-15,2 0-160 0,3-1-16 0,4 0-16 0,2 0-240 0,3-4-32 16,2 2-16-16,2-2 0 0,1-1-144 0,4-2 0 16,1 1 0-16,3-4 0 0,2-4 0 0,2-1 0 15,1-2 0-15,2-2 0 0,-2-4 0 0,0-2 0 16,0-1-128-16,-1-1 128 0,-1-2-176 0,0-1 48 15,-1-3 0-15,0-2 0 0,-5-3-32 0,0-2 0 16,-1-2 0-16,0-1 0 0,0-1 0 0,-3-2 0 16,-2-1 0-16,-2-1 0 0,0-3-176 0,-4 2-48 15,-2 3 0-15,-4 2 0 16,-5 3-192-16,-3 5-32 0,-4 3-16 0,-2 6 0 0,-3 4 432 0,-1 6 192 16,-1 1-192-16,1 6 192 0,1 3 560 0,-1 3 224 15,1 3 48-15,3-1 16 0,-1 5-208 0,4-3-32 16,1 2-16-16,4 0 0 0,2 2-192 0,3-1-32 15,3 0-16-15,4 1 0 0,-1-1-224 0,5-3-128 16,1 1 160-16,0-8-160 0,4 0-208 0,0 1-144 16,2-6-32-16,3 1 0 15,-1-2-1920-15,5-1-384 0</inkml:trace>
  <inkml:trace contextRef="#ctx0" brushRef="#br0" timeOffset="78206.81">13942 8377 27647 0,'0'0'2448'0,"-4"-8"-1952"16,-1 0-496-16,-2-1 0 0,-2 0 4800 0,1 0 848 16,1 2 176-16,-3 2 48 0,3 0-4496 0,-1 1-896 15,-1 4-176-15,0 0-48 0,-2 1 752 0,-1 6 144 16,-1 3 16-16,-1 9 16 0,-2 1-560 0,2 8-112 16,-3 4-32-16,-1 8 0 0,-3 5-80 0,1 3-16 0,1 1 0 0,1-2 0 15,2 0-64-15,4-1-32 16,3-1 0-16,4-4 0 0,4-1-288 0,3-4 0 0,5-3 0 15,3-3 0 1,4-3-528-16,3-1-176 0,4-4-16 0,1-6-16 0,3-2-800 16,3-6-144-16,0-3-48 0,5-2 0 0,1-4-2528 0,2-5-512 15,37-9-96-15,-18-2-32 0</inkml:trace>
  <inkml:trace contextRef="#ctx0" brushRef="#br0" timeOffset="78542.94">14338 8729 26719 0,'0'0'2368'0,"-4"-7"-1888"16,-1 2-480-16,-3 0 0 0,-1 0 4480 0,-1 4 816 15,-2 1 144-15,-1 2 48 0,-3 3-2848 0,-1 3-560 16,-1 1-112-16,0 3-32 0,0 4-896 0,-1 1-176 16,2 2-32-16,2 1-16 0,-1-3-432 0,3 0-64 15,4-2-32-15,1 2 0 0,3-1-288 0,2-2 0 16,2-1 0-16,2 0 0 0,3-4 0 0,3-1-256 16,1-1 64-16,2-1 0 15,3-4-288-15,0 0-48 0,-1-3-16 0,1-2 0 16,1-1-32-16,1-1-16 0,-2-3 0 0,0 2 0 15,0-6 112-15,-2 0 32 0,1-1 0 0,-1-2 0 0,-4-2 64 0,3 0 32 0,-3-2 0 16,0 3 0-16,-2 1 160 0,0-2 48 16,1 2 0-16,-4 4 0 0,2 1 144 0,-1 3 0 15,-2 2 0-15,-1 5 0 0,0 0 240 0,0 0 80 16,0 0 0-16,1 10 16 0,1 2 112 0,-1 3 32 16,1 0 0-16,1 1 0 0,0-2-240 0,2 2-48 15,1 1-16-15,2-3 0 0,0 2-176 0,2-2-192 0,2-2 32 16,0 0 16-1,1-1-1712-15,0-2-320 0,0-2-80 0,0-3-11888 0,-1-2-2368 0</inkml:trace>
  <inkml:trace contextRef="#ctx0" brushRef="#br0" timeOffset="79249.35">14581 8429 25791 0,'0'0'2304'0,"0"0"-1856"0,-5 1-448 0,5-1 0 0,-6 6 5360 0,2-1 976 15,1 3 192-15,0 3 32 0,-1 4-4432 0,1 2-880 16,1 4-176-16,0 5-48 0,2 1 32 0,2 3 0 16,0-1 0-16,1 1 0 0,1-4-640 0,0 4-128 15,1-3-32-15,3 0 0 0,1 0-256 0,0-3 0 16,0 0 128-16,2-3-128 0,-1 0 0 0,-1-3 0 16,0-7 0-16,0 1 0 0,1-4-176 0,-1 0 16 15,-1-4 0-15,-2-2 0 0,-6-2-112 0,8 0-32 16,-2-2 0-16,0-3 0 0,-1-3 32 0,0-3 0 15,-1-2 0-15,0 0 0 0,0-2 64 0,0-2 16 16,0-2 0-16,0-1 0 0,-2-3 192 0,3 1-144 16,1-5 144-16,-1 2-128 0,0 2 128 0,0 0 0 15,0 1 0-15,1 4 0 0,-4 1 0 0,2 4 0 16,0 0 0-16,-1 5 0 0,-1 3 224 0,-2 5 32 16,0 0 0-16,0 0 0 0,3 13 80 0,1 0 32 15,0 3 0-15,0 2 0 0,-2 1-128 0,2 0-32 16,0 0 0-16,1 1 0 0,0 1-80 0,2-2 0 0,0 1-128 0,-2-2 192 15,4-1-192-15,0-1 0 0,0-3 0 0,2 0 0 16,-1-4 0-16,0 1 0 0,2-3 0 0,0-3 0 16,1-3 0-16,0-1 0 15,-1-1 0-15,-1-3 0 0,0-3-192 0,-1 1 64 0,1-5 128 0,-1 2-208 0,-1-5 48 16,-1 0 16-16,-1-1 0 0,-1-3 0 16,-1 1 144-16,1 0-208 0,-1-1 80 0,-1 0 128 0,-2-1-176 15,1 2 176-15,-2 2-128 0,-1 2 128 0,0 1 0 16,0 4 0-16,-1 2 0 0,1 6-128 0,0 0 128 0,0 0 0 15,0 0 160-15,0 0-160 0,0 0 176 0,-4 9-176 16,0 1 192-16,3 3-192 0,-1 3 192 0,2 1-192 16,0 0 192-16,3-2-192 0,1 0 160 0,2 0-160 15,2 0 128-15,1 0-128 0,3 0 0 0,3-1 0 16,-1-2 0-16,3-1 0 0,0-3 0 0,1-1 0 16,2-3 0-16,-2 0 0 0,1-2 0 0,0-2 0 15,-2 0 0-15,-2-2 0 0,0-2 0 0,-2-3-144 16,-2-2 144-16,0 0 0 0,-2 0-128 0,-1 0 128 15,-2-4 0-15,-1 0 0 0,-1-2 0 0,-1-2 0 16,-2-2 0-16,-1-1 0 0,-1-2 0 0,-2 0 0 16,1-2-128-16,-1 1 128 0,-1 1-192 0,-1 2 0 15,-2 1 16-15,1 0 0 16,-2 3-688-16,0 0-144 0,-1 2-16 0,0 0-16 16,-1 4-1072-16,1 1-192 0,1 1-64 0,1 3-11712 0,2 1-2336 15</inkml:trace>
  <inkml:trace contextRef="#ctx0" brushRef="#br0" timeOffset="80541.27">15736 8644 13823 0,'0'0'1216'0,"8"-4"-960"0,0-1-256 0,-1-1 0 0,2 2 6176 16,1-5 1184-16,-1-1 256 0,-1 1 32 15,-3 0-4880-15,-1 0-976 0,0-1-192 0,-2 3-32 16,-2-1-176-16,0 8-48 0,-5-5 0 0,-3 2 0 15,-1 2-384-15,-3 2-96 0,-2 2-16 0,-3 5 0 0,-3 4-288 0,-2 3-64 16,-2 1-16-16,-3 2 0 0,0 0-160 0,0 3-48 16,-1 0 0-16,4 0 0 0,3-1-80 0,2-1 0 15,4 2-16-15,3-3 0 0,4-1-176 0,4-1 0 16,3-2 0-16,2 0 0 0,3-2 0 0,3-1-224 16,3-4 80-16,3 0 16 0,4-3-176 0,1 0-16 15,1-3-16-15,0-1 0 0,2-2-32 0,0-4 0 16,-2 0 0-16,0-1 0 0,-2-3 112 0,-2-1 0 15,0 0 16-15,-2-2 0 0,-2-3 240 0,0 0 0 16,-3-2-160-16,1 1 160 0,-3 1 0 0,1 1 0 16,-2-1 0-16,-1 1 0 0,0-1 0 0,0 2 0 15,-2 1 0-15,1 3 128 0,0 1 32 0,-2 3 0 16,-1 6 0-16,0 0 0 0,0 0 80 0,0 0 16 16,0 0 0-16,-4 5 0 0,0 4-48 0,0 3 0 15,0 2 0-15,0-1 0 0,0 0-64 0,2 2-16 16,-1-1 0-16,2 0 0 0,1 3-128 0,1-2 128 15,2 0-128-15,2-2 128 0,3 0-128 0,1-1 0 0,1 0 0 16,2-2 0-16,1 1 0 0,2-2 0 0,0-3 0 0,1-3 0 16,1-1 0-16,0 0 0 0,-2-4-128 0,1-1 128 15,0-1-176-15,-2 0 48 0,-1-3 0 0,0-2 0 16,-1 0-32-16,-2-3 0 0,2-1 0 0,-2-2 0 16,-3 0-32-16,-1-2 0 0,1 0 0 0,-1 0 0 0,0-1 16 15,-2 2 0-15,-2 2 0 0,0 1 0 0,-2 3 176 16,1-1-128-16,-2 5 128 0,1 6-128 0,0 0 128 0,0 0 128 15,-6-3-128-15,1 3 176 0,0 3 0 0,1 2 0 16,-1 0 0-16,1 3 0 0,0 4-176 0,1-1 128 16,2 4-128-16,1-1 128 0,1 0-128 0,2 1 0 15,0-2 0-15,2 1 128 0,3 1-128 0,1-1 0 16,2 0 0-16,2-5 0 0,2 2 0 0,2-2-176 16,1-1 176-16,2-2-128 0,-1 1-16 0,2-3 0 15,-4-2 0-15,0 0 0 0,0-4 144 0,-2-2-192 16,0-1 192-16,0 1-192 0,0-2 192 0,-1-2 0 15,-1-1 0-15,-1-4 0 0,-2 0 0 0,1 0 0 16,-1 0 0-16,-2-2 0 0,0 2 0 0,-2-2 0 16,0-1 0-16,-1 0 0 0,-1-1 0 0,-2 2 0 15,0-4 0-15,-1 4 0 0,-1 0 0 0,0 2 0 16,-1 2 0-16,-1 4 128 0,1 1 48 0,1 6 16 16,0 0 0-16,0 0 0 0,0 0 0 0,-5 6 16 15,0 3 0-15,-1 3 0 0,2 4-64 0,3-3-16 16,0 4 0-16,1 0 0 0,0 3 16 0,1 3 0 0,2-1 0 0,2 5 0 15,0 3-144-15,3 3 128 0,1-2-128 16,0 4 128-16,2-1-128 0,3 3 0 0,4 3 0 16,-1 2 128-16,-2-4-128 0,-2-1 0 0,-2 0 0 0,1-1 0 15,-1 0 0-15,-4-1 0 0,-1-3 0 0,-4 0 0 16,-1-4-208-16,-2-3-32 0,-3 1 0 0,0-5 0 0,-6 3 48 16,-3-6 0-16,-1-1 0 0,-2-6 0 15,-1-1 192-15,-3-3 0 0,-2 0 0 0,0-6 0 16,0-2 0-16,2-2 0 0,-1-1 0 0,2-5 0 0,-1 0 0 0,3-1 0 15,3-2 0-15,2-2 0 0,3-2 0 0,4-2 0 16,1 0-176-16,5-3 176 0,3-4-240 16,5 0 64-16,3-2 16 0,4-3 0 0,5-3-16 0,2-1 0 15,3-4 0-15,3 1 0 0,1-1-96 0,1 1-32 16,-1-3 0-16,1 0 0 0,2-1 112 0,0 3 32 16,-2-3 0-16,0-1 0 0,0 0 160 0,-2 2 0 15,-3-1 0-15,0 5-128 0,-1 1 128 0,-3 3 0 16,-2 5 0-16,-7 9 0 0,-1-2 0 0,-3 3 0 15,-3 0 0-15,-1 3 0 0,-2 2 0 0,-2-1 256 16,-1 3-64-16,0-1-16 0,-2 3 208 0,-1 2 64 16,-1-1 0-16,2 3 0 0,2 4-160 0,0 0-32 15,-4-1 0-15,4 1 0 0,0 0-96 0,0 0-32 16,0 0 0-16,-4 8 0 0,0 1-128 0,3-2 128 16,-1 2-128-16,4-1 128 0,0 2-128 0,2 0 0 0,0 1 0 0,3 1 0 15,0 1 0-15,1-2 0 0,0 1 0 0,1 2 0 16,0-1 0-16,2 3 0 0,-3 1 0 15,1 0 0-15,1 0 0 0,0 0 0 0,1 1 0 0,-2-3 0 16,0 0 0-16,0 1 0 0,-2-2 0 16,-1-1 0-16,0 0 0 0,-3-2 0 0,-1-2 0 0,-1 1 0 15,-1-3 0-15,0-7 0 0,-3 8 0 0,2-2 0 16,1-6 0-16,-5 5 0 0,0 0 0 0,5-5 0 16,-9 0 0-16,1 0-192 0,0-1 64 0,0 1 128 15,2-2-464-15,-1-1 16 16,2-1 16-16,0 0 0 0,1 0-1072 0,0 0-224 0,4 4-32 0,-4-5-16 15,4 5-1360-15,-3-4-256 0</inkml:trace>
  <inkml:trace contextRef="#ctx0" brushRef="#br0" timeOffset="81362.72">17012 8004 44223 0,'0'0'3936'0,"12"4"-3152"0,0 0-624 0,6 2-160 16,7 2 1088-16,5 1 192 0,4 1 48 0,2 3 0 16,2-2-896-16,-2 2-176 0,0 2-48 0,0 2 0 15,2-2 544-15,1 4 96 0,1-1 32 0,1 4 0 16,-1 5-256-16,1 2-48 0,-1 4-16 0,-1 3 0 16,-4 1-368-16,-2 7-64 0,-3 3 0 0,-4 2-128 15,-4 6 0-15,-6-3 0 0,-4 3 0 0,-6 1 0 16,-5-2 0-16,-4-1 0 0,-7-2 0 0,-3 0 0 0,-4-2 192 15,-2-3-64-15,-5-3 0 0,0-3-128 0,-1-1 240 16,-1-5-64-16,0-4-16 0,0-4 0 0,0-2-160 0,1-6 160 16,1 0-160-16,5-2 160 0,2-3-160 0,2-3-176 15,2-3 48-15,3-2 0 16,2-1-1600-16,8-4-320 0,0 0-64 0,0 0-20736 16</inkml:trace>
  <inkml:trace contextRef="#ctx0" brushRef="#br0" timeOffset="111482.86">5678 11596 32303 0,'-15'-1'1424'0,"8"2"304"0,-3-1-1376 0,0 0-352 16,0 0 0-16,0 1 0 0,1 0 1216 0,3-1 192 15,1 0 16-15,5 0 16 0,0 0 384 0,0 0 80 16,0 0 16-16,0 0 0 0,0 0-960 0,9 4-192 16,1-2-48-16,4-1 0 0,5-1 32 0,0 0 0 15,5 0 0-15,3 0 0 0,2 0-224 0,3 0-32 16,2 0-16-16,3-1 0 0,1-2-64 0,2 0-16 16,0 0 0-16,3-1 0 0,3-2-144 0,1 3-48 15,0-3 0-15,1 1 0 0,3 0-208 0,1 0 0 0,-1-1 0 16,0 3 0-16,-3-1 0 0,-1 1 0 15,-3 0 0-15,-1 1 0 0,-2-1-256 0,-3 2 16 16,-3 1 0-16,-1 0 0 16,-3 0-368-16,-2 0-80 0,-3 1-16 0,-3 0 0 15,-1-1-1056-15,-1 2-224 0,-1-1-32 0,-3 0-16 16,-2-1-816-16,0 0-160 0,0 0-48 0,-3-1-12912 0</inkml:trace>
  <inkml:trace contextRef="#ctx0" brushRef="#br0" timeOffset="111761.15">6907 11495 17503 0,'0'0'1552'0,"0"0"-1232"0,-6-1-320 0,0 0 0 16,6 1 4544-16,0 0 832 0,-6-1 192 0,6 1 16 16,0 0-3600-16,0 0-736 0,0 0-144 0,0 0-16 15,0 0 320-15,0 0 80 0,0 0 16 0,6 7 0 0,0-1-800 0,0-1-176 16,1 0-16-16,2-2-16 0,1 1-288 0,2-1-48 16,0 0-16-16,1 1 0 0,2 1-144 0,2-1 0 15,0-1 0-15,1 1 128 0,-1 0-128 0,2-2 0 16,-1-1 0-16,1 2 0 0,4-3 0 0,-4 0 0 15,-1 1-128-15,-2 1 128 0,-2-1 0 0,-2 3 0 16,-3-3 0-16,-9-1 0 0,0 0 0 0,0 0 0 16,0 0 160-16,2 8-160 0,-5 1 400 0,-2 2-16 15,-3-4-16-15,-2 1 0 0,-5 0-48 0,0 1-16 16,-4 2 0-16,1-4 0 0,0 3-304 0,-2-1 0 0,1 1 0 16,-2-3 0-1,-1 2-1888-15,-1-1-480 0,5-1-112 0</inkml:trace>
  <inkml:trace contextRef="#ctx0" brushRef="#br0" timeOffset="112131.72">7851 11507 11055 0,'0'0'480'0,"0"0"112"0,0 0-464 0,0 0-128 0,0 0 0 0,0 0 0 0,0 0 7360 0,3 8 1440 15,-1 1 288-15,1 4 64 0,-2 3-5888 0,0 3-1200 16,-2 5-224-16,0 3-48 0,-2 5-496 0,-1 1-80 16,-1 3-32-16,1 0 0 0,0-5-528 0,0-1-96 15,-1 0-32-15,1-2 0 0,0-1-528 0,2-5 0 16,0-1 0-16,1 4 0 16,1-6-704-16,3-4-208 0,-2-6-48 0,-1-9 0 15,0 0-2816-15,0 0-560 0</inkml:trace>
  <inkml:trace contextRef="#ctx0" brushRef="#br0" timeOffset="112298.12">7998 11332 26719 0,'0'0'2368'0,"-6"2"-1888"16,-3-2-480-16,1 0 0 0,3 0 4096 0,5 0 736 15,-7 4 144-15,2 0 16 0,0 0-4096 0,1 1-896 0,1 3 0 16,2 2-176-1,1 3-1040-15,1 4-192 0,2 0-64 0,1 4 0 16,2 1-1664-16,2 1-352 0,4 3-64 0</inkml:trace>
  <inkml:trace contextRef="#ctx0" brushRef="#br0" timeOffset="113499.97">8293 11739 2751 0,'13'-5'256'0,"-13"5"-256"0,7-4 0 0,0-2 0 15,1-1 6960-15,0-2 1344 0,0 0 272 0,-2 0 48 0,-2 0-4720 0,0-2-960 16,-1 2-176-16,-2 0-32 15,0-2-752-15,-2 4-128 0,-2 0-48 0,3 7 0 0,-6-5-672 0,-2 4-144 16,-2 1-32-16,-3 4 0 0,-2 2-384 0,-2 2-96 16,-2 5-16-16,-2 3 0 0,-1 3-176 0,0 2-32 15,-1 2-16-15,1 1 0 0,1-1-64 0,4 0-16 16,1-1 0-16,2 1 0 0,4-7-160 0,2-1 0 16,4 0 0-16,3-1 0 0,1-5 0 0,4 2-176 15,0-5 48-15,2 1 0 0,2-3-176 0,3-2-16 16,-1-2-16-16,2-1 0 0,-1 0 80 0,3-5 0 15,0 0 16-15,3-2 0 0,1-1 96 0,0-1 16 16,-1-4 0-16,3 0 0 0,1-5 0 0,0-1 0 16,1-2 0-16,-1-3 0 0,2-4-80 0,-1-1-16 15,0-1 0-15,2-1 0 0,1-2-80 0,-2 1-16 16,1 0 0-16,-4 2 0 0,-1 2 128 0,-4 3 0 16,-2 4 16-16,-2 4 0 0,-3 1 176 0,-3 4 0 15,-1 3 0-15,-3 3 0 0,-1 7 416 0,0 0 16 16,0 0 0-16,-7 11 0 0,0 0-32 0,-2 7 0 0,-2 2 0 15,1 4 0-15,-1-1-80 0,1 4 0 0,-1 2-16 0,2 0 0 16,1 1-96-16,2 1-16 0,-2-2 0 0,6-1 0 16,2-2-192-16,2-1 128 0,2-1-128 0,1-3 0 15,2-5 0-15,1 0 0 0,-1-2 0 0,4 0 0 16,1-5-272-16,1-3 0 0,0 1 0 0,2-6 0 16,1-1-144-1,0-1-32-15,-1-6 0 0,1 1 0 0,1-5 96 0,0-1 16 0,-3-2 0 16,3-3 0-16,-1-1 64 0,-1-3 16 0,1-1 0 0,-2-2 0 0,1 0 64 15,-2-1 0-15,0 0 16 0,-2 2 0 0,0 0 32 0,-3 3 0 16,-2 1 0-16,-1 2 0 0,-1 3 144 0,-1 2-160 16,-2 5 160-16,-1-3-160 0,0 10 160 0,0 0 0 15,0 0 128-15,0 0-128 0,-8 6 176 0,2 4-48 16,-8 15 128-16,6-7-256 0,3-1 0 16,1 3 144-16,1 0-144 0,0 3 0 0,3-3 128 15,3 1-128-15,2 1 0 0,3-1 0 0,1-1 0 16,4-2 0-16,3-1 0 0,3-6 0 0,2 0 0 15,1 0 0-15,3-1 0 0,1-6 0 0,0-1 0 16,0-3 0-16,1 0 0 0,1-4 0 0,-2 1 0 16,-2-2 0-16,-2-2 128 0,-3 1-128 0,1-3 192 15,-2-3-64-15,-1-1 0 0,0-1-128 0,-1-2 128 0,1-1-128 0,-4 0 128 16,-3-2-128-16,-1 2 0 16,-2 1 0-16,-2 2 0 0,-2 1 0 0,-1 2 0 15,-2 3 0-15,-5 4 0 0,-4 4 0 0,-3 6 0 16,-3 4 160-16,-2 3-160 0,-4 3 448 0,-1 5-16 15,-2 1 0-15,1 1 0 0,-1 1 80 0,2-1 0 0,3 1 16 0,2-4 0 16,1 0-256-16,4-2-48 0,3-1-16 16,4-4 0-16,2-1-208 0,2-2 0 0,2 0-144 15,-1-10 144-15,7 5-448 16,2-1 16-16,3-4 0 0,2-3 0 0,2-1-16 16,1-5 0-16,-1 0 0 0,1-3 0 0,0-1 128 0,0-2 0 0,-1-4 16 0,1 0 0 15,-3-3-16-15,2-2 0 0,1 1 0 0,0-1 0 0,-5 2 16 16,1 1 0-16,-2 2 0 0,0 2 0 0,-2-3 128 15,-3 3 32-15,0 4 0 0,-2 3 0 0,-1 1 144 0,-1 1 0 16,-1 1 0-16,-1 7 128 0,0 0 80 0,0 0 32 16,0 0 0-16,0 0 0 0,-6 7 0 0,-1 2 0 15,0 3 0-15,2 2 0 0,1 2-96 0,0 3-16 16,1-2 0-16,0 3 0 0,2-1 32 0,-1 1 0 16,2-2 0-16,2 0 0 0,2 0-160 0,1-1 128 15,3-1-128-15,2-3 128 0,2 0-128 0,1-5 0 16,0-2 0-16,2 0 0 0,1-4 0 0,1-2 0 15,3-4-128-15,0-1 128 0,3-4-128 0,-1-1 128 16,0-3-160-16,1-3 160 0,5-4-160 0,-2 0 160 16,-1-3-160-16,1-1 160 0,-4-5-192 0,0-1 48 15,0-4 16-15,0-1 0 0,1 1-64 0,-3-3 0 16,-1-2 0-16,-4 5 0 0,-2 3 192 0,-2 2 144 16,-3 3-16-16,-5 5-128 0,-1 2 0 0,-2 5 0 0,-3 2-160 15,-2 5 160-15,-3 3 336 0,-2 6 192 16,-2 3 48-16,-1 3 0 0,-3 6-16 0,-1 4 0 15,-1 3 0-15,0 5 0 0,-2 4-64 0,1 2-16 16,-2 0 0-16,4 1 0 0,1-2-32 0,5 0 0 0,3 2 0 0,3-2 0 16,2 1-192-16,4-2-64 0,4-2 0 15,5-2 0-15,3-1-192 0,2-3 0 0,0-4 0 0,2-2 0 16,1-2-704 0,4-2-192-16,1-4-48 0,5-3 0 0,3-2-1552 15,4-4-304-15,7-5-64 0</inkml:trace>
  <inkml:trace contextRef="#ctx0" brushRef="#br0" timeOffset="114796.22">10889 11561 31327 0,'0'0'1392'0,"-4"-7"272"0,-1 1-1328 0,2-1-336 16,2-2 0-16,-1-1 0 0,4-1 2800 0,-2 1 480 15,0 1 112-15,-2 2 0 0,0-2-1584 0,-2 1-320 16,0 2-64-16,-1 0-16 0,-3 4-464 0,0 0-112 16,0 5 0-16,-5 1-16 0,-4 2-208 0,-2 5-32 15,-2 2-16-15,-4 4 0 0,-1 2-48 0,-1 4 0 16,-1 0 0-16,2 1 0 0,1-2-64 0,3 0 0 15,4-1-16-15,2-3 0 0,5 0-256 0,0-1-48 16,5-1-128-16,3-2 192 0,2-2-192 0,3-3 0 0,4-2 0 16,3-2 0-16,2-1-304 0,4-3 0 0,0-4 0 0,5-1 0 15,2-1-48-15,2-1-16 0,-1-3 0 0,0-3 0 16,2 0-16-16,-1-1 0 0,-1-4 0 0,-2 2 0 16,0-2-32-16,-3 2-16 15,-1 1 0-15,-1 0 0 0,-2-1 176 0,-2 1 48 0,-3 0 0 0,-1 0 0 16,-2 4 208-16,-2 1 0 0,0 0 0 0,-3 1 0 15,-1 1 128-15,0 7 0 0,0 0 16 0,0 0 0 16,0 0 128-16,0 0 32 0,-3 4 0 0,-1 4 0 0,0 3-176 16,1 3-128-16,2 3 192 0,-1 2-192 0,1 4 128 0,2 1-128 15,1 2 0-15,2 3 0 0,1 1 0 16,3 3 0-16,1 3 0 0,0 1 0 0,0 1 0 0,0 1 0 16,2 4 0-16,-1 0 0 0,-1 0 0 0,-1-2-176 15,-1 2 176-15,-2 0-160 0,-3-1-128 0,0-1-32 16,-4-2 0-16,-2-5 0 0,-3-3 96 0,-2-2 16 15,-2-1 0-15,1-4 0 0,-5-3 208 16,0-2 0-16,-2-3 0 0,-2-3 0 0,1-1 0 0,-1-5 0 16,-1-1 0-16,-1-4 0 0,2 1 160 0,-2-6-32 15,-1-1 0-15,0-4 0 0,2-3-128 0,3-4 192 0,3 0-192 16,3-5 192-16,3-6-192 0,4-3 0 16,4-3 0-16,4-5-176 0,4-2 16 0,3-2 0 15,2-4 0-15,4 0 0 0,6-4-32 0,2 0 0 16,0-5 0-16,2-2 0 0,0-2 0 0,5 0 0 15,2 2 0-15,1 1 0 0,1 5 48 0,0 0 0 0,-1 6 0 16,-1 3 0-16,-2 7 144 0,-2 4 0 16,-2 3 0-16,-4 4 0 0,0 3 128 0,-3 4 0 0,-4 3 0 0,-3 3 0 15,-2 1 64-15,-3 2 0 0,-9 7 16 0,0 0 0 16,0 0 112-16,0 0 32 0,-2 12 0 0,-3 1 0 16,-4 5 32-16,-3 4 0 0,-1 2 0 0,-1 2 0 15,-2-3 0-15,2 4 0 0,-2-4 0 0,3 0 0 16,2-2-160-16,2 0-32 0,1-3 0 0,1-1 0 0,2-2-192 15,1-4 0-15,0-1 0 0,4-10 0 0,0 0 0 16,0 0 0-16,0 0 0 0,0 0 0 0,0 0 0 16,11-3 0-16,0-4-160 0,2-2 160 0,0-2-192 15,2-6 32-15,-2 0 16 0,4-3 0 0,0-2-48 0,0-1 0 16,0-1 0-16,-1-2 0 0,0 3-64 16,-3-2 0-16,-1 3-16 0,-2 2 0 0,-2 4 16 0,-1 3 16 15,-2 6 0-15,-1-3 0 0,-2 4 240 0,-2 6 0 16,0 0 0-16,0 0 0 0,-3 9 160 0,-3 3 32 15,2 3 0-15,-1 4 0 0,0 1 96 0,0 1 32 16,1 2 0-16,1-4 0 0,2 1-80 0,2-1-16 16,3 2 0-16,1-5 0 0,2-2-224 0,1-1 0 15,0-1 128-15,2-2-128 0,2-2 0 0,1-1 0 16,1-4 0-16,3 0 0 0,3-6 0 0,-1 0 0 16,-1-4 0-16,2-1 0 0,1-2 0 0,1-2 0 0,0-2 0 0,0-2 0 15,0-3-128-15,1-2 128 16,-3-4-192-16,0 1 192 0,0 1-256 0,-3-3 64 0,-1 1 16 0,-1 3 0 15,-2 5 16-15,-3-1 0 0,-3 3 0 16,-2 2 0-16,-1 3 160 0,-1 3 0 0,-3 7 0 0,0 0 0 16,-2-5 240-16,2 5-32 0,0 0 0 0,-5 2 0 15,0 1 48-15,5-3 0 0,-5 6 0 0,1 1 0 16,2 0-80-16,0 1-16 0,-1 0 0 0,3-1 0 16,1 3-32-16,2 0 0 0,1-2 0 0,1 2 0 15,0 2-128-15,3-3 160 0,1 2-160 0,2-1 160 16,-1 0-160-16,3 1 0 0,0 1 0 0,2-1 0 0,-2 1 0 0,0 0 0 15,-2-1 0-15,0 3 0 0,-1-4 0 0,-1 2 0 16,-2-1 0 0,-2 1 0-16,2 0 0 0,-5-2 0 0,-2-1 128 0,-2 1-128 0,-4-4 0 0,3 2 128 15,-4 1-128-15,-1-5 128 0,-1 2 32 0,-3 1 0 16,-3-2 0-16,-1 0 0 0,-1-1-160 16,-1-1 192-16,-2 0-192 0,1-3 192 0,-1-3-192 15,1 2 0-15,-2-2 0 0,1-1 0 16,2-1-352-16,1 0-160 0,0-2-16 0,1-1-16 15,1-1-1824-15,0-3-352 0</inkml:trace>
  <inkml:trace contextRef="#ctx0" brushRef="#br0" timeOffset="115733.31">12861 11014 6447 0,'5'-5'576'0,"2"-3"-576"0,1-2 0 0,1-1 0 0,1 2 2848 0,2-5 464 15,0 0 80-15,-3-1 32 0,1 1-256 0,-1 1-48 16,-1 0-16-16,-1 1 0 0,-1 0-704 0,1 3-144 16,-2-2-16-16,-1 1-16 0,0 1-704 0,-2 3-144 15,0-1-32-15,-2 7 0 0,0-6-320 0,0 6-64 16,0 0 0-16,-4-3-16 0,-3 6-160 0,-2 3-16 16,-3 3-16-16,-4 8 0 0,-5 8-160 0,-3 8-16 15,-1 7-16-15,-2 7 0 0,-2 5 96 0,1 4 32 16,-1 2 0-16,3-1 0 0,1-1-160 0,4-2-16 15,3-1-16-15,6-5 0 0,4-1-288 0,6-3-48 16,3 0-16-16,4-7 0 0,3-3-144 0,4-1 0 16,4-2 0-16,1-4-176 0,1-3-144 0,0-2-48 15,6-6 0-15,-1-2 0 16,0-5-1120-16,2-1-240 0,1-5-32 0,2-3-16 16,-1-3-1680-16,2-1-320 0,-1-9-80 0</inkml:trace>
  <inkml:trace contextRef="#ctx0" brushRef="#br0" timeOffset="116092.18">13551 11124 45263 0,'-13'-7'2000'0,"5"6"432"0,-4-2-1952 0,1 2-480 15,-1 1 0-15,-3 1 0 0,0 1 1040 0,-2 0 112 16,-1 2 32-16,-2 3 0 0,-1 2-32 0,0-1 0 16,-1 1 0-16,1 1 0 0,2 2-704 0,0-2-160 15,0 4-32-15,3-1 0 0,2 0-128 0,1 1-128 16,2-4 192-16,4 2-192 0,0 0 128 0,3 0-128 15,3-2 0-15,0 0 0 0,3 0 0 0,3 0 0 16,3 0 0-16,1 0 0 0,2-3 0 0,2 2 0 16,1-2 0-16,2 0-144 0,1-2 144 0,1 1 0 15,2-1 0-15,-1 2 0 0,1 0 0 0,-1-1 0 16,2 2 0-16,0-2-128 0,-3 1 128 0,-1-1 0 16,-2 1 0-16,-2 2 0 0,-3-1 0 0,-2 1 0 0,-2-2 0 15,0 2 0-15,-5 0 0 0,-1 2 144 16,-4 0-144-16,-3-1 0 0,-3 1 192 0,-3 1-64 15,-4 1 0-15,-1-4-128 0,-2 0 192 0,1 0-64 16,-2 0 0-16,0-2-128 16,0-1-304-16,0-1-160 0,-1-1-48 0,2-2 0 15,1-4-1728-15,3 1-368 0,3-2-64 0,4-3-11680 0,5-3-2352 16</inkml:trace>
  <inkml:trace contextRef="#ctx0" brushRef="#br0" timeOffset="117268.69">13692 11308 35471 0,'0'0'1568'0,"7"-2"336"0,3 0-1520 0,-10 2-384 0,9 0 0 0,-9 0 0 16,0 0 2576-16,0 0 448 0,0 0 96 0,0 0 16 0,-3 10-1072 16,-3 2-208-16,-4-3-32 0,-3 4-16 0,2 3-944 15,-4 1-192-15,-2 2-32 0,2 1-16 0,-1-2-336 0,2 0-64 16,1 1-16-16,1-2 0 0,4-2-208 0,0 1 0 16,3-3 0-16,3 0 0 0,0-1 0 0,2-2-192 15,0-1 48-15,3-2 0 16,-3-7-304-16,6 5-48 0,3-1-16 0,1-2 0 15,-1-2-128-15,2-2-16 0,4-2-16 0,-1-4 0 16,0-1 176-16,1-4 48 0,2-1 0 0,0-2 0 0,1-1 192 0,0-1 32 16,-1-3 16-16,1 0 0 0,2 1 208 0,0-2 0 15,-2 0 0-15,0 0-144 0,-4 1 144 0,2 3 0 16,-2 1 0-16,-1 1 128 0,-1 2 160 0,-3 2 32 0,-2 3 16 16,-2 3 0-16,-5 6 272 0,0 0 48 15,0 0 16-15,0 0 0 0,0 0-48 0,3 9-16 0,-1 2 0 0,0 4 0 16,-2 0-224-16,-2 5-32 15,1-3-16-15,0 2 0 0,-1 2-48 0,1 2-16 16,0-4 0-16,-1 1 0 0,2-1-64 0,0 2-16 16,0-4 0-16,0-1 0 0,0-2-192 0,2-1 128 15,-1 0-128-15,0-3 0 0,-1-2 0 0,0-8 128 0,0 0-128 16,0 0 0-16,0 0 0 0,0 0 0 0,0 0 0 0,0 0 0 16,7-4 0-16,-1-2 0 0,1-2 0 15,1-5 0-15,1-1 0 0,3-2 0 0,-1 0 0 0,1-2-160 16,0-3 160-16,1-1-128 0,0 1 128 0,0 0-128 15,0 1 128-15,0 0 0 0,0 2-144 0,-1 2 144 16,-3 4 0-16,0 3 0 0,0 1-144 0,-1 4 144 16,-8 4 0-16,0 0 0 0,6 4 0 0,0 4 0 0,-2 3 0 15,-2 3 0-15,-1-1 176 0,1 4-176 0,-1 3 192 0,-1-2-64 16,0 0 0-16,0 0-128 0,0 1 144 0,1-5-144 16,1 2 0-16,2-3 144 0,1-2-144 0,1 1 0 15,1-3 0-15,-1-1 0 0,2-3 0 0,0-1 0 16,1-3 144-16,2-2-144 0,-1-2 0 0,0-3 0 15,1-2 0-15,-2 0-192 0,3-2 192 0,-1-2 0 16,0-1 0-16,1-1-128 0,-2-2 128 0,0 0 0 16,0-2 0-16,0 0-128 0,-1-2 128 0,2 1-192 15,-2 2 192-15,0 1-192 0,-1 1 192 0,-2 2-208 16,-1 1 80-16,-2 4 128 0,1 3-144 0,-4 5 144 16,0 0 0-16,0 0 0 0,0 0 0 0,1 9 0 15,1 1 0-15,-2 3 0 0,-2 2 0 0,1 2 0 16,0 1 0-16,1 2 0 0,1-2 0 0,2 1 0 15,-1 1 0-15,3-1 0 0,3 1 0 0,1 0 0 16,3-2 0-16,1 0 0 0,3-4-128 0,2 2 128 16,3-6 0-16,0 2 0 0,-2-5 0 0,1-2 0 15,-1-2 0-15,2-3 0 0,0-4 0 0,0 0 0 16,-2-1 0-16,1-3 0 0,-2-1-128 0,1-4 128 0,-1-1 0 16,-1 0 0-16,0-2-160 0,-2 0 160 0,1-4-128 0,-2 0 128 15,-1 1 0-15,-1-1-128 0,-1 1 128 0,-2 1 0 16,-2-1 0-16,-1 2 0 0,-2 3 0 0,-3-2 0 15,-1 6 0-15,-3 1 0 0,-1 2-128 0,-2 3 128 16,-2 3 0-16,-1 2 0 0,-2 2 0 0,0 3 128 16,-2 1-128-16,-2 3 128 0,1 3-128 0,1 0 128 0,1 3-128 15,2 0 0-15,2 1 0 0,1 1 128 16,4 0-128-16,3 0 0 0,1 1 0 0,4-1 0 0,2-4 0 16,3 2 0-16,2-3 0 0,2 0 0 0,3-5 0 15,3-2 0-15,-1-2 0 0,3-2-128 0,2-4 128 0,1 0-208 16,1-2 80-16,0-3 128 0,0-3-192 0,-1-2 192 15,-1-1-160-15,0-4 160 0,-2-2-128 16,0-1 128-16,0-2 0 0,2 1-144 0,-2-8 144 0,-1-1 0 16,-2-2-144-16,1-5 144 0,-1-1 0 0,0-1 0 15,-1-1 0-15,0-1 0 0,-2 2 0 0,-2 3 0 16,-2 6 0-16,-3 1 0 0,-2 6 0 0,-2 3 0 16,-1 6 0-16,-2 2 0 0,0 4 256 0,-2 8-16 15,0 0-16-15,0 0 0 0,-7 8-64 0,-1 6-16 16,0 6 0-16,-1 3 0 0,0 4-144 0,1 0 0 15,1 3 144-15,0 1-144 0,2 2 0 0,1 1 0 16,3 0 0-16,1-1 128 0,1-3-128 0,2-2 0 16,0-1 0-16,1-1 0 0,0-1-272 0,0-1 16 15,-1-4 16-15,-1-1 0 16,1-2-624-16,-2 0-128 0,-1-6-32 0,-1 1 0 16,-2-3 272-16,-1-1 48 0,1-2 16 0,-4 0 0 15,-1-4-976-15,-1-2-192 0,-1-1-32 0,-1-2-16 16,1-1-1376-16,-1-3-288 0</inkml:trace>
  <inkml:trace contextRef="#ctx0" brushRef="#br0" timeOffset="117492.84">15148 11201 20271 0,'0'0'896'0,"0"0"192"0,0 0-880 0,8-3-208 0,0-1 0 0,1 0 0 0,1 0 5952 0,2 2 1136 16,1-1 224-16,1 2 48 0,1-3-4512 16,3 3-912-16,1-1-176 0,4 0-32 0,-1 2-752 0,2-1-144 15,1 1-16-15,1 1-16 0,-1 1-352 0,-1 2-80 16,0 2-16-16,-2 0 0 0,-2 2-208 0,-2 5-144 15,-2-3 192-15,-2 5-192 0,-1-1 144 0,-2 2-144 16,-3-1 0-16,-3 2 144 0,0 2-144 0,0-3 0 16,-4 1 0-16,-1 0 0 0,-1 2 0 0,0-4 0 15,-2 0 0-15,1-2 0 16,-2-2-624-16,0-1-144 0,0-3-48 16,0-1 0-16,-2-4-1760 0,6-2-368 0,0 0-64 0</inkml:trace>
  <inkml:trace contextRef="#ctx0" brushRef="#br0" timeOffset="117642.27">15673 11054 26719 0,'0'0'1184'0,"0"0"240"0,0 0-1136 0,0 0-288 15,0 0 0-15,0 0 0 0,0 0 4416 0,0 0 832 16,0 0 176-16,0 0 16 0,0 0-3840 0,7-3-784 16,-7 3-160-16,8 0-16 15,-1 1-1520-15,3 4-288 0,-1-2-64 0,0 1-12416 16,0-1-2480-16</inkml:trace>
  <inkml:trace contextRef="#ctx0" brushRef="#br0" timeOffset="118705.84">15879 11117 10127 0,'0'7'896'0,"-1"-1"-704"0,0 2-192 0,1 3 0 15,0 2 8400-15,0 2 1648 0,1 5 336 0,2-1 64 16,-3-2-6656-16,1 3-1328 0,1-3-272 0,1 0-48 16,0 0-1024-16,1 0-208 0,-2-2-32 0,2 0-16 15,0-2-608-15,1 0-112 0,-1 1-16 0,0-3 16 16,0-1-144-16,0-3 0 0,0-1 0 0,-4-6 0 0,0 0 0 0,0 0 0 15,0 0 0-15,0 0 0 0,0 0 0 0,0 0 0 16,6-5 0-16,1-2 0 0,-2 0 0 0,2-5 0 16,-1 0 0-16,-1-1 0 0,2-3-256 0,1-2 64 15,-1 0 16-15,3-3 0 0,0-5-16 0,0 2 0 16,2 0 0-16,0 0 0 0,0 3 16 0,-1 4 0 16,0 2 0-16,-1 3 0 0,-2 4 176 0,-3 7-192 15,-5 1 192-15,0 0-192 0,6 6 192 0,-3 4 0 16,0 1 0-16,-2 5 128 0,-1 2 32 0,0 2 16 15,-1-1 0-15,0 3 0 0,1-1-48 0,0 1-128 16,1-3 192-16,0-1-64 0,2-1-128 0,1-1 0 16,1 1 0-16,3-4 128 0,-3-6-128 0,3 3 0 15,1-4 0-15,1-3 0 0,1-2 0 0,-1-2 0 0,2-2-128 16,0-1 128-16,0-1-144 0,1-2 144 16,0-3-192-16,0 0 192 0,0-1-224 0,1-1 64 15,0-3 16-15,2 0 0 0,-2 0-64 0,-1-2-16 16,2-3 0-16,-1-1 0 0,0 3-128 0,-1 0-32 0,0 1 0 15,1 0 0-15,-5 4 0 0,0-1-16 0,-1 3 0 16,-2 2 0-16,-1 3 224 0,1 0 176 0,-6 6-208 0,0 0 80 16,0 0 128-16,0 0 0 0,0 0 128 0,0 0-128 15,-2 9 192-15,1-1-16 0,-2 1-16 0,-1 4 0 16,1 0-160-16,0 3 192 0,2 0-192 0,-1-1 192 16,1 1-192-16,1 1 0 0,3-3 0 0,-1 2 128 0,1-3-128 15,1-1 0-15,1-1 0 0,4 0 0 0,-1-3 0 0,2-2 0 16,2-1 0-16,1 2 0 0,-1-4 0 0,2 0 0 15,3-3 0-15,0 0 0 0,-1-2 0 16,-1 1 0-16,4-2 0 0,-1-1 0 0,0-2 0 0,0-1 0 16,1 0 0-16,-1-3 0 0,-2 0 0 0,-1-2 0 15,1-2-144-15,-2-1 144 0,0 1 0 0,0-2-128 16,-1-1 128-16,0 0 0 0,0 2-160 0,-3-2 160 16,-1 4-128-16,-1 0 128 0,-3 1-128 0,-1 0 128 15,-1 3-128-15,-2 1 128 0,-1 3 0 0,0 5 0 16,0 0 0-16,0 0-128 0,-8 1 128 0,-1 5 0 15,-1 3 128-15,-3 2-128 0,-2 4 144 0,2 2-144 16,0 2 192-16,3 3-192 0,-1-2 256 0,4 0-64 16,0-1-16-16,3-1 0 0,3 1-32 0,2-2 0 15,2-3 0-15,1 0 0 0,3 1-144 0,5-4 0 16,-1 0 144-16,4-3-144 0,4-2 0 0,0-1 0 16,2-2 0-16,0-3 0 0,1-3 0 0,-1-1 0 0,4 0 0 0,-1-1 0 15,2-3 0-15,0-2 0 0,2-3 0 16,-1-1 0-16,-1-2 0 0,0-4-128 0,2 0 128 15,-2-3-128-15,-3 0 0 0,-2-3 0 0,-1 0 0 0,-3 1 0 16,-3 2-48-16,-2 2 0 0,-3 0 0 0,-3 4 0 16,-2 1 176-16,-1 2-128 0,-2 2 128 0,-2 2-128 15,-2 2 128-15,1 1 128 0,-2 1-128 0,4 6 176 16,-5-3 32-16,5 3 16 16,-6 3 0-16,1-2 0 0,1 4-224 0,0-1 176 0,2 3-176 0,0 1 160 0,2 3-160 15,2-1 0-15,-1 0 0 0,2 2 0 0,1 1 0 0,-1-2 0 16,3 0 0-16,0 2 0 0,1 0 0 15,1-1 0-15,1 2 0 0,1 0 0 0,1 2 0 0,0-2 0 16,2-1 0-16,3 4 0 0,0 0 0 0,-3-4 0 16,-2-2 0-16,1 0 0 0,0-1 0 0,-3 0 0 15,-1-2 0-15,-2 1 0 0,-1-3 0 0,1 0 0 16,-1-1 0-16,-5-5 0 0,0 0 128 0,0 0-128 16,0 0 192-16,-8 4-64 0,-2-2 112 0,-2 0 16 15,0-2 0-15,2 1 0 0,-6 0-128 0,-1 2 0 16,-1-3-128-16,0 0 192 0,-1 0-192 0,2 1 0 15,2 1 0-15,0-2 0 0,2 0 0 0,2 0 0 16,2 0-208-16,-2 0 64 16,3 0-1088-16,8 0-224 0,0 0-32 0,0 0-16 15,4-7-2656-15,3-2-544 0</inkml:trace>
  <inkml:trace contextRef="#ctx0" brushRef="#br0" timeOffset="119083.03">17635 10442 38463 0,'0'0'1712'0,"0"0"336"0,0 0-1632 0,0 0-416 0,0 0 0 0,0 0 0 16,0 0 2048-16,10 4 336 0,0 1 64 0,2 4 16 16,1 6-672-16,0 0-128 0,1 2-16 0,3 4-16 15,3 3-672-15,-1 2-128 0,2 2-16 0,-1 5-16 16,0 0-288-16,1 2-48 0,0 4-16 0,0-3 0 0,2 2-192 0,-2 6-32 15,0 3-16-15,-1 0 0 0,-1 0-80 0,-2 0-128 16,-1-1 176-16,-2 1-176 16,-1 0 144-16,-2-2-144 0,-3-3 0 0,-2 1 144 0,-3-3-96 0,-3-2-48 15,-2 0 0-15,0-3 0 0,-6-1 0 0,-1-4 0 16,-2-1 0-16,1-3 0 0,-2-3 0 0,-2 1 0 16,-3-3 0-16,1-3 0 0,-1-1 0 0,0-1 0 15,-1-1 0-15,0-2 0 0,0-2 0 0,-1-1 0 16,1-1 0-16,1-2 0 0,0-2 0 0,2-1 0 15,0-2 0-15,2 1 0 0,1 0 0 0,2-2 0 16,0-1 0-16,0 0 0 16,3 0-864-16,-1 0-64 0,1-1-16 0,2-2 0 15,1-5-2608-15,4-1-528 0</inkml:trace>
  <inkml:trace contextRef="#ctx0" brushRef="#br0" timeOffset="124278.73">20185 10765 35935 0,'-2'-4'3200'0,"-2"1"-2560"16,-3 0-512-16,4 0-128 0,3 3 2416 0,0 0 464 0,0 0 80 15,0 8 32-15,-2 3-2256 0,1 4-448 0,1 5-96 0,0 3 0 16,1 6 544-16,1 2 112 16,-1 2 32-16,0 2 0 0,2 3-384 0,1-2-80 0,-3 0-16 15,0-1 0-15,1 0-64 0,-1-4-16 0,-1 1 0 16,0-4 0-16,-1 0-320 0,-1-1 144 0,1-7-144 0,0-2 0 16,-2-3 0-16,0-2-352 0,1 0 48 0,-1-5 16 15,1-1-1184-15,2-7-224 0,0 0-48 0,-6 1-16 16,0-1-1232-16,-1-2-240 0,0-5-48 0</inkml:trace>
  <inkml:trace contextRef="#ctx0" brushRef="#br0" timeOffset="124521.73">19638 10756 23039 0,'0'0'2048'0,"-5"-2"-1648"0,-2-2-400 0,2 0 0 0,0 0 5680 0,5 4 1040 16,0 0 224-16,0 0 32 0,0 0-4880 0,0 0-992 15,8-1-192-15,3 1-32 0,5 0 320 0,6 1 64 16,4 0 16-16,7 2 0 0,5-1-720 0,5 0-144 16,4-1-32-16,3 2 0 0,4-1-80 0,2 1-32 15,3-2 0-15,2 2 0 0,3-1-80 0,1 2 0 16,0-2-16-16,-1 0 0 0,-3 1-448 0,-1-1-96 16,0 2-16-16,-2 2 0 15,-4-3-1200-15,-2 3-240 0,-5 0-48 0,-2 1-16 16,-5-1-2848-16,-5 1-576 0</inkml:trace>
  <inkml:trace contextRef="#ctx0" brushRef="#br0" timeOffset="124803.31">21086 10857 16575 0,'0'0'1472'0,"0"0"-1168"0,0 0-304 0,0 0 0 16,0 0 6176-16,0 0 1184 0,6 6 224 0,1-1 48 16,-1 1-4992-16,0 0-992 0,2 2-208 0,1 0-32 15,1 1-272-15,2-3-48 0,3 4-16 0,-1-1 0 0,21 9-560 16,-15-8-368-16,-1-1 0 0,1 2-144 15,-1-1 0-15,0 1 0 0,-1-2 128 16,-1 0-128-16,-2-1 0 0,0-2 0 0,-4 1 0 0,0 1 0 0,-2 0 0 16,-2-2 0-16,-4 1 0 0,-1-1 0 0,-4 2 0 15,-1-2 0-15,-4-2 0 0,-1 3 144 0,-4-1 0 16,-3 3 0-16,-3-1 0 0,-2 1 112 0,-1-1 0 16,-2 0 16-16,-1 1 0 0,1 0-80 15,1 0-32-15,1-2 0 0,2 1 0 0,4-2-416 0,3 0-96 16,3-3-16-16,4 0 0 15,5-3-1520-15,0 0-304 0,0 0-64 0,12-3-19632 0</inkml:trace>
  <inkml:trace contextRef="#ctx0" brushRef="#br0" timeOffset="125092.48">21677 10808 20271 0,'0'0'896'0,"0"0"192"0,0 0-880 0,0 0-208 15,0 0 0-15,0 0 0 0,0 0 6288 0,0 0 1216 0,0 0 240 16,0 0 64-16,4 8-4880 0,1-1-976 0,2-1-192 16,2 1-32-16,2-1-1008 0,2 2-192 0,3 4-32 0,2-4-16 15,2 0-288-15,1-1-48 0,1 2-16 0,0-1 0 16,2 0-128-16,-2 0 0 0,0 0 0 0,0 1 0 16,-2-3 0-16,-3 2 0 0,-3 1 0 0,-1-1 0 15,-3 0 0-15,-2 0 0 0,-4-2 0 0,-3 3 0 16,-2 2 0-16,-3-3 0 0,-4 1 0 0,-3 3 128 15,-5-2 0-15,-2 2 0 0,-4 1 0 0,-3-2 0 16,-1 1-128-16,0 0 0 0,-3 0 144 0,-1 2-144 16,0-1-368-16,1 1-144 0,2-1-16 0,1 0-16 15,1 4-2256-15,4-4-448 0</inkml:trace>
  <inkml:trace contextRef="#ctx0" brushRef="#br0" timeOffset="125503">22702 10541 33167 0,'0'0'2944'0,"0"0"-2352"0,-2-4-464 0,2 4-128 16,0 0 3632-16,0 0 704 0,0 0 144 0,0 0 16 16,6 4-2464-16,-1 3-496 0,-3 2-112 0,0 4-16 15,-1 4-448-15,0 4-80 0,1 3-32 0,-1 6 0 16,0 11-432-16,3-3-96 0,-1-2 0 0,-1 2-16 0,2 2-176 0,0-3-128 15,0 1 192-15,1-3-48 16,-2-5-144-16,-1 0 0 0,1-4 0 0,0-1 0 0,-1-4 0 0,2-3 0 16,-1-3 0-16,-1-2 0 15,0-1-448 1,-1-4-64-16,-1-8-32 0,0 0 0 0,0 0-560 0,0 0-112 0,0 0-32 0,-5-7 0 16,-2 0-1712-16,2-5-352 0,-3-1-64 0,-1-4-16576 15</inkml:trace>
  <inkml:trace contextRef="#ctx0" brushRef="#br0" timeOffset="125719.46">22271 10494 14735 0,'0'0'1312'0,"0"0"-1056"15,-4-5-256-15,4 5 0 0,0 0 8048 0,0 0 1552 16,0 0 304-16,0 0 64 0,11 0-6768 0,2-1-1344 16,4 1-256-16,2 1-64 0,5 2-704 0,3-1-128 15,5 1-16-15,3 1-16 0,3-3-448 0,1 4-96 16,-1-5 0-16,3 0 16 0,4 2-144 0,2-2 0 15,2-2 0-15,3 2 0 0,2-2 0 0,0 0 0 16,1 1 0-16,-1 1 0 0,-4-1 0 0,-3 2 0 16,-2 2-160-16,-5 1 160 15,-3 1-1664-15,-5 4-240 0,-3-1-48 0,-4 5-14272 0,-6 0-2848 16</inkml:trace>
  <inkml:trace contextRef="#ctx0" brushRef="#br0" timeOffset="125990.63">23253 11100 40031 0,'0'0'1776'0,"0"0"352"0,9-2-1696 0,0-1-432 0,2 2 0 0,-1-2 0 0,-2 1 2000 0,-1 0 320 15,-7 2 64-15,0 0 16 0,6-4-640 0,-6 4-128 16,0 0-32-16,0 0 0 0,0 0-720 0,0 0-160 16,-6 7-16-16,-4 1-16 0,-1 1-112 0,-2 1-32 15,-2 1 0-15,0 1 0 0,-4-1-416 0,4 2-128 16,0 0 0-16,1 0 144 0,1 0-144 0,4 0 0 15,1-1 0-15,3 0 0 0,2-2 0 0,2 1 0 16,2-3 0-16,3 1 0 0,1 0 0 0,5-3 0 16,3 1 0-16,2-2 0 0,2 0 0 0,3-2 0 15,1-2 0-15,3-2 0 16,5-3-944-16,2-2-176 0,2-5-32 0,3-5-23904 0</inkml:trace>
  <inkml:trace contextRef="#ctx0" brushRef="#br0" timeOffset="126274.4">24163 11130 47103 0,'0'0'2096'0,"0"0"416"0,7 7-2000 0,0-1-512 0,4 4 0 0,1 1 0 15,-5 2 1344-15,-1 2 160 0,-4 3 32 0,0 0 16 0,-2 2-144 0,0 1-48 16,-2-1 0-16,0 1 0 0,-1 1-912 0,-1-2-176 16,0 4-32-16,-1-6-16 0,0 0-224 0,0-4 0 15,-1 2 0-15,0-3 0 16,-1-3-1280-16,1 0-256 0,-1-5-64 0</inkml:trace>
  <inkml:trace contextRef="#ctx0" brushRef="#br0" timeOffset="126737.86">25407 10308 26719 0,'0'0'1184'0,"0"0"240"0,0 0-1136 0,0 0-288 0,8 4 0 0,-8-4 0 0,-3 5 5632 0,0 4 1056 15,3 4 224-15,0 3 32 0,3 1-5024 0,1 5-1024 16,4 12-192-16,1 2-32 0,3 3-128 0,2 3-32 15,2 1 0-15,1 1 0 0,0 1-304 0,-2-4-64 16,1-1-16-16,-2-4 0 0,1-1-128 0,-1-2 0 16,-2-3 144-16,-2-4-144 0,-1-1 0 0,-2-3 0 0,-2-4-160 0,-3-2 160 31,1-3-1424-31,-3-4-176 0,-1-5-48 0,1-4 0 16,0 0-2720-16,-8-4-560 0</inkml:trace>
  <inkml:trace contextRef="#ctx0" brushRef="#br0" timeOffset="127048.13">25219 10348 34095 0,'0'0'3024'0,"0"0"-2416"16,4-6-480-16,0-1-128 0,2-2 3440 0,5 3 656 0,2 0 144 0,3 4 32 16,1-5-3168-16,1 3-624 15,3-1-128-15,-1 1-32 0,4 2 448 0,2-1 96 0,3 0 16 0,1 2 0 16,1 1-656-16,2 1-224 0,-1 1 144 0,2 0-144 15,1 2 0-15,0 3 128 0,-2-1-128 0,-2 5 0 16,-1-2 0-16,-2 1 0 0,-5-1 0 0,-1 2 0 16,-1 0 0-16,-5 2 0 0,-3-1-160 0,-4 1 160 0,-4 0 0 0,-2 0-144 15,-3 2 144-15,-4-2 0 16,-4 0 0-16,-4 0 0 0,-3 0 0 0,-6 4 0 0,-5-4 160 0,-4 0-32 16,-4-1-128-16,-1-2 192 0,-2 2-192 0,2-4 0 15,-3-1 128-15,3 0-128 16,1-1-592-16,5 0-176 0,3-2-16 0,5-2-16 15,5 1-1424-15,4-3-272 0,5 0-64 0,7 0-17760 16</inkml:trace>
  <inkml:trace contextRef="#ctx0" brushRef="#br0" timeOffset="127341.4">26460 10429 11967 0,'0'0'1072'0,"0"0"-864"0,0 0-208 0,-6 1 0 15,6-1 8192-15,-8 0 1600 16,-3 2 320-16,1 0 64 0,-2 1-7104 0,-1 1-1440 0,-1 0-288 0,0 1-48 16,-2 3-400-16,0-2-96 15,-1 2-16-15,2 1 0 0,-1 0-432 0,2 2-96 0,-1-2 0 0,2 0-16 16,0 1-48-16,0 1 0 0,2-1 0 0,0-2 0 16,1 1-192-16,2 0 0 0,1 2 0 0,3-3 0 15,1-1 0-15,1 1 0 0,2 0 0 0,4 0 0 16,-1 0 0-16,3-2 0 0,2-1 0 0,3 1 0 15,2-1-320-15,3-1-16 0,5-2 0 0,4 2 0 16,2-4-976-16,3 0-192 16,0 0-32-16,2-5-16 0,-2 0-752 0,0-2-128 15,0 0-48-15,-2-3-11072 0,1 1-2208 0</inkml:trace>
  <inkml:trace contextRef="#ctx0" brushRef="#br0" timeOffset="127573.87">26963 10451 13823 0,'0'0'1216'0,"7"0"-960"0,-7 0-256 0,8-1 0 0,-8 1 5840 0,6 0 1136 16,-6 0 208-16,0 0 48 0,0 0-4640 0,0 0-928 16,0 0-192-16,0 0-48 0,0 0 240 0,0 0 32 15,-6 9 16-15,-2 0 0 0,-2 0-864 0,-2 0-160 16,-1 2-48-16,-3 1 0 0,-1-1-160 0,0 1-32 0,-1 0-16 0,1-1 0 16,3 3-192-16,1-3-48 15,2 1 0-15,2 1 0 0,3-1-192 0,0 1 176 16,4-4-176-16,2 0 160 0,1 0-160 0,3 0 0 0,3-3 0 0,2 1 0 31,2 0-672-31,5-1-64 0,4 0-16 0,3-4 0 16,4-2-976-16,3-1-208 0,3-2-48 0,1-1-12592 15,1-3-2512-15</inkml:trace>
  <inkml:trace contextRef="#ctx0" brushRef="#br0" timeOffset="127822.71">27589 10223 12895 0,'0'0'1152'0,"0"0"-928"0,0 0-224 0,0 0 0 16,0 0 7680-16,0 0 1472 0,0 0 320 0,0 0 48 16,0 0-6480-16,0 0-1296 0,2 9-256 0,-1 0-48 15,0 4-160-15,0 3-48 0,1 1 0 0,-1 4 0 0,2 2-768 0,-1 6-144 16,0 2-48-16,0 2 0 0,1 1-272 0,1 2 160 16,0 3-160-16,1-1 128 0,1 1-128 0,2-1 0 15,0-3 0-15,0-2 0 0,0-2-144 0,-2-2-16 16,-1-8 0-16,1-2 0 15,-2-3-736-15,-2 1-160 0,-1-7-32 0,-1-2 0 16,0-8-832-16,0 0-192 0,0 0-16 0,0 0-16 16,-5-5-3056-16,0-2-624 0</inkml:trace>
  <inkml:trace contextRef="#ctx0" brushRef="#br0" timeOffset="128158.21">27332 10037 26719 0,'0'0'1184'0,"-6"-6"240"0,-2 1-1136 0,3-1-288 16,5 6 0-16,0 0 0 0,0 0 5040 0,0 0 944 16,2-8 192-16,4 3 32 0,2 2-3712 0,5 2-736 15,4-1-160-15,3 4-16 0,4 0-864 0,2 4-160 16,4-1-48-16,1 0 0 0,0 1-160 0,3 4-32 16,3-3-16-16,1 3 0 0,-1-1-96 0,1 1-16 0,1 3 0 0,-1 0 0 15,-1 0-16-15,-2 2-16 0,-2 0 0 0,-4 2 0 16,-2-1-160-16,-4 1-144 0,-1 1 144 0,-4-1-208 15,-2 0 208-15,-3 1 0 0,-4-4 0 16,-4 3 0-16,-5-1 0 0,-3 1-144 0,-5 0 144 0,-4 1 0 16,-2-1 0-16,-5-2 0 0,-1-1 0 0,-4 0 0 15,-2-3 0-15,-1-1 0 0,-3 2 0 0,1-2 0 0,-2-3 0 16,-3-2 0-16,-1 0 0 0,-1 0 0 16,2-1-576-16,2 0-16 15,-1-2-16-15,3 0 0 0,2 2-1344 0,4 1-272 0,5-2-48 16,4 2-13008-16,6 2-2592 0</inkml:trace>
  <inkml:trace contextRef="#ctx0" brushRef="#br0" timeOffset="128400.35">28134 10678 47343 0,'0'0'2096'0,"0"0"432"0,0 0-2016 0,0 0-512 15,0 0 0-15,0 0 0 0,-2 8 1408 0,-4 0 192 16,-1 1 48-16,-4 1 0 0,-2 2-336 0,-3 2-64 15,0 1-16-15,-1 0 0 0,-7 1-752 0,3 1-160 16,2 0-16-16,0-3-16 0,2 2-288 0,3 1 160 16,4-2-160-16,3 0 128 0,3-2-80 0,4 0-48 15,3 1 0-15,3-1 0 0,4-1 0 0,1-2 0 16,4 1 0-16,3-3 0 0,1-2 0 0,4-1 0 16,0-1 0-16,2-1 0 0,1-2-176 0,1-2-16 15,-1-2-16-15,2 1 0 16,-1-2-1072-16,-3 0-192 0,0 1-64 0,1-2-22800 0</inkml:trace>
  <inkml:trace contextRef="#ctx0" brushRef="#br0" timeOffset="168797.73">8748 13654 8287 0,'0'0'736'0,"0"0"-592"0,-9 7-144 0,0-3 0 16,9-4 6896-16,-7 8 1344 0,7-8 272 0,0 0 48 15,0 0-6576-15,11 4-1328 0,3-1-256 0,4 0-48 16,4-3 640-16,6 3 128 0,4-3 32 0,4-3 0 16,1 2-240-16,6-1-32 0,6 1-16 0,0-3 0 15,1 2-256-15,-2-5-48 0,0 3-16 0,-14 2 0 16,5-1-208-16,5-1-32 0,1 0-16 0,3 0 0 16,3 2-288-16,1-1 0 0,0 2 0 0,-1-2 0 15,-4 1 0-15,0-1-176 0,-1-1 32 0,-5 0 0 16,-2 3-1120-16,-1-2-208 0,-3 2-64 15,-2 0 0-15,-3-1-1152 0,-1 1-256 0,-2 0-32 0,-2 1-8432 16,-4 0-1696-16</inkml:trace>
  <inkml:trace contextRef="#ctx0" brushRef="#br0" timeOffset="169181.6">10065 13534 38991 0,'0'0'1728'0,"0"0"352"0,-7-1-1664 0,1 0-416 15,6 1 0-15,0 0 0 0,0 0 976 0,0 0 112 0,0 0 32 0,0 0 0 16,0 0 352-16,0 0 64 16,0 0 0-16,4 6 16 0,-4-6-656 0,7 7-128 0,3-1-16 0,0 1-16 15,2-1-288-15,2 0-64 0,0-1-16 0,2 0 0 16,0-1-208-16,1 0-32 0,1 1-128 0,0-1 192 16,-1 0-192-16,0 1 0 0,0-1 0 0,0 0 0 15,-3-1 0-15,-1 2 0 0,-1-1 0 0,0 0 0 16,-2-2 0-16,-1 2 0 0,0 0 0 0,-1 1 0 15,-1-1 0-15,-7-4 0 0,0 0 0 0,4 5 0 16,-4-5 0-16,0 7 0 0,-2-1 0 0,0 1 0 16,-3-1 0-16,-1 2 0 0,-3 0 0 0,-1 0 0 15,-3 0 0-15,-3-2 0 0,-3 1 0 0,-2 1 0 16,-1-1-720-16,-2 1-240 16,1 0-64-16,-1 1-14080 0,1-4-2816 0</inkml:trace>
  <inkml:trace contextRef="#ctx0" brushRef="#br0" timeOffset="172004.5">11409 13504 32479 0,'0'0'1440'0,"0"0"288"0,2-7-1376 0,0 0-352 16,-1-5 0-16,0 2 0 0,2 0 1216 0,-2-1 192 15,-1-1 16-15,-1 2 16 0,0 0 288 0,-2-1 64 0,-1-1 16 16,-1 3 0-16,-2 1-496 0,0 2-96 16,-3-1-32-16,0 3 0 0,-3 2-368 0,-3 2-80 15,-3 2-16-15,-3 5 0 0,-4 5-272 0,-1 3-48 16,0 4-16-16,0 4 0 0,-2 1-80 0,3 3-32 0,0 6 0 0,2-1 0 15,2 1 48-15,5-2 0 16,3-2 0-16,5-2 0 0,4-1-128 0,6-2 0 0,4-4-16 16,4-1 0-16,6-2-176 0,3-4 0 0,3-4 0 15,5-1 0-15,4-3-224 0,2-1 80 0,4-3 16 16,-1-2 0-16,-1-1-16 0,-2-1 0 0,1-3 0 16,9-1 0-16,-5 0 144 0,-14 2-192 0,-1-2 192 0,0-1-192 15,-1 1 0-15,-2-2-16 0,0 1 0 0,-3-3 0 16,-1 1-128-16,-1 1-32 0,-2-4 0 0,-2 1 0 15,-1 0 48-15,-1 2 0 0,-2-1 0 0,-1 4 0 16,-1 0 160-16,-4 7 160 0,0 0-208 0,0 0 80 16,0 0 128-16,0 0 0 0,0 0 160 0,0 0-160 0,-2 13 432 0,1 4-16 15,-2 0 0-15,0 2 0 0,3 4 112 16,-2 3 32-16,1-2 0 0,0 3 0 0,2-1-48 16,2-2-16-16,-1 0 0 0,2-2 0 0,1-4-496 0,2-1 128 15,-1-2-128-15,2-2 0 0,1-3 0 0,0-2 0 16,0-2 0-16,2 0 0 0,-1-4 192 0,2-2 0 15,1-1 0-15,-1-2 0 0,-2-3-192 0,2-1-240 16,0-3 48-16,1 1 16 0,-3-2 176 16,-1-2 0-16,-1-2 0 0,1-2 0 0,-1 0 0 0,0 0 0 15,0-5 0-15,-2 1 128 0,-1 1-128 0,1 1 0 16,-2-1 0-16,1 1-128 16,-1 0-768-16,0 1-128 0,0 1-48 0,-1 3 0 15,0 1-1488-15,1 2-320 0,0 2-48 0</inkml:trace>
  <inkml:trace contextRef="#ctx0" brushRef="#br0" timeOffset="172217.7">12181 13832 45087 0,'0'0'2000'0,"0"0"416"0,0 0-1936 0,0 0-480 0,5 8 0 0,1 1 0 16,1 2 1280-16,-2 4 176 0,-1-1 16 15,0 3 16-15,0 1-256 0,-2 1-48 0,1-1-16 0,0 3 0 16,-1-2-816-16,1 1-160 0,-2-5-48 0,0 2 0 16,2 0-848-1,0-5-192-15,-1-2-16 0,2 1-16 0,1-1-2304 0,3-3-464 16,1-6-80-16</inkml:trace>
  <inkml:trace contextRef="#ctx0" brushRef="#br0" timeOffset="172683.73">13087 13343 39279 0,'0'0'1728'0,"-2"-8"384"0,0-1-1696 0,-1 1-416 16,1 0 0-16,-1 2 0 0,-1-1 1376 0,-1 2 192 15,-2 1 32-15,0-1 16 0,-3 4-48 0,0 1-16 16,-2 1 0-16,-1 4 0 0,-4 3-784 0,-2 5-176 15,-3 4-16-15,-2 4-16 0,-2 4-272 0,-1 2-48 16,-1 3-16-16,0 1 0 0,3-1-80 0,3 1-16 16,1 1 0-16,4-2 0 0,4 0-128 0,4 0 0 15,3-6 0-15,4 1 0 0,3-1-320 0,4-2-64 16,3-1 0-16,3-4 0 16,4-3-384-16,5-2-64 0,2-3-32 0,3-3 0 15,2 0-128-15,2-4-32 0,1-2 0 0,-2-4 0 16,-1-2 144-16,-3-2 32 0,0-4 0 0,-1 2 0 15,-1-2 272-15,-1-1 48 0,0-1 16 0,-1-1 0 0,-2 0 512 0,0-1 0 0,-1 2 0 0,-1-2 0 16,-2 3 288-16,-2 5 16 0,-2 2 0 0,-2 0 0 16,-8 6 432-16,0 0 96 0,7 6 0 0,-3 3 16 15,-3 3 336-15,-1 3 64 0,-1 5 16 0,-2-1 0 0,2 2-368 16,-2 3-80-16,-1 2-16 0,1-2 0 0,1 4-352 16,1-1-64-16,1-1 0 0,0-1-16 15,1-1-368-15,1-2 144 0,2-1-144 0,0-2 0 0,-1 1 0 16,1-2-304-16,0-2 48 0,-2-2 0 15,1-2-1824-15,0-2-352 16,-1-2-80-16,-2-8-16 0,0 0-1760 0,0 0-336 0,0 0-80 0</inkml:trace>
  <inkml:trace contextRef="#ctx0" brushRef="#br0" timeOffset="172934.9">13207 13653 10127 0,'0'0'896'0,"0"0"-704"15,0 0-192-15,0 0 0 0,6-4 7504 0,1 0 1472 16,-1 2 304-16,2-1 48 0,-1 2-6496 0,3 1-1296 16,2 0-256-16,2 0-48 0,2 0-448 0,1 1-80 15,0 2-32-15,1-1 0 0,0 2-464 0,0 0-80 16,1 3-128-16,-2 0 176 0,-2 1-176 0,-2 3 0 16,-2-2 0-16,-4 1 0 0,-3 2-176 0,-2 0 48 15,-4-2 0-15,-3 3 0 0,-1 2 0 0,-6-1 0 0,-2 0 0 16,-2-2 0-16,-1 0-112 0,-1-2-16 0,-2-1 0 0,2-1 0 31,1 0-960-31,1-3-208 0,3-1-48 0,3-3-12144 0,1-1-2432 16</inkml:trace>
  <inkml:trace contextRef="#ctx0" brushRef="#br0" timeOffset="173129.96">13842 13438 26719 0,'0'0'2368'0,"0"0"-1888"15,0 0-480-15,9-1 0 0,0-2 5168 0,1-1 928 16,3 2 192-16,0-1 48 0,-1-1-4128 0,1 0-816 16,0 2-176-16,1 0-16 0,2 0-656 0,0 2-128 15,-1-3-32-15,2 2 0 0,0-1-384 0,2 1 0 16,-2 1-144-16,-1 0 144 16,0-3-1488-16,-2 2-192 0,-1 1-48 0,-1 0-13472 15,-1 0-2704-15</inkml:trace>
  <inkml:trace contextRef="#ctx0" brushRef="#br0" timeOffset="173282.83">13775 13606 32255 0,'0'0'2864'0,"0"0"-2288"16,0 0-576-16,0 0 0 0,5 5 3696 0,3-1 624 16,1-1 128-16,3 0 32 0,2-1-2560 0,2-1-512 15,2-1-112-15,3-1-16 0,4 0-688 0,2-2-144 0,3 1-16 0,3-4-16 31,-1 1-1344-31,4-4-272 0,0 0-48 0</inkml:trace>
  <inkml:trace contextRef="#ctx0" brushRef="#br0" timeOffset="173673.27">14659 13325 23951 0,'0'0'2128'15,"10"-3"-1696"-15,0-1-432 0,0-1 0 0,0 0 3504 0,3 1 608 16,-1-1 128-16,0 2 32 0,-4-1-2000 0,-3 1-400 15,-5 3-80-15,0 0 0 0,0 0-96 0,0 0-16 16,-5 6 0-16,-6-1 0 0,0 4-592 0,-4 4-128 16,-3 4-32-16,-3 2 0 0,-4 2-224 0,-2 4-64 15,-3-3 0-15,1 3 0 0,1 1-384 0,0-2-64 16,5-1-32-16,1-1 0 0,6-1-160 0,4-1 0 16,4-3 0-16,7-2 0 15,4 2-704-15,5-4-160 0,5-2-32 0,6-4-16 16,6-1-608-16,5-5-112 0,2-1-32 0,4-4 0 15,0-2-1344-15,2-4-256 0,2 1-64 0,1-2-9104 0,1-2-1824 16</inkml:trace>
  <inkml:trace contextRef="#ctx0" brushRef="#br0" timeOffset="174770.55">15148 13441 6447 0,'21'-15'576'0,"-13"9"-576"0,-1-3 0 0,1 2 0 15,-3 1 5504-15,-5 6 976 0,3-8 208 0,-2 4 32 16,-1 4-2304-16,0 0-480 0,-10-1-96 0,-3 3 0 16,-3 3-1248-16,-2 4-240 0,-3 3-48 0,-1 1-16 0,-2 2-1168 0,-2-2-224 15,3 4-64-15,1-4 0 0,-2 1-384 16,5 2-96-16,2 1-16 0,2-2 0 0,5-3-336 0,2 0 128 15,3-1-128-15,2 1 0 0,3-3-192 0,4 0-96 16,4-1-32-16,3-1 0 16,0-2-400-16,4 0-96 0,0-5-16 0,2 0 0 15,-1 0-128-15,2-4-48 0,0-1 0 0,1 0 0 16,-1-2 304-16,-1-1 64 0,-3-2 16 0,1-2 0 0,-2-2 432 16,0 0 192-16,0-3-160 0,-2 0 160 0,1-2 0 0,0 1 0 15,0 3 0-15,-1-1 0 0,0 2 256 0,-1 2-48 16,-3 5-16-16,0 2 0 0,0 1 256 0,-7 4 32 15,0 0 16-15,7 8 0 0,-2 1 304 0,-1 4 64 16,-2 2 16-16,1 0 0 0,-1 2-176 0,1-3-48 16,0 2 0-16,-1-2 0 0,1 2-336 0,0 0-80 15,0-3-16-15,1 1 0 0,0-1-224 0,1-2 0 16,1-2 0-16,-1-3 0 0,-5-6 0 0,5 5 0 16,-5-5-176-16,0 0 176 0,0 0-336 0,0 0 48 15,5-3 16-15,2-4 0 0,-2-2-48 0,0 0 0 16,0 0 0-16,2-3 0 15,0-4-64-15,-1 1-32 0,-1-4 0 0,3 1 0 0,0-3 16 0,1 0 0 0,0 1 0 0,-1 3 0 16,1-3 48-16,-1 6 16 0,0 1 0 0,-2 2 0 16,-1 3 144-16,1 2 16 0,-2-1 16 15,-4 7 0-15,0 0 160 0,0 0 0 0,7 7 128 0,0 2-128 16,-2 1 368-16,0 3 0 0,1 2 0 0,-1 0 0 16,-1 1 80-16,1 0 0 0,0-1 16 0,2 0 0 15,-1-1-208-15,3 0-64 0,2 1 0 0,0-1 0 16,1-5-192-16,1 2-240 0,3-5 48 0,0 2 16 15,0-4-336-15,1-1-64 16,0-1 0-16,2-2-16 0,-2 0-240 0,0-5-32 0,1 1-16 16,0-3 0-16,0 1 176 0,1-2 16 15,-3-4 16-15,1-1 0 0,-1 2 432 0,0-2 96 0,-2-4 16 0,-1 0 0 0,1-2 128 0,1 0 0 16,-1-2 0-16,-1 0 128 0,0-1-128 16,0 0 0-16,-2 1 0 0,-1 1 0 0,-2 2 0 0,0 3 144 15,-2 0-144-15,-1 2 0 0,-2 4 480 0,-2 0-16 16,-1 2 0-16,0 2 0 0,0 5 304 0,0 0 48 15,0 0 16-15,0 0 0 0,-5-2 0 0,5 2 16 16,-5 2 0-16,1 3 0 0,4-5-336 0,-4 10-80 16,0-4-16-16,2 2 0 0,0 1-160 0,2 1-48 15,0 1 0-15,3 1 0 0,0-2-208 0,2 3 144 16,1 3-144-16,3-1 128 0,1 0-128 0,0-2 0 0,2-2 0 0,-1 1 0 16,2 0 0-16,0 1 0 15,-1 0 0-15,0-1 0 0,0-2 0 0,-2 1-176 0,1 2 176 0,-2-7-192 31,-2-1-208-31,-7-5-48 0,7 4-16 0,-7-4 0 16,5 5-288-16,-5-5-48 0,0 0-16 0,0 0 0 16,0 0-96-16,0 0-32 0,-9 2 0 0,0-2 0 0,0-2-32 15,0 1-16-15,0-1 0 0,-2 0 0 0,1 0 400 16,1 0 80-16,1 0 0 0,1 0 16 0,1 1 320 0,6 1 176 0,0 0-192 0,0 0 192 16,0 0 0-16,0 0 0 0,6-4 0 0,5 2 0 15,2-5 0-15,2 1 0 0,5 0 0 0,-1 1 0 0,1-1 0 16,2-1 0-16,0 1 192 0,1-5-48 0,-4 1-144 0,3-2 0 15,0-1 144-15,1-3-144 0,1-1 0 0,-5 4 0 16,0-4 0-16,2-2 0 0,0-2 0 0,1-1 0 16,-4 0 0-16,1-3 0 0,-1-1 0 0,4-5 0 15,-2-2 0-15,-2 3 0 0,-7 1 192 0,0 4-48 16,-3 3 0-16,-4 3 0 0,-3 2 464 0,-2 2 96 16,-6 5 0-16,1 4 16 0,-2 4 368 0,0 4 80 15,0 1 16-15,-1 7 0 0,-1 1-208 16,-1 5-32-16,2 4-16 0,1 3 0 0,2-1-304 0,-1 6-64 15,2-4-16-15,1 4 0 0,4-1-256 0,0 0-48 16,3-1-16-16,-1 2 0 0,6 1-224 0,0 1 0 0,1-2 128 16,1 0-128-16,0-4 0 0,-1 0-208 15,1-2 32-15,-1-2 16 16,-2-1-320-16,-1-5-64 0,0 1-16 0,-3-3 0 16,0-3-896-16,-2-2-176 0,1 1-32 0,-2-8-16 15,0 0-464-15,0 0-96 0,0 0 0 0,-7 0-16 16,-1-2-1424-16,2-2-288 0,-2-3-48 0</inkml:trace>
  <inkml:trace contextRef="#ctx0" brushRef="#br0" timeOffset="174950.75">16266 13263 26719 0,'0'0'2368'0,"0"0"-1888"0,0 0-480 0,0 0 0 16,0 0 4016-16,0 0 704 0,0 0 144 0,0 0 16 15,10 2-2544-15,1-2-512 0,2 0-96 0,3-2-32 16,1 1-736-16,4-2-160 0,1 2-32 0,0-2 0 0,3 1-560 0,1 1-208 15,0-5 144-15,0 1-144 0,2 3 0 0,0-4 0 16,0 1-224-16,-1 1 80 16,2 2-2128-16,-2-2-416 0</inkml:trace>
  <inkml:trace contextRef="#ctx0" brushRef="#br0" timeOffset="178027.47">17715 12887 23039 0,'0'-10'2048'0,"-1"-1"-1648"16,-2-4-400-16,2 0 0 0,-1-2 1904 0,1 0 288 15,1 1 64-15,-1 2 16 0,-2-1-1136 0,1 2-240 0,-1 0-32 16,-1 3-16-16,0 1 624 0,-1 2 112 0,0 3 16 0,-2 2 16 15,-2 4-288-15,-1 6-64 0,-3 4-16 0,0 8 0 16,-2 7-224-16,-2 5-64 0,-2 6 0 0,-3 9 0 16,-2 9-192-16,-1 7-64 0,-2 1 0 0,1 0 0 15,0 0-128-15,5-2-48 0,1-5 0 0,5-3 0 16,3-3-336-16,7-7-64 0,2-4 0 0,4 10-128 16,6-11-512-16,7-9-192 0,3-6-64 0,-2-11 0 15,3-3-928-15,3-3-192 0,2-5-32 0,3-2-16 16,3-2-1440-16,4-5-272 0,0-3-64 15</inkml:trace>
  <inkml:trace contextRef="#ctx0" brushRef="#br0" timeOffset="178394.37">18144 13046 36447 0,'-5'-12'1616'0,"2"8"336"0,-2-1-1568 0,-2 0-384 15,-2-2 0-15,0 2 0 0,-1 1 960 0,-2 1 128 16,-1 2 0-16,-3 1 16 0,-1 1 304 0,2 4 64 15,-4 2 16-15,0 1 0 0,-1 0-624 0,1 1-128 16,0 0-32-16,1 0 0 0,1 1-176 0,2 0-32 16,-1 0-16-16,2-2 0 0,1 2-160 0,1-1-48 15,3 2 0-15,2-2 0 0,3-1-272 0,2 0 0 16,2-1 128-16,1 3-128 0,3-4 0 0,1 2 0 16,0-3 0-16,3 0 0 0,1 1 0 0,3 0 0 0,1-2 0 0,3 1-144 15,-1 0 144-15,2 1 0 0,2 0-144 0,-1 2 144 16,-1 1-128-16,0 0 128 0,0 0-160 15,0 3 160-15,-2-2-240 0,0 2 48 0,-2-1 16 0,-3 0 0 16,-1 2-32-16,-2-1-16 0,-1-1 0 0,-2-1 0 16,-4-1 224-16,-3 2 0 0,0-1-160 0,-4-1 160 15,-1-1 0-15,-2-2 0 0,-3 0 192 0,0-1-64 0,-3 1-128 16,-1 0 0-16,-2-4 144 0,-1 0-144 0,0 0-144 16,1-2-112-16,-2 0 0 0,3-2-16 15,0-2-2224-15,2 0-432 0,2 1-80 16,3-3-15488-16</inkml:trace>
  <inkml:trace contextRef="#ctx0" brushRef="#br0" timeOffset="179573.23">18500 13129 36159 0,'0'0'1600'0,"0"0"336"0,0 0-1552 0,0 0-384 0,0 0 0 15,-3 7 0-15,-1-2 1296 0,-2 4 176 16,-5 1 48-16,0 2 0 0,-2 1 352 0,-4 1 80 0,-2 2 16 0,0 1 0 15,-3 0-1200-15,-1 0-224 16,1-1-48-16,1 1-16 0,2-1-192 0,1 0-32 16,-1-2-16-16,2-1 0 0,4-2-240 0,4-1 0 15,3-3 0-15,2-1 0 0,1 1-320 0,3-7 0 16,0 0 0-16,0 0 0 16,8 8-256-16,2-2-48 0,1-2-16 0,3-3 0 15,2-2 16-15,1 0 0 0,2-2 0 0,0-2 0 16,-1-3-80-16,0 0 0 0,-1 2-16 0,0-3 0 15,-1-4-240-15,-1-2-32 0,0 0-16 0,-2-1 0 16,-2 0 144-16,1 2 32 0,-1-4 0 0,-2 2 0 0,-1 3 576 0,-2 1 256 0,-1-1-192 16,-1 2 192-16,-1-1 256 0,-2 1 160 0,-1 2 32 0,0 2 16 15,0 7 432-15,0-7 64 0,-3 0 32 0,3 7 0 16,0 0-64-16,0 0-16 0,0 0 0 0,0 0 0 0,0 0-320 0,0 0-64 16,0 0-16-16,0 0 0 15,0 0-256-15,0 0-64 0,0 0-16 0,-2 7 0 0,-1 1-32 16,3 0 0-16,0-1 0 0,2 3 0 0,-1 0-16 0,0-1-128 15,0 3 192-15,3 1-64 0,0-1 0 16,0-1-128-16,0 1 192 0,0-1-64 0,-1-1-128 0,2-1 192 16,0 0-192-16,0 0 192 0,1-1-192 0,-1-1 0 15,-5-7 144-15,0 0-144 0,10 1 0 16,-2-1 0-16,1-3 0 0,0-1 0 0,0-3 0 0,0-2 0 16,2-2 0-16,-1-1 0 0,1-2 0 0,1 0 0 15,-1-1 0-15,1 0 0 0,2-4 0 0,1 1 0 16,-2 0 0-16,0 2 0 0,0 2 0 0,-2 4 0 15,0-1 0-15,-2 6 0 0,-2 2 0 0,-7 3 0 0,6 6 192 0,-1 1-64 16,-1 5 384-16,-1 2 64 16,-1 2 32-16,1 1 0 0,-2 3 64 0,2 0 16 0,-2 3 0 0,1-3 0 15,-1 0-304-15,0 0-64 16,0-1-16-16,2-5 0 0,1-1-304 0,0-1 160 0,0-1-160 16,0-4 128-16,1 0-128 0,-5-7 0 0,6 4-160 15,2-4 160-15,1-1-224 0,1-5 48 0,-3 0 16 0,4-5 0 16,-2-2-96-16,1-2 0 0,-1-1-16 0,1-3 0 15,-1-1-96-15,0-1-16 0,0 2 0 0,0-2 0 16,2-1 96-16,-2-1 16 0,-2 3 0 0,3-1 0 16,-1 2 112-16,-3 4 32 0,2 3 0 0,-1 0 0 15,-2 6 128-15,-5 6-160 0,0 0 160 0,0 0-160 16,6 5 160-16,0 2 0 0,-3 0 0 0,0 5 128 16,0 1 64-16,-2 1 0 0,2 2 16 0,-2 1 0 15,0-4-64-15,0 1-16 0,1-1 0 0,0-1 0 0,0 0-128 16,2-2 0-16,0-1 0 0,1 1 128 0,1-3-128 0,1 0 0 15,-7-7 0-15,10 5 0 0,1-1-256 16,-1-1 80-16,0-3 16 0,0-2 0 0,0 1 160 0,0-5-192 16,1-1 192-16,1-2-192 0,-2-2 192 0,0 1-192 15,2 0 192-15,1-3-192 0,0-3 192 0,0-1-208 16,0 0 80-16,0 0 128 0,0 1-272 0,-1 2 64 16,-1 1 16-16,-1 3 0 0,-1 1 192 0,0 2-176 15,-3 2 176-15,-6 5-160 0,0 0 160 0,0 0 0 16,3 9 0-16,-1 4 0 0,-4 0 320 0,0 3-16 0,-1 2 0 15,2-1 0-15,0-2 64 0,1 2 16 16,0 0 0-16,2-1 0 0,2 0-208 0,3-2-48 0,-1-1 0 0,2 0 0 16,2-4-128-16,2 0 0 15,1-2 0-15,2-2 0 0,-1-2 0 0,0 1-144 0,2-4 144 0,-1-4-208 16,1 1 208-16,1-3-192 16,1-1 192-16,-1-1-192 0,-1-1 192 0,0-1 0 0,-2-2 0 0,0 0 0 15,-1 0 0-15,0-1-144 0,-1-4 144 16,0-1 0-16,-2 0-192 0,-1-2 32 0,0 0 16 0,-2 0 0 15,0 0-128-15,-2 1-32 0,-1-1 0 0,-2 3 0 16,0 3 304-16,-4 2 224 0,-2 4-32 16,0 2-16-16,-2 3-176 0,-2 5 0 0,-2 2 0 0,-1 2 0 15,-1 5 0-15,1 2 0 0,-1 3 0 0,2 1 0 16,-1 3 336-16,3 0 48 0,3 3 0 0,0-5 0 16,1 1-64-16,3-3 0 0,1 1 0 0,4 0 0 0,2-1-192 0,3-2-128 15,3-2 160-15,2-1-160 0,3-2 0 0,2-3-128 16,0-1-16-16,3 1 0 15,0-5-256-15,3-1-48 0,1-1-16 16,0-3 0-16,0 1-1552 0,0-3-304 0,-1-1-64 16,-1 1-16-16,-2-2-928 0,-3-1-176 0,-2-1-32 0</inkml:trace>
  <inkml:trace contextRef="#ctx0" brushRef="#br0" timeOffset="180252.79">20154 12828 45263 0,'0'0'992'0,"0"0"208"0,0 0 32 0,0 0 48 0,0 0-1024 0,3 9-256 16,-3-9 0-16,1 14 0 0,3 2 1088 0,0 1 176 15,-1 2 16-15,0 2 16 0,0 4-336 0,0 0-64 0,-1 1 0 0,1 0-16 16,-1-1-448-16,1 0-96 0,-3 1-16 0,0-3 0 16,0-2-128-16,0 0-48 0,0-2 0 0,-1 0 0 15,-1-2-144-15,1-3-224 0,-1-1 48 0,0 0 16 16,-2-5-1280-16,0 0-256 0,1-1-48 0,-3-1-16 16,6-6-1120-1,-6 4-208-15,-1-4-48 0</inkml:trace>
  <inkml:trace contextRef="#ctx0" brushRef="#br0" timeOffset="180518.84">19942 13074 26719 0,'0'0'2368'0,"0"0"-1888"15,0 0-480-15,0 0 0 0,0 0 4352 0,0 0 768 16,0 0 144-16,9 5 48 0,0-1-3504 0,0-1-688 16,1 0-144-16,2-2-16 0,4 2 48 0,1-3 16 15,1-3 0-15,3 0 0 0,2 2-768 0,2-3-256 16,1 1 144-16,3-2-144 0,-2 1 0 0,-2 2 0 15,1 0 0-15,-1 2 0 0,-2 2 0 0,0 0 0 16,-3 4 0-16,-1 1 0 0,-2 3-144 0,-2-1 144 16,-2 4 0-16,-2 2 0 0,-3 2 0 0,-2 2 0 15,-2-5 128-15,-1 2-128 0,-1 0 192 0,-1 0-48 16,-1-2-16-16,0-1 0 0,0-1-272 0,2-1-64 16,-2-11-16-16,0 0 0 15,0 0-1808-15,0 0-352 0,0 0-80 0,0 0-11696 16,0 0-2352-16</inkml:trace>
  <inkml:trace contextRef="#ctx0" brushRef="#br0" timeOffset="180656.22">20536 12862 11967 0,'0'0'1072'0,"0"0"-864"0,-1-4-208 0,0 0 0 16,1 4 5456-16,0 0 1056 0,0 0 208 0,0 0 32 15,0 0-4624-15,0 0-912 0,0 0-192 0,0 0-48 16,0 0-3056-16,1 8-608 0</inkml:trace>
  <inkml:trace contextRef="#ctx0" brushRef="#br0" timeOffset="181693.12">20713 13102 44751 0,'0'0'1984'0,"-1"10"400"0,-1 2-1904 15,0 1-480-15,2 1 0 0,0 1 0 0,2-1 1408 0,-1 0 192 16,0 1 48-16,0-2 0 0,1 0-256 0,0 0-48 15,1-2-16-15,1 0 0 0,-2-3-960 0,-2-8-192 16,4 7-48-16,0 0 0 0,-4-7-128 16,0 0 0-16,0 0 0 0,0 0 0 0,0 0 0 0,0 0 0 15,0 0 0-15,7-4 0 0,-2-2-208 0,0-4 80 16,-1 1 128-16,0-1-208 0,0-1 16 0,0-2 0 16,1-1 0-16,0-3 0 0,1 0-48 0,0 2 0 15,1-5 0-15,-2 3 0 0,3-1-48 0,-1 2-16 16,3 2 0-16,-1 3 0 0,-3 2 64 0,2 4 16 15,-1-2 0-15,0 4 0 0,0 4 224 0,2 3 0 0,-1 1 0 0,0 3-144 16,-2 1 144-16,1 4 224 0,-1 0-48 0,1 0-16 16,-1 1 112-16,1 2 32 0,-1-2 0 0,1 2 0 15,1-3-144-15,-1 1-32 0,0-1 0 0,1-1 0 16,0-1-128-16,1-4 0 0,0 3 0 0,1-4 0 16,1-1 0-16,0-1 0 0,1-2 0 0,0-2-176 15,-2-2-16-15,2 0 0 0,0-2 0 16,0-2 0-16,-3 3-32 0,0-7-16 0,0 3 0 15,1-1 0-15,0-1 16 0,-1 0 0 0,0-4 0 0,0 2 0 0,0-1-16 16,0-1 0-16,-1 0 0 0,0 2 0 16,0-2 64-16,-3 2 16 0,1 2 0 0,1 1 0 15,-2 3 16-15,-5 5 0 0,0 0 0 0,0 0 0 0,0 0 144 0,0 0 0 16,7 5 0-16,-3 3 0 0,-1 1 240 16,-1 2 16-16,-1-1 16 0,3 2 0 0,-1-1 48 0,-1 1 0 15,2 0 0-15,0 0 0 0,0-2-192 0,2 0-128 16,2 1 144-16,1-3-144 0,-1 0 0 15,4-1 0-15,0 0 0 0,1-2-160 0,1-1-96 0,2-3-32 16,-1 1 0-16,2-2 0 0,0-2 16 0,1 0 0 16,-2-2 0-16,1-1 0 0,1-2 144 0,-1 1 128 15,-1-2-192-15,0 0 192 0,-2 0 0 0,0 2 0 16,-2-5 0-16,0-1 0 0,-1-2 0 0,1 1 0 16,-1-1 0-16,-2-2 0 0,1 0-144 0,1 2 144 0,-4 1 0 15,1 0-144-15,-3 3 144 0,-2 0-208 0,1 4 80 0,-4 6 128 16,0 0-144-16,0 0 144 0,0 0 0 0,-5 5 0 15,-3 3 0-15,0 1 320 16,-1 3-32-16,0 1-16 0,1 1 128 0,1 1 32 0,0-1 0 0,1-1 0 16,4 0-144-16,2 0-32 0,2-1 0 0,1 2 0 15,1-4-256-15,4 2 0 0,1-1 0 0,4-1 0 16,-1-3 0-16,3-2 0 0,4-1 0 16,1-2 0-16,1-2 0 0,3-1 0 0,1-3 0 0,-2 0 0 15,2-2-128-15,0-2 128 0,-2-1 0 0,2 0-144 16,0-1 144-16,-1 0 0 0,0-6 0 0,-1 2-128 0,1-4-64 15,-3 0 0-15,-3-1 0 0,-1 1 0 0,-2-4-96 16,-2 2-32-16,-3 2 0 0,-1 2 0 0,-3 2 128 16,-1 1 32-16,-2 0 0 0,-2 4 0 0,-3 2 160 0,2 7 0 15,0 0 0-15,0 0 128 0,-5-4 192 0,5 4 32 16,0 0 16-16,0 0 0 0,0 0-128 0,0 0-32 16,0 0 0-16,-3 8 0 0,2 0-208 0,2 1 0 15,2 0 0-15,0 2 0 0,3 1 0 0,0-3 0 16,1 1 0-16,1 2 0 0,1 1-128 0,0 0 128 15,0 0 0-15,0 0 0 0,4-1-128 0,-1-1 128 16,0 1 0-16,-1 0 0 0,0-2-176 0,-1-1 176 16,1 1-160-16,-2-5 160 0,0 0-288 0,0 0 32 15,-1 0 16-15,0-1 0 0,-2 2-16 0,-1-4 0 16,-5-2 0-16,0 0 0 0,0 0 80 0,0 0 16 0,0 0 0 0,-8 5 0 16,-2 1 160-16,-4-4 0 15,-3-1 128-15,-3 1-128 0,1-2 240 0,-3 0-32 0,-3 0 0 0,1-2 0 16,1 0-208-16,1-1 128 15,-1 1-128-15,3-1 0 16,1-2-960-16,2 4-304 0,2-2-48 0,4 0-12528 0,5-1-2512 16</inkml:trace>
  <inkml:trace contextRef="#ctx0" brushRef="#br0" timeOffset="182012.34">22429 12386 27647 0,'0'0'2448'0,"0"0"-1952"0,0 0-496 0,3 6 0 0,-1 5 3264 0,4-1 544 16,3 1 112-16,2 3 32 0,5 4-2032 0,4 2-416 16,1-1-80-16,7 9-16 0,3 0-320 0,1 1-64 15,-1 1 0-15,3 3-16 0,-1 2-752 0,0 1-128 16,1 4-128-16,0 1 144 0,-1 1-144 0,-3 1 0 15,-3 0-160-15,-2 0 160 0,-3 1-336 0,-2-1 16 16,-6-2 16-16,-5 1 0 0,-4-2 64 0,-3 0 16 16,-4 1 0-16,-4-2 0 0,-3-4 224 0,-4-5 128 15,0 1 0-15,-4-3-128 0,-2-3 432 0,1-3-32 16,-1 1 0-16,4-7 0 0,-2-2-176 0,0-3-32 16,0-1-16-16,0 0 0 15,1-2-928-15,0-1-176 0,3-3-32 0,-3 0-13616 16,3 1-2704-16</inkml:trace>
  <inkml:trace contextRef="#ctx0" brushRef="#br0" timeOffset="182865.06">23661 13003 10127 0,'0'0'896'0,"0"0"-704"16,-2-4-192-16,-1 1 0 0,3 3 6480 0,0 0 1264 0,0 0 256 0,0 0 64 15,0 0-5168-15,0 0-1024 0,0 0-208 0,9-3-32 16,2 1-96-16,2-1 0 0,2 1-16 0,2-1 0 15,1-2-800-15,2 1-144 16,-2 0-48-16,4 0 0 0,2 1-272 0,2-2-64 0,3 0-16 0,1 0 0 16,2 1-176-16,1 0-224 15,1 0 48-15,2 1 16 16,2-3-1952-16,0 2-400 0,-2 1-80 0,-1 2-11360 0,-3-3-2288 16</inkml:trace>
  <inkml:trace contextRef="#ctx0" brushRef="#br0" timeOffset="183091.31">23579 13156 17503 0,'0'0'768'0,"0"0"176"0,0 0-752 0,0 0-192 16,0 0 0-16,0 0 0 0,9-2 5696 0,2-2 1120 15,2 0 224-15,4 0 32 0,2 0-4944 0,3 2-976 16,3-2-208-16,2 1-48 0,1 0-256 0,1 2-64 15,0 0-16-15,3 1 0 0,0-1-560 0,2 1 0 16,0 0 0-16,1 0-192 16,1 0-1584-16,1 0-304 0,2 0-64 0,1-3-16 15,-1 0-1552-15,-1-1-320 0</inkml:trace>
  <inkml:trace contextRef="#ctx0" brushRef="#br0" timeOffset="183376.72">24519 12946 26719 0,'0'0'2368'0,"0"0"-1888"16,0 0-480-16,0 0 0 0,0 0 2544 0,0 0 400 15,0 0 96-15,0 0 16 0,0 0-1344 0,8 4-272 0,0-2-48 0,1 2-16 16,0 1-544-16,1 0-96 0,-1-1-32 0,2 2 0 16,-1-2-528-16,1 3-176 0,-2-1 0 0,1 1 0 15,2-1 0-15,0-2 0 0,-2 3 0 0,1-2 0 16,-1 0 160-16,0 1-160 0,1-3 128 0,-1 1-128 15,-1 0 0-15,1-1-176 0,-10-3 16 0,7 4 0 16,-7-4 160-16,0 0-160 0,0 0 160 0,0 6-160 16,-3 1 160-16,-5-1 0 0,-4 3 0 0,-4-2 0 15,-3 0 0-15,-2-1 0 0,-1-2 0 0,0 1 128 0,-2-1 48 0,1 1 16 16,0 1 0-16,1-3 0 16,1 0-1232-16,3 0-240 0,1-2-64 0,4 2-17552 15</inkml:trace>
  <inkml:trace contextRef="#ctx0" brushRef="#br0" timeOffset="184262.31">26000 12695 13823 0,'0'0'1216'0,"0"0"-960"15,-1-4-256-15,1 4 0 0,0 0 5296 0,0 0 1008 16,-4 1 208-16,1 4 32 0,-1 6-3968 0,0-1-784 15,-2 6-176-15,1 2-16 0,-1 2 64 0,1 1 0 0,-3 0 16 0,3-1 0 16,0 3-976-16,0-3-208 16,1 0-48-16,1-4 0 0,2-2-256 0,0-1-64 0,1-3-128 0,1-2 192 15,2-1-368-15,-3-7-80 0,0 0 0 0,0 0-16 32,9-2-480-32,0-1-80 0,0-4-32 0,-3-2 0 15,2-2-32-15,0-2 0 0,0-2 0 0,0-3 0 16,-2-1 352-16,1 0 64 0,-2-2 16 0,2 1 0 0,-1-3 272 0,1 1 48 0,-1 1 16 0,1 0 0 15,-1 1 128-15,-1 3 0 0,1 3 128 0,-3 2-128 16,0 3 400-16,-3 9 16 0,1-5 0 0,-1 5 0 16,0 0 192-16,0 0 32 0,7 8 16 0,-1 0 0 15,1 3-112-15,1 4-32 0,1 0 0 0,0 4 0 16,1-4-288-16,2 4-64 0,1-1-16 0,0 0 0 0,3 3-144 16,2-4 0-16,2-3 0 0,1 4 128 0,-1-1-288 0,3 0-64 15,-1-1-16-15,-1-3 0 16,-2-3-272-16,-1 1-64 0,-2-2-16 0,-2 1 0 15,-2-3-96-15,-1-1-16 0,-5-2 0 0,-6-4 0 0,3 7 464 16,-3-7 96-16,0 0 16 0,-7 5 0 0,-2-1 128 0,-3 0 176 16,-2-1-48-16,-4 0 0 0,-3-3 96 0,-1 4 16 15,-3-1 0-15,-1 1 0 0,-3-1 16 0,0-1 16 16,-2 1 0-16,1-1 0 0,0 1-272 0,2 0-224 16,0-1 32-16,5 2 16 15,1 0-2768-15,2-4-544 0,-14 0-112 0,34 0-32 16</inkml:trace>
  <inkml:trace contextRef="#ctx0" brushRef="#br0" timeOffset="184527.34">26902 12478 43823 0,'0'0'1936'0,"0"0"416"0,0 0-1888 0,0 0-464 0,-5 3 0 0,1 0 0 15,0 3 752-15,-1 3 48 0,0 2 16 0,1 0 0 16,0 5 240-16,1 5 48 0,1 2 16 0,0 5 0 16,2 2-736-16,2 1-128 0,-2 0-48 0,2 3 0 15,2 1-208-15,0-1 0 0,0 0 0 0,0-4 0 0,0-1 0 0,0-2-208 16,-3-2 32-16,2-3 16 16,-1-2-1104-16,2-3-208 0,-2-3-64 0,-2-3 0 15,-3-4-832-15,0 0-160 16,-2-2-32-16,5-5-16 0,-6 0-1584 0,-2-3-304 0</inkml:trace>
  <inkml:trace contextRef="#ctx0" brushRef="#br0" timeOffset="184778.52">26415 12391 39455 0,'-19'-5'1744'0,"13"2"368"0,1 1-1696 0,-1-2-416 16,3-1 0-16,3 5 0 0,0 0 1344 0,0 0 176 15,0 0 32-15,7-2 16 0,5 2 96 0,2 2 32 16,3 3 0-16,4-4 0 0,3 0-848 0,3 3-160 0,4-2-48 0,5-1 0 16,1 0-128-16,5 2-48 0,5-3 0 0,4 1 0 15,2-1-240-15,2 0-48 16,0-1-16-16,1 1 0 0,1-4-160 0,1 1 0 16,0 3 0-16,0-2 0 15,-2-1-944-15,-3 2-160 0,-2 1-48 0,-5 0 0 16,-7 0-1984-16,-5 0-384 0,-6 0-96 0,-4 0-15664 0</inkml:trace>
  <inkml:trace contextRef="#ctx0" brushRef="#br0" timeOffset="185006.91">27420 12718 11055 0,'0'0'976'0,"0"0"-784"16,9 0-192-16,1 0 0 0,1-1 5456 0,1-2 1056 15,-1 1 208-15,2-2 32 0,-1 0-3504 0,0 1-704 16,-2-2-144-16,2 1-32 0,1 0-1216 0,-3 2-256 16,1-1-64-16,-1 2 0 0,-1 0-592 0,2-1-240 15,1 1 176-15,-2 0-176 0,0-2 0 0,0 2-336 16,-1-1 48-16,0 2 16 16,-1 0-1584-16,-2 2-304 0,-6-2-64 0,0 0-10128 15,0 0-2048-15</inkml:trace>
  <inkml:trace contextRef="#ctx0" brushRef="#br0" timeOffset="185938.83">27657 12671 4607 0,'0'0'400'0,"0"0"-400"0,0 0 0 0,0 0 0 16,0 0 5504-16,0 0 1008 0,0 0 208 0,0 0 32 0,0 0-3232 0,0 0-640 15,0 0-128-15,0 0-16 0,-5 0-640 0,-3 0-128 16,-1 2-32-16,0-2 0 0,0 0-848 0,-2 1-192 15,1 0-16-15,-1 2-16 0,0 0-288 0,-1 0-64 16,0 1-16-16,0 0 0 0,1 1-240 0,0 1-32 16,1-1-16-16,1 0 0 0,0 0-32 0,3 1-16 15,6-6 0-15,0 0 0 0,0 0-160 0,0 9 0 16,0-9 0-16,6 9 128 0,1 0-128 0,3-3 0 16,0 5 0-16,2-5 0 0,1-2 0 0,1 3 0 15,2-1 0-15,1 1 0 0,0-1 0 0,0 1 0 16,2-1 0-16,1 1 0 0,-1-1 0 0,1 1 0 15,-2 0 0-15,0-2 0 0,1 3 0 0,-3-1 0 16,0 2 0-16,-2-1 0 0,-2 1-128 0,-1-1 128 0,2 1 0 16,-4 2 0-16,-3-2 0 0,-2-3 0 15,-4-6 0-15,3 10 0 0,-4-1 0 0,-3 0 0 0,-2-3 0 0,-1 1 0 16,-3-1 128-16,-1 1-128 16,-2-1 192-16,-3 0-64 0,-1-1-128 0,-1-3 128 0,0 1-128 0,-3 1 128 15,-1-4-128-15,-1 3 0 16,1-3 0-16,1 0-176 15,-1-2-224-15,1 1-48 0,2-2-16 0,2 1 0 16,3 0-1904-16,3-3-384 0,5 0-80 0,3-3-10480 0,3-2-2080 0</inkml:trace>
  <inkml:trace contextRef="#ctx0" brushRef="#br0" timeOffset="187187.05">27913 12671 8287 0,'0'0'736'15,"9"2"-592"-15,-9-2-144 0,0 0 0 0,11 2 7264 0,0 2 1424 16,-3 1 272-16,0 3 64 15,-2 1-5856-15,-1 2-1184 0,0 2-224 0,-1 1-48 0,-1 2-464 16,1 1-96-16,0 0 0 0,0 0-16 0,-2 1-432 0,2-2-96 16,0-2-16-16,0 0 0 0,-1 2-208 0,1-3-64 15,1-4 0-15,0-1 0 0,-5-8-176 0,5 6-144 16,-1 1 192-16,3-4-192 0,-7-3 128 0,0 0-128 16,0 0 0-16,7-3 0 0,0-1 0 0,-2-2 0 15,-1-2 0-15,0-3 0 0,0 3 0 0,0-2 0 16,0-3 0-16,1 0-144 0,0-4 144 0,0 1-192 15,1-1 192-15,-1 0-192 0,0 0 192 0,2 1-160 16,-1 0 160-16,1 3-160 0,-2 2 160 0,0 5 0 16,0-1 0-16,0 1 0 0,-5 6 0 0,0 0 0 15,0 0 128-15,0 0-128 0,6 9 256 0,-2 3 0 16,0 3-16-16,-1-2 0 0,0 0 16 0,0 4 0 0,-1-2 0 0,0 0 0 16,0 1-256-16,2-2 176 15,0-1-176-15,1 0 160 0,2-5-160 0,-1 0 0 0,-1 0 0 0,2-4 0 16,-7-4 0-16,8 4 0 0,0-2 0 15,1 1-176-15,-3-7 176 0,2 1-128 0,0 0 128 0,1-3-128 16,-1-2 0-16,1-2 0 0,-1-2 0 16,1-1 0-16,1-1-64 0,1 1 0 0,-1-4 0 15,2 0 0-15,1 0-48 0,0 1-16 0,-1-1 0 0,-2 3 0 16,-1 2-32-16,-1 3-16 0,-1 5 0 0,-2-1 0 16,-5 5 96-16,0 0 16 0,0 0 0 0,0 0 0 15,0 0 192-15,2 12 0 0,0-2 0 0,-1 3 0 0,-2 2 0 16,2 0 160-16,2 2-160 0,-1 0 128 0,2-1-128 15,3 0 0-15,2-1 0 0,1 0 0 0,3-2 0 0,3-2 0 16,2-2 0-16,3-1 0 0,1 0 0 16,2-1 0-16,-2-2 0 0,0-1-176 0,1-3 176 15,1-1 0-15,-1 0 0 0,0-1 0 0,-3-5 0 0,0 0 0 16,-2-1 0-16,-2-2-128 0,0 3 128 0,-3-2 0 16,-2-2 0-16,0 0-128 0,-3-3 128 0,-3 3-128 15,-3-2 128-15,-2 0-128 0,-1 3 128 0,-3 2 0 16,-2 0-144-16,-2 2 144 0,-4 1 0 0,-1 4 0 15,0 0 0-15,-3 1 0 0,-2 4 192 0,-1-1 0 16,2 2 0-16,0 1 0 0,1 2-32 0,3 2 0 16,0-2 0-16,3-1 0 0,2 0-160 0,2-2 0 0,3 1 0 15,3-7 128-15,0 0-352 0,0 0-80 0,5 6-16 0,1-1 0 32,2-1-176-32,1-2-32 0,0-4-16 0,2 0 0 15,1 0-32-15,1 0-16 0,0-2 0 0,0-3 0 16,-2 0 64-16,2-3 16 0,0 0 0 0,-1 1 0 15,0-4 64-15,-3 2 32 0,1 1 0 0,1 1 0 0,-3-2 128 0,0 5 32 0,-3 1 0 0,-5 5 0 16,0 0 112-16,0 0 144 0,0 0-208 0,0 0 80 16,0 0 352-16,0 9 80 0,-2 1 16 0,2 1 0 15,2 2 128-15,0 0 16 0,2-1 16 0,2-1 0 16,0 1-128-16,3 0-32 0,0-3 0 16,4 0 0-16,2-1-128 0,2-2-16 0,-2 0-16 0,4-3 0 15,0-3 48-15,1 0 16 0,0 0 0 0,0-2 0 0,0-2-80 16,-1-1-16-16,1-2 0 0,-1 1 0 0,-3-2-128 15,-2-1 192-15,1-6-192 0,-2 1 192 16,0-2-192-16,-2-1 0 0,0-2 0 0,-1-1 128 16,-1-1-128-16,1-2 0 0,0-3 0 0,0 0 0 0,-1-3 0 0,-2 8 0 15,-2-1 0-15,-1 1 0 0,-1 2-128 0,-1 2 128 16,-2 1 0-16,-2 4 0 0,-2 3 0 0,-4 1 128 16,-2 7 0-16,-2 4 0 0,-1 3 240 0,-2 7 32 15,1 0 16-15,0 6 0 0,1 1-48 0,1 4-16 16,3 1 0-16,2 1 0 0,2 0-96 0,3 0 0 15,2-1-16-15,3 1 0 0,4 0-240 0,2 0 0 0,3-3 128 16,2 0-128-16,2-3 0 0,1-3 0 16,1-1 0-16,2-3-160 0,-1-3 160 0,2-3 0 15,0-2 0-15,-4-2-128 0,1-3 128 0,0-1 0 16,-1-3 0-16,3-3 0 0,1 1 0 0,1-4 0 16,1-1 0-16,7-8-128 0,0-3-64 0,-1-2-16 15,1-4 0-15,-3-2 0 16,-1-4-240-16,-1 0-64 0,-1-2 0 0,-2 1 0 15,-3-1 64-15,-2 4 0 0,-2 1 0 0,-4 2 0 0,-2 3 128 0,-3 4 16 0,-5 5 16 0,-1 6 0 16,-5-2 288-16,-2 7 0 0,-2 4 176 16,-3 5-176-16,-1 5 592 0,0 4 16 0,-1 3 0 15,-2 5 0-15,2 2-32 0,0 1 0 0,2 2 0 0,3 1 0 16,1 0-32-16,4 0-16 0,3-1 0 0,3 1 0 16,4 2-176-16,1-2-32 0,3-2-16 0,0 0 0 15,2-1-144-15,1-4-32 0,1-1 0 0,2-4 0 16,3 1-128-16,1-1 128 0,-1-5-128 0,2-1 128 15,0-2-688-15,1-2-144 0,2-1-16 16,-1-3-16-16,-1-3-1952 16,2-3-400-16</inkml:trace>
  <inkml:trace contextRef="#ctx0" brushRef="#br0" timeOffset="203925.6">4440 3904 24879 0,'16'-25'2208'0,"-2"12"-1760"15,5 0-448-15,0 5 0 0,0 2 352 0,1 2-16 16,4 1 0-16,2 1 0 0,3 2-336 0,7 0-128 15,7-2 0-15,5-2 0 0,3-2-96 0,4-2-16 16,-3 0 0-16,4 2 0 0,4-1 240 0,7 2 240 16,4-2-48-16,8 2-16 0,3 0 224 0,2-1 48 0,1-2 16 15,4 0 0-15,3 0-208 0,5 0-32 0,2-5-16 0,-3 3 0 16,-2-1-208-16,-1 2 176 0,-1-1-176 16,0-1 160-16,-2 1-160 0,-7 1 0 0,-9 1 0 0,-5 0 0 15,-5-1 0-15,-4 2 0 0,-1 2 0 0,-4 3 0 31,-4-2-512-31,-7 1 0 0,-6 3 16 0,-10 0 0 16,-5 0-1792-16,-8 0-352 0,-2 3-80 0,-13-3-16 0</inkml:trace>
  <inkml:trace contextRef="#ctx0" brushRef="#br0" timeOffset="204324.25">4929 3998 17503 0,'-48'4'1552'0,"18"-2"-1232"0,-4 1-320 0,3 2 0 0,2 3 800 0,3 1 96 16,3-1 32-16,4 0 0 0,5-2-560 0,4 1-112 15,3-1-32-15,7-6 0 0,0 0 16 0,0 0 0 16,12 7 0-16,5-5 0 0,5 2 592 0,5-4 128 16,5 2 32-16,6-4 0 0,7-3-48 0,3-1-16 15,5-2 0-15,5-1 0 0,5 1-256 0,8-4-48 16,8 0-16-16,3-1 0 0,3-2-32 0,1 0 0 15,1 4 0-15,3 0 0 0,1 2-112 0,0-3-16 16,-1-1-16-16,-2 3 0 0,-4 1-240 0,0 1-64 16,-3-1 0-16,-3 2 0 0,-4 1-128 0,-5-2 0 0,-5 1 144 15,-4 2-144-15,-5-3 0 0,-4 3-192 0,-4 3 32 0,-2 0 0 16,-2-4-16-16,-3 0 0 0,-7 0 0 0,-3 1 0 16,-2 1 176-16,-5 1 0 0,-2-1-144 0,-4 2 144 15,-4-2 0-15,-2 1 0 0,-11 3 0 0,0 0 0 16,0 0 0-16,0 0 0 0,0 0 0 0,0 0 0 15,0 0-160-15,0 0 160 0,0 0 0 0,0 0-144 16,0 0-192-16,-8 0-48 0,-5 1 0 0,1 5-9536 16,2-2-1904-16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16T19:18:54.14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2228 3149 26719 0,'0'0'2368'0,"-10"-1"-1888"16,-1 1-480-16,11 0 0 0,-10 2 2944 0,10-2 512 16,0 0 80-16,0 0 32 0,0 0-2400 0,0 0-464 0,0 0-112 0,0 0-16 15,0 0 384-15,13-1 64 0,1 0 0 0,4-1 16 16,2 0-400-16,5 1-96 0,2-3-16 0,4-2 0 15,3-3-288-15,1 1-64 0,3 1-16 0,1 1 0 16,3 3-160-16,-1-4 0 0,-4-2 0 0,0 4-176 16,-1 1-1328-16,0 0-272 0,-5 0-48 15,-9 1-11184-15,0 2-2240 0</inkml:trace>
  <inkml:trace contextRef="#ctx0" brushRef="#br0" timeOffset="212.87">2272 3319 41183 0,'-19'3'1824'15,"7"3"368"-15,2 1-1744 0,-1-1-448 0,11-6 0 0,-6 5 0 0,6-5 320 0,0 0-32 16,-3 9 0-16,3-9 0 0,0 0 560 0,11 7 112 16,2-6 32-16,2 1 0 0,5 2-544 0,2-4-96 15,4-4-32-15,5 2 0 0,4 1-48 0,3-6-16 16,1-1 0-16,6 0 0 0,3 1-256 0,2-5 0 0,0-1 128 0,0 1-128 31,-2-5-1312-31,0 1-320 0,2 0-64 0,-15 3-11488 0,4-3-2304 0</inkml:trace>
  <inkml:trace contextRef="#ctx0" brushRef="#br0" timeOffset="499.42">3253 3107 13823 0,'0'0'608'0,"-12"-1"128"0,-4 0-592 0,3 2-144 0,13-1 0 0,-9 3 0 16,0-3 5616-16,9 0 1088 0,0 0 208 0,0 0 64 0,0 0-4480 0,0 0-896 15,0 0-192-15,0 0-16 16,0 0-560-16,0 0-128 0,13 1 0 0,1 3-16 16,2 1-384-16,0-1-80 0,-1-7-16 0,4 2 0 0,2 0-208 0,-1-1 144 15,1 2-144-15,-6 3 128 0,0 1-128 0,2-1 0 16,0 1 0-16,-1-2 0 0,2 3 0 0,-1 1 0 16,-3-1 0-16,5 1 0 0,-4 1 0 0,-3-1 0 15,-3 1 0-15,-9-7-176 0,0 0 176 0,3 9 0 16,-3 0 0-16,-2 2 0 0,-2-5 0 0,-2 2 128 15,-4-2-128-15,-2 4 128 0,-1 0-128 0,-2-1 144 16,1 0-144-16,0 0 160 0,1 0-160 0,1 1-192 16,0 0 32-16,4-1-13888 15,3-2-2784-15</inkml:trace>
  <inkml:trace contextRef="#ctx0" brushRef="#br0" timeOffset="877.41">4554 3029 44175 0,'-9'-12'1952'0,"5"8"416"0,-1-2-1904 0,-2 2-464 0,7 4 0 0,0 0 0 15,0 0 336-15,0 0-16 0,0 0-16 0,-1 12 0 0,1 2 208 0,0 3 64 16,1 3 0-16,2 3 0 0,-1 3 256 0,2 3 48 16,1 1 16-16,2 2 0 0,-1 2-384 0,2-1-64 15,0 1 0-15,0 1-16 0,0-2-304 0,-2-3-128 16,1 0 128-16,-2-3-128 0,-1-1 0 0,0-3 0 15,-2 0-224-15,1 1 80 16,0-3-464-16,-2-2-96 0,0-6 0 0,-1-4-16 16,0-9-1088-16,0 0-224 0,0 0-32 0,0 0-16 15,-8-3-656-15,2-1-128 0,-2-6-16 0</inkml:trace>
  <inkml:trace contextRef="#ctx0" brushRef="#br0" timeOffset="1135.76">4457 3016 30399 0,'-4'-9'2704'0,"1"2"-2160"16,3 7-544-16,0 0 0 0,-2-11 3392 0,4-1 576 16,0 0 128-16,3 3 0 0,-5 9-2672 0,12-6-528 15,0-1-128-15,1 2 0 0,3 1-32 0,2-3 0 16,3 2 0-16,1 1 0 0,3 2-528 0,1-1-208 0,1 3 176 0,2 3-176 16,-1 1 0-16,2 1 0 0,-1 1 0 0,-3 3 0 15,-4-2 0-15,-2 2 0 0,-2 0-144 0,-5 4 144 16,-1 3-272-16,-3 1 32 0,-4 1 16 0,-2 0 0 15,-3 2 48-15,-4-1 16 0,-5 4 0 16,-3 0 0-16,-4 1 160 0,-1-1-128 0,-1-3 128 0,-3-2-128 16,-2-4-192-16,-1 1-16 0,1-5-16 0,2-1 0 15,2-1-2032-15,2-2-416 0,1 0-80 0,2-5-15392 16</inkml:trace>
  <inkml:trace contextRef="#ctx0" brushRef="#br0" timeOffset="1588.02">4928 2963 23951 0,'0'0'2128'0,"0"0"-1696"16,0 0-432-16,0 0 0 0,12 2 4016 0,0 3 720 16,-2 2 128-16,0-1 48 0,0 4-3088 0,0 1-608 15,-1 2-128-15,-2-2-32 0,-1 2 112 0,2 2 32 16,0 0 0-16,-2 3 0 0,1 2-496 0,-1-2-112 16,0-2-16-16,-1 0 0 0,-1 1-224 0,-2-1-48 15,0-3-16-15,-1-1 0 0,-1-2-96 0,-1-1-32 16,1-9 0-16,-3 7 0 0,3-7-32 0,-5 6-128 15,0-2 192-15,-3 2-64 0,8-6 0 0,-9 0-128 16,-1-4 192-16,3-2-64 0,0 3-128 0,1-8 128 16,-1-1-128-16,3 1 128 0,2-4-128 0,0 0 0 0,2-1 0 0,4-5 0 15,1-1 0-15,1 8-192 0,3-2 32 16,1 0 16-16,2-3-64 0,1-1-16 0,1 2 0 0,1 0 0 16,0 1 0-16,0 4 0 0,0 1 0 0,2 2 0 15,0 0 96-15,0 4 128 0,0 1-208 0,0 3 80 16,-3 0 128-16,1 4 0 0,-2 1 0 0,0 1-128 15,-2 0 128-15,1 1 0 0,-3 2 0 0,-1 2 0 16,-1 0 0-16,-1 1 128 0,-1-1-128 0,-1 1 0 0,0 0 176 16,-1-2-48-16,-1-2 0 0,-2-6 0 0,2 8-128 0,0 0 0 15,0-2 144-15,-2-6-144 0,0 0 0 0,0 0 144 16,0 0-144-16,0 0 0 0,0 0 128 0,0 0-128 16,0 0 0-16,0 0 0 0,0 0 0 0,0 0 0 15,0 0 0-15,0 0 0 0,0 0 0 0,0 0 0 16,0 0-176-16,1-5 176 15,0-1-768-15,1 1-64 0,-2 5 0 0,1-7 0 16,-1 7-2112-16,0 0-448 0</inkml:trace>
  <inkml:trace contextRef="#ctx0" brushRef="#br0" timeOffset="2037.57">5676 2989 32703 0,'0'0'1456'0,"0"0"288"0,0-6-1392 0,-1 0-352 0,-2-4 0 0,2 2 0 16,1 8 1648-16,-4-7 256 16,-1 2 48-16,0 0 16 0,-2 1-16 0,-1 1 0 0,-1 2 0 0,0 2 0 15,-1 4-800-15,-2 3-144 16,0 4-48-16,-1 0 0 0,-1-1-144 0,0 3-48 0,-1 2 0 0,1 0 0 15,0 2-192-15,1 1-64 0,2-2 0 0,2 0 0 16,1-2-320-16,3 1-192 0,1-2 192 0,3 0-192 0,1 0 0 0,2-1 0 16,2-2 0-16,4 1 0 15,3-5-224-15,0 0 0 0,2-1 0 0,3-1 0 16,1 0-112-16,1-1-32 0,2-1 0 0,-1-3 0 16,1 0-208-16,-1 0-32 0,0-3-16 15,-1 0 0-15,-1 1-208 0,-2-3-32 0,1-2-16 16,-2-1 0-16,-1-1-144 0,-2-1-16 0,-3-1-16 15,-2-2 0-15,-1-1-96 0,-1-2 0 0,-2 1-16 16,-4-1 0-16,-3 2 592 0,-1-3 128 0,-3 0 32 0,-1 1 0 16,-1-2 608-16,-2 2 112 0,-2 2 16 0,0 2 16 0,-2 2 64 0,0 2 16 15,-2 0 0-15,3 1 0 0,0 2-416 0,2 1 128 16,1 0-128-16,2 3 0 16,2 1-976-16,9 0-288 0,0 0-48 0,0 0-9984 15,0 0-2000-15</inkml:trace>
  <inkml:trace contextRef="#ctx0" brushRef="#br0" timeOffset="3582.02">6097 2967 12895 0,'0'0'576'0,"2"-7"112"0,-4-2-560 0,2-2-128 15,0 1 0-15,-2 1 0 0,1 0 5232 0,-2 1 1008 0,-1-4 208 0,-1 4 32 16,-2 2-3712-16,0 2-736 0,-3 1-160 0,0 5-16 15,-2 0-576-15,-1 3-128 0,-1 3 0 0,-2 3-16 16,1 0-112-16,-1 4-32 0,0 3 0 0,-2 2 0 0,0 0-192 16,1 4-32-16,1-4-16 0,3 0 0 15,4 1-432-15,4-1-96 0,1-1-16 0,4 0 0 0,2-1-208 0,4-1 0 16,2-3 0-16,3-1-160 0,4-2-160 16,2-1-16-16,1-3-16 0,1-5 0 15,1 2-336-15,1-4-64 16,0-3-16-16,1 0 0 0,1-4-48 0,1 1-16 0,-1-5 0 0,1 1 0 15,-2-3 96-15,-1-2 16 0,-2 0 0 16,1-1 0-16,-2-2 368 0,-1 1 80 0,-3 0 16 0,-1 0 0 0,-1-1 112 0,-1 2 144 16,-4-4-208-16,0 5 80 0,-2 2 128 0,-1 1 144 15,-3 0-16-15,-1 2-128 0,-1 1 480 0,-2 2-16 16,-1 2 0-16,4 5 0 0,-5-4-16 0,0 3 0 16,-3 1 0-16,2 2 0 0,-1 4-192 0,1 1-32 15,-1 6-16-15,1-1 0 0,-1 3-16 0,2 1 0 16,1 0 0-16,1 2 0 0,2 1-192 0,2-1 144 15,3 0-144-15,3 0 128 0,-1 1-128 0,5-2 0 16,2-3 0-16,4-1 0 0,2 0-256 0,2-5 80 16,1 0 16-16,2-3 0 0,1-3-32 0,-1-2-16 0,0-1 0 0,1-1 0 15,-3-4 32-15,-1 0 16 16,-1-2 0-16,1-4 0 16,0 1-224-16,-1-2-64 0,-2-3 0 0,0 2 0 15,-1-3-320-15,0-3-64 0,-1-1 0 0,-1 0-16 16,-2 2-272-16,-1 0-48 0,-1 3-16 0,-2-1 0 15,-1 1 560-15,-2 2 112 0,-1 3 32 0,-1 2 0 0,-2 1 768 0,-1 2 160 0,0-1 16 0,-1 7 16 16,0 0 464-16,0 0 80 0,0 0 32 0,0 0 0 16,0 0-416-16,-1 9-64 0,0 2-32 0,1 0 0 15,1 3-176-15,0 0-48 0,2 0 0 0,-1 1 0 16,2 1-112-16,1-1-16 0,2 0-16 0,-1-1 0 16,1 0-176-16,0 1 160 0,-2 1-160 0,1-2 160 0,2 1-160 15,0-2 0-15,0-1 144 0,0-1-144 0,-2 0 128 0,2-2-128 16,-2-3 128-16,1 1-128 0,-1-2 208 0,1-1-16 15,-7-4-16-15,9 1 0 0,-1-1 144 0,0-1 48 16,0-3 0-16,2-1 0 0,3-3-240 0,0-1-128 16,0-1 160-16,0-3-160 0,1-2 0 0,1 0 0 15,-1-1 0-15,-1-4-160 0,0-2-160 0,0 0-48 16,-1-5 0-16,0 2 0 16,-1 0-144-16,1 2-48 0,-1-2 0 0,-1 1 0 0,-1 1 240 15,-1 2 32-15,-1 1 16 0,-2 5 0 0,-1 2 272 0,0 2 0 16,-2 4 128-16,1 0-128 0,-2-1 512 0,-1 8 0 15,1-5 0-15,-1 5 0 0,0 0 0 0,0 0 0 16,0 0 0-16,0 0 0 0,0 0-192 0,0 0-16 16,0 0-16-16,3 8 0 0,0 1-112 0,1 1-32 15,-1 1 0-15,3 1 0 0,0-2-144 0,1 0 128 16,-1 1-128-16,1-1 128 0,1 2-128 0,-1 1 0 16,1-1 0-16,0-1 0 0,1 1 0 0,0 1 0 0,-1 2 0 15,0-1 0-15,0-4 0 0,0 2 0 0,1 0 0 0,-3 0 0 16,-1-1 0-16,1 0-176 0,-1 0 176 0,-1-4-128 15,0 0-64-15,0-2 0 0,-4-5 0 0,0 0 0 16,0 0-80-16,0 8-32 0,0-8 0 0,0 0 0 16,0 0 16-16,0 0 0 0,0 0 0 0,-6 3 0 15,1 0 32-15,0 1 16 0,-2-4 0 0,1 3 0 16,-2 0 48-16,0-1 0 0,0 0 0 0,8-2 0 16,-6 3 192-16,6-3 0 0,0 0 0 0,0 0 0 0,0 0 0 0,0 0 0 15,0 0 0-15,0 0 0 0,0 0 0 0,10 1 160 16,3-1-160-16,3-1 192 0,1-3-192 0,3 1 128 15,0-3-128-15,4-1 128 0,3-2-128 0,-1-1 0 16,0-1 0-16,0-2 128 0,1-1-128 0,-3-2 0 16,0 0 0-16,1-3 0 0,-1 1 0 0,0-2 128 15,-2 1-128-15,-1-2 0 0,-2 1 128 0,0 2-128 16,-5 1 128-16,0 3-128 0,-3 2 128 0,-1 3-128 16,-6 1 0-16,0 2 128 0,-4 6-128 0,0 0 192 15,-4-4-192-15,-4 4 192 0,-2 4 144 0,-2 2 48 16,-2 5 0-16,-2 2 0 0,0 1 0 0,1 2 16 15,0 2 0-15,2 0 0 0,0 2-80 0,3-1 0 16,1 1-16-16,4-1 0 0,2-3-304 0,4 1 160 16,2 1-160-16,3-2 128 0,2-3-128 0,4-3 0 15,4 0 0-15,2-4-176 0,3-1 0 0,2 0 0 16,1-3 0-16,0-4 0 0,1-1-144 0,1-4-16 16,2 1-16-16,-1-5 0 0,2 2 0 0,-1-5 0 15,0-2 0-15,-2-1 0 0,-1-1 16 0,-1-2 0 16,-3-2 0-16,0-3 0 15,-3-1-176-15,-1 1-48 0,-1-2 0 0,-2 0 0 0,-2-2 224 0,-2 3 32 0,-2 1 16 16,-1 3 0-16,-3 1 480 0,-2 3 80 0,0 1 32 0,0 5 0 16,-2 2 400-16,-1 2 96 0,0 3 16 0,-1 0 0 15,2 5-112-15,0 0-32 0,0 0 0 0,0 0 0 16,0 0-240-16,0 0-48 0,-4 9-16 0,3 2 0 0,0 1-128 16,2 2-32-16,3 2 0 0,5 0 0 15,2 1-208-15,2 1 176 0,1 0-176 0,2 3 160 0,-1 0-160 0,2 1 0 16,1 2 0-16,-1-1 128 0,0 0-128 0,0 2 0 15,-1-1 0-15,-2-1 0 0,-1-2 0 0,-1 0 0 16,-5-2 0-16,-1 2 0 0,-1-2 0 16,1-1 0-16,-6-3 0 0,-2-2 0 0,-2 1 128 0,-2-4-128 15,-2 3 128-15,-2-4-128 0,-1-1 192 0,-2 1-64 16,-4-1 0-16,-1 1 0 0,0-5 0 0,-3 1-128 16,-3-2 192-16,0-1-64 0,-4 1-128 0,2-2 0 15,0 1 0-15,-1-2 0 16,-3 1-1312-16,0-1-144 0,-2 0-16 0,-2-1-20240 15</inkml:trace>
  <inkml:trace contextRef="#ctx0" brushRef="#br0" timeOffset="4201.07">5872 4823 31791 0,'-12'1'1408'0,"12"-1"288"0,-8 2-1360 0,8-2-336 15,-7 0 0-15,7 0 0 0,0 0 848 0,0 0 112 16,0 0 0-16,0 0 16 0,0 0 672 0,15 1 128 15,5 2 16-15,2-3 16 0,5 1-640 0,1-1-128 0,0-1-16 16,-3 1-16-16,5 0-480 0,5-3-80 0,4 2-32 0,7-1 0 16,4 1 32-16,4-3 0 0,5 2 0 0,2-1 0 15,1 0-208-15,1-1-48 0,3 0 0 0,0 1 0 16,2-3-192-16,1 2 0 0,-1 1-192 0,-4-3 192 31,-4 2-864-31,-4 0-64 0,-3 1-16 0,-5 1 0 0,-3 0-1232 16,-5-1-256-16,-3 0-64 0,-5 1 0 0,-3-1-1136 0,-4 1-224 15,-6-1-48-15</inkml:trace>
  <inkml:trace contextRef="#ctx0" brushRef="#br0" timeOffset="4501.1">7359 4641 15663 0,'0'0'1392'0,"-7"-3"-1120"0,-2-1-272 0,-1 1 0 0,3 2 4864 0,-1 0 896 16,1 1 192-16,7 0 48 0,0 0-3760 0,0 0-736 15,0 0-160-15,0 0-16 0,0 0 80 0,0 0 32 16,0 0 0-16,0 0 0 0,0 0-704 0,0 0-144 15,0 0-16-15,7 8-16 0,-1-1-240 0,2 0-64 16,1 1 0-16,2-2 0 0,2 0-112 0,1 0-16 16,2 2-128-16,-1 1 192 0,1-3-192 0,1 2 0 15,0 0 128-15,1-1-128 0,0 0 0 0,1 0 0 16,-1-3 0-16,-2 1 0 0,-3 2 0 0,-2-1 0 0,0 1 0 16,-3 0 0-16,-2-3-128 0,-1 3 128 15,-1-1 0-15,-4-6 0 0,1 8 0 0,-2 0 0 16,-3 0 0-16,0-2 0 0,-1 1 0 0,-1-1 0 15,-6 2 0-15,-1-1 0 0,-3-1 0 0,-1 1 0 0,-1-2 0 0,-2 2 0 16,-2 0 0-16,-1 3 0 0,-2-1 0 16,2 0 0-1,-1-3-896-15,1 2-160 0,-1-1-32 0,2 0-13200 0,1 4-2640 0</inkml:trace>
  <inkml:trace contextRef="#ctx0" brushRef="#br0" timeOffset="6584.15">8333 4609 11055 0,'0'0'976'16,"8"-4"-784"-16,-8 4-192 0,9-8 0 0,0 2 4224 0,-1-1 816 16,0-2 144-16,-1 0 48 0,-2 0-3248 0,-3 0-656 15,-2 9-128-15,3-10-32 0,-2 0 288 0,-1 1 48 16,0 1 16-16,0 8 0 0,-5-6-752 0,5 6-128 16,-9-4-48-16,-1 3 0 0,-2 1-160 0,-3 5-48 15,-1 1 0-15,-1 5 0 0,-3 3 0 0,0 4 0 16,0 2 0-16,-1 0 0 0,-1 0-96 0,1 0-32 15,1-2 0-15,5 2 0 0,1 2-256 0,4-5 128 16,-2-1-128-16,6-3 0 0,2 1 0 0,3-4 0 16,1-10 0-16,0 0 0 0,5 9-208 0,-5-9-48 15,12 7-16-15,-1-6 0 0,0-2-80 0,0-2-16 0,2-1 0 0,2-3 0 32,0-2-64-32,4-3-16 0,0-3 0 0,1-1 0 15,-2-1 32-15,0 0 0 0,1 4 0 0,0-2 0 0,-1 0-32 16,-1 2-16-16,-2 1 0 0,-1 3 0 0,-1 2 224 0,-3 5 48 0,-10 2 16 0,12 3 0 15,-3 3 368-15,-2 5 80 0,-6 5 16 0,0 8 0 16,-2 6 512-16,0 3 96 0,0 4 32 0,-2-1 0 16,-1-2-48-16,0 2-16 0,2 4 0 0,-1-1 0 15,0-5-560-15,1 2-112 0,-1 4-32 0,0-8 0 0,1-2-160 16,-1-2 0-16,1-2 144 0,0 0-144 0,0 0 0 16,-1-1 0-16,1-3-192 0,-1-1 64 15,-2-3-432-15,0-3-80 0,-1 0 0 0,2-3-16 16,4-12-1136-16,-5 9-240 0,5-9-32 15,0 0-16-15,0 0-1424 0,-9 1-272 0,-1-5-64 0,2-6-16 0</inkml:trace>
  <inkml:trace contextRef="#ctx0" brushRef="#br0" timeOffset="7853.57">8206 4982 23039 0,'0'0'1024'0,"0"0"192"0,0 0-960 0,0 0-256 0,0 0 0 0,0 0 0 16,0 0 4256-16,0 0 800 0,0 0 176 0,13 0 16 15,0-3-3648-15,0 1-720 0,0 1-160 0,2-3-16 16,4 1-32-16,0-2 0 16,1 1 0-16,1-3 0 0,-1 0-384 0,1-6-80 0,0-2-16 0,1 2 0 15,3 0-192-15,1 0 144 0,-1 0-144 16,0-4 128-16,-2-2-128 0,-1-1-176 16,-2-3 48-16,-1-4 0 15,1 4-336-15,-2-3-64 0,1 1-16 0,-6 3 0 16,-3-4-176-16,-1 4-48 0,-2 1 0 0,-2 4 0 0,-1 1 352 0,-2 5 64 0,1 1 16 0,-3 10 0 15,0 0 336-15,0 0 192 0,0 0-32 0,-9 7 0 16,1 1 224-16,2 4 32 0,-1 2 16 0,0 4 0 0,1 3 80 16,1-1 32-16,0 0 0 0,1 3 0 0,1 0-128 15,2-2-32-15,1 1 0 0,2-4 0 0,1 1-240 0,1-5-144 16,1-2 160-16,3-2-160 0,1-3 0 0,1-2 0 16,2-4 0-16,1 0 0 0,0 1-192 0,-2-2-48 15,2-3 0-15,0-2 0 0,1-2-96 0,0 0-32 16,2-5 0-16,-2-1 0 0,1 1 112 0,-1-5 32 15,0-1 0-15,1-2 0 16,-2-1-336-16,0 1-64 0,-1 0-16 0,-1-2 0 16,1 1-176-16,-4-1-32 0,0 2-16 0,-2 2 0 15,1 0 272-15,-2 3 48 0,-1 4 16 0,-2 2 0 0,0 1 528 0,-2 8 224 16,0 0-16-16,0 0 0 0,0 0 416 0,0 0 80 16,0 0 0-16,1 11 16 0,0 0-48 0,1 3-16 0,-1 4 0 15,2-1 0-15,1 3-160 0,2 0-48 16,3-2 0-16,2 0 0 0,-1 2-192 0,3-3-64 15,3-1 0-15,1-4 0 0,1 0-192 0,0-3 176 16,0-2-176-16,1-2 160 0,-1-3-32 0,0 1 0 16,0-3 0-16,1-3 0 0,-1 0-128 0,-1-3 0 0,-1-2 0 15,-1-2 128-15,-1 0-128 0,1-3-256 0,-2-2 64 0,-1 1 16 16,-3 0-160-16,-3-2-48 0,-1 0 0 0,-1-1 0 16,-1-1 16-16,-3 1 0 0,-1 1 0 0,-5 5 0 15,1 4 240-15,-4 3 128 0,-3 3-160 0,-1 5 160 16,-2 0 192-16,-1 5 144 0,-1 4 32 0,0 4 0 15,2-3 352-15,-1 5 80 0,2-1 16 0,2 0 0 16,1-1-176-16,4 0-48 0,0-1 0 0,3-3 0 16,4-3-336-16,1 0-80 0,2 0-16 0,2-4 0 0,3-2-160 15,1-1 0-15,2-2 0 0,0-1-176 16,2-3-96-16,2-1-32 0,2-2 0 0,-2-2 0 16,1-2-144-16,0-2-48 15,-1-1 0-15,1-1 0 0,0-2-144 0,-1-1-16 0,0 0-16 0,-1-1 0 16,-1 1-192-16,0 0-32 0,0-1-16 0,-1 2 0 15,-3-2 112-15,-1 2 32 0,-3 3 0 0,-3 4 0 16,1 2 560-16,-3 7 208 0,0 0-144 0,0 0 144 0,-5 7 464 0,-2 3 176 16,1 5 48-16,-2 0 0 0,0 4 288 0,2 0 64 15,0 2 16-15,3-3 0 0,0 2-336 0,0-1-64 16,5 0-16-16,0-2 0 0,2-3-368 0,3-1-80 0,2-4 0 16,1 1-16-16,2-3-176 0,2-4 0 15,3 1 0-15,0-4 0 0,1-4-176 0,1 1-16 16,0-2 0-16,2-3 0 0,-1-2-64 0,-1-2-32 15,2-1 0-15,-4-2 0 0,-1 0 32 0,-2-1 0 0,0-3 0 0,-1-1 0 32,-1 0-160-32,-1 0-32 0,-2-1 0 0,-1-1 0 15,-2-1 16-15,-1 3 0 0,-1 0 0 0,-1 4 0 0,-1 3 432 0,0 3 0 16,-2 1 0-16,-2 2 0 0,2 7 352 0,0 0 48 0,-2-4 16 0,2 4 0 16,0 0 32-16,-3 7 16 15,1 1 0-15,0-1 0 0,1 1-208 0,1 0-32 0,0 3-16 0,0-1 0 16,1 0-208-16,2 1 0 0,2-2 0 0,0 1 0 15,2 1 0-15,1 1 0 0,2-5 0 0,-1 4 0 16,2 1 0-16,-1-1-192 0,0 1 192 0,1-2-208 16,-1-2-160-16,-1 0-16 0,1 0-16 0,-3 0 0 0,0 0 0 0,-1-1 0 15,-6-7 0-15,6 8 0 0,-6-8 208 0,2 7 64 16,-2-7 0-16,0 0 0 0,0 0 128 0,2 8 0 16,-2-8 0-16,0 0 0 0,0 0 0 0,0 0 192 15,0 0-64-15,0 0 0 0,0 0 48 0,0 0 16 16,0 0 0-16,7-3 0 0,1-2 16 0,1-3 16 15,0-1 0-15,2-3 0 0,2-1-224 0,0 0 128 16,1 0-128-16,2-4 0 0,1-1 0 16,0-1 0-16,1 3 0 0,-1-3 0 0,-3 0 0 0,1 0 0 15,-2 5 0-15,-1 4 0 0,-1 3 144 0,1 2-16 16,-3 2 0-16,-1 3 0 0,-8 0 512 0,5 9 80 16,-1 5 32-16,-1 0 0 0,-2 0 64 0,0 3 16 15,1 4 0-15,-1 0 0 0,1-2-304 0,1 1-48 16,0-2-16-16,-1-1 0 0,1 1-464 0,1-3 0 15,-2-1 0-15,2-2 0 16,-1-2-848-16,0-2-224 0,-3-8-32 0,3 7-16 16,1-1-2064-16,-4-6-400 0,0 0-96 0</inkml:trace>
  <inkml:trace contextRef="#ctx0" brushRef="#br0" timeOffset="7989.59">10314 4217 9215 0,'0'0'400'0,"0"0"96"0,0 0-496 0,0 0 0 0,0 0 0 0,0 0 0 16,0 0 6080-16,0 0 1136 0,-2 9 208 0,4 1 64 16,0-2-7872-1,2 1-1552-15,0 0-320 0</inkml:trace>
  <inkml:trace contextRef="#ctx0" brushRef="#br0" timeOffset="8141.67">10520 4523 41519 0,'0'0'1840'0,"0"0"384"0,0 0-1776 16,10-1-448-16,3-2 0 0,2 1 0 0,-1 0 448 0,1 0 0 16,2-3 0-16,3-1 0 0,0 2-192 0,0-2-48 15,4-1 0-15,-1 1-13120 16,2-1-2624-16</inkml:trace>
  <inkml:trace contextRef="#ctx0" brushRef="#br0" timeOffset="8721.49">11035 4545 35935 0,'0'0'3200'0,"0"0"-2560"15,9 3-512-15,1-2-128 0,2-1 1904 0,1-1 352 16,1-2 80-16,1 1 16 0,-1-2-816 0,2 0-144 16,1-1-48-16,1-2 0 0,0-2-624 0,2 0-128 0,-3-2-16 0,2 0-16 15,2-2-560-15,0-2 0 0,-3 0 0 0,-1 0 0 31,-3 2-448-31,-2 0-64 0,-1 0 0 0,-5 0 0 16,-1 0 16-16,-2 1 0 0,-4 3 0 0,-2 0 0 0,-2 3 48 16,-3 2 16-16,-2 2 0 0,-3 2 0 0,-3 0 144 0,-1 3 32 0,-1 2 0 0,-2 4 0 15,-3 3 256-15,0 3 256 0,3 1-64 0,0 1 0 16,2-2 224-16,2 0 32 0,3 1 16 0,4 0 0 0,1 2-208 0,4-5-32 16,2 0-16-16,2 0 0 0,2 1-208 0,3 1 0 15,2-4 0-15,5 0-160 0,5-1-192 0,1-1-32 16,3-5-16-16,1 2 0 15,1-3-192-15,2-1-48 0,0-1 0 16,1-2 0-16,-1-2-224 0,2-1-48 0,-2-1-16 16,1-1 0-16,3-1-144 0,-2-1-16 0,2-1-16 0,-2-3 0 15,-1-1-272-15,2-1-48 0,-2 1-16 0,0-5 0 16,-3-1 96-16,-1 1 0 0,1 0 16 0,-4-3 0 16,-1 2 512-16,-2-1 112 0,-4 2 0 0,-2 1 16 0,-3 1 688 15,-3 2 176-15,-2 2 16 0,-2 2 0 0,-1 0 1216 0,-2 4 240 16,-2 1 48-16,0 2 16 0,-2 3 80 0,0 1 32 15,-1 3 0-15,0 3 0 0,1 2-672 0,1 3-144 16,-2 3-32-16,2 1 0 0,2 5-304 0,0-2-64 16,0 5-16-16,1 1 0 0,2 1-160 0,1 2-48 15,2 2 0-15,0 0 0 0,-2-1-192 0,1 0-64 16,2 1 0-16,-1 2 0 0,1 0 0 0,0 2-128 16,-1-1 192-16,1 1-64 0,-2-1-128 0,0 2 0 0,-1-1 144 15,-1-1-144-15,0-3 0 0,-1 0 144 16,0 0-144-16,1-3 0 0,-3-2 128 0,-2-3-128 0,0-4 0 15,-1-1 0 1,1-1-1264-16,-1-2-304 0,-1-2-64 0,3-3-16 0,-1-4-1824 16,-2-2-368-16</inkml:trace>
  <inkml:trace contextRef="#ctx0" brushRef="#br0" timeOffset="9277.01">11514 4807 15663 0,'0'0'688'0,"3"-7"144"16,-2-1-656-16,2 3-176 0,2-2 0 0,2 0 0 0,1 0 4624 0,1 0 896 15,1 1 176-15,2-2 48 0,1 3-3232 0,2-3-640 16,2 0-128-16,2 0-16 0,2 0-1024 0,1 0-192 16,1-2-32-16,2 0-16 0,0-2-288 0,1-1-176 15,-1-1 192-15,1 0-192 0,-2-2 0 0,0-1 0 16,-2-3-160-16,-2 0 160 16,-2-3-560-16,0 0 16 0,0-1 0 0,-1-1 0 15,-1-1-352-15,-2 0-64 0,1 1 0 0,-1-1-16 16,-2 0 16-16,-2 1 16 0,-2 3 0 0,-3 5 0 15,-1-1 304-15,-4 4 64 0,0 3 16 0,-1 5 0 0,1 6 1104 0,-5-1 224 16,-3 6 32-16,0 1 16 0,-1 5 384 0,0 2 80 16,-2 2 0-16,3 2 16 0,1 3-192 0,1-3-32 15,2 2-16-15,2 1 0 0,1-1-496 0,2 0-112 16,1-2 0-16,5 1-16 0,-1-2-432 0,4 1 0 16,-1-6 128-16,1 0-128 0,2-4-192 0,1 1-80 0,3-4-16 15,-2 1 0 1,2-5-384-16,-1-2-80 0,0-2-16 0,0-3 0 15,0 2-224-15,0-1-48 0,3-5-16 0,-2 0 0 16,0-3-352-16,-2 0-80 0,-1-2-16 0,-1 1 0 16,0-1 304-16,-3 2 64 0,-1 0 16 0,-2 0 0 0,-1 1 768 0,-1 3 160 0,-1 1 16 0,-2 2 16 15,-1 1 800-15,0 6 176 0,0 0 16 0,0 0 16 16,0 0 464-16,0 0 96 0,0 0 0 0,-5 6 16 16,-2 2-400-16,2 0-96 0,1 1-16 0,2 3 0 15,-1-2-368-15,2 2-80 0,1 2-16 0,0-1 0 0,2 2-224 16,1 0-48-16,1-2-16 0,1 2 0 0,0 0-160 0,3 0 0 15,0 0 144-15,0-2-144 0,-2-3 0 0,2-1 0 16,1 0 0-16,3-3 128 0,0 1-256 0,1-5-64 16,0 0 0-16,1-2 0 15,-1-2-1104-15,-1-3-240 0,1-3-32 16,1-2-16-16,-2-2-1088 0,1 1-208 0,0-5-64 0,-1-1-10160 16</inkml:trace>
  <inkml:trace contextRef="#ctx0" brushRef="#br0" timeOffset="9442.84">12634 4187 9215 0,'0'0'816'0,"-1"-5"-656"0,1 5-160 15,0 0 0-15,0 0 5536 0,0 0 1072 16,0 0 224-16,-4 7 32 0,-1 4-3856 0,2-2-768 16,2 1-144-16,1 3-48 0,-1 0-736 0,1 3-160 15,0-2-16-15,0 2-16 0,1 2-560 0,0 1-112 0,3 0-32 0,0 2 0 16,1-4-416-16,-1 0 0 0,3 0 0 0,-2-1 0 16,-1-3 0-16,1-2-144 0,-1-2 0 0,-1 1 0 31,-3-10-1824-31,0 0-352 0,0 0-80 0,0 0-9888 0,0 0-1968 0</inkml:trace>
  <inkml:trace contextRef="#ctx0" brushRef="#br0" timeOffset="9575.48">12705 3946 23951 0,'-4'-15'1056'0,"3"9"224"0,-2-1-1024 0,2-3-256 0,1-2 0 0,1 4 0 15,0 2 3440-15,1-1 624 0,-1 3 128 0,1 2 32 16,-2 2-4224-16,0 0-800 0,4-7-176 0,-4 7-10016 15,0 0-2000-15</inkml:trace>
  <inkml:trace contextRef="#ctx0" brushRef="#br0" timeOffset="9939.87">12956 3939 27647 0,'-5'13'2448'0,"1"-4"-1952"15,-1-1-496-15,-2 8 0 0,1 3 2928 0,1 5 480 16,1-2 112-16,1 5 0 0,1 1-1280 0,0 2-272 15,1 2-48-15,0 1-16 0,-1-2-688 0,1-1-144 16,1-1-32-16,0-2 0 0,1-3-592 0,2-3-112 16,1-3-16-16,1 0-16 0,2 3-304 0,-2-7 0 0,-1-2 0 15,-4-12 0-15,8 12-128 0,-1-6-144 16,1-3-32-16,1-1 0 16,1-2-304-16,-1-3-64 0,-2-7-16 0,0 0 0 15,1-3-272-15,-2 0-48 0,2-5-16 0,1-1 0 16,-2 1-144-16,2 0-48 0,0 0 0 0,0-1 0 15,-2-1 304-15,1-1 48 0,-1 1 16 0,0 3 0 0,-3 3 608 0,1 2 240 0,0 3-176 0,-1 1 176 16,-4 8 576-16,0 0 224 0,0 0 32 0,0 0 16 16,-4 9 352-16,3 2 64 0,0 0 16 0,-2 4 0 15,2-1-512-15,-1 4-80 0,0-5-32 0,2 3 0 16,-2-2-256-16,5 1-48 0,0-2-16 0,1 2 0 16,-1-3-208-16,1 2-128 0,2 0 128 0,-1-4-128 0,-5-10-208 0,0 0-112 15,0 0-32-15,0 0 0 16,0 0-2400-16,0 0-464 0,0 0-112 15</inkml:trace>
  <inkml:trace contextRef="#ctx0" brushRef="#br0" timeOffset="10083.1">13175 3938 44927 0,'0'0'1984'0,"0"0"416"0,-6-8-1920 0,1 3-480 15,2-2 0-15,0 3 0 0,2-1 560 0,0 0 16 16,1 5 0-16,0 0 0 0,0 0-320 0,0 0-48 15,0 0-16-15,0 0-21264 0</inkml:trace>
  <inkml:trace contextRef="#ctx0" brushRef="#br0" timeOffset="11019.86">13448 3972 43487 0,'0'0'1920'0,"0"0"400"0,0 0-1856 0,0 0-464 15,0 0 0-15,0 0 0 0,6 9 320 0,0 3-48 16,-5 3 0-16,0 5 0 0,-1-1 800 0,-1 5 144 16,1-1 48-16,0 5 0 0,0 8-288 0,0-1-48 15,1-1-16-15,2-1 0 0,1-6-512 0,0-1-96 16,0 0-32-16,-1-5 0 0,0-1-144 0,1-2-128 15,-1-1 144-15,-1-5-144 0,-1-3 0 0,-1-9 0 16,0 0 0-16,0 0 0 0,0 0 0 0,0 0 0 16,0 0-176-16,0 0 176 0,6-7-416 0,0-2 32 15,1-3 16-15,-1-1 0 0,1 0 0 0,2-4 0 16,-1 4 0-16,2 0 0 0,2-5 48 0,1 2 16 16,1 1 0-16,2 0 0 0,1 1 112 0,1 0 0 0,3 1 16 0,1 2 0 15,0 1 176-15,2 3-192 16,-2 3 192-16,0 3-192 0,0 1 192 0,-1 3-208 15,-3 2 80-15,-2 3 128 0,-3 2-192 0,-4 3 192 0,-4 2-160 0,-3 0 160 16,-6 2 0-16,-4 0 0 0,-4 0 0 0,-2 1 0 16,-4 2 0-16,-2-2 128 0,-1 0 0 0,-1-3-128 15,-1-2 144-15,-2 0-144 0,0-1 0 0,2-3 144 16,0-1-416-16,4-2-96 0,1-1-16 0,1-2 0 16,1-3-1632-16,3-1-336 15,4-2-64-15,1-4-16 0,3 2-400 16,3-3-96-16,5-3-16 0,4-4 0 0,2 0 1088 0,2-4 224 15,4 0 32-15,3-2 16 0,2 1 112 0,2 1 0 16,1-1 16-16,2 1 0 0,1-1 1648 0,0 3 336 0,0 2 64 0,-1 2 16 0,0 2 1856 16,-3 5 368-16,-1 2 80 0,-2 2 16 0,-2 4 96 15,-2 3 32-15,-4 1 0 0,0 4 0 0,-2 1-688 0,0 2-144 16,-1 0-32-16,-2 4 0 0,1-4-896 0,-2 0-176 16,0 0-32-16,-1 2-16 0,0-2-432 0,0 0-64 15,0 0-32-15,-1-3 0 0,-2-1-320 0,-1-9-64 16,0 0-16-16,1 11 0 0,-1-11-144 0,0 0 0 15,3 6 144-15,-3-6-144 0,0 0 0 0,0 0 0 16,0 0 0-16,5-6 0 0,2-1 0 0,-2-2-256 16,3 1 64-16,-2-3 0 0,1-4-96 0,2 0-32 0,1-4 0 0,2 0 0 31,0-1-128-31,-1 1-48 0,2-1 0 0,0 3 0 16,-1 3 48-16,-1 2 16 0,-1 3 0 0,2 4 0 15,0 1 240-15,-3 1 64 0,-9 3 0 0,0 0 0 0,6 9 400 0,1 2 96 0,-2 2 16 0,0 1 0 16,-1 1 128-16,0 0 16 15,-1 2 16-15,-1 0 0 0,-1 1-224 0,1 1-32 16,0-1-16-16,0-1 0 0,-1-1-272 0,0-1 0 0,2-3 128 16,-2 1-128-16,1-1 0 0,-1-1 0 0,0 0-128 0,-1-11 128 31,0 6-1136-31,0-6-128 0,0 0-16 0,0 0-16 16,0 0-1648-16,0 0-336 0,0 0-64 0</inkml:trace>
  <inkml:trace contextRef="#ctx0" brushRef="#br0" timeOffset="11154.42">14257 4064 22111 0,'0'0'1968'0,"0"0"-1584"16,0 0-384-16,0 0 0 0,6-5 3072 0,-1 1 544 15,1 3 96-15,-2 0 32 0,2 1-3200 0,-6 0-544 16,0 0-304-16,5 0 48 16,1 2-1968-16,-1 3-384 0,-1-1-80 0</inkml:trace>
  <inkml:trace contextRef="#ctx0" brushRef="#br0" timeOffset="11802.49">14433 4204 3679 0,'0'0'320'0,"0"0"-320"0,3 10 0 0,0 2 0 0,-2 1 7936 0,0 0 1504 16,1 1 304-16,3-3 64 0,0 3-6000 0,0 2-1200 16,-1-2-240-16,1 0-64 0,1 1-608 0,0 0-128 15,2 2-32-15,-2-4 0 0,1-2-896 0,-1-1-176 16,2 2-32-16,0-3-16 0,1-1-288 0,-1-2-128 15,-1-2 128-15,-1 0-128 0,-6-4 0 0,8 3 0 16,2-2 0-16,1-1 0 0,-3-5-208 0,1 0 16 16,-1 1 16-16,-1-4 0 0,0-1-48 0,-2-3-16 0,2 3 0 0,-2 0 0 15,-1-4-128-15,1-4-16 0,-1 0-16 0,0 3 0 32,-2-1-192-32,2 1-48 0,0 0 0 0,0 1 0 15,0-2 16-15,-1 5 0 0,-1-3 0 0,0 4 0 0,-2 2 176 0,1 1 48 0,-1 0 0 0,-1 1 0 16,1 5 208-16,0 0 64 0,-7 0 0 0,1 3 0 15,-1-1-80-15,0 5-16 0,1-1 0 0,1 4 0 16,-2-3-2064 0,5 4-400-16,0-5-96 0,2 2-16 0,0-8 832 0,3 9 176 0,-3-9 16 15,0 0 16-15,0 0 80 0,0 0 16 0,9 9 0 16,-2-1 0-16,-7-8 1456 0,0 0 208 0,7 7 208 0,-7-7-32 0,0 0 1600 0,0 0 320 16,0 0 64-16,10-2 16 0,-3 1-144 0,-1-3-32 15,0 0 0-15,-3-2 0 0,-3 6-544 0,0 0-112 16,4-11-32-16,0 5 0 0,-1-5-160 0,1 2-16 15,0 0-16-15,-1-1 0 0,1 1-272 0,0 0-48 16,-2-2-16-16,1 2 0 0,-1 0-176 0,1 0-32 16,-3 0-16-16,1 1 0 0,1 1-176 0,-2 7-48 15,1-6 0-15,-1 6 0 0,0-7-96 0,1 2-32 16,-1 5 0-16,0 0 0 0,0 0 0 0,0 0 0 16,0 0 0-16,0 0 0 0,0 0-80 0,0 0-128 15,0 0 176-15,0 0-176 0,0 0 128 0,0 9-128 16,-2 3 0-16,2-2 0 0,0 2 144 0,0 2-144 15,-2-2 0-15,1 2 144 0,-2 3-16 0,2-1-128 16,2 0 192-16,1-1-64 0,-1 5 16 0,2-5 0 16,1 2 0-16,1 0 0 0,-1-2-144 0,1 0 0 0,-1-2 144 15,1-1-144-15,0 1 0 0,1-1 0 16,-3-3 0-16,1-1 0 16,2-2-400-16,0 1-160 0,-6-7-16 0,0 0-16 15,7 0-1120-15,-1-3-208 0,-1-3-64 0,2-2-12624 0,-1-1-2544 0</inkml:trace>
  <inkml:trace contextRef="#ctx0" brushRef="#br0" timeOffset="12367.5">14899 4169 30399 0,'0'0'2704'0,"0"0"-2160"0,0 0-544 0,0 0 0 0,6 6 2352 0,1 1 352 15,-2-1 80-15,-1 2 16 0,-3 0-176 0,2 4-48 16,0 2 0-16,0 1 0 0,4 2-1152 0,-2 0-224 15,0 2-48-15,1-1-16 0,0 3-592 0,1 1-112 16,2-1-32-16,-4-2 0 0,-1-2-208 0,0-1-64 16,4-2 0-16,-2-1 0 0,2 0-128 0,-3-2 128 15,-1-1-128-15,1-3 128 0,-1-2-128 0,0-2 0 16,-4-3 0-16,0 0 0 0,0 0 0 0,0 0 0 16,5-3 0-16,1-2 0 0,-2-3-256 0,1-1 64 15,-1-4 0-15,1 0 16 0,3-2-144 0,-1 0-16 16,3-4-16-16,0 1 0 15,0 0-128-15,2 0-32 0,0-1 0 0,0 2 0 0,-3-1 96 0,3 3 16 16,-2 3 0-16,-1 1 0 0,-2 6 208 0,-2 1 64 16,-5 4 0-16,0 0 0 0,0 0 448 0,2 11 80 15,1 0 32-15,0 5 0 0,-1-2 144 0,-2 2 48 0,2 0 0 0,-1 1 0 16,0-2-272-16,0 1-48 0,2-4-16 0,-3-1 0 16,3 4-160-16,-1-3-128 0,-2-12 144 0,0 0-144 15,0 0 0-15,0 0 0 0,11 9 0 0,-1-2 0 16,-10-7 0-16,9 6 0 0,-1-1 0 0,-8-5 0 15,7-5 0-15,-3-1-192 0,-1-1 192 0,4-1-160 16,3-3-80-16,0 1-16 0,-5 0 0 0,1-3 0 16,-2-2-192-16,3-2-64 15,1 0 0-15,5 0 0 0,7 0-80 0,0 0-32 16,-4 2 0-16,-3 0 0 0,-2 4 192 0,-2 2 48 0,-2 3 0 0,-4 1 0 0,-3 5 384 0,0 0 0 16,0 0 0-16,-3 5 0 0,3 3 384 0,-4 3 96 15,-8 0 32-15,2 4 0 0,2-1-176 0,4 4-16 16,2 1-16-16,6-3 0 0,12 4-304 0,-6-2 0 15,-14-1 128-15,9-1-128 16,13-3-704-16,4 0-192 0,-3-1-32 0,0-1-16 16,-1-4-1952-16,-5-3-400 0,-6-3-80 15,7-2-16-15</inkml:trace>
  <inkml:trace contextRef="#ctx0" brushRef="#br0" timeOffset="12645.49">16089 3641 12895 0,'0'0'1152'0,"0"0"-928"15,0 0-224-15,-5 2 0 0,-4 2 6784 0,1 3 1328 16,3 0 256-16,5 5 48 0,4 1-5744 0,-3 4-1152 0,-4 4-240 0,-1 5-32 16,-2 5-160-16,-2 6-16 0,-2 6-16 0,-3 9 0 15,-2 4-608-15,0 4-112 0,-2 4-16 0,1 0-16 16,0 0-160-16,1 0-16 0,-1-1-128 0,2-1 192 15,1-1-32-15,0-2-16 0,0-5 0 0,0-3 0 0,0-4-144 0,1-2 160 16,3-5-160-16,0-4 160 0,0-4-160 16,-2-5 0-16,-1-2-160 0,3-2 160 15,4 0-2000-15,1-7-304 16,0-1-64-16</inkml:trace>
  <inkml:trace contextRef="#ctx0" brushRef="#br0" timeOffset="13268.59">16845 4359 11055 0,'-1'-9'976'0,"-2"-2"-784"0,0-3-192 0,0-2 0 15,2-2 5872-15,1 0 1120 0,-2-4 240 0,1 1 32 16,-2 0-5600-16,-1 1-1136 0,-1 3-208 0,-1 4-64 16,-3 4 528-16,-2 3 112 0,-2 1 0 0,-2 3 16 15,-2 6 112-15,-3 5 32 0,-2 2 0 0,-2 4 0 0,0 2-96 0,-1 6-32 16,0 0 0-16,3 0 0 0,2 1-416 0,5 1-64 16,3-1-32-16,4 1 0 0,4-3-416 0,4-2 0 15,4-3 128-15,4 0-128 0,4-2 0 0,3-1 0 16,4-1-160-16,1-6 160 0,3-3-320 0,1-2 16 15,4-5 16-15,-1-1 0 16,1-2-160-16,-1-4-48 0,-1-3 0 16,0-2 0-16,1-4-48 0,-1 1-16 0,-2-1 0 0,-3 0 0 15,-2 2 32-15,-3 2 0 0,-2-1 0 0,-2 3 0 16,-3 1 528-16,-1 5 0 0,-3 1 0 0,-5 6 0 0,0 0 384 0,0 0 192 16,-2 12 48-16,-1 4 0 0,-1 2 304 0,-1 4 64 15,0 4 16-15,-1 3 0 0,3 2-224 0,-3 4-32 16,2 5-16-16,1-3 0 0,0 0-288 0,2 2-64 15,1-1-16-15,1 0 0 0,0-3-240 0,2-1-128 16,-1-3 128-16,1 2-128 0,0-6 0 0,-1 0-160 16,1-3 16-16,-1-2 0 15,0-1-1024-15,-1-2-208 0,0 1-32 0,-1-4-16 16,2-9-912-16,-4 1-176 0,0 0-48 0,2-8-9984 16,0 0-2016-16</inkml:trace>
  <inkml:trace contextRef="#ctx0" brushRef="#br0" timeOffset="15154.56">16768 4630 19343 0,'0'0'1728'0,"0"0"-1392"0,0 0-336 0,0 0 0 15,0 0 5984-15,3-5 1120 0,1-2 240 0,1 1 32 16,2 1-5424-16,2-1-1088 0,0 0-224 0,4 2-32 0,1-3 96 0,2 2 0 16,2-1 16-16,2-2 0 0,1-1-512 0,1-2-208 15,-1 1 176-15,2-3-176 0,1 2 0 0,-1-4 0 16,0-1-176-16,2-1 176 0,0-4-416 0,-1 0 32 15,-2-1 16-15,1-1 0 16,1-1-128-16,-1 0-16 0,-1-5-16 0,-2 3 0 16,-2-3-128-16,-2 4-32 0,-5 6 0 15,0 1 0-15,-3 3 480 0,-3 6 208 0,-1 3-192 0,-4 6 192 0,0 0 256 0,0 0 160 16,0 0 32-16,-5 11 16 0,-1 2 336 0,1 6 64 16,0 0 16-16,1 3 0 0,0-1-176 0,0 1-16 15,2-2-16-15,0 1 0 0,2 0-320 0,3-2-64 16,0 1-16-16,2-3 0 0,1-3-272 0,2-2 0 15,1-3 0-15,-1 0 0 0,4-1 0 0,-2-2-272 0,2-2 16 0,1-1 16 32,1-6-272-32,2 2-64 0,0-4-16 0,-1-3 0 15,1-2-256-15,0-4-48 0,-1 0-16 0,2-1 0 16,-1-4-432-16,-1-2-96 0,0-1-16 0,-1-3 0 16,-2 1-192-16,0-1-32 0,-2 1-16 0,-1 2 0 15,-2 3 192-15,-1 3 32 0,-2 2 16 0,-1 3 0 0,-2 5 1136 0,-1 6 320 0,-3-7-144 0,3 7 144 16,0 0 832-16,-4 7 256 15,-1-1 32-15,1 5 16 0,2 2 272 0,0 0 48 0,4 1 16 0,0 1 0 16,2 0-640-16,1-1-112 0,3 1-16 16,3-2-16-16,2-1-432 0,2-2-64 0,2-1-32 0,2-1 0 0,-1-4-32 15,3 0 0-15,1-3 0 0,0-2 0 16,-1 1 64-16,0-2 0 0,0 0 0 0,-3-2 0 16,1-4-192-16,1-2 128 0,0-1-128 0,-1 1 128 0,-2-3-368 0,0-3-80 15,-3-1 0-15,-1-1-16 16,-1 0-448-16,-2 1-96 0,-2 0-16 15,-2 0 0-15,-4 4 0 0,-2 1 0 0,-2 4 0 0,2 8 0 0,-11-4 896 16,-2 4 208-16,-3 4 32 0,1 3 0 0,-5 2 1024 0,2 4 208 16,-2 3 32-16,3-1 16 0,-2 1-272 0,3 1-48 15,2 0-16-15,2 0 0 0,2 0-560 0,2-2-112 16,4-2-32-16,0-2 0 0,0 2-480 0,6-4 128 16,1-1-128-16,3 0 0 0,0-2 0 0,2-1-240 15,0-2 48-15,1 1 16 16,1-4-272-16,2 0-64 0,0-5-16 0,0 1 0 15,-1-1-128-15,1-1-32 0,0 0 0 0,1-2 0 16,-3-1-96-16,1-3-32 0,-1 2 0 0,-1-2 0 16,0-1-64-16,-1-1-16 0,-1-1 0 0,-1 2 0 15,-1 1 304-15,1 3 48 0,-1 3 16 0,-1-2 0 0,-2 1 528 0,-2 7 0 16,0 0 0-16,0 0 0 0,0 0 624 0,0 0 80 16,-4 11 0-16,2 1 16 0,-2-2 272 0,3 2 48 0,-1-3 16 0,2 3 0 15,2-1-544-15,0 1-128 0,2 0 0 16,1-2-16-16,1-3-144 0,-1 1-32 0,4-1 0 15,-1-1 0-15,1-1-192 0,0 0 176 0,0-1-176 0,2-1 160 16,-2-3-160-16,2-2 0 0,1 2 0 0,1-1 0 16,-1-2 128-16,0 1-128 0,-1-1 0 0,1-2 128 15,-1-2-128-15,-1 1 0 0,0-2 0 0,1-1 128 16,-2 0-128-16,-1 0 0 0,0 0-160 0,1-3 160 16,-3 0-288-16,-1-1 32 0,-1 0 16 0,2 1 0 0,0-2-48 15,-1 2-16-15,-2 2 0 0,0-1 0 0,0 4 304 16,1 1 0-16,-4 6-128 0,0 0 128 0,0 0 256 0,0 0 128 15,0 0 0-15,0 0 16 0,0 0 240 0,-1 11 32 16,0 2 16-16,-1 1 0 0,-1 2 128 0,0-2 16 16,2 3 16-16,1 1 0 0,0-1-240 0,-2-1-48 15,1-2-16-15,1-1 0 0,1 0-352 0,1-4-192 16,-1-1 192-16,0 1-192 0,1-1 0 0,-2-8-144 16,0 0-16-16,0 0 0 15,0 0-560-15,0 0-112 0,0 0-32 0,0 0 0 16,0 0-272-16,0 0-48 0,0 0-16 0,0 0 0 15,0 0 384-15,0 0 80 0,0 0 16 0,0 0 0 0,3-4 720 0,0-2 0 16,-3 6 128-16,0 0-128 0,-3-7 736 0,2 3 32 16,1 4 16-16,0 0 0 0,0 0-224 0,0 0-48 15,0-5-16-15,0 5 0 0,0 0-336 0,0 0-160 16,0 0 160-16,0 0-160 0,0 0-160 0,0 0-128 16,0 0-32-16,0 0 0 15,0 0-128-15,0 0-16 0,0 0-16 0,0 0 0 0,0 0 208 0,0 0 32 16,0 0 16-16,0 0 0 0,0 0 224 0,0 0 208 15,0 0-32-15,0 0-16 0,0 0 288 0,0 0 64 16,0 0 16-16,0 0 0 0,0 0-96 0,0 0-32 0,0 0 0 0,0 0 0 16,0 0-192-16,0 0-32 0,0 0-16 0,0 0 0 15,0 0-32-15,0 0 0 0,0 0 0 0,0 0 0 16,0 0 144-16,0 0 32 0,0 0 0 0,0 0 0 16,0 0 160-16,0 0 48 0,0 0 0 0,0 0 0 0,0 0-128 0,0 0-32 15,0 0 0-15,0 0 0 0,4-5-224 0,0 2-128 16,0-3 128-16,1-1-128 0,-1 0 0 0,1-3 0 15,2-3 0-15,-1 2-128 0,-1-2-144 0,1-2-32 16,-2-2 0-16,1 0 0 16,0 0-96-16,-1 0-32 0,0-1 0 0,0 1 0 15,-2 2 112-15,0-2 32 0,-2 2 0 0,0 2 0 0,-2-1 288 0,1 2-160 16,-2 2 160-16,1 1-128 0,-2 1 128 0,0 1 256 16,-2 1-64-16,2-1-16 0,4 7 0 0,0 0 0 15,-7-2 0-15,7 2 0 0,-6-3 32 0,0 0 16 16,1 2 0-16,5 1 0 0,0 0-16 0,0 0 0 15,0 0 0-15,0 0 0 0,-4 5-64 0,4-5-16 16,-1 8 0-16,0 1 0 0,1 0-128 0,1 2 0 16,2 1 0-16,0-2 128 0,3-1-128 0,-1 2 0 0,1 0 0 0,1 0 128 15,1 0-128-15,-2 4 0 16,2-2 0-16,1 4 0 0,2-3 0 0,0 2 0 16,0-1 0-16,1 0 0 0,-1-1-128 0,0-1 128 0,2 0-160 15,-3 0 160-15,-2-4-224 0,0 0 48 0,0 1 16 0,-2-3 0 16,-2 0 160-16,-1-1-192 0,-3-6 192 15,0 0-192-15,0 0 192 0,0 0 0 0,0 0 0 0,-4 8-128 16,-4 0 128-16,-1-3 0 0,0-1 160 0,1 0-160 16,-1-1 160-16,-2-1-160 0,1-2 160 0,-1 0-160 15,1 3 128-15,0 1-128 0,-1-3 0 0,1 0 144 16,1-1-144-16,1 0 0 0,1 0 0 0,1-1 0 16,1 2-192-16,5-1-64 0,0 0 0 0,0 0-16 15,0 0-576-15,0 0-112 16,0 0-32-16,6-2 0 0,2-2 96 0,1 1 0 0,-1-1 16 15,2 1 0-15,1 0 352 0,-1 2 64 16,1-2 16-16,0 0 0 0,2-2 448 0,-1 1-144 0,1 0 144 0,0-1 0 0,0 0 0 16,0-2 0-16,0-2 0 0,2 0 0 0,-1 1 0 0,0-2 0 15,2-1 0-15,0-2 0 0,-2-1 0 0,-1 0 144 16,0-1-16-16,-1 2-128 0,-1 0 432 0,2 2-32 16,2 3 0-16,-3-3 0 0,-5 4 304 0,0 1 64 15,-3 0 16-15,-4 6 0 0,6 0 176 0,1-3 16 16,-7 3 16-16,0 0 0 0,8 4-240 0,-3 3-48 0,-1 0-16 15,0 4 0-15,2 2-128 0,-1 4-32 16,-1 0 0-16,0 0 0 0,-1 2-288 0,-1 2-64 0,0-4-16 0,2 1 0 16,2-5-160-16,1 0 0 15,-2-1 0-15,0-1 128 16,-1 0-704-16,0 0-160 0,-4-11-32 0,0 0 0 16,6 5-1392-16,-6-5-272 0,0 0-64 0,0 0-17936 0</inkml:trace>
  <inkml:trace contextRef="#ctx0" brushRef="#br0" timeOffset="15311.62">18849 3907 35007 0,'0'0'1552'0,"0"0"320"0,-5-7-1488 0,2 2-384 0,3 0 0 0,2 3 0 16,-2 2 1408-16,0 0 192 0,0 0 64 0,10 0 0 0,2 2-1488 15,0 0-176-15,-2 1-272 0,2 2-11776 16,-1 4-2352-16</inkml:trace>
  <inkml:trace contextRef="#ctx0" brushRef="#br0" timeOffset="15537.43">19110 4238 35935 0,'0'0'1600'0,"0"0"320"0,4 1-1536 0,1 2-384 15,2-3 0-15,3 1 0 0,0-1 2960 0,2 0 528 16,0-1 96-16,2-1 32 0,2 0-2016 0,2 0-416 16,2 2-80-16,7-4-16 0,-4 3-672 0,1 0-144 15,-4 1-16-15,0 0-16 16,0-3-848-16,-2 2-160 0,0 1-48 0,-1-1 0 16,-1-1-1680-16,1 2-320 0,-3 0-80 0,1-4-16768 0</inkml:trace>
  <inkml:trace contextRef="#ctx0" brushRef="#br0" timeOffset="15940.99">20098 4051 36863 0,'0'0'3264'0,"0"0"-2608"0,0 0-528 0,-1-4-128 15,1 4 2208-15,-3-5 416 0,3 5 64 0,-5-4 32 16,0 2-1520-16,-2 0-304 0,-2 2-64 0,1 2-16 15,2-1-224-15,-3 3-32 0,-3-3-16 0,-1 3 0 16,-3 0-544-16,1 0 0 0,-1 2 0 0,0 1 0 0,-1-2 0 0,2 2 0 16,0 0 0-16,0 3 0 0,-2-1 0 0,4 0 0 15,2-1 0-15,6-1 0 0,4-1 0 0,1 0 0 16,0-6-144-16,0 0 144 0,2 9-160 0,5 2 160 16,1-2-192-16,1 1 192 0,1-1 0 0,3 2-128 15,3-5 128-15,0 4 0 0,2-1 0 0,0-2 0 16,0 5 0-16,6 0 0 0,-2 0 0 0,-1-3 0 15,-2 0 0-15,0 0 0 0,-4-1 0 0,0 0 0 16,-6-2 128-16,-1 2-128 0,-2 0 176 0,-1 1-176 16,-2 1 192-16,-3-2-192 0,-3 0 320 0,-2 0-64 15,-3 0 0-15,-3 3 0 0,-4-3-80 0,0 1-32 16,-1-1 0-16,-1 0 0 0,-3 0-144 0,1-3 0 16,-1-1 0-16,1 0 0 15,-1-2-528-15,2 2 16 0,5-2 0 0,1-1 0 16,0-2-1600-16,2-1-304 0,0-2-64 0,2 1-11088 15,1-4-2208-15</inkml:trace>
  <inkml:trace contextRef="#ctx0" brushRef="#br0" timeOffset="16274.5">20346 3857 27647 0,'0'0'1216'0,"0"0"256"0,2-7-1168 0,-2 7-304 0,0 0 0 0,0 0 0 16,4-5 3088-16,-4 5 560 0,4-2 128 0,-4 2 0 15,0 0-1600-15,0 0-336 0,0 0-64 0,0 0-16 0,7 2-496 0,-7-2-112 32,0 0 0-32,0 0-16 0,0 0-528 0,0 0-96 0,6 4-32 0,-2 0 0 0,-4-4-160 0,0 0-16 15,0 0-16-15,0 0 0 0,0 0-160 0,0 0-128 16,0 0 144-16,0 0-144 0,0 0 0 0,0 0 0 16,0 0 0-16,0 0 0 0,-8 4 0 0,8-4 0 15,0 0 0-15,0 0 0 0,0 0 0 0,0 0 0 16,2 7 0-16,-2-1 0 0,0-1 0 0,0-5-128 15,0 0 128-15,0 0 0 0,0 0 0 0,0 0 0 16,-4 7 0-16,4-7 0 0,0 0 0 0,0 0 0 16,0 0 0-16,0 0 0 0,0 0 0 0,0 0 0 15,0 0-128-15,0 0 128 16,0 0-768-16,0 0-112 0,0 0-16 0,0 0-14672 16,-12-3-2944-16</inkml:trace>
  <inkml:trace contextRef="#ctx0" brushRef="#br0" timeOffset="17744.78">20376 3762 11055 0,'0'0'976'0,"0"0"-784"0,-3-7-192 0,1 2 0 15,2 5 6272-15,0 0 1216 0,0 0 256 0,0 0 32 16,0 0-4688-16,-7 3-928 0,1 3-192 0,2 1-48 16,0 3-224-16,1 3-48 0,1 3-16 0,0 2 0 0,4 4-736 0,-1-1-128 15,0 4-48-15,2 2 0 0,1-2-304 16,1 1-64-16,-3 0-16 0,2 0 0 0,2 2-336 0,-1-4 144 16,1 0-144-16,-2-1 0 0,0 2 176 0,0-4-176 15,0 0 160-15,0-6-160 0,-2 1 0 0,2-2 0 16,-2-1 0-16,-1-1 0 0,-1 1-320 0,-1-2 64 15,-2-3 0-15,0-1 0 16,0 0-288-16,3-7-48 0,-4 6-16 0,4-6 0 16,0 0-928-16,-7 3-176 0,1-2-32 0,6-1-16 15,0 0-1856-15,-4-4-368 0</inkml:trace>
  <inkml:trace contextRef="#ctx0" brushRef="#br0" timeOffset="18031.05">20063 4150 25791 0,'0'0'2304'0,"0"0"-1856"0,0 0-448 0,0 0 0 16,0 0 3888-16,0 0 672 0,0 0 144 0,8 3 32 15,0 1-2368-15,2-4-480 0,2 0-96 0,1 0 0 16,1-3-688-16,3 2-128 0,3-2-16 0,2-2-16 16,1 1-448-16,2 0-96 0,0 0-16 0,2-1 0 0,1-1-240 0,0-1-144 15,0 2 160-15,0 0-160 16,1-1-448-16,-2 0-176 0,1-1-32 0,-4 1-16 16,0 1-2320-16,-2-2-464 0,-1 1-80 0</inkml:trace>
  <inkml:trace contextRef="#ctx0" brushRef="#br0" timeOffset="18686.72">20913 4157 20271 0,'0'0'896'0,"6"-5"192"0,-2-2-880 0,2-1-208 16,0 0 0-16,1 1 0 0,-1-1 3600 0,-1 1 688 0,-1-2 128 0,-1 1 16 15,-2-1-2176-15,-1 1-432 16,-2 1-96-16,-2 1 0 0,-2 2-560 0,-3 2-96 16,-2 2-32-16,-4 2 0 0,-3 2-128 0,-2 3-16 0,-2 1-16 15,-1 2 0-15,-2 3-160 0,2 3-16 0,-1-2-16 0,2 2 0 16,2-2-208-16,2 0-32 0,2 1-16 0,3-2 0 16,3-4-304-16,3 1-128 0,5 1 0 0,3-5 128 15,-1-6-128-15,7 7-272 0,1-2 64 0,2-1 16 16,3-3-192-16,3-1-48 0,1-4 0 15,1 2 0-15,1-3-144 0,1-1-16 0,-2 0-16 0,3-1 0 16,1-3-288-16,0-1-64 0,-1 2-16 16,-1-4 0-16,-2 0-176 0,-1 0-48 15,-3 0 0-15,-1 4 0 0,-2 1 176 0,-2 2 16 16,-3 2 16-16,-6 4 0 0,0 0 480 0,0 0 112 0,0 0 16 0,0 0 0 0,-5 6 896 0,0 1 176 16,0 3 32-16,1 3 16 0,0-2-112 0,3 0-32 15,1 0 0-15,4-1 0 0,2 1-432 0,3-1-160 16,3-1 0-16,2-1 144 0,2-1-336 0,1-3-64 15,1-2 0-15,2-2-16 0,-1 0-48 0,3-2 0 16,2-2 0-16,-1-3 0 0,1-1 320 0,-2-3-128 16,0-1 128-16,-1-1 0 0,-1-2 0 0,-1 1 224 15,-2 0-16-15,0-6 0 0,-1-1 0 0,-1-3 0 16,0-2 0-16,-2-2 0 0,0 1-208 0,-2-2 176 16,0-2-176-16,-1-2 160 0,1-2-160 0,-2 1 0 15,-3 0 144-15,1 3-144 0,-2 2 352 0,-1 4 0 0,-3 5 0 0,-1 4 0 16,-1 4 528-16,-2 3 96 0,1 4 32 0,2 5 0 15,-7-1-112-15,-1 5-32 0,1 5 0 0,-1 5 0 16,0 4-352-16,2 3-64 16,-1 3 0-16,2 0-16 0,0 1-224 0,1 0-32 0,0 2-16 15,0 3 0-15,0 0-160 0,1 0 0 16,2 0 0-16,0 3 0 0,2-6 0 0,0 1-224 0,1-2 80 0,-1-2 16 31,-1-1-1072-31,0-3-208 0,0-3-32 0,0-1-16 16,0-2-944-16,-1-5-192 0,-2-1-32 0,3-8-9216 0,0 0-1856 0</inkml:trace>
  <inkml:trace contextRef="#ctx0" brushRef="#br0" timeOffset="18911.97">21243 4015 3679 0,'0'0'320'0,"1"-7"-320"16,-2 1 0-16,1 6 0 0,2-4 7776 0,-2 4 1488 16,7-5 288-16,1-1 64 0,1-1-6736 0,3 0-1360 15,1-1-272-15,2 4-48 0,4-1-96 0,0 4-16 16,2-4 0-16,1 3 0 0,2-2-592 0,-1 4-128 15,0 2-32-15,1 0 0 0,-2 1-48 0,-1 2-16 16,-3 3 0-16,-1 1 0 0,-2 0-64 0,-2 3-16 16,-2 1 0-16,-2 1 0 0,-1 2 0 0,-1 1 0 15,-1 0 0-15,-1 0 0 0,-1-3-192 0,0-1 0 16,-2-1 0-16,-1 0 0 0,0-1-224 0,1-3-144 16,-2 1-16-16,0-9-16 15,0 0-2160-15,0 0-416 0,0 0-96 0</inkml:trace>
  <inkml:trace contextRef="#ctx0" brushRef="#br0" timeOffset="19065.18">21763 3813 9215 0,'0'0'816'0,"0"0"-656"0,0 0-160 0,0 0 0 16,0 0 5856-16,-3 7 1136 0,2 3 240 0,1-1 32 31,0 0-6240-31,1 1-1264 0,1 2-240 0,0 0-48 15,3 2-1968-15,2-2-384 0</inkml:trace>
  <inkml:trace contextRef="#ctx0" brushRef="#br0" timeOffset="19305.65">22191 3966 15663 0,'0'0'688'0,"0"0"144"0,2-5-656 0,1-1-176 16,1-1 0-16,-2 1 0 15,-2 6 4992-15,0 0 976 0,0 0 192 0,-5-4 48 0,-1 1-3248 0,-2 5-640 16,-1 1-128-16,-4 5-16 0,-4-1-784 0,-2 2-160 15,1 3-16-15,0 1-16 0,-2 2-288 0,2-2-48 16,0 2-16-16,2 0 0 0,3 2-192 0,3-1-32 16,1-2-16-16,3-1 0 0,4 0-384 0,4-4-80 15,4 2-16-15,3-1 0 0,2-1-128 0,4-1 0 16,0-1 0-16,5-2 0 0,2-1-160 0,2 0 160 16,-1-4-208-16,3-3 80 0,2 1-80 0,0-1-16 15,2-1 0-15,1 1 0 16,-1-3-3408-16,0-1-672 0</inkml:trace>
  <inkml:trace contextRef="#ctx0" brushRef="#br0" timeOffset="19961.96">23798 3381 31327 0,'-4'-10'2784'0,"2"7"-2224"0,-1-3-560 0,-1-1 0 15,-1 2 2144-15,0 2 320 0,-2 2 64 0,-2 0 16 16,-1 2-944-16,-4 4-192 0,-1 6-48 0,-5 4 0 16,1 6-80-16,-3 5-32 0,-3 5 0 0,0 7 0 15,2 4-336-15,-2 5-64 0,3 2-16 0,2 2 0 16,3-1-240-16,3-2-48 0,3-1-16 0,4 1 0 0,3-1-304 0,4-1-64 16,2-1-16-16,5-3 0 0,2-4-144 0,3-3-144 15,2-4 144-15,3-2-208 16,0-4-1040-16,5-4-208 0,4-4-32 0,3-2-16 15,2-6-1136-15,0-2-240 0,2-4-32 16,0-5-9984-16,-1-2-2000 0</inkml:trace>
  <inkml:trace contextRef="#ctx0" brushRef="#br0" timeOffset="20340.54">24250 3995 16575 0,'4'-23'1472'0,"-2"12"-1168"16,-1 0-304-16,-1-1 0 0,-1 1 4096 0,-2 2 768 15,0-2 160-15,-3 0 32 0,-1 3-2272 0,-2 2-448 16,-2-1-96-16,-2 2 0 0,-6 5-544 0,0 3-96 15,-3 2-32-15,-2 5 0 0,-1-2-592 0,1 4-112 16,-4 2-32-16,3 2 0 0,2 2-320 0,1 0-64 16,0 2 0-16,2-1-16 0,4-2-272 0,5 0-160 15,4 0 192-15,2-2-192 0,2-1 0 0,5 0-192 16,2-3 0-16,2-1 0 16,3-3-272-16,2-2-48 0,2-1-16 0,1-3 0 15,3-1-176-15,1-1-16 0,2-2-16 0,-1-1 0 16,1-2-912-16,-2-2-176 0,2-1-32 0,-2 0-16 15,0-2 672-15,0 1 144 0,-1-3 32 0,-1-2 0 0,-2 0-416 16,1-5-80-16,-4 3-16 0,0-4 0 0,-2 1 656 16,-1-1 128-16,-3 1 32 0,-1 5 0 0,-1 0 864 0,-2 2 176 0,0 0 48 0,-1 4 0 15,0 4 624-15,0 5 128 0,0 0 32 0,0 0 0 16,0 0-32-16,0 0 0 0,-2 8 0 0,-1 3 0 0,2 6-608 16,1-2-112-16,2 2-16 0,2 0-16 0,1 1-176 0,3 0-16 15,0 0-16-15,2-1 0 0,2-1-160 0,0 1-192 16,1-4 32-16,0-1 16 15,0-1-2192-15,-1-4-432 0,-2-5-96 0,1 1-12224 16</inkml:trace>
  <inkml:trace contextRef="#ctx0" brushRef="#br0" timeOffset="20565.48">24600 3539 31327 0,'0'0'2784'0,"0"0"-2224"15,-7 1-560-15,7-1 0 0,-6 7 2672 0,-1 3 416 16,1 3 96-16,-1 2 16 0,-1 7-1072 0,1 4-208 16,-1 4-32-16,0 1-16 0,1 0-720 0,1 3-160 15,1 3-32-15,-1-1 0 0,3-3-640 0,0 2-144 16,2-2-32-16,-1-2 0 0,2-4-144 0,2-1 0 16,-1-1 0-16,2-1 0 15,0-5-928-15,1 1-160 0,2-5-48 0,0-3 0 16,1-4-1152-16,0-3-224 0,5-4-48 0,-1-2-10544 0,0-3-2096 15</inkml:trace>
  <inkml:trace contextRef="#ctx0" brushRef="#br0" timeOffset="21007.16">24767 3790 36335 0,'0'0'1600'0,"0"0"352"0,0 0-1568 0,0 0-384 0,0 0 0 0,0 0 0 16,0 0 1872-16,0 0 304 0,-2 8 48 0,1 3 16 15,0 2-208-15,0 4-48 0,-2-2 0 0,2 6 0 16,1-1-1024-16,1 1-192 0,0 1-64 0,2-1 0 0,1 0-368 0,0-3-80 15,1-1 0-15,1-2-16 0,1 1-112 0,1-2-128 16,0-1 176-16,-1-1-176 0,1-4 0 0,0-3 0 16,2-1 0-16,0-1 0 0,-1-3 0 0,0-2 0 15,0-2 0-15,0-1-144 0,-1-4-32 0,1-3 0 16,0-2 0-16,-2 0 0 0,-1-1-64 0,2 0-16 16,0-2 0-16,0-1 0 0,1-1-64 0,-1 0-32 15,-2 3 0-15,1 2 0 0,-1 2 96 0,-1 3 0 16,-2 0 16-16,-3 9 0 0,0 0 240 0,0 0 0 15,0 0 0-15,0 0 0 0,0 14 368 0,0 2 16 16,1-3 0-16,1-1 0 0,-1 2-144 0,1 1-32 16,2 2 0-16,0-1 0 0,0-2-208 0,1 1 0 15,3-6 0-15,3 1 0 0,-1-1 0 0,2-1-128 16,1-1 128-16,3-5-208 0,-1 0-144 0,2-2-32 16,1 0 0-16,1-3 0 15,-1-2-64-15,0-2 0 0,-2 0-16 0,-1-3 0 0,0 1 256 0,-4-5 48 0,-1 0 16 16,-3-1 0-16,-1-2 144 0,-2 0 0 15,-2 2 0-15,-1 0 0 0,-2 1 0 0,-1 1-128 0,-2 1 0 0,-3-3 0 32,1 3-1104-32,-1 1-224 0,1 1-32 0,-1 2-16 0,1-2-1104 15,0 3-208-15,2 3-64 0</inkml:trace>
  <inkml:trace contextRef="#ctx0" brushRef="#br0" timeOffset="22150.45">25615 3796 37439 0,'0'0'1664'0,"0"0"320"0,0 0-1584 0,0 0-400 0,0 0 0 0,0 0 0 0,-3 6 2000 0,-4 3 320 16,-2 2 64-16,-2 2 16 0,1 4-672 0,-4 0-128 15,-3 2-16-15,0-2-16 0,1 3-768 0,2-2-160 16,1 0-16-16,4 1-16 0,0-1-416 0,1-3-64 16,1 0-128-16,3-1 176 0,3-3-176 0,2 0-224 15,1-3 48-15,3-1 16 16,3-2-336-16,2-4-64 0,0-1-16 0,3-1 0 15,2-4-272-15,0-3-64 0,0-3-16 0,0 0 0 16,1-2-96-16,0-3 0 0,-1 0-16 0,0-5 0 16,-1 1 64-16,0-1 16 0,-1-3 0 0,0 2 0 15,-1-1 240-15,-1 3 48 0,-2 3 16 0,-4 3 0 0,0 3 416 0,-2 4 96 16,-3-1 16-16,0 8 0 0,0 0 736 0,0 0 160 16,0 0 16-16,-7 6 16 0,1 3 208 0,-1 3 32 15,-1 4 16-15,2-3 0 0,1 0-384 0,1 1-80 16,1 3-16-16,2-1 0 0,1-1-336 0,2 1-80 15,2 2-16-15,3-5 0 0,-1-1-144 0,4 0 0 0,0-4 0 0,2 1 0 16,1-1-208-16,0-3 16 0,1-1 16 16,0-2 0-16,2-4 0 0,0-1 0 0,-1-3 0 0,1-1 0 15,1-1-48-15,0 0-16 0,1 1 0 0,-2-5 0 16,-2-1-240 0,1 0-48-16,-4-3-16 0,2 2 0 0,-1-2-288 0,-3 3-48 15,-1 0-16-15,-3 5 0 0,0 2 80 0,-2-1 16 0,-3 7 0 0,0 0 0 16,0 0 800-16,0 0 192 0,-6 2 32 0,-1 3 0 0,-1 1 736 0,2 2 160 15,-1 4 32-15,1-3 0 0,0 0-320 0,1 0-48 16,0-2-16-16,2 3 0 0,1 3-336 0,2-1-80 16,1-2-16-16,3-1 0 0,0-1-208 0,4 0-128 15,0-1 160-15,2-1-160 0,0 1 0 0,2-2 0 16,0 0 0-16,1 0-160 0,4-2-96 0,-2-3 0 16,0-3-16-16,0-1 0 15,1 2-288-15,0-1-48 16,-1-1-16-16,0-1 0 0,-2-4 80 0,0-3 16 0,1 2 0 0,-1-2 0 0,-2 0 208 0,0-1 64 15,2-2 0-15,-1 0 0 0,0-4 32 0,-2-2 16 16,2 1 0-16,0 1 0 0,-1-2-80 0,0 0-16 16,-2 0 0-16,-1 4 0 0,-3-1 176 0,-1 6 128 0,-3-1-192 0,-1 5 192 15,0 8 192-15,0 0 128 16,0 0 48-16,0 0 0 0,-8 6 160 0,-1 3 48 0,0 4 0 0,-1 1 0 16,2 2 48-16,3 2 16 15,0 0 0-15,2 6 0 0,4 3-176 0,2 4-16 16,2 1-16-16,4 0 0 0,2 0-160 0,0 1-16 0,1 4-16 15,0-1 0-15,0 4-112 0,1-1-128 0,1 1 176 0,-1 0-176 16,0 0 0-16,-4-3 0 0,-1 0 0 0,-3-1 0 16,-1-2 0-16,-3-1 0 0,-2-3 0 0,0-1 0 15,-4-6 0-15,-2-2 0 0,-2-4 0 0,0-3 0 16,-2 1 192-16,0-5 0 0,-4-4-16 0,1 1 0 16,0-6 32-16,-3-1 16 0,-2-1 0 0,1-6 0 0,0 1-96 15,1-1 0-15,0-4-128 0,3-1 192 0,-1-6-192 16,5-1-256-16,2 0 48 0,3-2 16 0,4-1-128 15,2-2 0-15,4-3-16 0,4-2 0 16,3-1-208-16,6-2-32 0,4-2-16 16,6-3 0-16,2-2-288 0,1 0-48 0,2-1-16 15,-1-1 0-15,1-2-368 0,-3 0-80 0,-2 0-16 0,1 2 0 16,0 3 160-16,-2 1 32 0,-2 5 0 16,-2 2 0-16,-2 2 368 0,-1 4 80 0,-3 1 0 0,-3 2 16 0,-1-1 752 0,-4 7 0 15,0 0 128-15,-1 4-128 0,-4 0 1072 0,0 5 96 16,-1-2 32-16,-1 3 0 0,0-1 256 0,-2 6 48 15,0 0 16-15,0 0 0 0,0 0-368 0,0 0-80 16,0 0-16-16,0 0 0 0,5 6-560 0,0-1-112 16,-5-5-32-16,9 5 0 0,0 4-112 0,2-1-32 15,0 2 0-15,2 2 0 0,1-3-208 0,0 3 128 16,1-2-128-16,1 3 0 0,0 1 0 0,-1-1 0 16,0-2 0-16,-1 1 0 0,0 0 0 0,-2-1 0 15,-1 1 0-15,-2 1 0 0,0 0-256 0,-3 0-64 16,-2 0 0-16,-1 2 0 0,-3-2 32 0,0-2 0 0,-1-1 0 15,-2-1 0-15,-1 4 288 0,-1-5 0 0,-2-2 0 0,-2-1 0 16,-1-1 0-16,-2 3 128 0,-1-6-128 0,-1 2 192 16,1-1-192-16,-2-2 144 0,0 0-144 0,-2 0 128 15,0 0-128-15,1 0 0 0,0-4-160 0,2 2 160 32,2-1-752-32,2 2-48 0,0-2-16 0,0-1-11376 0,4-2-2272 0</inkml:trace>
  <inkml:trace contextRef="#ctx0" brushRef="#br0" timeOffset="22497.15">27203 3146 30399 0,'0'0'1344'0,"0"0"288"0,0 0-1312 0,7 8-320 15,1 1 0-15,3 2 0 0,1 1 3136 0,4 2 544 16,2 4 112-16,2 2 32 0,0 1-1968 0,5 2-384 16,3 4-64-16,-2 3-32 0,-4 2-496 0,3 3-112 0,-1 4 0 15,1 1-16-15,-1 2-368 0,-5 4-80 16,-3 1-16-16,-2 0 0 0,-3-12-288 0,-4 3 160 0,0 1-160 0,-3 2 128 16,-4 0-128-16,-1 1 0 0,-5-5 0 0,0 0 128 15,-2 2 16-15,-4-2 0 0,-2-2 0 0,-2-1 0 16,-5 5 64-16,-1-5 16 0,0-4 0 15,1-7 0-15,3-1-80 0,1-3-16 0,0-4 0 16,1-1 0-16,2-3-128 0,1-3 0 0,3-2 0 16,1-2 0-1,2 1-832-15,0-5-192 0,1-2-32 0,1-1-14592 0,5 3-2912 0</inkml:trace>
  <inkml:trace contextRef="#ctx0" brushRef="#br0" timeOffset="73051.86">6017 6644 45327 0,'0'0'2000'0,"0"0"432"16,-11 4-1952-16,11-4-480 0,0 0 0 0,0 0 0 0,0 0 0 0,0 0 0 16,0 0 0-16,13 8 0 0,3-7 848 0,6-1 240 15,4-1 32-15,7-2 16 0,5 6-368 0,6-3-80 16,4-4-16-16,7 2 0 0,5-2-240 0,1 0-48 15,-2-3-16-15,1 1 0 0,1-2-144 0,2 3-32 16,-2-1 0-16,-1 3 0 0,0-1-192 0,0 0 128 16,0-3-128-16,-7 5 0 0,-3-4 0 0,-16 5 0 0,2-2 0 15,2 1 0 1,-2 1-752-16,1-3-80 0,-2 0-32 0,0 0 0 16,-1 0-736-16,-1 0-128 0,-2 0-48 0,-1 0 0 15,-2 2-1488-15,-4-4-288 0,-2 2-64 0</inkml:trace>
  <inkml:trace contextRef="#ctx0" brushRef="#br0" timeOffset="73314.22">7576 6427 46703 0,'0'0'2064'0,"0"0"432"0,-5 4-1984 0,-1 2-512 0,6-6 0 0,0 0 0 16,0 0 0-16,-2 5 0 0,2-5 0 0,-1 7 0 15,1-7 816-15,1 9 64 0,3 0 16 0,1-1 0 16,0-2-464-16,2 1-96 0,1 2-16 0,1-2 0 15,0-1-320-15,3 1 128 0,1-1-128 0,1 1 0 0,0-1 0 0,1 1 0 16,0-2 0-16,1 0 0 0,0-1-128 0,-1 0 0 16,0 0 0-16,-2 0 0 0,-2 0-96 0,-2 0-16 15,-1 2 0-15,-1 1 0 0,-2-1 112 0,-2 3 128 16,-3 0-208-16,-2 0 80 0,0 2 128 0,-5 1 0 16,-2 2 0-16,-8 6 0 0,0-4 0 0,-1 0 0 15,0-2 0-15,-1 2 0 16,0-3-928-16,1 0-256 0,1-1-48 0,1 0-19504 15</inkml:trace>
  <inkml:trace contextRef="#ctx0" brushRef="#br0" timeOffset="74133.78">8807 6304 31327 0,'0'0'2784'0,"0"0"-2224"0,0 0-560 0,0 0 0 0,0 0 2000 0,4 7 304 15,-1 0 48-15,1 5 16 0,-2 2-1200 0,0 6-224 16,0 3-48-16,-2 5-16 0,1 3 336 0,-1-1 80 16,0-1 16-16,0 0 0 0,0-2-528 0,0 2-96 15,0-3-32-15,0-2 0 0,-1 0-336 0,1-5-80 16,-2-3-16-16,4-2 0 0,-2-3-224 0,0-2 0 16,0-2 128-16,0-7-128 0,0 0 0 0,0 0-288 15,0 0 64-15,0 0 16 16,0 0-192-16,1-7-48 0,0-3 0 0,0-2 0 15,1-3-64-15,0 1-32 0,1-4 0 0,0-3 0 16,-2-2 64-16,3-1 16 0,0-1 0 0,0 1 0 0,0-1 160 0,-1 1 48 16,1 2 0-16,0 3 0 0,0 0 256 0,1 5-160 15,-2 2 160-15,1 3-128 0,0 1 336 0,-4 8 80 16,0 0 16-16,0 0 0 0,0 0 240 0,8 2 48 16,-8-2 16-16,9 7 0 0,0 3 0 0,1 0 0 0,1 3 0 15,1-1 0-15,-2 0-160 0,4 1-48 0,3-3 0 0,1 3 0 16,1 1-96-16,-1 1-32 0,0 0 0 0,2 0 0 15,2-2-80-15,0 1-32 0,-1-4 0 0,0 2 0 16,0 0-160-16,-2 0 128 0,1-2-128 0,-2 2 128 16,-1 0-128-16,0-3 0 0,0 0 0 0,-3-1 0 0,-1-1 0 0,-1 3 0 15,-2-5 0-15,0 1 0 0,-4 0 0 16,1 0 0-16,-7-6 128 0,0 0-128 0,0 0 0 0,0 0 0 16,0 0 0-16,-7 7 0 0,-5-1 144 15,-1 1-144-15,-2-6 160 0,2 2-160 0,-3 0 144 0,-4 1-144 16,-3 2 128-16,-4-3-128 0,-5 1 0 15,-2 2 0-15,-2-4 128 0,-2 2-128 0,2 0 0 0,0 0 0 16,2 0 0-16,5-2 0 0,1 0-288 0,-6-2-32 16,9 0-16-16,7-3 0 15,6-1-1888-15,12 4-368 0,-1-6-80 0,5-2-16 16,4 0-2384-16,5-4-496 0</inkml:trace>
  <inkml:trace contextRef="#ctx0" brushRef="#br0" timeOffset="74433.2">9571 6125 34095 0,'-7'-1'3024'0,"7"1"-2416"16,0 0-480-16,0 0-128 0,-6 0 2512 0,6 0 496 0,0 0 80 15,0 0 32-15,-3 7-1280 0,0 0-256 0,1 4-48 0,2 2-16 16,2 3-480-16,2 4-80 0,1 4-32 0,1 1 0 15,0-1-512-15,1 4-96 0,-1 3-32 0,2 2 0 16,0-1-144-16,2 4-16 0,-2-5-128 0,0 0 192 16,-2-1-192-16,1-3 0 0,-2 0 0 0,-1-5 0 15,1 0 0-15,-1-1 0 0,0 0 0 0,-1-4 0 32,-1-2-752-32,1-3-32 0,2 0-16 0,-2-5 0 0,-3-7-800 0,0 0-176 0,2 6-16 0,-2-6-16 15,0 0-1232-15,8-6-240 0,0-3-48 0,0-5-8304 16,0 0-1648-16</inkml:trace>
  <inkml:trace contextRef="#ctx0" brushRef="#br0" timeOffset="74922.72">9839 6271 30111 0,'3'-13'1344'0,"-2"6"256"0,-1-1-1280 0,0 0-320 0,0 1 0 0,0 1 0 0,-1-2 2480 0,1 8 416 16,0 0 96-16,0 0 16 0,-3-5-880 0,3 5-160 16,-5-3-48-16,5 3 0 0,-7 2-832 0,0 3-192 15,-3 4-16-15,3 0-16 0,-2 4-272 0,-2 5-48 16,1 5-16-16,-1 0 0 0,0 2-144 0,-1 3-16 15,0 2-16-15,2 3 0 0,-2-4-96 0,4 1 0 16,2-3-16-16,0 0 0 0,4-1-240 0,2 1 0 16,2-7 0-16,5 0 0 0,2-3 0 0,1-1 0 15,3-2-128-15,3-2 128 0,-2-2-368 0,2-3 48 16,1-3 0-16,3-2 0 16,2-3-192-16,0-3-16 0,0-1-16 0,2-3 0 15,0-1-144-15,1-3-16 0,0-2-16 0,0-2 0 16,-1-1 240-16,1-4 48 0,-1-1 16 0,-1-3 0 0,-1-2 240 0,-1 0 176 0,-1-3-208 0,-2 1 80 15,-1 1 128-15,-1 0 0 0,-5 0 0 0,0 5-128 16,-2-1 128-16,-1 2 0 0,-3 5 0 0,-3 2 128 16,-2 0 144-16,-1 2 48 0,-1 3 0 15,-1 2 0-15,-1 3 208 0,-1 2 48 0,-2 2 16 0,1 2 0 0,-2 2-64 16,1 2-16-16,1 3 0 0,-1 0 0 16,1 5-224-16,-1 4-48 0,1 2-16 0,1 3 0 0,1-1-80 0,1 3-16 15,0 1 0-15,3 3 0 0,2 4-128 16,-1-2 160-16,4-1-160 0,3 0 160 0,-1-1-160 15,3-5 0-15,2 0 0 0,2 0 128 0,3-1-128 0,0-3 0 16,1-2 0-16,1-1 0 0,-1-3 0 0,1 0 0 16,4-4-176-16,-3-1 176 0,0-3-176 0,-2-1 176 15,2-4-208-15,-2-2 80 16,-1-1-304-16,0-1-48 0,0 0-16 0,-2-5 0 16,0-4-1328-16,-2 0-272 0,-1-1-48 0,-1-2-16 15,-3-1-1360-15,0-1-256 0,-3-3-64 0</inkml:trace>
  <inkml:trace contextRef="#ctx0" brushRef="#br0" timeOffset="75138.42">10219 6137 5519 0,'0'0'496'0,"0"0"-496"0,0 0 0 0,0 0 0 16,0 0 9456-16,0 0 1792 15,9 1 352-15,0-2 80 0,1-1-8384 0,1 0-1680 0,0 1-336 16,2 0-64-16,3-1-304 0,2 1-64 15,2-2-16-15,2 0 0 0,3 0-544 0,1-4-112 0,1 2-32 16,1 1 0-16,-1 2-144 0,0-1 0 0,1-1 0 0,-3-1 0 16,-1 1-512-16,0 1-96 15,-3 0-16-15,-2 0 0 0,-2 3-1136 0,-3-3-224 16,0 1-64-16,-4 2-12480 0,-10 0-2496 0</inkml:trace>
  <inkml:trace contextRef="#ctx0" brushRef="#br0" timeOffset="75334.27">10177 6346 28559 0,'0'0'2544'0,"0"0"-2032"16,0 0-512-16,0 0 0 0,6 6 4016 0,2 0 704 15,1-3 144-15,3 0 16 0,1 0-2800 0,1-1-560 16,2 0-112-16,1-1-32 0,1-1-448 0,2 0-96 16,2-1 0-16,1-2-16 0,2 0-464 0,1 1-96 15,2-1 0-15,-1 1-16 0,-1-4-240 0,0 1 0 16,-2 0 0-16,0 1 0 15,1 0-1184-15,-1 1-288 0,-2 1-48 0,-1-2-21360 0</inkml:trace>
  <inkml:trace contextRef="#ctx0" brushRef="#br0" timeOffset="76208.87">11272 6381 11055 0,'0'0'480'0,"0"0"112"0,0 0-464 0,0 0-128 16,0 0 0-16,0 0 0 0,-9 0 6336 0,9 0 1264 15,0 0 240-15,0 0 48 0,0 0-4880 0,0 0-960 16,8 0-208-16,1 0-48 0,2-3-688 0,4 2-144 16,-2 0-16-16,1-1-16 0,1 0-608 0,0-1-112 15,1 2-16-15,1-2-16 0,1 1-176 0,-1-1-144 0,0 1 144 0,-1-1-208 31,-1 2-1184-31,1-1-224 0,0 1-48 0,-2 1-16 16,0 0-1792-16,-1 1-368 0,-1 1-64 0</inkml:trace>
  <inkml:trace contextRef="#ctx0" brushRef="#br0" timeOffset="76415.98">11378 6505 12895 0,'-12'6'1152'0,"4"-3"-928"0,-4 1-224 0,1-2 0 15,0 1 5904-15,2 0 1136 0,2-1 240 0,7-2 32 16,-6 2-5328-16,6-2-1056 0,0 0-224 0,0 0-32 15,0 0 480-15,0 0 112 0,0 0 16 0,0 0 0 0,8 0-960 0,1 0-192 16,3 0-128-16,1 0 144 0,1-3-352 0,3-1-80 16,4 0-16-16,1 0 0 15,3 0-560-15,1 0-112 0,1-2-32 0,3-1 0 16,1 0-1344-16,2-3-272 0,2 1-48 0,2 2-8096 16,1-5-1632-16</inkml:trace>
  <inkml:trace contextRef="#ctx0" brushRef="#br0" timeOffset="76759.41">12147 6232 6447 0,'0'0'576'0,"0"0"-576"15,-3-4 0-15,-1-1 0 0,4 5 6784 0,-5-4 1232 16,0 2 256-16,5 2 48 0,-7 0-5312 0,-1 1-1056 16,1 3-224-16,-3 0-32 0,1 2-96 0,-1 3 0 15,-2 3-16-15,0 3 0 0,-1 0-784 0,0 3-160 16,2 1-16-16,0 2-16 0,1 1-48 0,1 0-16 15,2 0 0-15,2 2 0 0,2-4-256 0,3 3-48 16,3-7-16-16,1 4 0 0,2-4-224 0,4-1 0 0,1 0 0 0,5-4 0 16,2-1-176-16,3-4 176 0,2 1-160 0,4-4 160 15,0 3-272-15,3-2 32 0,1-3 16 0,2-2 0 16,-1-3-64-16,2-2-16 0,-1 0 0 0,-2-2 0 16,-2 0-16-16,-3 0-16 0,-1-1 0 0,-3-2 0 15,-3-2-112 1,0-2 0-16,-4 0-16 0,0-2 0 0,-4 1 0 0,-2-2 0 15,-2 0 0-15,-3-2 0 0,-4 3 240 0,-1-3 48 0,-5 1 16 0,-1-1 0 0,-4 1 160 0,-1 1-208 16,-2 1 80-16,-4 1 128 0,-3 2-272 16,-5 1 64-16,-4 3 16 0,-4 0 0 15,-2 2-992-15,-1 2-192 0,2 0-32 0,0 0-16992 16</inkml:trace>
  <inkml:trace contextRef="#ctx0" brushRef="#br0" timeOffset="77269.63">13490 6620 15663 0,'0'0'688'0,"0"0"144"0,0 0-656 0,0 0-176 16,9 1 0-16,-3 1 0 0,-6-2 4576 0,0 0 880 15,4 10 176-15,-1-1 48 0,-2 5-2816 0,0-1-560 16,-1 1-128-16,0 2 0 0,-2-2-1184 0,-1 2-224 16,-2-2-64-16,1 1 0 0,0-4-528 0,0 1-176 15,-1 0 0-15,0-3 0 16,-2-1-1920-16,2-2-512 0,1 1-80 0,4-7-15632 0</inkml:trace>
  <inkml:trace contextRef="#ctx0" brushRef="#br0" timeOffset="77850.5">14300 6142 27647 0,'0'0'1216'0,"-3"7"256"0,-4-1-1168 0,-1 6-304 0,2 4 0 0,-1 2 0 0,-1 3 3568 0,1-2 656 16,0 5 128-16,-2-4 16 0,0 0-2560 0,0 1-512 16,0 0-96-16,-1-1-32 0,3 0-336 0,-1-3-64 15,1-1 0-15,2 1-16 0,1-7-512 0,0 0-112 16,4-10 0-16,0 0-128 0,-2 7 0 0,2-7 0 16,0 0 0-16,0 0 0 0,0 0 0 0,0 0-320 15,1-7 32-15,3-4 16 16,2-2-176-16,1-3-48 0,1 0 0 0,-2-3 0 15,1 0 0-15,-1-3 0 0,1-2 0 0,1 1 0 0,-1-2 256 0,1 1 48 16,0 1 16-16,1 1 0 0,-1 5 176 0,0 0 0 16,-2 4 0-16,1 2 0 0,-1 2 160 0,1 3 16 15,-7 6 0-15,0 0 0 0,8-2 288 0,-8 2 64 16,0 0 16-16,9 4 0 0,0 5 48 0,0 2 16 16,0 2 0-16,0-1 0 0,0 2-160 0,2 2-16 15,2 2-16-15,0-2 0 0,0 1-256 0,1 1-160 16,2 0 192-16,0 0-192 0,-1-2 128 0,2 0-128 15,0-2 0-15,1 2 0 0,-1-2 0 0,0 0 0 16,-1 1 0-16,-3-2 0 0,-1 0 0 0,-2-3 0 16,-1 1-192-16,-2-2 192 0,-2-2-256 0,-1 0 64 0,-4-7 0 15,0 6 0-15,0-6 192 0,-4 8-176 0,-1-2 176 16,-3 0-160-16,-2-2 160 0,-5 1 0 0,-2-1 0 16,-4 0 0-16,-2-1 0 0,-3 1 0 0,-2-2 0 15,0 2 128-15,-2-3-128 0,1 1 0 0,0-1 0 0,2 2 0 16,2-2-224-16,3 0-64 0,3-1-16 0,2 0 0 15,1-2-1584-15,6-1-320 16,2 0-64-16,8 3-16 0,0 0-1392 0,4-7-288 0,3-3-48 16</inkml:trace>
  <inkml:trace contextRef="#ctx0" brushRef="#br0" timeOffset="78412.7">14909 6020 23039 0,'0'0'2048'0,"0"0"-1648"16,0 0-400-16,0 0 0 0,0 0 4464 0,0 0 800 0,0 0 176 0,0 0 16 0,2 8-3440 0,-1 1-688 15,0 1-144-15,1 3-32 0,-1 3 240 0,1 2 32 16,1 3 16-16,1 0 0 0,1 2-736 0,2 1-128 16,1 1-48-16,1 2 0 0,0-2-272 0,1 2-64 15,1 2-16-15,-1 1 0 0,2-4-176 0,-2 0 128 16,1 0-128-16,-1-4 128 0,-1 0-128 0,-1 0 0 15,-1-2 0-15,-2-6 0 0,-1-2 0 0,-2-4 0 16,-2-8 0-16,0 0 0 0,2 9 0 0,-2-9 0 16,0 0-176-16,0 0 176 0,0 0-256 0,-6-6 48 15,0-1 0-15,-1 1 0 0,0-8-160 0,-1 0-16 0,-1-3-16 16,-1-4 0-16,1-2-64 16,0-2-16-16,-1-1 0 0,1-4 0 15,-1-3-32-15,1-2-16 0,0-1 0 0,1-1 0 0,2 2 16 0,-1 2 16 16,2 1 0-16,0 2 0 0,0 0 496 0,1 2 0 0,1 4-128 0,2 3 128 15,1 1 352-15,1 5 112 0,-1 0 32 0,4 4 0 16,0 0 48-16,3 1 16 0,2-1 0 0,1 2 0 0,3 3-208 16,1-2-32-16,3 3-16 0,3-1 0 0,2 2-176 0,2 1-128 15,0 0 144-15,1 2-144 0,1 1 0 0,0 0 128 16,2 1-128-16,-2 2 0 0,-3-1 0 0,1 2 0 16,-2 1 0-16,-3 3 0 0,0 4 0 15,-4-2 0-15,-2 3 0 0,-2 2 0 0,-3-1 0 0,-4 3 0 16,-3 1 0-16,-4 2 0 0,-2-2 0 0,-3 0 0 15,-4 1 0-15,-1-1 144 0,-4 0 96 0,-1 3 16 16,-1-5 0-16,-1 0 0 0,-1 1-96 0,0-1-16 16,1-2 0-16,-3-1 0 0,-1-2-144 0,0-1 0 15,3-1 0-15,2-1 0 16,2-1-576-16,1-2-208 0,3-1-48 0,4-1 0 16,2-2-1408-16,7-1-272 0,0 0-64 0,0 0-17392 0</inkml:trace>
  <inkml:trace contextRef="#ctx0" brushRef="#br0" timeOffset="78932.8">15660 6006 36863 0,'0'0'3264'0,"0"0"-2608"16,0 0-528-16,-4 6-128 0,3 3 3280 0,2 3 624 15,2-3 128-15,0 4 32 0,-1 3-2352 0,2 2-480 16,-1 2-80-16,1 0-32 0,1 1-352 0,0 4-80 16,0 1-16-16,2 1 0 0,-1 1-432 0,3 1-96 15,-1-3-16-15,1-2 0 0,0 1-128 0,1 0 0 16,-4-2 0-16,1 0 0 0,-1-1 0 0,1-4 0 16,-2-1 0-16,1 0 0 0,0-2 0 0,-1 0 0 15,-1-2 0-15,0-1 0 0,0-5 0 0,1 0 0 16,3-2 0-16,-2 2 0 0,1-3-240 0,2-1 80 15,1 0 16-15,3-3 0 0,2-1-64 0,2-3-16 16,-1-3 0-16,3 1 0 0,0-2 16 0,2 0 0 0,-1-4 0 16,2-1 0-16,0-2 208 0,0-2-176 15,-2 0 176-15,1-1-160 0,1 1 160 0,-1 1 0 0,-3-4 0 16,0 5 0-16,0 0-192 0,-1 0 64 0,-2 1 0 0,-1-3 0 31,-1 1-1152-31,-1 2-240 0,-3-1-32 0,0 1-16 16,-2 3-2368-16,-4-2-480 0</inkml:trace>
  <inkml:trace contextRef="#ctx0" brushRef="#br0" timeOffset="79150.89">15740 6034 6447 0,'0'0'576'0,"0"0"-576"0,-5-1 0 0,5 1 0 0,0 0 10624 0,0 0 2000 16,7-4 416-16,3 1 80 0,0 1-10432 0,4-1-2064 15,2-1-432-15,1 0-64 0,0-1 272 0,2 1 64 16,4 0 16-16,1 0 0 0,2-5-288 0,2 3-48 16,0-1-16-16,1 1 0 0,-1-1-128 0,0 1 0 15,0 2 0-15,-4 0-176 16,-1 0-1168-16,-3 0-256 0,-1 1-32 0,-5 1-13984 16,-2-1-2784-16</inkml:trace>
  <inkml:trace contextRef="#ctx0" brushRef="#br0" timeOffset="79319.19">15754 6171 26719 0,'0'0'2368'0,"0"0"-1888"15,0 0-480-15,0 0 0 0,0 0 4592 0,13 4 816 16,3 0 160-16,1-1 48 0,-2-2-4240 0,2 1-848 16,3-2-160-16,1 0-48 0,1 0-16 0,1 2-16 0,2-4 0 0,3 2 0 15,0 0-288-15,4 0 0 0,0 0 0 0,1-3 0 31,1-1-1520-31,-3-3-304 0,0 2-64 0</inkml:trace>
  <inkml:trace contextRef="#ctx0" brushRef="#br0" timeOffset="79523.89">16512 6086 51711 0,'0'0'2304'0,"0"0"448"0,5 0-2192 16,3 0-560-16,1-1 0 0,2 1 0 0,1 1 560 0,3-2 0 15,-1 1 0-15,2 0 0 0,-2 0 128 0,2 0 16 16,0 1 16-16,3-1 0 0,2-1-400 0,-1 0-96 16,-1-1-16-16,-1 0 0 15,-1 4-672-15,-1-2-144 0,-2 3-32 0,-1-2 0 16,0 1-1232-16,-4-2-256 0,-2 0-48 0,-7 0-19984 0</inkml:trace>
  <inkml:trace contextRef="#ctx0" brushRef="#br0" timeOffset="79690.78">16414 6251 44799 0,'0'0'1984'0,"0"0"416"0,0 0-1920 0,0 0-480 15,2 2 0-15,2 3 0 0,3-5 752 0,2 2 48 0,1-1 16 0,3-2 0 16,0-1 64-16,3 2 16 0,2-2 0 0,2-1 0 16,3 1-624-16,3-2-112 0,3 0-32 0,2 1 0 15,-3-1-368-15,0-1-80 0,1 0 0 0,1 1-16 31,-1-3-2464-31,1 1-480 0,-3-2-112 0</inkml:trace>
  <inkml:trace contextRef="#ctx0" brushRef="#br0" timeOffset="80081.39">17349 6000 40031 0,'0'0'1776'0,"0"0"352"0,1-2-1696 0,0 0-432 0,-3 2 0 0,-2 0 0 0,1 0 1712 0,-1 2 256 16,-4 3 48-16,0-4 16 0,-2 4-288 0,-2 1-48 15,-3 0-16-15,-1 6 0 0,2 0-848 0,-3 2-160 16,-3 0-32-16,1 5-16 0,-7 3-192 0,5 0-48 16,4-1 0-16,1 2 0 0,4-1-144 0,2 1-48 15,3-3 0-15,4 1 0 0,1-2-192 0,6-1 0 16,1 0 0-16,3-5 0 0,1 0 0 0,7 1 0 16,5-2 0-16,1 0 0 0,-4 0 0 0,3-2-128 15,5 0 128-15,2-2 0 0,3-2 0 0,0 0-128 16,3-5 128-16,1 1 0 0,0-1-160 0,-2-1 160 15,-3-3-128-15,-1-1 128 0,-1 1-192 0,1-4 32 16,-3-2 16-16,-1-3 0 0,-3-1 16 0,4-3 0 16,-2 0 0-16,-4-3 0 0,-3 0 128 0,-4 0 0 15,-3 0-144-15,-4-1 144 0,-5-1 0 0,-2-1 0 16,-3-1 0-16,-4-1 0 0,-6 2 0 0,-3-1 0 16,3 3 0-16,-5 3 128 0,-3 0-128 0,-2-1 0 15,-4 4 0-15,-1-1 0 0,-1-3-176 0,0 6 48 0,0-1 0 0,-7 0 0 31,3 3-752-31,3 1-144 0,2 1-16 0,4 1-14800 0,2 5-2960 0</inkml:trace>
  <inkml:trace contextRef="#ctx0" brushRef="#br0" timeOffset="81973.97">18634 6136 38703 0,'0'0'1712'0,"0"0"352"0,0 0-1648 0,0 0-416 16,0 0 0-16,0 0 0 0,0 0 1792 0,13-4 288 15,1 4 48-15,2-3 16 0,4-2-1232 0,4 1-240 16,5 0-48-16,5 0-16 0,4 1 32 0,1 0 16 16,1-5 0-16,5 4 0 0,-2 3-368 0,4 0-80 15,1 1-16-15,1 1 0 0,1 0-192 0,1 2 0 0,0 1 0 16,-2-3 0-16,1-4-192 0,-6 2-96 0,-1 2-16 0,-14-1 0 31,1-1-1744-31,1 0-336 0,0-1-80 0,-2 2-16 0,1 0-736 16,0 0-160-16,-1-1-16 0</inkml:trace>
  <inkml:trace contextRef="#ctx0" brushRef="#br0" timeOffset="82219.96">19840 5893 29487 0,'-9'-1'2624'16,"-2"1"-2112"-16,1 1-512 0,1 1 0 0,1-2 3904 0,3 1 656 15,0 0 144-15,5-1 32 0,0 0-3296 0,0 0-656 16,0 0-128-16,0 9-16 0,2 2-336 0,2-3-64 16,1 2-16-16,4-1 0 0,3-2-224 0,1-1 144 15,2 1-144-15,2-1 128 0,1 1-128 0,1-1 0 16,2 1 0-16,-1-3 0 0,-2 1 0 0,-1 2-176 16,-1-2 176-16,2 3-128 0,-5-1 128 0,-4 2 0 15,-4 3 0-15,-2-1 0 0,-3-11 0 0,-4 11 0 16,-3 2 0-16,-3 3 0 0,-3 5 0 0,-4-4 0 15,-3 2 0-15,0-3 0 16,-4 1-912-16,3-3-160 0,2-2-16 0,8-4-12912 16,1 0-2576-16</inkml:trace>
  <inkml:trace contextRef="#ctx0" brushRef="#br0" timeOffset="82439.96">20433 5880 48719 0,'0'0'2160'0,"0"0"448"0,-6 4-2096 0,2 5-512 0,2 3 0 0,0 2 0 16,-1 3 416-16,2 4-32 16,0 3 0-16,1 2 0 0,0 2 160 0,1 2 32 0,0 2 0 0,2 2 0 15,2 0-208-15,2-1-48 0,0-1 0 0,1-1 0 16,-1 0-320-16,-1-3 0 0,1-4 0 0,-1 0 128 16,-1-2-736-16,1-2-144 0,-2-2-16 0,0-1-16 15,-2-5-1104-15,-1-2-224 0,-1-3-32 0,0-7-16 16,0 0-2464-16,0 0-496 0</inkml:trace>
  <inkml:trace contextRef="#ctx0" brushRef="#br0" timeOffset="82705.63">20341 5976 33167 0,'-4'-6'2944'16,"-3"0"-2352"-16,3-2-464 0,2 1-128 0,0 1 2928 0,2-1 560 15,0-2 112-15,4 3 32 0,1-1-1888 0,3 3-368 16,1-2-80-16,4 1-16 0,2-1-800 0,2 1-160 15,1 0-48-15,2 2 0 0,2 1-272 0,0 0 0 16,0 2 0-16,0 2 0 0,-1 0 0 0,0 0 0 0,0 3 0 16,-2 0 0-16,0 4-160 0,-4 2 16 15,0 0 0-15,-4 1 0 0,-2 2 144 0,-2 1-160 16,-3-1 160-16,-3-1-160 0,-2 0 160 0,-2 0 0 0,-2 3 0 0,-1-4 0 16,-4-1 0-16,0 2 0 15,-2-2 0-15,1-1 0 0,-1-2-160 0,1 3-96 0,-2-1-32 0,2-5 0 31,-1 0-1456-31,3-1-304 0,1 1-48 0,8-5-16 16,-7-2-2272-16,5-5-464 0</inkml:trace>
  <inkml:trace contextRef="#ctx0" brushRef="#br0" timeOffset="82857.23">20802 5807 19343 0,'0'0'1728'16,"0"0"-1392"-16,7-2-336 0,-1-1 0 16,1 2 4848-16,-7 1 896 0,0 0 176 0,7 4 32 15,0 2-2880-15,-2 3-592 0,-1 2-112 0,1 2-32 16,1 1-1264-16,-1 2-256 0,0 1-48 0,0 0-16 0,-1 0-544 0,1-2-208 15,1 1 176-15,0 0-176 16,-1-2-896-16,2-1-256 0,-1-4-64 0,-2 0-13520 16,1 0-2704-16</inkml:trace>
  <inkml:trace contextRef="#ctx0" brushRef="#br0" timeOffset="82986.1">20976 5700 26719 0,'0'0'2368'0,"-4"-6"-1888"15,0-1-480-15,0 2 0 0,1 1 2688 0,3 4 448 16,0 0 96-16,0 0 16 16,0 0-3568-16,7-4-720 0,1 2-144 0,2-1-14672 0</inkml:trace>
  <inkml:trace contextRef="#ctx0" brushRef="#br0" timeOffset="83324.49">21338 5728 42735 0,'-12'6'1888'0,"12"-6"400"0,-6 7-1840 0,-1-2-448 0,-1 0 0 0,-1-1 0 16,-1 1 960-16,-1 1 112 16,-2-1 16-16,0 1 0 0,-1 1-176 0,-2 1-16 0,-1 1-16 0,2 0 0 15,-1 0-496-15,2 0-112 0,1 2-16 0,2-2 0 16,2-1-256-16,3-1 128 0,0 1-128 0,4-1 0 16,2-7 0-16,0 0 0 0,2 9 0 0,4-3 0 15,0 1 0-15,5-1 0 0,2 0 0 0,1-1-144 16,2-4 144-16,2 0-160 0,1-1 160 0,4 2-160 15,-1 0 160-15,0 1-128 0,0-2 128 0,-2 1-128 0,0 0 128 16,0 1 0-16,-2-2 0 0,-1 3 0 0,-2 1 0 16,-2 2 0-16,-3-1 0 0,-1 1 0 0,-1-2 0 0,-8-5 0 15,0 0 0-15,1 8 0 0,-3 0 0 0,-2 1 128 16,-3 0-128-16,-2-1 0 0,-1-2 0 0,-3-1 0 16,-2 1 0-16,0-1 0 0,-1 1-256 0,0-3 0 15,-1 0-16-15,2-2 0 16,-2-1-1216-16,1-1-240 0,1-3-64 0,2-2 0 15,1 0-1904-15,3-3-384 0,1-3-80 0</inkml:trace>
  <inkml:trace contextRef="#ctx0" brushRef="#br0" timeOffset="83527.08">21459 5583 24879 0,'5'-12'1088'0,"-5"12"256"0,2-6-1088 0,0-1-256 16,2 1 0-16,-4 6 0 0,0 0 4656 0,0 0 864 15,0 0 176-15,0 0 48 0,7 1-3472 0,-1 3-688 16,1 3-144-16,-1 2-32 0,0 2-832 0,0 4-192 15,-1 0-16-15,0 4-16 0,-1 0-224 0,0 3-128 16,2 1 128-16,-1 1-128 0,1-2 0 0,-1 3 0 0,2 1 0 0,-2-4 0 16,0-1-160-16,1 0-96 15,-2-1-32-15,-1-2 0 16,0-2-1200-16,0-2-240 0,-2-2-64 0,-1-1 0 0,0 0-1696 16,-1-5-352-16,1-6-64 0,0 0 0 0</inkml:trace>
  <inkml:trace contextRef="#ctx0" brushRef="#br0" timeOffset="84247.67">21348 5801 39743 0,'0'0'1760'0,"0"0"352"0,0 0-1680 0,0 0-432 16,0 0 0-16,0 0 0 0,0 0 1088 0,9 0 128 16,3-3 16-16,1 3 16 0,3 3 96 0,2-3 32 15,2 2 0-15,2 0 0 0,3 0-672 0,2 0-144 16,2 0-32-16,1 0 0 0,0-1-272 0,0-1-48 15,0 0-16-15,1 0 0 0,2 0-192 0,-2-1 0 16,-1-1 0-16,-2 1 0 0,-1 1 0 0,-4 0 0 16,-3 0 0-16,-2 0-160 0,-3 0-32 0,-1 0 0 15,-4 0 0-15,-2 0 0 0,-8 0 192 0,0 0 0 16,0 0 0-16,0 0 0 0,-4 5 0 0,-4 2 144 16,-2-1 0-16,-3 3 0 0,-2-1 16 0,0 3 0 15,-2 0 0-15,0-2 0 0,0 2 0 0,1-2 0 16,2 0 0-16,2 3 0 0,2-3-160 0,2 1 0 15,3 2 0-15,1-3 0 0,2 0 0 0,2-9 0 16,3 7-160-16,2-1 160 0,2 0-304 0,2-1 48 0,3-5 0 16,1 1 0-16,1 0-128 0,2-1 0 0,-1-1-16 0,2 0 0 31,0-2-1008-31,1-1-192 0,-1-1-32 0,0-1-16 0,0-2 1312 0,-2 1 336 0,-1 1 0 16,-1-2 0-16,-1-3-416 0,-1 2 32 0,1-2 0 0,-1 0 0 15,-2 1 688-15,0-1 144 0,0 0 16 0,0-1 16 16,0-1-480-16,0 1 0 0,-1 3 0 0,0 1 0 15,-2-2-160-15,1 2-32 0,0 1 0 0,-1 1 0 16,1 1 512-16,0 2 80 0,1 3 32 0,0 1 0 16,0 1 336-16,0 2 80 0,-1 1 16 0,1 1 0 0,0 3 32 15,0 2 16-15,-2-1 0 0,2 3 0 0,-1 2-272 0,-1 0-64 16,3 1-16-16,-1 1 0 0,0 0-160 0,-1-3-16 16,-2 2-16-16,0-3 0 0,0-4-176 0,2 1-16 15,-1-2-16-15,1 1 0 0,-2-2-160 0,0-1 160 16,-5-6-160-16,0 0 160 0,0 0-160 0,0 0 160 15,7 0-160-15,1-1 160 0,-8 1-160 0,6-5 0 16,-1 0 0-16,1-3 128 0,-1-4-128 0,0 0 0 16,0-3 0-16,0 0 0 0,2-2-128 0,-1 1 128 15,2-3-160-15,1 4 160 0,2-4-208 0,-1 4 48 16,2 2 16-16,-2 0 0 0,0 2-32 0,-3 2 0 16,0 3 0-16,1 0 0 0,0 5 176 0,-2 1 0 15,-6 0 0-15,0 0 0 0,8 5 0 0,-2 2 0 16,0 1 0-16,-1 1 128 0,0 1-128 0,0 2 0 15,0 0 0-15,2-1 0 0,-1 0 0 0,1 2 0 16,0-5 0-16,-1 2-128 16,2 1-1088-16,0-1-224 0,-2 0-32 0,3 1-16 15,2-2-2400-15,-2-4-464 0</inkml:trace>
  <inkml:trace contextRef="#ctx0" brushRef="#br0" timeOffset="84777.69">23095 5996 32255 0,'0'0'2864'0,"0"0"-2288"0,0-6-576 0,0 6 0 16,0 0 3712-16,9-3 640 0,3-2 128 0,1-1 32 16,0-1-3760-16,3-1-752 0,1 2-160 0,0-1-32 0,-3 2 336 0,2-2 64 15,2 1 16-15,2-1 0 16,0 1-1696-16,3 1-320 0,-1-1-80 0,4 1-11392 16,9-1-2288-16</inkml:trace>
  <inkml:trace contextRef="#ctx0" brushRef="#br0" timeOffset="85020.4">23764 5715 42911 0,'-23'1'1904'0,"12"0"384"0,-3 1-1840 0,0 3-448 16,-2 1 0-16,-1 4 0 0,-3-1 704 0,0 2 64 15,-4 2 0-15,2 2 0 0,1-1 304 0,3 2 64 16,2-1 16-16,4 1 0 0,5-2-800 0,1 1-160 15,4-1-16-15,4 0-16 0,4 1-160 0,3-1-176 16,4 0 48-16,2-2 0 16,5-4-416-16,3-1-80 0,4-2-16 0,0-1 0 15,3-2-1504-15,-1-2-304 0,1-4-64 0,-2 2-16 16,1 0-288-16,-2 0-48 0,-1-2-16 0,-1-3-6800 0,-1-2-1376 16</inkml:trace>
  <inkml:trace contextRef="#ctx0" brushRef="#br0" timeOffset="85436.54">24035 5773 2751 0,'0'-14'256'0,"0"14"-256"0,0 0 0 0,0 0 0 15,-6-10 5232-15,-1 2 992 0,1 1 208 0,-1 2 32 16,1 1-3264-16,-1 2-672 0,1 0-128 0,-1 4-32 16,-1 3-448-16,2 0-80 0,-1 3-32 0,3 2 0 15,1 1-704-15,0 0-144 0,2 2-16 0,2 2-16 0,2-3-496 0,0 1-112 16,3 1 0-16,0-1-16 0,1-3-304 0,2 2 128 16,1 0-128-16,2-3 0 0,1 0 0 0,1 0-144 15,1 0-16-15,0-5 0 16,1 0-320-16,0-1-64 0,-1-3-16 15,2 0 0-15,-1-2-144 0,-2 0-48 0,-2-2 0 0,0-1 0 16,1 1 16-16,-2-3 0 0,1-2 0 0,-1-1 0 16,-4-1 224-16,0-2 32 0,-1-1 16 0,1 1 0 0,-2 0 176 15,2 0 32-15,-2-3 16 0,0 3 0 0,-1 0 240 0,0 1 0 16,-1 3 192-16,-2-1-192 0,0-1 560 0,-1 11 0 16,-1-9 0-16,0 0 0 0,1 9 272 0,0 0 48 15,0 0 16-15,0 0 0 0,0 0-144 0,0 0-32 16,-6-6 0-16,6 6 0 0,0 0-336 0,0 0-80 15,0 0-16-15,-2 9 0 0,0 0 96 0,2 4 0 16,2 4 16-16,-1 4 0 0,-1 1 128 0,1 3 32 16,2 1 0-16,0 1 0 0,-2 1-80 0,0 0-16 15,0 1 0-15,1 2 0 0,-1 0-240 0,0 1-48 0,2 0-16 0,-2-2 0 16,1-2-160-16,-1-1 0 0,2 0 0 0,-1-3 128 16,-1-5-128-16,1 1-144 0,-2-3 144 15,0-4-208 1,0-1-1088-16,0-1-224 0,0-4-32 0,0-7-12288 0,0 0-2464 0</inkml:trace>
  <inkml:trace contextRef="#ctx0" brushRef="#br0" timeOffset="85823.25">24502 5478 19343 0,'0'0'1728'0,"0"0"-1392"16,0 0-336-16,0 0 0 0,0 0 5568 0,0 0 1024 15,0 0 224-15,0 0 32 0,0 9-4464 0,0 1-896 16,-1 3-176-16,-1 5-32 0,1 5-400 0,0 1-80 16,1 6-16-16,0-2 0 0,0 0-464 0,1 2-112 15,3-2-16-15,-1-1 0 0,1-1-192 0,1-1 0 16,0-2 128-16,2-2-128 0,0-3 0 0,1-2 0 16,0-3 0-16,0-1 0 0,0-2 0 0,1-3 0 15,0-1 0-15,-1-2-160 0,0-4-128 0,-1-2-32 16,1-4 0-16,0 0 0 15,0-2-128-15,1-1-16 0,1-3-16 0,0-1 0 16,-3-4-96-16,0 2-32 0,3 0 0 0,-1 0 0 16,-1-2-32-16,-1 1 0 0,-2 4 0 0,0 1 0 0,0 1 400 0,-1 4 80 15,-4 6 16-15,0 0 0 0,0 0 448 0,0 0 80 16,0 0 32-16,0 0 0 0,4 6 144 0,-1 4 16 0,-1 1 16 16,4-2 0-16,0 1-336 0,2-1-64 0,0 0 0 15,-2-1-16-15,1-1-176 0,1 3 0 0,1-3 0 16,0 1 0-1,-1-1-1680-15,1-2-320 0,0-1-64 0,0-2-17328 0</inkml:trace>
  <inkml:trace contextRef="#ctx0" brushRef="#br0" timeOffset="85952.99">24915 5492 26719 0,'0'0'2368'0,"0"0"-1888"0,0 0-480 0,0 0 0 15,0 0-1120-15,2 8-320 0</inkml:trace>
  <inkml:trace contextRef="#ctx0" brushRef="#br0" timeOffset="86956.61">25074 5749 23951 0,'-1'19'2128'0,"1"-10"-1696"15,-1 0-432-15,3 2 0 0,6-1 4224 0,-1 2 752 16,-5 0 144-16,1-2 48 0,0 1-2304 0,-1 0-464 15,-1 0-96-15,2-2 0 0,0-1-1088 0,-1 0-192 16,-2-8-64-16,4 7 0 0,-4-7-576 0,5 7-128 16,3-2-32-16,-8-5 0 0,0 0-96 0,0 0-128 15,0 0 176-15,3-5-176 0,-2 0 0 0,0-2 0 16,2-2 0-16,0 0 0 0,-3 0-240 0,2-4-48 16,1 1-16-16,-1 0 0 15,2 1-224-15,0 0-48 0,0-2-16 0,0 0 0 16,0 4-48-16,0 0-16 0,0 0 0 0,0 1 0 15,0 0 192-15,0 0 32 0,-4 8 16 0,4-6 0 0,2 2 288 0,-6 4 128 0,0 0-128 0,7 1 128 16,2 2 0-16,-1 1 0 0,-3 3 0 0,0 1 0 16,1 1 0-16,1 1 0 0,-1 0 0 0,2 2 0 15,3-1 0-15,0 1 0 0,3 0 0 0,0 0 0 16,0-1 0-16,2 1 0 0,1 1 0 0,0-1 0 0,1-4 0 16,2 0 0-16,-1-1 0 0,1 0-128 0,-1-3 128 15,-1 0 0-15,3-2-144 0,5 0 144 16,-1-2-448-16,-1-3-32 0,-2 0 0 0,0-3 0 15,0 1-288-15,0-2-64 0,-1-1-16 0,0-2 0 16,-4-1 32-16,0 0 16 0,0-2 0 0,-2-2 0 0,0 1 320 16,-3 0 64-16,-2-1 16 0,-1-2 0 0,0-2 256 0,-1 2 144 15,-3 1-160-15,-2 2 160 0,-4 3 256 0,-1 2 128 16,-2-1 48-16,-1 2 0 0,-1 2 320 0,-2 2 64 16,-1 0 16-16,-3 4 0 0,-2 1-320 0,-1 3-48 15,0 1-16-15,-1 4 0 0,-1-1-160 0,1 3-32 16,2 0-16-16,0 2 0 0,-1 0-64 0,2 2-16 15,2 0 0-15,1-3 0 0,4 2-160 0,1 1 0 16,1-1 0-16,4-1 0 0,1-1 0 0,2 0 0 16,3-5 0-16,3 4-176 0,2-5-32 0,1 1-16 15,-1-5 0-15,2 1 0 0,-1-2-32 0,0 1-16 16,2-2 0-16,3-2 0 0,0-2-64 0,0-1-16 16,0-1 0-16,0-2 0 0,4-5-16 0,-2 0 0 0,0-3 0 15,-3-1 0 1,0-2-144-16,-2-1-48 0,0-1 0 0,-1 0 0 15,1-3-16-15,-2-2 0 0,-2 0 0 0,0-1 0 0,0 0 288 0,-4 2 48 0,-2 3 16 0,-1 1 0 16,-2 3 608-16,-1 4 112 0,-1 3 16 0,-2 1 16 16,-1 1 496-16,0 2 112 0,4 7 16 0,-5-2 0 15,-2 2-192-15,1 2-48 0,-1 2 0 0,1 3 0 16,-1 2-208-16,1 1-64 0,-1 1 0 0,1 2 0 16,-1 2-64-16,2 2-32 0,0 3 0 0,1-2 0 0,3 4-160 0,-1-1-48 15,1 0 0-15,1 0 0 0,1-2-144 16,2 2-48-16,1 0 0 0,2 0 0 0,2 0 64 0,1 0 16 15,2-3 0-15,1 0 0 0,2-2-16 0,2-2 0 16,0-2 0-16,3-4 0 0,-1-1-208 0,2-1 144 16,-1-1-144-16,2-2 128 0,-2-3-128 0,2 0 0 15,-1-2 0-15,-1-2 0 0,1-2-320 0,1-2 64 16,0-1 16-16,0-3 0 16,-1-1-208-16,0-3-64 0,-3 1 0 0,-1-2 0 15,-1 0 0-15,-2 0-16 0,-2 1 0 0,-2-1 0 0,-1 4 160 0,-3 0 48 16,-1 3 0-16,-6 1 0 0,-1 1 320 0,-3 0 0 15,2 2 0-15,-2 2 0 0,-2 2 400 0,-1 2 0 16,-1 3 0-16,-2 2 0 0,-3 2-128 0,1 2-16 16,1 1-16-16,0 2 0 0,1-2-64 0,3 5-16 15,1 0 0-15,3 2 0 0,1 0-160 0,3 0 128 16,2 0-128-16,3 0 128 0,1-3-128 0,2-1 0 16,1-1 0-16,3-1 0 0,2-1-208 0,3-1 16 15,0-2 16-15,-1-3 0 16,0-3-272-16,0-1-48 0,1-3-16 0,1-1 0 15,0-1-1552-15,0-1-320 0,-1-2-64 0,-2-8-10400 0,-1 1-2064 16</inkml:trace>
  <inkml:trace contextRef="#ctx0" brushRef="#br0" timeOffset="87207.84">26632 5605 7359 0,'0'0'320'0,"0"0"80"0,-6 3-400 0,-2 1 0 0,1 2 0 0,2 2 0 16,0 1 8832-16,0 4 1696 0,1-1 336 0,0 2 64 15,1 3-7664-15,1-1-1520 0,0 1-304 0,2 1-64 0,2 0-432 0,0 1-96 16,2-2-16-16,2 0 0 0,-1 1-384 0,1-4-64 15,3 0-32-15,-1 1 0 0,-1-6-192 0,1 0-32 16,1-1-128-16,-3-3 192 0,-6-5-192 0,8 5 144 16,-8-5-144-16,8 0 128 0,-8 0-128 0,8-2 0 15,-2-2 0-15,-1-3 128 0,-1-1-128 0,0-1 0 16,1-2 0-16,-1-2 0 0,0 1 0 0,-1-4 0 16,-1-1 0-16,4 0 0 0,-1 0 0 0,0 0-224 15,0 2 80-15,2 0 16 16,-2 0-736-16,2 0-144 0,-1 4-16 0,2 0-16 15,1 0-944-15,0 1-192 0,0 3-48 0,-1 0-18848 0</inkml:trace>
  <inkml:trace contextRef="#ctx0" brushRef="#br0" timeOffset="87578.41">27186 5635 20271 0,'0'0'1792'0,"0"0"-1424"15,0 0-368-15,0 0 0 0,0 0 4672 0,0 0 880 16,0 0 160-16,0 0 48 0,0 0-3504 0,0 0-688 0,-10 4-144 16,-2 1-16-16,1 2-320 0,-4-1-48 0,0 1-16 0,-1-2 0 15,2 0-576-15,-2 1-128 0,0 0-32 0,-1-1 0 16,0-2-160-16,0 2-128 0,0 0 144 0,3 1-144 16,2-1 0-16,2-1 0 0,3-2 0 0,7-2 0 15,-5 3 0-15,5-3 0 16,0 0 0-16,0 0 0 0,0 0 0 0,0 0 0 0,7 9 0 0,3-1 0 15,2-2 0-15,1 1 0 0,-1-1-128 0,-1 1 128 16,5-2 0-16,0 0 0 0,-2 1 0 0,2-3 0 0,-1 5 0 16,1-1 0-16,-3-3 0 0,1 2 0 0,-1 1 0 0,-1-2 0 15,-3 0 0-15,-1 0 0 0,-8-5 0 0,7 7 128 16,-7-7-128-16,2 6 0 0,-2-6 0 0,0 0 128 16,-6 8-128-16,-2 0 0 0,-4-1 0 0,2-2 0 15,-1-3 0-15,0 2 0 0,-4 0-272 0,2 0 0 16,1 0 0-16,1 0 0 15,-4-1-1024-15,2-1-208 0,2 0-32 0,0 0-12352 0,-1 1-2448 16</inkml:trace>
  <inkml:trace contextRef="#ctx0" brushRef="#br0" timeOffset="88353.57">27664 5835 41519 0,'0'0'1840'0,"0"0"384"0,0 0-1776 0,0 0-448 16,0 9 0-16,0-3 0 0,1 2 912 0,-2 4 112 15,1 1 0-15,1 0 16 0,0 1 560 0,2 2 96 16,-2 0 32-16,2-1 0 0,1 2-1088 0,2-1-224 15,-1 0-32-15,1-3-16 16,-4 1-800-16,1-4-144 0,-1 2-48 0,1-2 0 16,0 1-2320-16,-1-2-448 0,1 0-112 0</inkml:trace>
  <inkml:trace contextRef="#ctx0" brushRef="#br0" timeOffset="89373.03">28172 5624 11967 0,'0'0'1072'0,"0"0"-864"15,0 0-208-15,0 0 0 0,0 0 5824 0,0 0 1136 16,0 0 208-16,0 0 64 0,-1 7-4672 0,1 5-912 15,0 2-192-15,0 5-48 0,0 4 352 0,1 1 64 16,-2-1 16-16,1-1 0 0,0-2-960 0,1-1-192 16,0 1-48-16,1-2 0 0,-1-5-368 0,0-1-80 0,1-2 0 0,-1-3-16 15,-1-7 0-15,0 0 0 16,0 0 0-16,0 0 0 0,0 0 16 0,0 0 0 0,2-7 0 0,1 1 0 16,-2-5-64-16,1 1 0 15,-2-3 0-15,0-1 0 0,0-1-128 0,0-2 0 16,1-2 0-16,3-1 0 0,-2-1 0 0,2 3 0 0,-1 1 0 15,2 0 0-15,2-1 0 0,1 2 0 0,-1-1 0 0,4 4 0 16,2 3 0-16,3 1 0 0,0-2-128 16,4 3 128-16,1 2-128 0,1 1 128 0,1 1-160 15,1 3 160-15,-1 1-256 0,1 1 32 0,-3 0 16 0,-3 3 0 16,0 3 64-16,-1 2 16 0,-1 4 0 0,-3 0 0 16,-1 1 128-16,-2 4 0 0,0-1 0 0,-3 3 0 15,-3-1 0-15,-1 2 128 0,0 0-128 0,3 1 176 16,-6-3-16-16,1-1 0 0,2-1 0 0,-2-2 0 0,0 0-160 15,2-4 0-15,-1 0 144 0,1-1-144 0,-3-10 0 16,4 7 0-16,-4-7 0 0,0 0-192 16,0 0-1472-16,0 0-320 0,0 0-48 0,5-5-19696 15</inkml:trace>
  <inkml:trace contextRef="#ctx0" brushRef="#br0" timeOffset="89506.82">28753 5367 36863 0,'0'0'3264'0,"0"0"-2608"16,0 0-528-16,0 0-128 0,0 0 544 0,0 0 80 16,0 0 16-16,0 0 0 15,0 0-1200-15,-2 8-224 0,1 2-48 0,2 3-10272 0,3 0-2048 16</inkml:trace>
  <inkml:trace contextRef="#ctx0" brushRef="#br0" timeOffset="90026.83">29055 5630 21183 0,'0'0'944'0,"0"0"192"0,0 0-912 0,0 0-224 0,-6-4 0 0,6 4 0 16,-5-1 4368-16,-3 1 832 0,-2 0 176 0,0 2 16 15,-4 1-3024-15,1 2-624 0,-1-1-112 0,0 5-32 16,-2-2-640-16,3 2-144 0,-3 3-32 0,2 1 0 16,1 1-272-16,1 0-64 0,2 2-16 0,2 2 0 15,0-2-64-15,3 2-16 0,4 0 0 0,2-1 0 16,3 2-192-16,2 0-32 0,4 3-128 0,1-1 192 15,2 3-192-15,2-1 0 0,0 2 0 0,2 0 0 16,0-2 0-16,0 1 0 0,-1 0 0 0,-2 2 0 0,-1 2 0 0,2-2 0 16,-8 0 0-16,3-1 0 0,-3-3 0 0,1 1 128 15,-5-2-128-15,-2-2 0 0,-1-3 0 16,-1-3 0-16,-3 1 128 0,-1-4-128 0,-3-1 128 0,-1-2-128 16,-3-2 176-16,0-1-176 0,-2-3 208 0,0-1-64 15,1-3-16-15,-1 0 0 0,1-4-128 0,2-2 0 16,-1-2 144-16,2 0-144 0,0-1 0 0,4-5 0 15,1-1-160-15,2-3 160 0,3-3-384 0,3-6 48 16,2-2 0-16,4-3 0 16,3-2-192-16,5-3-48 0,1-5 0 15,5 0 0-15,3-2-192 0,3 0-32 0,-3 4-16 0,-1 4 0 16,-3 2 144-16,-1 5 32 0,-3 2 0 0,-1 4 0 0,-2 5 640 0,-2 4 0 16,0 4 0-16,-3 4 0 0,-2 2 592 0,-3 3 48 15,-5 4 16-15,0 0 0 0,8 9 160 0,-2 3 16 0,0 1 16 16,-1 3 0-16,0 1-288 0,0 2-64 15,1-2-16-15,-1 3 0 0,-1 1-256 0,0-2-48 0,-1-1-16 0,3-1 0 16,-1 0-160-16,-1-4 0 0,-3-2 0 16,2-1 128-16,1-1-128 0,-4-9 0 0,4 8 0 0,-4-8 0 31,0 0-560-31,0 0 16 0,0 0 0 0,0 0 0 16,0 0-1776-16,3-6-368 0,0-2-64 0,0-5-17024 0</inkml:trace>
  <inkml:trace contextRef="#ctx0" brushRef="#br0" timeOffset="90160.28">29373 5401 43647 0,'0'0'1936'0,"0"0"400"0,0 0-1872 0,0 0-464 0,0 0 0 0,0 0 0 0,0 0 208 0,0 0-48 15,0 0-16-15,0 0 0 16,0 0-144-16,0 0 0 0,6 9 0 0,1 2-176 16,-1 2-2384-16,2 3-496 0,1-2-80 0,3 5-13232 15</inkml:trace>
  <inkml:trace contextRef="#ctx0" brushRef="#br0" timeOffset="90771.95">29774 5681 20271 0,'0'0'896'0,"0"0"192"0,4-7-880 0,-1 0-208 15,-1-1 0-15,1 1 0 0,-2 1 3136 0,-1-1 592 16,0 7 112-16,-4-4 32 0,-1-1-1504 0,-3 2-320 16,-3 1-48-16,-2 3-16 0,-3 6-672 0,-4 2-144 0,-2 1-16 0,-1 1-16 15,-2 0-272-15,0 1-48 16,0 1-16-16,3 0 0 0,3 0-176 0,3 0-48 0,2 0 0 0,5-2 0 15,5-1-432-15,1-1-144 16,-1 0 0-16,4-9 0 0,4 11-128 0,4-5-144 0,4 0-32 0,1-3 0 31,0-1-160-31,4-4-48 0,4 1 0 0,1-3 0 16,-1 0 16-16,-1-2 0 0,3-5 0 0,-3 0 0 0,1-2 240 0,0-2 32 0,0-6 16 0,0-1 0 16,-2-1 64-16,1-5 16 0,0 0 0 15,-1-2 0-15,1-5 128 0,-2-1-192 0,-4 0 192 0,2 2-192 16,-2 3 192-16,-2 2 0 0,-5 4 0 0,-2 2 128 0,-3 3 320 15,0 3 64-15,-4 6 0 0,-2 3 16 16,-2 2 224-16,-2 5 32 0,-1 1 16 0,0 7 0 16,-2-1-352-16,1 5-80 0,1 3-16 0,1 4 0 0,2 3-160 0,2 3-16 15,1 0-16-15,3 4 0 0,3-4-160 0,3 3 0 16,5-1 0-16,2 0 128 0,2 0-128 0,5 0 0 16,2 0 0-16,3-4 0 0,3-2 0 0,1-3 0 15,0-3 0-15,1 0 0 16,1-3-768-16,2-2-96 0,-3-5-16 15,-2-3 0-15,0-1-1328 0,-1-5-272 0,0-2-48 0,1-4-16 16,-2-2-128-16,0-3-16 0,-4 0-16 0,0-5 0 16,-1-5 1472-16,-1-4 288 0,-3-2 64 0,0-3 16 0,-2-1 1152 15,1 4 224-15,-3-2 64 0,-4 3 0 0,-4 10 1760 0,0-1 352 16,-1 2 80-16,-1 3 16 0,-3 3-192 0,0 1-32 16,0 4-16-16,0 1 0 0,0 1-896 0,0 7-176 15,0 0-48-15,0 0 0 0,0 0-720 0,1 9-160 16,1 6-32-16,0 2 0 0,0 2-160 0,-1 2-32 15,0 1-16-15,2 4 0 0,-1 4-176 0,4 0-128 0,-1-2 144 0,-1 0-144 16,0 0 128-16,1-2-128 16,1 0 0-16,1-1 0 0,-2-1-144 0,-2 0-128 0,-2-3-32 15,0-4 0 1,1-3-1488-16,-2-2-320 0,-3-2-48 0,-1-2-12672 0,-2-3-2528 0</inkml:trace>
  <inkml:trace contextRef="#ctx0" brushRef="#br0" timeOffset="91213.61">30302 5480 31327 0,'0'0'2784'0,"0"0"-2224"0,0 0-560 0,0 0 0 0,0 0 3024 0,0 0 496 15,0 0 112-15,9-2 16 0,1-2-1664 0,1 1-336 16,4 3-64-16,3 0-16 0,3 1-784 0,4 3-144 16,2-1-48-16,3 1 0 0,2 0-304 0,4-2-64 15,1 0-16-15,3 0 0 0,-1 3-208 0,-1-1 128 16,-1-2-128-16,0-1 0 0,-2 3 0 0,-2-2 0 15,-5 1 0-15,0 0-160 0,-5-1-192 0,-2 0-32 16,-4 3-16-16,-3-4 0 0,-3 2 64 0,-5-1 16 16,-6-2 0-16,0 0 0 0,-4 8 320 0,-2 1 0 15,-2 4 0-15,-2-2 0 0,-5-4 320 0,1 3-32 16,0-1 0-16,-1 4 0 0,0-4 0 0,2 1 0 0,1 1 0 16,3-5 0-16,-2 2-288 0,3-1 0 0,3-2 0 0,5-5 0 15,-4 5 0-15,4-5 0 16,0 0-176-16,0 0 176 0,0 0-400 0,0 0 16 0,0 0 16 0,0 0 0 15,7 1 96-15,-1-1 16 16,-6 0 0-16,7 0 0 0,-1-2 96 0,1-1 32 0,-2 1 0 0,2-1 0 16,0 0 128-16,1-1-160 0,-1 1 160 15,1 0-160-15,-1-2 160 0,0 1-192 0,-2-1 192 0,3 1-192 16,-2 0 48-16,4 2 0 0,-1 4 0 0,4 0 0 16,0 2 144-16,0-1-160 0,0 1 160 0,-1 0-160 15,1 1 160-15,0 0 0 0,-2 0 0 16,1 2-128-16,1-2-192 0,-1 0-16 0,0-1-16 0,-2-1 0 15,-1-1-2256 1,-9-2-448-16,0 0-80 0,0 0-14432 0</inkml:trace>
  <inkml:trace contextRef="#ctx0" brushRef="#br0" timeOffset="91792.17">31088 5560 2751 0,'4'-13'128'0,"-4"13"16"0,-1-6-144 0,1 1 0 16,3 1 0-16,-3 4 0 0,0 0 7648 0,0 0 1504 15,0 0 288-15,6-4 64 0,-6 4-5600 0,7 2-1136 16,-1 3-208-16,1 4-64 0,-1-1-704 0,1 2-160 15,-2-2-32-15,0 5 0 0,0 3-736 0,2-2-160 16,-2-1-16-16,0 3-16 0,1-3-320 0,-1 0-64 16,0-3-16-16,-1 1 0 0,0-2-144 0,0-1-128 15,1-2 192-15,-1-1-192 0,-4-5 128 0,0 0-128 16,0 0 0-16,0 0 0 0,0 0 0 0,6-1 0 16,1 0 0-16,-1-6 0 0,1-2 0 0,-2 1-256 15,0-5 80-15,2 0 16 16,-1-1-240-16,1 0-48 0,-2-1-16 0,2-2 0 15,0-1-176-15,3 0-48 0,0-4 0 0,-1 3 0 16,-1 2 48-16,0 3 0 0,0 0 0 0,-2 2 0 0,-1 2 240 0,1 2 48 16,-1 3 16-16,-5 5 0 0,8-2 336 0,-8 2 0 15,0 0-144-15,5 7 144 0,0 1 0 0,-1 1 176 0,0 0-32 0,0 4 0 16,2 1 32-16,1 1 0 0,-1-1 0 0,0 0 0 16,-3-1-176-16,3 2 0 0,3 0 144 0,-1-2-144 15,1-1 0-15,0 0 0 0,0-3 0 0,0-1 0 16,0-2 0-16,2-1 0 0,-2 1 0 15,-1-4 0-15,-1-2-272 0,1-2-32 0,0-4 0 0,0 1 0 16,0-1-432-16,-2-3-96 16,1-1 0-16,-1-3-16 0,-2 0-624 15,0 0-128-15,1 0-32 0,1-4 0 0,-3-2 160 16,3-3 48-16,-1-2 0 0,0-1 0 0,2-3 784 0,0-5 176 0,0 2 16 0,2 0 16 16,0 2 848-16,0 1 160 0,0 4 48 0,1 4 0 0,-1 2 720 15,-1 4 160-15,-2 4 32 0,-1 4 0 0,0 2 64 0,-5 4 0 16,0 0 16-16,7 5 0 0,0 3-400 0,-2 4-96 15,-1 3-16-15,0 5 0 0,-2 2-368 0,1 4-80 16,-1-1-16-16,0 2 0 0,-2-1-384 0,0 3-96 16,0-5-16-16,0 0 0 0,0 4-144 0,1-4 0 15,2 1 0-15,1-1 128 0,-3-3-128 0,0-2-272 16,0-1 64-16,2 3 16 16,0-8-1344-16,-1-1-272 0,0 1-48 0,0-6-16 15,-2-7-1712-15,0 0-352 0</inkml:trace>
  <inkml:trace contextRef="#ctx0" brushRef="#br0" timeOffset="92003.62">31961 5342 38175 0,'0'0'1696'0,"-6"-5"352"0,1 5-1648 0,-1 0-400 0,-1 0 0 0,-1 0 0 16,1 2 1360-16,-4 2 192 0,-1 0 48 0,-1 3 0 16,-6 0-320-16,2 5-48 0,2 0-16 0,2 2 0 15,0 3-544-15,3-1-112 0,1 2-32 0,2 0 0 16,5-2-352-16,2 1-176 0,4-1 160 0,1-1-160 15,1-2 0-15,5-1 0 0,3 0 0 0,3-2 0 16,1-2 0-16,2-1-128 0,1-2 128 0,2-1-208 16,5-7-816-16,-1-1-176 15,3-4-16-15,1 2-16 0,1-2-1760 0,-2 0-336 16,1-2-80-16</inkml:trace>
  <inkml:trace contextRef="#ctx0" brushRef="#br0" timeOffset="92322.98">32435 5300 9215 0,'0'0'816'0,"-4"-2"-656"0,-2-2-160 0,-1 0 0 0,-2 1 7104 0,3 3 1376 15,-1 0 288-15,-1 0 48 0,-1-2-6352 0,0 4-1264 16,-3-2-256-16,1 4-48 0,-3 0-192 0,1 1-16 16,0 3-16-16,0 0 0 0,-2 1-448 0,2 0-96 15,0 0 0-15,1 2-128 0,1-1 0 0,2 2 0 16,0 0 0-16,3-1 0 0,1 1 0 0,1 0 0 16,0-1 0-16,2 1 0 0,4-1 0 0,0-1 0 15,2-1 0-15,1 2 0 0,3 0 0 0,3 1 0 0,2-1 0 0,0-2 0 16,-2-3 0-16,5 2 0 15,1 0 0-15,1 2 0 0,1-2 0 0,-1 1 0 0,0 0 0 0,-1 2 0 16,-1-3 0-16,-2 2 0 16,-1-1 0-16,-3 0 0 0,0-2 464 0,-3 1-16 15,-1-2 0-15,-4 2 0 0,0 0 304 0,-4-2 48 16,0 2 16-16,-4 0 0 0,-3-3-112 0,-2 0 0 0,-4 1-16 0,-2-4 0 16,-2 1-240-16,-2-3-64 0,-1 0 0 15,0 0 0-15,-2 0-384 0,1-3 0 0,-3 1 128 16,1-2-128-1,0-2-1600-15,-2 3-336 0,-1-3-80 0</inkml:trace>
  <inkml:trace contextRef="#ctx0" brushRef="#br0" timeOffset="95747.3">9461 7574 25791 0,'12'-12'2304'0,"2"0"-1856"15,2 3-448-15,6 3 0 0,7 2 1520 0,7 0 208 16,8-1 32-16,10-2 16 0,3-2-1776 0,7 0-288 16,7 1-96-16,7 0 0 0,8-5 384 0,2 3 0 15,1-3 144-15,1 0-144 0,1 1 240 0,3 0-64 16,1 1-16-16,-1 0 0 0,-2 1-160 0,-1-1 192 16,-1 0-192-16,-3 0 192 0,-2 3-192 0,-7-1 0 15,-5 5 144-15,-6-2-144 0,-7-1 0 0,-8 2 0 16,-7 1-160-16,-6 3 160 15,-5-2-624-15,-6 3-16 0,-7 0 0 0,-6 0 0 16,-4-1-400-16,-11 1-96 0,0 0-16 0,-9 0 0 16,-7 0 160-16,-9 1 32 0,-8 3 0 0,-6-1 0 15,-6-2-736-15,-11 2-144 0</inkml:trace>
  <inkml:trace contextRef="#ctx0" brushRef="#br0" timeOffset="96048.39">10086 7384 10127 0,'-109'7'448'0,"57"-3"96"0,-13 4-544 0,-8 0 0 16,-5 1 0-16,-7 1 0 0,4 1 1088 0,7 1 128 15,6 1 0-15,6-2 16 0,4 1-864 0,10-1-176 16,9-1-48-16,9-1 0 0,9-2 640 0,9-2 128 0,8 3 32 16,10 0 0-16,8-1 336 0,8-3 80 0,9-1 16 0,8-1 0 15,8 2-48-15,11-4-16 0,8 0 0 16,11 0 0-16,7-4-656 0,7 2-128 0,8-5-16 0,7 2-16 16,7-3-128-16,2 2-32 0,1-1 0 0,1 3 0 15,2 0-128-15,-2 2-16 0,-4-2-16 0,-2 1 0 16,-5 5-176-16,-4-1 0 0,-5 3 144 0,-5-4-144 0,-8 0 128 15,-7 0-128-15,-6 0 128 0,-9 2-128 0,-6 0 0 0,-7 0 144 16,-10-2-144-16,-5 0 0 0,-6 2 0 0,-6-1 0 16,-5 0 0-16,-5-1 0 0,-4-1 0 0,-8 1 0 15,0 0-128-15,-4-3 128 0,-4-3-128 0,-4 2 128 16,-2-1 0-16,0-1-144 0,-2 1-96 0,-1 1-16 16,0-1 0-16,-1 4-9024 15,0-3-1792-15</inkml:trace>
  <inkml:trace contextRef="#ctx0" brushRef="#br0" timeOffset="105636.4">6182 9175 3679 0,'-9'4'320'0,"-4"-2"-320"0,-3 0 0 0,1 2 0 15,-2 1 6672-15,1 1 1264 0,1-3 256 0,0 2 64 16,3 0-6272-16,3 2-1264 0,2-3-240 0,1 0-48 0,6-4 1088 15,0 0 208-15,0 0 64 0,0 0 0 16,9 2-832-16,6 1-176 0,4-3-16 0,5 0-16 0,2 0-96 0,5-1-16 16,2-2 0-16,6 0 0 0,5-1-64 0,3 2-32 15,5-3 0-15,2-1 0 0,-2 1-176 16,3 1-48-16,1-2 0 0,1 1 0 0,0-2-112 0,3 2-16 16,0-2-16-16,-1 1 0 0,0 2-176 15,-2 0 0-15,-2-1 0 0,-4 1 128 0,-3 0-128 0,-2 1 0 16,-2 5 0-16,0-2 0 0,-1-2 0 0,-1 2 0 15,-2 0 0-15,-1-2 0 0,-2 0-224 0,-3 0 32 16,-3-1 0-16,-2 1 0 16,-4 0-416-16,-2-2-80 0,-2 3-16 0,-3 0 0 15,-2-1-1056-15,-3 1-224 0,-3 1-32 0,-2-2-16 16,-1-1-560-16,-7 3-112 0,0 0-32 0</inkml:trace>
  <inkml:trace contextRef="#ctx0" brushRef="#br0" timeOffset="105968.81">7641 8994 21183 0,'0'0'1888'0,"0"0"-1504"15,0 0-384-15,0 0 0 0,0 0 4736 0,0 0 864 16,-3 9 176-16,3-9 48 0,0 0-4528 0,0 6-896 0,0-6-176 16,0 0-32-16,3 8 736 0,2 1 160 0,1 0 16 0,0 2 16 15,1-5-672-15,0 2-128 0,1-1-16 0,3-1-16 16,-1 1-112-16,2-1-32 0,0-1 0 0,1 1 0 15,0-1-144-15,0 0 0 0,1 0 0 0,0-1 0 16,1-1 0-16,0 1 0 0,0 1-144 0,-1 0 144 0,0 0-304 0,1-2 48 16,-1 1 16-16,-1 0 0 15,-3-2 16-15,1 0 0 0,-3 0 0 0,-2 2 0 0,-6-4 224 0,0 0 0 16,0 0-160-16,3 9 160 0,-3-1 0 0,-3 0 0 16,-2 0 0-16,-3 1 0 0,-2-1 160 0,-3 1-160 15,0-1 192-15,-3 1-192 0,-1 0 144 0,-1-1-144 16,-2 1 0-16,1-1 144 0,-1 1-400 0,1-3-96 15,-1 1-16-15,3-1-13328 16,3 0-2656-16</inkml:trace>
  <inkml:trace contextRef="#ctx0" brushRef="#br0" timeOffset="110627.02">8728 8722 23951 0,'0'0'1056'0,"2"-9"224"0,-2 0-1024 0,0 9-256 16,0-9 0-16,0 9 0 0,0 0 4288 0,0 0 784 15,0 0 176-15,0 0 16 0,0 12-3872 0,-2 2-784 16,-2 6-160-16,-1-1-16 0,0 2 240 0,-1 5 48 15,-2-2 16-15,0-2 0 0,1-3-480 0,1 2-112 0,-1-3-16 16,3 1 0-16,2-6-128 0,1-3 0 16,1-10 0-16,0 0 0 15,0 0-1872-15,0 0-368 0,6 7-64 0,-6-7-16496 0</inkml:trace>
  <inkml:trace contextRef="#ctx0" brushRef="#br0" timeOffset="110781.8">8937 8670 31327 0,'-5'11'2784'0,"-4"0"-2224"0,-2 3-560 16,1 4 0-16,-1 5 3168 0,1-2 528 0,1 0 96 0,0-2 32 15,-2 0-3168-15,1-2-656 0,1 2 0 0,2-3-176 16,2-2-400 0,1-5-64-16,1 2-32 0,3-2-12144 0,0-9-2432 0</inkml:trace>
  <inkml:trace contextRef="#ctx0" brushRef="#br0" timeOffset="111455.22">9443 8884 28559 0,'0'0'2544'0,"0"0"-2032"15,-3-5-512-15,1 1 0 0,2 4 3664 0,0 0 640 16,-4-4 128-16,0 0 32 0,-1 2-3392 0,-2 2-688 15,-1 0-128-15,-1 1-16 0,-1 0 336 0,-5 3 80 16,1 1 16-16,-2 2 0 0,-2-1-432 0,1 2-96 16,0 1-16-16,0-1 0 0,0 1-128 0,0 2 192 15,2-1-192-15,-1-1 192 0,-1 0-192 0,3 2 0 16,-1-5 0-16,4 3 128 0,-1-1-128 0,5 0 0 0,7-8 0 0,-2 9 0 16,2-9 0-16,5 12 0 0,-5-12 0 0,10 12 0 15,4-2 0-15,0-2 0 16,0-3 0-16,3 0 0 0,0 1 0 0,3-3 0 0,-1 1 0 0,-3 0 0 15,2 0 0-15,2 1 0 16,-1 1 0-16,1 0 0 0,-1 2 0 0,0 1 0 0,-1 3 0 0,-3 1 0 16,0 1 0-16,-3-1 0 0,-3 0 0 0,-1 0 0 15,-2 2 0-15,-2-2 240 0,-4 0-48 0,-1-2 0 16,-3 1 320-16,-1 1 64 0,-5 3 16 0,0-4 0 16,-3-1-208-16,-1 2-32 0,-3-3-16 0,-7 4 0 15,3-1-208-15,0-5-128 0,1 0 128 0,0-5-128 16,2 0 0-16,1-2 0 0,2-1 0 0,4-1 0 15,11 1-288-15,-9-4 32 0,9 4 0 0,0 0 0 16,0 0-192-16,0-10-48 0,2-1 0 16,6 2 0-16,1 1 176 0,3 1 16 0,1-1 16 0,3 0 0 0,3 1 288 0,-5 2 0 15,2 0 0-15,4-2 0 0,1 1 192 16,1-3 0-16,0 1 0 0,3-1 0 0,1-2 64 0,1 0 0 16,0 0 0-16,2-1 0 0,0-2-256 0,0 0 0 15,-1-2 0-15,-2 2 0 0,-1-3 0 16,-1 1 0-16,-4 1-128 0,0 0 128 0,-3 1-368 0,-3 1 48 15,-2 1 0-15,-2 4 0 0,-2 2 128 0,-1-2 16 16,-7 8 16-16,0 0 0 0,0 0 160 0,-7 0 0 16,1 3 160-16,-3 3-160 0,-4 1 320 0,-1 4-16 15,0 6-16-15,0 0 0 0,-6 1 80 0,2 3 16 16,0 3 0-16,1-5 0 0,0 2-64 0,4-1-16 16,1-1 0-16,4-3 0 0,3 0-304 0,2-1 0 15,5 0 0-15,4-4 0 16,5-2-1248-16,4-1-256 0,7-4-48 0,1-2-16 15,3-4-1440-15,1-2-304 0,3-2-48 0,1-2-14080 0</inkml:trace>
  <inkml:trace contextRef="#ctx0" brushRef="#br0" timeOffset="111821.13">10178 9192 26719 0,'16'-16'1184'0,"-8"8"240"0,2-2-1136 0,0-3-288 0,0-3 0 0,-1 1 0 16,1-1 768-16,-2 0 80 0,-3 1 32 0,-1 0 0 16,-3 2 528-16,-3 3 96 0,-3 1 32 0,-3 2 0 15,-3 5 624-15,-2 2 128 0,-4 2 16 0,-2 3 16 16,-2 3-592-16,-1 3-112 0,-2 2-16 0,0 2-16 15,-3 2-688-15,3 3-144 0,-1-2-32 0,1 3 0 0,2 0-240 16,3-4-48-16,2 0-16 0,2-2 0 0,5 0-288 0,2-2-128 16,4-3 128-16,3-1-128 15,1-9-256-15,5 7-128 0,3-2-16 0,2 0-16 16,2-2-544-16,1-3-96 16,0 0-32-16,4 0 0 0,1-5 32 0,1-1 0 0,0 0 0 0,-1-1 0 15,-1 1 96-15,0-3 0 0,0 1 16 0,0-3 0 16,-1-2 144-16,0 0 32 0,-3 0 0 0,0 0 0 15,-2-2 128-15,0 0 48 0,-2 0 0 0,-1-1 0 16,-3-1-112-16,1 1 0 0,0 2-16 0,-2 1 0 16,-2 1 224-16,0 3 48 0,-2 1 16 0,0 8 0 15,0 0 608-15,0 0 112 0,0 0 32 0,-7 7 0 0,0 3 720 0,1 3 160 16,-1 2 16-16,1 0 16 0,1 2-304 0,2 0-64 16,1 0-16-16,3-1 0 0,3 1-624 0,4 0-224 15,3 2 144-15,4-6-144 16,-2-2-1328-16,2-2-336 0,2-1-80 0,1-3-16 15,2-1-2080-15,0-4-400 0</inkml:trace>
  <inkml:trace contextRef="#ctx0" brushRef="#br0" timeOffset="112641.81">10599 8815 24063 0,'5'-23'1072'0,"-3"15"208"0,-2-5-1024 0,0 1-256 0,-2 2 0 15,2 2 0-15,0 2 2416 0,0 6 416 0,0 0 96 0,0 0 16 16,-5 8-496-16,0 4-80 0,-2 5-32 15,1 3 0-15,-1 3-752 0,1 3-160 0,-1 1-16 0,1 2-16 16,-1 0-432-16,2 0-96 0,1-1-16 0,3 0 0 16,1-1-432-16,3-1-96 0,2 0 0 0,3-2-16 15,1-4-304-15,2 0 0 0,2-2 0 0,3-1 0 0,1-1-272 0,1-6-64 16,1 1-16-16,0-3 0 16,-1-3-176-16,1-1-48 0,0 1 0 0,-1-5 0 15,1-4 112-15,-2 1 16 0,0-3 0 16,-2-2 0-16,0-4-128 0,-1-2-32 0,0-3 0 0,-1-1 0 15,0-2-1152-15,0-1-224 0,-1-2-64 0,1-1 0 16,-2 0-320-16,-2-1-80 0,-3 0-16 0,-1 3 0 16,-1 1 736-16,-1 4 160 0,0 3 32 0,-3-1 0 15,-2 6-48-15,-2 4 0 0,-2 4 0 16,-2 1 0-16,-1 1 3232 0,0 4 640 0,0 3 128 0,1 4 16 0,-1 2 16 0,1 2 0 16,0 1 0-16,3-2 0 0,1 4-1168 0,1-1-256 15,3 3-32-15,2-3-16 0,0 0-352 0,5 2-80 16,1-5-16-16,3 2 0 0,4 0-528 0,2-2 0 15,2-4-192-15,5 0 48 0,0-1-144 0,4-3-32 16,0-3 0-16,5 0 0 0,4-3 16 0,0-2 0 16,1-1 0-16,-1-3 0 0,-2 0 48 0,-3-2 16 15,-3 1 0-15,-1-2 0 0,-2-1 240 0,-2 0 0 0,0-3 0 16,-3 0 0-16,-3-1 0 0,-1 0 0 0,-1 0 0 16,-3 0 0-16,-2 0 0 0,-3-1 0 0,-1-2 176 15,-3 2-48-15,-3 1 144 0,-2-3 48 0,-3 2 0 0,-2 1 0 16,0 1 368-16,-5 4 80 0,0 0 0 0,-4 3 16 15,0 1 128-15,-2 4 32 0,1 0 0 16,-2 3 0-16,0 3-384 0,-2 4-80 0,-1-1-16 0,0 4 0 0,-1 1-48 0,1 4-16 16,0-2 0-16,5 1 0 0,1 0 0 15,3-2 0-15,3 6 0 0,4-4 0 0,3-1-400 16,3 0 0-16,3-1 0 0,2 1 0 0,3-6-208 16,2 1-80-16,3-2-16 0,2-1 0 15,-1-2-80-15,1-2-32 0,1-1 0 16,0-3 0-16,-1-3-32 0,1-1-16 15,0 0 0-15,-1-2 0 0,1-5 80 0,-1 0 0 0,-2-4 16 0,1 0 0 0,-2-4 112 0,0-3 32 16,-1 1 0-16,-1-3 0 0,0 0-96 0,-1-1 0 16,-1-5-16-16,-1 0 0 0,0-2-32 0,-2-3 0 15,0-1 0-15,-2 4 0 0,-3-2 192 0,0 5 48 16,-1 3 0-16,-1 1 0 0,-3 3 288 0,-1 3 64 16,-2 3 16-16,-1 4 0 0,1 4 480 0,-3 4 112 15,1 3 0-15,0 4 16 0,0 2-16 0,0 5-16 16,-1 3 0-16,0 4 0 0,3 3-448 0,-1 3-96 15,0 4-16-15,3 1 0 16,1 2-896-16,1 1-176 0,1 2-32 0,2-2-16 0,3-1 1552 0,3 0 304 16,2 0 64-16,-1-2 16 0,2-2-1072 0,2-1-192 15,-1-1-64-15,2-4 0 16,0-3-1472-16,1-2-288 0,1 0-64 0,2-5-16928 0</inkml:trace>
  <inkml:trace contextRef="#ctx0" brushRef="#br0" timeOffset="113050.99">12088 8427 27647 0,'0'0'2448'0,"0"0"-1952"16,0 0-496-16,-4 6 0 0,0 2 2736 0,0 2 448 16,0 2 80-16,2 5 32 0,-2-1-2272 0,-1 3-448 0,-3 5-80 0,-1-2-32 15,1 1 656-15,0-1 128 0,0 1 32 0,2-3 0 16,-1 0-832-16,3-2-176 0,2-1-16 0,2-5-16 31,-2-2-1920-31,2-1-384 0,0-1-80 0,0-8-16432 0</inkml:trace>
  <inkml:trace contextRef="#ctx0" brushRef="#br0" timeOffset="113212.68">12264 8417 28559 0,'0'0'2544'0,"0"0"-2032"0,-1 8-512 0,-2 0 0 0,2 0 3056 16,0 1 512-16,1 3 96 0,0 1 32 0,-2 2-3168 0,-2 4-528 15,-1-4-304-15,0 4 48 16,0-3 256-16,-1 1 0 0,1-1 0 0,0 1 0 15,1 3-2128-15,2-2-368 0,-2 13-80 0,8-11-16 0</inkml:trace>
  <inkml:trace contextRef="#ctx0" brushRef="#br0" timeOffset="113727.59">12805 8922 32255 0,'0'0'2864'0,"-8"0"-2288"0,8 0-576 0,0 0 0 0,0 0 3744 0,0 0 640 16,0 0 128-16,7-3 32 0,2 1-3456 0,4-1-672 16,3-1-144-16,6 2-16 0,8 0 512 0,4 0 96 15,2-1 32-15,3-1 0 0,2 0-480 0,2-1-96 16,2-1 0-16,4 0-16 0,1 1-176 0,5 0-128 16,4 0 192-16,0 1-192 0,-1-3 0 0,1-1 0 15,-2 2 0-15,-1 1 0 0,-1 1 0 0,-2 0-144 16,-2 1-16-16,-2 1 0 15,-4-2-832-15,-3 1-160 0,-7-1-48 0,-4 2 0 16,-3-1-688-16,-5 2-144 0,-3-1-16 0,-3 0-11312 16,-4-3-2256-16</inkml:trace>
  <inkml:trace contextRef="#ctx0" brushRef="#br0" timeOffset="114054.45">14053 8665 36159 0,'0'0'1600'0,"0"0"336"0,0 0-1552 0,-5 0-384 0,-1-1 0 0,6 1 0 16,0 0 832-16,0 0 96 0,0 0 16 0,0 0 0 15,0 0 352-15,0 0 80 0,0 0 16 0,0 8 0 16,0-8-496-16,3 7-80 0,-3-7-32 0,5 8 0 16,0-1-432-16,1-2-96 0,0 0 0 0,2 2-16 0,-2-1-112 0,2 1-128 15,1-1 176-15,1-1-176 0,0 1 0 0,0-4 0 16,0 2 0-16,0 1 0 0,0 1-256 0,1-1-48 15,-1 3-16-15,1-2 0 16,-4-2-80-16,0 1-32 0,-7-5 0 0,5 7 0 0,-2 2 208 0,-2-1 32 16,-2 0 16-16,-3-2 0 0,-3 1 176 0,0 0 0 15,-3 3 0-15,0-1 128 0,-2 2 0 0,-2 0 16 16,-4-1 0-16,-1 1 0 0,0-2-144 0,-2 1 160 16,-1 2-160-16,-2 0 160 15,1-4-992-15,2-1-192 0,2 1-32 0,2-1-18384 0</inkml:trace>
  <inkml:trace contextRef="#ctx0" brushRef="#br0" timeOffset="115044.72">14922 9181 8287 0,'0'0'736'0,"0"0"-592"0,0 0-144 0,0 0 0 16,-4-5 8832-16,1-1 1744 0,-1-1 352 0,1-2 64 0,-1-3-8240 0,-1-1-1632 16,-2 3-336-16,1-2-64 0,-1-2 224 0,3-1 32 15,2 0 16-15,-1-2 0 0,2-4-624 0,0 0-128 16,1-2-32-16,0-2 0 0,0-8-208 0,1 1 0 15,0-2 0-15,2-1 0 0,-2-3-192 0,2-1 0 16,-1-2 16-16,1 5 0 0,-2-1-64 0,1 2-16 16,-1 5 0-16,0 4 0 0,-1 2 128 0,0 6 128 15,0 5-208-15,0 4 80 0,0 1 128 0,0 8 0 16,0 0 0-16,0 0 0 0,3 8 0 0,1 4 0 16,1 3 0-16,1 4 0 0,2 0 192 0,1 2-48 15,3 0 0-15,2 1 0 0,3 2-144 0,2-4 0 16,0-1 0-16,3-2 0 0,3-3 0 15,-1-1 0-15,-2-1 0 0,1-4 0 0,-2-5-160 0,1-1 160 16,0-2 0-16,1-2-144 0,-3 1 144 0,1-4 0 16,-1-2-144-16,-1 0 144 0,1-4 0 0,-2-2-144 15,0-5 144-15,1-3 0 0,-2 0-144 0,0-4 144 16,0 1 0-16,-1-2-144 0,3-2 144 0,-2 0-128 16,0-2 128-16,-2 2-128 0,0 2 128 0,-2 0 0 15,-3 5 0-15,-1 3 0 0,-2 7 0 0,-2 5 0 16,-5 6 0-16,0 0 0 0,0 0 0 0,0 13 192 0,0 7-64 15,-4 6 0-15,-1 6 112 0,-3 5 16 0,0 3 16 16,-1 1 0-16,0 4-32 0,0-2-16 0,0-2 0 16,2-1 0-16,2-1-96 0,2-1 0 0,1-3-128 0,0-2 192 15,2-3-192-15,2-3 0 0,-1 2-144 0,2-8 144 16,2-2-1088-16,1-2-128 16,1-1-32-16,1-7 0 0,0-3-1600 0,3-3-320 15,2-3-64-15,2-3-15792 0</inkml:trace>
  <inkml:trace contextRef="#ctx0" brushRef="#br0" timeOffset="115212.78">15839 8640 24879 0,'0'0'2208'0,"0"0"-1760"0,0 0-448 0,6-5 0 0,1 1 3952 0,1-2 704 16,1 0 144-16,0 1 16 0,1 3-2880 0,2-2-576 16,0 0-112-16,0 1-32 0,-1 1-272 0,4-1-64 15,-1 2-16-15,2-1 0 0,-1 0-608 0,2 0-128 16,2 1-128-16,0 1 176 15,-1-4-1216-15,2 3-240 0,-1 0-64 0,1-3-12688 16,0 5-2544-16</inkml:trace>
  <inkml:trace contextRef="#ctx0" brushRef="#br0" timeOffset="115378.95">15961 8823 46079 0,'0'0'2048'0,"0"0"400"0,0 0-1952 0,0 0-496 0,0 0 0 0,0 0 0 15,8 4 256-15,1-2-64 16,2 0 0-16,2-2 0 0,2-2 0 0,4 1 0 0,2 0 0 0,1-3 0 31,4 1-1664-31,0-1-352 0,1-1-64 0,2-1-11040 0,0-2-2192 16</inkml:trace>
  <inkml:trace contextRef="#ctx0" brushRef="#br0" timeOffset="115595.03">16728 8618 6447 0,'0'0'272'16,"0"0"80"-16,0 0-352 0,-7 0 0 0,7 0 0 0,-7 0 0 0,-2 0 8768 0,-2 3 1664 16,1-2 352-16,-3 3 64 0,-2 1-7360 0,-2 2-1472 15,-2 1-288-15,1 2-64 0,-3 2-656 0,0 2-128 16,0-1-32-16,1 3 0 0,3 1-528 0,1 2-96 16,-1-4-32-16,4 2 0 0,1-3-192 0,3 0 0 15,2-1 0-15,3 2 0 16,4-2-800-16,3-2-160 0,2 1-16 0,4-3-16 15,3-2-736-15,5-1-160 0,1-3-32 0,4 1 0 16,3-3-832-16,2-1-192 0,3-1-16 0,0-3-13936 0</inkml:trace>
  <inkml:trace contextRef="#ctx0" brushRef="#br0" timeOffset="116136.8">17028 8679 24479 0,'13'-10'1088'0,"-8"5"208"0,-1-3-1040 0,-1 0-256 15,-2 0 0-15,-2 2 0 0,-1 3 2848 0,-2 1 512 0,-2 0 96 16,-3 2 32-16,-2 0-752 0,0 4-160 0,-4-1-16 0,1 3-16 15,-2 2-992-15,-1 3-192 0,2 0-32 0,-2 1-16 16,-2-2-544-16,3 2-128 0,-1 0 0 0,2 1-16 16,1 1-304-16,5 2-48 0,-2-3-16 0,5 0 0 15,2-1-256-15,1-1 0 0,3-1 0 0,3-1 0 16,1 0-320-16,0-1 16 0,4 1 16 0,1-4 0 16,1 0-368-16,2-3-80 0,1-1-16 0,-1-1 0 15,1-1-16-15,0-1-16 0,13-9-784 31,-13 4 976-31,0-1 32 0,0-2 16 0,1-1 0 0,1-2 208 0,-1 0 32 0,0-4 16 0,-1 0 0 0,-1-2 64 16,1 1 16-16,5-1 0 0,-2 2 0 0,-2-1 64 0,-1 1 16 16,-1 0 0-16,-3 4 0 0,0 3 128 0,-3 3-192 15,-1 2 192-15,-5 5-192 0,0 0 544 0,0 0 96 16,8 3 32-16,-3 3 0 0,0 7 320 0,-1 0 64 16,-3 4 16-16,1-1 0 0,-4-2-288 0,1 0-48 15,1 2-16-15,1 0 0 0,-1 1-160 0,2-3-48 16,1 2 0-16,3-3 0 0,-2-3-192 0,-1 1-128 15,3-2 128-15,3-3-128 0,0 2 0 0,0-3 0 16,-2-1 0-16,0-3 0 0,0-1 0 0,1-2 0 16,-3-2 0-16,1-1 0 0,0-2 0 0,-2-2 0 0,2-3 0 0,1 1 0 15,-1 2 0-15,2-3 0 16,-2-3-176-16,2-2 176 0,1-1-256 0,1-1 32 0,1-5 16 0,0 5 0 16,0-2-128-16,1 5-32 0,0-2 0 15,-3 6 0-15,-1-1 112 0,-2 4 32 16,0 2 0-16,0 4 0 0,-6 3 224 0,0 0 0 0,3 6 144 0,-2 5-144 15,-1 2 448-15,0 1 0 0,1 2 0 0,-1 0 0 16,0 4-128-16,2-2-48 0,0-1 0 0,3 0 0 16,-1 0-272-16,3-1 0 0,1-1 0 0,2 1 0 15,1 0-1152 1,0-5-304-16,2-1-48 0,2-1-12576 0,0-5-2528 0</inkml:trace>
  <inkml:trace contextRef="#ctx0" brushRef="#br0" timeOffset="116525.72">17933 8536 8287 0,'0'0'736'0,"-6"-1"-592"16,-1-2-144-16,-3-1 0 0,3 3 7968 0,-2 0 1568 15,-2-1 304-15,1 2 64 0,-1-1-7072 0,-1 2-1408 16,-2-1-272-16,-1 3-64 0,-1 0-256 0,-1 0-32 16,0 3-16-16,0 0 0 0,0-2-432 0,1 1-96 15,1 0 0-15,-1 2-16 0,3 2-240 0,1-2 144 16,3 2-144-16,1-1 128 0,1-3-128 0,1 0 0 15,6-5 0-15,0 0 0 0,-4 9 0 0,6-2 0 16,0-1 0-16,4 1 0 0,1-2 0 0,1 0 0 16,1-1-176-16,2 1 176 0,1 2-192 0,2 1 64 15,2-2 0-15,2-1 0 0,3-1-16 0,1 0 0 16,-1-1 0-16,0 1 0 0,-3 0 16 0,0 1 0 16,-1-1 0-16,-1 1 0 0,-2 0-16 0,-1 0 0 0,-3 1 0 15,0-1 0-15,-5 1 144 0,-3 2 0 16,-2 3-144-16,-1-2 144 0,-4 0 0 0,-2 1 0 0,0 1 128 15,-4-2-128-15,-2-1 192 0,-1 1-64 0,-1-1 0 16,0-1 0-16,-2 1-128 0,-3 0 128 0,-2-1-128 0,1-1 128 16,2-1-128-16,0-1-192 0,1-1 32 15,0-2 16 1,1 2-1184-16,1-3-224 0,3 1-48 0,2-2-12192 0,0-3-2432 0</inkml:trace>
  <inkml:trace contextRef="#ctx0" brushRef="#br0" timeOffset="116801.92">18234 8141 47055 0,'0'0'2080'0,"0"0"432"0,-3-5-2000 0,3 5-512 0,0 0 0 0,0 0 0 0,0 0 400 0,0 0-16 16,-4 6 0-16,2 3 0 0,-2 4 80 0,0 3 16 15,1 1 0-15,1 7 0 0,-4-2-128 0,1 2-32 16,0 3 0-16,1 0 0 0,0 3-320 0,2 0 0 15,0 1 0-15,2-2 128 0,0 0-128 0,0 1 0 16,-1 0 0-16,1-2 0 0,1 2-128 0,1-2 0 16,-4-1 0-16,2-1 0 15,2-4-272-15,-2-5-48 0,-3 0-16 0,2-1 0 16,-1-2-352-16,0-1-64 0,-2-2-16 0,-1-4 0 16,-1-1-816-16,1-3-160 0,5-3-48 0,-8 0 0 15,1-1-608-15,-1-3-128 0,1-1-32 0,-1-1-7264 16,1-5-1456-16</inkml:trace>
  <inkml:trace contextRef="#ctx0" brushRef="#br0" timeOffset="116953.97">17989 8561 9215 0,'0'0'816'0,"0"0"-656"16,0 0-160-16,1-7 0 0,2-1 6592 0,1 3 1280 0,1 0 256 15,1 1 48-15,1 2-4992 0,1 0-1008 0,2 2-192 0,3 0-32 16,0 2-336-16,1 0-64 0,2-1-16 0,1 2 0 16,3 0-864-16,-2-1-176 0,-3 2-48 0,6-3 0 15,4 5-448-15,-3-2 0 0,-3-2 0 0,-1 1 0 16,1 1-1408-1,0 0-384-15,-2-2-80 0,-2 2-19712 0</inkml:trace>
  <inkml:trace contextRef="#ctx0" brushRef="#br0" timeOffset="117130.64">18442 8793 47231 0,'0'0'2096'0,"0"0"416"0,0 0-2000 0,0 6-512 16,0 2 0-16,0-1 0 0,0-7 848 0,0 0 80 15,3 8 16-15,-3-8 0 0,0 0 368 0,0 0 80 16,3 6 16-16,-3-6 0 0,2 7-736 0,-2-7-144 15,2 6-16-15,-2-6-16 0,0 0-368 0,0 0-128 16,0 0 0-16,0 0 0 16,0 0-256-16,0 0-128 0,0 0-48 0,0 0 0 15,0 0-1456-15,0 0-288 0,-6 3-64 0,6-3-20416 0</inkml:trace>
  <inkml:trace contextRef="#ctx0" brushRef="#br0" timeOffset="118029.35">6170 11485 17503 0,'-10'0'1552'0,"0"-3"-1232"16,-1 2-320-16,2-1 0 0,0-2 4000 0,9 4 736 16,0 0 160-16,0 0 32 0,-5-7-2624 0,5 7-528 15,0 0-112-15,0 0 0 0,0 0 32 0,10-6 16 16,2 0 0-16,2 4 0 0,1 0-752 0,2 0-128 16,-1 1-48-16,5 1 0 0,4 0-64 0,2 0-16 15,5 0 0-15,4 0 0 0,6-3-224 0,2 2-48 16,2-2-16-16,5-1 0 0,4-1-160 0,5 1-48 15,2-4 0-15,3 2 0 0,4 0-208 0,3 0 144 16,0-3-144-16,-2 0 128 0,-2 1-128 0,-2 0 0 0,-2 1 0 16,-1 1 128-16,-3-2-128 0,-1 0-272 15,-5 0 64-15,-2-1 16 16,-3 2-1536-16,-17 0-320 0,2-1-48 0,1 0-16 16,-1 1-1664-16,-1-3-320 0,-6 0-80 0</inkml:trace>
  <inkml:trace contextRef="#ctx0" brushRef="#br0" timeOffset="118298.47">7764 11142 40479 0,'0'0'1792'0,"0"0"384"0,-11 0-1744 0,11 0-432 0,0 0 0 0,0 0 0 15,0 0 832-15,0 0 96 0,0 0 16 0,0 0 0 16,0 0 400-16,0 0 96 0,0 0 16 0,11 7 0 16,0-1-560-16,1 1-128 0,1-2 0 0,0-1-16 15,2 1-368-15,0 0-64 0,2-1 0 0,3 0-16 0,1 0-128 0,1-1-32 16,0-1 0-16,0 3 0 0,0-2-144 0,0 1 0 15,2 0 0-15,-2 0 0 0,-1-2 0 0,-3 4 0 16,-2-2 0-16,-5 2 0 0,-1 2 0 0,-5 1 0 16,-5-9 128-16,2 9-128 0,-2 3 128 0,-2 0-128 15,-3-2 192-15,-6 3-64 0,-3 4 32 0,-6-1 0 16,-3 1 0-16,-1 0 0 0,0-1-160 0,-3 1 0 16,0 2 0-16,1-1 0 15,1-1-2576-15,4-1-400 0</inkml:trace>
  <inkml:trace contextRef="#ctx0" brushRef="#br0" timeOffset="118681.08">8924 10777 41471 0,'0'0'3680'0,"-10"3"-2944"0,-1 1-592 0,3 3-144 0,2 4 1408 0,-1 1 240 16,-1-1 48-16,2 4 16 0,-1 0-992 0,2 5-192 15,-1 3-32-15,0 0-16 0,3-1-64 0,1 0-16 16,1-3 0-16,2 0 0 0,3-4-400 0,0 0-192 16,1-2 0-16,2-2 16 15,-1-4-1776-15,2-1-352 0,-8-6-80 0,12 3-11040 16,-2-3-2192-16</inkml:trace>
  <inkml:trace contextRef="#ctx0" brushRef="#br0" timeOffset="118831.86">9157 10780 25791 0,'0'0'2304'0,"0"0"-1856"16,-4 11-448-16,-1 4 0 0,-1-2 3712 0,-1 1 640 0,-2 2 128 0,3 1 16 16,-1 4-3008-16,0-2-592 0,1-1-128 0,-1 2-32 15,1-2-352-15,1-1-64 0,2 0 0 0,3-1-16 31,3-1-1696-31,2 0-336 0,3-3-64 0,1-2-10688 0,1 2-2128 0</inkml:trace>
  <inkml:trace contextRef="#ctx0" brushRef="#br0" timeOffset="119334.54">9631 11035 13823 0,'0'0'608'0,"0"0"128"0,-2-5-592 0,2 5-144 15,-4-5 0-15,2 1 0 0,2 4 5568 0,-3-7 1088 16,3 7 224-16,-5-2 32 0,-2-1-3744 0,1 2-752 16,-2 1-160-16,8 0-16 0,-6 0-1040 0,6 0-208 15,-6 0-32-15,6 0-16 0,0 0-432 0,0 0-96 16,0 0-16-16,-5 0 0 0,5 0-80 0,0 0 0 16,0 0-16-16,0 0 0 0,0 0-304 0,0 0 160 15,0 0-160-15,0 0 128 0,0 0-128 0,0 0 0 16,0 0 144-16,0 0-144 0,0 0 128 0,0 0-128 15,0 0 128-15,0 0-128 0,0 0 160 0,0 0-32 16,-3 8-128-16,2 0 192 0,1-1 16 0,0 2 0 16,0 2 0-16,0 2 0 0,0 1 80 0,1 2 16 15,1 2 0-15,-1 2 0 0,-1-1-96 0,1 3-16 16,1-2 0-16,-1 1 0 0,-1 0-192 0,1-2 176 0,1 0-176 16,-1-3 160-16,0 0-160 0,1-2 0 0,-1-1 0 15,0-2 128-15,-1-3-128 0,0-8 0 0,0 0 0 0,1 6 0 16,-1-6 0-16,0 0 0 0,0 0 0 0,0 0 0 15,0 0 0-15,0 0 0 0,0 0 144 0,0 0-144 16,0 0 0-16,0 0 128 0,-2-6-128 0,1-3 0 16,-1-4 0-16,2-2 128 0,2-2-128 0,0-1 0 0,1-3 0 15,2-1 0-15,-2-3 0 0,3 0 0 16,2 1 0-16,2 0 0 0,-1 1 0 0,2 2 0 16,-1 0 0-16,2 5-320 0,1-2 64 0,-1 3 16 0,-2 1-16 15,2 3 0-15,0 0 0 0,-1 2 0 16,1 1-688-16,1 2-144 0,2-1-16 15,0 2-16-15,1 0-1264 0,1 0-256 0,1 1-48 0,0 0-17408 16</inkml:trace>
  <inkml:trace contextRef="#ctx0" brushRef="#br0" timeOffset="119523.76">10048 10941 10127 0,'0'0'448'0,"0"0"96"0,0 0-544 0,0 0 0 15,0 0 0-15,0 0 0 0,0 0 7232 0,-2 7 1344 16,0 5 272-16,1-1 48 0,-1 2-5120 0,1 4-1024 15,0-1-192-15,-1 4-64 0,2 0-1088 0,0 4-240 16,0-2-32-16,0 2-16 0,0-1-704 0,0 0-144 16,-1-2-16-16,1 1-16 0,0-5-240 0,0 3 0 15,0-7 0-15,0 0 0 16,-1-3-704-16,1-2-256 0,0-8-32 0,0 0-16 16,0 0-2272-16,0 0-464 0,0 0-96 0</inkml:trace>
  <inkml:trace contextRef="#ctx0" brushRef="#br0" timeOffset="119669.58">10159 10816 33167 0,'0'0'2944'0,"0"0"-2352"0,0 0-464 16,0 0-128-16,0 0 1008 0,0 0 176 0,1 9 32 0,1-1 16 16,1 1-1680-16,1 2-320 0,1 2-80 0,3 2-9776 15,0 0-1968-15</inkml:trace>
  <inkml:trace contextRef="#ctx0" brushRef="#br0" timeOffset="120207.2">10455 11024 12895 0,'0'0'1152'0,"0"0"-928"15,3-7-224-15,3 0 0 0,-2 1 4544 0,-1-1 848 16,1 1 176-16,0 1 48 0,-4 5-2944 0,0 0-592 16,2-7-112-16,-2 7-32 0,-3-6-384 0,3 6-80 15,-7-2 0-15,1 0-16 0,-2 2-512 0,0 2-112 16,-2 1 0-16,-1 1-16 0,0 1-208 0,-1 2-32 15,0-1-16-15,2 3 0 0,1 2-144 0,0 0-32 16,-1 0 0-16,3-1 0 0,0 1-64 0,3 0 0 16,2 1-16-16,0 1 0 0,4 2-304 0,0 0 160 15,2 1-160-15,3 1 128 0,-2 1-128 0,3 2 0 16,1 0 0-16,3 1 0 0,-1 0 0 0,2 0 0 16,2-1 0-16,-1 0 0 0,2 1 0 0,-1 1 0 15,1-1 0-15,0 2 0 0,-2 0 0 0,-1 0 0 16,-3 4 0-16,-1-3 0 0,-1 1 0 0,-1-1 0 0,-3-2 0 15,-2 0 0-15,-2 0 0 0,-1 0 0 0,-3-1 0 16,0-1 0-16,-2-2 0 0,-2 0 0 0,-3-4 0 0,0-1 0 16,-2-1 0-16,0-1 0 0,0-6 0 0,1 1 0 15,-1-2 0-15,0-1 0 0,0-3 0 0,1-3 0 16,0-1-176-16,3-2 48 0,3-2 0 0,0-2 0 16,3-3-32-16,0-3 0 0,3-4 0 0,3-2 0 0,0-3-96 15,5-2-32-15,3-3 0 0,2-4 0 0,1-4-48 16,2-2-16-16,2 0 0 0,1-1 0 15,2-1-112-15,-1 2-32 0,-2 1 0 16,2 1 0-16,-1 5 256 0,-2 5 48 0,0 4 16 0,-1 3 0 0,-3 5 176 0,0 2 176 16,0 4-48-16,-1 4 0 0,-5 0 352 15,3 5 64-15,-10 1 16 0,9 4 0 0,-1 4 64 16,-1 2 16-16,-1 3 0 0,0 2 0 0,1-1-256 0,0 2-32 16,1-1-16-16,-1 1 0 0,-1-1-336 0,0 0 0 15,-3-3 0-15,1-2 128 0,0-2-128 0,-4-8-192 16,4 6 64-16,-4-6 0 15,0 0-1600-15,0 0-304 0,0 0-64 0,0 0-19216 0</inkml:trace>
  <inkml:trace contextRef="#ctx0" brushRef="#br0" timeOffset="120347.78">10808 10776 25791 0,'0'0'1152'0,"0"0"224"0,0 0-1104 0,0 0-272 0,0 0 0 0,0 0 0 15,0 0 2080-15,0 0 352 0,5 6 80 0,0 1-11664 16,3 2-2352-16</inkml:trace>
  <inkml:trace contextRef="#ctx0" brushRef="#br0" timeOffset="120815.75">11374 11070 11055 0,'-3'-5'976'0,"0"-3"-784"16,1-1-192-16,-1-1 0 0,1-2 5312 0,-2 0 1024 16,0-1 208-16,-1 2 48 0,-2-1-3824 0,-2-1-752 15,0 0-160-15,0 2-16 0,-2 2-496 0,1 3-80 16,-2-1-32-16,-1 6 0 0,-4 2-640 0,0 3-128 16,-1 1-16-16,0 3-16 0,-2 3-112 0,-1 0-32 15,0 4 0-15,2 0 0 0,1 1 128 0,2 1 32 16,2-1 0-16,2-1 0 0,3 0-256 0,2-1-64 15,3-1 0-15,3-3 0 0,2 1-256 0,3-2-64 16,1-1-16-16,3-3 0 16,0 1-256-16,1-2-48 0,0 0-16 0,2-1 0 0,0-1 160 0,2 0 48 15,-1-4 0-15,1 1 0 0,-1-1 144 0,-2-2 48 16,3-2 0-16,1 0 0 0,-1-1 128 0,1-3 0 16,0 0 0-16,1-3 0 0,-1-3 0 0,0-1 0 0,1-3 0 0,-1-3 0 15,0 1-224-15,-1-3-16 16,-1-2 0-16,0-1 0 15,-2 1-208-15,-2-1-64 0,-1 1 0 0,-2 0 0 0,-1 3 336 0,-2 5 176 0,0 3-192 0,-2 4 192 16,-2 2 272-16,1 5 176 0,1 5 16 0,0 0 16 16,-7 6 400-16,1 7 80 0,1 4 0 15,0 5 16-15,1-1-240 0,0 4-48 0,1 2-16 0,0-2 0 16,2 1-336-16,1-1-64 0,3-2-16 0,1 1 0 16,2-1-256-16,2-2 0 0,1-3-176 15,2-1 176-15,0-1-1344 0,1-4-176 16,1-3-16-16,0-3-12752 0,1-2-2544 0</inkml:trace>
  <inkml:trace contextRef="#ctx0" brushRef="#br0" timeOffset="121010.78">11762 10501 46879 0,'0'0'2080'0,"0"0"416"0,0 0-1984 0,0 0-512 16,-4 6 0-16,3 2 0 0,1 4 400 0,0-2-16 15,-1 1 0-15,1 3 0 0,0 4-32 0,0 1-16 16,1 0 0-16,-1 2 0 0,1 0-336 0,2-2 128 16,2 2-128-16,0-1 0 15,2-1-1008-15,-1-2-272 0,0 0-48 0,-1-2-16 16,0-5-1712-16,0-1-336 0,0-2-80 0</inkml:trace>
  <inkml:trace contextRef="#ctx0" brushRef="#br0" timeOffset="121187.38">12009 10428 34095 0,'0'0'1504'0,"-6"8"320"0,0-1-1456 0,2 4-368 0,1 1 0 0,2 2 0 16,0 0 3664-16,1 1 672 0,0-1 128 0,0 0 16 16,1-1-3552-16,0 0-720 0,1 2-208 0,-1-1 0 15,2-2-1104-15,0 1-320 0,1 0-64 0,2-4-16 16</inkml:trace>
  <inkml:trace contextRef="#ctx0" brushRef="#br0" timeOffset="122514.59">12557 11072 35935 0,'0'0'1600'0,"0"0"320"0,0 0-1536 0,0 0-384 0,0 0 0 0,8-3 0 0,3 1 1856 15,3-1 320-15,4 2 48 0,2 1 16 0,1-3-1296 0,6 2-256 16,3-1-48-16,5 2-16 0,3 0 176 0,4-2 32 15,2-1 16-15,2 2 0 0,-1 1-288 0,4-3-64 16,1 1-16-16,4 0 0 0,-1-4-224 0,2 2-64 16,2 1 0-16,1-1 0 0,-2-1-320 0,-1 1-80 15,-3 0-16-15,-3 0 0 16,0 2-2240-16,-4-3-448 0,-2 1-96 0</inkml:trace>
  <inkml:trace contextRef="#ctx0" brushRef="#br0" timeOffset="122819.36">13994 10803 43487 0,'0'0'1920'0,"0"0"400"0,0 0-1856 0,0 0-464 16,0 0 0-16,0 0 0 0,0 0 256 0,0 0-64 16,0 0 0-16,0 0 0 0,0 0 448 0,8 5 64 0,-3-1 32 15,0 3 0-15,2-1-416 0,-2 0-64 0,0-1-32 0,1 0 0 16,0 3 0-16,1-2 0 0,-1-2 0 0,1 1 0 15,-1 1-80-15,2-1-16 0,1 0 0 0,-1 2 0 16,-2-1-128-16,0-1 0 0,-1 2 0 0,-1-3 0 16,0 2 0-16,-2 1 128 0,0 1-128 0,-2-1 0 15,0 1 320-15,-3 3-32 0,-2-1 0 0,-2 2 0 16,-2-3 224-16,-1 1 32 0,-3 2 16 0,-2 3 0 16,-2-2-144-16,0-2-32 0,0-2 0 0,0 1 0 0,2 0-384 15,2 0 0-15,1-3 0 0,3-1 0 16,2 0-2064-16,7-6-448 15,0 0-96-15,0 0-16 0</inkml:trace>
  <inkml:trace contextRef="#ctx0" brushRef="#br0" timeOffset="123187.03">14943 10445 34095 0,'0'0'1504'15,"0"0"320"-15,-6-2-1456 0,6 2-368 0,0 0 0 0,-6 6 0 0,0 0 4080 0,1 5 736 16,0 2 160-16,-1 5 16 0,0 4-3344 0,-1 5-688 0,2 3-128 0,0 4-16 16,2 3-272-16,1 2-48 0,-1 1-16 0,3 3 0 15,1-2-288-15,3 0-48 0,1 2-16 0,2-2 0 16,1-5-128-16,1 1 0 0,3-5 144 0,-2-2-144 16,1-3 0-16,-1-5 0 15,0-3 0-15,-1-1 128 0,1-3-128 0,-3-5 0 0,0-2 0 0,1-1 0 16,-2-3 160-16,2-1-32 15,0-3-128-15,0-3 192 0,0-1-192 0,-1-3 0 0,4-2 128 0,-2-1-128 16,0-4 128-16,2 0 0 0,-1-3-128 16,2-2 192-16,-1-5-192 0,2 1 0 0,0-5 128 0,2-2-128 15,-1-5 0-15,2-1 0 0,2-2 0 0,2-5 0 16,0-7 0-16,1-1 0 0,2 1-192 0,-1 0 192 16,-1 3-384-16,-3 4 16 0,-3 4 16 0,-3 8 0 15,0 5-1104-15,-4 5-208 16,-2 3-64-16,-2 4 0 0,-1 7-2048 0,-3 7-432 0,0 0-80 0</inkml:trace>
  <inkml:trace contextRef="#ctx0" brushRef="#br0" timeOffset="123431.68">14634 10910 5519 0,'-14'0'496'0,"7"0"-496"0,-2 0 0 0,1-1 0 0,-1-3 10080 0,4 1 1920 16,5 3 384-16,0 0 80 0,0 0-9472 0,0 0-1904 16,7-4-368-16,2-2-80 0,2 1 128 0,6-1 0 15,4 1 16-15,4 0 0 0,2-2-560 0,5 2-224 16,3 1 176-16,3-2-176 0,2-1 0 0,3-1 0 16,0-1 0-16,3 3 0 15,1-3-320-15,-2 0-96 0,0-3-32 0,0 0 0 16,0-1-2192-16,-1 1-448 0,-1 1-96 0</inkml:trace>
  <inkml:trace contextRef="#ctx0" brushRef="#br0" timeOffset="123605.29">15561 10784 9215 0,'0'0'400'0,"0"0"96"0,0 0-496 0,0 0 0 0,0 0 0 0,9 4 0 0,2-2 9072 0,0-1 1712 16,1-2 352-16,1 0 64 0,2 1-7888 0,-1-1-1584 15,0-1-304-15,2 0-64 0,1 0-704 0,1-3-144 16,4 4-16-16,0-4-16 0,2 1-480 0,-1-2 0 15,1 1 0-15,-2 0 0 16,0 0-1216-16,-2 0-192 0,-5 1-48 0,1 0 0 16,-2-1-2448-16,-2 1-512 0</inkml:trace>
  <inkml:trace contextRef="#ctx0" brushRef="#br0" timeOffset="123771.39">15787 10906 23039 0,'0'0'2048'0,"-3"7"-1648"16,3 1-400-16,0-1 0 0,0-7 5760 0,4 7 1088 15,1 1 192-15,-5-8 64 0,8 5-4512 0,1 0-896 16,0 0-176-16,4 2-48 0,0-7-640 0,3 1-128 16,1-1-16-16,1-1-16 0,2 1-528 0,1-4-144 15,0-1 0-15,2 0 0 16,3-1-768-16,1 0-208 0,-1-2-48 0,3-1-15056 0,4 0-3008 16</inkml:trace>
  <inkml:trace contextRef="#ctx0" brushRef="#br0" timeOffset="123996.43">16637 10660 29487 0,'0'0'1296'0,"-4"-3"288"0,0 1-1264 0,-1 0-320 0,-1 0 0 0,6 2 0 0,-5 0 4912 0,-1-2 912 15,1 4 192-15,-2 0 48 0,-1 1-3808 0,0 2-752 16,-1 2-160-16,-2 2-16 0,-4 4-768 0,1 1-160 16,-3 3-16-16,0 1-16 0,-1-1-368 0,1 3 0 15,1-2 0-15,2 0 128 0,-1-2-128 0,2 0 0 16,2 2 0-16,3-2 0 0,1-2 0 0,3-1-256 15,2 1 64-15,2-2 0 16,4 0-1072-16,1-2-208 0,3-2-64 0,2-2 0 16,3 0-944-16,4-5-192 0,3-1-32 0,-1-1-10864 15,3-1-2160-15</inkml:trace>
  <inkml:trace contextRef="#ctx0" brushRef="#br0" timeOffset="125091.65">16849 10769 15663 0,'16'-19'1392'0,"-10"8"-1120"15,2 1-272-15,0-2 0 0,-1 0 5184 0,-1 3 960 16,1 3 208-16,-2-3 48 0,-4 1-2832 0,0 3-560 15,-2-1-128-15,-3 4 0 0,-1 2-960 0,-2 0-192 16,0 1-48-16,-4 4 0 0,1 3-912 0,-2 1-176 16,-1 2-32-16,-1 0-16 0,1 4-304 0,0-1-64 15,0-1-16-15,0 0 0 0,2 4-160 0,2-3 0 16,2 1 0-16,4-5 0 0,0 3 0 0,0-2 0 16,5-1 0-16,0-1 0 0,2-1 0 0,1-1-224 0,-5-7 80 0,10 5 16 15,-3-1-160-15,4-2-32 0,-1-2 0 0,1-2 0 16,0-2 0-16,1-1-16 0,1-3 0 0,0 1 0 15,3-1 48-15,-1-2 16 16,-2-2 0-16,2-1 0 0,-1-1 48 0,-1 0 16 0,0-5 0 0,2 4 0 0,-2 0 208 16,0 2-176-16,-2 0 176 0,0 4-160 15,-3 1 160-15,-1 3 0 0,1 4 0 0,-8 1 0 16,0 0 320-16,0 0 32 0,8 6 16 0,-3 2 0 0,2 1 144 0,-2 3 16 16,-1 2 16-16,-3-2 0 0,2 0-176 15,-1 1-48-15,1-1 0 0,0-1 0 16,-2 0-176-16,0-2-144 0,1-1 192 0,0-1-192 0,1 0 128 15,-3-7-128-15,2 8 0 0,-2-8 0 0,7 4 128 0,-7-4-128 16,0 0 0-16,9 2 0 0,0-2 0 0,-9 0 0 16,8-6 0-16,0 1 0 0,-2-1 0 0,3 0 0 15,1-3 0-15,-3-2 0 0,1 1-144 0,3-2 144 16,0-1-128-16,2-3 128 0,-2-2-192 0,-2 4 64 16,0-3 0-16,2 1 0 0,-1-1-48 0,0 2 0 15,1 2 0-15,-2 1 0 0,0 3-16 0,-1 2 0 16,0 1 0-16,-2-1 0 0,-6 7 192 0,0 0-128 15,0 0 128-15,7 7-128 0,-3 2 128 0,0 3 0 16,-2 1 128-16,1 2-128 0,-1 1 144 0,0-2-144 16,2-1 192-16,1 0-192 0,0 2 192 0,2-1-64 15,0-2 0-15,3 1-128 0,0-4 144 0,3 1-144 0,0 1 0 0,-1-7 144 16,0 1-144-16,1-1 0 16,1-2 0-16,0-2 0 0,2-1 0 0,-3 0 0 0,0-3 0 15,0-1 0-15,1-2-192 0,1-1 192 0,0-1-192 16,2-4 192-16,-2-1-224 0,0 1 80 0,1-4 16 15,-2 1 0-15,-2-1-48 0,0 2 0 0,-2 0 0 0,1 0 0 16,-4 2 176-16,0 1-192 0,-2 3 192 0,-1-2-192 16,-3 2 192-16,1 3 0 0,-2 6 0 0,0 0 0 15,0 0 128-15,0 0 0 0,0 0 0 0,0 0 0 0,0 0 16 16,0 0 16-16,0 0 0 0,0 0 0 0,0 0-160 0,0 0 0 16,0 0 0-16,6 4 0 0,2 0 0 0,0 1 0 15,0 1 0-15,-1 1 0 0,0-1 0 0,1 1 0 16,0-2 0-16,-1 2 0 0,0-1 192 0,-1 1 0 15,0-1 0-15,0 1 0 0,1-1-192 0,-1 1-272 16,1-2 64-16,-2 0 16 0,0 0 192 0,0 2 0 16,1-1 0-16,-1-2 0 0,-5-4 0 0,0 0 0 15,0 0 0-15,1 7 0 0,-1-7 0 0,0 0 240 16,-2 8-48-16,-1-2-16 0,3-6-176 0,-4 7 0 16,0-1 0-16,4-6 0 0,-5 5 0 0,1 1 0 15,4-6 0-15,0 0 0 0,0 0 0 0,0 0 0 16,-1 6-224-16,1-6 80 0,0 0 144 0,0 0-192 15,0 0 192-15,9 3-192 0,1-1 352 0,2 0 64 16,1-4 16-16,1-4 0 0,1-1-432 0,0-1-96 16,2-1-16-16,0-5 0 0,1-2 160 0,1-2 144 15,0-1-208-15,2-2 80 0,-1-3-64 0,1-2-16 16,-1-1 0-16,1-3 0 0,1-3-80 0,-1 2-16 0,-2 0 0 0,-1-1 0 16,-4 0 112-16,-1 2 0 0,-2 1 16 15,-2 3 0-15,-1 1 176 0,-3 3 0 0,-3 5 0 16,0 1 0-16,-2 3 320 0,0 3 32 0,-2 2 16 0,1 2 0 15,1 6 80-15,0 0 0 0,-5 0 16 0,5 0 0 16,-7 7-240-16,2 3-48 0,0 3-16 0,1 2 0 16,1 2 16-16,1 1 0 0,-2 3 0 0,1 3 0 15,2 3-176-15,0 1 0 0,-1 0 0 0,4 0 128 16,-2 2-128-16,1 0 0 0,0 0 0 0,2 0 0 16,-1-2 0-16,2-2 0 0,-1-1 0 0,0-1 0 15,-1-4 0-15,2-1 0 0,0-4 0 0,-1-2 0 16,-1-4-720-16,1 1-32 15,-3-10 0-15,0 0 0 0,-4 5-704 0,4-5-144 0,0 0-16 0,-7 0-16 16,0-5-2016-16,-1-2-384 0</inkml:trace>
  <inkml:trace contextRef="#ctx0" brushRef="#br0" timeOffset="125268.46">17970 10459 49007 0,'0'0'2176'0,"0"0"448"0,0 0-2112 0,0 0-512 15,10 3 0-15,1-1 0 0,2-2 1072 0,3 0 96 0,2 0 32 0,0 0 0 16,3 2-272-16,2-2-48 0,0 0-16 0,2 0 0 16,1 0-528-16,4 0-96 0,1-2-32 0,3 0 0 15,0-2-400-15,0-2-64 0,0 0-32 0,1-2-16480 16,3-1-3312-16</inkml:trace>
  <inkml:trace contextRef="#ctx0" brushRef="#br0" timeOffset="132842.43">6249 13615 25791 0,'-7'3'2304'0,"-1"-3"-1856"0,1-1-448 0,-1 1 0 15,8 0 3200-15,0 0 560 0,-7 1 96 0,7-1 32 16,0 0-2352-16,0 0-448 0,0 0-112 0,7-1-16 0,19-1 1696 15,-7 1-1280-15,7 0 0 0,4-2-624 0,6 2-128 16,3-1-32-16,1 1 0 0,3-5-16 0,3 0-16 16,3 3 0-16,6-3 0 0,2 1-272 0,3-1-48 15,2-2-16-15,0 0 0 0,2 0-224 16,1 0 0-16,-1 2 0 0,-1-1 0 0,-1 1 0 0,2 1 0 16,-2 1 0-16,-1-2 0 0,-3 2 0 0,-3-1-192 15,-5-3 192-15,14 1-208 16,-11 3-192-16,-7 1-48 0,-10-3 0 15,-4 2 0-15,-4 1-1440 0,-4 2-288 0,-5-1-64 0,-3 1-16 16,-4-1-1360-16,-12 2-272 0,0 0-48 0</inkml:trace>
  <inkml:trace contextRef="#ctx0" brushRef="#br0" timeOffset="133160.89">7803 13301 9215 0,'0'0'400'0,"0"0"96"0,0 0-496 0,0 0 0 16,0 0 0-16,0 0 0 0,0 0 7472 0,0 9 1392 0,0-9 288 0,2 8 48 16,-2-8-6400-16,4 9-1280 15,1 0-256-15,3 4-48 0,1-1-192 0,2-4-16 0,-1 0-16 0,1 0 0 16,0 1-640-16,2-2-128 0,2 0-32 0,2 0 0 16,1 0-48-16,0 0-16 0,1-1 0 0,-1 2 0 15,0 0-128-15,0-1 0 0,-2-2 0 0,1 0 0 16,1-1 0-16,-2 1 0 0,-1-1 0 0,-2 1 0 15,-2-1 0-15,-2 1 0 0,-1 2 0 0,-8-7 0 16,6 9 0-16,0 1 0 0,-3 2 0 0,-1-1 0 0,-4-2 0 0,-1 1 0 16,-3-1 192-16,0 2-64 15,-3 0 128-15,-3 1 0 0,0-4 16 0,-5 4 0 16,-2 5-272-16,-2-4 0 0,-1-2 0 0,-3 2 0 16,-2 2-1216-16,-1-3-320 0,0-3-48 15,-1 0-16-15</inkml:trace>
  <inkml:trace contextRef="#ctx0" brushRef="#br0" timeOffset="134083.6">9104 12935 31327 0,'0'0'2784'0,"0"0"-2224"15,0 0-560-15,1 10 0 0,0 1 1824 0,1 0 256 16,0 5 48-16,0 0 16 0,-2 2-1520 0,0 3-304 16,-2 2-64-16,1 3-16 0,0 2 240 0,1-2 48 15,0-1 16-15,1-2 0 0,-2-1-544 0,1-2 0 16,2-3 0-16,-2-3 0 15,-1-1-1296-15,1-13-320 0,1 10-64 0,-1-10-9696 16,0 0-1936-16</inkml:trace>
  <inkml:trace contextRef="#ctx0" brushRef="#br0" timeOffset="134229.69">9239 12974 13823 0,'0'0'1216'0,"0"0"-960"0,0 0-256 0,0 13 0 15,-1 3 5136-15,1-3 992 0,0 0 192 0,0 1 32 16,0-1-4416-16,-1 3-880 0,0 2-176 0,-1 0-48 15,2 0-384-15,0 1-64 0,0-1-32 0,2-1 0 16,0-3-2240-16,1 1-448 16,1 0-96-16</inkml:trace>
  <inkml:trace contextRef="#ctx0" brushRef="#br0" timeOffset="134474.15">9565 13297 39455 0,'-5'18'1744'0,"3"2"368"0,-2 9-1696 0,2 6-416 16,2 4 0-16,2 0 0 0,-1 0 976 0,3 2 112 15,1 2 32-15,0 0 0 0,0 1 544 0,3 0 96 16,-1-1 32-16,-1-4 0 0,1-1-1104 0,-1-5-224 16,1-4-32-16,-2-1-16 0,-2-4-288 0,-1-1-128 15,-2-2 128-15,0-3-128 0,-1-5 0 0,0-2 0 16,-1-1 0-16,0-1 0 15,-3-1-480-15,5-8-80 0,0 0-16 0,-7 8 0 16,7-8-1216-16,0 0-256 0,-9-3-64 0,2-1 0 16,1-2-1488-16,2-6-304 0</inkml:trace>
  <inkml:trace contextRef="#ctx0" brushRef="#br0" timeOffset="135042.29">9438 13400 40655 0,'0'0'1792'0,"-12"-1"384"0,0-3-1728 0,2 0-448 16,10 4 0-16,-8-5 0 0,3-3 896 0,5 8 112 15,0 0 16-15,1-9 0 0,-1 9 112 0,8-8 16 16,4-1 16-16,2 1 0 0,20-9-512 16,-13 9-448-16,3 3 0 0,4 0-208 0,0 0 0 0,1 1 0 0,1 0 0 15,-1 0 0-15,-1 3 0 0,-3 2 0 0,-3 2 0 16,1-1-128-16,-4 3 128 0,-1 2-192 0,-2 2 192 15,-3-1-384-15,-2 4 16 0,-2 1 16 0,-4 4 0 16,-3-3 208-16,-2 4 144 0,-2 3-192 0,-2-1 192 16,-5-6 0-16,-2 4 0 0,-2 2 192 0,-1 1-48 0,-2-6 48 0,-1 1 16 15,0 0 0-15,-2-2 0 0,-3 2-208 16,-3-5-160-16,0-2 32 0,4 2 0 16,2-1-1776-16,1-2-336 0,2-3-80 0,4-1-16672 15</inkml:trace>
  <inkml:trace contextRef="#ctx0" brushRef="#br0" timeOffset="135375.06">10182 13253 21183 0,'0'0'1888'0,"0"0"-1504"16,0 0-384-16,0 0 0 0,0 0 4096 0,0 0 736 16,-9 9 160-16,-4 4 16 0,-3 3-2272 0,-2 2-464 15,-5 4-96-15,0 3 0 0,2 1-784 0,2 0-160 16,1 0-16-16,-2-1-16 0,-1-4-704 0,4-2-144 15,3 0-32-15,2-3 0 0,2 1-320 0,3-4 0 16,3-1 0-16,4-12 0 16,-1 11-688-16,1-11-208 0,0 0-32 0,0 0-16 15,13 2 64-15,1-3 16 0,1-4 0 0,0-2 0 16,1-3-416-16,0-2-64 0,-2-2-32 0,2-2 0 16,1 0 416-16,1-2 96 0,-1-5 16 0,1 3 0 0,-1-2 432 0,0 4 96 0,0-2 0 15,-3 7 16-15,-1 3 304 0,-1 3 0 0,-1 5 0 16,-1 2 0-16,0 6 128 0,1 1 96 0,-1 3 16 0,-3 2 0 15,-2 2 512-15,-1-2 96 0,0 1 32 16,1 0 0-16,3-1-336 0,0 2-64 0,-1 2-16 0,1-5 0 16,0-4-1232-16,3-1-240 15,-1 1-48-15,3-6-10928 0,1-3-2192 0</inkml:trace>
  <inkml:trace contextRef="#ctx0" brushRef="#br0" timeOffset="135709.75">10574 13209 37951 0,'0'0'1680'0,"-6"-3"352"0,-1 3-1632 16,0-1-400-16,-1 1 0 0,0 0 0 0,-1 0 1344 0,0 0 192 16,-2 1 48-16,1 2 0 0,-1 0 0 0,0 3 0 15,-1-1 0-15,-6 5 0 0,1-1-880 0,2 2-160 16,1-1-32-16,1 2-16 0,4-2-192 0,-2 1-48 16,2-2 0-16,3 1 0 0,1 1-256 0,1-1 128 15,4-10-128-15,-2 11 0 0,2-1 0 0,3 1 0 16,1-1 0-16,2-2 0 0,2-2 0 0,4 1 0 15,2-2 0-15,-3-1-144 0,-2 0 144 0,4 0 0 16,3 0-144-16,1 0 144 0,1-3 0 0,0-1-176 16,0 1 176-16,1-1-128 0,-3 0 128 0,0 2-128 0,0-1 128 0,-1 1-128 15,0 1-32-15,-2 0 0 16,-1 1 0-16,-3-2 0 0,-4 3-32 0,-5-5-16 16,0 0 0-16,1 10 0 0,-5 0 80 0,-2 0 128 0,-3 2-208 15,-2-4 80-15,-1 0 0 0,-1 0 0 0,-1-2 0 16,0 1 0-1,-2-1-1216-15,0 1-224 0,1-1-48 0,2-1-16 16,-2-2-1552-16,2 0-304 0,2-3-64 0</inkml:trace>
  <inkml:trace contextRef="#ctx0" brushRef="#br0" timeOffset="136057.94">10838 13190 11967 0,'0'0'1072'0,"0"0"-864"15,0 0-208-15,6-1 0 0,-6 1 4736 0,0 0 912 16,0 0 176-16,0 0 48 0,0 0-3376 0,0 0-688 15,0 0-128-15,0 0-16 0,-6 5-208 0,-2 3-48 16,-2 0 0-16,-1 1 0 0,-1 1-832 0,1 1-160 16,-2 1-32-16,1-2-16 0,1 3-176 0,1-3-48 15,0 1 0-15,0 1 0 0,4 1-144 0,1-2 0 16,1-1 0-16,3-1 0 0,1-9 0 0,2 7 0 16,3 0 0-16,2 0 0 0,1-2 0 0,2 0 0 15,4-1 0-15,2-2-176 0,0 1 176 0,1 0 0 16,0-2-144-16,0 2 144 0,0-1 0 0,-1 2-144 15,1-3 144-15,0 2 0 0,-1 0-144 0,-2-1 144 16,-2 1 0-16,-1 2-144 0,-1 0 144 0,-2 3-208 16,-2-1 80-16,0 0 128 0,-5 1 0 0,-1 1 0 15,-3 1 0-15,-2 0 0 0,-4 2 0 0,-2-1 0 16,-2 1 0-16,-1-1 0 0,0-1 0 0,1 0 0 0,-2 0 144 0,-6 0-144 31,3-2-704-31,1 0-224 0,0-2-32 0,3-5-16 16,0-2-2112-16,1 1-432 0</inkml:trace>
  <inkml:trace contextRef="#ctx0" brushRef="#br0" timeOffset="136229.79">11037 13186 4607 0,'0'0'192'0,"4"11"64"0,-3 2-256 0,-1 2 0 16,0 2 0-16,2 3 0 0,-1 1 8704 0,0 1 1712 15,1 0 336-15,-2-1 64 0,1-1-7856 16,0-1-1552-16,1 1-320 0,0-1-64 0,3-2-704 0,-1-1-144 15,0-3-32-15,0 0 0 16,-1-1-1888-16,-1-3-384 0,-2-9-80 0,0 0-10592 16,0 0-2128-16</inkml:trace>
  <inkml:trace contextRef="#ctx0" brushRef="#br0" timeOffset="136370.42">11066 13132 25791 0,'0'0'2304'0,"0"0"-1856"15,-1-6-448-15,1 6 0 0,-2-7 2624 0,2 7 448 16,0 0 64-16,0 0 32 0,0 0-2672 0,0 0-496 16,0 0-192-16,0 0 16 15,0 0-1968-15,8 4-400 0,0-3-80 0</inkml:trace>
  <inkml:trace contextRef="#ctx0" brushRef="#br0" timeOffset="136621.94">11256 13193 18431 0,'0'0'1632'0,"0"0"-1312"0,2 9-320 16,2 4 0-16,2 3 5584 0,2 1 1056 0,-2 1 208 0,2 1 32 16,0 2-3632-16,2 0-736 0,-2-1-144 15,0 1-16-15,0-1-880 0,1-1-192 0,1-4-16 0,-2 0-16 16,0-4-848-16,0 1-160 0,1-1-48 0,-2-2 0 16,-1-4-192-16,1 0 128 0,-2-2-128 0,-5-3 0 15,0 0 0-15,8-3 0 0,-8 3 0 0,5-5 0 0,-1-2 0 16,-2 0 0-16,0-4-160 0,-1 2 160 0,2-1-272 15,-3-5 16-15,0 0 16 0,-2-5 0 16,1 1-512-16,0-4-96 16,-1 0-32-16,2-1 0 0,-1 1-800 0,1 1-176 0,-1 1-16 0,1 3-12592 15,0 2-2528-15</inkml:trace>
  <inkml:trace contextRef="#ctx0" brushRef="#br0" timeOffset="136938.94">11531 13411 13823 0,'0'0'1216'0,"8"4"-960"16,-8-4-256-16,11-4 0 0,-1 0 3888 0,2-2 720 16,0 3 160-16,-1-5 32 0,0-5-2528 0,-2 0-496 15,3-2-112-15,-1 0 0 0,0-1-640 0,-1-3-112 16,1-1-16-16,-1 0-16 0,-1 2-368 0,-1-1-80 16,-2-1-16-16,0-2 0 0,-2 2-176 0,-2 2-48 0,0 1 0 0,-1 5 0 15,-5 1-16-15,-1 3-16 16,-1 3 0-16,-1 3 0 0,-2 4 288 0,-3 2 64 15,-1 2 16-15,0 4 0 0,0 4 288 0,0 2 48 0,0 1 16 0,0 3 0 16,0 1-336-16,2 1-64 0,1 1-16 0,1 2 0 16,1 0-208-16,1-2-32 0,3 1-16 0,6-5 0 15,-1-2-208-15,4 0 0 0,3 2 0 0,4-8 0 16,1 2-448 0,4-1 32-16,1-5 0 0,3 0 0 0,2-3-400 15,3-2-80-15,2-4 0 0,2 2-16 0,0-1-1216 16,-2-4-240-16,1-3-64 0,-3-1 0 0,-1-2-672 0,-2 1-144 0</inkml:trace>
  <inkml:trace contextRef="#ctx0" brushRef="#br0" timeOffset="137278.29">12284 12712 21183 0,'-4'4'1888'0,"-3"2"-1504"16,-3 3-384-16,2 4 0 0,0-1 4768 0,2 4 880 16,0 1 176-16,1 0 48 0,-1-2-4592 0,0 1-928 15,3 1-176-15,0-3-48 0,2 2-128 0,1-6 0 0,0 1 0 0,0-2 0 32,2 0-2224-32,2-2-464 0,-4-7-112 0,0 0-16 0</inkml:trace>
  <inkml:trace contextRef="#ctx0" brushRef="#br0" timeOffset="137433.98">12460 12673 30399 0,'0'0'2704'0,"-4"9"-2160"0,1 1-544 0,1 3 0 0,0 0 3264 0,1 2 560 16,1 0 96-16,0 1 32 0,-3 1-2912 0,3-3-576 16,0 2-112-16,0-3-32 0,0 1-192 0,2 2-128 15,-1-4 128-15,2 1-13728 16,-1-2-2736-16</inkml:trace>
  <inkml:trace contextRef="#ctx0" brushRef="#br0" timeOffset="137977.6">12979 13306 30399 0,'-6'-2'2704'0,"1"0"-2160"15,1 0-544-15,2 1 0 0,2 1 3456 0,0 0 576 16,0 0 112-16,7-2 16 0,4 0-2848 0,3 2-576 16,4 0-112-16,5 0-32 0,1 0 624 0,6 0 112 15,4 0 16-15,4 0 16 0,2 0-688 0,6 0-144 16,2-4-16-16,4 2-16 0,1 1-176 0,1-2-48 16,1 1 0-16,1-2 0 0,2 0-272 0,0-2 160 15,1 0-160-15,-2 1 128 0,-1 1-128 0,-4 2-272 16,1-5 64-16,-6 3 16 15,-6-1-1088-15,-2 1-224 0,-2 0-32 0,-5 3-16 16,-3-3-912-16,-4 1-176 0,-6 1-48 0,-3-1-10272 0,-4 0-2064 16</inkml:trace>
  <inkml:trace contextRef="#ctx0" brushRef="#br0" timeOffset="138241.35">14214 13125 10127 0,'0'0'896'0,"0"0"-704"0,0 0-192 0,0 0 0 0,0 0 6832 0,0 0 1328 15,0 0 272-15,0 0 48 0,0 0-6496 0,0 8-1312 16,2 0-256-16,-2-8-48 0,0 0 240 0,6 9 48 16,2 0 16-16,1-2 0 0,2 0-480 0,0 0-192 15,2-1 128-15,2 1-128 0,-2-3 0 0,0 1 0 16,1-2 0-16,-1 1 0 0,0-1 0 0,0 0 0 16,0 1-224-16,0 0 80 15,-2 0-272-15,-2 0-48 0,-1 0-16 0,-8-4 0 0,0 0 80 0,0 0 16 16,1 10 0-16,-4-2 0 0,-3 0 384 0,-3 1 0 15,-4 0 144-15,-3 1-144 0,-1 1 512 0,-2 2 0 16,-4 0 0-16,-1 3 0 0,-4-3-224 0,1 0-48 16,1-2-16-16,-2 2-13168 15,1 0-2640-15</inkml:trace>
  <inkml:trace contextRef="#ctx0" brushRef="#br0" timeOffset="139516.49">15380 12827 39791 0,'0'0'1760'0,"0"0"368"0,0 0-1696 0,0 0-432 0,0 0 0 0,0 0 0 16,0 0 1056-16,-1 15 128 16,-1 3 32-16,1 6 0 0,2 5 64 0,1 3 32 0,0 6 0 0,2 1 0 15,-1 5-352-15,2-1-64 0,0-1 0 0,3 0-16 16,1-3-352-16,-1-2-64 0,1-5-16 0,-4-8 0 15,1-2-208-15,3 6-48 0,0-5-16 0,-3-8 0 16,1 1-176-16,-1-2 0 0,1-3 144 0,-2-5-144 16,-5-6 0-16,0 0 0 0,7 5 0 0,-7-5 0 0,0 0 0 0,0 0 0 15,10-5-176-15,-1-1 176 0,-1-6 0 0,-2-1 0 16,1-1 0-16,0-3 0 0,2-4 0 16,-2-4 0-16,0-2 0 0,2-2 0 0,2-4 0 0,-1-1-144 15,2-1 144-15,-1 0 0 0,2-1-176 0,1-4 176 16,-3 3-208-16,1 4 80 0,-2 6 128 0,0 6-208 15,-3 4 80-15,1 6 128 0,-8 11-192 16,0 0 192-16,11 4-192 0,-4 5 192 0,0 6 0 0,-1 7 0 16,0 5 0-16,-1 8 0 0,-2-2 0 0,3 2 240 15,1-1-64-15,0-1-16 0,0-2-32 0,2-4 0 16,1 0 0-16,-3-12 0 0,-1 1-128 0,2-2 0 16,1-2 0-16,1-2 128 0,-1-1-128 0,1-2 0 15,1-3 0-15,-1-4 0 0,0-1 0 0,1-5 0 16,-1-1 0-16,1-4 0 0,-2-2 0 0,1-1 0 15,-1-2 0-15,1-3 0 0,-1-1 0 0,-2-2 0 16,1-3 0-16,0-1 0 0,-1-1 0 0,0 1 0 16,0-4 0-16,-1 1 0 0,0 0-272 0,-1 0 64 0,-2-1 16 0,-1 3 0 31,1 1-1296-31,-2 0-256 0,-2 1-48 0,-1 3-12912 0,0 4-2576 0</inkml:trace>
  <inkml:trace contextRef="#ctx0" brushRef="#br0" timeOffset="139716.1">15161 12626 25791 0,'0'0'1152'0,"0"0"224"0,0 0-1104 0,14 0-272 0,2-2 0 0,2 2 0 0,8-1 4096 0,0 0 752 16,0-2 144-16,4-1 48 0,2 2-3984 0,0-1-800 15,2-1-256-15,4 2 160 16,2-1-1744-16,3 0-336 0,2 1-80 0</inkml:trace>
  <inkml:trace contextRef="#ctx0" brushRef="#br0" timeOffset="139892.82">16041 12643 42383 0,'0'0'1872'0,"0"0"400"0,0 0-1824 0,8 0-448 15,2-3 0-15,1 1 0 0,-1-2 1024 0,2 0 96 16,1 0 32-16,2 0 0 0,4 0-304 0,2 1-48 16,-2-2-16-16,2 0 0 15,1 0-1392-15,2 1-288 0,-1 0-48 0,1 1-16 16,-1 2-2992-16,-1 0-592 0,20-1-128 0,-16 4-32 0</inkml:trace>
  <inkml:trace contextRef="#ctx0" brushRef="#br0" timeOffset="140101.21">16574 13132 12895 0,'0'0'1152'0,"0"0"-928"16,0 0-224-16,0 0 0 0,0 0 7280 0,0 0 1408 16,0 0 272-16,8-3 64 0,1 3-6208 0,0-4-1232 15,0 2-256-15,0-1-48 0,2-1-640 0,1-1-112 16,5 2-16-16,-2-2-16 0,1-2-656 0,0 4-128 15,-1-3-32-15,0 2 0 16,-2 0-1728-16,0-1-336 0,-2 1-80 0,0 2-17568 0</inkml:trace>
  <inkml:trace contextRef="#ctx0" brushRef="#br0" timeOffset="140235.63">16568 13252 36799 0,'0'0'1632'0,"0"0"336"0,0 0-1584 0,0 0-384 15,0 0 0-15,0 0 0 0,6 3 336 0,3 0-16 16,3-2 0-16,2-1 0 16,2-2-1040-16,2-2-224 0,6-3-32 0,-2 1-14896 0</inkml:trace>
  <inkml:trace contextRef="#ctx0" brushRef="#br0" timeOffset="140585">17201 12965 21183 0,'0'0'1888'0,"0"0"-1504"0,0 0-384 0,0 0 0 16,-8 2 4160-16,2 2 752 0,1 3 144 0,-3-1 48 16,-1 3-2832-16,-2 4-560 0,-2 1-112 0,0 1-32 0,-1 3-64 15,0 3-16-15,-1 1 0 0,1 2 0 0,0 1-816 0,0 2-160 16,3-2-48-16,0 1 0 0,2 3-208 16,4-6-32-16,1 1-16 0,1-4 0 0,3 0-208 0,3-2 128 15,1-1-128-15,3-4 0 0,2-1 0 0,2 0 0 16,4-2-208-16,0-2 64 0,5-3-64 0,2-1-16 15,3 0 0-15,2-3 0 0,3-3-64 0,2-2-16 16,-4 1 0-16,0-3 0 0,-4-4 112 0,1 0 0 16,-1-3 16-16,-2 0 0 0,-3-1-80 0,1-5 0 15,-5 2-16-15,0-2 0 0,-3 1 128 0,-5-2 144 16,-1-1-208-16,-4 0 80 0,-2 0 128 0,-2-1 0 16,-5 0 128-16,-1 0-128 0,-3 1 208 15,-3 2-16-15,-1 0-16 0,-1 2 0 0,-2 3-176 0,-2 1 0 16,0 0 0-16,-3 3 0 0,-3-1-272 0,-1 2 16 15,-2 1 0-15,1 2 0 16,0-2-3072-16,2 3-592 0</inkml:trace>
  <inkml:trace contextRef="#ctx0" brushRef="#br0" timeOffset="144816.82">6285 15699 11967 0,'-14'4'1072'0,"3"-2"-864"0,-3 1-208 0,0 1 0 0,-1-2 4416 0,2 2 832 16,2 0 160-16,11-4 32 0,-9 4-4256 0,9-4-864 16,0 0-160-16,0 0-32 0,0 0 1280 0,10 3 256 15,2-1 48-15,3 0 16 0,5-2-272 0,6 0-48 16,5 0-16-16,7-2 0 0,5 0-432 0,1-1-64 15,2-1-32-15,4 0 0 0,0 0-96 0,4-2 0 16,1-2-16-16,3 1 0 0,4 0-256 0,4-1-48 16,3-3-16-16,-1 1 0 0,-3 1-224 0,-1-2-32 0,1 4-16 15,0 1 0-15,-2 2-160 0,-2 2 0 16,1-2 0-16,-6 0 0 0,-6 1-160 0,-4 2-16 16,-4 0 0-16,-15-2 0 15,2 3-1376-15,0 0-288 0,-3 3-48 0,-2-3-16 16,0-3-2064-16,7 2-400 0,2-2-96 0,-11-1-10448 0</inkml:trace>
  <inkml:trace contextRef="#ctx0" brushRef="#br0" timeOffset="145114">7876 15498 42271 0,'0'0'1872'0,"0"0"384"0,0 0-1808 0,0 0-448 0,0 0 0 0,0 0 0 15,0 0 624-15,0 0 16 0,0 0 16 0,0 8 0 16,1 0 224-16,2-2 32 0,-1 1 16 0,2-2 0 15,1 0-240-15,1 2-48 0,-1-2-16 0,1-3 0 0,1 2-304 0,1 0-64 16,0-1-16-16,2-1 0 0,3 2-96 0,-1 0-16 16,-1 1 0-16,4-1 0 0,0-1-128 0,1-2 0 15,0 6 0-15,2-5 0 0,2 2 0 0,-1-1-224 16,1 1 80-16,-2-3 16 0,-2 3-96 16,-2 0-16-16,-2 0 0 0,-2 1 0 0,-3 0 48 0,-2 2 16 15,-3-1 0-15,0 2 0 0,-6 0 176 0,-4 1 0 16,-4 3 0-16,-2-2-128 0,-4 2 128 15,-5 0 176-15,-3-1-48 0,-1 2 0 0,-3 2 0 16,-1-2-128-16,-1-3 192 0,1 3-64 16,1-2-1088-16,3 0-208 0,-1 1-48 0</inkml:trace>
  <inkml:trace contextRef="#ctx0" brushRef="#br0" timeOffset="145570.45">9082 15130 32255 0,'0'0'2864'0,"0"0"-2288"0,0 0-576 0,0 0 0 0,0 0 2176 0,5 12 320 15,1 0 64-15,-2 2 0 0,-1 3-1808 0,-2 3-368 16,-2-1-80-16,1-3-16 0,0 2 672 0,0 4 144 16,-1-2 32-16,1 1 0 0,0-2-768 0,0 1-160 15,0-5-16-15,0 1-16 16,1 0-992-16,2-6-192 0,-1-2-32 0,-2-8-16 15,0 0-2720-15,0 0-528 0</inkml:trace>
  <inkml:trace contextRef="#ctx0" brushRef="#br0" timeOffset="145717.35">9276 15158 23039 0,'0'0'1024'0,"0"0"192"0,-4 13-960 0,0-2-256 0,2 2 0 0,-2 2 0 15,0 0 3712-15,1 1 688 0,0 0 144 0,1-5 16 16,-1 1-3648-16,1 2-720 0,0 2-192 0,1 1 0 15,0 0-736-15,1 0-176 0,1-1-48 0,2 1-10176 16,1 0-2032-16</inkml:trace>
  <inkml:trace contextRef="#ctx0" brushRef="#br0" timeOffset="146746.44">9818 15846 17503 0,'0'0'1552'0,"0"-9"-1232"16,-2 0-320-16,0-2 0 0,1 0 4288 0,0-1 816 15,-1 0 144-15,1 0 48 0,-1-1-4032 0,-1-2-816 16,-1 0-144-16,0 2-48 0,-2-1 656 0,-1 0 128 15,1 1 32-15,-2 0 0 0,-3 1-496 0,0 3-112 0,-4 1-16 0,1 5 0 16,-2 5 16-16,-5 3 0 16,-2 1 0-16,-2 5 0 0,-1 4 128 0,1 4 32 15,1 0 0-15,0 3 0 0,2 2-16 0,4-3 0 0,2-2 0 0,3-1 0 16,3-1-208-16,2 0-32 0,4-5-16 0,3 0 0 16,1-2-352-16,0-10 0 0,6 9 0 0,3-2 0 15,2-3-368-15,2-2 16 0,0 0 0 0,2-4 0 16,4-1-272-16,0-3-48 15,1-2-16-15,-1 1 0 0,-1 0 112 16,-1 1 0-16,-1-2 16 0,-2-1 0 0,1-2 240 0,0 1 32 0,-2-2 16 0,-1 0 0 16,-1-1 272-16,-2 2-192 0,0-1 192 0,-1-1-160 15,-2-3 160-15,-1 3 0 0,-1 0-144 0,0 0 144 0,-1 1 0 16,-1 3-176-16,0 0 176 0,-2 9-128 0,0 0 128 16,0 0 0-16,0 0 0 0,0 0-128 0,0 0 336 0,0 13 80 15,0 1 16-15,1 1 0 0,2 0 48 0,1 2 16 16,-1 2 0-16,4-2 0 0,0-2-144 0,0 1-32 15,2-2 0-15,5-2 0 0,2-2-192 0,-1-3 0 16,2-2 0-16,2 0 0 0,2-2 0 0,1 1 0 16,2-7 0-16,-1 2-160 0,2-2 0 0,-2-1 0 15,2-1 0-15,-1-1 0 0,-2-2 160 0,0-1 0 16,-2 0 0-16,-2-2 0 0,-1 1 0 0,-2-1 0 0,0-2 0 16,-5 3 0-16,-1-3 0 0,-2-2 0 15,-3 2 0-15,-2 0 0 0,0 0 0 0,-4 2 0 16,0-1 0-16,-3 1 128 0,-2 2-128 0,-1 3 144 0,-2 1-144 0,-2 1 160 15,-1 4 16-15,-3 2 0 16,-2 2 0-16,0 4 0 0,-2 2 112 0,1 2 32 0,-1 4 0 0,2 1 0 16,1-2-64-16,1 2 0 15,3 0 0-15,3-2 0 0,1-2-16 0,2-2-16 0,3 0 0 0,3-2 0 16,2-1-224-16,-1-8 0 16,7 6 0-16,1-2-160 0,2-1-48 0,2-3-16 0,0-3 0 15,3-1 0-15,2-2-64 0,3-5-16 0,-1 1 0 0,1 1 0 16,-1-6 48-16,1 1 16 0,-2 0 0 0,0-2 0 15,2-2 240-15,-3-3 0 0,-1 0-160 0,3-10 160 16,-4 0-256-16,-2-2 0 0,-3 2 16 0,-1-2 0 0,-1-3-96 16,-3 3-32-16,2 2 0 0,-3 3 0 0,-2 6 144 15,-2 4 32-15,0 6 0 0,0 12 0 0,0 0 336 0,0 0 80 16,0 0 16-16,-10 9 0 0,1 6 160 16,-2 7 48-16,1 7 0 0,1 6 0 0,1-3 80 0,1 4 32 15,2 0 0-15,2-11 0 0,1 1-240 0,1 1-64 16,1-3 0-16,3-1 0 0,3-1-256 0,0 2 0 15,3-9 0-15,3 1 0 0,0-3-304 0,1 0-64 16,1-4-16-16,2-2 0 16,-1-5-432-16,1 0-80 0,0-4-32 0,1 0 0 15,-3-5 48-15,0-2 16 0,-1-1 0 0,-1-1 0 0,-1-4 400 0,-1-1 80 16,-1-1 0-16,-1 0 16 0,1-1 368 0,0 1 0 16,-1-3 0-16,-1 3 0 0,-2 2 0 0,0-2 0 15,-1 2 0-15,0 5 128 0,-3 2 256 0,3-1 32 0,0 5 16 0,-4 4 0 16,0 0 400-16,0 0 64 15,-1 13 32-15,-1 2 0 0,1 2-336 0,0 1-64 16,-1 0-16-16,1 0 0 0,1-1-384 0,1 0-128 16,1-1 0-16,0-2 0 15,1-2-1488-15,0-2-416 0,0-1-80 0</inkml:trace>
  <inkml:trace contextRef="#ctx0" brushRef="#br0" timeOffset="146897.44">10680 15332 35871 0,'0'0'1600'0,"0"0"320"0,-6 2-1536 0,0 2-384 0,1 1 0 0,1 5 0 15,3-2 224-15,0 4-32 0,1-3 0 0,1 5 0 16,1 2-1376-16,2 1-288 16,0 0-48-16</inkml:trace>
  <inkml:trace contextRef="#ctx0" brushRef="#br0" timeOffset="147685.56">11035 15530 37263 0,'0'0'1648'0,"-4"-2"336"0,-3-1-1584 15,1-1-400-15,-1 2 0 0,-2 2 0 0,-1 0 1280 0,-3 2 160 16,-2 2 32-16,-7 7 16 0,0 2 48 0,6-3 16 16,-1 3 0-16,-1 2 0 0,-1 0-592 0,-1 2-112 0,2 0-16 0,1-1-16 15,2-2-512-15,4 0-112 0,0-1 0 0,5-2-16 16,2-1-176-16,4-3 0 15,1-1-192-15,-1-6 192 16,7 6-640-16,2-4 0 0,1-2 0 0,3-1 0 16,0-3-368-16,2-1-80 0,-1-3 0 0,-1-1-16 15,1 0-48-15,1-2-16 0,0 1 0 0,1-5 0 16,-2 2 224-16,2 0 48 0,-2 0 16 0,1-1 0 0,-1 0 416 0,-1-2 80 0,-1-1 0 0,0 3 16 16,-2-2 368-16,-1 3-144 0,0 3 144 15,-1 0 0-15,-8 10-160 0,0 0 160 0,0 0-128 0,4 12 128 16,-3 1 384-16,1 4 144 0,-2 3 48 0,0-1 0 15,0 1 368-15,1 1 80 0,1-2 0 0,4 1 16 16,1-2-576-16,1-1-112 0,3-1-32 0,0-2 0 16,4-4-464-16,0-2-112 0,1-1 0 0,1-1-16 15,3-6-512-15,-1 0-112 16,1-4 0-16,-1-1-16 0,0 1 208 0,-1-5 64 16,-1-1 0-16,-2-1 0 0,0-3 464 0,-4 0 176 0,-1-3 0 0,-1-2-144 15,-1 0 432-15,-1-3 96 0,0-3 0 0,-1-2 16 0,1-5-112 16,-2 0-32-16,0-2 0 0,1 1 0 15,-1-2-256-15,0 4 0 0,-1-3 0 0,0 4 0 16,-2 2 384-16,2 5-48 0,-1 3 0 0,-2 6 0 0,1 4 304 0,-4 4 64 16,2 6 16-16,0 0 0 0,-1 10 160 0,0 1 16 15,-2 5 16-15,2 3 0 0,-1 4-240 0,2 1-48 16,-1 4-16-16,1 0 0 0,1 4-224 0,1-1-64 16,0-1 0-16,1 0 0 0,0-3-64 0,0 1 0 15,1-3-16-15,2-3 0 0,-1-1-240 0,0-2 0 16,0-2 128-16,2-1-128 0,-3-1 0 0,0-3 0 15,-2-1 0-15,1-2 0 0,-2-3 0 0,0 1 0 16,-1-7 0-16,0 0 0 0,0 0 0 0,0 0-208 16,0 0 32-16,0 0 16 0,0 0-64 0,0 0-16 15,0 0 0-15,0 0 0 0,0-8 48 0,2 0 0 16,-1-2 0-16,2-2 0 0,0 0 0 0,3 0 0 16,0 1 0-16,1-2 0 0,-1 0 32 0,2 0 16 15,1-2 0-15,2 2 0 0,-1 0 0 0,2 3 0 16,0-2 0-16,-1 3 0 0,2 1 144 0,0 2 0 0,0 0 0 15,0 4 0-15,3-1 0 0,0 3 128 0,1 1-128 16,-2 2 0-16,0 2 208 0,-2-1-16 0,-2 5-16 16,-1-2 0-16,-1 2-176 0,-3 0 128 0,-3 3-128 0,-2 1 128 15,-1 0-128-15,-3 0 0 0,-3 0 0 16,-4 1 0-16,-2-1 0 0,-1 0 0 0,-3-1 0 0,-1 0 0 16,0-3 0-16,-1 0 0 0,-2 3-224 0,-8-3 80 15,0-1-1264-15,11-4-256 16,-1 1-64-16,1-1-11136 0,0-3-2240 0</inkml:trace>
  <inkml:trace contextRef="#ctx0" brushRef="#br0" timeOffset="148273.96">11962 15467 3679 0,'0'0'320'0,"0"0"-320"15,0 0 0-15,0 0 0 0,-4 9 9728 0,1 1 1888 16,-1 3 368-16,-2 2 80 0,-2 0-8992 0,-3 2-1808 15,0 0-368-15,-4 3-64 0,-2-3-288 0,2 0-64 16,-1-2-16-16,2 2 0 0,-1-1-336 0,4-2-128 16,0-1 0-16,3-1 144 0,2-2-368 0,2-2-80 15,1 0-16-15,3-8 0 16,0 0-432-16,7 9-80 0,-7-9-32 0,8 3 0 16,1-3-400-16,1-2-80 0,2-2 0 0,6-5-16 15,-2-1 112-15,0-2 32 0,-1-3 0 0,0-2 0 16,-4-2 464-16,-2 6 112 0,1-4 0 0,0-1 16 0,0-3 256 0,1-1 48 0,-1-1 16 15,1 2 0-15,-1-3-16 0,-1 6-16 0,-4 1 0 16,1 5 0-16,-2 5 0 0,-4 7 0 16,0 0 0-16,0 0 0 0,-2 9 576 0,0 4 112 0,-1 1 32 15,-1 3 0-15,0 1 352 0,2 0 80 0,-2 1 16 0,2 0 0 16,2-3-400-16,3 1-80 0,2-1-16 0,3-1 0 16,1 1-336-16,3-4 0 0,2-1 0 15,2-2 0 1,1-1-416-16,1-3-160 0,0-1-16 0,1-1-16 0,0-4-160 15,1-1-48-15,-1 0 0 0,1-3 0 0,2-3 432 0,0 0 96 0,-1-1 16 0,-1-2 0 16,-2 0 272-16,-1-4 0 0,0-2 0 0,-2-2 0 0,0-2 144 16,-2-1 48-16,0-4 0 0,-1-3 0 15,-2-2-192-15,-1 1 0 0,0-4 0 0,-1 1 0 0,0-3 0 16,-2 2 0-16,1 0 0 0,-2 3 0 0,-2 1 0 0,-3 6 288 16,1 5-32-16,-1 3 0 0,-1 6 752 0,-3 3 144 15,0 6 16-15,-1 5 16 0,-3 5 400 0,0 5 80 16,-1 3 0-16,0 7 16 0,-2 0-640 0,2 4-128 15,0 2-16-15,0 1-16 0,1 2-480 16,3-2-80-16,0 3-32 0,3-3 0 0,0-1-288 0,0-1 0 16,4-3 128-16,0-1-128 0,1-3-144 0,1-3-96 15,0-2-16-15,0-1 0 16,0-2-1520-16,-2-1-304 0,1-1-64 0,-1 2-16 16,-2-14-1248-16,0 0-256 0</inkml:trace>
  <inkml:trace contextRef="#ctx0" brushRef="#br0" timeOffset="148516.92">12230 15443 19343 0,'0'0'848'0,"0"0"192"0,0 0-832 0,0 0-208 0,0 0 0 0,12 3 0 16,1-3 4896-16,1 1 928 0,1 0 192 0,2-1 48 16,1 0-3696-16,3 0-720 0,1-1-160 0,0 0-16 15,0 1-560-15,2-3-96 0,-2 3-32 0,0 3 0 16,-1-2-272-16,-2 4-64 0,1 0-16 0,-3 5 0 15,-1 0 80-15,-2 2 32 0,-1 1 0 0,-1 0 0 16,-2 0-288-16,-1 1-64 0,-1 1-16 0,0-1 0 16,-2-1-176-16,0 1 0 0,-1-3 0 0,-1-1-176 15,-2-1-624-15,-2-9-128 0,0 0-32 0,0 0 0 16,0 0-2288-16,0 0-464 0</inkml:trace>
  <inkml:trace contextRef="#ctx0" brushRef="#br0" timeOffset="148675.66">12684 15229 25791 0,'0'0'1152'0,"0"0"224"0,0 0-1104 0,-4 8-272 15,0-1 0-15,1 0 0 0,3 1 3520 0,0 1 656 16,-1 3 128-16,2-3 32 0,2 3-3568 0,1 0-768 16,0 1 0-16,1 0 0 15,2 1-1616-15,2-1-224 0,1 0-32 0,2 0-14464 0</inkml:trace>
  <inkml:trace contextRef="#ctx0" brushRef="#br0" timeOffset="148904.24">13036 15430 35423 0,'0'0'1568'0,"0"0"320"0,0 0-1504 0,0 0-384 16,0 0 0-16,-1-8 0 0,-2 2 1776 0,-1 2 272 16,-2 1 64-16,-2 3 16 0,0 0-416 0,-3 4-96 0,-2 3-16 0,-2 3 0 15,-2 1-528-15,-1 2-112 0,-1 0-32 0,1 2 0 16,1 1-368-16,1 1-80 0,1-2-16 0,3 1 0 15,4 0-176-15,3-2-32 0,2-1-16 0,5 0 0 16,2-1-240-16,2 0 0 0,3-2 0 0,4-2 0 0,2-3-192 0,3 0 32 16,3-1 0-16,1-1 0 15,0-3-288-15,2 0-48 0,-1-1-16 0,1-2 0 16,-1-1-896-16,0-1-176 0,2-2-32 0,0 1-16 16,-2-6-1328-16,1-1-272 0,-1-3-48 0</inkml:trace>
  <inkml:trace contextRef="#ctx0" brushRef="#br0" timeOffset="149102.87">13450 14920 24879 0,'0'0'2208'0,"-3"8"-1760"16,-4 3-448-16,2-2 0 0,1 5 4128 0,0-1 736 0,0 0 160 0,0 4 32 15,2 0-3840-15,-1 3-768 0,0-6-160 0,2 2-32 16,0-1 80-16,1 1 16 0,0-2 0 0,1-1 0 31,0 0-1136-31,2-2-240 0,0-3-32 0,0-2-16 16,1-1-1504-16,3 0-304 0,-7-5-64 0</inkml:trace>
  <inkml:trace contextRef="#ctx0" brushRef="#br0" timeOffset="149230.96">13621 14941 26719 0,'-2'16'1184'0,"-1"-8"240"0,-1 2-1136 0,-1 3-288 16,0 4 0-16,1-3 0 0,0 5 4672 0,0-2 864 15,1 1 176-15,1 0 48 0,0-2-4592 0,1 1-912 16,0-3-256-16,1-1-21056 16</inkml:trace>
  <inkml:trace contextRef="#ctx0" brushRef="#br0" timeOffset="149922.85">14105 15575 42159 0,'0'0'1856'0,"0"0"400"0,0 0-1808 0,0 0-448 15,0 0 0-15,0 0 0 0,0 0 1376 0,13-3 176 0,1 2 48 0,5 0 0 16,1-1-384-16,-1 2-64 15,2-4 0-15,5 3-16 0,5 0-320 0,3 1-64 0,4-4-16 16,3 1 0-16,5 3-352 0,3-2-64 0,4-1 0 0,26 2-16 16,-5-2-160-16,-2 3-16 0,-1 3-128 15,-22-3 192-15,7 0-192 0,2 1 0 0,0 0 0 0,2 1 0 16,-1 0 0-16,23 1 0 0,-12 1-144 0,-10-2 144 16,-6 2-1024-16,-22-4-128 15,2 0 0-15,12-2-14704 0,-6-1-2928 0</inkml:trace>
  <inkml:trace contextRef="#ctx0" brushRef="#br0" timeOffset="150221.13">15505 15349 33167 0,'0'0'2944'0,"-6"-1"-2352"15,6 1-464-15,-7 1-128 0,7-1 2800 0,0 0 528 16,0 0 128-16,0 0 0 0,0 0-2384 0,1 11-496 15,2-3-80-15,2-1-32 0,3 1 224 0,2-1 32 16,3-1 16-16,8 5 0 0,0-2-512 0,-5-3-96 16,2 1-128-16,2-1 176 0,-1 2-176 0,10 1 0 15,-4 0 0-15,-10-2-176 0,1 1-16 0,0 0 0 16,-2-3 0-16,5 5 0 0,-2 1-80 0,-2-1-32 0,-5 0 0 0,-2 1 0 16,-8-11 96-16,4 8 16 15,-3-2 0-15,-3 5 0 0,-4-1 192 0,-3-1 0 16,-4-1 0-16,-4 1 160 0,-2 3 32 0,-3 2 0 15,-3 1 0-15,-3-1 0 0,-3 0-192 0,8-5-144 0,-5 1 144 0,-12 5-14416 16,5-3-2768 0</inkml:trace>
  <inkml:trace contextRef="#ctx0" brushRef="#br0" timeOffset="150899.67">17049 15297 25791 0,'1'-10'2304'0,"-1"-2"-1856"15,1-1-448-15,-1 4 0 0,2-4 3520 0,-2 1 592 0,-2-1 128 0,2 0 32 16,0 1-2800-16,-1-1-576 0,0-4-96 0,-1 4-32 16,0 1 432-16,-2-6 80 0,-1 4 0 15,-2 5 16-15,-2 2-496 0,-1 5-96 0,-2 2-32 0,-1 1 0 16,-4 4-272-16,-4 6-48 0,-1 5-16 0,-4 8 0 16,-3 5 0-16,8-3 0 0,-2 5 0 0,-14 21 0 15,2-2 48-15,6-2 16 0,5 0 0 0,11-17 0 16,1 2-32-16,0 15-16 0,7-5 0 0,8-17 0 15,2-1-224-15,8 9-128 0,4-7 128 0,-3-8-128 0,4-4 0 0,15 5-208 16,1-6 16-16,-9-6 16 0,3-3-80 0,5-2 0 16,3-3-16-16,1-3 0 15,2-1-176-15,21-5-48 0,-8-1 0 16,-18 1 0-16,1-3-128 0,-1-2-16 16,-3-3-16-16,10-11 0 0,-11-2 48 0,-5 0 16 0,-6-1 0 15,-8 8 0-15,-4-6 272 0,0-15 48 0,-5 1 16 0,-3 1 0 0,-4 3 256 0,-4-2 0 16,-3 2 176-16,-1 4-176 0,-3 4 256 0,2 11-48 15,-7 3-16-15,-11-10 0 0,-1 6-48 0,-2 5-16 16,-4 2 0-16,13 6 0 0,-3 3-128 0,-14 0-176 16,4 2 48-16,2 3 0 15,3 4-944-15,6 5-176 0,2 3-32 0,3 3-16 16,4 4-1264-16,3 2-240 0,5 3-48 0,0 1-13824 0</inkml:trace>
  <inkml:trace contextRef="#ctx0" brushRef="#br0" timeOffset="151140.82">16974 15521 42047 0,'2'-9'1856'0,"-2"9"384"0,0 0-1792 0,0 0-448 0,0 0 0 0,0 0 0 15,0 0 1344-15,0 0 160 0,11 4 32 0,-5 5 16 16,-1 0 32-16,3 12 0 0,0-3 0 0,-1 5 0 15,0 3-688-15,-1 0-144 0,1-1-32 0,1-1 0 16,0 1-480-16,1-1-112 0,-2-4 0 0,1 1-128 0,0 0 0 0,-1-9 0 16,0-2 0-16,3 3 0 15,-1-4-1136-15,1 2-224 0,1-1-48 0,0-3-16 16,1-1-1936-16,6 1-384 0,-2-3-80 0</inkml:trace>
  <inkml:trace contextRef="#ctx0" brushRef="#br0" timeOffset="151341.9">17678 15357 35935 0,'0'0'3200'0,"8"-3"-2560"16,-1 0-512-16,2-3-128 0,-9 6 2976 0,9-4 576 16,0 2 112-16,5-2 32 0,0 3-2272 0,-3-2-448 0,1-1-80 15,-3 3-32-15,2-1-160 0,0 1-48 16,1 1 0-16,5-2 0 0,-1 0-656 0,-6 4 0 15,2 0 0-15,5-2 0 16,-3 0-1216-16,-1 1-240 0,-1 1-32 0,-2 2-13776 0,-10-4-2752 0</inkml:trace>
  <inkml:trace contextRef="#ctx0" brushRef="#br0" timeOffset="151501.99">17660 15573 34095 0,'0'0'3024'0,"0"0"-2416"0,0 0-480 0,0 0-128 15,12 6 2656-15,1-4 512 0,0-2 96 0,3 0 32 16,2-2-2528-16,3-1-512 0,2-2-112 0,3 0-16 0,2 1-128 16,2-3 0-16,1 1 0 0,3-3 0 15,2 1-2496-15,2 1-544 0,0-3-96 16</inkml:trace>
  <inkml:trace contextRef="#ctx0" brushRef="#br0" timeOffset="151838.5">18508 15357 11967 0,'0'0'528'0,"0"0"112"16,0 0-512-16,-10-1-128 0,1 1 0 0,9 0 0 0,-8 1 8176 0,-1 3 1600 16,-1 1 320-16,-2 3 64 0,-1 1-7344 0,-2 4-1472 15,-4 0-304-15,-8 13-48 0,-2 3-160 0,4-2-16 16,2 1-16-16,2-3 0 0,3-1-384 0,4 0-80 16,2-3-16-16,4 1 0 0,4-1-144 0,4-3-48 15,3-2 0-15,3-1 0 0,5 2-128 0,4-4-176 0,1-1 48 0,5-2 0 16,2-2-80-16,3-1-16 15,2-3 0-15,0-2 0 0,0-3-64 0,0 1-16 0,2-3 0 0,-1-1 0 16,-3-2 112-16,-8 1 32 16,-1-3 0-16,2 1 0 0,-1-2 160 0,-1-1 0 15,-2-3-144-15,0-3 144 0,-2-1 0 0,-3-1-144 0,-1-2 144 16,-3-2 0-16,-4-3 0 0,-2 1 0 0,-2-4 0 16,-2 1 0-16,-3 1 0 0,-6-11 0 0,-4 6 0 0,-2 6 144 15,-2 2-144-15,-3 3 0 0,-2 2 144 0,-2 2-144 16,-4 2 0-16,1 2 0 0,-2-1-160 0,1 0 160 15,-3 3-1840 1,1 1-256-16,2 1-48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0E4C-9D73-450D-9ADE-73299D077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2B76C-A4D1-4144-8DEA-7CD62ADC2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DDC0C-1CF1-4BC6-A976-AA1A3371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D4432-5901-495D-A74F-0142ACDD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D3249-EA4C-4D9B-96A4-293C0DC8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9A19-2082-4780-BC89-5B0084CF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BBBC7-396C-4863-A616-5B90D4619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48B50-CD4B-4BFA-9DEC-EF773304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8E2A7-A77B-4505-83FE-F98C65021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BB7AC-9960-49B5-B417-A0CBDE00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AD0CA-0680-447D-ADE4-404E31E4C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395D7-EBEC-498A-8C42-29A83B88A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C524E-BB4F-49C2-8AAD-BD8ECD93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E9CE6-DC33-41AE-BBAB-FF204F8E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76099-742F-491D-827E-3DB98E10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97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6728-55EC-45E6-8EC0-232E32DA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77B97-FCCD-47F3-BC19-96CBE3D27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2285D-C117-4E7F-9AF2-CD855C30D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6CB19-8168-4244-9B5D-BD0298BF6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205E6-0336-4312-81E9-C4D3DA46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4710C-FDD6-4DE8-AE37-D54F0C3D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F5D34-E2F8-48C9-8BA9-6F08270BD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0006E-64B6-4E13-91D5-12E66A105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06610-FA62-40CA-BC36-47FB63953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7CDD0-2C88-4B46-B2BD-99DB57888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8C7BC-F8A9-43B5-AA3F-7D3E9183B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30D5C-3345-478F-9457-B9425A77D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05C6B7-1188-4C99-8EF1-BE47D9B4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DF154-BB49-4099-A998-E892059F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45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2BF5-0872-4C17-A57E-AF03F750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41CA2-801F-4D93-BE48-660B3D2C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88172-42E0-4726-924A-E413A060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3615D-C06B-4D13-B602-D7E31FD8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9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24F65-A81D-4F1E-B1A7-46EE2104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F4F4D-13BC-4E27-B168-02CF6D6B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0A1DD-76CE-44C8-86B3-F741D2A9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6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8229-0D62-4948-B670-AB6190D6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2DD13-BCDE-4866-BACA-55151ECFD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4C34F-1E4C-400F-8332-8FD4B341F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9E918-D041-4959-B635-334F2853B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08CC5-F77A-4B7D-B7DC-B4C5684E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381D5-B65D-4B6B-9BC3-994088BB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9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072E-D4FA-40DA-955A-0270650F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9903C-7B01-4B7F-9FDE-164800773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40D65-DAC1-4388-B18F-223159A16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C3DC8-3696-4A86-A859-2BEBFE40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EBA45-D87E-4681-AF8D-474CE8F6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70EBE-E11D-4405-B782-A0A9C3FC9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94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9773-B843-473E-91B6-0CCABAE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AA4BE-A114-40BC-AFC1-AC3C6F54D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E0AE6-9B87-4F42-B208-A7DC2DA6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C6C55-6C89-4F66-9A4F-CF93C585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2F8BC-1703-4C3F-AA3A-76A0E487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8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89530-174C-483E-96AA-3319BF3FF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9A32D-3399-4C03-91A9-EB89407D3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B8435-0793-4BBA-A1C9-BAAB5B25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C3F7D-F4FE-478A-BF9F-EE275229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54562-0E6C-4002-93DA-F450D565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5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A50F2-109D-461A-AC66-7535CA78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DB84D-C63E-4D14-BB3A-3E508377C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E9A8C-4DD0-4DD9-9498-08165F5254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21CD0-B504-4950-8803-34652FB2A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72B0B-E711-45D5-B65D-29656D9B2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59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1CB530-5890-4EC4-A65B-1ACAD7041B73}"/>
              </a:ext>
            </a:extLst>
          </p:cNvPr>
          <p:cNvSpPr txBox="1"/>
          <p:nvPr/>
        </p:nvSpPr>
        <p:spPr>
          <a:xfrm flipH="1">
            <a:off x="6275067" y="180975"/>
            <a:ext cx="5716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ME 300:</a:t>
            </a:r>
          </a:p>
          <a:p>
            <a:r>
              <a:rPr lang="en-US" sz="3600" dirty="0"/>
              <a:t>Engineering Thermodynamics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FD24C-9782-4205-A52B-AFDCCF0D23FB}"/>
              </a:ext>
            </a:extLst>
          </p:cNvPr>
          <p:cNvSpPr txBox="1"/>
          <p:nvPr/>
        </p:nvSpPr>
        <p:spPr>
          <a:xfrm flipH="1">
            <a:off x="6275066" y="2367171"/>
            <a:ext cx="57169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Review of the Course So Far</a:t>
            </a:r>
          </a:p>
        </p:txBody>
      </p:sp>
      <p:pic>
        <p:nvPicPr>
          <p:cNvPr id="1038" name="Picture 14" descr="MSc in Molecular Medicine - School of Medicine - Trinity College Dublin">
            <a:extLst>
              <a:ext uri="{FF2B5EF4-FFF2-40B4-BE49-F238E27FC236}">
                <a16:creationId xmlns:a16="http://schemas.microsoft.com/office/drawing/2014/main" id="{E8DE19FD-7035-47CA-AA39-2061B90407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7"/>
          <a:stretch/>
        </p:blipFill>
        <p:spPr bwMode="auto">
          <a:xfrm>
            <a:off x="0" y="0"/>
            <a:ext cx="62750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655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59E4A-0D64-4CD0-865B-DD7979EC2E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3825" y="114300"/>
            <a:ext cx="10515600" cy="1325563"/>
          </a:xfrm>
        </p:spPr>
        <p:txBody>
          <a:bodyPr/>
          <a:lstStyle/>
          <a:p>
            <a:r>
              <a:rPr lang="en-US" dirty="0"/>
              <a:t>Assumptions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FF1F4E9-BDC3-4EC5-A90C-EEB6F6A54F10}"/>
                  </a:ext>
                </a:extLst>
              </p14:cNvPr>
              <p14:cNvContentPartPr/>
              <p14:nvPr/>
            </p14:nvContentPartPr>
            <p14:xfrm>
              <a:off x="609120" y="975600"/>
              <a:ext cx="11455920" cy="4108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FF1F4E9-BDC3-4EC5-A90C-EEB6F6A54F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760" y="966240"/>
                <a:ext cx="11474640" cy="41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710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59E4A-0D64-4CD0-865B-DD7979EC2E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300" y="95250"/>
            <a:ext cx="10515600" cy="1325563"/>
          </a:xfrm>
        </p:spPr>
        <p:txBody>
          <a:bodyPr/>
          <a:lstStyle/>
          <a:p>
            <a:r>
              <a:rPr lang="en-US" dirty="0"/>
              <a:t>Assumptions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B1A037-96F0-4914-B20B-4C1FA06E988B}"/>
                  </a:ext>
                </a:extLst>
              </p14:cNvPr>
              <p14:cNvContentPartPr/>
              <p14:nvPr/>
            </p14:nvContentPartPr>
            <p14:xfrm>
              <a:off x="790920" y="925920"/>
              <a:ext cx="10896120" cy="4798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B1A037-96F0-4914-B20B-4C1FA06E98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560" y="916560"/>
                <a:ext cx="10914840" cy="481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350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15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Assumptions </vt:lpstr>
      <vt:lpstr>Assumptions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O'Connor, Jacqueline Antonia</dc:creator>
  <cp:lastModifiedBy>O'Connor, Jacqueline Antonia</cp:lastModifiedBy>
  <cp:revision>26</cp:revision>
  <dcterms:created xsi:type="dcterms:W3CDTF">2021-04-07T00:38:07Z</dcterms:created>
  <dcterms:modified xsi:type="dcterms:W3CDTF">2021-05-16T19:21:55Z</dcterms:modified>
</cp:coreProperties>
</file>