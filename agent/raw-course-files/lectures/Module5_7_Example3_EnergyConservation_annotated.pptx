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4" r:id="rId4"/>
    <p:sldId id="259" r:id="rId5"/>
    <p:sldId id="265" r:id="rId6"/>
    <p:sldId id="266" r:id="rId7"/>
    <p:sldId id="267" r:id="rId8"/>
    <p:sldId id="268" r:id="rId9"/>
    <p:sldId id="269" r:id="rId10"/>
    <p:sldId id="270"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1B289E-F250-40F9-83D5-5A576BAB10B1}" v="1" dt="2021-05-16T19:13:35.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108" y="5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Connor, Jacqueline Antonia" userId="3b9bfa0c-75a1-427e-ae61-7069a76100c3" providerId="ADAL" clId="{F4DC1E15-331E-46F3-8B96-0A718284390A}"/>
    <pc:docChg chg="undo custSel addSld modSld">
      <pc:chgData name="O'Connor, Jacqueline Antonia" userId="3b9bfa0c-75a1-427e-ae61-7069a76100c3" providerId="ADAL" clId="{F4DC1E15-331E-46F3-8B96-0A718284390A}" dt="2021-04-17T02:13:49.136" v="127" actId="20577"/>
      <pc:docMkLst>
        <pc:docMk/>
      </pc:docMkLst>
      <pc:sldChg chg="modSp mod">
        <pc:chgData name="O'Connor, Jacqueline Antonia" userId="3b9bfa0c-75a1-427e-ae61-7069a76100c3" providerId="ADAL" clId="{F4DC1E15-331E-46F3-8B96-0A718284390A}" dt="2021-04-07T23:44:56.687" v="20" actId="20577"/>
        <pc:sldMkLst>
          <pc:docMk/>
          <pc:sldMk cId="2259655642" sldId="257"/>
        </pc:sldMkLst>
        <pc:spChg chg="mod">
          <ac:chgData name="O'Connor, Jacqueline Antonia" userId="3b9bfa0c-75a1-427e-ae61-7069a76100c3" providerId="ADAL" clId="{F4DC1E15-331E-46F3-8B96-0A718284390A}" dt="2021-04-07T23:44:56.687" v="20" actId="20577"/>
          <ac:spMkLst>
            <pc:docMk/>
            <pc:sldMk cId="2259655642" sldId="257"/>
            <ac:spMk id="6" creationId="{6FAFD24C-9782-4205-A52B-AFDCCF0D23FB}"/>
          </ac:spMkLst>
        </pc:spChg>
      </pc:sldChg>
      <pc:sldChg chg="addSp modSp mod">
        <pc:chgData name="O'Connor, Jacqueline Antonia" userId="3b9bfa0c-75a1-427e-ae61-7069a76100c3" providerId="ADAL" clId="{F4DC1E15-331E-46F3-8B96-0A718284390A}" dt="2021-04-17T02:07:31.657" v="40" actId="2711"/>
        <pc:sldMkLst>
          <pc:docMk/>
          <pc:sldMk cId="2717101770" sldId="258"/>
        </pc:sldMkLst>
        <pc:spChg chg="mod">
          <ac:chgData name="O'Connor, Jacqueline Antonia" userId="3b9bfa0c-75a1-427e-ae61-7069a76100c3" providerId="ADAL" clId="{F4DC1E15-331E-46F3-8B96-0A718284390A}" dt="2021-04-17T02:07:06.566" v="34" actId="12"/>
          <ac:spMkLst>
            <pc:docMk/>
            <pc:sldMk cId="2717101770" sldId="258"/>
            <ac:spMk id="4" creationId="{39B59E4A-0D64-4CD0-865B-DD7979EC2EC0}"/>
          </ac:spMkLst>
        </pc:spChg>
        <pc:spChg chg="add mod">
          <ac:chgData name="O'Connor, Jacqueline Antonia" userId="3b9bfa0c-75a1-427e-ae61-7069a76100c3" providerId="ADAL" clId="{F4DC1E15-331E-46F3-8B96-0A718284390A}" dt="2021-04-17T02:07:31.657" v="40" actId="2711"/>
          <ac:spMkLst>
            <pc:docMk/>
            <pc:sldMk cId="2717101770" sldId="258"/>
            <ac:spMk id="5" creationId="{69C653BD-42FA-4E03-BE0B-3F0444587FE6}"/>
          </ac:spMkLst>
        </pc:spChg>
      </pc:sldChg>
      <pc:sldChg chg="delSp modSp add mod">
        <pc:chgData name="O'Connor, Jacqueline Antonia" userId="3b9bfa0c-75a1-427e-ae61-7069a76100c3" providerId="ADAL" clId="{F4DC1E15-331E-46F3-8B96-0A718284390A}" dt="2021-04-17T02:08:34.219" v="80" actId="20577"/>
        <pc:sldMkLst>
          <pc:docMk/>
          <pc:sldMk cId="1482498916" sldId="259"/>
        </pc:sldMkLst>
        <pc:spChg chg="del">
          <ac:chgData name="O'Connor, Jacqueline Antonia" userId="3b9bfa0c-75a1-427e-ae61-7069a76100c3" providerId="ADAL" clId="{F4DC1E15-331E-46F3-8B96-0A718284390A}" dt="2021-04-17T02:08:20.329" v="42" actId="478"/>
          <ac:spMkLst>
            <pc:docMk/>
            <pc:sldMk cId="1482498916" sldId="259"/>
            <ac:spMk id="4" creationId="{39B59E4A-0D64-4CD0-865B-DD7979EC2EC0}"/>
          </ac:spMkLst>
        </pc:spChg>
        <pc:spChg chg="mod">
          <ac:chgData name="O'Connor, Jacqueline Antonia" userId="3b9bfa0c-75a1-427e-ae61-7069a76100c3" providerId="ADAL" clId="{F4DC1E15-331E-46F3-8B96-0A718284390A}" dt="2021-04-17T02:08:34.219" v="80" actId="20577"/>
          <ac:spMkLst>
            <pc:docMk/>
            <pc:sldMk cId="1482498916" sldId="259"/>
            <ac:spMk id="5" creationId="{69C653BD-42FA-4E03-BE0B-3F0444587FE6}"/>
          </ac:spMkLst>
        </pc:spChg>
      </pc:sldChg>
      <pc:sldChg chg="add">
        <pc:chgData name="O'Connor, Jacqueline Antonia" userId="3b9bfa0c-75a1-427e-ae61-7069a76100c3" providerId="ADAL" clId="{F4DC1E15-331E-46F3-8B96-0A718284390A}" dt="2021-04-17T02:10:12.145" v="81"/>
        <pc:sldMkLst>
          <pc:docMk/>
          <pc:sldMk cId="2546880293" sldId="264"/>
        </pc:sldMkLst>
      </pc:sldChg>
      <pc:sldChg chg="modSp add mod">
        <pc:chgData name="O'Connor, Jacqueline Antonia" userId="3b9bfa0c-75a1-427e-ae61-7069a76100c3" providerId="ADAL" clId="{F4DC1E15-331E-46F3-8B96-0A718284390A}" dt="2021-04-17T02:11:55.580" v="94" actId="20577"/>
        <pc:sldMkLst>
          <pc:docMk/>
          <pc:sldMk cId="1306654742" sldId="265"/>
        </pc:sldMkLst>
        <pc:spChg chg="mod">
          <ac:chgData name="O'Connor, Jacqueline Antonia" userId="3b9bfa0c-75a1-427e-ae61-7069a76100c3" providerId="ADAL" clId="{F4DC1E15-331E-46F3-8B96-0A718284390A}" dt="2021-04-17T02:11:55.580" v="94" actId="20577"/>
          <ac:spMkLst>
            <pc:docMk/>
            <pc:sldMk cId="1306654742" sldId="265"/>
            <ac:spMk id="4" creationId="{39B59E4A-0D64-4CD0-865B-DD7979EC2EC0}"/>
          </ac:spMkLst>
        </pc:spChg>
      </pc:sldChg>
      <pc:sldChg chg="add">
        <pc:chgData name="O'Connor, Jacqueline Antonia" userId="3b9bfa0c-75a1-427e-ae61-7069a76100c3" providerId="ADAL" clId="{F4DC1E15-331E-46F3-8B96-0A718284390A}" dt="2021-04-17T02:12:13.865" v="95"/>
        <pc:sldMkLst>
          <pc:docMk/>
          <pc:sldMk cId="3748823772" sldId="266"/>
        </pc:sldMkLst>
      </pc:sldChg>
      <pc:sldChg chg="modSp add mod">
        <pc:chgData name="O'Connor, Jacqueline Antonia" userId="3b9bfa0c-75a1-427e-ae61-7069a76100c3" providerId="ADAL" clId="{F4DC1E15-331E-46F3-8B96-0A718284390A}" dt="2021-04-17T02:12:54.840" v="102" actId="20577"/>
        <pc:sldMkLst>
          <pc:docMk/>
          <pc:sldMk cId="3432431322" sldId="267"/>
        </pc:sldMkLst>
        <pc:spChg chg="mod">
          <ac:chgData name="O'Connor, Jacqueline Antonia" userId="3b9bfa0c-75a1-427e-ae61-7069a76100c3" providerId="ADAL" clId="{F4DC1E15-331E-46F3-8B96-0A718284390A}" dt="2021-04-17T02:12:54.840" v="102" actId="20577"/>
          <ac:spMkLst>
            <pc:docMk/>
            <pc:sldMk cId="3432431322" sldId="267"/>
            <ac:spMk id="4" creationId="{39B59E4A-0D64-4CD0-865B-DD7979EC2EC0}"/>
          </ac:spMkLst>
        </pc:spChg>
      </pc:sldChg>
      <pc:sldChg chg="modSp add mod">
        <pc:chgData name="O'Connor, Jacqueline Antonia" userId="3b9bfa0c-75a1-427e-ae61-7069a76100c3" providerId="ADAL" clId="{F4DC1E15-331E-46F3-8B96-0A718284390A}" dt="2021-04-17T02:13:03.380" v="109" actId="20577"/>
        <pc:sldMkLst>
          <pc:docMk/>
          <pc:sldMk cId="4209096242" sldId="268"/>
        </pc:sldMkLst>
        <pc:spChg chg="mod">
          <ac:chgData name="O'Connor, Jacqueline Antonia" userId="3b9bfa0c-75a1-427e-ae61-7069a76100c3" providerId="ADAL" clId="{F4DC1E15-331E-46F3-8B96-0A718284390A}" dt="2021-04-17T02:13:03.380" v="109" actId="20577"/>
          <ac:spMkLst>
            <pc:docMk/>
            <pc:sldMk cId="4209096242" sldId="268"/>
            <ac:spMk id="4" creationId="{39B59E4A-0D64-4CD0-865B-DD7979EC2EC0}"/>
          </ac:spMkLst>
        </pc:spChg>
      </pc:sldChg>
      <pc:sldChg chg="modSp add mod">
        <pc:chgData name="O'Connor, Jacqueline Antonia" userId="3b9bfa0c-75a1-427e-ae61-7069a76100c3" providerId="ADAL" clId="{F4DC1E15-331E-46F3-8B96-0A718284390A}" dt="2021-04-17T02:13:26.886" v="113"/>
        <pc:sldMkLst>
          <pc:docMk/>
          <pc:sldMk cId="1801842248" sldId="269"/>
        </pc:sldMkLst>
        <pc:spChg chg="mod">
          <ac:chgData name="O'Connor, Jacqueline Antonia" userId="3b9bfa0c-75a1-427e-ae61-7069a76100c3" providerId="ADAL" clId="{F4DC1E15-331E-46F3-8B96-0A718284390A}" dt="2021-04-17T02:13:26.886" v="113"/>
          <ac:spMkLst>
            <pc:docMk/>
            <pc:sldMk cId="1801842248" sldId="269"/>
            <ac:spMk id="5" creationId="{E7DCECD0-7236-4C58-87DB-CD758162E457}"/>
          </ac:spMkLst>
        </pc:spChg>
      </pc:sldChg>
      <pc:sldChg chg="add">
        <pc:chgData name="O'Connor, Jacqueline Antonia" userId="3b9bfa0c-75a1-427e-ae61-7069a76100c3" providerId="ADAL" clId="{F4DC1E15-331E-46F3-8B96-0A718284390A}" dt="2021-04-17T02:13:41.477" v="114"/>
        <pc:sldMkLst>
          <pc:docMk/>
          <pc:sldMk cId="2644113171" sldId="270"/>
        </pc:sldMkLst>
      </pc:sldChg>
      <pc:sldChg chg="modSp add mod">
        <pc:chgData name="O'Connor, Jacqueline Antonia" userId="3b9bfa0c-75a1-427e-ae61-7069a76100c3" providerId="ADAL" clId="{F4DC1E15-331E-46F3-8B96-0A718284390A}" dt="2021-04-17T02:13:49.136" v="127" actId="20577"/>
        <pc:sldMkLst>
          <pc:docMk/>
          <pc:sldMk cId="1504706767" sldId="271"/>
        </pc:sldMkLst>
        <pc:spChg chg="mod">
          <ac:chgData name="O'Connor, Jacqueline Antonia" userId="3b9bfa0c-75a1-427e-ae61-7069a76100c3" providerId="ADAL" clId="{F4DC1E15-331E-46F3-8B96-0A718284390A}" dt="2021-04-17T02:13:49.136" v="127" actId="20577"/>
          <ac:spMkLst>
            <pc:docMk/>
            <pc:sldMk cId="1504706767" sldId="271"/>
            <ac:spMk id="4" creationId="{39B59E4A-0D64-4CD0-865B-DD7979EC2EC0}"/>
          </ac:spMkLst>
        </pc:spChg>
      </pc:sldChg>
    </pc:docChg>
  </pc:docChgLst>
  <pc:docChgLst>
    <pc:chgData name="O'Connor, Jacqueline Antonia" userId="3b9bfa0c-75a1-427e-ae61-7069a76100c3" providerId="ADAL" clId="{5DFE81AB-5644-4190-B324-2757D5B64B32}"/>
    <pc:docChg chg="modSld">
      <pc:chgData name="O'Connor, Jacqueline Antonia" userId="3b9bfa0c-75a1-427e-ae61-7069a76100c3" providerId="ADAL" clId="{5DFE81AB-5644-4190-B324-2757D5B64B32}" dt="2021-05-08T13:37:57.223" v="8" actId="1076"/>
      <pc:docMkLst>
        <pc:docMk/>
      </pc:docMkLst>
      <pc:sldChg chg="modSp mod">
        <pc:chgData name="O'Connor, Jacqueline Antonia" userId="3b9bfa0c-75a1-427e-ae61-7069a76100c3" providerId="ADAL" clId="{5DFE81AB-5644-4190-B324-2757D5B64B32}" dt="2021-05-08T13:37:18.259" v="1" actId="14100"/>
        <pc:sldMkLst>
          <pc:docMk/>
          <pc:sldMk cId="2717101770" sldId="258"/>
        </pc:sldMkLst>
        <pc:spChg chg="mod">
          <ac:chgData name="O'Connor, Jacqueline Antonia" userId="3b9bfa0c-75a1-427e-ae61-7069a76100c3" providerId="ADAL" clId="{5DFE81AB-5644-4190-B324-2757D5B64B32}" dt="2021-05-08T13:37:18.259" v="1" actId="14100"/>
          <ac:spMkLst>
            <pc:docMk/>
            <pc:sldMk cId="2717101770" sldId="258"/>
            <ac:spMk id="4" creationId="{39B59E4A-0D64-4CD0-865B-DD7979EC2EC0}"/>
          </ac:spMkLst>
        </pc:spChg>
      </pc:sldChg>
      <pc:sldChg chg="modSp mod">
        <pc:chgData name="O'Connor, Jacqueline Antonia" userId="3b9bfa0c-75a1-427e-ae61-7069a76100c3" providerId="ADAL" clId="{5DFE81AB-5644-4190-B324-2757D5B64B32}" dt="2021-05-08T13:37:22.636" v="2" actId="1076"/>
        <pc:sldMkLst>
          <pc:docMk/>
          <pc:sldMk cId="1482498916" sldId="259"/>
        </pc:sldMkLst>
        <pc:spChg chg="mod">
          <ac:chgData name="O'Connor, Jacqueline Antonia" userId="3b9bfa0c-75a1-427e-ae61-7069a76100c3" providerId="ADAL" clId="{5DFE81AB-5644-4190-B324-2757D5B64B32}" dt="2021-05-08T13:37:22.636" v="2" actId="1076"/>
          <ac:spMkLst>
            <pc:docMk/>
            <pc:sldMk cId="1482498916" sldId="259"/>
            <ac:spMk id="5" creationId="{69C653BD-42FA-4E03-BE0B-3F0444587FE6}"/>
          </ac:spMkLst>
        </pc:spChg>
      </pc:sldChg>
      <pc:sldChg chg="modSp mod">
        <pc:chgData name="O'Connor, Jacqueline Antonia" userId="3b9bfa0c-75a1-427e-ae61-7069a76100c3" providerId="ADAL" clId="{5DFE81AB-5644-4190-B324-2757D5B64B32}" dt="2021-05-08T13:37:28.281" v="3" actId="1076"/>
        <pc:sldMkLst>
          <pc:docMk/>
          <pc:sldMk cId="1306654742" sldId="265"/>
        </pc:sldMkLst>
        <pc:spChg chg="mod">
          <ac:chgData name="O'Connor, Jacqueline Antonia" userId="3b9bfa0c-75a1-427e-ae61-7069a76100c3" providerId="ADAL" clId="{5DFE81AB-5644-4190-B324-2757D5B64B32}" dt="2021-05-08T13:37:28.281" v="3" actId="1076"/>
          <ac:spMkLst>
            <pc:docMk/>
            <pc:sldMk cId="1306654742" sldId="265"/>
            <ac:spMk id="4" creationId="{39B59E4A-0D64-4CD0-865B-DD7979EC2EC0}"/>
          </ac:spMkLst>
        </pc:spChg>
      </pc:sldChg>
      <pc:sldChg chg="modSp mod">
        <pc:chgData name="O'Connor, Jacqueline Antonia" userId="3b9bfa0c-75a1-427e-ae61-7069a76100c3" providerId="ADAL" clId="{5DFE81AB-5644-4190-B324-2757D5B64B32}" dt="2021-05-08T13:37:33.614" v="4" actId="1076"/>
        <pc:sldMkLst>
          <pc:docMk/>
          <pc:sldMk cId="3748823772" sldId="266"/>
        </pc:sldMkLst>
        <pc:spChg chg="mod">
          <ac:chgData name="O'Connor, Jacqueline Antonia" userId="3b9bfa0c-75a1-427e-ae61-7069a76100c3" providerId="ADAL" clId="{5DFE81AB-5644-4190-B324-2757D5B64B32}" dt="2021-05-08T13:37:33.614" v="4" actId="1076"/>
          <ac:spMkLst>
            <pc:docMk/>
            <pc:sldMk cId="3748823772" sldId="266"/>
            <ac:spMk id="4" creationId="{39B59E4A-0D64-4CD0-865B-DD7979EC2EC0}"/>
          </ac:spMkLst>
        </pc:spChg>
      </pc:sldChg>
      <pc:sldChg chg="modSp mod">
        <pc:chgData name="O'Connor, Jacqueline Antonia" userId="3b9bfa0c-75a1-427e-ae61-7069a76100c3" providerId="ADAL" clId="{5DFE81AB-5644-4190-B324-2757D5B64B32}" dt="2021-05-08T13:37:39.563" v="5" actId="1076"/>
        <pc:sldMkLst>
          <pc:docMk/>
          <pc:sldMk cId="3432431322" sldId="267"/>
        </pc:sldMkLst>
        <pc:spChg chg="mod">
          <ac:chgData name="O'Connor, Jacqueline Antonia" userId="3b9bfa0c-75a1-427e-ae61-7069a76100c3" providerId="ADAL" clId="{5DFE81AB-5644-4190-B324-2757D5B64B32}" dt="2021-05-08T13:37:39.563" v="5" actId="1076"/>
          <ac:spMkLst>
            <pc:docMk/>
            <pc:sldMk cId="3432431322" sldId="267"/>
            <ac:spMk id="4" creationId="{39B59E4A-0D64-4CD0-865B-DD7979EC2EC0}"/>
          </ac:spMkLst>
        </pc:spChg>
      </pc:sldChg>
      <pc:sldChg chg="modSp mod">
        <pc:chgData name="O'Connor, Jacqueline Antonia" userId="3b9bfa0c-75a1-427e-ae61-7069a76100c3" providerId="ADAL" clId="{5DFE81AB-5644-4190-B324-2757D5B64B32}" dt="2021-05-08T13:37:44.601" v="6" actId="1076"/>
        <pc:sldMkLst>
          <pc:docMk/>
          <pc:sldMk cId="4209096242" sldId="268"/>
        </pc:sldMkLst>
        <pc:spChg chg="mod">
          <ac:chgData name="O'Connor, Jacqueline Antonia" userId="3b9bfa0c-75a1-427e-ae61-7069a76100c3" providerId="ADAL" clId="{5DFE81AB-5644-4190-B324-2757D5B64B32}" dt="2021-05-08T13:37:44.601" v="6" actId="1076"/>
          <ac:spMkLst>
            <pc:docMk/>
            <pc:sldMk cId="4209096242" sldId="268"/>
            <ac:spMk id="4" creationId="{39B59E4A-0D64-4CD0-865B-DD7979EC2EC0}"/>
          </ac:spMkLst>
        </pc:spChg>
      </pc:sldChg>
      <pc:sldChg chg="modSp mod">
        <pc:chgData name="O'Connor, Jacqueline Antonia" userId="3b9bfa0c-75a1-427e-ae61-7069a76100c3" providerId="ADAL" clId="{5DFE81AB-5644-4190-B324-2757D5B64B32}" dt="2021-05-08T13:37:51.441" v="7" actId="1076"/>
        <pc:sldMkLst>
          <pc:docMk/>
          <pc:sldMk cId="2644113171" sldId="270"/>
        </pc:sldMkLst>
        <pc:spChg chg="mod">
          <ac:chgData name="O'Connor, Jacqueline Antonia" userId="3b9bfa0c-75a1-427e-ae61-7069a76100c3" providerId="ADAL" clId="{5DFE81AB-5644-4190-B324-2757D5B64B32}" dt="2021-05-08T13:37:51.441" v="7" actId="1076"/>
          <ac:spMkLst>
            <pc:docMk/>
            <pc:sldMk cId="2644113171" sldId="270"/>
            <ac:spMk id="4" creationId="{39B59E4A-0D64-4CD0-865B-DD7979EC2EC0}"/>
          </ac:spMkLst>
        </pc:spChg>
      </pc:sldChg>
      <pc:sldChg chg="modSp mod">
        <pc:chgData name="O'Connor, Jacqueline Antonia" userId="3b9bfa0c-75a1-427e-ae61-7069a76100c3" providerId="ADAL" clId="{5DFE81AB-5644-4190-B324-2757D5B64B32}" dt="2021-05-08T13:37:57.223" v="8" actId="1076"/>
        <pc:sldMkLst>
          <pc:docMk/>
          <pc:sldMk cId="1504706767" sldId="271"/>
        </pc:sldMkLst>
        <pc:spChg chg="mod">
          <ac:chgData name="O'Connor, Jacqueline Antonia" userId="3b9bfa0c-75a1-427e-ae61-7069a76100c3" providerId="ADAL" clId="{5DFE81AB-5644-4190-B324-2757D5B64B32}" dt="2021-05-08T13:37:57.223" v="8" actId="1076"/>
          <ac:spMkLst>
            <pc:docMk/>
            <pc:sldMk cId="1504706767" sldId="271"/>
            <ac:spMk id="4" creationId="{39B59E4A-0D64-4CD0-865B-DD7979EC2EC0}"/>
          </ac:spMkLst>
        </pc:spChg>
      </pc:sldChg>
    </pc:docChg>
  </pc:docChgLst>
  <pc:docChgLst>
    <pc:chgData name="O'Connor, Jacqueline Antonia" userId="3b9bfa0c-75a1-427e-ae61-7069a76100c3" providerId="ADAL" clId="{A61B289E-F250-40F9-83D5-5A576BAB10B1}"/>
    <pc:docChg chg="modSld sldOrd">
      <pc:chgData name="O'Connor, Jacqueline Antonia" userId="3b9bfa0c-75a1-427e-ae61-7069a76100c3" providerId="ADAL" clId="{A61B289E-F250-40F9-83D5-5A576BAB10B1}" dt="2021-05-16T19:13:35.377" v="2"/>
      <pc:docMkLst>
        <pc:docMk/>
      </pc:docMkLst>
      <pc:sldChg chg="addSp">
        <pc:chgData name="O'Connor, Jacqueline Antonia" userId="3b9bfa0c-75a1-427e-ae61-7069a76100c3" providerId="ADAL" clId="{A61B289E-F250-40F9-83D5-5A576BAB10B1}" dt="2021-05-16T19:13:35.377" v="2"/>
        <pc:sldMkLst>
          <pc:docMk/>
          <pc:sldMk cId="2717101770" sldId="258"/>
        </pc:sldMkLst>
        <pc:inkChg chg="add">
          <ac:chgData name="O'Connor, Jacqueline Antonia" userId="3b9bfa0c-75a1-427e-ae61-7069a76100c3" providerId="ADAL" clId="{A61B289E-F250-40F9-83D5-5A576BAB10B1}" dt="2021-05-16T19:13:35.377" v="2"/>
          <ac:inkMkLst>
            <pc:docMk/>
            <pc:sldMk cId="2717101770" sldId="258"/>
            <ac:inkMk id="2" creationId="{D51DFB4F-4D4A-4456-A8ED-0DEDF424F130}"/>
          </ac:inkMkLst>
        </pc:inkChg>
      </pc:sldChg>
      <pc:sldChg chg="addSp">
        <pc:chgData name="O'Connor, Jacqueline Antonia" userId="3b9bfa0c-75a1-427e-ae61-7069a76100c3" providerId="ADAL" clId="{A61B289E-F250-40F9-83D5-5A576BAB10B1}" dt="2021-05-16T19:13:35.377" v="2"/>
        <pc:sldMkLst>
          <pc:docMk/>
          <pc:sldMk cId="1482498916" sldId="259"/>
        </pc:sldMkLst>
        <pc:inkChg chg="add">
          <ac:chgData name="O'Connor, Jacqueline Antonia" userId="3b9bfa0c-75a1-427e-ae61-7069a76100c3" providerId="ADAL" clId="{A61B289E-F250-40F9-83D5-5A576BAB10B1}" dt="2021-05-16T19:13:35.377" v="2"/>
          <ac:inkMkLst>
            <pc:docMk/>
            <pc:sldMk cId="1482498916" sldId="259"/>
            <ac:inkMk id="2" creationId="{508F9C14-BB13-4FF5-85AD-02CC1F6BBA6A}"/>
          </ac:inkMkLst>
        </pc:inkChg>
      </pc:sldChg>
      <pc:sldChg chg="addSp ord">
        <pc:chgData name="O'Connor, Jacqueline Antonia" userId="3b9bfa0c-75a1-427e-ae61-7069a76100c3" providerId="ADAL" clId="{A61B289E-F250-40F9-83D5-5A576BAB10B1}" dt="2021-05-16T19:13:35.377" v="2"/>
        <pc:sldMkLst>
          <pc:docMk/>
          <pc:sldMk cId="2546880293" sldId="264"/>
        </pc:sldMkLst>
        <pc:inkChg chg="add">
          <ac:chgData name="O'Connor, Jacqueline Antonia" userId="3b9bfa0c-75a1-427e-ae61-7069a76100c3" providerId="ADAL" clId="{A61B289E-F250-40F9-83D5-5A576BAB10B1}" dt="2021-05-16T19:13:35.377" v="2"/>
          <ac:inkMkLst>
            <pc:docMk/>
            <pc:sldMk cId="2546880293" sldId="264"/>
            <ac:inkMk id="2" creationId="{E414240F-5216-4F5A-A3A9-B58DD8D4B6EA}"/>
          </ac:inkMkLst>
        </pc:inkChg>
      </pc:sldChg>
      <pc:sldChg chg="addSp">
        <pc:chgData name="O'Connor, Jacqueline Antonia" userId="3b9bfa0c-75a1-427e-ae61-7069a76100c3" providerId="ADAL" clId="{A61B289E-F250-40F9-83D5-5A576BAB10B1}" dt="2021-05-16T19:13:35.377" v="2"/>
        <pc:sldMkLst>
          <pc:docMk/>
          <pc:sldMk cId="1306654742" sldId="265"/>
        </pc:sldMkLst>
        <pc:inkChg chg="add">
          <ac:chgData name="O'Connor, Jacqueline Antonia" userId="3b9bfa0c-75a1-427e-ae61-7069a76100c3" providerId="ADAL" clId="{A61B289E-F250-40F9-83D5-5A576BAB10B1}" dt="2021-05-16T19:13:35.377" v="2"/>
          <ac:inkMkLst>
            <pc:docMk/>
            <pc:sldMk cId="1306654742" sldId="265"/>
            <ac:inkMk id="2" creationId="{0795CD21-DECE-4690-88A2-441BAC58F397}"/>
          </ac:inkMkLst>
        </pc:inkChg>
      </pc:sldChg>
      <pc:sldChg chg="addSp">
        <pc:chgData name="O'Connor, Jacqueline Antonia" userId="3b9bfa0c-75a1-427e-ae61-7069a76100c3" providerId="ADAL" clId="{A61B289E-F250-40F9-83D5-5A576BAB10B1}" dt="2021-05-16T19:13:35.377" v="2"/>
        <pc:sldMkLst>
          <pc:docMk/>
          <pc:sldMk cId="3748823772" sldId="266"/>
        </pc:sldMkLst>
        <pc:inkChg chg="add">
          <ac:chgData name="O'Connor, Jacqueline Antonia" userId="3b9bfa0c-75a1-427e-ae61-7069a76100c3" providerId="ADAL" clId="{A61B289E-F250-40F9-83D5-5A576BAB10B1}" dt="2021-05-16T19:13:35.377" v="2"/>
          <ac:inkMkLst>
            <pc:docMk/>
            <pc:sldMk cId="3748823772" sldId="266"/>
            <ac:inkMk id="2" creationId="{7F5203FB-5BF8-45E1-835E-5E7B69908F77}"/>
          </ac:inkMkLst>
        </pc:inkChg>
      </pc:sldChg>
      <pc:sldChg chg="addSp">
        <pc:chgData name="O'Connor, Jacqueline Antonia" userId="3b9bfa0c-75a1-427e-ae61-7069a76100c3" providerId="ADAL" clId="{A61B289E-F250-40F9-83D5-5A576BAB10B1}" dt="2021-05-16T19:13:35.377" v="2"/>
        <pc:sldMkLst>
          <pc:docMk/>
          <pc:sldMk cId="3432431322" sldId="267"/>
        </pc:sldMkLst>
        <pc:inkChg chg="add">
          <ac:chgData name="O'Connor, Jacqueline Antonia" userId="3b9bfa0c-75a1-427e-ae61-7069a76100c3" providerId="ADAL" clId="{A61B289E-F250-40F9-83D5-5A576BAB10B1}" dt="2021-05-16T19:13:35.377" v="2"/>
          <ac:inkMkLst>
            <pc:docMk/>
            <pc:sldMk cId="3432431322" sldId="267"/>
            <ac:inkMk id="2" creationId="{E7A1A59D-C579-44D5-83BA-9BEC83FA6D93}"/>
          </ac:inkMkLst>
        </pc:inkChg>
      </pc:sldChg>
      <pc:sldChg chg="addSp">
        <pc:chgData name="O'Connor, Jacqueline Antonia" userId="3b9bfa0c-75a1-427e-ae61-7069a76100c3" providerId="ADAL" clId="{A61B289E-F250-40F9-83D5-5A576BAB10B1}" dt="2021-05-16T19:13:35.377" v="2"/>
        <pc:sldMkLst>
          <pc:docMk/>
          <pc:sldMk cId="4209096242" sldId="268"/>
        </pc:sldMkLst>
        <pc:inkChg chg="add">
          <ac:chgData name="O'Connor, Jacqueline Antonia" userId="3b9bfa0c-75a1-427e-ae61-7069a76100c3" providerId="ADAL" clId="{A61B289E-F250-40F9-83D5-5A576BAB10B1}" dt="2021-05-16T19:13:35.377" v="2"/>
          <ac:inkMkLst>
            <pc:docMk/>
            <pc:sldMk cId="4209096242" sldId="268"/>
            <ac:inkMk id="2" creationId="{F4905355-523C-4D54-B7F9-7C5FB2D672BE}"/>
          </ac:inkMkLst>
        </pc:inkChg>
      </pc:sldChg>
      <pc:sldChg chg="addSp">
        <pc:chgData name="O'Connor, Jacqueline Antonia" userId="3b9bfa0c-75a1-427e-ae61-7069a76100c3" providerId="ADAL" clId="{A61B289E-F250-40F9-83D5-5A576BAB10B1}" dt="2021-05-16T19:13:35.377" v="2"/>
        <pc:sldMkLst>
          <pc:docMk/>
          <pc:sldMk cId="2644113171" sldId="270"/>
        </pc:sldMkLst>
        <pc:inkChg chg="add">
          <ac:chgData name="O'Connor, Jacqueline Antonia" userId="3b9bfa0c-75a1-427e-ae61-7069a76100c3" providerId="ADAL" clId="{A61B289E-F250-40F9-83D5-5A576BAB10B1}" dt="2021-05-16T19:13:35.377" v="2"/>
          <ac:inkMkLst>
            <pc:docMk/>
            <pc:sldMk cId="2644113171" sldId="270"/>
            <ac:inkMk id="2" creationId="{A4A4191F-A98C-43FF-90D3-28F793D27026}"/>
          </ac:inkMkLst>
        </pc:inkChg>
      </pc:sldChg>
      <pc:sldChg chg="addSp">
        <pc:chgData name="O'Connor, Jacqueline Antonia" userId="3b9bfa0c-75a1-427e-ae61-7069a76100c3" providerId="ADAL" clId="{A61B289E-F250-40F9-83D5-5A576BAB10B1}" dt="2021-05-16T19:13:35.377" v="2"/>
        <pc:sldMkLst>
          <pc:docMk/>
          <pc:sldMk cId="1504706767" sldId="271"/>
        </pc:sldMkLst>
        <pc:inkChg chg="add">
          <ac:chgData name="O'Connor, Jacqueline Antonia" userId="3b9bfa0c-75a1-427e-ae61-7069a76100c3" providerId="ADAL" clId="{A61B289E-F250-40F9-83D5-5A576BAB10B1}" dt="2021-05-16T19:13:35.377" v="2"/>
          <ac:inkMkLst>
            <pc:docMk/>
            <pc:sldMk cId="1504706767" sldId="271"/>
            <ac:inkMk id="2" creationId="{9CDF7BF2-4271-4936-9008-0A0C5710E6EC}"/>
          </ac:inkMkLst>
        </pc:inkChg>
      </pc:sldChg>
    </pc:docChg>
  </pc:docChgLst>
</pc:chgInfo>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8:54:04.570"/>
    </inkml:context>
    <inkml:brush xml:id="br0">
      <inkml:brushProperty name="width" value="0.05292" units="cm"/>
      <inkml:brushProperty name="height" value="0.05292" units="cm"/>
      <inkml:brushProperty name="color" value="#FF0000"/>
    </inkml:brush>
  </inkml:definitions>
  <inkml:trace contextRef="#ctx0" brushRef="#br0">17804 2797 45327 0,'0'0'2000'0,"-8"-3"432"0,-1 1-1952 0,9 2-480 0,0 0 0 0,0 0 0 31,-7-1-3216-31,7 1-752 0,0 0-128 0,0 0-11904 0</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8:55:19.442"/>
    </inkml:context>
    <inkml:brush xml:id="br0">
      <inkml:brushProperty name="width" value="0.05292" units="cm"/>
      <inkml:brushProperty name="height" value="0.05292" units="cm"/>
      <inkml:brushProperty name="color" value="#0070C0"/>
    </inkml:brush>
  </inkml:definitions>
  <inkml:trace contextRef="#ctx0" brushRef="#br0">29778 11627 9215 0,'0'0'400'0,"0"0"96"0,5-12-496 0,1 6 0 0,-6 6 0 0,9-5 0 16,-9 5 1872-16,10-3 288 0,-10 3 48 0,0 0 16 15,0 0-1232-15,0 0-240 0,11-3-48 0,-11 3-16 16,0 0 80-16,10 3 0 0,-2 4 16 0,-8-7 0 16,0 0 176-16,10 6 16 0,-2 2 16 0,-1 1 0 15,-7-9-160-15,6 10-48 0,-6-10 0 0,8 14 0 16,-1-1-208-16,-2 0-32 0,0-4-16 0,0 1 0 15,0 2-208-15,1 0-64 0,-3-1 0 0,3 1 0 16,0-5-256-16,1 0 160 0,-2 4-160 0,0-2 128 16,2 0-128-16,-7-9 0 0,0 0 0 0,9 7 0 0,1 0 128 15,-2 0-128-15,-8-7 0 0,11 5 128 0,-1-2 48 16,0-2 0-16,1-1 0 0,1-3 0 0,1 0 48 16,2-3 16-16,1-1 0 0,1-3 0 15,1 1-32-15,2-2 0 0,-1-9 0 0,3 2 0 16,3 3-80-16,0-2 0 0,0-2-128 0,2-3 192 0,4-3-192 15,2-2 144-15,1-2-144 0,4 2 128 0,1-3-128 0,4 0 0 16,2-2 144-16,2 2-144 0,2 0 0 0,-4 0 0 16,-3-2 0-16,-3 0 0 0,-3 2 0 0,0 2 0 15,-4 2 0-15,0 2 128 0,-4 2-128 0,-2 2 0 16,-1 2 0-16,-3 1 0 0,0 0 0 0,-2 2 0 16,-3 3 0-16,-3 0 0 0,1-1 0 0,-2 3 0 15,-3 1 0-15,-1 1 0 0,0 0 0 0,-2 1 0 16,-7 7 0-16,5-7 0 0,-5 7 0 0,0 0 0 0,0 0 0 15,0 0 0-15,0 0 0 0,0 0 144 0,5-8-144 0,-5 8 160 16,0 0-160-16,0 0 0 0,0 0 0 0,0 0 0 16,0 0 0-16,0 0 0 0,8-4 0 0,-8 4 0 15,0 0 0-15,0 0 0 0,0 0 0 0,9 1 0 16,-9-1 0-16,0 0 0 0,0 0-192 0,11 5 192 31,-11-5-1472-31,7 8-160 0,-7-8-32 0,0 0-12336 0</inkml:trace>
  <inkml:trace contextRef="#ctx0" brushRef="#br0" timeOffset="16671.97">31807 13107 22111 0,'6'2'480'0,"-6"-2"96"0,0 0 32 0,0 0 32 0,0 0-512 0,0 0-128 0,0 0 0 0,0 0 0 0,3 11 304 0,3 5 32 0,0-5 16 16,0 1 0-16,-2 1 96 0,3-3 0 0,-1 2 16 0,2 0 0 15,-2 0-96-15,-2-6-32 0,2 1 0 0,-1 1 0 16,0-2-80-16,2 2-32 0,-2-2 0 0,1-2 0 16,-1 3 64-16,6 2 16 0,-3-3 0 0,-8-6 0 15,0 0 64-15,0 0 16 0,9 6 0 0,-9-6 0 16,0 0-48-16,0 0 0 0,10 0 0 0,-10 0 0 15,11 0-64-15,-11 0-16 0,10-2 0 0,-10 2 0 16,11-4 0-16,-2 1-16 0,-1-4 0 0,-1 1 0 16,1-1-16-16,3-2 0 0,2-3 0 0,2 0 0 15,4-2-96-15,1 1-128 0,0-4 176 0,3-1-176 16,3-2 0-16,3 2 0 0,1-3 0 0,1 2 0 0,-1 0 0 16,0 1 0-16,0-1-160 0,-1-4 160 15,-3 0-368-15,-1 1 48 0,-2 2 16 0,1 2 0 0,-1-3-48 16,-1 0-16-16,-2-1 0 0,0 3 0 15,-2 2-320-15,-1 1-64 0,-2-2-16 0,1 6 0 16,-2-1-336-16,-1 1-80 0,-1 0-16 0</inkml:trace>
  <inkml:trace contextRef="#ctx0" brushRef="#br0" timeOffset="21283.87">28764 14584 1839 0,'0'0'0'0,"0"0"160"15,0 0-160-15,0 0 0 0,0 0 0 0,0 0 0 0,0 0 3840 0,0 0 752 0,0 0 144 0,0 0 16 16,13 3-2704-16,-13-3-560 0,0 0-96 15,10 1-32-15,1 4-320 0,-11-5-64 16,5 5-16-16,0 1 0 0,-5-6-192 0,5 7-64 0,-1 2 0 0,0-1 0 16,0 0-208-16,-1 1-48 0,1 11-16 0,1-5 0 15,-1-2-256-15,0-2-48 0,0 1-128 0,-4-12 192 16,6 10-192-16,-1 1 128 0,-5-11-128 0,6 9 0 16,-6-9 128-16,5 10-128 0,-5-10 0 0,0 0 0 15,0 0 224-15,8 10-48 0,-8-10-16 0,0 0 0 16,6 8 80-16,-6-8 16 0,0 0 0 0,0 0 0 15,0 0 96-15,12 3 32 0,0-3 0 0,-1-3 0 16,0-2-64-16,2-1-16 0,2-2 0 0,4-1 0 0,0-7-160 16,2 0-16-16,3-1-128 0,0-1 192 15,2-1-192-15,1-2 0 0,-3-1 0 0,1-3-160 0,1-1 0 16,0 1 0-16,0-4 0 0,0 1 0 0,-2-1 160 16,1-1-160-16,-1-1 160 0,0 3-160 0,-3 2-32 0,0 1-16 15,-2-3 0-15,-2 2 0 16,0 5-464-16,-3 1-96 0,-2 2 0 0,-1 4-16 15,-4 1-352-15,-1 2-64 0,-6 11-16 16,0 0-7488-16,0 0-1488 0</inkml:trace>
  <inkml:trace contextRef="#ctx0" brushRef="#br0" timeOffset="23957.37">22635 15718 27935 0,'-4'-18'1232'0,"0"9"256"0,-1 0-1184 0,0 0-304 0,5 9 0 0,-3-12 0 15,2 0-448-15,1-1-160 16,-1 1-32-16,1-2 0 0,0-2 448 0,-2 1 192 0,1-2-160 0,-3 1 160 0,0 2 128 16,-1-3 128-16,0-1 32 0,-2-1 0 0,-3 2 160 0,-2 3 48 15,-1 0 0-15,-4 1 0 0,-2-2-112 0,-2 2-32 16,-3 3 0-16,-1 1 0 0,-2 2-352 0,-3 1-160 16,-4 2 16-16,0 4 0 15,-3 4-432-15,-3 0-96 0,-1 2-16 0,-4 5 0 0,-3-1 240 0,-4 6 64 16,-5 1 0-16,-1 5 0 0,1 1 240 0,1 6 144 15,0 2-160-15,1 4 160 0,3 3 0 0,-3 1-144 16,-4-2 144-16,3 3 0 0,0 6 0 0,3-2-128 16,2 2 128-16,4 1 0 0,3 5 0 0,6-1 0 0,4 0 0 15,7-1 0-15,5 0 0 0,5-2 144 0,5 0-144 0,7 2 160 16,5-3-32-16,6-3-128 0,7-2 192 16,8-2-64-16,5 1 208 0,8-3 48 15,5-2 0-15,5 1 0 0,9-1 176 0,7-5 32 16,7 1 16-16,2-5 0 0,3-1-224 0,4-5-64 0,1-4 0 0,1-3 0 15,3-2-144-15,-4-3-48 0,0-2 0 0,-3-5 0 16,-4-2-128-16,-1-2 0 0,0-4 0 0,-1-1 0 16,-1-3 0-16,-5-1 0 0,-6-2 0 0,-5-3 0 15,-4-1 0-15,-2-5 0 0,-1 1 0 0,-1-6 0 16,-1-2-144-16,-2-1-64 0,-2-6-16 0,-2-1 0 16,0-5-32-16,-4 1-16 0,-3-4 0 0,-6-2 0 0,-4-2 272 15,-5-1-192-15,-4 2 192 0,-4-4-160 0,-5-2 160 16,-4-2 192-16,-5 3-32 0,-5-2-16 0,-2 3 320 15,-6 2 64-15,-7 2 16 0,0 4 0 0,-5 5-48 0,-1 2-16 16,-2 1 0-16,-2 6 0 16,0 1-736-16,2 6-160 0,2 3-32 0,1 6 0 15,2-3-320-15,0 5-64 16,-2 4 0-16,0 2-7872 0,2 1-1552 0</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8:56:02.939"/>
    </inkml:context>
    <inkml:brush xml:id="br0">
      <inkml:brushProperty name="width" value="0.05292" units="cm"/>
      <inkml:brushProperty name="height" value="0.05292" units="cm"/>
      <inkml:brushProperty name="color" value="#0070C0"/>
    </inkml:brush>
  </inkml:definitions>
  <inkml:trace contextRef="#ctx0" brushRef="#br0">19669 4114 23951 0,'0'0'2128'0,"0"0"-1696"0,0 0-432 0,0 0 0 0,0 0 2688 0,0 0 464 0,0-5 96 0,0 5 16 16,0 0-832-16,0 0-144 0,0 0-48 0,0 0 0 16,0 0-672-16,0 0-144 0,0 0-16 0,0 0-16 15,-5 5-560-15,0 4-96 0,0 3-32 0,-2 1 0 0,-1 2-272 16,2 1-64-16,-3 5-16 0,-1 0 0 0,3 1-144 0,-1 1-16 15,-4-2-16-15,0 3 0 0,1-1-48 0,-1 2 0 16,0-4 0-16,2 0 0 0,2-1-128 0,-1-1 0 16,1-4 0-16,1-2 128 0,1-1-128 0,1-3 0 15,1 0 0-15,0-2 128 0,4-7-128 0,0 0 0 16,0 0 0-16,0 0 0 0,0 0 0 0,0 0 0 16,0 0 0-16,0 0 0 0,0-11 0 0,2 0 0 15,2-4 0-15,2-2 0 0,1-2-160 0,1-7 160 16,0-2-208-16,4 2 80 0,1-4-64 0,1 2-16 15,-1-2 0-15,0 0 0 0,0-3 0 0,2 3 0 16,-2 3 0-16,-2-2 0 0,1 3 208 0,-1 4-192 16,-4 4 192-16,1 3-192 0,-1 2 192 0,-2 2 0 15,-1 3 0-15,0 1 0 0,-2 1 0 0,-2 6 160 16,0 0-160-16,0 0 192 0,0 0 64 0,0 0 0 16,0 0 16-16,0 0 0 0,0 0-16 0,0 0-16 15,2 9 0-15,-1 3 0 0,2 3-48 0,-1 5-16 16,2 1 0-16,0 2 0 0,0 2-48 0,0 1-128 15,0 1 192-15,1 2-64 0,0 1-128 0,2 0 160 16,-1-1-160-16,2-1 160 0,0 0-160 0,1-1 0 0,-1-2 0 0,0-2 0 16,-1-2 0-16,1-1 0 0,0-2 0 0,0-1 0 15,-3-1-176-15,-1-1-16 0,-1 0 0 0,-2-2 0 16,0 0-848-16,-1-3-176 16,0 0-48-16,0-3 0 0,-1-1-960 0,1-6-192 0,-3 7-32 0,3-7-10832 15,0 0-2160-15</inkml:trace>
  <inkml:trace contextRef="#ctx0" brushRef="#br0" timeOffset="1303.18">19584 4171 4607 0,'0'0'400'0,"0"0"-400"16,0 0 0-16,0 0 0 0,0 0 6992 0,-2 8 1328 15,-2 0 256-15,0-2 48 0,1 2-5040 0,-1 1-992 16,1 0-208-16,0 2-32 0,2 1-752 0,-1-1-128 15,0 2-48-15,0 0 0 0,1 0-560 0,1 4-112 16,1-2-32-16,1 2 0 0,-1 1-272 0,2-4-64 0,-1 5-16 0,1-1 0 16,-2 1-128-16,2 1-32 0,1 1 0 0,0 1 0 15,-2 1-64-15,1 3-16 0,-1 2 0 0,1 0 0 16,0 4-128-16,-1-2 128 0,1 1-128 0,1-1 128 16,-2 0-128-16,1 1 128 0,0 1-128 0,-1 2 128 15,1 1-128-15,-1 0 128 0,0-3-128 0,-1 1 128 16,0 4-128-16,1-1 160 0,-1 1-160 0,0 0 160 0,1 1-160 15,-1 0 0-15,1 1 0 0,-2-1 128 0,0 4-128 16,2 1 0-16,-2 0 0 0,0-4 0 0,0 1 0 0,0 1 0 16,1 0 128-16,-1 2-128 0,-1 0 0 15,-1 0 0-15,1 0 0 0,0 2 0 0,0 0 0 0,1 2 0 16,-2-1 128-16,1 0-128 0,0-2 0 0,-1 3 0 16,0 0 0-16,0 0 128 0,2 0-128 0,-1 0 0 15,0 1 0-15,0 0 0 0,-1 0 144 0,1-1 0 16,0-1 0-16,-1 0 0 0,2-1-144 0,-1-1-176 15,1 2 48-15,0 1 0 0,-1-3 128 0,-1-1 0 16,1 2 0-16,0-1 0 0,-1 2 0 0,2-2 0 16,2 0 0-16,-2-2 0 0,-2 0 0 0,2-2 0 15,-1 1 0-15,1 0 0 0,0 2 0 0,0-1 0 16,1 0 0-16,-1-2 0 0,0 1 0 0,2 0 0 16,-2-3 0-16,0 1 0 0,0 0 0 0,0-1 0 15,-2 1 0-15,1 2 0 0,1-2 0 0,0 0 0 16,0-3 0-16,0 2 0 0,0 0 0 0,1 2 0 0,-1-2 0 0,0 0 0 15,-1-1 0-15,1-2 0 0,1 0 0 0,-2 0 0 16,1 2 0-16,0-1 0 16,0 2 0-16,-1-2 0 0,0 0 0 0,1-1 0 0,0 0 0 15,0 2 0-15,0 0 0 0,0 1 0 0,1-1 0 0,0-2 0 16,-1-1 0-16,0 0 0 0,-1-3 0 0,2 4 0 16,0-2 0-16,1 1 0 0,-1 0 0 0,2-2 0 15,-1 1 224-15,1-3 128 0,-2 1 32 0,2 3 0 16,-2 0-624-16,0 1-112 0,-1 0-32 0,3-2 0 15,-2-2 384-15,1-1 0 0,-1 0 0 0,-1 1 0 0,1-1 240 16,1 0 112-16,-1 2 32 0,0-1 0 0,0-1-384 16,1 1 0-16,-1 0 0 0,0 1 128 0,-1 0-128 15,2 1 0-15,-1-2 0 0,0 2 0 0,-1-3 0 0,2 1 0 16,-1-2 0-16,0-1 0 0,1 1 0 0,-1 0 0 16,-1 0 0-16,2-2 0 0,0 2 0 0,-1 1 0 15,0 0 0-15,1-3 0 0,0 2 0 0,1 1 0 16,-1-3 0-16,1 3 0 0,0 1 0 15,-1-1 0-15,1-1 0 0,-2-2 0 0,2 1-320 0,-1-1 0 16,1-1 16-16,0 2 0 0,-1 0 528 0,1 0 96 16,-1 0 32-16,1 0 0 0,-2-1-496 0,2 2-112 0,0-1 0 0,-1 1-16 15,1 1 272-15,-1-1 0 16,1-1 0-16,-2 1 0 0,2 0 0 0,0-1 0 16,-1 1 0-16,1 1 0 0,-2-1 0 0,2-3 0 15,-1 1 0-15,1 1 0 0,-1-1 0 0,1 2 0 0,-2 2 0 0,2-1 0 16,0 0 0-16,-2 0 0 0,0 0 0 15,0 0 0-15,1 1 0 0,-1 2 128 0,-1-2-128 0,1-1 0 16,1 0 0-16,-1 0 144 16,-1-1-144-16,0-1 128 0,0 1-128 0,0-2 0 0,1 1 0 15,-1 1 128-15,2-2-128 0,-2 2 0 0,0-2 0 0,1 2 128 16,-1-2-128-16,0 0 0 0,-1 2 0 0,2 0 128 16,0-2-128-16,1 1 0 0,-1-1 0 0,0 2 0 15,-1-3 0-15,0-2 128 0,1 1-128 0,1 0 0 16,-2 0 0-16,1-1 0 0,0 1 128 0,1-1-128 0,-2-1 0 15,0 1 0-15,0-1 0 0,0 1 0 0,0-2 0 16,1 1 128-16,0-2-128 0,-1 1 0 0,0-1 0 0,0 1 0 16,2-2 128-16,-2 1-128 0,0 1 0 0,1-3 0 15,0 2 0-15,0-1 128 0,1-2-128 0,-2 0 0 16,0-1 0-16,0 0 128 0,0-1-128 0,0 1 0 16,0-3 0-16,0 2 128 0,1-2-128 0,0 0 0 15,1 1 0-15,-2-2 0 0,0 0 0 0,-2 0 0 16,1 0 0-16,0-1 0 0,-1-2 0 0,1 2 0 15,0-4 0-15,0 0 0 16,-2-2-576-16,0 2-32 0,3-8-16 0,0 0 0 16,0 0-2304-16,0 0-464 0</inkml:trace>
  <inkml:trace contextRef="#ctx0" brushRef="#br0" timeOffset="2953.99">19835 12692 9215 0,'0'0'816'0,"0"0"-656"0,0 0-160 0,0 0 0 0,0 0 3312 0,0 0 624 16,0 0 128-16,0 0 32 0,0 0-1616 0,0 0-320 15,0 0-64-15,0 0-16 0,8-4-224 0,-8 4-32 16,9-5-16-16,-9 5 0 0,10-4-512 0,-1 0-96 15,-9 4-32-15,12-4 0 0,0 1-480 0,-1 0-112 16,0 3 0-16,1-3-16 0,1 1-208 0,0 0-32 16,1 0-16-16,0-1 0 0,1 2-304 0,2 1 160 15,1-4-160-15,1 4 128 0,4-1-128 0,-6 1 0 16,3 0 0-16,4 0 0 0,1-2 0 0,1 2 0 16,1-1 0-16,3 0 0 0,3-1 0 0,1 1 0 0,0 1 0 0,1 0 0 15,0 0 0-15,0 0-176 16,-1 0 176-16,0 1-128 0,1 2 128 0,3-2 0 0,-2-1-144 0,4 0 144 15,1 0 0-15,4 0 0 0,2 0 0 16,3 0 0-16,4 0 0 0,1 0 0 0,-1 0 128 0,4 0-128 16,2-1 192-16,4-2-64 0,1 1 0 15,3-1 0-15,3 1 0 0,2-1 0 0,0 2 0 0,0-1 0 16,2-2-128-16,0 2 160 0,3 2-160 0,1-3 160 16,-2 1-160-16,-1 0 0 0,3 2 0 0,-1 0 0 15,1-4 0-15,1 3 0 0,-2 1 0 0,-2 0 0 16,-2-1 0-16,-1 1 0 0,0-3 0 0,3 2 0 15,2-2 0-15,-1 2 0 0,-3-2 0 16,-2 2 0-16,1-2 0 0,1 2 0 0,2 0 0 0,1 0 0 16,0 1 0-16,-3 0 0 0,-4-2 128 0,1 2-128 0,-1-1 192 15,2 1-64-15,0 1 0 0,-1 2 0 0,0-2 0 0,-4 2-128 16,-1 1 192-16,-2-2-64 0,1 1 80 0,4 1 16 16,0-3 0-16,1 4 0 0,1-2 64 0,-2 1 16 15,-4 0 0-15,3 0 0 0,4 1-80 0,1 0-16 16,3 0 0-16,0 2 0 0,-2-3-32 15,-1 1-16-15,0 0 0 0,0 0 0 0,2 1-160 0,0-1 160 16,0 1-160-16,-4-2 160 0,-3 1-160 0,-1 1 160 16,-1 0-160-16,2 2 160 0,1-3-16 0,3 2 0 15,1-2 0-15,-3 0 0 0,-3 0 0 0,-1 1 0 16,2-1 0-16,1 0 0 0,4-1-144 0,0 1 0 16,-1 0 144-16,-2-1-144 0,-3 0 0 0,0 0 0 0,2 0 0 15,2 1 0-15,-2-1 144 0,1 1-144 16,-2-1 192-16,-4 3-192 0,-4-1 192 0,0 1-192 15,-1-2 192-15,3 0-192 0,2 4 208 0,0-2-64 16,-1-4-16-16,-3 2 0 0,-2 0-128 0,-2-1 192 16,-1 1-192-16,2 0 192 0,-8-1-192 0,3 1 160 15,4-3-160-15,1 3 160 0,1-2-160 0,-2 0 0 0,-3 0 144 16,-1 1-144-16,13 0 0 0,-1 1 128 0,2-1-128 0,-3 1 0 16,3-3 0-16,-4 1 0 0,-2 0 0 0,-3 1 128 15,-4-4-128-15,-4 1 0 0,-1 2 0 0,2-2 128 16,-1 0-128-16,2 1 0 0,0-2 0 0,1 2 0 15,0 1 0-15,-2 0 0 0,-6-2 0 0,-2 0 0 16,-3 1 0-16,-2-2 0 0,-1 1 0 0,-2 1 0 16,-1 0 0-16,-2 0 0 0,-1 1 0 0,0-2 0 0,0 2 0 0,1-1 0 15,3 0 0-15,-1 0 128 0,-3 1-128 16,-2 0 0-16,0-2 0 0,-1 0 0 0,-2-1 0 16,0 2 0-16,-3-1 0 0,0 0 0 0,-2-1 0 0,-1-1 0 15,-1 1 0-15,1 0 0 0,-2 1 0 16,0-1 0-16,1 0 0 0,-3 0 0 0,-2 1 0 0,-1 1 0 15,1-2 0-15,0 0 128 0,2 0-128 0,-2 0 0 16,0 1 0-16,0-1 0 0,0 0 0 0,1 0 0 16,0 0 0-16,1-1 128 0,-1 2-128 0,0-1 0 15,2 0 0-15,-3 0 0 0,-1 1 0 0,3 1 0 0,0-2 0 0,-2 0 0 16,-4 0 0-16,0 0 0 16,0 0 0-16,-1 0 0 0,-1-2 0 0,-7 2 0 15,7 0 0-15,-7 0 128 0,7 0-128 0,-7 0 0 16,0 0 0-16,0 0 128 0,0 0-128 0,0 0 0 0,0 0 0 0,0 0 0 15,0 0 0-15,0 0 0 16,0 0 0-16,0 0-128 16,0 0-512-16,-5-5-80 0,-3 0-32 0,-1 1 0 15,-2-3-1360-15,0 5-256 0,-2-2-64 0,-2 1-18448 0</inkml:trace>
  <inkml:trace contextRef="#ctx0" brushRef="#br0" timeOffset="3378.99">30530 12830 26719 0,'0'0'2368'0,"0"0"-1888"0,0 0-480 0,0 0 0 0,0 0 3664 0,0 0 640 15,0 0 128-15,0 0 32 0,0 0-2784 0,0 0-544 16,0 0-112-16,0 0-32 0,0 0 720 0,4 7 144 16,-4-7 16-16,3 7 16 0,1-1-1072 0,0 1-224 15,-2 0-32-15,2 1-16 0,0 0-144 0,0-1-16 16,1-1-16-16,2 2 0 0,2-3-192 0,1 3-48 15,0 1 0-15,0-1 0 0,0 1-128 0,3-3 0 16,2 1 144-16,0 0-144 0,2-1 0 0,0-1 0 16,2 0 0-16,-1 2 0 0,-1-6 0 0,0 3 0 15,1 0 0-15,-1 0 0 0,-3-1 0 0,1 1 0 16,-2-1 0-16,-2 0-128 0,0 1 128 0,-2-3 0 16,-9-1 0-16,6 3 0 0,1 0 0 0,-7-3 0 15,0 0 0-15,0 0 0 0,0 0 0 0,0 0 0 0,0 0 0 0,0 0 0 16,0 0 0-16,0 0 128 15,-9 3-128-15,0 1 128 0,-4-1-128 0,0 1 192 0,-3 0-64 16,-1 1 0-16,-3 1 16 0,1 1 16 16,-3-2 0-16,-3 3 0 0,-2 2-160 0,-1-3 160 15,1 2-160-15,-1 0 160 0,1 2-160 0,0-2 0 0,2 0 0 0,0-1 128 16,0 1-128-16,3 0 0 0,1-2 0 0,2-1 0 31,2-2-384-31,1 1-128 0,3 2 0 0,3-2-16 0,2-1-2368 16,1 1-480-16</inkml:trace>
  <inkml:trace contextRef="#ctx0" brushRef="#br0" timeOffset="4103.84">30300 13617 23951 0,'0'0'2128'0,"0"0"-1696"0,0 0-432 0,0 0 0 16,0 0 4656-16,0 0 848 0,0 0 160 0,0 0 32 0,0 0-3264 15,0 0-640-15,0 0-144 0,6 7-32 0,1 5-80 0,-2 3-32 16,0 0 0-16,-1 6 0 0,1 1-752 0,1 2-160 16,-4 4-16-16,3 1-16 0,3 2-176 0,0-1-48 15,-3 0 0-15,3-5 0 0,1 0-240 0,-1 0-96 16,0-5 0-16,0 1 0 0,-2-2 0 0,2-4 0 15,0 0 0-15,0-2 0 0,-2 0 0 0,1-3 0 16,-1-1 0-16,-2 0 0 0,1-2 0 0,-5-7 0 16,0 0 0-16,0 0 0 0,0 0 0 0,0 0 0 15,0 0 0-15,9 0 0 0,-1 0 0 0,0-5 0 16,1-3 0-16,0-1 0 0,0-3 0 0,3-2 0 16,1 1 0-16,0-6 0 0,0-3 0 0,2-3 0 0,2-1 0 15,-1-8 0-15,1-2 0 0,0-2 0 0,0-1 0 16,2 1 0-16,-4-2 0 0,1 3 0 15,-2 1 0-15,-2 3 0 0,-3 6-256 0,-2 2 48 0,-1 4 16 0,-2 3 0 16,-3 4-64-16,1 3-16 16,-1 3 0-16,-1 8 0 15,0 0-176-15,0 0-16 0,-8 5-16 0,-1 5 0 16,-3 3-880-16,1-2-176 0,-1 8-48 0,-1-2 0 16,-2 2-1424-16,2 1-272 0,0 1-64 0</inkml:trace>
  <inkml:trace contextRef="#ctx0" brushRef="#br0" timeOffset="4433.75">30373 13832 13823 0,'0'0'1216'0,"0"0"-960"0,-6-4-256 0,0 1 0 0,1-2 5072 0,5 5 976 16,0 0 192-16,0 0 32 0,0 0-2624 0,-7-4-512 15,2 0-128-15,5 4 0 0,0 0-736 0,0 0-144 16,0 0-16-16,0 0-16 0,0 0-1072 0,0 0-192 16,0 0-64-16,8-4 0 0,2 0-320 0,2 2-64 15,0-2 0-15,3 1-16 0,2-1-368 0,3 2 128 16,2-2-128-16,3 1 96 0,1 1-96 0,3-1 0 16,2 0 0-16,1 1 0 0,0-2 0 0,0 1 0 0,2 3 0 15,-1-4 0-15,-2 3 0 0,0 0 0 16,-1-2 0-16,-1 2 0 0,-3 2 0 0,-1-1 0 0,-3 0 0 0,-1 0 0 31,-3 0-752-31,-2 0-144 0,-4 0-16 0,-2 0-16 16,-2 0-2512-16,-8 0-496 0</inkml:trace>
  <inkml:trace contextRef="#ctx0" brushRef="#br0" timeOffset="5439.74">18144 4535 8287 0,'0'0'736'0,"0"0"-592"16,-7 0-144-16,7 0 0 0,0 0 8352 0,-2 6 1632 16,-1 1 336-16,2 1 64 0,1 4-8160 0,0-1-1648 0,0 2-320 15,1 4-64-15,0 3 688 0,3 2 128 0,0 3 16 0,0 1 16 16,0 2-368-16,3 0-80 0,-2 1-16 0,0 2 0 16,-1-1-240-16,2-2-48 0,-2 0-16 0,0-2 0 15,-1-1-272-15,-1-3 0 0,2-1 128 0,-1-3-128 16,0-2 0-16,-1-3 0 0,0 0 0 0,-1-4 0 15,-1-9-512-15,0 0-16 0,0 0 0 0,0 0 0 16,-1 6-1200-16,1-6-256 0,0 0-32 0,0 0-16 16,-2-5-976-16,0-5-192 0,-2-6-32 0</inkml:trace>
  <inkml:trace contextRef="#ctx0" brushRef="#br0" timeOffset="5768.19">18020 4587 16575 0,'0'0'736'0,"0"0"160"0,-7-3-720 0,0-2-176 15,0 1 0-15,7 4 0 0,0 0 6528 0,0 0 1280 16,0 0 256-16,0 0 64 0,-1-6-5440 0,1 6-1088 16,0 0-224-16,5-7-32 0,2 1-496 0,2-1-80 15,1 2-32-15,2 2 0 0,2 0-256 0,2 0-48 16,1 0-16-16,2 1 0 0,3-2-240 0,2 0-48 16,-1 0-128-16,2 1 192 0,0 1-192 0,1 0 0 15,3 2 0-15,-3 0 0 0,-3 0 0 0,1 3 0 16,-2 0 0-16,0 1 0 0,-2-1 0 0,-2 3 0 15,-2-1 0-15,-2 3 0 0,-4 1 0 0,-1 3 0 0,-1 2 0 16,-3-1 0-16,-1 0 0 0,-4 1 0 0,-2 2 0 0,-3-2 0 16,-2 3 0-16,-1 2 128 0,-4-3-128 0,-1-1 144 15,2 0 48-15,-5-1 0 0,-1 0 0 16,-2-1 0-16,-1 0-48 0,-3 0 0 0,-2 0 0 0,1-4 0 16,1 2-144-16,-1-5 0 0,0 1 0 0,1-1 0 15,3 1-448 1,0-3-192-16,3-3-16 0,0-1-16 0,4-1-2176 0,1 1-432 0</inkml:trace>
  <inkml:trace contextRef="#ctx0" brushRef="#br0" timeOffset="38006.08">23227 4363 19695 0,'0'0'864'0,"0"0"192"0,0 0-848 0,0 0-208 0,0 0 0 0,0 0 0 16,0 8 2192-16,0-8 400 0,0 0 80 16,1 7 16-16,-1 1-352 0,0-8-64 0,0 0-16 0,2 9 0 15,-1-2-624-15,-1-1-128 0,0-6-32 0,0 8 0 16,0 1-800-16,1-2-160 0,-1 1-48 0,0 0 0 16,0-8-320-16,0 7-144 0,0-7 128 0,0 10-128 15,0 0-1568-15,0-1-400 0,-1 0-80 0</inkml:trace>
  <inkml:trace contextRef="#ctx0" brushRef="#br0" timeOffset="38180.24">23261 4908 34095 0,'0'0'3024'0,"-3"6"-2416"15,1 3-480-15,-1 1-128 0,0-4 1504 0,1 2 288 16,-2 0 48-16,1-2 16 0,-1-1-1136 0,-1 2-208 15,5-7-64-15,-2 9 0 0,-2-2-448 0,1 0 0 16,3 3-176-16,0-1 176 16,0-1-2928-16,0-1-464 0,0 0-80 0</inkml:trace>
  <inkml:trace contextRef="#ctx0" brushRef="#br0" timeOffset="38331.55">23282 5354 12895 0,'-3'14'576'0,"2"-6"112"0,0 1-560 0,-1 0-128 0,1 0 0 0,0 2 0 16,-1-1 5552-16,0 0 1072 0,-1 2 224 0,1-3 32 16,-1 0-5152-16,0 1-1024 0,1-1-192 0,0 0-64 31,1-3-2096-31,1 2-416 0,-1 1-96 0</inkml:trace>
  <inkml:trace contextRef="#ctx0" brushRef="#br0" timeOffset="38481.61">23282 5918 33983 0,'-7'17'1504'0,"6"-8"304"0,0 3-1440 0,-2 1-368 15,-1 1 0-15,0 1 0 0,0-2 256 0,0 0-32 16,-1 0 0-16,0 0 0 16,1 0-1296-16,0 0-256 0,3-3-48 0</inkml:trace>
  <inkml:trace contextRef="#ctx0" brushRef="#br0" timeOffset="38674.69">23282 6481 18431 0,'-2'19'816'0,"1"-9"160"0,-1-1-784 0,-1 3-192 16,0 0 0-16,1 1 0 0,-1 2 2992 0,1 1 544 15,0 0 112-15,0 1 32 0,-2-4-2112 0,1-2-416 16,2 4-96-16,-1-2-16 0,1 0-736 0,1 1-160 15,0-2-16-15,0 0-128 0,3-2 0 0,-2-1-320 0,0-1 32 0,1 1-10160 32,-1-1-2032-32</inkml:trace>
  <inkml:trace contextRef="#ctx0" brushRef="#br0" timeOffset="38854.4">23305 7214 25791 0,'-2'22'2304'0,"-1"-13"-1856"0,-3 2-448 0,0-2 0 0,1 3 3648 0,0 1 640 16,0 0 128-16,-2-2 32 0,2 1-3808 0,0 0-640 15,-1 0-352-15,3-2 32 16,0 2-864-16,0-4-176 0,1-1-48 0,0 1-15280 16</inkml:trace>
  <inkml:trace contextRef="#ctx0" brushRef="#br0" timeOffset="39009.16">23262 7723 18431 0,'-4'16'1632'0,"3"-8"-1312"15,-3 1-320-15,1 2 0 0,2 1 4720 0,-1 2 864 16,-1 0 176-16,-1 1 48 0,0-1-4288 0,0 0-864 16,-1 2-160-16,1-2-48 0,-1 1-224 0,1-1-48 0,0 0-16 0,0-1 0 31,2 0-2416-31,0-1-496 0,2-1-80 0</inkml:trace>
  <inkml:trace contextRef="#ctx0" brushRef="#br0" timeOffset="39176.98">23261 8280 11055 0,'-3'21'976'0,"2"-9"-784"0,0 0-192 0,-1 3 0 0,0 1 5712 0,-1 1 1104 0,1 3 224 0,0-3 32 15,0 2-4720-15,-1-2-944 0,-1 3-192 16,2-2-48-16,0 1-528 0,0 1-128 0,-1 0 0 0,0-1-16 15,2 1-1328-15,0-5-256 16,0 2-48-16,1 0-16 0,1 0-2608 0,0-1-528 0</inkml:trace>
  <inkml:trace contextRef="#ctx0" brushRef="#br0" timeOffset="39309.16">23265 8998 34207 0,'-1'20'1520'0,"1"-8"304"0,-2 4-1456 0,1-1-368 15,0 6 0-15,-1 0 0 0,1 1 1392 0,0 0 208 16,-2 2 32-16,0-1 16 0,1 1-352 0,-1-3-64 15,1 1-16-15,-2 1 0 0,0-2-928 0,1 1-288 16,1-2 128-16,-1 1-128 16,0-2-1888-16,2 2-448 0,0 0-96 0</inkml:trace>
  <inkml:trace contextRef="#ctx0" brushRef="#br0" timeOffset="39476.24">23297 9971 42623 0,'-10'23'1888'0,"7"-12"384"0,1 5-1824 0,-1 2-448 16,-1 2 0-16,0 1 0 0,-1 2 672 0,0 1 32 16,-2-1 16-16,2 0 0 0,-1 1-240 0,0-1-48 15,1 0-16-15,3-1 0 0,-4 0-416 0,3 0-304 16,0-1 48-16,2 1 16 0,1 0-2560 0,0 0-512 16,1 1-96-16,-1-1-13536 0</inkml:trace>
  <inkml:trace contextRef="#ctx0" brushRef="#br0" timeOffset="39740.24">23234 10761 6447 0,'-3'25'576'0,"2"-10"-576"0,-1-1 0 0,1 4 0 0,-2 4 5328 0,1-1 960 16,-2 1 192-16,0 1 48 0,1 0-4000 0,-1 2-800 16,-1 0-144-16,0-1-48 0,-1 2-768 0,0-2-176 15,2 2-16-15,0 0-16 0,1 0-560 0,1 1 0 16,0-2 0-16,0 1 0 16,1-1-608-16,0 0-176 0,1 0-48 0,1-1 0 15,0 1-2192-15,1 0-448 0,-1 1-96 0,2-3-16 16,-1 1 1008-16,1-2 192 0,-1 2 32 0,1-1 16 15,0-2 288-15,1 1 48 0,-3 0 16 0,0 0 0 0,2 2 1984 0,-2 1 464 16,0-2 64-16,1 3 16 0,-1 0 2144 0,0 2 416 16,2-4 96-16,-2 2 0 0,-1-1-352 0,1 0-80 0,1 0-16 15,-1-2 0-15,-1-1-832 0,0 1-160 0,-1-1-32 16,-1-1-16-16,1-3-864 0,0 0-160 16,0-1-48-16,1 0-11568 15,-2 1-2320-15</inkml:trace>
  <inkml:trace contextRef="#ctx0" brushRef="#br0" timeOffset="39869.55">23273 12486 34095 0,'-8'13'3024'0,"4"-9"-2416"0,-1 0-480 0,-2 3-128 16,1-2 3184-16,0 1 608 0,6-6 128 0,-5 8 32 16,-1 1-3312-16,1-2-640 0,-1-3-144 0,6-4-14064 15,0 0-2816-15</inkml:trace>
  <inkml:trace contextRef="#ctx0" brushRef="#br0" timeOffset="40898">27927 4137 18431 0,'0'0'1632'0,"0"0"-1312"16,0 0-320-16,0 0 0 0,0 0 2752 0,0 0 496 16,1 13 80-16,2-2 32 0,-1 0-1552 0,-2 1-304 15,-1 0-64-15,0 0-16 0,0-1 48 0,-1 2 0 16,1 2 0-16,0 0 0 0,-1 0-800 0,2-1-160 16,0 0-16-16,0 1-16 0,0-1-352 0,0 2-128 0,0 1 0 0,3 0 144 15,0-3-352-15,-1 3-80 0,1 0-16 0,-1 0 0 31,1 4-2352-31,-2 1-480 0,-1 0-80 0</inkml:trace>
  <inkml:trace contextRef="#ctx0" brushRef="#br0" timeOffset="41064.49">27957 4991 34783 0,'0'0'1536'0,"0"0"320"0,-1 15-1472 0,-1-6-384 0,2-9 0 0,-1 11 0 16,1-11 320-16,-1 11-16 0,1-11 0 0,0 13 0 15,0-13 112-15,0 13 32 0,-2 0 0 0,2-1 0 16,0-12-720-16,0 14-144 0,-1 2-32 0,1 1 0 16,0-4-2352-16,-1 4-464 0,-2 0-112 0</inkml:trace>
  <inkml:trace contextRef="#ctx0" brushRef="#br0" timeOffset="41216.65">27926 5802 21183 0,'0'0'1888'0,"1"11"-1504"0,-1 2-384 0,0 1 0 0,1 3 1984 0,1 0 320 16,-2-4 64-16,-2-3 0 0,1 3-1936 0,1 2-432 15,-1 0 0-15,-1 0 0 16,1-2-1664-16,0 1-272 0,-1 0-48 0</inkml:trace>
  <inkml:trace contextRef="#ctx0" brushRef="#br0" timeOffset="41375.75">27961 6595 25791 0,'-7'12'2304'0,"2"2"-1856"15,2 3-448-15,1 2 0 0,-1 2 2880 0,1 0 496 0,-1-3 80 0,-1 1 32 16,0-5-2144-16,0 2-416 0,2 1-96 0,-1-1 0 31,-1 1-1328-31,3-5-256 0,0 1-48 0,-1 4-16736 0</inkml:trace>
  <inkml:trace contextRef="#ctx0" brushRef="#br0" timeOffset="41544.24">27887 7742 13823 0,'-8'30'1216'0,"4"-16"-960"16,-3 6-256-16,1-2 0 0,1 3 5760 0,2 1 1088 15,0 0 240-15,2-1 32 0,0 0-6000 0,-1 0-1120 16,1 0-384-16,1 1 0 15,0-4-704-15,0 3-128 0,0 0-16 0,1 1-9328 16,1 0-1856-16</inkml:trace>
  <inkml:trace contextRef="#ctx0" brushRef="#br0" timeOffset="41734.14">27913 8960 16575 0,'-6'25'1472'0,"2"-14"-1168"16,-2 4-304-16,-1 0 0 0,0 2 5568 0,0 1 1072 16,2 3 208-16,-2-1 32 0,2-2-4736 0,0 0-944 15,0 1-192-15,1-1-48 0,-1-1-272 0,2 0-64 0,0-2-16 0,2 2 0 32,-2-1-1696-32,2-2-320 0,0-1-80 0,0 0-17920 0</inkml:trace>
  <inkml:trace contextRef="#ctx0" brushRef="#br0" timeOffset="41899.8">27960 9721 14735 0,'-11'27'1312'0,"5"-16"-1056"0,-5 2-256 0,1 1 0 0,-2 1 7376 0,2-1 1424 16,-2 2 288-16,1-1 48 0,2 1-7392 0,0 0-1472 16,-1-2-272-16,2 2 0 0,3-6 0 0,-1 2-144 15,1-1 144-15,3 1 0 16,0-1-2176-16,2-1-368 0,0 3-64 0,2-3-9808 15,0 2-1952-15</inkml:trace>
  <inkml:trace contextRef="#ctx0" brushRef="#br0" timeOffset="42041.66">27877 10258 44639 0,'0'0'1984'0,"-4"5"384"0,-1 1-1888 0,1-2-480 0,-1 1 0 0,-1 0 0 16,-2 0 160-16,-1 2-160 15,-2-1 160-15,0 1-160 16,-4 1-2496-16,1-1-608 0,-1 1-112 0</inkml:trace>
  <inkml:trace contextRef="#ctx0" brushRef="#br0" timeOffset="42806.37">27726 11076 30399 0,'0'0'1344'0,"0"0"288"0,0 0-1312 0,0 0-320 16,-6 1 0-16,6-1 0 0,0 0 3616 0,0 0 656 0,0 0 128 0,-4 5 16 15,4-5-3392-15,-3 7-704 16,1-1-128-16,2-6-16 0,-3 8-176 0,2 0 0 15,-1 0 0-15,1 0 0 16,0 2-768-16,-1-2-256 0,2 1-32 0,0 1-16 16,0 2-2288-16,0 0-464 0</inkml:trace>
  <inkml:trace contextRef="#ctx0" brushRef="#br0" timeOffset="42930.22">27751 11605 39743 0,'-7'23'1760'0,"5"-11"352"0,-1 3-1680 0,1-1-432 0,2 2 0 0,-2-1 0 15,0 2 0-15,0-3 0 0,0 2 0 0,-1-3 0 16,2 0-288-16,0 0 64 0,-1-1 16 0,1-2-11376 16,1-1-2288-16</inkml:trace>
  <inkml:trace contextRef="#ctx0" brushRef="#br0" timeOffset="43072.88">27819 12090 6447 0,'1'20'576'0,"-1"-9"-576"0,-3 4 0 0,1 0 0 0,-1-2 7744 0,1 4 1456 16,0 0 272-16,1 3 64 0,-2-1-7040 0,-1 0-1424 15,1 0-288-15,-1-1-48 0,0 1-256 0,1-2-48 16,-1-2-16-16,2 1 0 16,0-2-1952-16,2-1-400 0,0 0-80 0,0 0-10080 15,2 0-2000-15</inkml:trace>
  <inkml:trace contextRef="#ctx0" brushRef="#br0" timeOffset="43164.39">27851 12674 39455 0,'-4'17'1744'0,"3"-7"368"0,-2 0-1696 0,1 0-416 16,-1 0 0-16,2 3 0 0,-3-2 1008 0,0-1 112 15,-1 1 32-15,0-3 0 0,1-3-960 0,4-5-192 16,-7 0 0-16</inkml:trace>
  <inkml:trace contextRef="#ctx0" brushRef="#br0" timeOffset="44427.1">19757 5831 20271 0,'0'0'896'0,"0"0"192"0,0 0-880 0,0 0-208 16,0 0 0-16,7-3 0 0,0 3 2240 0,1 0 384 16,0 0 96-16,2 0 16 0,2 0-1392 0,1 0-288 15,0 0-48-15,1 0-16 0,0 0-352 0,3 3-80 16,2-3-16-16,1 0 0 0,1-3-416 0,2 2-128 15,-1 0 0-15,8-1 0 16,-3 1-1152-16,2 1-304 0,1 0-48 0,-9-1-16 0</inkml:trace>
  <inkml:trace contextRef="#ctx0" brushRef="#br0" timeOffset="44592.18">21181 5874 35423 0,'30'-7'1568'15,"-16"7"320"-15,-1 3-1504 0,2 1-384 0,2 0 0 0,0 0 0 0,0 1 128 0,1-3-128 16,2 1 128-16,1 1-128 16,1 0-384-16,10 0-160 0,1-4-32 0,-2 0 0 15,1 0-272-15,-1-1-64 0,0-2-16 0,-7 0 0 16,0 1-1984-16,5-2-400 0</inkml:trace>
  <inkml:trace contextRef="#ctx0" brushRef="#br0" timeOffset="44724.78">22361 5840 10127 0,'37'-3'448'0,"-19"1"96"0,6 2-544 0,3 2 0 16,3-4 0-16,1 0 0 0,1 1 5040 0,-1 0 896 16,0 1 176-16,0 0 32 0,-1-3-4528 0,0 3-912 15,0-1-176-15,-1 1-32 0,0-1-496 0,-1-1 0 16,1 1 0-16,-2 0-10096 16,1-1-1952-16</inkml:trace>
  <inkml:trace contextRef="#ctx0" brushRef="#br0" timeOffset="44874.5">23741 5862 30575 0,'34'-5'1344'0,"-19"5"304"0,2 2-1328 0,3 1-320 0,2-2 0 15,3 3 0-15,1-2 496 0,1 0 16 0,3 1 16 16,3-1 0-16,1 2-368 0,2-2-160 0,2-1 128 0,0 0-128 16,0-1 0-16,1 0-224 0,-2 0 32 0,1-1-14160 15</inkml:trace>
  <inkml:trace contextRef="#ctx0" brushRef="#br0" timeOffset="45010.88">25361 5976 30399 0,'35'-10'2704'0,"-19"10"-2160"16,1 0-544-16,3 0 0 0,-1 3 1008 0,2 1 80 16,1 1 32-16,2 0 0 0,-1-2-1120 0,3 1-128 15,0-2-80-15,4 2-16 16,3-1-2528-16,2-2-512 0,3-2-112 0</inkml:trace>
  <inkml:trace contextRef="#ctx0" brushRef="#br0" timeOffset="45145.98">26190 5991 2751 0,'33'5'128'0,"-17"-5"16"0,3 0-144 0,5 0 0 15,2 0 0-15,2 0 0 0,1 0 4240 0,1 0 816 16,1-4 176-16,-1 3 16 0,-1 0-3568 0,1 1-720 16,3 0-128-16,-1 0-48 0,1-5-272 0,1 2-64 15,0 3-16-15,3 0 0 0,5 0-208 0,2-1-32 16,2-2-16-16,0 2 0 0,-1 1-176 0,1-1-224 15</inkml:trace>
  <inkml:trace contextRef="#ctx0" brushRef="#br0" timeOffset="45293.94">27890 6026 35935 0,'11'0'3200'0,"1"0"-2560"0,3 0-512 0,2 0-128 15,-1 2 992-15,-2-1 176 0,1 0 48 0,1 2 0 16,7-3-960-16,9 2-256 0,3 0 0 0,3 0 128 15,0-2-416-15,-9 0-96 0,1 3 0 0,2 0-11360 16,1-2-2272-16</inkml:trace>
  <inkml:trace contextRef="#ctx0" brushRef="#br0" timeOffset="45415.71">29383 6112 33455 0,'21'-9'1472'0,"-11"7"320"0,1-1-1424 0,2 3-368 15,4 1 0-15,2 1 0 16,0-2-1504-16,3 0-368 0,4 0-80 0</inkml:trace>
  <inkml:trace contextRef="#ctx0" brushRef="#br0" timeOffset="45565.44">30061 6080 15663 0,'9'2'1392'0,"2"-2"-1120"15,0 0-272-15,1 0 0 0,-1 0 2896 0,0-2 528 16,4-1 96-16,-2 2 32 0,0 1-1984 0,1-3-400 15,2 3-80-15,1-2 0 0,0-5-48 0,2 2 0 16,-2 1 0-16,4 3 0 0,2-1-480 0,1 1-112 0,-1 0 0 0,1 0-11392 16,1 1-2288-1</inkml:trace>
  <inkml:trace contextRef="#ctx0" brushRef="#br0" timeOffset="46479.68">19733 10162 29487 0,'0'0'2624'0,"0"0"-2112"0,0 0-512 0,0 0 0 15,0 0 2352-15,0 0 352 0,0 0 80 0,0 0 16 16,0 0-2144-16,10-3-416 0,1 1-96 0,1-1-16 0,2 3 128 16,3-1 32-16,1-5 0 0,2 5 0 0,2-1-144 0,4 0-16 15,3 0-128-15,14-4 192 16,-3 2-1024-16,1 1-224 0,-1 0-32 0,-11 2-10544 16,2-2-2096-16</inkml:trace>
  <inkml:trace contextRef="#ctx0" brushRef="#br0" timeOffset="46689.33">21174 10116 25791 0,'0'0'2304'0,"0"0"-1856"16,0 0-448-16,6 1 0 0,2 1 960 0,1-1 80 16,0 0 32-16,6-1 0 15,-1 0-1648-15,3-1-320 0,0-2-64 0,-3 2 0 0,2-3 960 0,1 2 0 16,1-1 0-16,3 0 160 0,2 2 96 0,2-3 32 15,0 2 0-15,0-2 0 0,-2 0-288 0,2 0 0 16,1 0-128-16,-3 0 128 0,-2 1-144 0,0-2 144 16,0-1-128-16,-1-1-11968 0</inkml:trace>
  <inkml:trace contextRef="#ctx0" brushRef="#br0" timeOffset="46794.59">22290 10012 17503 0,'10'2'1552'15,"3"0"-1232"-15,1 0-320 0,2 1-7728 16</inkml:trace>
  <inkml:trace contextRef="#ctx0" brushRef="#br0" timeOffset="46918.41">23256 10038 28047 0,'17'-1'1232'0,"-4"1"272"0,2 0-1200 0,4 2-304 15,-1 0 0-15,3 0-12416 0</inkml:trace>
  <inkml:trace contextRef="#ctx0" brushRef="#br0" timeOffset="47023.66">23968 10055 6447 0,'32'2'272'0,"-8"1"80"0,2-2-352 0,4 2 0 15,4 0 0-15,1-1 0 0,-1-1 3232 0,2 2 576 0,1-3 112 0,-3 3 32 16,-3-3-3312-16,-1 0-640 0</inkml:trace>
  <inkml:trace contextRef="#ctx0" brushRef="#br0" timeOffset="47332.7">25275 10103 30239 0,'20'0'1344'0,"-5"0"256"0,6 0-1280 0,3 1-320 16,0-1 0-16,3 0 0 0,0-1-160 0,4 1-96 0,4-4-32 0,3 2 0 15,1-1 32-15,3 0 0 0,2 1 0 0,5-1 0 0,1 1 256 0,3-1 0 16,-3 2-128-16,0-2 128 16,-3 0 0-16,-3 2-128 0,-3-3 128 0,-2 3 0 15,-1 1-1840-15,-3 0-256 0,-4 0-48 16,0 0-16-16,-1 1 368 0,0 0 80 16,-1 2 16-16,-2-3 0 0,-3 3 608 0,-3 1 112 0,-3-3 16 0,-9 0 16 0,-1 2 2624 0,2-2 528 15,2 0 96-15,0 1 32 0,0-1 0 0,1-1 0 16,0 0 0-16,1 0 0 0,0 0-688 0,5 0-144 15,0 0-32-15,-1 0 0 0,1-1-448 0,-1 1-112 16,1 0-16-16,11 0 0 0,-4 0-560 0,-11 0-112 16,2 0-32-16,1 0 0 0,2 0-192 0,0 0 0 15,1 0-144-15,1 0-10720 16,1 0-2128-16</inkml:trace>
  <inkml:trace contextRef="#ctx0" brushRef="#br0" timeOffset="47458">27433 10140 22111 0,'21'-8'1968'0,"-7"5"-1584"16,-1 3-384-16,4 3 0 0,4-2 1824 0,1 0 288 15,0-2 48-15,2 1 16 0</inkml:trace>
  <inkml:trace contextRef="#ctx0" brushRef="#br0" timeOffset="47620.82">28883 10283 19007 0,'27'-3'832'0,"-2"6"192"0,6 2-832 0,4-2-192 15,4-4 0-15,2 1 0 0,0-2 944 0,0 1 144 16,-2 0 16-16,1-2 16 0,1-2-432 0,-1 2-96 16,1-2-16-16,-2 4 0 15,-3 1-1088-15,3 0-240 0,3-7-32 0</inkml:trace>
  <inkml:trace contextRef="#ctx0" brushRef="#br0" timeOffset="47759.33">30154 10233 26143 0,'28'-1'1152'0,"-5"1"256"0,3-2-1136 0,1 0-272 0,-1 2 0 0,3 0 0 16,1-1 512-16,1 1 64 0,2 0 0 16,-1 1 0-16,-1 3-432 0,1-3-144 0,-2-1 0 0,2 3 144 31,4 1-1008-31,-1-1-208 0</inkml:trace>
  <inkml:trace contextRef="#ctx0" brushRef="#br0" timeOffset="47916.32">31276 10280 35247 0,'15'-5'1552'0,"-4"5"336"0,5 1-1504 0,0 1-384 0,0-5 0 0,3 3 0 15,-1 1 0-15,2-1 128 0,0 0-128 0,3-1 0 16,0-4 0-16,2 4 0 0,0 2 0 0,-2-1 128 15,-1-1-128-15,0 1 0 0,1 0-128 0,1 1-10352 16,1 4-2064-16</inkml:trace>
  <inkml:trace contextRef="#ctx0" brushRef="#br0" timeOffset="75893.02">23274 5867 8287 0,'0'0'736'0,"0"0"-592"0,0 0-144 0,0 0 0 16,0 0 1904-16,0 0 336 15,0 0 80-15,0 0 16 0,0 0-384 0,0 0-80 0,0 0-16 0,0 0 0 16,0 0-240-16,0 0-48 0,0 0-16 0,0 0 0 15,0 0-112-15,0 0-32 0,0 0 0 0,5 4 0 16,-5-4-112-16,4 9-16 0,0-2-16 0,-3 1 0 16,-1-8-464-16,-1 9-96 0,0 0 0 0,-1 1-16 15,0-4-240-15,2-6-64 0,-4 6 0 0,0 1 0 0,-1 0-176 16,1-1-32-16,4-6-16 0,-5 5 0 0,-1-1 0 0,6-4 0 16,-6 4 0-16,6-4 0 0,0 0-32 0,-7 1 0 15,1 0 0-15,6-1 0 0,0 0 64 0,-7-4 0 16,2-2 0-16,5 6 0 0,-4-5-16 0,3-3 0 15,0-1 0-15,1 0 0 0,1-1-176 0,0 1 0 16,2 0 0-16,1 0 0 0,0-1 0 0,1-1 0 16,3 1 0-16,-1-1 0 0,1 1 0 0,5-4 0 15,-2 2 0-15,2 1 0 0,-1 2 0 0,-5 4 0 16,0 0 128-16,1 0-128 0,1 1 192 0,0 0-64 16,0 1 0-16,0 1 0 0,0 0 64 0,0 2 0 15,-1 0 0-15,-8 0 0 0,7 0-48 0,1 3 0 16,-8-3 0-16,7 6 0 0,0 2 48 0,-3 0 16 15,0 0 0-15,-3 2 0 0,-1-1 48 0,0 3 0 16,-3 0 0-16,1 0 0 0,-2-2-64 0,-1 2-16 16,0-3 0-16,-1 3 0 0,0-2-48 0,-2 2-128 15,0-6 192-15,0 1-64 0,1 2-128 0,-1-1 160 16,0 0-160-16,-1-2 160 0,0-1-160 0,-2-2 128 0,-1 1-128 0,2 0 128 16,0-3-128-16,-1 0 0 0,1 1 144 15,-2-2-144-15,2-2 0 0,0-1 128 0,1-3-128 0,3 2 0 16,-2-1 0-16,1 0 0 0,1-3 0 0,1 2 0 15,2-4 0-15,1 1 0 0,0 0 0 0,2 0 0 16,0-1-144-16,3-1 144 0,-1 1-160 0,2-1 160 16,0 0-128-16,3-2 128 0,-1 2 0 0,2 1-144 15,0 1 144-15,1 1 0 0,1 1 0 0,2 1 0 0,0 1 0 16,1 1 0-16,0 1 0 0,-4 2 0 0,-1-1 144 16,2 1-144-16,1 0 192 0,-1 1-192 0,1 1 192 0,-1-1-192 15,-1 3 192-15,2 1-192 0,-1 0 192 0,-1-1-192 16,0 3 192-16,-1 0-192 0,-1 1 176 0,-2 1-176 15,-1-1 160-15,-2 1-160 0,-2 1 192 0,0-1-64 16,-1 3-128-16,-1 0 192 0,-2-3-64 0,-2 1 0 16,0-1-128-16,-1 1 192 0,1 0-64 0,-2 0-128 15,-1-1 176-15,0-3-176 0,-2 1 176 0,1-1-176 16,-1 0 160-16,0 0-160 0,-1-3 128 0,0-1-128 16,-1 3 0-16,0-4 144 0,1 1-144 0,1-2 0 15,-1-3 0-15,2 1 0 0,0-2 0 0,1 1 0 16,2-1 0-16,-1-2 0 0,1 0 0 0,2-1 0 15,0-3 0-15,1 4 0 0,0-4 0 0,3 1 0 16,1-1 0-16,0-2 0 0,2 3 0 0,2-6 0 16,1 4 0-16,1 1 0 0,-1 0-128 0,3 0 128 0,1 3 0 15,0 1 0-15,0 1 0 0,1-1 0 0,-2 1 0 0,3 0 0 16,0 3 0-16,2-1 0 16,-1 1 0-16,-3 3 0 0,0 0 0 0,1 1 0 15,-3 2 0-15,2 0 0 0,1 0 0 0,-3 3 0 16,1-1 0-16,0 1 0 0,0 4 0 0,-2-1 0 0,0 0 0 15,-2 1 0-15,-2 1 0 0,-1-1 0 0,-1 2 0 16,-1-3 128-16,-1 3 0 0,-2-2 0 0,-3-1 0 16,1 2 0-16,-2-2 0 0,0 1-128 0,-1-1 192 0,1-1-64 15,0-1-128-15,-1-1 192 0,-3 1-192 0,1-3 192 16,-1 1-192-16,1-3 0 0,0 0 144 0,-1-2-144 0,3 0 0 16,-2-2 128-16,2 0-128 0,0-1 0 0,0-2 0 0,1 0 0 15,3-3 0-15,-2 0 0 0,2 0 0 0,1-1 0 16,2 0 0-16,2-3 0 0,0 1 0 0,1-6 0 15,2 2 0-15,1-2-128 0,1 2 128 0,1 0 0 16,1 4 0-16,1-1 0 0,-1 0 0 0,3 2 0 16,-1 1 0-16,0 1 0 0,-1 1 0 0,-1 2 0 15,-7 5 0-15,12-4 0 0,0 2 0 0,-12 2 0 16,12 0 0-16,-12 0 0 0,8 5 0 0,-2-1 0 16,-6-4 0-16,8 9 0 0,0-3 0 0,-2 3 0 15,1 2 0-15,-2-1 0 0,0 1 128 0,-1 0-128 16,0 1 128-16,-3 0-128 0,2-2 0 0,-2 1 144 15,-1-1-144-15,0 1 0 0,-1-1 160 0,-2-1-160 16,1 0 128-16,-2 0-128 0,-3 1 176 0,3-3-48 16,0 1-128-16,-1-1 192 0,-1-3-48 0,-2 0-16 15,-1 1 0-15,2-3 0 0,-2 0-128 0,0-1 128 16,-1-1-128-16,-1 0 128 0,2-3-128 0,0 1 0 16,0-2 0-16,1-1 0 15,0-3-608-15,0 1-160 0,2-3-16 0,-1-6-16 16,2-1-2400-16,2-2-464 0</inkml:trace>
  <inkml:trace contextRef="#ctx0" brushRef="#br0" timeOffset="76359.89">22284 4946 13823 0,'0'0'1216'0,"0"0"-960"16,6-13-256-16,-1 3 0 0,3 4 4896 0,-8 6 928 16,9-4 192-16,-9 4 48 0,9-4-3920 0,-9 4-784 15,10-1-144-15,-10 1-48 0,11 8 336 0,-3 2 64 16,-2 3 16-16,-1 3 0 0,-1-1-624 0,1 5-128 0,-2-1-32 15,0 5 0-15,-2 5-128 0,-1-5-32 0,1 2 0 16,-1-1 0-16,-1-4-320 0,1-1-80 0,0-2-16 0,1 0 0 16,2-4-224-16,-2 0 0 0,-1-4 0 0,0-10 0 15,3 12-1040-15,-3-12-160 0,0 0-16 16,0 0-16-16,0 0-1536 0,0 0-304 0,0 0-64 0,0 0-14608 16</inkml:trace>
  <inkml:trace contextRef="#ctx0" brushRef="#br0" timeOffset="76825.75">22423 4793 26719 0,'-9'-6'2368'0,"-1"-4"-1888"15,1 0-480-15,1 1 0 0,-1 1 2000 0,0 2 304 16,1-6 64-16,-2 4 16 0,-1-1-464 0,1 2-112 16,-2 1-16-16,2 1 0 0,-3-1-576 0,1 4-128 15,0-2-32-15,1 3 0 0,-2 1-432 0,-2 1-96 16,2 1-16-16,-1 5 0 0,0-3 0 0,-3 5-16 15,-2-1 0-15,2 2 0 0,-1 2-112 0,0 4-32 16,-3 1 0-16,2 1 0 0,-1 1-16 0,0 5 0 16,0 2 0-16,0 3 0 0,0 1-80 0,2 0 0 15,3 0-16-15,0 2 0 0,3 2-32 0,3 1 0 16,2 2 0-16,1 1 0 0,5-1-64 0,4-1-16 16,2-3 0-16,3 3 0 0,2-5-128 0,4-1 160 15,3-4-160-15,3 0 160 0,3 1-160 0,3-2 128 16,4-4-128-16,0-4 128 0,2-7-128 0,0 2 128 0,1-8-128 0,2 1 128 15,2-1-128-15,0-4 0 0,3-6 0 16,-1 1 128-16,0-3-128 0,0-1 0 0,-1-4 0 16,-2 1 0-16,-3-1 0 0,-1 0 0 0,1-6 0 0,-2 1 0 15,-6-1 0-15,-2-2 0 0,-2 0 0 0,-2-3 0 16,-4 0 0-16,1-2 0 0,0-2 0 0,-2 1 0 16,-2-2 0-16,-3 3 128 0,-3-4-128 0,-2 3 0 15,-1-1 0-15,-5 4 128 0,-1-1-128 0,-4 1 0 0,-2 0 0 16,-3 1 128-16,-1 4-128 0,0-2 0 0,-3-1 0 0,-1 1 128 15,-2 4-128-15,-1-1 0 16,1 2 0-16,-2 2 0 0,0-2 0 0,2 2 0 16,0-1-608-16,1 4-96 0,0 0-32 0,0 1 0 15,-1-1-1376-15,5 0-288 0,0-1-48 0</inkml:trace>
  <inkml:trace contextRef="#ctx0" brushRef="#br0" timeOffset="78203.74">27870 5953 13823 0,'0'0'1216'0,"0"0"-960"0,0 0-256 0,3-5 0 15,5 4 3792-15,0-3 720 0,-1 1 144 0,0 1 16 16,1-1-2384-16,0 3-496 0,-1 1-80 0,0 1-32 16,1-1-64-16,-1 2-16 0,-7-3 0 0,8 6 0 15,-2 1-416-15,-6-7-96 0,4 11 0 0,-4-1-16 0,-1 0-144 0,-2 0-32 16,-2 2 0-16,0-1 0 0,-2-4-320 15,-1 2-64-15,-1-1 0 0,-1 1-16 0,-2-1-112 0,-1 1 0 16,0-2-16-16,1-1 0 0,-1-3-112 0,1 0 0 16,1-1-16-16,-2 0 0 0,2-1-96 0,2 0-16 15,1 0 0-15,8-1 0 0,-7-1-128 0,7 1 0 16,0 0 0-16,-7-4 128 0,4-2-128 0,3 6 0 16,0-11 0-16,3 1 0 0,4-3 0 0,0-2 0 15,4 1 0-15,1 1 0 0,1 1 0 0,1-1-144 16,2 0 144-16,-5 5 0 0,1-1 0 0,1 3-128 15,0-3 128-15,0 2 0 0,0 1 0 0,0 0 0 16,0 4 0-16,0-2 0 0,0 3 0 0,0 1 0 16,0 0 0-16,-2 2 0 0,-2 3 0 0,0 1 0 15,-1-1 0-15,-2 1 0 0,0 2 0 0,-1 1 0 16,-1 2 0-16,0 4 0 0,-3 2 0 0,-1-4 0 16,-1 0 0-16,-2 0 144 0,0 1-144 0,-2 0 192 15,0-1-192-15,-3-1 192 0,-2-3-64 0,-1 1-128 0,1-1 192 0,-1 3-64 16,-2-3 0-16,0-1-128 0,0 0 192 15,4-4-64-15,0-3-128 0,-1-1 192 16,-2-1-192-16,-1 1 192 0,0 0-192 0,0-2 128 0,-2-4-128 0,4 1 128 16,-1-1-128-16,0 0 0 0,2-1 144 0,1 1-144 15,2-4 0-15,-1-1 0 0,3 1 0 0,3-1 0 16,0 1 0-16,4-2 0 0,0 0 0 0,2 2 0 16,1-3 0-16,3 1 0 0,0 0 0 0,2 1 0 15,2-1 0-15,1 1 0 0,0 2 0 0,2 3 0 0,-1-2 0 16,0 3 0-16,1 1 0 0,-1 1-128 0,-1 1 128 15,0 0 0-15,1 2 0 0,-1 0 0 0,0 3 0 0,-1 2 0 16,-1 0 0-16,-2 2 0 0,-2 1 0 0,0 1 0 16,-2-1 0-16,-1 2 0 0,-1 2 0 15,-2 1 0-15,-1 1 0 0,0-1 128 0,-3-2-128 0,0-2 144 16,-1 0-144-16,-2 1 160 0,0-2-32 0,-2 1-128 16,-1 0 192-16,-2-1-64 0,1-1-128 0,0-2 192 15,-1-1-192-15,1 0 192 0,-2-2-192 0,0 0 160 16,1-2-160-16,-1 0 160 0,-1-2-160 0,0-1 0 15,0-4 144-15,1 1-144 0,0 0 0 0,2 0 128 16,-2-2-128-16,4-2 0 0,2 0 0 0,1 0 0 16,1 0 0-16,2-2 0 0,2-3 0 0,3 0 0 15,0-2 0-15,2 1 0 0,1 2 0 0,2 1 0 16,1-2-144-16,2 4 144 0,0 0 0 0,1 1 0 16,-1 2 0-16,-1 3 0 0,-1-2-128 0,0 3 128 15,-1 2 0-15,0 2 0 0,0 0 0 0,-8 0 0 16,8 2 0-16,-2 5 0 0,-6-7-128 0,4 8 128 15,-1 0 0-15,-2 1 0 0,-1 2 0 0,-3 2 0 16,-2 2 0-16,0-2 0 0,-2-3-128 0,-1 1 128 16,1-1-160-16,-2 2 160 15,-1-3-1024-15,3-1-96 0,-1 1-32 0,3-3 0 16,5-6-2384-16,0 0-496 0</inkml:trace>
  <inkml:trace contextRef="#ctx0" brushRef="#br0" timeOffset="78693.72">28870 5202 28559 0,'0'0'2544'0,"-7"-1"-2032"15,0-3-512-15,2 3 0 0,-1 1 2976 0,6 0 496 16,0 0 112-16,0 0 0 0,0 0-1376 0,0 0-288 15,0 0-48-15,0 0-16 0,0 0-848 0,0 0-176 16,0 0-48-16,8-4 0 0,1 1-368 0,1-1-80 16,2 2-16-16,1-2 0 0,1-1-96 0,1 0-32 15,-1 1 0-15,2-3 0 0,-1 3-192 0,1 0 176 16,-2 0-176-16,1 0 160 0,-1 1-160 0,-1-1 0 16,0 1 0-16,-4 2 128 0,-2-1-128 0,-7 2 0 15,0 0 144-15,0 0-144 0,0 0 208 0,0 0-16 16,0 0-16-16,0 0 0 0,-4 7 80 0,-3 2 32 15,-1 1 0-15,-2 2 0 0,-3 1-80 0,-4 3-16 16,-1 2 0-16,-2-2 0 0,1 2 32 0,-2 0 0 0,0-1 0 16,0 0 0-16,1-1-80 0,2 1-16 15,1 0 0-15,3 0 0 0,1-4 0 0,2 0 0 0,4-2 0 0,0 1 0 16,3-3-128-16,3 0 0 0,0-1-192 0,1-8 192 16,0 0 0-16,6 7 0 0,3-2 0 0,0-1 0 15,2-3 0-15,2 1 0 0,1-4 0 0,2 1 0 16,1-2 0-16,0 1 0 0,0-5-144 0,0 1 144 15,1-2-224-15,0 0 16 0,2 0 0 0,-2 2 0 16,0-5-1264-16,2 2-256 16,-2 1-64-16,0-1 0 0,-1 0-1680 0,-1 1-352 0,-2-1-64 0</inkml:trace>
  <inkml:trace contextRef="#ctx0" brushRef="#br0" timeOffset="79193.7">29311 4985 26719 0,'-3'-3'2368'0,"-4"-1"-1888"16,1 2-480-16,-2-5 0 0,-1-1 3200 0,-2 2 560 15,1-2 96-15,-2 1 32 0,-1 1-1424 0,-1-1-288 16,-2 2-48-16,-1 0-16 0,-1 0-1024 0,-3 1-224 16,-3 1-32-16,0 2-16 0,-2 1-336 0,-2 2-64 15,-3 1-16-15,-2 1 0 0,-1 1-16 0,-1 3 0 16,-1 0 0-16,-1 4 0 0,2-2-128 0,1 3-16 0,3 3-16 0,0 1 0 15,-1 1-96-15,2 1 0 16,0 4-128-16,3 0 192 0,2 3-192 0,2 4 144 0,1 0-144 16,3 0 128-16,4 1-128 0,2 1 0 0,2-1 0 0,3 2 128 15,4 0 16-15,4 3 0 0,3-4 0 0,2 0 0 16,2-2-144-16,3 0 0 0,3-4 0 0,4 0 0 16,1 0 0-16,5-1 0 0,1-1 0 0,5-4 0 15,2-2 0-15,5-2 128 0,0-3-128 0,3-3 128 16,2-2 64-16,2 0 0 0,0-4 0 0,-2-3 0 15,0-1-192-15,-1-3 0 0,2 0 0 0,-3-3 0 0,0-3 0 0,-2-1 0 16,0-2 0-16,-1-2 128 0,-4-2-128 16,1-2 0-16,-2-2 0 0,-2-2 0 0,1 1 0 0,-2-1 0 15,-1-1 0-15,-3-2 0 0,0-1 0 0,-3-3 0 16,-2 2 0-16,-2-1 0 0,-3 1 144 0,-3 0-144 16,-5 0 160-16,1 1-160 0,-3 2 0 0,-3 0 0 15,-2-1 0-15,-4 3 0 0,-2 0 0 0,-2 0 0 16,-3-2 0-16,-2 4 0 0,-3 0 0 0,0 3-128 15,-1-2 128-15,-1 3 0 0,1 0-320 0,0 2 64 16,0 1 0-16,1 2 0 16,-1 2-1168-16,1 0-240 0,1 3-32 0,2 0-13952 15,2 1-2784-15</inkml:trace>
  <inkml:trace contextRef="#ctx0" brushRef="#br0" timeOffset="81446.85">23271 5880 8287 0,'0'0'736'0,"0"0"-592"0,0 0-144 0,0 0 0 0,0 0 3632 0,0 0 688 15,0 0 144-15,0 0 16 0,0 0-2192 0,0 0-448 16,0 0-96-16,0 0-16 0,0 0-96 0,7 0-32 15,-7 0 0-15,6 0 0 0,-6 0-320 0,7 0-64 16,-7 0 0-16,9 0-16 0,-1 0-320 0,0 0-64 16,0-4-16-16,-1 3 0 0,0 2-448 0,-1-1-96 15,-6 0 0-15,8 0-16 0,-8 0 0 0,9-1 0 16,0 0 0-16,1 1 0 0,-1 0 16 0,0 0 16 0,0-3 0 0,0 3 0 16,0 0 16-16,0 0 0 0,0 0 0 0,-1 0 0 15,1-1 80-15,1 1 16 0,-1 0 0 0,1 0 0 16,1 0-208-16,-1 0-48 0,-1-1 0 0,1 1 0 15,1 0-128-15,-1 0 128 0,2 0-128 0,0 0 128 16,0 0-128-16,-1-2 0 0,1 2 144 0,0-2-144 16,-1 4 0-16,1-2 0 0,0-2 0 0,1 0 128 15,-1 1-128-15,-1 1 0 0,0 1 128 0,-1-1-128 16,1 0 192-16,-1 0-16 0,1 0-16 0,-1 0 0 0,0 0 32 16,1 0 0-16,-2-1 0 0,1 1 0 0,1 0-16 15,-1 0 0-15,1 0 0 0,2-1 0 0,-1 1-48 0,-1 0-128 16,1 0 192-16,0-2-64 0,-2 1-128 0,3 0 0 15,0 0 0-15,0 1 0 0,0 0 0 0,0-3 128 16,0 2-128-16,0-1 0 0,0 2 128 0,0 0-128 16,1 0 0-16,-3 0 128 0,0-1-128 0,0 1 192 15,2 0-192-15,0 0 192 0,1-1-48 0,-1-1 0 16,0 1 0-16,0 1 0 0,0 0 16 0,0 0 0 16,-2 0 0-16,4 0 0 0,-2 0-16 0,1 3 0 15,0-3 0-15,1 0 0 0,-2 0-144 0,1 0 160 0,1-2-160 16,-1 2 160-16,-1 0-160 0,1 0 0 15,2-1 144-15,0 1-144 0,-2 0 0 0,0 0 0 16,1 0 0-16,-1 0 0 0,0 0 0 0,1 0 0 16,-1-1 0-16,2 1 128 0,-2 0-128 0,0 0 128 15,-1 0-128-15,2 0 128 0,-1 0-128 0,2 0 0 16,-1 0 0-16,1 0 128 0,-2 0-128 0,2 0 176 0,0 0-176 0,-1 0 192 16,1 0-64-16,-2 1 0 0,1 0 0 15,-1-1 0-15,3 0-128 0,-2 0 0 0,0 0 0 16,-1 0 0-16,0 2 0 0,0-2 0 0,-1 0 0 0,0 0-176 15,0 1 176-15,0-1 0 0,0 0 0 0,0 0 0 16,1 0 0-16,0 1 0 0,1 1 0 0,-1-2 128 16,-1 0-128-16,1 0 0 0,2 0 128 0,0 0-128 15,-1 0 144-15,1 0-144 0,0-2 192 0,1 2-192 0,1 0 0 0,-1 0 0 16,0-1 0-16,0 1 0 0,0 0 0 16,1 0 0-16,-1 1 0 0,0-1 0 0,0 0 0 0,-2 0 0 15,1 2 128-15,0-2-128 0,-1 0 0 0,1 0 160 16,0 0-160-16,-1 0 128 0,2-2-128 15,-1 4 0-15,0-1 0 0,-1-1 128 0,1-1-128 0,-2-1 0 16,1 2 0-16,0 0 0 0,1 0 160 16,-1 0-160-16,1-1 192 0,-3 1-192 0,1 0 0 15,2-1 0-15,0 1 0 0,-1 0 0 0,2 0 0 16,0 1 0-16,0-1 0 0,0 0 0 0,0 0 128 0,1 0-128 16,-1 0 0-16,2 0 0 0,0 0 0 0,-1 0 0 15,1 0 0-15,-2 0 0 0,0 0 0 0,1 1 0 16,-1-1 0-16,0 0 0 0,1 0 0 0,-2 2 0 15,-1-1 0-15,1-1 0 0,0 0 0 0,-1 0 0 16,0 0 0-16,0 0 0 0,1 0 192 0,-1 0-64 16,1 0 0-16,-2 0-128 0,-1 0 0 0,2 0 0 15,0 0 0-15,1 0-144 0,-2 1 144 0,2 1 0 16,1-2 0-16,-1 1 0 0,1-1 0 0,0 0 128 0,1 0-128 0,-1 1 128 16,0 0-128-16,0 1 0 0,-2-2 0 15,1 1 0-15,0 0 0 0,-1 1 0 0,0-2 0 16,-1 2 0-16,2 0 0 0,-2-1 0 0,-2-2 0 0,1 1-128 15,0 1 128-15,-2 0 0 0,0 2 0 0,1-3 0 16,-1 0 0-16,0 0 0 0,-1 0 0 0,1-3 0 16,0 6 0-16,1-3 0 0,0 0 0 0,0 0 128 0,1 0-128 15,-3 0 0-15,0 1 0 0,2 0 0 16,0-2 0-16,-2 0 0 0,1 1 0 0,-1 0 128 0,1 0-128 16,0 0 0-16,1-4 0 0,-1 4 0 0,-1 0 0 15,0 1 0-15,2 2 0 0,0-3 128 16,-2 1-128-16,1 0 0 0,-11-1 128 0,11 0-128 0,3 2 0 0,1-2 128 15,5 4-128-15,-3 1 0 0,-8-8 0 0,3 2 0 16,2 1 0-16,-2 0 128 0,-12 0-128 0,14 1 0 16,0-1 0-16,2 3 0 0,0-2 0 0,-1 2 0 15,1-2 0-15,-2 0 128 0,1 2-128 0,-2 0 0 16,1 1 0-16,0-3 0 0,-1 0 0 0,2 0 0 16,0 3 0-16,-2-4 0 0,2 3 0 0,-2-2 0 15,1 2 0-15,-1-3 0 0,4 2 0 0,-1 0 0 16,1 0 0-16,2 0 128 0,-1-2-128 0,-1 1 0 15,-2 0 0-15,-2 1 0 0,0-1 0 0,0 0 0 16,0 0 0-16,0 2 128 0,0-2-128 0,0 1 0 16,1 0 0-16,5 0 128 0,-4-1-96 0,0 3-32 15,0-4 0-15,-2 1 0 0,0-1 0 0,-1 0 0 16,0 0 0-16,-1 0 0 0,1 1 0 0,1-1 0 16,-1-1 0-16,1 1 0 0,0 3 0 0,0-1 0 15,-1-2 0-15,1 0 0 0,-1 0 0 0,-1 0 0 0,1 0 0 0,0 0 0 16,0 2 0-16,1-2 0 0,0-2 0 15,1 2 0-15,3 0 0 0,-5 0 0 0,-1 0 0 16,1 0 0-16,1 0 0 0,-2 2 0 0,-2-4 0 0,1 2 0 0,1 0 0 16,0 2 0-16,1-1 0 0,0-1 0 0,-4 0 0 15,1 1 0-15,0 2 0 0,0-3 0 0,0 0 0 16,0 0 0-16,-1 0 0 0,1 1 0 16,2 2 0-16,-2-1 0 0,-1 0 0 0,-1-1 0 0,1-1 0 0,0 1 0 15,1 1 0-15,0-2 0 0,0-2 0 0,-1 2 0 16,-1 2 0-16,-1-2 0 0,-6 0 0 0,0 0 0 15,0 0 0-15,7-2 0 0,-7 2 0 0,0 0 0 16,0 0 0-16,0-6 0 16,-3-2-640-16,1-1-112 0,-5 0-16 0,-3-2-16240 15,-2 3-3232-15</inkml:trace>
  <inkml:trace contextRef="#ctx0" brushRef="#br0" timeOffset="82119.89">25430 5639 19343 0,'0'0'1728'0,"0"0"-1392"0,0 0-336 0,0 0 0 0,4 9 6448 0,0-3 1216 16,1 0 240-16,3 2 48 0,1 2-5360 0,2-2-1072 15,-1 1-224-15,2 2-32 0,1-1-272 0,1 2-48 16,2-3-16-16,2 1 0 0,2 1-608 0,-1-3-128 15,2-1-32-15,1 1 0 0,2-3-160 0,1 1 0 16,-1-1 144-16,-2 0-144 0,-1 0 0 0,-1 1 128 16,-1-3-128-16,-2 1 0 0,-1 0 0 0,-2-1 0 15,-2 1 0-15,0-4 0 0,-2 2 0 0,-1 2 0 16,-1-2 0-16,-8-2 0 0,0 0 0 0,0 0 0 16,0 0 0-16,0 0 128 0,0 0-128 0,0 0 144 15,0 0-144-15,-2 9 160 0,-4-1-32 0,-1-1-128 16,-4 1 192-16,-1 1-64 0,-1-2 0 0,-1 1 0 15,-2 0 0-15,-2 1 0 0,-3 0-128 0,2 1 192 0,-2 2-192 16,0-2 192-16,1-1-192 0,1-1 128 0,1-1-128 0,2 1 128 16,0-2-128-16,3 1 0 0,0-1 0 0,2-1 0 15,0 1 0-15,2-1 0 0,1-1-192 0,0-2 192 16,1 0-1360-16,-1-2-160 0,-1 0-16 16,-2 0-22784-16</inkml:trace>
  <inkml:trace contextRef="#ctx0" brushRef="#br0" timeOffset="83693.24">21647 3004 23039 0,'0'0'2048'0,"0"0"-1648"0,0 0-400 0,-4 7 0 16,0-2 2688-16,4-5 464 0,-3 7 96 0,1 0 16 16,1 1-1552-16,-1-1-304 0,2-7-64 15,-1 8-16-15,0 2-704 0,-1-2-144 0,0 0-32 0,0 1 0 16,1-1-256-16,0-1-48 0,1-7-16 0,-3 8 0 0,2 0-128 0,-2 3 0 15,1-5 0-15,-1 2 0 16,-1 0-288-16,2 1-144 0,-1-1-16 16,0 2-11632-16,2-2-2320 0</inkml:trace>
  <inkml:trace contextRef="#ctx0" brushRef="#br0" timeOffset="83897.3">21747 3616 25791 0,'0'0'2304'0,"-2"9"-1856"15,-1 3-448-15,2-2 0 0,1 2 1312 0,0 0 160 16,0-3 48-16,1 1 0 0,-1 1-688 0,0-1-128 16,0 2-16-16,0-2-16 0,-1-1-288 0,-1 2-48 15,1-3-16-15,0 1 0 0,1 0-320 0,0 1 0 16,0-3 0-16,1 2 128 15,0 0-1696-15,1 0-336 0,-1 0-64 0</inkml:trace>
  <inkml:trace contextRef="#ctx0" brushRef="#br0" timeOffset="84093.71">22018 4166 26079 0,'0'0'1152'0,"0"10"256"15,-1 1-1136-15,1-2-272 0,3 0 0 0,-1 2 0 0,2-2 848 0,0 0 112 16,0 0 32-16,1 0 0 0,1 0-592 0,-1-1-112 16,0 0-32-16,2-2 0 0,-1 1-256 0,2-2-272 15,0 0 48-15,2 0-13168 16</inkml:trace>
  <inkml:trace contextRef="#ctx0" brushRef="#br0" timeOffset="84274.41">22385 4586 17503 0,'0'0'768'0,"0"8"176"0,-1-1-752 0,1 3-192 16,0-3 0-16,0 2 0 0,0 1 2608 0,-2-1 480 16,1 0 112-16,0 0 0 0,1-1-2304 0,0 0-448 15,-2-1-112-15,2 3-16 0,2-3-320 0,-1 1 0 16,-1-8 0-16,3 8 0 15,-3-8-1472-15,3 10-256 0,1-3-48 0</inkml:trace>
  <inkml:trace contextRef="#ctx0" brushRef="#br0" timeOffset="84464.42">22665 5012 23039 0,'0'0'2048'15,"-2"8"-1648"-15,-1 1-400 0,2 1 0 0,-1 0 1152 0,1 3 128 0,0-2 48 0,1 1 0 16,-3 9-48-16,2-11-736 0,-1 2 0 16,2-4-304-16,0 2-64 0,0 1-16 0,2-2 0 15,-1 0-480-15,0 1-80 0,2 1-32 0,0 1-12624 16</inkml:trace>
  <inkml:trace contextRef="#ctx0" brushRef="#br0" timeOffset="84633.9">22831 5513 8287 0,'0'0'736'0,"2"9"-592"15,0 1-144-15,-1-2 0 0,0 0 3072 0,2 0 576 16,-1 0 112-16,0 1 16 0,-1 1-2544 0,0-1-512 16,-1-9-96-16,3 8-32 0,0-1-272 0,0 0-64 15,1 3-16-15,0-4 0 16,2-1-1744-16,0 2-352 0</inkml:trace>
  <inkml:trace contextRef="#ctx0" brushRef="#br0" timeOffset="84792.66">23065 5784 4607 0,'0'0'192'0,"0"0"64"0,2 8-256 0,-1 1 0 0,0-3 0 0,1 2 0 16,-1 0 4608-16,3 0 896 0,-3 0 160 0,0-1 32 15,-1-7-4032-15,0 0-832 0,3 8-144 0,0-1-48 16,-3-7-448-16,4 8-192 0,1-2 176 0,1-1-176 15,1-1-1792 1,-1 0-448-16,2-1-80 0</inkml:trace>
  <inkml:trace contextRef="#ctx0" brushRef="#br0" timeOffset="84915.28">23309 6006 2751 0,'0'0'256'0,"0"0"-256"15,1 9 0-15,3-2 0 0,-1 0 2128 0,-3-7 384 16,0 0 80-16,4 10 16 0,0-2-1632 0,0 1-320 15,-2-2-64-15,1-1-4528 16,-3-6-912-16</inkml:trace>
  <inkml:trace contextRef="#ctx0" brushRef="#br0" timeOffset="85096.6">23625 6325 12895 0,'0'0'1152'0,"1"6"-928"16,0 2-224-16,1 0 0 0,-1 0 1664 0,0 0 272 0,0 0 64 16,1-1 16-16,-1 2-1296 0,0-2-256 15,-1-7-48-15,4 8-16 0,0 1-144 0,1 0-48 0,1-1 0 16,0 1-6736 0,2-4-1344-16</inkml:trace>
  <inkml:trace contextRef="#ctx0" brushRef="#br0" timeOffset="85305.82">23868 6620 22511 0,'2'10'992'0,"-1"-3"224"0,2 2-976 0,-1 1-240 0,0-3 0 0,0 2 0 0,2-1 1408 0,-1 1 224 15,-2 1 48-15,0-2 16 0,1 4-352 16,2-2-80-16,1-1-16 0,1 2 0 0,1-1-224 0,1-1-64 16,1 2 0-16,1-4 0 0,2 3-448 15,1-1-112-15,0 1-16 0,1-3 0 0,2 0-144 0,-2 1-48 16,1 0 0-16,-1 1 0 0,0-1-192 0,1 0 0 15,-2 0 0-15,-2 0 0 16,0 1-1664-16,-1-3-240 0,-1 2-32 0,1 0-13216 16</inkml:trace>
  <inkml:trace contextRef="#ctx0" brushRef="#br0" timeOffset="85447.17">24424 7183 18255 0,'8'17'800'0,"-3"-9"176"0,1-2-784 0,2 2-192 15,1 1 0-15,-1 3 0 0,0-2 1088 0,0 1 160 16,-2-1 32-16,1 2 16 0,-1-3-848 0,1 1-160 16,-2 1-32-16,3-1-16 15,1 1-1888-15,0-1-368 0</inkml:trace>
  <inkml:trace contextRef="#ctx0" brushRef="#br0" timeOffset="85660.36">24781 7494 8287 0,'9'9'736'0,"-5"-3"-592"0,3-1-144 0,-2 1 0 16,-1 5 672-16,0-2 96 0,0 1 32 0,-1 1 0 15,3-5-528-15,-2 2-96 0,-2 1-32 0,3 0 0 16,2 2-144-16,-1-2 0 0,1 0 0 0,1 0 0 0,2 0 640 16,2-2 112-16,1-2 16 0,0 3 0 15,0 2 1520-15,1-2 304 0,2 4 64 0,1-4 16 16,0 1-240-16,0-1-64 0,0 0 0 0,0-1 0 0,-2 1-640 0,1 1-128 16,-3 0-16-16,-1-2-16 0,-2 1-880 15,-2 0-176-15,-3-2-48 0,-1 3 0 0,-2 0-464 0,-1 0-160 16,-1-1 0-16,-1 1 0 15,1-9-2032-15,0 8-416 0,0 1-80 0,1 0 0 16</inkml:trace>
  <inkml:trace contextRef="#ctx0" brushRef="#br0" timeOffset="85860.68">25600 8300 19295 0,'12'13'848'0,"-5"-8"176"0,4 4-816 0,-1 1-208 0,3-3 0 0,0 3 0 15,2-1 1904-15,-2 0 336 0,-2 1 64 0,1 1 0 16,0-2-1440-16,-2 0-288 0,-2 0-64 0,-1 0-9008 16,-1-1-1792-16</inkml:trace>
  <inkml:trace contextRef="#ctx0" brushRef="#br0" timeOffset="86208.47">26140 8743 10127 0,'2'13'896'0,"-1"-6"-704"0,-1 2-192 0,0-1 0 0,4 2 3648 0,-2-1 704 16,-1 2 144-16,0-1 32 0,1 1-3584 0,-1-1-720 15,0 2-224-15,3-2 128 0,-1-1-272 0,3 1-48 16,3 1-16-16,2 0 0 15,1 0-912-15,2 1-176 0,4-1-48 0,2 0 0 16,-1 1 656-16,2 1 128 0,1-1 32 0,-1-2 0 0,0 1 816 0,-1-1 160 16,-1-1 48-16,1 2 0 0,-3-2 272 0,-2 0 48 15,0 0 16-15,-2 0 0 0,-2 0-544 0,1-1-96 16,-3 0-32-16,0 0 0 0,-1 1-160 0,0 1 0 0,0-2 0 16,0 1 0-16,1 0-192 0,-1 2 16 15,-2-3 16-15,2 1 0 0,1 0 160 0,3-1 0 0,-1 1 0 16,3-3-128-16,-1 3 128 0,0-1 0 15,1 0 0-15,2 1 0 0,1 2 0 0,-3-1 144 16,0 2-16-16,1 1-128 0,-1-4 720 0,0 1 48 16,-1 1 0-16,2 2 0 0,0-5-368 0,-2 2-64 0,-1-1-16 15,0 0-8448 1,-1-1-1712-16</inkml:trace>
  <inkml:trace contextRef="#ctx0" brushRef="#br0" timeOffset="86330.85">27227 9618 24063 0,'5'14'1072'0,"-2"-7"208"0,1 1-1024 0,-1 2-256 0,0 2 0 0,0-2 0 16,-1 0 448-16,0-1 16 0,-1-2 16 0,2 3-7904 15,-1 0-1568-15</inkml:trace>
  <inkml:trace contextRef="#ctx0" brushRef="#br0" timeOffset="86463.13">27602 9983 17503 0,'12'12'1552'0,"-4"-7"-1232"15,1 4-320-15,1 0 0 0,0 0 2112 0,0 3 352 16,2 0 80-16,1-2 16 0,0-1-1088 0,0 1-224 16,-1-3-32-16,2 1-16 0,2 1-880 0,-1-1-192 15,0-1-128-15,0-1 192 16,1 2-1360-16,1-1-272 0,0-1-48 0</inkml:trace>
  <inkml:trace contextRef="#ctx0" brushRef="#br0" timeOffset="86584.59">28301 10368 11967 0,'7'6'1072'0,"-1"1"-864"15,2-1-208-15,0 0-5280 0</inkml:trace>
  <inkml:trace contextRef="#ctx0" brushRef="#br0" timeOffset="86707.17">28781 10545 25103 0,'0'0'1104'0,"8"7"240"0,2-1-1072 0,1 1-272 0,-2-1 0 0,1 1 0 16,1-1 960-16,-1 1 144 0,-1-2 32 0,2 0 0 15,-1-1-2400-15,-1 1-464 0</inkml:trace>
  <inkml:trace contextRef="#ctx0" brushRef="#br0" timeOffset="86849.02">29400 10759 19343 0,'13'10'848'0,"-4"-3"192"0,6-1-832 16,0 0-208-16,1 1 0 0,1 1 0 0,2 1 2960 16,0-1 560-16,-2 0 96 0,0-2 32 0,1 1-2544 0,0 1-496 15,-1-2-96-15,0 1-32 16,0-2-1776-16,1-1-368 0,0-1-64 0,2 1 0 0</inkml:trace>
  <inkml:trace contextRef="#ctx0" brushRef="#br0" timeOffset="86959.3">30237 11037 4607 0,'14'11'192'0,"-6"-5"64"0,0 0-256 0,3 2 0 16,0 0 0-16,5-1 0 0,0 1 4288 0,-1 1 800 0,0-2 160 0,0 1-9792 31,1-2-1984-31</inkml:trace>
  <inkml:trace contextRef="#ctx0" brushRef="#br0" timeOffset="87118.45">31113 11376 32543 0,'21'9'1440'0,"-10"-4"288"0,0 4-1376 0,5-2-352 0,1 2 0 0,1 1 0 15,-1-2 2032-15,3 1 336 0,0-2 64 0,3 0 0 0,1 1-1376 0,2 0-288 16,2 0-48-16,-3-2-16 0,3 0-704 0,4-1-128 16,1 0-48-16,4 0-19152 15</inkml:trace>
  <inkml:trace contextRef="#ctx0" brushRef="#br0" timeOffset="88190.25">25415 1956 17503 0,'0'0'1552'0,"0"0"-1232"16,-7 7-320-16,2-2 0 0,0 1 3776 0,1 1 688 16,0-2 144-16,0 3 16 0,0 1-2512 0,-1-1-512 15,0 0-112-15,-2 2-16 0,1-1-656 0,0 3-144 16,0 0-32-16,-1-1 0 0,0 3-400 0,0-1-96 0,2 0-16 0,1 0 0 15,-1 0-128-15,2 0 0 16,3-3 0-16,1 2 0 16,1 0-1600-16,0 1-320 0,2 0-48 0,3 0-16 0</inkml:trace>
  <inkml:trace contextRef="#ctx0" brushRef="#br0" timeOffset="88342.24">25668 2724 6447 0,'3'8'576'0,"3"2"-576"16,0 2 0-16,2 2 0 0,0-1 832 0,2 3 48 16,2 1 16-16,1 0 0 0,3-4-720 0,-3 1-176 15,-2 1 0-15,3 0-2832 16,1 2-608-16</inkml:trace>
  <inkml:trace contextRef="#ctx0" brushRef="#br0" timeOffset="88505.86">26289 3553 4607 0,'10'20'400'0,"-5"-12"-400"16,-1-1 0-16,0 3 0 0,-2-1 4160 0,5 2 768 15,2 1 128-15,-3-1-12224 0</inkml:trace>
  <inkml:trace contextRef="#ctx0" brushRef="#br0" timeOffset="88632.09">26733 4075 3679 0,'0'0'160'0</inkml:trace>
  <inkml:trace contextRef="#ctx0" brushRef="#br0" timeOffset="88760.27">26977 4332 10127 0,'6'14'896'0,"-2"-8"-704"0,2 1-192 0,0 3 0 0,-2 3 1984 0,0 0 352 16,-2-1 80-16,1 1 16 0,-1 0-832 0,2-1-176 15,-2 0-16-15,0-1-16 0,1 0-976 0,1 1-192 16,0-1-32-16</inkml:trace>
  <inkml:trace contextRef="#ctx0" brushRef="#br0" timeOffset="88887.37">27280 4763 6447 0,'8'17'576'0,"-5"-10"-576"16,-1 3 0-16,0 3 0 0,-1 0 4544 0,0 0 784 16,1 1 176-16,-4 2 16 0,0-4-3696 0,-1 2-736 15,2 0-160-15,-1 1-32 0,0-2-720 0,1 2-176 16,2 0 0-16</inkml:trace>
  <inkml:trace contextRef="#ctx0" brushRef="#br0" timeOffset="89163.02">27591 5348 21823 0,'1'16'960'0,"-1"-7"208"0,0 4-928 15,0 0-240-15,0 4 0 0,1-2 0 0,-1 0 1072 0,1-2 160 0,2 0 48 0,0 2 0 0,2-1-656 16,0 0-128-16,0 1-32 0,3-2 0 0,1 0-464 15,2 1 0-15,-1-1 0 0,2 0 0 0,1 0-304 16,-1 2-48-16,-1 0-16 0,2-2 0 16,0 3-400-16,0-2-96 0,-2 1-16 0,-1-2 0 15,1 2-288-15,-2 0-64 0,0-1-16 0,-1 0 0 16,-2 1 352-16,0 0 64 0,1 1 0 0,0-2 16 0,-3 2 400 0,2-4 80 16,2 1 16-16,1 0 0 0,0 0 608 0,2 0 128 15,3 0 32-15,2 0 0 0,2-3 240 0,2 1 48 16,-1 0 16-16,1 0 0 0,1-2-384 0,-2 1-80 15,-1 0-16-15,1-1 0 0,0 2-272 0,1-4 0 16</inkml:trace>
  <inkml:trace contextRef="#ctx0" brushRef="#br0" timeOffset="89405.22">28558 6324 22335 0,'8'11'992'0,"-3"-4"208"0,1 2-960 16,1-2-240-16,-2 0 0 0,0 1 0 0,2 0 448 0,-1 2 32 0,2-2 16 0,1 0 0 16,1-1-192-16,1-2-48 0,2 0 0 15,2 2 0-15,0-1-480 0,2 1-96 0,2 0-32 0,-1 3 0 32,3-4-2384-32,1 1-464 0,0-2-112 0,0 3-16 0,2-1 1552 0,-1 4 304 0,1-1 64 0,0 1 16 15,2-3 672-15,-1-1 128 16,-1 2 16-16,-1-1 16 0,1 0 1072 0,-4 0 224 0,-1 1 32 0,-2-2 16 0,-2 0-624 15</inkml:trace>
  <inkml:trace contextRef="#ctx0" brushRef="#br0" timeOffset="89510.53">29441 6742 3679 0,'7'4'320'0,"1"3"-320"16,0-1 0-16,1 1 0 0,3-1 3456 0,-4 1 608 15,-2 0 128-15,1 1 32 0,1 0-2928 0,-1-1-576 16</inkml:trace>
  <inkml:trace contextRef="#ctx0" brushRef="#br0" timeOffset="89664.35">30162 6996 18431 0,'0'0'816'0,"6"8"160"0,-1-1-784 0,3-1-192 15,1 3 0-15,2 0 0 0,-2-2 3552 0,0-2 672 16,0 2 128-16,0-1 16 0,0-1-3120 0,3 1-624 0,0 0-128 0,2 1-32 31,2-5-1808-31,1 2-352 0,1-1-80 0</inkml:trace>
  <inkml:trace contextRef="#ctx0" brushRef="#br0" timeOffset="89831.64">31015 7308 11055 0,'21'14'480'0,"-9"-10"112"0,2 1-464 0,5 2-128 0,0-2 0 0,3 0 0 15,2 3 3136-15,2-1 592 0,0-1 128 0,1-1 32 0,1 1-2240 0,-1-1-448 16,0 0-96-16,1 0-16 0,-1-3-768 0,2 0-176 16,1 1-16-16,2-1-128 15,4 2-2112-15,0 0-512 16</inkml:trace>
  <inkml:trace contextRef="#ctx0" brushRef="#br0" timeOffset="89947.58">32061 7547 11055 0,'29'14'976'0,"-15"-8"-784"16,3 1-192-16,4 1 0 0,1 2 1760 0,1 2 304 15,0-3 64-15,-1 0 16 0,0-2-1712 0,-1-1-432 16,-4 1 0-16,-2-2 0 0,1 0-144 0,-2 0-112 16,-1 1-32-16,0-1-5104 15,-1 0-1024-15</inkml:trace>
  <inkml:trace contextRef="#ctx0" brushRef="#br0" timeOffset="91163.43">22995 13185 1839 0,'4'-13'160'0,"-4"13"-160"0,2-10 0 0,0 0 0 16,0 1 6352-16,1 2 1248 0,1-4 240 0,-1 3 48 15,0 2-3984-15,1 1-816 0,-4 5-144 0,0 0-48 16,6-6-400-16,-6 6-64 0,7-1-32 0,3 2 0 16,-4 3-976-16,1 3-192 0,-1 5-32 0,2 1-16 0,0 3-432 0,0 5-96 15,-1 3-16-15,1 3 0 0,3 3-224 0,-2 4-48 16,-1 3-16-16,1-1 0 0,1 1-96 0,1-1-32 16,0 1 0-16,2-5 0 0,-2 2-224 0,-2-1 144 15,0-6-144-15,-1 0 128 0,-2-2-128 0,1-1 0 16,-1-5 0-16,0-2 128 0,-1-2-128 0,1-4 0 15,-2 1 0-15,-1-4 0 0,-1-2 0 0,-2-6 0 16,0 0 0-16,0 0 0 0,0 0 0 0,8-2 0 16,-1-5 0-16,-1-3 0 0,1-3 0 0,-1-4 0 15,2-1 0-15,0-6 0 0,1-3 0 0,0-3 0 16,0-2 0-16,0-1 0 0,2-4-144 0,1-3 144 16,1-5-192-16,0 2 192 0,0 2-384 0,-2 3 48 15,1 4 0-15,-1 4 0 16,-2 5-800-16,-3 3-144 0,1 5-48 0,-2 3 0 15,-2 3-784-15,-3 6-144 0,0 5-48 0,0 0-11680 16,-6 5-2336-16</inkml:trace>
  <inkml:trace contextRef="#ctx0" brushRef="#br0" timeOffset="91448.57">22973 13472 13823 0,'0'0'1216'0,"0"0"-960"0,-9-4-256 16,1 0 0-16,0 0 7552 0,8 4 1456 0,0 0 288 0,0 0 64 15,0 0-6048-15,0 0-1216 0,0 0-240 0,0 0-64 16,0 0-752-16,4-5-144 0,2 0-48 0,4 0 0 0,1 1-608 0,4-3-240 16,2 2 176-16,2 2-176 0,2-2 128 0,2 0-128 15,1 0 0-15,-1-2 144 0,1 4-144 0,-2 0 0 16,0-3 0-16,0 1 0 0,2 3 0 0,-1-2 0 15,1 1 0-15,-1 0-176 16,2 0-480-16,-2 1-112 0,1 0 0 0,-2-1-16 16,0 0-944-16,-1 2-176 0,-1 1-32 0,-3 0-13040 15,-3 0-2592-15</inkml:trace>
  <inkml:trace contextRef="#ctx0" brushRef="#br0" timeOffset="91717.19">23655 13658 47279 0,'0'0'2096'0,"0"0"432"0,0 0-2016 0,2 8-512 15,0 1 0-15,0 2 0 0,1-3 1472 0,-2 3 208 0,0 4 48 16,1-1 0-16,-1 2-848 0,2 1-176 0,-1 1-16 0,1 0-16 0,-2 0-672 16,0 1 0-16,1-1 0 0,0-1 0 15,0 0-672-15,-1-2-160 0,0 0-48 0,-1-1-15120 16,0 0-3040-16</inkml:trace>
  <inkml:trace contextRef="#ctx0" brushRef="#br0" timeOffset="92500.11">27566 13361 30399 0,'0'0'2704'15,"0"0"-2160"-15,0 0-544 0,0 0 0 0,0 0 3232 0,0 0 544 16,5 0 96-16,-2 7 32 0,1 2-1536 0,-1 2-320 15,0 5-48-15,2 1-16 0,-2 4-768 0,1 2-176 0,-2 5-16 0,4 2-16 16,-1 0-432-16,0 1-96 0,3 2-16 0,-2-3 0 16,4-2-208-16,-1 1-32 0,1-3-16 0,-1-1 0 15,0 0-208-15,-1-3 0 0,-1 1 128 0,0-6-128 16,0-3 0-16,-2 0 0 0,2-3 0 0,-3-2 0 16,0-1 0-16,1-1 128 0,-1-1-128 0,-4-6 0 15,0 0 0-15,0 0 0 0,0 0 128 16,6-2-128-16,1-5 0 0,-1-2 0 0,-1-1 0 0,2-3 0 15,1-4 0-15,0-3 0 0,-1 0 0 0,1-3 0 16,1-2 0-16,2-5 0 0,1-4 0 0,1 0 0 16,0-2 0-16,1-2-192 0,2-1 192 0,-2 0-208 15,-1 1-128-15,-1 4-32 0,-2 3 0 0,-1 4 0 16,-1 3-768-16,-3 5-144 0,-1 5-48 0,-2 5 0 16,-5 4-800-16,3 5-176 0,-7 5-16 0,-2 4-16 15,-2 3-1648-15,-4 3-336 0</inkml:trace>
  <inkml:trace contextRef="#ctx0" brushRef="#br0" timeOffset="92728.22">27501 13652 44975 0,'0'0'1984'0,"0"0"432"0,0 0-1936 0,0 0-480 16,5-7 0-16,0 1 0 0,2-1 1616 0,-2 2 240 15,3-1 32-15,1 0 16 0,2 1-512 0,1 1-112 16,0-2 0-16,2-1-16 0,1-1-816 0,2 2-144 16,1-2-48-16,0 0 0 0,0 2-256 0,1-1 128 15,0-1-128-15,1 3 0 16,-1 0-560-16,1 2-208 0,1 1-64 0,-2 2 0 16,2-3-2080-16,0 6-416 0,1-2-96 0</inkml:trace>
  <inkml:trace contextRef="#ctx0" brushRef="#br0" timeOffset="93096.65">28125 13752 48895 0,'0'0'2176'0,"0"0"432"0,0 0-2096 0,0 0-512 0,0 0 0 0,0 0 0 16,0 0 1392-16,0 0 160 0,0 0 48 0,8 4 0 0,0-1-576 0,1-3-128 15,1 0 0-15,3-3-16 0,2 2-624 0,-1 0-128 16,-1-1-128-16,0 0 176 0,-1 0-176 0,0 1 0 15,-3 1 0-15,-1 1 0 0,-8-1 192 0,6 4-64 16,-6-4 0-16,4 4 0 0,-3 3-128 0,-2 0 160 16,-2 3-160-16,-2 0 160 0,-1 3-112 0,-4 1-48 15,-1 3 0-15,-1 0 0 0,0 0 0 0,2-1 0 16,-1 0 0-16,2 2 0 0,0-4 0 0,3 2 0 16,-1-3 0-16,3-1 0 0,0-1 0 0,3 2 0 15,1-4 0-15,1-1 0 0,-1-8 0 0,6 7 0 16,0-1 0-16,3-3 0 0,2 1 0 0,0-3 0 15,2-1 0-15,3 0 0 0,1-1 0 0,0 1 0 0,1-5 0 0,0 1 0 16,1 0 0-16,-1-1 0 16,-1-1 0-16,1 1 0 15,0-3-448-15,-1 2-64 0,0-1-32 0,0 1 0 16,-1-1-1856-16,-3-2-368 0,0 1-80 0,-1 2-16 0</inkml:trace>
  <inkml:trace contextRef="#ctx0" brushRef="#br0" timeOffset="94199.37">18269 5674 27647 0,'0'0'1216'0,"0"0"256"0,-9 7-1168 16,1-1-304-16,8-6 0 0,-6 11 0 0,0-2 3648 0,2 3 688 15,2 2 128-15,0-1 16 0,1 5-2128 0,0 1-432 16,1 5-96-16,1 1-16 0,0 1-816 0,2 3-160 16,0 1-48-16,-1 1 0 0,1-3-464 0,0 0-80 15,0 1-32-15,1-3 0 0,0-3-208 0,0-2 0 16,0-1 128-16,0-1-128 0,-1-3 0 0,1 1 0 15,-2-3 0-15,1-2-160 16,-2-2-224-16,0-2-32 0,1-1-16 0,-2-7 0 16,0 0-1312-16,0 0-272 0,0 0-48 0,0 0-16 15,-7-3-2080-15,2-1-400 0</inkml:trace>
  <inkml:trace contextRef="#ctx0" brushRef="#br0" timeOffset="94518.93">18072 5772 7359 0,'0'0'656'0,"0"0"-528"16,-8-4-128-16,8 4 0 0,0 0 8128 0,0 0 1584 16,-1-4 320-16,1 4 64 0,0 0-7216 0,0 0-1456 15,4-6-272-15,2 1-64 0,2-1 0 0,1 2 16 16,4 2 0-16,0-1 0 0,2-1-544 0,0 0-112 16,5 2-32-16,0-1 0 0,0 1-160 0,3 0-16 0,0 0-16 15,1-1 0-15,0-1-224 0,0 2 144 0,-1-1-144 0,-1 0 128 16,1 1-128-16,-1 0 0 0,0 4 0 0,-3-2 0 15,-2 0 0-15,-2 1 0 0,-2 2 128 0,-2 1-128 16,0 1 0-16,-2 1 0 0,-2 1 0 0,-2 1 0 0,-3 1 0 16,0 0 0-16,-4 1 0 0,-2 2 0 0,-1 0 0 15,-1 1 0-15,-2 0 0 0,-4 1 128 0,-1 2-128 16,-3 1 0-16,0 2 0 0,-1-2 128 0,0 0-128 0,0 0 0 16,1 1 0-16,0-1 0 0,1-1-160 0,0 0-64 15,2-2-16-15,3 0 0 16,1 1-1616-16,2-2-320 0,3-2-64 0,3 0-12288 15,2-1-2448-15</inkml:trace>
  <inkml:trace contextRef="#ctx0" brushRef="#br0" timeOffset="94725.9">18573 6056 20271 0,'0'0'1792'0,"0"0"-1424"15,0 0-368-15,0 0 0 0,0 0 5792 0,0 0 1088 16,1 9 224-16,-1-1 32 0,0-1-4304 0,0 1-848 15,0-1-192-15,0 4-16 0,1-1-752 0,-1 3-160 16,0 0-32-16,0 2 0 0,0 0-576 0,2 0-112 0,-1-1-16 0,0 0-128 16,-1 1 0-16,3-1 0 0,-2 0 0 0,0-3 0 15,-1 1-1056-15,0-1-224 16,0-2-32-16,0-1-16 0,-1-1-3024 0,1-7-592 16</inkml:trace>
  <inkml:trace contextRef="#ctx0" brushRef="#br0" timeOffset="95283.09">17522 5862 12895 0,'0'0'1152'0,"0"0"-928"0,0 0-224 0,0 0 0 16,0 0 4928-16,0 0 928 0,0 0 192 0,0 0 32 0,0 0-2688 0,0 0-528 15,8 7-112-15,-8-7-32 0,12 5-688 0,-2-4-144 16,-10-1-32-16,14 3 0 0,-1-1-848 0,-1-2-176 16,0 0-48-16,0 0 0 0,-1 0-576 0,1 0-208 15,0 0 144-15,1-2-144 16,1-1-640-16,0 2-224 0,-2-3-32 0,1 3-16 15,2-1-1664-15,-2 0-336 0,-3 0-64 0</inkml:trace>
  <inkml:trace contextRef="#ctx0" brushRef="#br0" timeOffset="95447.96">17436 6026 18431 0,'0'0'816'0,"-11"4"160"0,1 1-784 0,2 1-192 15,8-6 0-15,0 0 0 0,0 0 5936 0,0 0 1136 16,0 0 224-16,0 0 64 0,0 0-4528 0,12 1-896 15,0-2-176-15,3-1-32 0,1-4-1152 0,2-1-208 16,0 0-48-16,1 0-16 16,0 1-896-16,0-1-176 0,0-2-48 0,2 1 0 15,0 2-2448-15,0-2-480 0</inkml:trace>
  <inkml:trace contextRef="#ctx0" brushRef="#br0" timeOffset="95758.37">16703 5899 30399 0,'0'0'2704'0,"0"0"-2160"15,0 0-544-15,0 0 0 0,5 11 3552 0,1 4 608 16,-2-1 112-16,-2 2 16 0,1-2-3008 0,1 3-592 16,1 3-128-16,0 2-32 0,0 0 48 0,1 4 0 15,0 4 0-15,1-4 0 0,-2 1-416 0,0 1-160 16,-1-2 128-16,0 0-128 0,0 0 0 0,0-4 0 16,-2-1 0-16,0-4 0 15,-1 0-1216-15,-1-1-112 0,0-6-16 0,0-10-16 16,-3 10-1872-16,3-10-368 0,0 0-80 0</inkml:trace>
  <inkml:trace contextRef="#ctx0" brushRef="#br0" timeOffset="96102.41">16536 5852 37775 0,'0'0'3360'0,"0"0"-2688"0,-2-8-544 0,2 8-128 16,0 0 2208-16,1-9 416 0,-1 9 64 0,5-9 32 15,0 2-1504-15,3 2-320 0,3 1-48 0,0 1-16 16,2-2-304-16,1 4-64 0,0-2-16 0,2 3 0 16,0-1-304-16,3-2-144 0,0 1 128 0,2-1-128 0,-3 3 144 0,2 0-144 15,0-1 160-15,0 1-160 0,5 0 0 0,-1 0 0 16,-2 0 0-16,-1 1 0 0,-1 2 0 0,0 1 0 16,-2 1 0-16,-1-1 0 0,-2 1-176 0,-2 0 32 15,-2 2 0-15,-3 2 0 0,-8-9-48 0,5 13 0 16,-2 2 0-16,-4 1 0 0,-3-2 192 0,-3 0 0 15,-3 0 0-15,-3 0 0 0,-3 4 0 0,1 1 192 16,-1-2-32-16,-4 1-16 0,-2-1-16 0,1 0-128 16,0 0 192-16,2-2-64 0,-1 0-128 0,2 0-176 15,0 0 48-15,1 0 0 16,3 0-1712-16,0-2-336 0,3 0-64 0,3-1-11744 16,4-5-2352-16</inkml:trace>
  <inkml:trace contextRef="#ctx0" brushRef="#br0" timeOffset="96479.45">16984 6253 19343 0,'0'0'1728'0,"0"0"-1392"16,0 0-336-16,0 0 0 0,0 0 5936 0,10 7 1104 0,-10-7 240 0,0 0 32 16,10 2-4672-16,-10-2-928 0,11 3-192 0,-11-3-48 15,12 3-464-15,-2 0-112 0,-10-3 0 0,12 0-16 16,-1 0-592-16,0 0-112 0,-11 0-32 0,8 0 0 15,0 0-144-15,-8 0 128 0,7 0-128 0,0 3 128 16,-7-3-128-16,0 0 0 0,5 5 144 0,-1 2-144 16,-1 1 160-16,-3 1-32 0,0 0-128 0,-3 3 192 15,-2 2 32-15,0-1 0 0,-2 4 0 0,-1 0 0 0,-4-1-32 16,2 0-16-16,0 1 0 0,-1 2 0 16,1-1-32-16,-1-1 0 0,2-1 0 0,1-2 0 0,2-1-144 0,1-1 192 15,1-2-192-15,1-2 192 0,2 0-192 0,1-8 160 16,0 0-160-16,0 0 160 0,8 8-160 0,1-6 128 15,1 2-128-15,2-4 128 0,1 0-128 0,1-4 0 16,3-1 144-16,0 0-144 0,1-2 0 0,1 1 0 16,0-2 0-16,1 0 0 0,-1-2 0 0,0-1 0 15,-1 2 0-15,7-7 0 16,-4 5-800-16,-6 2-128 0,-2 2-32 0,-6 2-15760 16,-1 0-3168-16</inkml:trace>
  <inkml:trace contextRef="#ctx0" brushRef="#br0" timeOffset="97353.85">18278 9831 33167 0,'0'0'2944'0,"0"0"-2352"0,0 0-464 0,-2 14-128 0,3 3 2736 0,-1 1 528 16,1 2 96-16,-1 4 32 0,-1 3-2176 0,2 4-416 15,0 1-96-15,2 5 0 0,0-2 432 0,-1 3 80 16,1 1 32-16,2-4 0 0,0-3-656 0,0-4-128 15,-1-2-16-15,2-1-16 0,0-4-432 0,-1-2 128 16,1-2-128-16,-1-1 0 0,-3-4 0 0,0-2 0 16,-2-10-192-16,-2 8 192 15,2-8-1184-15,0 0-112 0,0 0-32 0,0 0 0 16,0 0-1024-16,-10 3-208 0,0-3-32 0,0-6-16 16,3 1-2160-16,0-4-432 0</inkml:trace>
  <inkml:trace contextRef="#ctx0" brushRef="#br0" timeOffset="97721.36">18083 9814 32255 0,'0'0'2864'0,"0"0"-2288"0,0 0-576 0,0 0 0 0,0 0 3184 0,0 0 528 16,0 0 96-16,0 0 32 0,0 0-1808 0,0 0-368 15,7-6-64-15,1 3 0 0,3-4-576 0,2 2-128 16,1 1 0-16,4 0-16 0,2-1-496 0,2 1-112 15,0 0-16-15,3 1 0 0,0-2-64 0,1 3-32 16,1-2 0-16,-2 1 0 0,-2-1-160 0,2 1 0 16,0 3 0-16,-8 0 128 0,1 0-128 0,2-2 0 15,-1-1 0-15,1 2 0 0,-2 5 0 0,-1 0 0 16,-1 1-128-16,-3-1 128 0,-2 1 0 0,-1 2 0 16,-3-1-144-16,1 5 144 0,-4-1 0 0,-3 2 0 15,-2 1 0-15,-3 0 0 0,-2 0 0 0,-3 3 0 16,-2-3 0-16,-1 1 0 0,1 2 0 0,-2-2 176 0,0 0-176 15,-3 1 160-15,-1-1-160 0,-1 0 0 16,-2 1 144-16,1-5-144 0,-1-1 0 0,2 2 0 16,0-4 0-16,-1 5 128 0,2-4-128 0,2 1-240 0,0-1 64 15,4 0 16 1,1-2-1152-16,10-6-224 0,-9 5-64 0,9-5 0 16,0 0-2464-16,0 0-496 0</inkml:trace>
  <inkml:trace contextRef="#ctx0" brushRef="#br0" timeOffset="98306.76">18558 10438 42911 0,'0'0'1904'0,"-10"3"384"0,10-3-1840 0,-10 1-448 0,10-1 0 0,0 0 0 0,0 0 1440 0,0 0 192 16,0 0 32-16,0 0 16 0,0 0-256 0,0 0-48 15,6-10-16-15,3 2 0 0,2 1-848 0,0 1-192 16,1-1-16-16,1 1-16 0,0-1-96 0,2 2 0 16,-1-2-16-16,-1 2 0 0,-1 1-176 0,1 2 160 15,-2-1-160-15,1 3 160 0,-3 1-160 0,-9-1 0 16,9 3 0-16,-9-3 128 0,0 0-128 0,0 0 128 15,10 7-128-15,-10-7 128 0,0 0-128 0,2 10 160 16,-2-10-160-16,-2 12 160 0,-2-2-160 0,-2 1 192 16,-1-1-192-16,-1 0 192 0,0 1-192 0,-1-1 192 15,0 1-192-15,0 0 192 0,-2 1-192 0,2 1 128 16,1-5-128-16,0 1 128 0,2 0-128 0,1-1 0 16,5-8 144-16,-6 11-144 0,1-2 0 0,5-9 0 0,-2 10 0 0,2-10 128 15,1 11-128-15,-1-11 0 16,0 0 0-16,8 10 0 0,-2-2 0 0,2-2 0 0,1 1 0 15,0-2 0-15,-9-5 0 0,13 5 0 0,0 2 0 0,0-5 0 16,0 2 0-16,0 2 0 0,-1 0 0 16,0-1 0-16,-2 2 0 0,-1-1 0 0,-1 1 0 0,1 1 0 15,-2 1 0-15,-7-9 0 0,5 9 0 0,-2 1 0 16,-2 1 0-16,-2 2 0 0,1-13 0 0,-5 10 0 0,-2 2 0 16,1-2 0-16,-5-2 0 0,-1 1 128 15,-2-2-128-15,0 1 144 0,-3-2-144 0,0 1 160 0,0-2-160 16,0 1 0-16,-1 0 0 0,-1-2 128 0,1-2-128 0,1 1 0 15,0-1 0-15,0-2 0 16,3-1-832-16,0 0-160 0,-2-2-32 16,2-1-15552-16,1 0-3136 0</inkml:trace>
  <inkml:trace contextRef="#ctx0" brushRef="#br0" timeOffset="99602.7">21174 2003 48783 0,'0'0'2160'0,"0"0"448"0,-6 5-2096 16,4 2-512-16,3 2 0 0,-1 3 0 0,1-2 128 0,1 4-128 16,-2 2 0-16,1 2 0 0,0 3 800 0,2 3 96 15,1 6 32-15,2 2 0 0,2 0-416 0,0 0-96 16,-1 1-16-16,-1 2 0 0,1-2-272 0,-1-1-128 15,-1 1 128-15,1-1-128 0,-3-3 0 0,3-3 0 16,-4-1 128-16,0-4-128 0,-1-3 0 0,0-1-224 16,-1-4 48-16,0-3 16 15,0-3-784-15,0-7-144 0,0 0-48 0,0 0 0 16,0 0-992-16,-8-7-208 0,1-3-32 0,0-2-16 16,1-2-2016-16,-2-2-400 0</inkml:trace>
  <inkml:trace contextRef="#ctx0" brushRef="#br0" timeOffset="99832.32">20734 2049 39327 0,'0'0'1744'0,"0"0"368"0,-6 0-1696 0,6 0-416 0,0 0 0 0,0 0 0 16,0 0 1472-16,0 0 224 0,0 0 32 0,8 0 16 16,2-2-16-16,3 1 0 0,3 0 0 0,3 0 0 15,3-5-864-15,3 0-176 0,4-1-48 0,2 1 0 0,3-1-192 16,0 1-64-16,0-5 0 0,-2 2 0 0,1 0-208 0,1 1-48 15,1 2-128-15,0-3 192 0,-1-1-192 0,-1 3 0 16,-2-1 0-16,2 0-160 16,-1 1-1232-16,1 2-240 0,-4 3-48 0,-2-1-16 15,-1 2-2304-15,-2 1-464 0</inkml:trace>
  <inkml:trace contextRef="#ctx0" brushRef="#br0" timeOffset="100058.83">21490 2345 23039 0,'7'9'2048'0,"-7"-9"-1648"15,0 0-400-15,5 8 0 0,0 1 3328 0,1 1 592 16,-1 3 112-16,0 0 32 0,0 0-1072 0,-1 0-224 16,0 0-32-16,1 4-16 0,-1-1-992 0,0 1-192 15,-1 2-32-15,-1 0-16 0,1-2-816 0,0 2-160 16,0-2-48-16,1-1 0 0,0-2-272 0,0-2-64 15,-1 0-128-15,-1-1 192 0,2-2-192 0,-1-1-160 16,0-2 32-16,-1-1 0 16,-2-5-2000-16,0 0-400 0,0 0-80 0,0 0-18960 0</inkml:trace>
  <inkml:trace contextRef="#ctx0" brushRef="#br0" timeOffset="100938.69">24887 1349 24879 0,'0'0'2208'0,"-2"7"-1760"16,0 0-448-16,-1-1 0 0,1 2 5184 0,0 3 960 16,1 0 192-16,0 5 48 0,-1 5-4512 0,1 1-896 15,0 2-176-15,1 3-32 0,0 2 256 0,0 2 48 0,0 2 16 0,1-2 0 16,2 1-640-16,1 1-112 0,-2-6-16 0,1 2-16 16,-1-3-304-16,1-1 0 0,0-3 0 0,-1-1 0 15,-1-4 0-15,1-1 0 0,-1-3 0 0,2-2 0 16,-2 0-320-16,-1-1 0 0,0-2-16 0,0-8 0 15,0 0-1072-15,0 0-192 0,-5 4-64 0,5-4 0 16,0 0-864-16,-7-1-176 0,1-2-48 0,-1-1-9888 16,7 4-1984-16</inkml:trace>
  <inkml:trace contextRef="#ctx0" brushRef="#br0" timeOffset="101174.69">24506 1428 18431 0,'0'0'1632'0,"0"0"-1312"16,0 0-320-16,0 0 0 0,0 0 6656 0,0 0 1248 16,0 0 256-16,0 0 48 0,0 0-6032 0,0 0-1200 15,8-5-240-15,4 1-48 0,2-1 192 0,2 1 32 16,3 1 16-16,2-1 0 0,4 0-528 0,1 1-96 16,1-3-32-16,2 1 0 0,0 0-80 0,-1-2-32 15,1 0 0-15,0-1 0 0,-2 0-160 0,0 0 0 16,1-1 0-16,-1 2 0 0,0-3-144 0,1 4-64 15,-1-4-16-15,-1 4 0 16,-1-1-1744-16,-1 3-336 0,-4 2-80 0,-1 2-12336 0,-4-1-2480 16</inkml:trace>
  <inkml:trace contextRef="#ctx0" brushRef="#br0" timeOffset="101580.98">24991 1772 43487 0,'0'0'1920'16,"0"0"400"-16,0 0-1856 0,0 0-464 0,0 0 0 0,6 6 0 0,-6-6 992 0,8 3 96 15,1 1 32-15,1-2 0 0,0-2 352 0,2-2 80 16,1 0 16-16,0-1 0 0,0-1-976 0,0 0-192 16,1 0-32-16,1 3-16 0,-2-3-224 0,-2 3-128 15,1 1 128-15,-2 0-128 0,0 1 128 0,-3 1-128 16,0 0 160-16,-2 2-160 0,-5-4 256 0,3 8-32 15,-3 1-16-15,0 1 0 0,-2 2 16 0,-1-1 0 16,-4-1 0-16,1 3 0 0,-1 0 16 0,0 0 0 16,0 0 0-16,-1-1 0 0,0 1-48 0,0 0-16 15,2 0 0-15,-1-1 0 0,2-2-176 0,1-1 192 16,0 0-192-16,2-1 192 0,2-8-192 0,0 0 128 16,0 0-128-16,2 7 128 0,2-2-128 0,3 0 0 15,0-2 0-15,5-3 128 0,0-2-128 0,2 1 0 0,3-4 0 16,1 1 0-16,2 0 0 0,-1-2 0 15,1-2 0-15,0 0 0 0,-1 0 0 0,1-1 0 16,-2-1 0-16,-1 2 0 16,-1-1-352-16,-1 2-48 0,0-2-16 0,-1 2 0 15,-1 4-1184-15,-1-1-256 0,-2-2-32 0,1 1-21600 0</inkml:trace>
  <inkml:trace contextRef="#ctx0" brushRef="#br0" timeOffset="118604.52">27926 6063 7359 0,'0'0'656'0,"0"0"-528"0,0 0-128 0,0 0 0 16,0 0 2704-16,0 0 512 0,0 0 112 0,0 0 0 16,-2-12-1152-16,2 12-256 0,-2-9-32 15,2 9-16-15,0 0-80 0,0 0 0 0,0 0-16 0,0 0 0 16,0 0-240-16,0 0-32 0,0 0-16 0,0 0 0 16,0 0-176-16,0 0-32 0,0 0-16 0,0 0 0 0,0 0-240 0,0 0-32 15,0 0-16-15,0 0 0 0,0 0-208 0,0 0-32 16,0 0-16-16,0 0 0 0,0 0-144 0,0 0-16 15,0 0-16-15,0 0 0 0,0 0-96 0,0 0-32 16,0 0 0-16,0 0 0 0,0 0-224 0,0 0-32 16,0 0-16-16,-4 12 0 0,2-1-144 0,1 0 192 15,1-11-192-15,-2 10 192 0,2-10-192 0,-3 13 160 16,2 0-160-16,-1-5 160 0,2-8-160 0,-1 11 0 16,0 0 144-16,1-11-144 0,0 11 128 0,-2-1-128 15,2-10 160-15,-1 13-160 0,1 0 192 0,-1-1-48 16,0 0-16-16,-1-2 0 0,1 2 0 0,0-2-128 15,-1 3 192-15,1-3-64 0,1-10-128 0,0 11 192 16,-1 2-192-16,-1-1 192 0,2-2-192 0,0 1 0 0,0-1 144 16,0 1-144-16,0-11 128 0,0 13-128 15,0-1 128-15,0-1-128 0,0-11 144 0,-1 13-144 16,1-1 192-16,-1-2-192 0,1-10 208 0,-1 14-64 16,-1-5-16-16,2-9 0 0,0 10-128 0,0 1 192 15,0-11-192-15,0 13 192 0,0-3-192 0,0-10 160 16,-1 10-160-16,1 1 160 0,0-1-160 0,0-10 0 0,0 11 144 0,0-1-144 15,0 1 0-15,0-11 128 0,-1 10-128 0,1 0 0 16,0 1 0-16,0 1 144 0,0-12-144 16,0 9 0-16,0-9 128 0,0 11-128 0,0 0 0 15,1 1 0-15,0-2 0 0,-1 0 0 0,0 0 128 0,0 0-128 16,2 0 0-16,-2-10 0 0,0 12 0 0,1-1 0 16,-1 0 128-16,0 1-128 0,0-3 0 0,1 2 0 15,-1-11 0-15,0 11 0 0,0 1 128 0,1-3-128 16,-1 0 0-16,0 0 0 0,0 1 0 0,0 3 0 0,0-4 128 15,0 1-128-15,0-10 0 0,-1 13 0 0,1-1 128 16,-1 0-128-16,0-2 0 0,-1 1 0 0,2-11 0 0,-1 13 0 16,0-2 128-16,-1 1-128 0,1-2 0 0,1 1 0 15,0-2 0-15,0-9 0 0,0 10 128 0,0 1-128 16,0-11 0-16,-1 12 0 0,1-2 0 0,0 2 0 16,-2-2 0-16,2 1 0 0,0-11 0 0,0 13 0 15,0-13 0-15,-1 11 0 0,1 1 0 0,-1 1 0 16,-1-2 0-16,1-1 0 0,1-10 128 0,-1 12-128 15,1-12 0-15,-1 13 0 0,-1-1 0 0,1-2 0 16,1-10 0-16,-1 12 0 0,-1 1 0 0,1-2 0 16,1-11 0-16,0 12 0 0,-1-1 0 0,1-1 0 15,-2 3 0-15,2-2 0 0,0-11 0 0,0 13 0 0,0 0 0 16,0 0 0-16,-1 0 0 0,1 0 0 16,0 0 0-16,0-1 0 0,0-1 0 0,0 2 0 15,-1-1 0-15,1 1 0 0,0 0 0 0,0 0 0 16,-1-1 0-16,1 1 0 0,0 0 0 0,0 0 0 0,-2 1 0 0,2-1 0 15,-1 2 128-15,1-2-128 16,-1 0 0-16,1 2 0 0,0 0 0 0,0-1 0 0,-3 0 0 0,2-1 0 16,-1 1 0-16,2 0 0 0,0-4 0 15,0 2 0-15,-1-2 0 0,0 2 0 0,1 0 0 0,0 0 0 16,0 2 128-16,0 0-128 0,0 2 0 0,0-2 0 16,0-1 0-16,-2 3 0 0,1 1 0 0,1-1 0 15,0-1 0-15,0 1 0 0,0 0 0 0,0-5 0 0,0 1 128 16,0 1-128-16,-1 0 0 0,1 0 0 15,0 1 0-15,0-1 0 0,-1 3 0 0,1 0 0 0,0-2 128 0,0 2-128 16,-2-1 0-16,2 1 0 16,-1 1 128-16,0-3-128 0,-1 1 0 0,1-1 0 0,0-1 0 0,-1 1 0 15,2-2 0-15,0 1 0 0,-2 0 128 0,1-1-128 16,-1 0 0-16,1 1 0 0,0 1 0 0,1-1 0 16,-2 0 0-16,2 4 0 0,0-4 0 0,0 1 0 15,-1 2 0-15,1 0 0 0,0-2 128 0,0 0-128 16,-1 1 0-16,1 0 144 0,0 2-144 0,-2-2 0 15,1-1 0-15,-1 0 0 0,2-1 0 0,-2 2 0 16,1-1 0-16,1 2 0 0,0 1 0 0,0 0 0 16,-1 0 0-16,1-2 0 0,-2 0 0 0,2-1 0 0,-1 0 0 15,0 1 0-15,-1-1 0 0,1 0 0 16,1 2 0-16,0-2 0 0,-1-2 0 0,1 0 0 16,-2-2 0-16,2 3 0 0,0-2 0 0,0 0 0 15,-2 1 0-15,2 1 0 0,0 0 0 0,-1 1 0 0,-1 5 0 0,2-5 0 16,0 2 0-16,0-2 0 0,0 2 0 0,0-1 0 15,-1 1 0-15,1 0 0 0,-1-2 0 0,-1 0 0 16,1 3 0-16,0-2 0 0,1 2 0 0,0-2 0 16,-2 1 0-16,2 1 0 0,-1-3 0 0,1 2 0 15,0-2 0-15,0 0 0 0,0 1 0 0,0-2 0 16,1 1 0-16,-1-1 0 0,0 0 0 0,2 0 0 16,-1-2 0-16,0 0 0 0,-1 0 0 0,-1-1 0 15,1 3 0-15,0-4 0 0,-1 1 0 0,1 1 0 16,0-2 0-16,0 2 0 0,0 1 0 0,-2 1 0 15,1-3 0-15,1 2 0 0,0 1 0 0,0-3 0 0,0 2 0 16,0 2 0-16,1-1 0 0,-2-1 0 16,1 0 0-16,0-2 0 0,1 2 0 0,1 0 0 0,-2 1 0 0,0 0 0 15,1-1 0-15,-1 2 0 0,0-2 0 0,0-2 0 16,0 2 0-16,0 0 0 0,0-2 0 16,0 2 0-16,0-1 0 0,1 1 0 0,-1-1 0 0,2-2 0 15,-2-1 0-15,1 1 0 0,0 0 0 0,-1 0 0 16,0-1 0-16,2 0 0 0,-2 1 0 0,1 1 0 15,-1-1 0-15,0 0 0 0,0 1 0 0,0-4 0 16,1 1 0-16,0 0 0 0,-1 3 0 0,-1-4 0 16,1 2 0-16,0-2 0 0,1 1 0 0,-1-1 0 15,0-6 0-15,2 10 0 0,-1-4 0 0,-1 2 0 16,0-2 0-16,1 1 0 0,-1-7 0 0,2 6 0 16,-2-6 0-16,1 7 0 0,0 1 0 0,-1-2 0 0,0 1 0 0,0-7 0 15,0 6 0-15,0 1 0 16,0 1 0-16,0-2 0 0,0-6 0 0,2 7 0 0,-2 1 0 0,0-2 0 15,0 1 0-15,0-7 0 16,0 6 0-16,0 1 0 0,0-1 0 0,1 1 0 0,-1-7 0 0,0 6 0 16,0 2 0-16,0-1 0 0,0-1 0 15,1 1 0-15,1-1 0 0,-2 1 0 0,0 0 0 0,0 0 0 16,1-1 0-16,-1 1 0 0,0 2 0 0,0-2 0 16,0-1 0-16,0 1 0 0,0-1 0 0,0 2 0 15,1-2 0-15,-1 1 0 0,0-7 0 0,0 7 0 16,0-7 0-16,0 7 0 0,0-7 0 0,0 0 0 15,0 7 0-15,0-7 0 0,1 6 0 0,-1-6 0 16,0 7 0-16,0-7 0 0,0 0 0 0,2 6 0 0,-2-6 0 16,0 0 0-16,0 0 0 0,0 0 0 0,0 0-320 0,0 0-48 15,0 0-16-15,0 0 0 16,0 0-944-16,0 0-192 0,0 0-32 0,0 0-14576 16,-2-6-2896-16</inkml:trace>
  <inkml:trace contextRef="#ctx0" brushRef="#br0" timeOffset="119979.98">27795 10248 19343 0,'0'0'1728'0,"0"0"-1392"16,0 0-336-16,0 0 0 0,0 0 3248 0,0 0 576 0,0 0 112 0,0 0 32 15,8-5-1792-15,-8 5-368 16,11-3-64-16,-1 2-16 0,-1 1-224 0,-9 0-48 0,10 2-16 0,1 1 0 16,-11-3-416-16,9 5-96 0,-9-5-16 0,8 8 0 15,-3 1-128-15,-5-9-16 0,4 10-16 0,-4-10 0 16,-1 11-208-16,-1-2-32 0,2-9-16 16,-5 10 0-16,-4-3-176 0,0 0-16 0,0-2-16 0,0-1 0 15,-2-2-144-15,1 0-16 0,-2-2-128 0,2-2 192 16,-1 0-192-16,2-1 0 0,-1-1 128 0,1-1-128 15,2 0 0-15,0-2 0 0,0-2 0 0,1 0 0 16,4-3 0-16,-1-1 0 0,2 0 0 0,1-1 0 16,0-4 0-16,3-1 0 0,-1 1 0 0,3 1 0 0,1 1 0 15,1 2 0-15,3-2 0 0,-1 2 0 0,0 1 0 0,3 0 0 16,1 0 0-16,0 3 0 0,0 2 0 0,-2 0 0 16,1 0 0-16,1 3 0 0,0 1 0 0,-1 1 0 15,-2 2 128-15,1 2-128 0,-2 2 0 0,-9-3 176 16,10 3-176-16,-2 0 160 0,0 3-32 0,-3 2-128 15,-1 2 192-15,0 0-64 0,-1 2 64 0,-3 0 0 16,-2 0 0-16,0 1 0 0,-1 0-48 0,-2 0 0 16,-2 0 0-16,1 0 0 0,-1-2-16 0,-2 1 0 15,-1 0 0-15,-1-2 0 0,1-2-128 0,-2 0 160 16,-1-1-160-16,0-2 160 0,0-1-160 0,0-2 160 16,0 0-160-16,0-1 160 0,0-1-160 0,-1-1 0 15,-1-2 144-15,1-1-144 0,1 0 0 0,1-1 128 16,-1-3-128-16,3 0 0 0,-1-1 0 0,3 0 0 15,3-1 0-15,1-3 0 0,2 2 0 0,0-2 0 0,0 0 0 0,-1 0 0 16,4 0 0-16,2 1 0 16,2 2 0-16,2 1 0 0,-1 0 0 0,2-2 0 0,3 2 0 0,-1 3 0 15,-1 2 0-15,3-3 0 0,2 2 0 0,1 1 0 16,-1 1 0-16,0 1 0 0,1 0 0 0,0 2 0 16,-2 3 0-16,0 1 0 0,0 0 0 0,-1 2 0 15,0 2 0-15,-2 4 0 0,-2 0 0 0,0 1 0 16,0 1 0-16,-3 2 0 0,-3 1 0 0,-2 0 0 15,-1-2 128-15,0 2-128 0,0 1 160 0,-2-2-160 16,-1-2 144-16,-1-1-144 0,-4-1 128 0,1 0-128 0,1 0 128 16,0-5-128-16,-3 1 0 0,0-1 128 0,0-2-128 15,-1-1 0-15,2 1 144 0,-3-4-144 0,-2-1 0 0,1 0 128 16,1-1-128-16,0 1 0 0,-1-4 0 0,2 2 128 16,-2-6-128-16,2 1 0 0,2 1 0 0,1-1 0 15,2-1 0-15,1 1 0 0,-2-2 0 0,4 1 0 16,2 1 0-16,2-3 0 0,2-3 0 0,1 1 0 15,1 2 0-15,2-1 0 0,0 1 0 0,4 1 0 16,-1-2 0-16,3 2 0 0,2 2 0 0,0 1 0 16,2-1 0-16,-1 4 0 0,0-1 0 0,-1 1 0 15,2 3 0-15,-1 0-128 0,-2 3 128 0,-1 1 0 16,0-1 0-16,-1 3 0 0,-2 0 0 0,0 1 0 16,-3 1 0-16,1 1 0 0,-3 2 0 0,-1 1 0 15,-1-1 0-15,-2-1 0 0,-1 2 0 0,-1-1 0 16,0 1 0-16,-3-1 0 0,-2-4 0 0,1 1 0 0,-1 0 0 0,-2 1 128 15,-1-2-128-15,-2 1 0 16,-2-2 0-16,0-2 0 0,-1 1 0 0,0 2 0 0,-1-5 0 0,1 1 0 16,0-2 0-16,-1 1-208 15,4-1 48-15,-1-1 16 16,1-4-992-16,4-1-192 0,1-2-32 0,2-2-16 16,6-3-1952-16,3-2-384 0,4-6-64 0,4-2-16096 0</inkml:trace>
  <inkml:trace contextRef="#ctx0" brushRef="#br0" timeOffset="120580.72">28694 9390 11967 0,'0'0'528'16,"-10"-1"112"-16,-3-2-512 0,2 0-128 0,1 1 0 0,3 1 0 0,-1-2 7856 0,8 3 1536 15,-7-4 304-15,7 4 64 0,-4-7-6416 0,4 7-1280 16,0 0-256-16,3-7-48 0,1-1-1040 0,1 0-208 16,3-1-32-16,2 0-16 0,3-2-224 0,2 1-48 15,-2-2-16-15,2 4 0 0,1-1-176 0,0 1 160 16,1 1-160-16,0-1 160 0,0 4-160 0,0-1 0 16,-2 3 0-16,1-2 0 0,-2 2 0 0,-1-1 0 15,-2 2 0-15,-2 1 0 0,-1 0 0 0,-8 0 0 16,0 0 128-16,0 0-128 0,0 0 0 0,0 0 0 15,0 0 144-15,2 8-144 0,-2-8 160 0,-1 9-32 0,-3 1-128 0,-1 1 192 16,-3 0-192-16,0 1 144 16,-2 0-144-16,-1 0 128 0,0-1-128 0,-1-1 0 15,-9 10 128-15,11-9-128 0,0 1 0 16,3-2 0-16,-1 0 0 0,0 0 0 0,0 3 0 0,3-4 0 16,1 0 0-16,4-9 0 0,-4 10 0 0,4-10 0 15,0 0 0-15,-1 11 0 0,1-11 0 16,0 0 128-16,0 0-128 0,4 6 0 0,-4-6 0 0,7 5 0 0,1-1 0 15,1-1 0-15,2 0 0 0,1-2 0 0,-1 1 0 16,2-2 0-16,0 0 0 0,0 0 0 0,0 2 0 16,-1-1 0-16,0 0 0 0,-3 2 0 0,0-3 0 0,0 1 0 15,-1 1 0-15,-8-2 0 0,8 2 0 16,-2 1 0-16,-6-3 0 0,0 0 0 0,3 8 0 0,-2-1 192 16,-3 0-64-16,-2 2 0 0,-4-1 0 0,2 1 0 0,-5 1 0 15,-3 1 0-15,-1-1 0 0,0 2-128 16,-2-2 0-16,0-2 144 0,0 1-144 0,0-1 0 0,-8 4 0 15,4-4 0-15,2-2 128 0,-1-2-128 0,2-2 0 16,1-4 0-16,7 0-128 16,-2-2-560-16,1-2-96 0,0 0-32 15,0-1 0-15,2-2-1472 0,1-1-288 0,3-3-64 0,1-3-19280 16</inkml:trace>
  <inkml:trace contextRef="#ctx0" brushRef="#br0" timeOffset="121010.12">28896 8949 2751 0,'-4'-5'256'0,"-2"0"-256"16,0-2 0-16,-1 2 0 0,0 1 7984 0,-1 2 1552 15,0 0 304-15,-2 2 64 0,-2-1-5872 0,-1 1-1152 0,0 1-256 0,-2 3-32 16,1 3-1088-16,-2-1-224 16,-1 3-32-16,-2 4-16 0,-3 2-368 0,0-1-80 0,-1 6-16 0,0 2 0 15,-2 3-176-15,2 3-32 0,1 2-16 0,-1 2 0 16,1 0-208-16,1 3-32 0,2 3-16 0,1 4 0 15,3-2-144-15,2 2-16 16,1 1-128-16,5 0 192 0,3 1-192 0,2 2 0 0,4-3 0 0,4-1 0 16,3-3 0-16,3 0 0 0,4-3 0 0,1-3 0 15,1 1 0-15,4-3 0 0,2-2 0 0,3-4 0 16,-1-3 0-16,4-3 0 0,1-3 0 0,3-7 144 0,0-2-144 16,3-3 0-16,0-4-192 0,4-4 192 0,1-4-176 15,-1-4 176-15,0-1-128 0,-1-4 128 16,2-2-160-16,-3-1 160 0,-3-3-192 0,1-2 192 0,-2-3-160 0,-2-2 160 15,-6-3-128-15,-1 0 128 0,-1-4 0 0,-3 2 0 16,-2 0 0-16,-3 2 0 0,-4-2 0 0,-4 3 0 16,-3 0 0-16,-3 0 0 0,-3 4 0 0,-5 0 0 15,-3 2 0-15,-3 2 0 0,-2 2 0 0,-1 2 0 16,-2 2 0-16,-2 1 128 0,-3 0-128 0,-1 2-128 16,1 0 128-16,0 2-192 15,1 2-528-15,0-1-112 0,-1 1-32 0,2 1 0 16,-1-2-1168-16,2 2-224 0,1 1-48 0</inkml:trace>
  <inkml:trace contextRef="#ctx0" brushRef="#br0" timeOffset="121750.88">27499 7955 23039 0,'0'0'1024'0,"0"0"192"15,0 0-960-15,0 0-256 0,0 0 0 0,0 0 0 0,7 3 3904 0,-1 4 752 0,1-2 144 16,-1 2 16-16,1-1-2032 0,-1 3-416 15,1 3-64-15,1 1-32 0,0 1-944 0,-1 3-192 0,4 3-48 0,1 0 0 16,-1-2-448-16,2 0-112 0,-1-1-16 0,0 3 0 16,-2-3-160-16,2 2-32 0,0-2-16 0,6 9 0 15,-4-8-112-15,-1 1 0 0,-2-5-16 0,-1 2 0 16,-2-6 16-16,0 0 0 0,-2-3 0 0,-6-7 0 16,0 0-32-16,8 6 0 0,-8-6 0 0,0 0 0 0,0 0-16 0,11 3 0 15,-11-3 0-15,0 0 0 0,9-6-144 16,-1-4 192-16,-2 1-192 0,1-1 192 0,-1-2-192 0,1-2 0 15,-2-3 144-15,1 0-144 0,3-1 0 0,-1-1 128 16,-1 1-128-16,2-3 0 0,3-2 0 0,-1-3 0 16,0-3 0-16,1 3 0 0,-1 1 0 0,1 3 0 15,-2 0 0-15,1 1 0 0,1 3 0 0,-2 1 0 16,1 1 0-16,0 2 0 0,1 0-192 0,0 0 0 16,-2 1 0-16,1 2 0 15,0 0-1008-15,0 3-208 0,-2-2-32 0,0 3-14784 16,-9 7-2960-16</inkml:trace>
  <inkml:trace contextRef="#ctx0" brushRef="#br0" timeOffset="126915.09">23297 5917 10127 0,'0'0'896'0,"0"0"-704"16,0 0-192-16,0 0 0 0,0 0 2912 0,0 0 544 15,-6 0 128-15,6 0 0 0,0 0-1200 0,0 0-240 16,0 0-48-16,0 0-16 0,0 0-288 0,0 0-64 15,-5 1-16-15,5-1 0 0,0 0-176 0,0 0-48 16,0 0 0-16,0 0 0 0,0 0-336 0,0 0-64 16,0 0 0-16,0 0-16 0,0 0-128 0,0 0-32 15,-3 7 0-15,3-7 0 0,-1 9-208 0,1-9-32 16,0 0-16-16,0 8 0 0,0-2-176 0,0-6-32 0,0 7-16 0,1-1 0 16,-1-6-160-16,1 7-16 0,-1-7-16 0,2 6 0 15,-2-6-48-15,1 7-16 0,-1-7 0 0,0 0 0 16,1 11-32-16,1 0 0 0,-1-5 0 15,0 1 0-15,-1-7-144 0,3 8 192 0,-1-2-192 0,-2-6 192 16,0 0-192-16,4 9 0 0,-1-3 144 0,1 0-144 16,-4-6 0-16,5 8 128 0,0-3-128 0,1 2 0 0,-1 2 0 15,0-1 0-15,-1-1 0 0,0 1 128 16,0-1-128-16,0-1 0 0,-1 1 0 0,1-1 128 16,-2 1-128-16,-1 1 0 0,-1-8 0 0,1 9 128 0,2 0-128 0,1-1 0 15,0-2 128-15,0 3-128 0,-2-2 0 0,2 1 144 16,0 1-144-16,0-1 0 0,0 0 128 0,1-2-128 15,-1 3 0-15,1-1 0 0,0 0 128 0,2 1-128 16,-3-3 0-16,2 2 0 0,1-1 0 0,-1-1 0 16,0 1 0-16,-1 2 0 0,0-3 128 0,2 2-128 15,-3-1 0-15,1-1 0 0,0 1 128 0,0-2-128 16,-5-5 0-16,7 7 0 0,-1-1 0 0,1 2 128 16,-1 0-128-16,-1 0 0 0,1-2 0 0,-1 1 0 15,-5-7 0-15,8 7 0 0,0 1 0 0,-1 0 0 16,1 0 0-16,-1 1 0 0,-1-4 128 0,1 2-128 15,1-2 0-15,-2 3 0 0,1-2 128 0,-1 1-128 16,2-1 0-16,-2 1 0 0,1-2 0 0,-1 0 0 16,1 1 128-16,0 0-128 0,-1-2 0 0,1 2 0 15,-2 0 0-15,1 2 0 0,1-5 128 0,-1 4-128 16,1-1 0-16,2 1 0 0,-3-3 0 0,-6-4 0 16,6 5 0-16,0 2 0 0,1-2 0 0,-1 1 0 0,1 2 0 15,-1 0 0-15,1-3 128 0,-1 0-128 0,0 1 0 0,-1 0 0 16,0 1 0-16,0-1 0 0,2 1 0 0,-2 2 0 15,0-1 0-15,0-1 0 0,1 0 0 0,0 0 0 16,1-1 0-16,-2 1 0 0,0-1 0 0,0 1 0 16,0 2 0-16,2-1 0 0,0-1 0 0,2 3 0 15,-2-1 0-15,1-2 0 0,-1 1 0 0,-2 0 0 16,-1 1 0-16,0-1 0 0,0 0 0 0,1 0 0 0,0 0 0 16,0 1 0-16,-5-9 0 0,6 9 0 0,-2 1 128 15,-1 1-128-15,3-4 0 0,-1 3 0 16,-5-10 0-16,5 9 0 0,-1-1 0 0,1 1 0 0,0-2 128 0,1 3-128 15,-1-1 0-15,0 1 0 0,-1-3 0 16,2 2 0-16,0-3 0 0,0 2 0 0,1 0 0 0,-1 1 0 16,-1-1 0-16,1 1 0 0,-1 0 128 0,1 0-128 15,0 2 0-15,0-3 0 0,-1-1 0 0,1 1 0 16,0-1 0-16,-1-1 0 0,1 3 0 0,-1 0 0 16,0-1 0-16,0 0 0 0,0-1 128 0,2-1-128 15,-1 2 0-15,1 0 0 0,-1 0 0 0,0 1 0 16,-1 0 0-16,0 0 0 0,-1-1 0 0,1 2 0 15,0 1 0-15,1-1 0 0,-2 1 128 0,1 0-128 16,0 0 0-16,0 2 0 0,-1-4 0 0,1 3 0 16,1-1 0-16,0 2 0 0,1 0 0 0,-1 0 0 15,1 2 0-15,0-3 0 0,0 1 0 0,-1 0 0 16,1-2 0-16,0 1 0 0,-1 0 0 0,1 1 0 16,-1-3 0-16,1 3 0 0,-1-4 0 0,1 2 0 15,-1 1 0-15,1-1 0 0,-1 0 128 0,2-1-128 0,0 1 0 16,0 0 0-16,-1-2 0 0,1 2 0 15,1-1 0-15,1-1 0 0,-3 2 0 0,4-2 0 0,1-1 0 0,-2 1 0 16,-1-1 0-16,0 2 0 0,2-1 0 16,-1 0 0-16,1-1 0 0,0 1 0 0,1 1 0 0,0-1 0 0,-1 0 0 15,2 1 0-15,-2 1 0 0,2 0 0 0,-1 0 0 16,-1-1 0-16,1 1 0 0,0 0 0 0,0 0 128 16,1-1-128-16,-2 2 0 0,4-2 0 0,-4 1 0 0,3-1 0 15,-1 1 0-15,-2 2 0 0,0-2 0 0,-1 1 0 16,-1 0 0-16,2-3 0 0,-2 2 0 0,1-1 0 15,1-1 0-15,-1 1 0 0,2 1 0 16,0-1 0-16,-2-1 0 0,2 1 0 0,-1-1 0 0,1 0 0 16,0 0 0-16,1 0 0 0,0 0 0 0,-1 0 0 15,-2 0 0-15,3-1 0 0,0 3 0 0,0 0 0 16,0-1 0-16,0 0 0 0,-2-2 0 0,1 1 0 16,-1 0 0-16,2 2 0 0,0-5 0 0,0 2 0 15,0 1 0-15,0-1 0 0,2 0 0 0,-1-1 0 16,0 1 0-16,1 1 0 0,-1 1 0 0,0-1 0 15,0 0 0-15,0 0 0 0,0 0 0 0,-1 0 0 16,0 0 0-16,-1 0 0 0,1 1 0 0,0-3 0 0,-1 5 0 0,1-3 0 16,0 0 0-16,0 0 0 0,0 1 0 0,-1-1 0 15,-1 1 128-15,1 1-128 0,0-1 0 0,1 3 0 16,0-3 0-16,1 0 0 16,1 0 0-16,-1 3 0 0,0-4 0 0,1 2 0 0,-1-1 128 15,0 0-128-15,-2 0 0 0,1-1 0 0,1 0 0 16,2 0 0-16,-2 3 0 0,2-1 0 0,1 0 0 0,0 1 0 15,-1-3 0-15,-1 1 0 0,1 1 0 16,0 2 0-16,-1-3 0 0,0 2 0 0,0-2 0 0,0 1 0 16,-1-2 0-16,0 0 0 0,1-1 0 0,-2 2 0 15,0-1 0-15,0 2 0 0,-2-1 0 0,4 1 0 0,-2-2 0 16,-3 1 0-16,3 1 0 0,-1-1 0 0,1 2 0 16,0-1 0-16,-1 1 0 0,1-1 0 15,0-1 0-15,0 0 0 0,-1 2 0 0,-1-1 0 0,2 0 0 16,-1 1 0-16,0 1 0 0,0 0 0 0,-1-2 0 15,2 0 0-15,0 1 0 0,0 0 0 0,2 0 128 0,-1-1-128 16,2 2 0-16,-1-1 0 0,0-1 0 0,-1-1 0 16,2 2 0-16,-1-1 0 0,0 0 0 0,0 1 0 15,0-1 0-15,-1 1 0 0,0-2 0 0,1 2 0 16,-2 4 0-16,1-6 0 0,0 3 0 0,0-4 0 16,-4 2 0-16,2-1 0 0,-1 1 0 0,1-1 0 15,0 1 0-15,0 0 0 0,-1-2 0 0,2 2 0 16,2-1 0-16,-1 3 0 0,-1-4 0 0,0 3 0 0,0 0 0 0,2 0 0 15,-4-1 0-15,2 0 0 16,0 2 0-16,0-3 0 0,0 2 0 0,2 0 0 0,-1-1 0 16,0 3 0-16,2-1 0 0,0 1 0 0,-1-2 0 0,1 1 0 15,0 0 0-15,-1 0 0 16,0 0 0-16,0 0 0 0,1 0 160 0,0 1-160 16,-2-2 128-16,0 1-16 0,1 1-112 0,0-2 0 15,1 0-160-15,0 0 160 0,-3 1 0 0,1 0 0 0,2 1 0 0,-2-1 0 16,-1-3 0-16,0 2 0 0,1 0 0 0,2 0 0 15,1-2 0-15,1 0 0 0,0 0 0 0,1 0 0 16,-1-1 0-16,-1 0 0 0,-1-1 0 0,0 0 0 16,0 1 0-16,1 1 0 0,1 1 0 0,2-1 0 15,-2 1 0-15,0-1 0 0,1 1 0 0,-1-1 0 0,0-2 0 16,-1 1 0-16,-1 0 0 0,1 2 0 0,0-4 0 0,0 4 0 16,-2-3 0-16,1 2 0 0,-2-2 0 0,1 1 0 15,1-1 0-15,-1 0 0 0,-1-1 0 0,0 3 0 16,2-4 0-16,0 2 0 0,-2-2 0 0,2 1 0 15,-1-1 0-15,1 0 0 0,-2-2 0 0,1 1 0 16,-2 0 0-16,0-1 0 0,-1 1 0 0,-1 0 0 16,1 1 0-16,0 0 128 0,-1-2-128 0,1 1 0 15,-1-1 0-15,0 1 0 0,2 1 0 0,-1 0 0 16,-3-3 0-16,2 1 0 0,-2 0 0 0,1 1 0 16,1-1 0-16,-2 0 0 0,-1-1 0 0,1 1 0 15,0 2 0-15,-1-4 32 0,-8-2-32 0,8 5 0 16,-1-1 0-16,1 0 0 0,-8-4 0 0,8 4 0 15,-8-4 0-15,8 4 0 0,-2 0 0 0,1-1 0 0,-1-1 0 16,-6-2 0-16,0 0 0 0,0 0 0 0,6 5 0 0,-6-5 0 16,0 0 0-16,0 0 0 15,0 0 0-15,7 6 0 0,-7-6 0 0,0 0 0 16,0 0 0-16,0 0 0 0,7 1 0 0,-7-1 0 16,0 0 0-16,0 0 0 0,0 0 0 0,0 0 0 0,0 0 0 15,0 0 0-15,0 0 0 0,0 0 0 16,0 0 0-16,0 0 0 15,-8-7-672-15,0 0-128 0,3 0-32 0,-1-1 0 16,-4-1-2912-16,3-3-592 0</inkml:trace>
  <inkml:trace contextRef="#ctx0" brushRef="#br0" timeOffset="131321.46">25102 8200 37887 0,'0'0'1680'0,"0"0"352"0,0 0-1632 0,0 0-400 0,0 0 0 0,0 0 0 0,0 0 1040 0,0 0 128 16,0 0 32-16,0 0 0 0,0 0 768 0,0 0 144 15,-5 5 48-15,1 3 0 0,1 6-944 0,-1-1-176 16,0 1-32-16,0 5-16 0,0 3-416 0,2 1-96 15,-1 2-16-15,3-1 0 0,-1 2-128 0,1-3-16 16,0-2-16-16,1 1 0 0,0 0-160 0,1-1-16 16,-1-1-128-16,2-2 192 0,-1-1-192 0,1-1 144 15,0-3-144-15,-1-3 128 0,-1-2-128 0,-1-8 128 16,2 8-128-16,-2-8 128 0,0 0-128 0,0 0 0 16,0 0 0-16,0 0 128 0,0 0-128 0,0 0 0 15,-3-7 0-15,1-1 0 0,-1 0 0 0,0-2 0 16,-1-3 144-16,0-1-144 0,1-3 0 0,-1 0 0 15,-2-1 0-15,1-3 0 0,0-3 0 0,0-2 0 16,1-3 0-16,0 2 0 0,-1 0 0 0,1 1-128 16,-1 0 128-16,1 2 0 0,1 1 0 0,-1 3 0 15,0 3 0-15,0 1-128 0,-1 1 128 0,1 2 0 16,0 1 0-16,2 3 0 0,-1 1 0 0,2 0 0 0,1 3 0 0,0 5 0 16,0 0 0-16,0 0 0 0,0 0 0 0,0 0 0 15,0 0 0-15,5 5 0 0,2 2 0 0,0-1 0 16,1 0 0-16,1 0 128 0,2 1-128 0,0 0 0 15,3 1 0-15,1 1 0 0,2 0 0 0,1 2 128 16,2-2-128-16,2 0 0 0,0-1 0 0,2 1 0 16,1-5 0-16,1 0 0 0,0-3 0 0,0 1 128 15,-2-2-128-15,0-2 0 0,-2 0 0 0,-1-1 0 16,0-1 0-16,-2-2 0 0,1-4 0 0,-2 1 0 0,-1 3-144 16,-1 2 144-16,-2-3-160 0,-1 1 160 0,-1-1-192 0,-2 1 192 15,-2 1-208-15,-1-1 80 16,-3 0-16-16,0-1 0 0,-4 7 0 0,1-5 0 0,-2 0-112 0,1 5 0 15,-2-4-16-15,1-1 0 16,1 5-688-16,0 0-128 0,-5-3-16 0,5 3-16 16,-7 0-848-16,7 0-160 0,0 0-48 0,-5 4-11680 15,0-3-2336-15</inkml:trace>
  <inkml:trace contextRef="#ctx0" brushRef="#br0" timeOffset="136792.38">21947 2145 51775 0,'0'0'2304'0,"0"0"448"15,0 0-2192-15,0 0-560 0,10-2 0 0,1-2 0 0,-1 0 480 0,2 1-16 16,1 1 0-16,1-2 0 0,2 0 112 0,1 0 0 16,1 1 16-16,0-3 0 0,1 0-464 0,0 1-128 15,1 0 0-15,-2 1 0 0,0 2-144 0,-1 0-48 16,-1-2-16-16,-1 2 0 15,0-1-1392-15,-2 0-288 0,-3 2-48 0,1 1-13136 16,-11 0-2624-16</inkml:trace>
  <inkml:trace contextRef="#ctx0" brushRef="#br0" timeOffset="136954.74">22009 2287 12895 0,'0'0'576'0,"-6"6"112"0,-2-1-560 0,3 1-128 0,5-6 0 15,0 0 0-15,0 0 7920 0,0 0 1552 16,0 0 304-16,9 3 64 0,1-2-6960 0,2-1-1376 0,2-2-288 0,3-2-48 15,4 0-816-15,3-1-160 0,-1-2-48 0,1-1 0 16,2 0-272-16,0-1-64 0,1-3-16 0,2 2 0 31,0-2-2208-31,1 2-432 0,-1-2-96 0,0-1-17344 0</inkml:trace>
  <inkml:trace contextRef="#ctx0" brushRef="#br0" timeOffset="137210.96">22752 1926 20271 0,'0'0'896'0,"-1"-9"192"0,1 9-880 0,-1-6-208 0,1 6 0 0,-1-7 0 0,1 0 4832 0,0 7 928 16,0-6 176-16,0 6 32 0,0 0-2960 0,0 0-608 15,0 0-112-15,0 0-32 0,0 0-1056 0,0 0-224 16,0 0-32-16,5 9-16 0,0 4-240 0,0 1-48 16,-1 3-16-16,0 3 0 0,-3-2-176 0,2 3-48 15,2 1 0-15,-2 0 0 0,-1-1-208 0,1 1-64 16,0 3 0-16,0-1 0 0,1 0-128 0,0 1 0 15,-1-4 0-15,1 1 0 0,0-1 0 0,0-1-176 16,0-2 48-16,-2-1 0 16,-1-5-768-16,-1-2-128 0,-1 2-48 0,0-6 0 15,1-6-816-15,0 0-160 0,0 0-48 0,-5 4-12368 16,5-4-2496-16</inkml:trace>
  <inkml:trace contextRef="#ctx0" brushRef="#br0" timeOffset="137459.57">22414 1903 40543 0,'0'0'1792'0,"0"0"384"0,0 0-1744 0,0 0-432 0,0 0 0 0,0 0 0 16,0 0 2784-16,0 0 480 0,6-4 80 0,3 0 32 15,4-1-1888-15,3 1-368 0,1 1-80 0,2-2-16 16,2 1-656-16,4 0-144 0,1-1-32 0,1-2 0 15,1 1-48-15,0 1-16 0,2-2 0 0,2 1 0 16,0-2-128-16,1 0 0 0,0 1 0 0,0 1 0 16,1-1-320-16,2 2-112 0,-1 0-16 0,0 0 0 15,0 0-1824-15,0-1-368 0,-2 2-80 16,-3 1-16-16</inkml:trace>
  <inkml:trace contextRef="#ctx0" brushRef="#br0" timeOffset="137912.5">23018 2174 43359 0,'0'0'1920'0,"0"0"400"0,0 0-1856 0,0 0-464 15,0 0 0-15,8 4 0 0,1 0 1728 0,2-2 256 16,-1 0 64-16,3-2 0 0,2-3-672 0,2 0-128 16,0-1-32-16,-1-1 0 0,3 0-736 0,-1-1-160 15,2-1-16-15,-2 3-16 0,-1 0-288 0,0-1 128 16,0 1-128-16,-2 1 0 0,-2 1 128 0,-1-1-128 0,-2 1 0 15,0 0 0-15,0 2 272 0,-10 0-48 0,0 0-16 0,0 0 0 16,0 0-208-16,0 0-208 0,0 0 32 0,0 0 16 16,-1 8 160-16,-3 0 192 0,0 0-32 0,-1 0-16 15,-2 2 112-15,1-1 0 0,0-1 16 0,1 1 0 16,0 2-272-16,0-1 0 0,1-1 128 0,1 0-128 16,1-1-128-16,0 0-96 0,2-8-16 0,2 9 0 15,-1 0 368-15,3 0 80 0,-4-9 16 0,6 7 0 0,2-1-224 16,0 1 0-16,0-1 0 0,2 1 0 0,5-3 0 0,-2 2 0 15,0-2 0-15,0 1 0 0,1 1-144 0,0-1 144 16,-1-1-208-16,2 2 80 0,-2 1 128 0,-1 1 0 16,-2-1 0-16,-1 0 0 0,0 1 0 0,-2-4 0 15,-2 1 0-15,-1 1 128 0,-3 1 32 0,-2 1 16 16,-3-2 0-16,-1 1 0 0,-3-1-32 0,-2 1 0 16,-4-1 0-16,1 1 0 0,-1 3-96 0,-2-3-48 15,-3-3 0-15,-1 1 0 0,2 1 0 0,-1 1 0 16,-2-3 0-16,1 0 0 15,3-4-640-15,-1 1-112 0,-2-1-16 0,2-1-24672 16</inkml:trace>
  <inkml:trace contextRef="#ctx0" brushRef="#br0" timeOffset="139897.14">28664 13611 8287 0,'0'0'736'0,"-6"-1"-592"16,0-2-144-16,6 3 0 0,-7-1 8848 0,7 1 1744 16,0 0 352-16,0 0 64 0,0 0-8048 0,0 0-1600 0,0 0-320 0,0 0-64 15,0 0-112-15,0 0-32 16,9 0 0-16,3 0 0 0,0-4-576 0,2 2-128 0,2-1-128 0,1 0 176 16,1 2-176-16,2 1 0 15,-1-2 0-15,2 0 0 16,0 1-960-16,0 0-128 0,-2-1-32 0,1 1 0 15,-2 2-1568-15,-1 3-320 0,-4 0-64 0</inkml:trace>
  <inkml:trace contextRef="#ctx0" brushRef="#br0" timeOffset="140094.01">28726 13790 37775 0,'0'0'3360'0,"0"0"-2688"0,0 0-544 0,0 0-128 0,0 0 2304 0,0 0 448 15,11 0 64-15,-2-1 32 0,0 1-1744 16,3-3-336-16,1 0-80 0,1 1-16 0,5-2-352 0,1 0-64 16,1 0 0-16,0 0-16 15,2-2-864-15,3 1-160 0,0-1-48 0,2 1 0 16,-1 0-2912-16,2 1-592 0</inkml:trace>
  <inkml:trace contextRef="#ctx0" brushRef="#br0" timeOffset="140531.75">29283 13428 43247 0,'0'0'1920'0,"0"0"384"0,-5-3-1840 0,5 3-464 15,0 0 0-15,0 0 0 0,0 0 1280 0,0 0 176 0,0 0 16 16,0 0 16-16,0 12-16 0,1 1 0 0,3-2 0 0,1 3 0 16,2 5-784-16,-1 1-176 0,1 2-16 0,0 3-16 15,1 3-160-15,0 0-48 0,0-1 0 0,1 2 0 16,0-2-80-16,0 2 0 0,2 1-16 0,-1-4 0 16,-1 0 208-16,-1 1 64 0,-1-6 0 0,0-1 0 15,-1-3-640-15,-2-2-112 0,-2 0-16 0,2-5-16 16,-1-1 336-16,-1-2 0 0,-2-7 128 0,0 0-128 15,0 0 144-15,0 0-144 0,0 0 160 0,0 0-160 0,0 0 128 16,0 0-128-16,4-8 0 0,0-1 0 0,0-3 0 16,-1 0 0-16,-1-5 0 0,2-1 0 0,-1-3 0 0,2-2 0 15,0-2 0-15,0-2 0 0,1-1 0 16,1-2 0-16,3-2-144 0,0-1 144 0,-1 0-320 0,3 2 16 16,0 1 16-16,-1 4 0 15,-2 3-624-15,2 0-128 0,-3 3-32 0,-1 3 0 16,0-2-1072-16,1 8-224 0,-2 2-32 0,1 2-11872 15,-3 3-2384-15</inkml:trace>
  <inkml:trace contextRef="#ctx0" brushRef="#br0" timeOffset="140768.64">29202 13697 47343 0,'0'0'2096'0,"-7"3"432"0,7-3-2016 0,0 0-512 0,0 0 0 0,0 0 0 16,0 0 1344-16,0 0 160 16,0 0 32-16,0 0 16 0,0 0-320 0,0 0-64 15,10-3-16-15,1 2 0 0,2-3-880 0,3-1-272 0,2 0 128 0,2-2-128 16,-1-1 0-16,2-1 0 0,3 0 0 0,0 0 128 16,1 1-128-16,1 0-192 0,2 2 64 0,0 1 0 15,1-2-1408-15,0 3-256 16,-2 2-64-16,-1-2-13872 0,0 1-2768 15</inkml:trace>
  <inkml:trace contextRef="#ctx0" brushRef="#br0" timeOffset="141286.29">29675 13802 47631 0,'0'0'2112'0,"0"0"432"0,0 0-2032 0,-4 4-512 0,4-4 0 0,0 0 0 0,0 0 1024 0,0 0 128 16,0 0 0-16,0 0 16 0,0 0-16 0,6 4 0 15,0-2 0-15,2-1 0 0,1-1-768 0,1 0-176 16,3 0-16-16,0 2-16 0,2-4-48 0,-1 1 0 16,-1-1 0-16,2 0 0 0,-1 2-128 0,-2 0 0 15,-2 2 0-15,-1-2 0 0,-1 1 0 0,0 0 0 0,-8-1 0 0,6 3 0 16,-6-3 128-16,0 0-128 16,4 6 128-16,0 1-128 0,-4-7 160 0,-1 8-160 15,-2 1 192-15,1-3-192 0,-2 2 192 0,-1 1-192 16,-2 0 192-16,0 0-192 0,1 1 128 0,-2-1-128 0,0-3 0 0,2 2 0 15,-1 0 128-15,1 1-128 0,-1 0 0 0,2 0 0 16,0-2 0-16,1-1 0 0,0 1 0 0,1-1 0 16,1 2 128-16,0 1-128 0,2-9 0 0,0 7 0 15,0 1 128-15,3 1-128 0,-3-9 0 0,5 6 0 16,1 1 128-16,0-1-128 0,2 0 0 0,1-1 0 16,0 0 0-16,0 0 0 0,2 0 0 0,0 1 0 15,0-1 0-15,-1-1 0 0,2 1 0 0,0 0 0 16,-2 0 0-16,1 1 0 0,-2-1 0 0,-1 1 0 15,-1 1 0-15,0-2 0 0,-2 2 0 0,-1-1 0 16,-1 1 0-16,-2 0 0 0,-1 1 128 0,0 0-128 16,-3-1 128-16,-1 0-128 0,-2 0 144 0,-2-1-16 0,0 1-128 0,-1-1 0 15,-1 0 0-15,-2-1 0 0,-1 1 0 0,0 0 0 16,-1-1 0-16,-1-3 0 0,1 1 0 0,1 0 0 16,-2-2 0-16,1 0 0 0,0-1 0 0,1 2 0 15,0-2 0-15,0 0 0 0,1-2-320 0,2 1-16 16,-1 0 0-16,2-2 0 15,0 0-1584-15,1 1-304 0,1-3-64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8:58:47.588"/>
    </inkml:context>
    <inkml:brush xml:id="br0">
      <inkml:brushProperty name="width" value="0.05292" units="cm"/>
      <inkml:brushProperty name="height" value="0.05292" units="cm"/>
      <inkml:brushProperty name="color" value="#0070C0"/>
    </inkml:brush>
  </inkml:definitions>
  <inkml:trace contextRef="#ctx0" brushRef="#br0">1179 2856 17503 0,'0'0'1552'0,"0"0"-1232"16,0 0-320-16,0 0 0 0,0 0 4864 0,0-5 928 15,-4-2 176-15,1 2 48 0,3 5-3568 0,-4-7-704 16,0 1-144-16,-1 2-16 0,5 4-496 0,-7-1-112 16,1-1-16-16,-2 2 0 0,0 0-432 0,-1 2-80 15,0 1-32-15,-1-1 0 0,-2 0-256 0,-1 2-160 16,0 1 192-16,-2 2-192 0,0 1 0 0,-1 1 0 15,1 0 0-15,-1 1 0 0,2 1 0 0,1-3 0 16,-1 1 0-16,3 1 0 0,-1-1 0 0,3 2 0 16,2-2 0-16,3-1 0 0,4-8 0 0,0 8 0 15,3-1-160-15,2 1 160 0,3-3 0 0,3 1 0 0,3-1-144 16,2-1 144-16,0 0 0 0,4 1 0 0,4-2 0 0,-1 0 0 16,-2-1 0-16,1 3-128 0,0-1 128 0,2 1 0 15,-2 0 0-15,0 3 0 0,-1 1 0 16,-3 3 0-16,-1-3 0 0,-1 2 0 0,-3 0 0 0,-3 1 0 15,-2 0 0-15,-3 0 0 0,-2-2 0 0,-3 2 0 16,-2-1 160-16,-3 1-16 0,-3 0 0 0,-2 0 0 16,-2-1 304-16,-1 1 48 0,-5-1 16 0,-2-1 0 0,0 2-256 15,-3-3-64-15,0 0 0 0,-15 3 0 16,0-2-48-16,12-5-16 0,-2-2 0 0,-1 0 0 0,-1-1-128 16,1-1-224-16,2-2 48 0,2-1 16 15,2-2-1184-15,2-2-224 0,2-1-48 16,8-3-16-16,3-1-1872 0,5-5-368 15,5 0-80-15</inkml:trace>
  <inkml:trace contextRef="#ctx0" brushRef="#br0" timeOffset="207.55">1399 2847 31327 0,'0'0'2784'0,"0"0"-2224"15,0 0-560-15,6 9 0 0,0-1 3248 0,-1-1 528 16,-3 1 128-16,2 4 0 0,-1 1-1712 0,1 3-336 15,-2 2-80-15,1 1-16 0,1 2-1040 0,1 1-208 16,0 2-32-16,1 2-16 0,-2-1-320 0,2 0-144 16,-1-2 128-16,1-1-128 0,-3 0 0 0,3 0 0 15,-2-2-192-15,-1-3 192 16,0 0-1536-16,-2-1-176 0,-1-2-32 0,2-2-16 16,-2-1-1952-16,-2-3-400 0</inkml:trace>
  <inkml:trace contextRef="#ctx0" brushRef="#br0" timeOffset="649.5">1245 3130 14735 0,'0'0'1312'0,"0"0"-1056"0,0 0-256 0,0 0 0 16,0 0 6272-16,10-3 1184 0,1 2 240 0,1-1 48 16,1 1-5696-16,1 1-1136 0,2 0-224 0,1 0-48 0,1 1 0 0,3-1 0 15,1-1 0-15,3-3 0 0,1 3-448 0,1-1-64 16,0 1-128-16,3-1 176 0,-2-4-176 0,-2 1 0 15,-1 0 0-15,-2 1 0 0,-1 0 0 0,0 1 0 16,-2 1 0-16,-4 1 0 0,1 2 0 0,-4 1 0 16,-3 5-128-16,-2-3 128 0,-3 2 0 0,-1 4 0 15,-1 1 0-15,-3 2 0 0,-3 0 0 0,-1 0 256 16,0 0-32-16,-2 0-16 0,-3 1 16 0,-1-5 0 16,3 1 0-16,0 2 0 0,-1 0-224 0,0-3 0 15,1-2 0-15,0 0 0 0,1-2 0 0,6-5 0 16,-6 4-176-16,6-4 176 0,-6 4-320 0,6-4 48 15,0 0 16-15,0 0 0 0,0 0 32 0,0 0 16 16,-1-8 0-16,1 0 0 0,2-2-48 0,3 0-16 16,2-2 0-16,-1 0 0 0,1 0-16 0,1 2 0 15,1-1 0-15,1 1 0 0,-1 1 144 0,1 1 144 0,-3 2-208 16,1 3 80-16,-8 3 128 0,9 3 0 0,-1 0 0 0,0 4 128 16,-1 1 304-16,-1 1 64 0,-1 1 16 15,3 1 0-15,0 1-176 0,1-3-16 16,0 1-16-16,0 2 0 0,0 0-304 0,1-3 0 0,1 0 0 0,1-3-144 31,0 0-1616-31,1-6-320 0,1 0-64 0,0-4-10592 0,-1 1-2112 16</inkml:trace>
  <inkml:trace contextRef="#ctx0" brushRef="#br0" timeOffset="1065.3">2106 2882 11055 0,'6'-11'976'0,"-3"7"-784"0,-1-5-192 0,1 2 0 0,-2-1 5408 0,2 1 1040 16,-3 7 208-16,0 0 32 0,0 0-3008 0,0 0-608 15,0 0-112-15,0 0-16 0,0 0-1088 0,2 11-224 16,0 3-32-16,-2 0-16 0,-2 3-800 0,1 1-144 16,1 2-48-16,0 4 0 0,-1 2-320 0,1 1-64 15,1-1-16-15,2 1 0 0,1 1-192 0,1-2 0 16,3-1 0-16,1-2 0 0,0-1-144 0,3-1-80 16,-2-1-16-16,0-3 0 15,2-3-256-15,1-2-48 0,0-3-16 0,-1-1 0 16,0-3 48-16,-1-3 0 0,1 1 0 0,-1-6 0 15,-1 1 0-15,0-3 16 0,1-2 0 0,-2-1 0 0,0-1 144 16,0 0 32-16,0-5 0 0,-1 1 0 0,0-2 128 0,0 0 16 16,0-4 16-16,0 0 0 0,-2-1-96 0,-2-1-32 15,1 1 0-15,-1 0 0 0,0 2 128 0,-1 1 32 16,-5 3 0-16,1 0 0 0,0 3 128 0,-2 3 0 16,-1 3 0-16,-1 2-128 0,-2 3 304 0,1 4 64 15,-1 3 16-15,1 3 0 0,-1-1 128 0,1 3 16 0,1 0 16 16,1 1 0-16,0 1-112 0,3 2-32 0,1 1 0 15,1-1 0-15,1-1-272 0,2-1 0 0,0-1 0 0,3 2 0 16,1-5 0-16,-1 0 0 0,3 0-176 0,-1-1 176 31,-2-3-528-31,0 1 0 0,0-2 0 0,-7-5 0 0,0 0-2032 0,7 3-416 0,-7-3-80 0,0 0-14112 16</inkml:trace>
  <inkml:trace contextRef="#ctx0" brushRef="#br0" timeOffset="1285.82">2044 2990 24879 0,'0'0'2208'0,"-5"1"-1760"0,5-1-448 0,0 0 0 0,0 0 3840 0,0 0 704 16,0 0 128-16,0 0 16 0,0 0-2544 0,8-1-512 16,2 1-96-16,3-3-32 0,3 1-752 0,2-2-160 15,0 0-16-15,2-1-16 0,1 1-368 0,0 0-64 16,1-1 0-16,1 1-128 0,1 0 0 0,2 1 0 15,-3 2 0-15,3-3 0 16,1 1-592-16,0-2-176 0,0 0-48 0,-1 2 0 16,0 0-1728-16,0 0-336 0,-1 0-80 0</inkml:trace>
  <inkml:trace contextRef="#ctx0" brushRef="#br0" timeOffset="1571.04">2918 2824 19343 0,'0'0'848'0,"0"0"192"0,0 10-832 0,0 0-208 0,1 0 0 0,0 1 0 0,-1-1 6784 16,0 2 1328-16,0 1 256 0,0 1 48 0,0 2-5664 0,0 1-1120 15,0-1-224-15,0 1-64 0,2 1-896 0,-2-1-176 16,0-3-32-16,1 0-16 0,2 1-224 0,-1-3 0 16,1-3 0-16,-1 1 0 15,0 1-544-15,0-6-160 0,-2-5-16 0,0 0-16 16,0 0-1696-16,0 0-320 0,0 0-80 0</inkml:trace>
  <inkml:trace contextRef="#ctx0" brushRef="#br0" timeOffset="2446.66">2811 2852 16575 0,'0'0'1472'0,"0"0"-1168"0,0 0-304 0,0 0 0 0,0 0 4080 0,0 0 752 15,2-5 160-15,-2 5 16 0,3-6-1888 0,-3 6-384 16,0 0-80-16,0 0-16 0,0 0-784 0,0 0-176 16,5 6-16-16,-1 1-16 0,-1 1-608 0,-1 4-112 15,1 2-32-15,-2 3 0 0,-1 2-272 0,0 4-64 16,0 0-16-16,0 2 0 0,0 0-224 0,-1 1-64 15,1 1 0-15,0 2 0 0,1-4-256 0,1-2 128 16,-5 0-128-16,3-3 0 0,3 0 0 0,-2 0 0 16,-2-4 0-16,1 0 0 15,1-2-608-15,1-2-224 0,1-3-64 0,0-1 0 16,-1 0-2128-16,-2-8-432 0,0 0-96 0</inkml:trace>
  <inkml:trace contextRef="#ctx0" brushRef="#br0" timeOffset="2679.15">3472 2877 43311 0,'0'0'3840'16,"0"0"-3072"-16,0 0-608 0,0 0-160 15,-4 5 1792-15,4-5 320 0,0 0 64 0,-3 6 0 0,3-6-1408 16,0 0-272-16,0 0-64 0,0 0-16 16,-1 9-912-16,1-1-176 0,0 1-32 0,1-1-14480 15,-1-8-2896-15</inkml:trace>
  <inkml:trace contextRef="#ctx0" brushRef="#br0" timeOffset="2834.24">3563 3173 38703 0,'0'0'3440'0,"0"0"-2752"16,0 0-560-16,-3 6-128 0,3-6 2480 0,0 0 464 16,-5 5 80-16,5-5 32 0,0 0-1408 0,0 0-288 15,0 0-48-15,0 0-16 0,0 0-1296 0,0 0-224 16,0 0-64-16,8 2-16 16,2-4-2848-16,7-2-576 0</inkml:trace>
  <inkml:trace contextRef="#ctx0" brushRef="#br0" timeOffset="3249.48">4714 2727 23039 0,'-5'-3'2048'0,"0"-2"-1648"16,0-2-400-16,-1-1 0 0,2 1 3760 0,3-1 656 16,0 0 144-16,-3 3 32 0,-3 1-2096 0,2 0-432 15,5 4-80-15,0 0 0 0,0 0-624 0,0 0-112 16,0 0-32-16,8 4 0 0,1 1-448 0,0 3-112 15,0 2-16-15,-1 3 0 0,-3 3-160 0,1 5-32 16,-2 0-16-16,1 2 0 0,0 2-176 0,0 1-16 16,-1 1-16-16,0 1 0 0,-1 2-224 0,-1-3 144 15,0-1-144-15,-1-1 128 0,1 0-128 0,0-3 0 16,-1-4 0-16,0 0 0 0,-1-1-192 0,-1-2 0 16,0-3-16-16,-2-3 0 15,1-3-1008-15,2-6-192 0,0 0-32 0,-7 4-16 16,1-4-1168-16,-1-3-256 0,-1 0-32 0,-1-7-10112 15,-1 0-2016-15</inkml:trace>
  <inkml:trace contextRef="#ctx0" brushRef="#br0" timeOffset="3447.16">4427 2751 25791 0,'0'0'2304'0,"0"0"-1856"0,0 0-448 0,0 0 0 16,0 0 4512-16,0 0 800 0,0 0 176 0,11-2 16 15,1-2-3536-15,1 1-720 0,0 1-144 0,4 0-16 16,2-2 80-16,3 2 32 0,3-1 0 0,1 1 0 15,3-2-576-15,1 0-112 0,1-1-32 0,2 1 0 16,1 0-288-16,1 0-64 0,0-3-128 0,0 3 192 16,-2 1-192-16,1 1 0 0,-4 0 0 0,1-1 0 15,0 2-1472-15,-2 1-176 16,-2 0-32-16,-2 2-13840 0,-3 2-2768 0</inkml:trace>
  <inkml:trace contextRef="#ctx0" brushRef="#br0" timeOffset="3652.07">5139 3054 41807 0,'0'0'1856'0,"0"0"384"0,2 9-1792 0,0 1-448 15,1 3 0-15,-1 1 0 0,1-3 1712 0,0 2 256 16,-2 0 48-16,3 2 16 0,-2 0-320 0,1 1-64 16,0 1-16-16,-1-1 0 0,0-1-1072 0,0 1-224 15,-1-2-32-15,2 1-16 0,-2-1-288 0,1-1 0 16,-1-3 0-16,0 2 0 15,1-5-512-15,-2-7-176 0,0 0-16 0,0 0-16 16,0 0-1520-16,0 0-320 0,0 0-48 0,0 0-18512 0</inkml:trace>
  <inkml:trace contextRef="#ctx0" brushRef="#br0" timeOffset="3836.41">5499 2909 24879 0,'0'0'2208'0,"0"0"-1760"0,7-5-448 0,0 0 0 15,1 1 4864-15,3 0 880 0,-1 4 176 0,1-4 32 16,-2-1-3408-16,1 1-688 0,2 1-144 0,0 1-32 16,-1-2-976-16,1 0-208 0,1 0-48 0,0 1 0 0,0 1-448 15,0 0-128-15,0-1-16 0,0 0 0 16,-2 0-2032-16,-1 1-384 0,-1-1-96 0,-9 3-18464 16</inkml:trace>
  <inkml:trace contextRef="#ctx0" brushRef="#br0" timeOffset="3997.75">5530 3024 42847 0,'0'0'1904'0,"0"0"384"15,0 0-1840-15,0 0-448 0,0 0 0 0,3 8 0 0,-3-8 960 0,5 5 112 16,-5-5 16-16,9 1 0 0,2 1-192 0,0-2-48 16,4-2 0-16,-1 0 0 0,3-4-688 0,3 3-160 15,1-1 0-15,1-2 0 16,1-1-976-16,2-1-192 0,2-1-48 0,3-1-12800 15,3 1-2560-15</inkml:trace>
  <inkml:trace contextRef="#ctx0" brushRef="#br0" timeOffset="4478.28">6194 2824 29487 0,'0'0'2624'0,"0"0"-2112"0,0 0-512 0,0 0 0 15,3-5 3760-15,0-1 640 0,1 0 128 0,3 0 16 16,1 1-2432-16,1 0-480 0,1-2-96 0,3 1-32 15,2 0-512-15,2 1-96 0,1 0-32 0,1 0 0 16,1-1-464-16,0 1-80 0,-1 1-32 0,1 0 0 16,-1 2-160-16,1-1-128 0,-6 2 144 0,-1 1-144 15,-1 0 0-15,-2 0 128 0,-1 0-128 0,-9 0 0 0,0 0 0 0,7 1 0 16,-7-1 0-16,0 0 0 0,0 0 0 0,0 0 0 16,-1 8 0-16,-2 2 0 0,-2 0 0 0,-2 0 0 15,1 0 0-15,-3-2 0 0,-2 1 0 0,1 0 0 16,-1 2 0-16,1-1 0 0,0 1 0 0,0-2-128 15,1-1 128-15,1 1 0 0,2 0 0 0,1 0 0 16,1 2 0-16,1-1 0 0,2-4 0 0,1-6 0 16,1 8 0-16,2 1 0 0,2-2 128 0,2 1 48 15,2 0 0-15,1-2 0 0,3-1-176 0,3 2 0 16,-1-1 0-16,1 1 0 0,1-1 0 0,0 1-272 16,0-1 64-16,-1 1 16 0,-1-4 192 0,1 3 0 15,-1 1 0-15,0-1 0 0,-1 1 0 0,-2 0 0 16,-2 0 0-16,-2-1 0 0,-3 1 0 0,-1 0 0 15,-4-7 0-15,2 9 0 0,-5-2 0 0,-2 1 0 16,-3 1 128-16,-1 1-128 0,-4-5 0 0,-3 1 0 16,-1 3 128-16,-2 1-128 0,-4-4 0 0,-1 1 0 15,-4-2 0-15,1 0 0 0,-2 2-240 0,2-5-48 16,1 2-16-16,4-3 0 16,2 1-1184-16,3-1-240 0,4-1-64 0,3-1 0 15,3-2-1904-15,3-2-384 0,4 5-80 0,5-8 0 0</inkml:trace>
  <inkml:trace contextRef="#ctx0" brushRef="#br0" timeOffset="4839.77">6835 2837 25791 0,'0'0'2304'0,"0"0"-1856"0,0 0-448 0,0 11 0 16,0 2 4976-16,0 1 896 0,0 2 176 0,-2-3 32 0,-2 3-3664 0,-1 1-752 16,-1 1-128-16,1 0-48 0,1-1-704 0,0 0-144 15,2-1-16-15,0 2-16 0,2-1-448 0,2-3-160 16,0-2 0-16,4 0 144 0,0-2-144 0,3-1 0 15,2 0-160-15,2-2 160 0,-2-2-384 0,3-1 32 16,-1-1 0-16,1-3 0 16,3-3-160-16,0-1-48 0,-2-1 0 0,1 0 0 15,-2-2 16-15,-1 1 0 0,-1-4 0 0,-1 0 0 0,-2 0 240 0,-1-2 48 16,-3 0 16-16,-1 0 0 0,-2 1 240 0,0-1 0 16,-1 1 0-16,-2 0 0 0,-3-2 0 0,-3-2 0 15,-1-3 0-15,-1 4 0 0,-3 1 0 0,-1 0-192 16,0 1 16-16,-1-1 16 15,0 0-432-15,-1 2-96 0,1 1-16 0,1 4 0 16,0 2 64-16,0 1 0 0,1 2 0 0,2 1 0 0,2 0 240 0,1 1 48 16,1-1 16-16,6 0 0 15,-5 4-352-15,5-4-64 0,0 8-16 0,2 0 0 16,-2-8-560-16,9 9-112 0,2-2-32 0,5 0 0 16,4-2-1040-16,5 0-224 0,3 2-32 0,0-6-9776 0</inkml:trace>
  <inkml:trace contextRef="#ctx0" brushRef="#br0" timeOffset="5137.51">7242 2887 10127 0,'8'-1'896'0,"1"-1"-704"0,0 0-192 15,3 0 0-15,-2 0 6640 0,0-1 1296 0,-3 1 256 0,-7 2 48 16,0 0-4592-16,0 0-896 16,0 0-192-16,0 0-48 0,0 0-832 0,0 0-160 0,0 0-48 0,0 0 0 15,-1 9-704-15,-3 0-160 0,-1 1-32 0,-2 1 0 16,1-1-288-16,1-1-64 0,-2 2-16 0,2-1 0 16,1 2-208-16,1-2 128 0,1-1-128 0,0-1 0 15,2 4 0-15,4-2 0 0,0 0 0 0,2-1 0 16,1-3-192-16,2 1 32 0,2 2 0 0,2-4 0 0,1-1-112 0,2-3-32 15,0 3 0-15,1-1 0 0,-2-2-48 0,1-1-16 16,-1 0 0-16,1-2 0 0,0 2 80 0,-1-3 16 16,-2-1 0-16,-1-3 0 0,-1 2 64 0,-2-1 16 15,0-1 0-15,-3-1 0 0,0-1 64 16,-3 1 128-16,-1-3-208 0,-2 0 80 0,-3 0-80 0,-2-1-16 16,0 0 0-16,-4-2 0 15,0 1-1056-15,-1 0-224 0,1 1-32 0,1 2-16 16,-2 0 496-16,2 3 96 0,2-3 32 0,0 4 0 15,1 1-1664-15,0-2-336 0,-2 2-64 0,5 1-12752 0</inkml:trace>
  <inkml:trace contextRef="#ctx0" brushRef="#br0" timeOffset="5359.08">7715 2625 11967 0,'0'0'1072'0,"0"0"-864"0,8 1-208 0,0 2 0 16,0-3 5904-16,1 2 1136 0,0 2 240 15,-1 2 32-15,0-1-3536 0,-2 3-720 0,2 3-144 0,-1 0-32 16,-1 3-1120-16,-2 2-224 0,1 1-64 0,-1 2 0 16,0 2-784-16,0 0-176 0,-1 0-16 0,1 0-16 15,-2 0-320-15,2-1-160 0,-1-3 160 0,-1 0-160 16,0-1 0-16,-1-2 0 0,0-1 0 0,2-1 0 16,-1 2-960-16,1-4-144 15,-2-1-32-15,2-1 0 0,-3-8-2064 0,0 0-432 16,0 0-80-16</inkml:trace>
  <inkml:trace contextRef="#ctx0" brushRef="#br0" timeOffset="5606.66">8087 2758 37775 0,'0'0'1664'0,"0"0"368"0,0 0-1632 16,0 6-400-16,-3 5 0 0,1-5 0 0,-3 1 2256 0,-1-3 368 15,-3 2 80-15,0 3 16 0,0 3-912 0,-1 0-176 16,-1-2-32-16,1 3-16 0,1-2-736 0,-2 2-144 15,1 0-16-15,1 0-16 0,1 0-240 0,2 0-48 16,0 0-16-16,1 0 0 0,0-1-96 0,2-2-16 16,3-2 0-16,4 1 0 0,1 3-80 0,4-3-32 15,3-2 0-15,2-1 0 0,2-1-144 0,1 1 128 16,-1-5-128-16,2 0 128 0,1 0-128 0,1 2 0 16,1-3 0-16,0-1 0 0,-1-1 0 0,1-1 0 15,0-1 0-15,1 1 0 16,-1-1-1424-16,3 2-224 0,-2-2-32 0</inkml:trace>
  <inkml:trace contextRef="#ctx0" brushRef="#br0" timeOffset="6157.61">4584 4029 4607 0,'0'0'192'0,"0"0"64"0,0 0-256 0,0 0 0 0,0 0 0 0,0 0 0 16,6 9 9088-16,0 0 1760 0,-1 2 352 0,0 2 80 15,2 1-8016-15,-1 4-1600 0,1 5-320 0,-1 4-64 16,1 3-240-16,-1 4-48 0,-1 2-16 0,2 1 0 0,1-2-496 16,0-1-96-16,1-1-32 0,-2-2 0 0,1-1-208 0,-1-2-144 15,-1-1 192-15,1-5-192 0,-2-3 0 0,0-2 0 16,-1-2 0-16,-1-4 0 15,-2 0-1008-15,2-3-96 0,-3-8-32 0,0 0 0 16,0 0-1488-16,0 0-288 0,0 0-64 0,-4-8-16544 16</inkml:trace>
  <inkml:trace contextRef="#ctx0" brushRef="#br0" timeOffset="6426.46">4554 4183 11967 0,'0'0'528'0,"0"0"112"0,-4-5-512 0,4 5-128 16,0 0 0-16,0 0 0 0,3-8 8000 0,0 1 1584 15,3 1 304-15,2-1 64 0,1 1-7216 0,2-1-1456 16,2 1-272-16,2-1-64 0,-1 1-368 0,3-1-80 16,3 3-16-16,2-1 0 0,3 1-320 0,-1 0-160 15,1 2 160-15,0-1-160 0,0 0 0 0,-1 1 0 16,-3 2 0-16,-1 0 0 0,-1 0 0 0,-2 1 0 16,-2 2 0-16,-2-1 0 0,-3 2 0 0,1 1 0 15,-5 1 0-15,-1 0 0 0,-1 3 0 0,-2 2 0 16,-4 2-128-16,-2 0 128 0,-2-1 0 0,-2 2 0 0,-1 3 0 15,-3-1 0-15,-1 0-128 0,-1 3 128 0,-2-2 0 0,-1 1 0 16,-1 0-336-16,0 0 32 0,-2 1 16 0,3-1 0 16,3-5-1440-1,1 4-304-15,0-4-48 0,2 1-11984 0,2-1-2384 0</inkml:trace>
  <inkml:trace contextRef="#ctx0" brushRef="#br0" timeOffset="6609.54">5031 4450 43935 0,'0'0'1952'0,"0"0"400"0,4 8-1888 0,0 0-464 16,0 1 0-16,1-3 0 0,-1 2 1568 0,0 1 224 16,-2 2 32-16,1 1 16 0,-2 2-624 0,1-1-112 15,-1-1-16-15,0 1-16 0,2 1-752 0,-1-2-128 16,1-2-48-16,0 2 0 0,-2-2-144 0,0 1-256 16,1-2 64-16,1 0 16 15,-3-9-1760-15,3 8-368 0,-3-8-64 0,4 6-12288 16,-4-6-2448-16</inkml:trace>
  <inkml:trace contextRef="#ctx0" brushRef="#br0" timeOffset="6835.94">5480 4262 37775 0,'0'0'3360'0,"0"0"-2688"0,0 0-544 0,0 0-128 15,2-6 3328-15,2 1 640 0,-4 5 128 0,7-4 32 16,-2 0-2432-16,1 0-480 0,2 1-112 0,3 1-16 15,0-1-576-15,2 2-128 0,0-3-32 0,2 1 0 16,-1 1-352-16,2-1 0 0,-1 1 0 0,1 0 128 16,0 1-128-16,-1 0-208 0,0-1 48 0,-2 1 16 15,0 1-1136 1,-2 0-240-16,0 0-32 0,-2 1-16 0,-1 1-2512 0,-8-2-496 0,0 0-96 16,0 0-32-16</inkml:trace>
  <inkml:trace contextRef="#ctx0" brushRef="#br0" timeOffset="6983.75">5549 4352 41519 0,'0'0'1840'0,"0"0"384"0,0 0-1776 0,0 0-448 16,0 0 0-16,0 0 0 0,10 3 1040 0,-1-2 128 15,2-2 32-15,-1 0 0 0,3-1-192 0,3-3-48 16,1 1 0-16,1 0 0 0,1-2-752 0,2 1-208 16,1-1 0-16,2 0 0 15,1-1-896-15,3 1-256 0,4-3-48 0,0 0-19520 0</inkml:trace>
  <inkml:trace contextRef="#ctx0" brushRef="#br0" timeOffset="7303.7">6379 4086 11055 0,'0'0'480'0,"0"0"112"0,0 0-464 0,0 0-128 16,0 0 0-16,0 0 0 0,0 0 8528 0,0 0 1696 15,0 0 336-15,-5 10 64 0,-2 1-7328 0,1 4-1456 0,-2 3-304 0,-1 1-48 16,-2 2-624-16,1 1-128 15,1 1-32-15,0 0 0 0,0-1-336 0,2 2-80 0,2-1-16 0,1-1 0 16,1-2-272-16,5-3 0 0,2 0 0 0,1-2 0 16,1 0 0-16,2-2 0 0,1 0 0 0,2-4-144 15,0-2-112-15,4-4-32 0,-1-1 0 0,2-2 0 16,-1-2-64-16,1 0-16 0,-2-2 0 0,1-3 0 16,-1 1 32-16,-1-2 0 0,-1 0 0 0,-2-2 0 0,-1-3 80 15,-1 0 32-15,-1-2 0 0,-1 0 0 16,-2 0 80-16,-1-3 16 0,-3 1 0 0,0 0 0 0,-2 0-64 15,0 0 0-15,-2 3 0 0,-1-2 0 16,1 3-240-16,-3-2-48 0,1 2-16 0,-2 1 0 16,0 3-1200-16,0 1-240 0,-1 1-48 0,3 2-16 15,-1 1-1904-15,1 2-384 0</inkml:trace>
  <inkml:trace contextRef="#ctx0" brushRef="#br0" timeOffset="7483.36">6714 4282 48895 0,'0'0'2176'0,"1"9"432"0,1-1-2096 15,0 0-512-15,1-2 0 0,1 2 0 0,0 0 688 0,1 0 16 16,-5-8 16-16,0 0 0 0,0 0-272 0,0 0-48 16,0 0-16-16,5 2 0 15,-5-2-1040-15,0 0-224 0,0 0-32 0,8-2-16 16,0-3-2688-16,0-2-544 0</inkml:trace>
  <inkml:trace contextRef="#ctx0" brushRef="#br0" timeOffset="7862.56">6993 4064 45663 0,'0'0'2032'0,"0"0"400"0,0 0-1936 0,9-4-496 0,2-2 0 0,-1 1 0 15,-1-3 976-15,2 3 112 0,-1 1 0 0,3 2 16 16,0 0 304-16,3-1 64 0,-1 1 16 15,2-1 0-15,2 2-784 0,-1-1-176 0,-1 1-16 0,-1 1-16 16,-1 3-304-16,0-1-48 0,-4 2-16 0,0 0 0 0,-2 1-128 0,-1-1 128 16,-3 3-128-16,-1 1 128 0,-3 1-128 0,-2 1 0 15,-3 3 144-15,-1 0-144 0,-3 3 0 16,-1-1 144-16,0 2-144 0,-4 0 0 0,-4 0 160 0,0 3-160 16,1-3 128-16,2 2-128 0,-1-3 0 0,1 1 0 15,1-1 128-15,1-1-128 0,2 1 0 0,1-6 0 16,-1 3 0-16,4 0 0 0,1-1 0 0,1 0 0 15,1-3 128-15,2-1-128 0,1-8 0 0,1 8 0 16,3-2 0-16,0-1 128 0,-4-5-128 0,9 7 0 16,2-3 0-16,0-2 0 0,2-2 0 0,3-2 0 15,1-2 0-15,1 0 0 0,0-1 0 0,3-2 0 16,-1-1 0-16,1-1 0 0,0 0-144 0,1-1-16 16,0 2 0-16,0-4 0 15,-1 2-912-15,1 1-176 0,2-2-32 16,0 3-16-16,0-2-2448 0,1 2-480 0</inkml:trace>
  <inkml:trace contextRef="#ctx0" brushRef="#br0" timeOffset="8391.68">7798 4436 31327 0,'0'0'1392'0,"0"0"272"0,0 0-1328 0,0 0-336 0,0 0 0 0,6 8 0 15,-1-2 4976-15,-5-6 912 0,0 0 192 0,0 0 48 16,0 0-3920-16,0 0-784 0,0 0-144 0,0 0-48 0,8 0-768 0,-3-4-144 15,-1-1-48-15,-1-3 0 0,-2-2-272 0,-1-2 0 16,0-1 128-16,0-1-128 0,0 1 0 0,0-3 0 16,-1 0 0-16,-2-3 0 0,-3-1 0 0,0-1 0 15,0-1 0-15,-1-1 144 0,2 1-144 0,0-1 0 16,0 1-160-16,0 0 160 0,1 3-144 0,0 2 144 16,1 4-160-16,2 1 160 0,0 1-128 0,-2 4 128 15,3-1 0-15,0 8-144 0,0 0 144 0,0 0 0 16,0 0 0-16,0 0 0 0,0 0 0 0,0 0 0 15,4 9 0-15,1 1-128 0,2 1 128 0,-1 0 0 16,2 1 0-16,1 0 0 0,1 0 0 0,2-2 0 16,3-2 0-16,0 2 0 0,2-4 0 0,1-1 0 15,2-1 0-15,-2-2-128 0,2-2 128 0,-2 0-192 16,-1-2 192-16,0-4-192 0,0 0 32 0,1-2 0 16,0 0 0-16,-2-1 0 0,-3-3-16 0,-1 1 0 15,0-2 0-15,-1-2 0 0,0-2 32 0,-1-1 0 16,1 0 0-16,-2-2 0 0,-3 2-48 0,1 2 0 0,-2 2 0 15,0 1 0-15,-1 1 192 0,0 2-192 0,-1 2 192 16,-2 3-192-16,-1 5 192 0,0 0 0 16,0 0 128-16,0 0-128 0,-3 8 304 0,1 2-16 0,-1 1 0 15,0 2 0-15,-2 1-32 0,3 3-16 0,-2 5 0 0,2 0 0 16,1-1-240-16,1 0 144 0,0 0-144 0,1 1 128 16,2-1-128-16,0 1 0 0,-1-1 0 0,2-2 0 15,1 0-240-15,3-1-16 0,-3-1-16 0,2 0 0 16,-2-3-1264-1,2-1-256-15,-1-1-64 0,-1-3 0 0,2-1-1744 16,-1-2-368-16,-6-6-64 0</inkml:trace>
  <inkml:trace contextRef="#ctx0" brushRef="#br0" timeOffset="8620.29">8356 4080 12895 0,'1'-7'576'0,"-1"2"112"15,-1-3-560-15,1 2-128 0,-3 5 0 0,3-1 0 0,0 2 7296 0,0 0 1408 16,0 0 304-16,0 0 48 0,0 0-5472 0,1 13-1088 15,2 0-208-15,-1 2-48 0,2 2-1152 0,-1 1-208 16,1 3-48-16,1-2-16 0,0 3-432 0,1-1-96 16,-1-1-16-16,-1-1 0 0,2 5-272 0,-1-5 160 15,-1 1-160-15,0-2 128 0,0-1-128 0,0 0 0 16,-1-4 0-16,2 0 0 0,-5-13 0 0,4 11-176 16,-4-11 48-16,0 0 0 15,4 9-832-15,-4-9-176 0,0 0-16 0,0 0-16 16,0 0-1264-16,1-5-256 0,0-3-64 0,-1-3-18064 0</inkml:trace>
  <inkml:trace contextRef="#ctx0" brushRef="#br0" timeOffset="8921.18">8331 3974 29487 0,'0'0'1296'0,"0"0"288"0,0 0-1264 0,0 0-320 0,0-6 0 0,1-1 0 16,-1 7 4304-16,4-5 816 0,0 1 144 0,2 0 48 15,1 0-3168-15,1 2-624 0,1 2-128 0,1 0-32 16,3-2-704-16,4 4-144 0,2 0-16 0,1 2-16 15,4-4-224-15,1 2-64 0,-1 0 0 0,1 1 0 0,1-1 0 0,-2 2 0 16,-2 1 0-16,-1 1 0 0,-2-1-48 0,-2 0-16 16,0 2 0-16,-2-1 0 0,-1 1-128 0,-1 1 0 15,-5 1 0-15,0 0 0 0,-1 0 0 16,-1 0 0-16,-4 0 128 0,-2 0-128 0,-1 2 0 0,-3-1 0 16,-3 1 0-16,-2-2 0 15,-1 0 0-15,-2 0 0 0,-1 0 0 0,-3-1 0 0,-3-2 256 16,-2 1 32-16,-4-1 0 0,1 2 0 15,-1-3-656-15,1 1-128 0,2-2-16 0,0 1-16 16,1 1-624-16,-1 1-128 0,2-2-32 0,3 2 0 16,3-2-1200-16,4 1-240 0,2-3-64 0,3 2-10784 15,-1 2-2160-15</inkml:trace>
  <inkml:trace contextRef="#ctx0" brushRef="#br0" timeOffset="9347.31">8919 4274 39791 0,'9'-4'1760'0,"-7"2"368"0,1-2-1696 0,1 0-432 16,3 4 0-16,-2-4 0 0,-5 4 2016 0,0 0 320 0,0-3 64 0,-2 2 16 16,-1-2-560-16,-3 3-128 15,-2 0 0-15,-2 3-16 0,-3 0-944 0,0 2-176 0,1-1-32 0,-1 0-16 16,1 2-304-16,-2 2-64 0,0 0-16 0,-2 2 0 16,2 1 64-16,1 0 16 0,-2 0 0 0,1 4 0 15,2 0-240-15,3-2-288 0,3 0 64 0,-1-4 16 16,2 3 208-16,2-2-144 0,1-1 144 0,3 0-128 15,2-1 128-15,2-1-128 0,3-2 128 0,2-1-128 16,1-3 128-16,2 1-128 0,0-2 128 0,1-2-128 0,0-2-64 0,5 0 0 16,-5 0 0-16,3-2 0 0,-2 1 192 0,2-2 0 15,6-1 0-15,-5 2 0 0,-2-1 0 0,-1 2 0 16,2 1 0-16,1 2 0 0,1 0 0 0,-4 4 256 16,-4-1-48-16,-1 2 0 0,-1-1 352 0,2 2 64 15,3 0 16-15,-2 2 0 0,-2 2-512 0,1 1-128 16,0 1 0-16,0 1 96 0,-1 0-96 0,-1-1 0 15,-1-1 0-15,1 0 0 0,-1-2 0 0,0-1 0 16,-2 1 0-16,2-1 0 0,-3 1 0 0,1-2 0 16,-2 0 0-16,1 2 0 0,0-3 0 0,-1 0 0 15,-4-4 0-15,0 0 0 0,4 6 0 0,1-2 0 16,-5-4 0-16,0 0 0 16,0 0-656-16,0 0-80 0,0 0-16 0,0 0 0 15,0 0-3216-15,-6-5-656 0</inkml:trace>
  <inkml:trace contextRef="#ctx0" brushRef="#br0" timeOffset="10876.47">911 6328 23951 0,'0'0'2128'0,"0"0"-1696"0,-8-8-432 0,-1 0 0 16,2 0 4560-16,-3 2 832 15,1 0 176-15,0 4 16 0,-1-1-3888 0,-2 2-784 16,-2 1-144-16,-1 2-48 0,0 1 336 0,-2 2 64 0,0 2 16 0,8-2 0 15,-3-2-432-15,-1 2-96 0,-1 1-16 0,0 2 0 16,-1 1-352-16,1 0-80 0,0 2-16 0,-8 8 0 0,4-2-144 16,5 0 0-16,3-2 144 0,3-2-144 0,4-2 0 0,3-1 0 15,2 0 0-15,2 2 0 0,1-1 0 0,1 1 0 16,5 1 0-16,3-1 0 0,3-3 0 0,-5-2 0 16,2-4 0-16,2 4 0 0,2 2 0 0,2 2 0 15,1-2 0-15,1 1 0 0,0 1 0 0,17 9 0 16,-6 0 0-16,-6-2 0 0,-5-1 0 0,-4-3 0 15,-3 0 0-15,-4-3 0 0,-1 1 0 0,-4 1 0 16,-6-13 0-16,0 13 0 0,-3 0 0 0,-6-4 0 16,-4 2 0-16,-2-2 128 0,-4-1-128 0,0-1 144 15,-3 0-144-15,0 1 160 0,-5-2-160 0,12-3 0 16,-3-1 0-16,-2 0 0 0,-3-1 0 0,-2-1 0 16,0 0-224-16,0-1 80 15,2-1-368-15,-16-1-80 0,9-1-16 0,6-2 0 16,5 1-1632-16,4-1-320 0,5-2-64 0,6-1 0 15,7-2-1296-15,3 0-256 0,4-6-48 0</inkml:trace>
  <inkml:trace contextRef="#ctx0" brushRef="#br0" timeOffset="11080.49">1098 6397 12895 0,'0'0'1152'0,"0"0"-928"0,6 7-224 0,-1 3 0 15,-2 1 6976-15,1 2 1360 0,0 3 272 0,-1 4 48 16,-1-4-5392-16,1 4-1072 0,1 1-208 0,-2 4-64 15,0 2-976-15,-1-2-208 0,1 0-32 0,1 1-16 16,0 0-480-16,1 0-80 0,-2-4-128 0,2 1 176 16,-1 0-176-16,-1-6 0 0,-2-3 0 0,0 2 0 15,2-3-896-15,-2-4-64 0,0-9-16 0,0 0 0 16,0 0-1264-16,0 0-240 0,0 0-48 0</inkml:trace>
  <inkml:trace contextRef="#ctx0" brushRef="#br0" timeOffset="11544.06">956 6580 7359 0,'0'0'656'0,"0"0"-528"0,0 0-128 0,0 0 0 0,-10 4 8368 0,10-4 1632 15,0 0 336-15,0 0 64 0,0 0-7440 0,0 0-1488 16,14 7-288-16,0 1-64 0,2 1-16 0,2-1 0 16,3-3 0-16,2 0 0 0,1-8-528 0,0 1-96 15,4 1-32-15,-2-3 0 0,1 4-144 0,-7-2-48 0,3 1 0 0,2-4 0 16,1 1-256-16,-1-1 128 15,-2-2-128-15,-2 2 0 0,1 1 0 0,-1 4 0 16,-3 0 0-16,-1 1 0 0,-5 1 0 0,0 2 0 16,-4 2 0-16,-2 3 0 0,-1 6 0 0,-3-2 0 15,-4 0 0-15,0 4 0 0,-2-2 0 0,-1 2 0 16,-1 1 0-16,0-1 0 0,-1-1 0 0,1 1 0 0,1-1 0 16,-1-5 0-16,4 0 0 0,-2-2 0 0,0-1 0 15,4-8 0-15,0 0-192 0,0 0 0 0,0 0 0 0,0 0 0 16,0 0-144-16,0 0-32 0,0 0 0 15,0 0 0-15,0-9-48 16,3-4-16-16,1-2 0 0,1 1 0 0,1 0 176 0,2-2 48 16,0 0 0-16,0-2 0 0,-2 1 208 0,2 1 0 0,0 2-160 0,0 1 160 15,0 5 0-15,-1 3 0 0,2 1 0 0,-2 0 0 0,-7 4 368 16,8-1-16-16,0 2 0 0,-1 4 0 0,0 3 160 16,1 3 16-16,1 2 16 0,0 0 0 15,0-2-304-15,0 2-64 0,3 2-16 0,-2-1 0 0,2 1-160 0,0-2 0 16,0 0 0-16,-1 0 0 15,1-6-848-15,0 3-160 0,-2-4-16 16,1-2-16-16,0 0-1232 0,1-1-240 0,-3-5-48 16,0 0-11008-16,1-4-2208 0</inkml:trace>
  <inkml:trace contextRef="#ctx0" brushRef="#br0" timeOffset="11938.97">1924 6361 21183 0,'0'0'1888'0,"0"0"-1504"16,0 0-384-16,0 0 0 0,0 0 4688 0,0 0 880 0,0 0 160 0,0 0 32 15,0 0-2592-15,6 7-528 16,-3 2-96-16,1 3-32 0,-1 1-1232 0,-2 2-240 0,-1 5-48 0,0 0-16 16,-2 3-448-16,-1 1-80 15,0-2-32-15,2 0 0 0,1 0-208 0,1 1-32 16,1-2-16-16,0-1 0 0,2-2-160 0,1-1 0 0,2-1 0 0,1-1 0 16,-2 0 0-16,3-4 0 0,2-1 0 0,-1-3-176 15,1-1-16-15,-1-2 0 0,-1-2 0 0,2-1 0 16,0 1-48-16,1-4-16 0,-1 0 0 0,-1-3 0 15,-1-2 16-15,0 1 0 0,-1-1 0 0,1-1 0 16,0-2-32-16,0-2-16 0,-1-1 0 0,0 0 0 16,-1-1-32-16,-2 1 0 0,-1 0 0 0,0 1 0 15,-2 4 16-15,1 0 0 0,-3 8 0 0,0 0 0 16,0 0 304-16,0 0 0 0,-3-4-128 0,3 4 128 0,0 0 160 0,-5 4 96 16,0 1 0-16,1 5 16 0,0-3 112 15,1 5 0-15,2 1 16 0,1 0 0 16,1-1-144-16,2 1-48 0,1-1 0 0,2 2 0 0,1-1-208 0,0-2 0 15,-1 0 128-15,2 1-128 0,0-3 0 0,1-1 0 16,-1-2-144-16,-1 0 144 16,1-2-544-16,-1 1-16 0,1-3 0 0,-2 0 0 15,-6-2-1600-15,0 0-320 0,7-4-64 0,-7 4-17776 0</inkml:trace>
  <inkml:trace contextRef="#ctx0" brushRef="#br0" timeOffset="12140.01">1802 6514 44063 0,'0'0'1952'0,"0"0"400"0,0 0-1888 0,0 0-464 16,0 0 0-16,0 0 0 0,9 4 1072 0,0-3 112 0,3-1 32 0,2 0 0 16,2 0-320-16,3 0-64 15,3 0-16-15,2-2 0 0,1-2-672 0,3-2-144 0,2 3 0 0,2-4 0 31,-1 2-544-31,2-2-96 0,-2 1-32 0,0-2 0 16,0-2-2208-16,2-1-448 0</inkml:trace>
  <inkml:trace contextRef="#ctx0" brushRef="#br0" timeOffset="12514.4">2656 6403 22111 0,'0'0'1968'0,"0"0"-1584"15,0 0-384-15,0 0 0 0,0 0 6048 0,0 0 1120 16,6 4 240-16,2-1 32 0,1 1-4768 0,0-1-960 15,2-3-192-15,0 3-48 0,1-2-624 0,1 2-128 16,2-2-16-16,-1 1-16 0,0-1-320 0,3 2-64 16,1-3-16-16,-1 0 0 0,-1 2-288 0,0 2 0 15,-1-3 0-15,-2 2 0 0,-1 0 0 0,-3-1 0 16,-1 2 0-16,-1 1 0 0,-2 1 0 0,-1 1 0 16,-3 1 0-16,-1 1 0 0,-1 0 0 0,-5 2 0 15,0 1 0-15,-2 1 0 0,-1 0 0 0,-3 1 0 16,-2 0 0-16,0 1 0 0,-1-2 0 0,1 1 0 15,-2-4 0-15,2 4 0 0,0-1 144 0,1 0-144 16,1 0 0-16,1-3 144 0,2-1-144 0,3-1 0 16,1 1 0-16,2-2 0 0,-1-1 0 0,4-6 0 15,-1 8 0-15,1-8 0 0,0 0 0 0,6 5 128 16,2-1-128-16,1-1 128 0,3-3-128 0,1 0 0 16,1-2 0-16,3 1 0 0,3-3 0 0,2-1 0 0,0 1 0 0,0-2 0 15,0 2 0-15,1-2 0 0,-1 0 0 0,1 1 0 16,1-2 0-16,-3 5-144 0,-1-4 144 0,3 2 0 15,-1 1-1760 1,0-1-240-16,0-2-48 0</inkml:trace>
  <inkml:trace contextRef="#ctx0" brushRef="#br0" timeOffset="12973.26">3580 6540 44639 0,'0'0'1984'0,"0"0"384"0,0 0-1888 0,0 0-480 0,0 0 0 0,0 0 0 15,-4 7 992-15,1-4 96 0,1 4 32 0,2-7 0 16,0 0-16-16,0 0 0 0,0 0 0 0,0 0 0 16,0 5-1744-16,0-5-368 0,0 0-64 0,0 0-13872 15,0 0-2784-15</inkml:trace>
  <inkml:trace contextRef="#ctx0" brushRef="#br0" timeOffset="13120.45">3653 6732 38703 0,'0'0'3440'0,"0"0"-2752"15,0 0-560-15,0 0-128 0,0 0 2320 0,0 0 432 16,0 0 96-16,0 0 16 0,0 0-1296 0,0 0-256 16,0 0-48-16,0 0-16 0,3 8-672 0,-3-8-144 15,0 0-32-15,0 0 0 16,0 0-1056-16,0 0-224 0,0 0-32 0,0 0-22576 0</inkml:trace>
  <inkml:trace contextRef="#ctx0" brushRef="#br0" timeOffset="13637.55">4923 6103 43887 0,'0'0'1936'0,"0"0"416"16,0 0-1888-16,0 0-464 0,0 0 0 0,0 0 0 0,-3 11 752 0,-1 0 48 15,0 4 16-15,2 0 0 0,2 2 768 0,1 6 144 16,2 4 48-16,-1 0 0 0,1 5-848 0,1 1-160 16,1-1-48-16,2 3 0 0,-1-1-352 0,1 0-80 15,0-3-16-15,0-1 0 0,-2 0-144 0,-1-1-128 16,0-6 144-16,0-1-144 0,0-1 0 0,-2-3 0 0,0-1 0 0,-1-2 0 16,-1-5 0-16,-1-2-256 15,-1 1 48-15,2-9 16 16,0 0-960-16,-6 4-176 0,-1-1-32 0,2-3-16 15,-3-4-1488-15,1-1-288 0,-1-6-64 0,0 5-10064 0,-3-4-2016 0</inkml:trace>
  <inkml:trace contextRef="#ctx0" brushRef="#br0" timeOffset="13838.97">4503 6204 44975 0,'0'0'1984'0,"0"0"432"16,0 0-1936-16,0 0-480 0,7-6 0 0,2 3 0 0,2 0 1040 0,2-1 112 15,0 1 32-15,3-2 0 0,2 3 480 0,5-1 112 16,3-1 16-16,2-1 0 0,1-2-992 0,4 1-192 16,0-1-32-16,3 1-16 0,-1-1-288 0,3 2-48 15,-3 0-16-15,1 1 0 0,2-3-208 0,0 2 0 16,-1 1 0-16,-2 2 0 16,-1 2-1200-16,-2 0-128 0,-2 2-16 0,-2 2-15104 15,-4 1-3024-15</inkml:trace>
  <inkml:trace contextRef="#ctx0" brushRef="#br0" timeOffset="14180.43">5163 6534 6447 0,'0'0'272'0,"5"6"80"0,-5-6-352 0,5 9 0 0,2 0 0 0,2-1 0 16,1-3 9344-16,2 1 1792 15,0-5 352-15,1 4 80 0,1-2-7920 0,0 2-1600 16,1-1-304-16,0-2-64 0,1 0-784 0,0 0-176 0,-1 0-16 0,0-1-16 15,-2 3-384-15,-2 1-80 0,0-1-16 16,-3 0 0-16,-2 1-80 0,-1-1 0 0,-5-4-128 0,2 8 192 16,-2 2-192-16,-3 5 176 0,-2-4-176 0,0 2 160 15,-4 0-160-15,-2 2 160 0,-1-1-160 0,1-1 160 16,-2 3 0-16,1 1 0 0,1-3 0 0,2 0 0 16,2-1-160-16,0-1 0 0,2-1 0 0,1-1 0 15,3-1 0-15,1-2 0 0,1-1 0 0,3 1 0 16,1-2 0-16,3 0 0 0,1-1 0 0,3-1 112 0,3-3-112 15,2 0 0-15,2-4 0 0,0 1 0 0,2-1 0 16,0-2-240-16,1-2 80 0,1-1 16 16,5 0-672-16,-2-6-128 0,0 1-16 0,0-3-16 15,0 0-2240-15,1 0-448 0</inkml:trace>
  <inkml:trace contextRef="#ctx0" brushRef="#br0" timeOffset="14376.86">5955 6376 49535 0,'0'0'2192'0,"0"0"448"0,0 0-2112 0,0 0-528 16,0 0 0-16,0 0 0 0,8 2 1024 0,0 1 80 15,0-2 32-15,0 1 0 0,1-2 64 0,1 1 16 16,3 1 0-16,2-2 0 0,0 0-896 0,2 0-192 0,1 0-128 16,-1 0 192-16,-1 0-192 0,1 0 0 15,0-2 0-15,0 1 0 16,-1-1-528-16,-1 2-144 0,0-1-32 0,-4-2 0 15,-2 2-1664-15,-9 1-352 0,0 0-64 0</inkml:trace>
  <inkml:trace contextRef="#ctx0" brushRef="#br0" timeOffset="14555.43">5981 6513 19343 0,'0'0'1728'0,"0"0"-1392"0,0 0-336 15,0 0 0-15,0 0 5856 0,0 0 1104 0,7 6 208 0,-2-2 64 16,-5-4-4480-16,11 3-896 0,-1-3-192 0,3 0-16 15,0-2-880-15,3 0-160 0,2-3-32 0,2-1-16 0,0 1-560 0,3 0 0 16,-1-2 0-16,3 1 0 16,1-3-992-16,1 0-208 0,2 0-32 0,1-3-13776 15,0 1-2752-15</inkml:trace>
  <inkml:trace contextRef="#ctx0" brushRef="#br0" timeOffset="14922.62">6809 6192 44863 0,'0'0'1984'0,"0"0"416"0,0 0-1920 0,0 0-480 16,0 0 0-16,0 0 0 0,0 0 1408 0,0 0 176 15,0 0 32-15,-5-3 16 0,0 2-224 0,-3 5-64 0,0-3 0 0,0 6 0 16,-1 1-736-16,-1 1-160 16,-2 4-16-16,0 0-16 0,1 2-112 0,-1 0-32 15,0 0 0-15,3 2 0 0,0-2-144 0,2-1-128 16,1-1 144-16,2 1-144 0,3-2 128 0,2 0-128 0,2 0 0 0,1-2 0 15,1 0 0-15,1-3 0 0,3 0-176 16,3-1 176-16,-1-2-240 0,2 1 80 0,1-2 16 0,2-1 0 16,1-3-128-16,1-2-32 0,0 0 0 0,0-1 0 15,-2-3-16-15,1 2 0 0,-1-2 0 0,-1 0 0 16,1 0 16-16,-3-2 0 0,-3 1 0 0,-1-1 0 16,-1-3 80-16,-1 4 16 0,-3-1 0 0,-3 1 0 15,-1-5 208-15,-1 2 0 0,-2-1-160 0,-1 2 160 16,0-1-192-16,-1 2 48 0,-2-3 0 0,0 4 0 15,-4-2-240-15,1 3-32 0,-3 1-16 0,-2 2 0 16,0 3-720-16,-3 1-160 0,1 0-32 0,-2 2 0 16,0 4-1216-16,-1 1-240 0,1 1-48 0,0 4-14896 15</inkml:trace>
  <inkml:trace contextRef="#ctx0" brushRef="#br0" timeOffset="15312.31">6958 6481 30399 0,'-8'0'2704'0,"6"-1"-2160"15,-2-2-544-15,1 0 0 0,-1-1 4496 0,0 1 800 16,4 3 144-16,-8-3 48 0,-1 6-3680 0,-4 0-720 0,-2 2-160 0,-2 1-32 16,-3 3-16-16,-1 5-16 15,-1-5 0-15,0 4 0 0,0 1-320 0,1 0-64 16,3 2-16-16,1-2 0 0,0-1-256 0,2 0-48 15,4-2-16-15,1 2 0 0,3 1-144 0,3 1 0 0,1-4 0 0,3 1 0 16,4-2 0-16,1 1 0 0,2 1-176 0,2-2 176 16,1-3-208-16,3-1 32 0,3-2 16 0,1 1 0 15,0-1-32-15,2 0 0 0,2-3 0 0,0 1 0 16,0-4-64-16,1 0-32 0,2-1 0 0,-1-2 0 16,-2 0-96-1,0-3-32-15,0 0 0 0,-2-4 0 16,-2 1-128-16,-2-2-32 0,0-3 0 0,-3 2 0 0,-3-1-48 0,-2 0-16 15,-3-4 0-15,-2 4 0 0,-1-1 80 0,1 0 16 0,-5 2 0 16,1-2 0-16,-2 1-96 0,-2-1-32 16,0 2 0-16,-2 1 0 0,-4 1-112 0,-1 2-32 15,-1 0 0-15,1 1 0 0,2 3-1616 0,1 2-336 0,1-3-64 16,0 3-13392-16</inkml:trace>
  <inkml:trace contextRef="#ctx0" brushRef="#br0" timeOffset="15675.82">7294 6351 33167 0,'0'0'2944'0,"-5"7"-2352"15,0-1-464-15,0 2-128 0,-2 2 3984 0,1 2 784 0,-2 1 160 0,-3 4 16 16,1-1-2928-16,0 2-592 16,-2-1-112-16,1 2-32 0,0 0-576 0,0-1-112 0,2 0-16 0,3-1-16 15,3-3-368-15,2 1-192 16,1-2 192-16,2 0-192 0,2 0 0 0,1-1 0 0,2-2 0 0,1-2 0 15,2 0 0-15,3-2-256 0,3-1 80 16,1-1 16-16,0-4-160 0,0 0-48 0,2-1 0 0,1-2 0 31,-2 0-48-31,0-1-16 0,-3-2 0 0,0-1 0 0,1-3 48 0,-2 0 0 0,1 0 0 16,-5-3 0-16,-3 0 144 0,-4-2 48 0,0 1 0 0,-2-2 0 16,-2 1 192-16,-3-2 0 0,-1-2 0 0,0 2 0 15,-2 0 192-15,-1 2-192 0,-1 0 192 0,-2 0-192 16,0 0 128-16,-2 1-128 0,-1 1 0 0,-2 1 0 15,-1 3-128-15,1 1-96 0,1 1-16 0,0 0 0 16,2 2-944-16,2 4-192 16,0-1-32-16,3 2-16 0,1 2-1136 0,7-2-240 15,-6 5-32-15,3 3-15184 0</inkml:trace>
  <inkml:trace contextRef="#ctx0" brushRef="#br0" timeOffset="16107.1">7904 6402 21183 0,'0'0'944'0,"0"0"192"0,4-5-912 0,-1-2-224 0,-3 7 0 0,3-8 0 16,0 0 5984-16,0 2 1152 15,-3 6 224-15,0 0 64 0,0 0-4688 0,-1-8-944 0,1 8-176 0,-5-2-32 16,-5-4-688-16,1 5-128 15,-2 1-16-15,1 3-16 0,-3 3-416 0,-2 1-64 0,-2 2-32 0,-4 2 0 16,-3 3-32-16,0 0 0 16,-1 2 0-16,0 0 0 0,-5 7-48 0,4-1-16 0,5-1 0 0,3 0 0 15,2-6-128-15,5 1 0 0,3-2 0 0,3 0 0 16,2 1 0-16,4-2 0 0,3-1 0 0,1-5 0 16,5 4-160-16,0-2 160 0,3-3-208 0,3 1 80 15,2-2-64-15,1-1-16 0,0-1 0 0,5-2 0 16,-1-2-16-16,-2-2 0 0,1-1 0 0,-1 0 0 15,-2 0 0-15,-2-1 0 0,-1-1 0 0,-3-2 0 16,-3-3 32-16,-2 0 16 0,-2-4 0 0,0 0 0 0,-1-1 32 16,-2-1 0-16,-3-2 0 0,0-1 0 0,0 3-48 15,-2-3-16-15,-2 4 0 0,-1 0 0 16,1 0-240-16,-1 5-32 16,-2-3-16-16,1 3 0 0,2 2-128 0,0 2-16 0,0 1-16 0,4 6 0 15,-2-6-1392-15,2 6-256 0,0 0-64 0,0 0-17152 16</inkml:trace>
  <inkml:trace contextRef="#ctx0" brushRef="#br0" timeOffset="16327.87">8353 6260 15663 0,'0'0'688'0,"0"0"144"0,0 0-656 0,0 0-176 15,0 0 0-15,10 2 0 0,1 1 7872 0,-1 1 1552 16,-1 1 304-16,-1 4 64 0,-3 0-6720 0,1 2-1344 15,-3 0-256-15,0 4-64 0,0 0-736 0,-3 5-144 16,0 0-16-16,0 0-16 0,-2 3-368 0,1-3-128 0,0 3 0 0,-2-1 0 16,2-1 0-16,-2 0 0 0,1-6 0 0,-1 2 0 31,2 0-960-31,-1-3-96 0,1-2-16 0,0-1 0 16,1-1-2192-16,0-1-432 0</inkml:trace>
  <inkml:trace contextRef="#ctx0" brushRef="#br0" timeOffset="16582.82">8706 6407 43935 0,'-13'4'1952'0,"13"-4"400"0,-6 6-1888 0,-2-2-464 0,0 2 0 0,-2 0 0 0,-2 2 1552 0,-1 0 224 16,-2-2 32-16,-1 6 16 0,-1 0-544 0,0 1-128 16,0 1 0-16,0 0-16 0,0 0-576 0,0 0-112 15,4 1-32-15,0 1 0 0,1-2-176 0,2 1-48 16,-1-1 0-16,5 1 0 0,4-4-48 0,1 4-16 15,-3-4 0-15,3 1 0 0,2-2-128 0,3 0 128 16,1 1-128-16,4-2 128 0,2 1-128 0,3-4 0 16,4-2 0-16,5 0 0 0,3 0 0 0,2-2 0 15,1 1 0-15,-2-3 0 0,1-1 0 0,-1-1 0 16,-3 1 0-16,0-1 0 16,2-2-1424-16,1-3-176 0,-3 2-16 0</inkml:trace>
  <inkml:trace contextRef="#ctx0" brushRef="#br0" timeOffset="17160.09">4636 7839 27647 0,'0'0'1216'0,"0"0"256"0,0 0-1168 0,0 0-304 16,0 0 0-16,5 5 0 0,-5-5 4960 0,4 6 928 16,0 3 192-16,0 4 48 0,-1 0-3568 0,-1 4-720 15,1 3-144-15,1 3-32 0,0 4-832 0,2 0-192 16,1 0-16-16,-1 5-16 0,-1-1-320 0,2 0-64 16,-2-1-16-16,2-1 0 0,0-3-208 0,0-1 0 15,-2-1 128-15,0 0-128 0,-1-1 0 0,-1-2 0 0,-3-3 0 0,0-1 0 16,0-2-160-16,-1-1-32 0,1-3 0 0,-3-2 0 31,-2 1-896-31,0-6-192 0,-2-1-48 0,-1-2 0 0,-1-2-1632 0,0-2-336 16,0-1-64-16,0-2-10384 0,0-5-2064 0</inkml:trace>
  <inkml:trace contextRef="#ctx0" brushRef="#br0" timeOffset="17472.84">4534 7889 44063 0,'0'0'1952'0,"0"-6"400"0,0-2-1888 0,2 2-464 16,0-2 0-16,2 1 0 0,1 1 1712 0,3 0 240 15,0 1 48-15,2 0 16 0,2 2-576 0,1-2-112 16,3 3-32-16,0-1 0 0,3 0-656 0,2 1-128 16,2 0-16-16,2 0-16 0,3 1-240 0,-1-1-48 15,3 1-16-15,0 1 0 0,1 0-176 0,-1 0 0 16,0 0 0-16,1 1 128 0,-2 2-128 0,0 1 0 16,-2 1 0-16,-2 1 0 0,-3 5 0 0,-2-1 0 15,-2 2 0-15,-2 0 0 0,-3-2 0 0,-3 1 0 16,-2 0 0-16,-4 2 0 0,-3 2 0 0,-2 0 0 0,-3 1 0 15,-3 0 0-15,-3-1 0 0,-3 2 0 16,-3 0 0-16,-2 0-176 0,-3 1 176 0,0-1 0 16,-1-1 0-16,-1-2 0 0,-2 1 0 0,0-2 0 0,0-1-144 0,1-2 144 31,-3 2-512-31,3-1-48 0,0 1 0 0,1-3 0 16,2-2-704-16,3-3-144 0,3 1-16 0,4 0-16 15,1-1-2144-15,5 3-416 0,5-7-96 0</inkml:trace>
  <inkml:trace contextRef="#ctx0" brushRef="#br0" timeOffset="17749.37">5062 8338 7359 0,'0'0'656'0,"-1"8"-528"15,-3-3-128-15,4-5 0 0,0 0 2160 0,0 0 400 16,0 0 64-16,-4 6 32 0,4-6-1952 0,0 0-384 16,0 0-64-16,0 0-32 0,0 0-224 0,0 0 0 15,0 0 128-15,0 0-128 16,0 0-304-16,0 0-96 0,0 0-32 0,0 0-4592 15,-2 7-928-15</inkml:trace>
  <inkml:trace contextRef="#ctx0" brushRef="#br0" timeOffset="18174.66">5071 8383 38927 0,'0'0'1728'0,"0"0"352"0,0 0-1664 0,0 0-416 0,0 0 0 0,0 0 0 16,0 0 1856-16,0 0 272 0,0 0 64 0,0 0 16 16,0 0-192-16,0 0-32 0,0 0-16 0,0 0 0 15,0 0-1088-15,0 0-224 0,0 0-32 0,11 3-16 16,-2-2-176-16,3-1-48 0,-1 0 0 0,3 0 0 0,-1-1-192 16,0 1-64-16,0-3 0 0,1 2 0 0,-1 0-128 0,1 1 128 15,-1 0-128-15,0 1 128 0,-3-1-128 0,-1 1 0 16,-9-1 0-16,7 3 0 0,-7-3 0 0,7 7 0 15,-2-2 0-15,-5-5-176 0,0 8 176 0,-4 2 176 16,-2-1-48-16,-2 3 0 0,-1 0-128 0,-2-1 0 16,0 2 0-16,-2 2 0 0,-3-1 0 0,0-1 0 15,2 0 0-15,0 2 0 0,-1-2 0 0,1 0 128 16,1 0-128-16,1-3 128 0,3-1-128 0,1-1 0 16,2-1 144-16,1-1-144 0,1 1 0 0,4-7 128 15,0 0-128-15,2 6 96 0,3-1-96 0,2 1 0 16,2-3 0-16,2-1 0 0,2-4 0 0,1 0 0 15,2-3 0-15,3-1 0 16,1-1-576-16,3-1-48 0,3-1-16 0,2-2 0 16,-1-2-512-16,2 0-128 0,-1-4 0 0,2 2-16 15,0-2-1968-15,0 0-400 0</inkml:trace>
  <inkml:trace contextRef="#ctx0" brushRef="#br0" timeOffset="18408.41">5974 8041 31327 0,'0'0'1392'0,"0"0"272"0,0 0-1328 0,0 0-336 16,0 0 0-16,9 0 0 0,1 1 5168 0,1-1 960 0,-2 0 192 0,1 1 32 16,1-1-4144-16,0 0-832 0,4 0-160 0,0-1-48 0,2 0-816 15,2-1-160-15,0 1-48 0,1-3 0 0,-1 1-144 0,1 1 0 16,-2-2 0-16,2 0 0 15,-1 0-832-15,1 0-80 0,-2 0-32 0,-2 0 0 16,-3 0-1664-16,-2 1-336 0,-2 0-64 0,-9 3 0 0</inkml:trace>
  <inkml:trace contextRef="#ctx0" brushRef="#br0" timeOffset="18562.11">5961 8141 11967 0,'-7'10'1072'0,"7"-10"-864"16,-5 4-208-16,5-4 0 0,0 0 8080 0,0 0 1584 15,4 6 304-15,1-4 64 0,0 2-7280 0,2-1-1472 16,2-1-272-16,4 0-64 0,1-4 80 0,4 2 32 16,5-1 0-16,1-2 0 0,2 1-832 0,3-1-224 15,0 1 0-15,2-5 0 16,2 1-1712-16,3-5-416 0</inkml:trace>
  <inkml:trace contextRef="#ctx0" brushRef="#br0" timeOffset="19126.91">6875 7956 21183 0,'0'0'1888'0,"0"0"-1504"0,0 0-384 0,0 0 0 0,-2-4 4864 0,2 4 912 15,-5-9 176-15,0 5 48 0,2 3-3104 0,1 3-608 16,-5 3-128-16,1 2-32 0,-5 3-432 0,-1 5-96 16,-1 3 0-16,0 3-16 0,0 1-768 0,0 1-160 15,1 4-16-15,1-3-16 0,-2 6-368 0,4-1-80 16,2-2-16-16,6 2 0 0,2-7-112 0,3-1-48 16,2-1 0-16,4-2 0 0,0-1 0 0,4-3 0 15,1-3 0-15,0-2 0 0,4-5 0 0,0-2 0 16,2-2-160-16,1-2 160 0,2-5-240 0,-1 1 48 0,1-5 0 0,-2 1 0 15,-3-1 0-15,1 0 0 0,-3-6 0 16,-3 1 0-16,-2 0 192 0,-3-1-176 16,-1-1 176-16,-3 0-160 0,-2 0 32 0,-2 1 0 0,-1 1 0 0,-1-1 0 15,-2-1 128-15,-1 0 0 0,-1-1 0 0,-2 5 0 16,0-2 0-16,-1 5 0 0,-1 1 0 0,-2 1 0 16,-2 3-400-16,1 1-48 15,1 1-16-15,-1 2 0 0,2 1-1344 0,-1 2-272 16,-1 2-48-16,3 0-12864 0,1 1-2576 0</inkml:trace>
  <inkml:trace contextRef="#ctx0" brushRef="#br0" timeOffset="19282.54">7225 8162 37775 0,'0'0'3360'0,"0"0"-2688"16,5 8-544-16,1-2-128 0,-6-6 2848 0,6 4 544 15,2 3 96-15,-3-2 32 0,-5-5-1872 0,0 0-368 16,7 6-80-16,-2 0-16 0,1-3-800 0,-6-3-176 15,0 0-16-15,0 0-16 16,0 0-752-16,0 0-128 0,7 3-48 0,-7-3 0 16,0 0-2624-16,6 0-528 0</inkml:trace>
  <inkml:trace contextRef="#ctx0" brushRef="#br0" timeOffset="19674.34">7585 7932 29487 0,'0'0'2624'0,"0"0"-2112"0,0 0-512 0,0 0 0 16,9-2 4544-16,2-1 816 16,-2 1 144-16,2-1 48 0,0 0-3264 0,1 2-656 0,-1 0-128 0,2-1-32 15,2 2-640-15,-1-2-128 0,0 2-16 0,1 2-16 16,-1 0-400-16,-1 3-80 0,-1-2 0 0,-2 2-16 16,1 1-48-16,-3 3-128 0,-2-2 192 0,-1 2-64 15,-2 2-128-15,-3 2 192 0,-1 3-192 0,-3 0 192 16,-3 1-192-16,-1 0 128 0,-1 1-128 0,-3 1 128 15,-1-1-128-15,-1 1 0 0,-2 0 0 0,1-1 128 0,-1-1-128 16,1-2 0-16,0 0 0 0,1-1 112 0,1 3-112 16,1-4 0-16,2 0 0 0,0-2 0 0,0-4 0 15,2 1 0-15,3 0 0 0,1-1 0 0,4-7 0 0,0 0 0 16,0 6 0-16,0-6 0 0,0 0 0 0,0 0 0 16,9 4 0-16,2-1 0 0,2-3 0 0,1 0 0 15,0 0 0-15,3-3 0 0,2-1 0 0,0-2 0 16,1-1 0-16,1-1 0 0,-1 2 0 0,1-1 0 15,0 1 0-15,0-1 0 0,-1 1-240 0,-1-1-32 16,-2-1-16-16,1 3 0 16,1 0-1168-16,-1 1-224 0,-1 0-48 0,1-2-22288 0</inkml:trace>
  <inkml:trace contextRef="#ctx0" brushRef="#br0" timeOffset="20575.24">8672 8214 41471 0,'0'0'3680'0,"-6"4"-2944"16,6-4-592-16,0 0-144 0,0 0 2816 0,-7-3 544 0,-6-3 96 0,4-1 32 15,4-1-2080-15,4 2-432 0,3 2-80 16,0-2 0-16,-2-2-336 0,0 0-64 0,-2 0-16 0,0-2 0 16,-2-1-480-16,0-1 128 0,-1 2-128 0,-3-10 64 15,0 4-64-15,0-5 0 0,2 1 0 0,-1-1 0 16,1 0 0-16,-1-1 0 0,1-1 0 0,0 1 0 15,1 1 0-15,-1 0 0 0,-1-1 0 0,2 1 0 0,0 1 0 16,1 3 0-16,0 0 0 0,0 6 0 0,0 3-160 16,0 1 32-16,4 7 0 0,0 0 0 0,-3-4 128 0,3 4 176 15,0 0-48-15,-2 7 0 0,2 1-128 0,2 2-176 16,4 2 48-16,0 1 0 0,2 0 128 0,4 0 176 16,-1 1-48-16,4-1 0 0,0 0-128 0,2-3 0 15,2 0 0-15,-1 0 0 0,0-3 0 0,2-1-176 16,-3-4 48-16,0-1 0 0,0 0 128 0,1-3 0 15,1-2 0-15,0 0 0 0,-2-1-144 0,-2-2 0 16,0-2 0-16,-1 0 0 0,-1-4 144 0,-1 0-208 16,-2 0 80-16,1-3 128 0,-2-1-160 0,0-1 160 15,-1-2 0-15,-1 1-144 0,1-1 144 0,-1 3 0 16,-1-2 0-16,1 2-128 0,-3 1 128 0,0 3 0 16,0 3 0-16,-2 2 0 0,1 3 0 0,-3 5 0 15,0 0 0-15,0 0 0 0,0 0 0 0,0 10 176 0,0 2-176 0,0 5 192 16,0 4-64-16,0 1-128 15,0 1 192-15,0 3-64 0,0-1-128 0,0 1 0 0,1 0 144 0,3 0-144 16,0 2 0-16,0-3 0 0,0-1 0 16,0 1 0-16,1-1 0 0,0-2-256 0,2-1 64 0,-1-2 0 31,1-2-1200-31,-1 0-240 0,-1-5-48 0,1-3-16 0,-1 0-1632 0,-5-9-336 16,5 7-64-16</inkml:trace>
  <inkml:trace contextRef="#ctx0" brushRef="#br0" timeOffset="20812.31">9156 7806 36863 0,'0'0'3264'0,"0"0"-2608"0,0 0-528 0,0 0-128 0,0 0 2976 0,0 0 560 16,0 0 112-16,3 10 32 0,-3-1-1568 0,2 3-304 16,3 3-64-16,-1 0-16 0,0 3-976 0,1 2-208 15,2 1-32-15,-2 1-16 0,-1 0-240 0,1 3-64 16,1-4 0-16,-3 1 0 0,3 1-192 0,-1 0 128 15,1-3-128-15,0-4 128 0,-2-3-128 0,-2-1-240 16,1-2 80-16,-2-1 16 16,2-1-800-16,-3-8-144 0,0 0-48 0,0 0 0 15,0 0-832-15,0 0-160 0,0 0-48 0,0 0-12624 16,0 0-2544-16</inkml:trace>
  <inkml:trace contextRef="#ctx0" brushRef="#br0" timeOffset="21118.82">9173 7685 26719 0,'-10'-11'2368'0,"6"7"-1888"16,0 0-480-16,0 1 0 0,1-3 4768 0,3 6 864 16,0 0 160-16,0 0 32 0,0 0-3456 0,0 0-688 15,5-5-144-15,3 1-16 0,1 3-560 0,2-3-96 0,1 3-32 16,1-1 0-16,2 2-464 0,0-2-112 0,1 0 0 0,4 2-16 16,1 0-112-16,1 0-128 0,0-1 176 0,0 0-176 15,1 5 128-15,-3 0-128 0,1 1 0 0,-1 0 0 16,-2 0 0-16,-1 2 0 0,-1-1 0 0,-3 2 0 15,-3-1 0-15,-1 1 0 0,-2 1 0 0,-2-2 0 16,-5-7 0-16,3 11 0 0,-3-3 0 0,-3 1 0 16,-1 0 0-16,-2 1 0 0,-4-2 0 0,3 3 0 0,-5-2 0 15,-1 0 0-15,-1-3 0 0,-2 5 0 0,0-2 0 0,1-1 0 16,-4-2 0-16,0 1 0 0,-2 1-128 0,0-1-96 16,1 1-16-16,1-1 0 15,-1-2-1328-15,3 3-272 0,-1 0-48 16,4 0-16-16,2-2-1872 0,2 4-368 0,1 0-80 15</inkml:trace>
  <inkml:trace contextRef="#ctx0" brushRef="#br0" timeOffset="21523.22">9697 8045 2751 0,'21'-7'128'0,"-13"3"16"0,-2 1-144 0,2-2 0 15,0 0 0-15,0 0 0 0,-2-2 8288 0,-6 7 1632 16,3-8 320-16,-3 8 64 0,0 0-6144 0,0 0-1216 15,0 0-240-15,-8-5-48 0,-2 4-992 0,-3 1-192 16,-3 3-32-16,-2 3-16 0,-3 3-624 0,0 3-128 16,3 1-32-16,-3 4 0 0,-1-1-256 0,1 1-48 15,1-1-16-15,3-1 0 0,2 0-144 0,2 0-48 0,1-2 0 0,4 0 0 16,3-1-128-16,1-2 0 0,3-1 0 0,1 0 0 16,2 0-128-16,2 1 128 0,3-4-160 0,2-2 160 15,3 0-272-15,2-1 32 0,2-2 16 0,0-2 0 16,3-2 16-16,-1-1 0 0,2 0 0 0,-1-2 0 15,2-1 80-15,0-2 128 0,-2 1-208 0,0-1 80 16,-4 0 128-16,0 1 0 0,-2-1 0 0,0 4 0 16,-3 3 0-16,1 1 0 0,-2 1 192 0,-3 1-64 0,-6-1 224 15,0 0 48-15,0 0 16 0,8 7 0 0,0 2-96 0,0-1-32 16,-1 1 0-16,3 0 0 0,-3-1-208 16,3 1-80-16,0 0 0 0,-1 0 0 0,-1 0 0 0,1 1 0 15,0-1 0-15,0-2 0 0,0 0-240 0,1 0 16 16,-3-1 0-16,1-2 0 15,0 1-1920-15,-8-5-384 0</inkml:trace>
  <inkml:trace contextRef="#ctx0" brushRef="#br0" timeOffset="24821.47">641 10742 42911 0,'0'0'1904'0,"0"0"384"0,0 0-1840 0,0 0-448 0,0 0 0 0,0 0 0 16,3 10 1088-16,-3-10 112 0,0 0 16 0,0 0 16 15,0 0 448-15,0 0 96 0,0 0 16 0,0 0 0 16,0 0-896-16,0 0-160 0,5-6-32 0,-1-1-16 16,1-3-352-16,-2-2-64 0,0-2-16 0,-2-3 0 15,0-3-256-15,-1-2 128 0,0-1-128 0,-1-3 0 16,0-3 0-16,-2 0 0 0,0-1 0 0,1-1 0 16,-1 1 0-16,-1 0 0 0,0-1 0 0,0-2 0 15,1 2 0-15,-1 2-192 0,-3 2 192 0,2 3-192 0,0 3 48 16,1 4 16-16,0 4 0 0,1 6 0 0,-1-1 128 15,0 3 0-15,4 5 0 0,0 0 128 0,-2 7-128 0,0 5-208 16,2 2 48-16,2 3 16 0,0 3 144 16,2 2 0-16,3-4-144 0,2 2 144 0,4-2 0 0,0-3 0 15,3 0 0-15,2 1 0 0,1-1-128 0,2-1 128 16,2-4 0-16,-1-1 0 0,0-2-128 0,5-3 128 16,-3-2-160-16,-1-2 160 0,-1-2-208 0,0-2 48 15,-2-3 16-15,0-2 0 0,-2-1 144 0,-1-2-192 16,0-1 192-16,-3 0-192 0,-1-6 192 0,-1 1 0 15,-2-1-144-15,-1-1 144 0,-1-2 0 16,-1-2 0-16,-1-2-144 0,1 2 144 0,-2-4 0 0,2-7 0 0,-2 6 0 0,1 5 0 16,-2 3 0-16,0 5 0 15,-1 3 0-15,-3 13 0 0,0 0 0 0,0 0 0 16,0 0 128-16,0 0-128 0,0 0 256 0,0 0-64 16,0 10 0-16,0 6 0 0,0 1 32 0,0 5 0 0,1 3 0 0,0 2 0 15,-1 2-96-15,2 1 0 16,0 0-128-16,2 0 192 0,-1-3-192 0,1 2 128 15,2 0-128-15,-1-2 0 0,1 1 0 0,0-2 0 16,1 0 0-16,-1 0 0 0,1-5 0 0,-2 1 0 0,0-4-144 0,-1 0 144 16,0-1-320-16,-1-1 16 0,-2-2 16 0,3 2 0 15,0-3-1088 1,-2-1-224-16,0-3-32 0,-1 0-16 0,1-1-1808 0,-2-8-352 0,0 0-80 16</inkml:trace>
  <inkml:trace contextRef="#ctx0" brushRef="#br0" timeOffset="25063.54">1450 10335 13823 0,'0'0'608'0,"0"0"128"0,0 0-592 15,0 0-144-15,0 0 0 0,0 0 0 0,0 0 7936 0,0 0 1536 16,9 1 320-16,-1-1 64 0,0 0-6848 0,1-1-1360 15,1 1-288-15,2-2-48 0,0 0-864 0,1 2-192 16,1-1-16-16,2 0-16 0,0-2-224 0,1 2-160 16,-1-1 32-16,-2 1 0 15,1-1-1440-15,-2 2-288 0,-3 0-48 0,-1 1-16 16,-1 0-2432-16,-8-1-512 0</inkml:trace>
  <inkml:trace contextRef="#ctx0" brushRef="#br0" timeOffset="25241.12">1471 10518 17503 0,'0'0'1552'0,"0"0"-1232"0,0 0-320 16,0 0 0-16,0 0 5008 0,0 0 944 0,0 0 192 0,0 0 48 16,0 0-3936-16,7 0-784 0,3-2-144 15,0 1-48-15,2 0-416 0,1-3-96 0,1 1 0 16,3-2-16-16,0 0-624 0,1 0-128 0,3-2 0 16,-1 2 0-16,-1-2-464 15,1 0-48-15,-1-1 0 0,2 1 0 0,0-1-1856 16,1 2-384-16,-1-2-80 0,0 0-14384 0</inkml:trace>
  <inkml:trace contextRef="#ctx0" brushRef="#br0" timeOffset="25528.71">2147 10037 25791 0,'0'0'2304'0,"0"0"-1856"15,0 0-448-15,0 0 0 0,0 0 4128 0,0 0 736 16,0 0 128-16,0 0 48 0,0 0-2432 0,3 6-496 16,-3 3-80-16,1 3-32 0,2 1-672 0,-1 3-144 15,1 2-32-15,0 3 0 0,-1 4-576 0,1 1-112 0,-1 1-16 0,1 2-16 16,0-3-192-16,-1 2-48 16,1 2 0-16,-1 2 0 0,1-6-192 0,2 1 0 15,-1 1 128-15,-1-2-128 0,-1 1 0 0,0-2 0 16,-1-6 0-16,0 0 0 0,2-1 0 0,-2-1 0 15,0-3-192-15,1-1 192 16,-2-1-1088-16,0 0-128 0,0-5 0 0,0 1-15040 0,0-8-2992 0</inkml:trace>
  <inkml:trace contextRef="#ctx0" brushRef="#br0" timeOffset="27251.5">2854 10265 20271 0,'0'0'1792'0,"1"-5"-1424"0,0-1-368 0,1 1 0 15,-1 0 4160-15,2 0 752 0,-1-2 144 0,1 3 48 16,-3 4-2800-16,0 0-576 0,0 0-96 0,0 0-32 16,0 0 144-16,0 0 32 0,8 4 0 0,-2 3 0 15,-6-7-752-15,7 9-160 0,-2 5-32 0,-1-1 0 16,0 2-208-16,-2 1-48 0,1 1-16 0,0 2 0 0,-2 0-368 0,0 1-192 16,2-2 192-16,-2 0-192 0,0-1 0 0,1 0 0 15,-1-1-192-15,2-3 48 16,-1-3-1584-16,1 1-320 0,-1-1-64 15,4-2-13120-15,-6-8-2608 0</inkml:trace>
  <inkml:trace contextRef="#ctx0" brushRef="#br0" timeOffset="27774.38">3126 10282 9215 0,'0'0'400'0,"-5"-4"96"0,-1-1-496 0,-1 2 0 15,-1 2 0-15,0 1 0 0,-1 0 7360 0,0 2 1360 16,-1 2 288-16,-2 3 48 0,0-1-5728 0,1 2-1136 15,-1 1-224-15,0 2-48 0,0 0-1088 0,2 4-192 16,1-1-64-16,1 0 0 0,0 1-272 0,4 0-64 16,0 0-16-16,3-2 0 0,1 1-224 0,3-1 0 15,1-1 0-15,2-2 0 0,3 1-256 0,3-3-64 16,1-2 0-16,3-1 0 16,2-1-224-16,1-1-48 0,4-2-16 0,-1-1 0 15,1-1-80-15,2-4-16 0,1 1 0 0,-1-4 0 16,-2-1-240-16,1 0-48 0,-2-3-16 0,-1 0 0 15,-2-1-144-15,-2-1-16 0,-1 1-16 0,-3-3 0 0,-1 2 480 16,-2-1 80-16,-1 1 32 0,-2 0 0 0,-2-1 592 0,-1 2 0 0,-3 4 0 0,0-1 0 16,-1-2 896-16,-1 4 112 0,0 2 16 0,1 6 0 15,0 0 416-15,0 0 96 0,-4 0 0 0,4 0 16 0,-5 2-368 16,0 3-80-16,1 2-16 0,1 1 0 0,0 0-352 16,2 2-80-16,1 2-16 0,1 2 0 0,2-1-208 0,1 0-48 15,1 4-16-15,3-1 0 0,2 1-224 0,1 2-144 16,-1 1 192-16,2-2-192 0,1 0 128 0,1 1-128 15,1 0 0-15,0 1 0 0,1 1 0 0,0 1 0 16,-2-3 0-16,0 2 0 0,-1 1-304 0,-2 1-16 16,-2-1 0-16,-3 1 0 15,0 1-448-15,-4-2-112 0,-3-3-16 0,-2-2 0 16,-3 3 320-16,-2-5 64 0,-1 1 16 0,-3-3 0 0,-3 0 224 16,-2-1 32-16,-2-2 16 0,-2 1 0 0,-1-5 480 0,0 1 80 15,0-1 32-15,-2 1 0 0,1-6 80 0,0 0 32 16,-1-1 0-16,-1-1 0 0,-1 0-336 0,0-2-144 15,0-1 128-15,3-3-128 16,0-1-1040-16,3 0-304 0,1-4-48 0,2 0-19104 0</inkml:trace>
  <inkml:trace contextRef="#ctx0" brushRef="#br0" timeOffset="48532.18">14385 2130 31327 0,'0'0'1392'0,"0"0"272"0,0 0-1328 0,0 0-336 15,-4 9 0-15,0 0 0 0,-1 1 2528 0,-1 5 432 16,-2 2 96-16,-1 3 16 0,-2 8-1296 0,1-1-256 15,-3 3-48-15,0 1-16 0,0 5-544 0,1-1-96 16,-1-3-32-16,1 2 0 0,-1-4-384 0,4-1-80 0,0-2 0 0,1-3-16 16,2-5-160-16,-1-3-16 15,3 0-128-15,0-5 192 0,3-1-192 0,1-3 0 16,0-7 0-16,0 0 0 0,0 0-176 0,0 0 32 0,0 0 0 0,0 0 0 16,5-10-32-16,0-2 0 15,1-2 0-15,-1-4 0 0,1-3 32 0,3 0 0 0,-1-4 0 0,3 0 0 16,-1-5 144-16,2-1-192 0,1 1 192 0,1-1-192 15,2-6 192-15,0 3-208 0,-1 3 80 16,3 2 128-16,1 3-192 0,-2 4 192 0,-2 1-160 0,0 7 160 16,-4 4-208-16,1 2 48 0,-1 3 16 0,-2 3 0 15,-9 2 144-15,7 7 0 0,0 2 0 0,0 3 0 16,-2 1 176-16,0 4 16 0,-1 5 0 0,1-3 0 0,0 5 16 16,1-2 16-16,-1 1 0 0,0 2 0 0,0 0-80 0,3 0-16 15,0-3 0-15,0 1 0 0,-1-2-128 16,3 1 0-16,-3 2 0 0,3-6 128 0,0 0-128 15,-2-3 0-15,0-1 0 0,1 0 0 0,1-3 0 0,-1 1 0 16,-1-1-128-16,1-2 128 0,-2-1-176 16,-1 1 48-16,-2-1 0 0,0-1 0 0,-1-2-32 0,-3-5 0 15,2 6 0-15,-2-6 0 0,0 0 160 0,-4 7 0 16,0-2 0-16,-2-1 0 0,-3 0 176 0,-2 0-48 16,0-2 0-16,-4 2 0 0,-2-2 192 0,-3 0 48 15,-4 1 0-15,-3-1 0 0,-1 2-48 0,-3-1-16 16,-2 0 0-16,0 1 0 0,-1-2-304 0,0 2 0 15,0 0 0-15,3 0 0 0,1-3 0 0,3 2-272 0,4-1 16 16,5-2 16 0,3-2-2304-16,6-1-464 0</inkml:trace>
  <inkml:trace contextRef="#ctx0" brushRef="#br0" timeOffset="49351.15">15281 2140 10127 0,'4'-4'896'0,"1"-4"-704"16,2-3-192-16,-1-3 0 0,1 0 4208 0,0 0 800 0,4 2 176 0,-3-2 16 15,-3-2-2448-15,0 2-512 16,2 1-80-16,-2 0-32 0,0 2-208 0,0 2-32 0,0 0-16 0,1 2 0 15,-6 7-512-15,0 0-96 0,0 0-32 0,0 0 0 16,5 8-384-16,-3 5-80 0,0 6 0 0,-2 4-16 16,0 3-64-16,-2 4-16 0,0 4 0 0,-1 5 0 15,1 3-160-15,0 0-48 0,2-1 0 0,3 0 0 16,2 4-192-16,3-2-32 0,0-1-16 0,2-3 0 16,1-1-224-16,0-4 0 0,1-4 128 0,1 0-128 0,2-5 0 0,-1-1 0 15,0-4 0-15,1-1 0 0,-1-3-160 16,0-4 32-16,1-3 0 0,-1-2 0 0,0-2-112 15,-1-1-16-15,0-6 0 0,2-2 0 0,-4-2 0 0,1-3-16 16,-1-2 0-16,-2-3 0 0,0-2 272 0,0-2-192 16,-1-4 192-16,0-4-160 0,-2-3 160 15,1-2 0-15,-1-2-144 0,2-2 144 0,-2-3-256 0,2-2 32 16,-1-2 0-16,1-1 0 0,-3 0-32 0,1 3 0 16,1 1 0-16,-1 3 0 0,0 4 256 0,-1 3-176 15,-1 4 176-15,0 4-160 0,0 6 160 0,-2 2 0 16,-1 4 160-16,-1 9-160 0,0 0 272 0,0 0-32 15,0 0-16-15,2 11 0 0,-1 5 64 0,0 4 16 16,1 2 0-16,-2 3 0 0,0 1-80 0,1 2-16 0,2 2 0 16,-1 2 0-16,0-2-208 0,0-2 0 15,2 0 128-15,-1-2-128 0,1 0 0 0,-2-1 0 16,-1-1 0-16,1-4 0 16,-1-1-880-16,0 1-64 0,1-2-16 0,-1-2 0 15,0-4-1024-15,1-3-192 0,-1 0-64 0,-1-9-11200 16,0 0-2256-16</inkml:trace>
  <inkml:trace contextRef="#ctx0" brushRef="#br0" timeOffset="49586.45">15109 1984 44863 0,'0'0'1984'0,"0"0"416"0,0 0-1920 0,0 0-480 0,10-2 0 0,2 0 0 0,1-1 512 0,3 0 16 16,2 1 0-16,4-1 0 0,3 1 432 16,2-1 96-16,2 2 16 0,1-2 0 0,1 2-736 0,2 1-144 15,1-2-16-15,2 2-16 16,2-1-912-16,0 1-176 0,0-2-32 0,-2-1-13632 16,-1-2-2704-16</inkml:trace>
  <inkml:trace contextRef="#ctx0" brushRef="#br0" timeOffset="49778.01">15838 1964 12895 0,'0'0'1152'0,"0"0"-928"16,0 0-224-16,0 0 0 0,0 0 7552 0,6-5 1472 16,2 0 304-16,1 1 48 0,1-3-6704 0,3 2-1344 15,3 0-272-15,1 1-48 0,1 1-288 0,3-2-48 16,3 4-16-16,0-2 0 0,0 0-528 0,2 2-128 15,0 1 0-15,0 0 0 16,0 0-1344-16,0-4-288 0,-1 3-64 0,0 2-12880 16,-3 3-2576-16</inkml:trace>
  <inkml:trace contextRef="#ctx0" brushRef="#br0" timeOffset="51122.07">16834 2341 6095 0,'0'0'256'0,"0"0"80"0,0 0-336 0,0 0 0 0,0 0 0 16,0 0 0-16,0 0 448 0,0 0 32 0,0 0 0 0,0 0 0 15,-7 4-80-15,7-4-16 0,0 0 0 16,-6 0 0-16,-2 2 912 0,1 0 176 0,7-2 48 0,-8 1 0 16,1-1-688-16,-1-1-144 0,0-1-32 0,1 2 0 15,1 3 176-15,-1 1 48 0,1-4 0 0,-1 1 0 0,7-1 1680 0,0 0 320 16,-6 0 80-16,6 0 16 0,0 0 0 0,0 0 0 15,0 0 0-15,0 0 0 0,0 0-864 0,6 1-160 16,2-1-32-16,3 2-16 0,0-4-560 0,2 0-96 16,2-1-32-16,0 1 0 0,1 0-544 0,1 0-112 15,1-2-32-15,0 1 0 0,1 2-272 16,0-2-48-16,-2-1-16 0,1 0 0 0,1 1-192 16,-2-1 0-16,-2 0 0 0,1 1 0 15,-2 2-464-15,-1 1-192 0,-1 0-48 0,-3 0 0 16,-1-3-1456-16,-8 3-288 0,0 0-64 0,0 0-18512 0</inkml:trace>
  <inkml:trace contextRef="#ctx0" brushRef="#br0" timeOffset="51312.06">16771 2501 14735 0,'0'0'1312'0,"0"0"-1056"16,0 0-256-16,0 0 0 0,0 0 15888 15,0 0-6960-15,0 0 48 0,5 5-6656 0,2-2-1328 16,1-2-272-16,2 2-48 0,2-3 400 0,1 1 80 0,0 0 0 15,2-1 16-15,4 0-688 0,0-1-144 0,1 0-16 0,-1-2-16 16,1 1-304-16,1 0 160 0,1 2-160 0,0-2 128 16,0-1-128-16,0-1 0 0,1 0-192 0,-1 2 192 31,0 0-2144-31,-1 1-304 0,-2 1-64 0</inkml:trace>
  <inkml:trace contextRef="#ctx0" brushRef="#br0" timeOffset="52561.7">17925 2406 45727 0,'0'0'2032'0,"0"0"400"0,0 0-1936 0,-3 8-496 0,2 2 0 0,1 3 0 15,0 2 448-15,0 3-16 0,-3 0 0 0,-1 3 0 16,-1 1 464-16,1 0 112 0,2 2 16 0,-1-3 0 0,3-3-704 15,0 1-128-15,0-2-16 0,1-1-16 0,2-3-336 0,1 1-64 16,0-6-16-16,2 0 0 16,0-3-2384-16,1 0-496 0,2-3-80 0,2-4-16048 15</inkml:trace>
  <inkml:trace contextRef="#ctx0" brushRef="#br0" timeOffset="52957.51">18489 2106 23039 0,'3'-17'1024'0,"-3"17"192"0,-1-8-960 0,-1-1-256 16,1 0 0-16,0 1 0 0,1-1 4832 0,-2 3 928 15,0 2 176-15,-2-2 32 0,4 6-3440 0,0 0-688 16,-7 2-144-16,0 2-32 0,-3 4-720 0,0 5-160 16,1 5-16-16,-3 4-16 0,-1 4-272 0,0 5-48 15,0 5-16-15,-1 1 0 0,2 4-96 0,2-5-32 0,2 1 0 0,2-1 0 16,3 1-160-16,3-2-128 15,2-4 192-15,6 2-192 0,1-7 0 0,3-1 0 16,1-3 0-16,3-3 0 0,-1 0-128 0,2-5 128 16,1-4-208-16,2-2 80 0,2-1-80 0,2-5-16 15,-1 0 0-15,-1-4 0 0,0 2 32 0,1-6 0 0,-1-3 0 0,-1-2 0 16,-2 1 32-16,-1-6 16 0,-1 1 0 16,-1-2 0-16,-3-2 144 0,-1 0 0 0,-3-2 0 0,-1-1-128 15,-4-2 128-15,-2-2 0 0,-2-4 0 0,-2 0 0 16,-2 0 0-16,-3-1 128 0,-2 0-128 0,-3 1 0 15,-1-3 0-15,-1 3 0 0,-3 3 0 0,-1 1 128 0,-3 2-128 16,-1 5 0-16,-2 2 0 0,1 4-128 16,-2 1-96-16,0 5-16 0,3 5 0 0,1 2 0 15,2 2-1200-15,0 6-240 0,4 4-48 16,0 2-16-16,2 2-2048 0,2 1-416 0</inkml:trace>
  <inkml:trace contextRef="#ctx0" brushRef="#br0" timeOffset="53169.55">18611 2453 29487 0,'0'0'2624'0,"0"0"-2112"16,5 10-512-16,0-3 0 0,0-1 3664 0,0 3 624 16,-1 1 128-16,0 1 32 0,-1 4-1952 0,-1 0-400 0,2 0-80 15,-1 0-16-15,-2 2-1184 0,1 0-240 16,-1 0-64-16,0-1 0 0,2-1-352 0,-2 0-160 15,-1-1 128-15,0 0-128 0,0-2 0 0,0 0-192 0,0-3 0 0,1 0 16 32,-1-1-1472-32,0-1-288 0,0-7-64 0,0 0-12832 15,0 0-2560-15</inkml:trace>
  <inkml:trace contextRef="#ctx0" brushRef="#br0" timeOffset="53443.76">18920 2574 44575 0,'0'0'1984'0,"0"0"384"0,0 0-1888 0,0 0-480 0,7-2 0 0,1-1 0 16,0 0 1408-16,-8 3 176 0,8 0 32 0,0 0 16 16,-1 0-272-16,1 0-48 0,-8 0-16 0,8 2 0 15,-8-2-736-15,8 2-160 0,0 3-16 0,-2 3-16 0,-2-1-160 0,-1 1-16 16,-1-1-16-16,0 4 0 16,-4 2-48-16,0-3 0 0,-2 3 0 0,-1-2 0 0,-2 1 0 0,1-1 0 15,-1 1 0-15,2 0 0 0,0-1-128 0,1 1 128 16,1 0-128-16,2-4 128 0,0 0-128 0,1-8 0 15,0 0 0-15,5 9 0 0,3-3-144 0,1-1 144 16,1-1 0-16,5-1 0 0,1-3-256 0,3-4 64 16,0 1 16-16,3-3 0 15,1-1-688-15,-1 1-144 0,0-3-16 0,3-3-16 16,1-1-1488-16,0 0-288 0,1 0-64 0</inkml:trace>
  <inkml:trace contextRef="#ctx0" brushRef="#br0" timeOffset="53633.96">19656 2358 10127 0,'0'0'896'0,"0"0"-704"16,0 0-192-16,8 0 0 0,1 2 8624 0,3 1 1680 0,1 0 352 0,-1-3 64 16,-1-2-7264-16,4 1-1472 15,0 0-272-15,2-1-64 0,2 0-880 0,1 0-192 0,3 1-16 0,-1 0-16 16,0-6-416-16,0 1-128 0,-1-1 0 0,0 2 0 15,0 1-1008-15,-1 0-304 0,0 0-64 16</inkml:trace>
  <inkml:trace contextRef="#ctx0" brushRef="#br0" timeOffset="54041">20324 2595 46879 0,'0'0'2080'0,"0"0"416"0,0 0-1984 0,0 0-512 0,0 0 0 0,0 0 0 15,10 12 960-15,-2-1 112 0,-3 0 16 0,-4 2 0 16,1 1-80-16,-2 2-16 0,0 0 0 0,-2 0 0 15,1 3-704-15,1-2-144 0,0-2-16 0,0 1-128 32,0-3-496-32,3-3-208 0,-2-2-32 0,3 1-16 0,0-1-1920 0,1-1-384 0,2-2-80 0</inkml:trace>
  <inkml:trace contextRef="#ctx0" brushRef="#br0" timeOffset="54604.46">20991 2131 11055 0,'0'0'480'0,"0"0"112"0,0 0-464 0,0 0-128 16,-4 8 0-16,2 2 0 0,2 2 8592 0,0 2 1712 15,-2 1 320-15,2 3 80 0,2 3-7248 0,0 2-1440 16,2 1-288-16,1 2-64 0,1 1-896 0,0 2-192 15,2-1-16-15,2 0-16 0,1-3-336 0,1-1-64 16,-1 1-16-16,1 1 0 0,0-2 0 0,1-4 0 16,-3-3 0-16,1 0 0 0,-1-2-128 0,-1-4 0 0,-1 0 0 0,0-3 0 15,0-2 0-15,-2-3 0 16,-6-3 0-16,7 0 0 0,0-3 0 0,1 1 0 0,-1-5 0 0,-1-2 0 16,3 0 0-16,-2-7 0 0,0-1 0 0,-2-1 0 15,0 0-256-15,0-1 80 0,0-1 16 0,2-3 0 16,-2-3 160-16,2 0-192 0,-1-5 192 0,2 0-192 15,0-2 192-15,0 1-208 0,-1 0 80 0,1 2 128 16,-1 6-128-16,-1 3 128 0,1 4 0 0,-1 5 0 16,0 3 0-16,-6 9 0 0,0 0 0 0,0 0 0 15,7 9 0-15,0 5 128 0,-2 6-128 0,-1 3 128 16,0 2 32-16,0 4 0 0,0-2 0 0,1 2 0 16,0-2-160-16,2 1 160 0,-2-2-160 0,1-3 160 15,2-1-160-15,1-1 0 0,1 1 0 0,0-6 0 0,0-2 0 0,1-5 0 16,-1 2 0-16,1-5 0 0,-1 2 0 0,2-3 0 15,2 1 0-15,-1-5 0 0,2-4 0 16,-1-3 0-16,0-2 0 0,1 0 0 0,-2 0 0 16,0-3 0-16,-2-2 128 0,0-3-128 0,-1 0 0 0,-1-1 0 15,-1-2 0-15,0-3 0 0,0-1 0 0,-2 1-144 16,-2-2 144-16,-2-1-208 16,-1 1-512-16,-1-3-112 0,-3 2 0 0,-2 0-16 15,-3 3-1776-15,-1 1-336 0,-1 4-80 0,-5 4-18256 0</inkml:trace>
  <inkml:trace contextRef="#ctx0" brushRef="#br0" timeOffset="54797.99">20746 2050 32255 0,'-13'-6'2864'0,"8"4"-2288"15,-2-3-576-15,2 4 0 0,5 1 3664 0,0 0 624 16,0 0 128-16,0 0 32 0,3-7-2912 0,3 1-576 15,5-1-112-15,3 2-16 0,3 1-256 0,4 0-32 0,2 0-16 0,6 0 0 16,4 2-528-16,2-4 0 0,3 3-240 0,-1-3 80 31,1 1-1920-31,0-3-384 0,0-1-80 0</inkml:trace>
  <inkml:trace contextRef="#ctx0" brushRef="#br0" timeOffset="54988.05">21623 1891 18431 0,'0'0'1632'0,"0"0"-1312"0,0 0-320 0,0 0 0 0,8-1 6512 0,0 1 1232 16,0-3 240-16,1 2 48 0,0-2-5216 0,0 3-1056 15,0-4-208-15,3 3-32 0,1 0-688 0,3 1-128 16,1 0-16-16,0-3-16 0,1 2-528 0,0-1-144 16,0 1 0-16,1 1 0 15,-1 0-928-15,0 1-256 0,-1-1-48 0,-1 2-16 16,-3 2-1968-16,0-3-400 0,-1 2-80 0</inkml:trace>
  <inkml:trace contextRef="#ctx0" brushRef="#br0" timeOffset="55373.02">21872 2513 35935 0,'0'0'1600'0,"0"0"320"0,0 0-1536 0,3 8-384 0,2-1 0 0,1 1 0 15,1-4 3584-15,1 0 640 0,0-3 128 0,2 3 16 16,2-2-2416-16,1-1-480 0,2-1-112 0,-1 0-16 16,1-1-832-16,0 1-160 0,-1 0-32 0,-1-2-16 15,0 2-304-15,-1 0 128 0,-3 3-128 0,-1-2 0 0,-2 2 128 16,-6-3-128-16,8 1 0 0,-8-1 0 16,3 8 0-16,-3 1 0 0,-1 0 0 0,-2 2 0 0,-2-1 0 15,-3 2 0-15,0-2 128 0,-2 5-128 0,-2-2 0 0,-1 0 160 16,0 0-160-16,1-2 128 0,2 4-128 0,-1-2 128 15,1 0-128-15,2 0 128 0,0-4-128 0,3 0 0 16,1 0 0-16,4-9 0 0,3 11 0 0,2-3 128 16,1-1-128-16,4 0 0 0,3-1 0 0,2-3 0 15,2-2 128-15,1-1-128 0,1 0 0 0,3-1 0 16,0-2 0-16,0 1 0 0,0 0 0 0,-1 1 0 16,-1-3 0-16,-1 2 0 0,0-1 0 0,-1 0 0 15,0 3 0-15,0-2 0 16,-2-2-1216-16,0-1-128 0,-1 1-32 0,0 0-23264 15</inkml:trace>
  <inkml:trace contextRef="#ctx0" brushRef="#br0" timeOffset="66650.84">27545 1905 28559 0,'0'0'2544'0,"0"0"-2032"0,0 0-512 0,0 0 0 0,0 0 2112 0,0 0 320 16,3 16 64-16,-1 2 0 0,-1 0-1920 0,1 3-384 16,-1 3-64-16,0 1-128 0,1 3 880 0,-1 2 80 15,2 2 0-15,0-4 16 0,0-3-352 0,1 0-80 16,-1 0-16-16,1-3 0 0,-2-1-320 0,1-3-64 16,-2-4-16-16,0-2 0 0,-1-2-128 0,-1-1 0 15,0-1 0-15,1-8 0 0,0 0 144 0,0 0 0 16,-7-2 0-16,2-4 0 0,0-1-144 0,0-4 192 15,-1-3-192-15,2-3 192 0,-1 1-464 0,3-5-96 16,0-1-16-16,2-1 0 16,2-7-640-16,0 0-144 0,2 0-32 0,1-3 0 15,2-1 320-15,1 2 64 0,0 0 16 0,-1 5 0 0,1 4 592 0,-1 2 208 0,-1 4-144 0,1 5 144 16,-2 4 256-16,-5 8 144 0,0 0 32 16,0 0 0-16,8 5 400 0,0 5 64 0,-2 1 32 0,2 4 0 15,0 2 0-15,0 2 0 0,1 1 0 16,1 3 0-16,-1-2-592 0,4 1-112 0,3 0-32 15,2 0 0-15,3 1-192 0,1-4 0 0,2 1 0 0,0-1 0 16,3 0-176-16,-3-2-80 0,1-1 0 0,-3-1-16 16,0-3-592-1,-2-2-112-15,-4-2-32 0,-3-2 0 0,-4 0 256 0,-9-6 48 16,0 0 16-16,0 0 0 0,0 0 528 0,-7 0 160 0,-3-2 0 0,-5-3 0 0,-1 0 0 16,-4-2 256-16,-2-2-32 0,-2 0 0 0,0-1 48 0,-3-2 16 15,0-2 0-15,-2-1 0 0,1 0-96 0,-2 0 0 16,-3-2-16-16,1 4 0 0,-1-1-176 0,-1 1 160 15,-1 1-160-15,0 2 160 0,-1 1 48 0,3 1 16 16,-1 1 0-16,4 2 0 0,1 0 192 0,4 2 32 16,3 1 16-16,4 0 0 0,4 2 160 0,2 2 16 15,4 1 16-15,8-3 0 0,0 0-192 0,0 0-32 16,0 0-16-16,12 7 0 0,3-2-192 0,5 0-32 16,3-1-16-16,5 0 0 0,2-1 32 0,2-1 16 15,4 0 0-15,0-2 0 0,2 0-80 0,1 0-16 16,1 0 0-16,3-2 0 0,0-1-128 0,0 0 0 15,0 0 0-15,0 2 0 0,-1 0 0 0,-3 1 0 16,-4 0 0-16,-3 1 0 0,-5-1 0 0,-5 1-176 16,-2 2 176-16,-3 1-128 0,-5 1 128 0,-3 4-192 15,-4-1 192-15,-4 4-192 0,-5 1 192 0,-4 4 0 0,-5 2 0 16,-4 2 128-16,-2 0 208 0,-6 1 48 0,-4 4 16 0,-3-1 0 16,-2 0 64-16,-1-4 16 0,-3-2 0 15,1 2 0-15,1 0-272 0,2 0-48 0,0-4-16 0,3 0 0 16,2-2-144-16,4-2 0 0,3-1 0 0,5-3 0 15,2-2-1088 1,3-2-128-16,4-1-48 0,8-4 0 0,0 0-2416 0,8-3-480 0</inkml:trace>
  <inkml:trace contextRef="#ctx0" brushRef="#br0" timeOffset="67342.5">28772 2149 34031 0,'0'0'1504'0,"0"0"320"0,5-6-1456 0,1-2-368 15,1 0 0-15,0 0 0 0,-1 2 864 0,-1-4 96 0,-1 0 32 16,-1 0 0-16,-2-1 496 0,-1 2 112 0,-3 0 0 0,1 0 16 15,-3 1-464-15,-3 4-112 0,-1 3-16 0,-4 1 0 16,-4 0-416-16,-2 4-96 0,-1 4 0 0,-4 3-16 16,-3 6 0-16,-3 1 0 0,-2 5 0 0,-1 1 0 15,0 1 144-15,2 1 16 0,1-2 16 0,5 2 0 16,4-3-320-16,5-2-64 0,5 1-16 0,4-3 0 0,5-1-272 16,4-1 0-16,5-3-176 0,3 0 176 0,3 2-384 0,3-3 16 15,1-1 16-15,0-6 0 16,1 0-80-16,2-3-16 0,-1-1 0 15,2-1 0-15,-2-2 80 0,1-1 16 0,0 0 0 0,-2-2 0 16,0-3-96-16,0 1-32 0,1-1 0 16,-1 2 0-16,-1 0 96 0,0 0 0 0,-2 1 16 0,1-1 0 0,0 1 192 0,-2 1 48 15,-2 2 0-15,-1 2 0 0,-1 4 128 0,-3-1 176 16,1 3-48-16,-1 4 0 0,-2 6 336 0,2-1 64 16,-4-2 16-16,3 1 0 0,-1 0-96 0,0 2 0 15,0-4-16-15,2 0 0 0,-1 2-288 0,2-1-144 16,-1 0 160-16,0-2-160 0,0-3 128 0,1 0-128 15,0-1 0-15,-1-1 0 0,0-3 0 0,0 1 0 16,-7-5 0-16,7 2 0 0,-7-2 160 0,8 2-160 16,-8-2 160-16,8 0-160 0,-2-3 208 0,-6 3-48 15,0 0-16-15,7-5 0 0,0-3-144 0,-4 2 0 16,1-3 0-16,2-3 0 16,-1 3-1216-16,1-4-320 0,2-4-64 0,1-2-12624 15,2 0-2544-15</inkml:trace>
  <inkml:trace contextRef="#ctx0" brushRef="#br0" timeOffset="67554">29301 2158 3679 0,'0'0'320'0,"0"0"-320"0,0 0 0 0,0 0 0 16,0 0 8768-16,0 0 1696 0,0 0 336 0,9 0 64 0,-2-2-7600 0,1 0-1504 16,-1 2-304-16,2 0-64 15,1 0 96-15,1 2 32 0,2-2 0 0,0 0 0 16,2-2-848-16,0 1-160 0,1 0-48 0,0 1 0 0,-1-3-272 15,2 2-64-15,0-2-128 0,0 1 192 0,0-1-192 0,0-1-256 16,0 1 48-16,0 0 16 16,0 0-1920-16,-1 0-384 0,-3 1-80 0,-2 2-12064 15,0-3-2400-15</inkml:trace>
  <inkml:trace contextRef="#ctx0" brushRef="#br0" timeOffset="67731.75">29377 2246 37775 0,'-8'10'1664'0,"8"-10"368"0,-5 7-1632 0,2-1-400 15,0 1 0-15,3-7 0 0,0 0 1312 0,0 0 176 16,0 0 48-16,4 6 0 0,2 2 48 0,1-3 16 16,1-1 0-16,3-1 0 0,0-1-976 0,2 0-192 15,0-2-48-15,2-2 0 0,2 2-384 0,2 0 0 16,2 0 0-16,0-4 0 0,0 0-144 0,1 1-64 16,0-1-16-16,0 0 0 15,0 0-1120-15,-1-1-208 0,-1 1-48 0,-1 1-16 16,0-1-1584-16,-2 0-304 0,-2-2-64 0</inkml:trace>
  <inkml:trace contextRef="#ctx0" brushRef="#br0" timeOffset="68014.25">30271 2186 22111 0,'0'0'1968'0,"0"0"-1584"0,5-7-384 0,2-1 0 0,-1 0 2400 0,1 3 400 16,-2-1 80-16,-1-1 0 0,-1-1-704 0,-3 8-128 16,0 0-48-16,0 0 0 0,-4-6 112 0,4 6 32 15,-8-1 0-15,-1 1 0 0,-3 2-992 0,-2 5-192 16,-5 2-32-16,-2 3-16 0,-2 1-224 0,-2 4-48 16,-2 2-16-16,-1 3 0 0,1-4-256 0,2 2-48 15,4 0-16-15,3-1 0 0,4 1-304 0,2-1 0 16,3-2 0-16,4 3 0 15,4-6-1424-15,2 2-192 0,1-1-48 0,6-2 0 16,4-1-1344-16,2-3-288 0,3-2-48 0</inkml:trace>
  <inkml:trace contextRef="#ctx0" brushRef="#br0" timeOffset="68537">30593 2251 25791 0,'0'0'2304'0,"0"0"-1856"0,0 0-448 16,-1-4 0-16,-4-1 4192 0,-1 3 736 0,0 2 160 0,-3 2 32 15,-3-1-2720-15,-2 3-544 0,-3 0-96 0,0 2-32 16,-2 5-688-16,1-3-144 0,1 1-16 0,2 1-16 16,-1-1-480-16,3 2-80 0,1 0-32 0,3 1 0 15,1-1-272-15,3 0 0 0,2-3 0 0,3 1 0 16,2-1-144-16,2 0-48 0,-4-8 0 0,7 6 0 16,0 1-288-16,1-2-64 0,1 0-16 0,1-1 0 15,2-4 80-15,0 0 16 0,0 0 0 16,1-4 0-16,1 0 144 0,0-1 16 0,1-3 16 0,2-1 0 0,-1-2 0 0,4-2 0 15,1-2 0-15,0 0 0 0,-2-2-32 0,2 0-16 16,0-2 0-16,0 4 0 0,-3-2 64 16,-1 4 16-16,-3 0 0 0,-1 4 0 0,-1 1 256 0,-4 4-192 15,-8 4 192-15,0 0-160 0,0 0 704 0,5 8 144 16,-2 5 16-16,-2 0 16 0,-1 0 304 0,-1 1 64 16,0-1 16-16,-1 2 0 0,1 0-448 0,0 0-80 15,1 0-32-15,0-3 0 0,0-2-336 0,4-2-64 16,-4-8-16-16,2 8 0 0,1 0-128 0,1-2 0 15,1-3 0-15,-5-3 0 0,0 0 176 0,9 0-48 16,-1-3-128-16,1-1 192 0,0-1-192 0,0 0-256 0,-1 0 48 16,1-3 16-16,0-4-32 0,2-1 0 15,-2 0 0-15,1-1 0 0,1 1-128 0,-1 0-32 16,-1 0 0-16,0 0 0 0,1 1 32 0,-1 3 0 16,0-3 0-16,-1 3 0 0,1 1 128 0,-1 3 32 0,-2 2 0 0,-6 3 0 15,8 3 192-15,-2 1 0 0,1 2 0 16,-2 2 0-16,0 4 0 0,1 1 0 0,-1 1 0 0,0-1 0 15,0 2 0-15,2 0 0 0,1 1 0 16,2-3 0 0,2-3-1584-16,1 1-272 0,0-1-48 0,2-2-11824 0,4-1-2368 0</inkml:trace>
  <inkml:trace contextRef="#ctx0" brushRef="#br0" timeOffset="68888.77">31404 2256 4607 0,'0'0'192'0,"0"-5"64"0,-1-2-256 0,-1 1 0 0,1-1 0 0,1 7 0 0,-1-5 7344 0,-2 0 1424 15,-1 2 272-15,0-1 64 0,-1-1-5680 0,-1 2-1136 16,-4 2-240-16,1 0-32 0,0 1-928 0,0 0-176 16,-1 1-32-16,-1 0-16 0,-2 2-384 0,1 0-80 15,-1 1-16-15,3 0 0 0,2 2-256 0,2 1-128 16,-1-1 128-16,2 1-128 0,1 0 0 0,0 1 0 16,1 0 0-16,3 0 0 0,0-8 0 0,4 9 0 15,0-1-128-15,1 2 128 0,2-2-192 0,1 1 16 16,2-1 16-16,2 0 0 0,0-2 160 0,1 1-160 15,-1-2 160-15,-1 2-160 0,2-5 160 0,0 2 0 16,2 1 0-16,-2-1 0 0,1 0 0 0,-1-1 0 16,0-1 0-16,-1 2 0 0,-3 0 0 0,-1 1 0 15,-8-5 0-15,0 0 0 0,6 6-192 0,-2-1 32 16,-4-5 16-16,-1 6 0 0,-4 1 144 0,-2-1 0 16,-2 4 0-16,-3-4 0 0,-5 1 0 0,0-2 0 15,2-4 0-15,-1 2 0 16,-1 1-608-16,0-2-144 0,2 1-16 0,-2-2-16 15,0-1-1616-15,1-1-320 0,2-6-64 0</inkml:trace>
  <inkml:trace contextRef="#ctx0" brushRef="#br0" timeOffset="69109.78">31611 2016 27647 0,'0'0'2448'0,"0"0"-1952"0,0 0-496 0,0 0 0 0,0 0 3568 0,0 0 608 0,7 1 128 0,-2 2 32 0,-5-3-2544 0,3 7-496 15,0 2-96-15,0 1-32 0,0 3-224 0,-2 3-48 16,0 1-16-16,1 0 0 0,-1 1-496 0,0 2-112 16,-2-1-16-16,1 3 0 0,1 0-256 0,-1 2 160 15,2-1-160-15,-1 1 128 0,0-1-128 0,0-3 0 16,-1-1 0-16,2 1 0 0,-1-3-320 0,-1 0-64 16,0-2 0-16,-1 0 0 15,-1-5-1744-15,0 2-368 0,-1-4-64 0,-1-2-10800 16,2 1-2160-16</inkml:trace>
  <inkml:trace contextRef="#ctx0" brushRef="#br0" timeOffset="69277.75">31568 2261 27647 0,'0'0'2448'0,"0"0"-1952"16,5-2-496-16,3 0 0 0,1 2 3456 0,2 2 608 0,1 0 112 0,1 1 32 15,1-3-2400-15,0 1-464 16,1 2-112-16,0 1-16 0,5 0-672 0,1 1-144 15,-2 0-16-15,2 0-16 16,-1-1-1040-16,-1 0-208 0,-1-1-32 0,1 2-12912 16,-4 5-2560-16</inkml:trace>
  <inkml:trace contextRef="#ctx0" brushRef="#br0" timeOffset="69410.75">31948 2452 16575 0,'0'0'1472'0,"0"0"-1168"0,0 0-304 0,0 0 0 15,1 7 6272-15,-1-7 1216 0,1 7 224 0,-1-7 48 0,0 0-4640 16,0 0-944-16,0 0-176 0,0 0-32 0,4 6-800 0,-4-6-144 15,0 0-48-15,0 0 0 0,0 0-784 0,0 0-192 16,7 0 0-16,-7 0 0 16,6 0-2784-16,-6 0-608 0</inkml:trace>
  <inkml:trace contextRef="#ctx0" brushRef="#br0" timeOffset="71872.84">13147 4515 10127 0,'5'17'448'0,"-1"-8"96"15,0 4-544-15,2-2 0 0,-2 2 0 0,1 0 0 0,2-3 4848 0,-2 3 848 16,-1-3 192-16,0 0 16 0,0-3-2480 0,-2 0-496 15,1 2-112-15,-3-9 0 0,0 0-752 0,0 0-144 16,0 0-16-16,0 0-16 0,0 0-496 0,0 0-112 16,0 0 0-16,0 0-16 0,0 0-448 0,0-7-96 15,0-1-16-15,-1-3 0 0,-1 1-352 0,1-4-80 16,-1-2-16-16,-1 0 0 0,0-1-256 0,1 0 160 16,-1-2-160-16,0-2 128 0,1-4-128 0,-3-1 0 15,1-4 0-15,0 0 0 0,0-1 0 0,0 0 0 16,1-3-176-16,0 1 176 0,-1 2-176 0,0-2 176 15,0 3-208-15,1 3 80 0,1 3 128 0,-1 5-192 16,-1 2 192-16,1 4-192 0,2 1 192 0,0 3 0 16,0 1 0-16,1 8 0 0,0 0 0 0,0 0 0 15,0 0 0-15,1 8-128 0,1 4 128 0,2 3-128 0,2 6 128 0,1 3-128 16,3 2 128-16,1 1 0 0,2-1 0 16,4 2 0-16,1-1 0 0,3 0 0 0,2-3 0 0,0-1 0 15,2-2 0-15,0-4 0 0,-2-3 0 0,-1-2 0 16,0-1 0-16,-1-4 0 0,0-3 0 0,-3-1 0 15,-1-3 0-15,-1-3 0 0,-3-2 0 0,-1-1 0 16,-1-3 0-16,1-3 0 0,-1-1 0 0,-2-2-128 16,-2 0 128-16,0-1-128 0,1-2 128 0,-3-4-128 15,0 1 128-15,0-3 0 0,1-2-144 0,-1-1 144 16,-1-2 0-16,0-1 0 0,1 0 0 0,0 3 0 0,0 2-128 16,-1 4 128-16,0 2 0 0,0 3 0 15,0 3 0-15,-3 3 0 0,2 3 0 0,-3 7 0 0,0 0 0 0,0 0 0 16,5 8 0-16,0 5 128 0,-1 4 16 15,0 4 0-15,0 2 0 0,3 5 0 0,-2 2 0 0,0 1 0 16,2 0 0-16,-1 0 0 0,1 1-144 0,0-1 128 16,1 0-128-16,1-1 128 0,0 0-128 0,1-2 0 15,-1-4 0-15,0 0 128 0,0-6-128 0,0 0 0 16,-1-3 0-16,-2-1 0 0,1-2-128 0,-1-2 128 16,-2-2-160-16,2-1 160 15,-6-7-832-15,0 0-80 0,0 0-16 0,7 2 0 16,-7-2-1232-16,0 0-240 0,4-5-48 0,0-2-18384 0</inkml:trace>
  <inkml:trace contextRef="#ctx0" brushRef="#br0" timeOffset="72446.11">14276 4317 38015 0,'0'0'1680'0,"0"0"352"0,0 0-1632 0,8-5-400 0,1 0 0 0,-2 1 0 16,0-4 1088-16,0 2 144 0,-2-1 32 0,-1 0 0 15,-2 1 336-15,-2 6 80 0,0-7 16 0,0 7 0 0,-2-6-672 0,2 6-128 16,-6-5-16-16,0 2-16 0,-3 3-400 0,-3 3-80 16,-1-1 0-16,-1 5-16 0,-2 3-144 0,-2 3-32 15,-4 4 0-15,-1 3 0 0,1 1 96 0,1 1 16 16,1 0 0-16,1 1 0 0,4 2-16 0,2 0 0 15,1-2 0-15,4 1 0 0,3-5-288 0,2 1 0 16,5 0 0-16,0-2 0 0,2-1 0 0,3-2 0 16,2 1-176-16,1-3 176 0,1-1-272 0,2-3 48 15,1-2 16-15,2-2 0 0,1-1-96 0,-1-3-16 16,1-1 0-16,0 0 0 0,0-3-16 0,2-2-16 16,-2-1 0-16,-1-1 0 0,-1-1 96 0,-1 0 0 15,1-1 16-15,-1 1 0 0,-1-1 240 0,0 0 0 16,-1-1-160-16,-1 2 160 0,1-2 0 0,-1 3 0 15,-4 2 0-15,1 1 0 0,-1-1 144 0,-7 5 48 16,0 0 16-16,8 0 0 0,-8 0 240 0,7 5 64 0,0 1 0 0,-2 2 0 16,0 1-176-16,2 2-16 15,-1-1-16-15,1 2 0 0,-1 1-304 0,1-4 160 16,1 2-160-16,0-1 128 0,-1-2-128 0,3-2 0 0,-3 1 0 0,2-2 0 16,2 0 0-16,-1 0 0 0,-1-5 0 0,1 3 128 15,-1-3-128-15,0-1 0 0,-1-1 0 16,-2-1 128-16,-1 0-128 0,1-4 192 0,-1 1-192 0,-1-2 192 15,0-1-32-15,0 0 0 0,1-2 0 0,-1 1 0 16,0-3-160-16,-1-1 0 0,1-2 0 0,0-2 128 16,0-1-128-16,1 0-144 0,2-5 144 0,-1 0-208 15,2-1-848 1,1 0-160-16,2 0-48 0,-1 3 0 0,-1 1-2080 0,1 2-432 16,-3 3-64-16</inkml:trace>
  <inkml:trace contextRef="#ctx0" brushRef="#br0" timeOffset="73037.14">15180 4166 24879 0,'0'0'1088'0,"0"0"256"0,0 0-1088 0,0 0-256 15,0 0 0-15,0 0 0 0,0 0 4112 0,-3 6 768 16,-3 2 160-16,0 5 16 0,-2-1-2352 0,-1 6-464 15,-2 1-112-15,0 3-16 0,-2 0-864 0,0 1-176 0,-2 0-48 0,4-1 0 16,0 0-528-16,1-1-112 0,1-3-32 0,1 0 0 16,0-2-352-16,1-2 0 0,1-1 0 15,1-2 0-15,1-4 0 0,4-7-256 0,0 0 64 0,0 0 0 32,0 0-768-32,0 0-176 0,0 0-16 0,0 0-16 15,4-7 368-15,2-4 80 0,2-2 16 0,1-2 0 16,0-5-448-16,2-2-96 0,2-2-16 0,1-2 0 15,0-1-208-15,2-2-64 0,0 2 0 0,-1-3 0 16,0 4 704-16,-1 2 144 0,-1 1 32 0,-1 3 0 0,-2 5 784 0,-1 2 176 0,-2 5 16 0,-2 1 16 16,-5 7 1312-16,0 0 256 0,0 0 48 0,7 3 16 15,-7-3-368-15,5 10-80 0,-3 1-16 0,2 2 0 0,2 0-672 16,-1 0-128-16,-1 1-16 0,0 2-16 0,1 0-352 16,1-2-64-16,0-1 0 0,1 1-16 0,3 2-240 15,0-3 0-15,2 0 0 0,-1 0 0 0,2-1 0 0,0 1 0 16,2 0 0-16,-1-1 0 0,-1-2 0 0,0 0 0 15,-1 1 0-15,0-2 0 16,-1-1 0-16,1 1 0 0,-1-1-160 0,-2 0 160 0,-1-3-256 0,-1-1 48 16,0 0 0-16,-7-4 0 0,0 0-96 0,0 0-16 15,0 0 0-15,0 0 0 0,0 0 64 0,0 0 0 16,-9 0 0-16,-2 2 0 0,-2 3 256 0,-1 2 0 16,-4-1-128-16,-2-3 128 0,-2-2 0 0,-3 2 0 15,-1 0 0-15,0-1 0 0,-1 2 0 0,-1 0 0 16,1 1 0-16,1 0 0 0,2-2 0 0,2 1-240 0,1-1 80 15,3 0 16 1,1 1-1456-16,4 0-272 0,3-1-64 0,2-1-16 16,8-2-1312-16,0 0-256 0,0 0-48 0</inkml:trace>
  <inkml:trace contextRef="#ctx0" brushRef="#br0" timeOffset="73297.86">15827 3991 31327 0,'0'0'2784'0,"0"0"-2224"0,0 0-560 0,0 0 0 16,0 0 4176-16,0 0 736 0,0 0 144 0,0 0 16 15,0 0-3200-15,0 0-640 0,4 8-128 0,0 3-16 16,-1 2-400-16,-1 1-80 0,1 2-16 0,-1 3 0 16,0 2-368-16,-1 2-80 0,0 2-16 0,1 0 0 0,-1 0-128 0,0 1 0 15,1 0 0-15,0-1 128 0,1-1-128 0,-1 0 0 16,1-1 0-16,0-2 0 0,-1-1 0 15,1-2 0-15,-1-2 0 0,0-2 0 16,-1-2-896-16,-1-2-144 0,0-2-48 0,-1-1 0 16,1-7-1248-16,0 0-256 0,0 0-48 0,0 0-17920 15</inkml:trace>
  <inkml:trace contextRef="#ctx0" brushRef="#br0" timeOffset="73547.78">15466 3976 47231 0,'0'0'2096'0,"0"0"416"0,0 0-2000 0,0 0-512 15,8-3 0-15,2 0 0 0,3 2 1104 0,2-2 128 16,-1 1 32-16,4 1 0 0,3-1-48 0,3 2 0 16,0 2 0-16,2-2 0 0,0-2-624 0,2-2-128 15,1 2-16-15,1-2-16 0,1 3-240 0,0-1-32 0,0 2-16 0,-1-2 0 16,0 0-144-16,-1 1 0 0,-2 0 0 0,-1-1 0 15,-1 1 0-15,-1 0 0 0,-2 1 0 16,-1 0-176 0,-3-1-720-16,0-1-128 0,1 2-48 0,-1 2 0 0,-3-1-2672 15,2 0-544-15</inkml:trace>
  <inkml:trace contextRef="#ctx0" brushRef="#br0" timeOffset="74084.22">16968 4313 36863 0,'0'0'3264'0,"0"0"-2608"0,0 0-528 0,0 0-128 16,0 0 2880-16,0 0 528 0,0 0 112 0,10-1 32 0,1-2-1952 15,2 1-384-15,4-1-64 0,-3 2-32 0,-2-3-352 0,2 1-80 16,4-1-16-16,5 1 0 0,0-1-480 0,2 0-192 16,3 0 176-16,0 1-176 0,6-1 0 0,-3 2 0 15,-2 0 0-15,-2 0-160 16,-1-1-1120-16,-4 2-240 0,-3 1-32 0,-2 0-16 16,-3 1-2304-16,-4 0-464 0</inkml:trace>
  <inkml:trace contextRef="#ctx0" brushRef="#br0" timeOffset="74250.62">17067 4478 31327 0,'-12'5'2784'0,"12"-5"-2224"0,0 0-560 0,0 0 0 0,0 0 3328 0,0 0 576 15,0 0 96-15,0 0 32 0,0 0-2432 0,0 0-464 16,9 1-112-16,4-1 0 0,3 1 16 0,2-1 16 16,3-1 0-16,3-2 0 0,2 1-704 0,1-2-144 15,-1-3-16-15,2 2-16 16,0 1-624-16,2 0-112 0,1-3-16 0,1 0-16 15,-1 2-2752-15,0-2-560 0</inkml:trace>
  <inkml:trace contextRef="#ctx0" brushRef="#br0" timeOffset="74487.25">17985 4472 39615 0,'0'0'3520'16,"0"0"-2816"-16,0 0-560 0,0 0-144 0,0 0 2160 0,2 8 400 16,1 0 64-16,0 2 32 0,1 0-1168 0,-2 0-224 15,2 3-48-15,0 0-16 0,-1 1-720 0,-1 1-144 16,2-1-16-16,0 0-16 0,0 1-304 0,0-2 0 16,1-1 0-16,-1-1 0 15,-1 1-1232-15,-1-4-208 0,1 0-32 0,-2-2-13776 16,0 2-2752-16</inkml:trace>
  <inkml:trace contextRef="#ctx0" brushRef="#br0" timeOffset="74999.62">18856 4120 38703 0,'0'0'1712'0,"0"0"352"0,0 0-1648 0,0 0-416 0,2-6 0 0,1-1 0 15,-2-1 1488-15,-1 8 224 0,-4-6 32 0,-1 2 16 16,-1 3 160-16,-2 2 48 0,-3 0 0 0,0 3 0 15,-4 3-992-15,0 2-192 0,-4 4-32 0,0 5-16 0,-3 4-160 16,-3 2-48-16,-1-1 0 0,0 3 0 0,1 2-128 0,3 0-16 16,2 1-16-16,5-3 0 0,2-2-240 0,2 0-128 15,5 0 160-15,2-5-160 0,4 1 0 0,4-2 0 16,2 0 0-16,5-1 0 0,2-4-192 0,2-1 32 16,3-4 0-16,3-1 0 0,3-1-160 0,2-3-16 15,1-3-16-15,2-2 0 16,1-2-64-16,0-2-16 0,-1-1 0 0,-2-3 0 0,-1 1 160 15,-3-2 16-15,-2-2 16 0,0-1 0 0,-3-2 64 0,1-4 16 16,-4-3 0-16,0 0 0 0,-4-1 160 0,-1 2 0 16,-3-2 0-16,-1-1 0 0,-4 0 0 0,-2 0 0 0,-2 0 0 15,-1 3 0-15,-4-1 0 0,0 1 0 16,-2 2 128-16,-3 2-128 0,-3 1 0 0,-2 1 0 16,-2 2 0-16,-2 2 128 0,-2 3-128 0,0 3-240 15,1 2 64-15,0 2 16 16,1 5-1088-16,0 1-224 0,2 2-32 0,1 5-16 15,1 2-1680-15,0 4-352 0,4 2-64 0</inkml:trace>
  <inkml:trace contextRef="#ctx0" brushRef="#br0" timeOffset="75236.53">18844 4389 41295 0,'0'0'1824'0,"0"0"384"0,0 0-1760 0,0 0-448 0,0 0 0 0,0 0 0 16,0 0 1728-16,9 0 256 0,-2 4 48 0,0 1 16 0,0 0-192 16,1 3-48-16,-2 2 0 0,2 2 0 0,0 1-992 15,0 0-208-15,0 3-32 0,1-3-16 0,0 4-368 0,1-3-64 16,-1 2 0-16,0-3-128 0,1 1 0 0,-3 2 0 16,1-3 0-16,0-3 0 15,-1 3-896-15,-1-2-192 0,1-2-48 0,-1-1 0 16,1-2-2288-16,-2-2-464 0</inkml:trace>
  <inkml:trace contextRef="#ctx0" brushRef="#br0" timeOffset="75602.34">19222 4451 35007 0,'0'0'3120'0,"0"0"-2496"15,9-1-496-15,2-1-128 0,0-1 3184 0,2 0 608 16,-1 2 128-16,0 0 32 0,1-1-1872 0,0 1-368 15,-1 0-80-15,1 1-16 0,2 1-784 0,0 3-144 0,-2-1-48 0,0 1 0 16,2-1-352-16,-2 1-80 16,-1 3-16-16,-1-1 0 0,-2 1-192 0,-3 2 176 0,-1-1-176 0,-1 1 160 15,-1 1-160-15,-2 0 0 0,-2 1 144 0,-3 2-144 16,-1 0 0-16,-2 2 144 0,1-2-144 0,-3 1 0 16,-3-2 144-16,1 0-144 0,0 1 0 0,0-3 144 15,2 0-144-15,0 4 0 0,0-8 0 16,1 2 128-16,3-2-80 0,0 0-48 0,5-6 0 0,0 0 0 15,0 0 0-15,0 0 0 0,1 6 0 0,2-2 0 0,-3-4 0 0,7 1 0 16,4-1 0-16,3 0 0 16,3-4 0-16,0 0 0 0,1-2 0 0,2 1 0 0,1-2 0 0,0-1 0 15,2 1 0-15,-1-3 0 0,-1 3 0 0,-1 0-128 16,-2 1 128-16,-1 0-160 16,-4 2-576-16,0-1-112 0,-1 1-32 15,-2 2 0-15,-2 0-2576 0,-8 2-512 0</inkml:trace>
  <inkml:trace contextRef="#ctx0" brushRef="#br0" timeOffset="76506.34">20291 4281 4607 0,'0'0'192'0,"0"0"64"0,0 0-256 0,0 0 0 16,0 0 0-16,0 0 0 0,0 0 8080 0,8 2 1584 16,0-2 304-16,1 0 64 0,1-1-6656 0,2 0-1328 15,0-1-272-15,2 0-48 0,2 0-640 0,-1 1-128 16,2 0-32-16,2-3 0 0,-1 1-512 0,1 3-96 16,2-4-32-16,0 2 0 0,0-1-144 0,0 1-16 15,0-1-128-15,0 2 192 0,-1-1-192 0,1 1-128 16,-1-2 128-16,-1 2-208 15,1 0-1360-15,-2 0-272 0,-1-1-48 0,-3 1-19024 0</inkml:trace>
  <inkml:trace contextRef="#ctx0" brushRef="#br0" timeOffset="81596.32">21607 3963 23039 0,'-2'-15'2048'0,"1"9"-1648"0,-2-3-400 0,-1-2 0 16,-1 1 2624-16,0 1 448 0,-2-1 96 0,1 0 16 15,-2 2-1840-15,0-1-352 0,-1 1-80 0,0 2-16 16,0 1 832-16,-2 1 144 0,1 1 48 0,0 2 0 0,-1 2-944 0,3 2-176 16,1 1-32-16,-1 1-16 15,0 1-192-15,0 2-48 0,0 3 0 0,2 4 0 16,1 2-192-16,-2 9-32 0,2 4-16 0,3 3 0 0,1 3 16 15,2 1 0-15,3 3 0 0,3 6 0 0,1-3-64 0,3 4-16 16,2 1 0-16,3 3 0 0,2-2-208 0,2 1 144 16,1 3-144-16,0-3 128 0,-2 3-128 0,2-2 0 15,-3-3 0-15,-1 3 0 0,-2 0 0 0,-2 0 0 16,0-1 0-16,-4-6 0 0,-1 0 0 0,-2-2 0 16,-1 0 0-16,1-5 0 0,-4 1 0 0,-2-4 0 15,-2-1 0-15,0-3 0 0,-2-2 0 0,-1-1 0 16,-3-4 0-16,-1 2 0 0,0-4 0 0,-1-1 0 15,-1-1 144-15,-2-4-144 0,-1 0 144 0,0-5-144 16,-1-1 192-16,0-1-192 0,-1-3 352 0,2-1-32 0,-2-2-16 16,0-4 0-16,1-2-304 0,0-1 0 0,1-5 0 0,1-1-144 15,0 1-192-15,1 1-48 16,3-2 0-16,-1-2 0 16,0 0-1520-16,3 0-304 0,0 0-64 0,1 4-11808 15,0-1-2368-15</inkml:trace>
  <inkml:trace contextRef="#ctx0" brushRef="#br0" timeOffset="82338.07">21262 5874 22111 0,'0'0'1968'0,"2"-9"-1584"0,0 0-384 0,2-1 0 16,0 1 3440-16,1-1 592 0,0 2 128 0,1 2 32 0,-1 0-1504 15,1 2-320-15,-6 4-48 0,8-2-16 0,-8 2-656 0,9 1-144 16,1 4-32-16,-1 1 0 0,0 1-464 0,0 4-112 16,0 2 0-16,0 2-16 0,0 2-304 0,2 2-48 15,-2 0-16-15,0 2 0 0,0 0-224 0,0 0-48 16,0 0-16-16,-1-2 0 0,0-2-80 0,0 0-16 16,-2-1 0-16,1-3 0 0,-1 1-128 0,0-2 0 15,-3-2 0-15,1-1 0 0,-4-9 0 0,0 0 0 16,4 8 0-16,-4-8 0 0,0 0 0 0,0 0 0 15,0 0 0-15,8-2 0 0,-1-4 0 0,-1 0 0 16,1-6 0-16,1-1 0 0,-1-4 0 0,2-2 0 16,1-4 0-16,0-1 0 0,0-4-192 0,1 0-64 0,-2-1 0 15,0 2-16 1,0 2-784-16,0-1-160 0,-1 2-16 0,-1 2-16 16,-1 3-928-16,-2 3-176 0,0 3-32 0,0 4-11472 0,-1 2-2288 0</inkml:trace>
  <inkml:trace contextRef="#ctx0" brushRef="#br0" timeOffset="82557.07">21291 6016 22111 0,'0'0'976'0,"0"0"208"0,0 0-944 16,0 0-240-16,0 0 0 0,9 3 0 0,0-3 6256 0,3-3 1200 15,1-1 240-15,3 0 48 0,2 0-5200 0,3-1-1056 16,1-3-208-16,0 0-32 0,0 2-832 0,2-1-160 15,-2 1-48-15,-1-1 0 0,2-1-208 0,-1 2 0 16,-1-1 0-16,-1 2 0 16,-2 0-1312-16,-1 2-160 0,-1-1-16 0,-1 2-16 15,0-2-1920-15,-1 1-384 0,-1-1-80 0</inkml:trace>
  <inkml:trace contextRef="#ctx0" brushRef="#br0" timeOffset="82701.28">21865 6008 46991 0,'0'14'2080'0,"0"-7"432"0,1 1-2000 0,2 2-512 16,-1 2 0-16,-1 0 0 0,1 1 1184 0,0 0 144 16,1 0 16-16,0-1 16 0,-2-2-528 0,2 0-96 15,-1-2-32-15,1 1 0 16,-2 0-1200-16,0 2-240 0,1-3-48 0,-2-8-16 16,0 0-2656-16,0 0-544 0</inkml:trace>
  <inkml:trace contextRef="#ctx0" brushRef="#br0" timeOffset="83433.37">21202 3454 30575 0,'8'-16'1344'0,"-4"11"304"0,1 0-1328 0,2-1-320 16,-1-2 0-16,2 0 0 0,0 1 1392 0,-1 3 208 15,-2 2 32-15,-5 2 16 0,8 0 800 0,-8 0 176 16,7 2 16-16,1 5 16 0,-1 3-1248 0,-1 3-256 15,1 3-64-15,-1-2 0 0,1 6-160 0,-1 0-32 16,0 0-16-16,-1 3 0 0,0-1-288 0,1 0-48 16,0-1-16-16,0-3 0 0,-1-1-320 0,1-1-64 15,-1-1-16-15,1-4 0 0,0-4-128 0,-3-1 128 16,-3-6-128-16,0 0 128 0,6 5-128 0,-6-5 0 16,0 0 0-16,8-3 0 0,-1-3 0 0,1-3 0 15,-1-2 128-15,-1-2-128 0,1-2 0 0,-1-2 0 16,1 0 0-16,-1-5 0 0,1 1 0 0,-1-4 0 15,1-1 0-15,-1 0 0 0,2-4-240 0,0 2 32 16,-3 0 0-16,2 3 0 16,-3 1-624-16,0 6-128 0,-2 3-32 0,1 0 0 15,-2 3-864-15,0 5-192 0,-1 7-16 0,0 0-11936 16,0 0-2384-16</inkml:trace>
  <inkml:trace contextRef="#ctx0" brushRef="#br0" timeOffset="83648.19">21290 3471 23951 0,'0'0'2128'0,"-2"-5"-1696"0,2 5-432 0,0 0 0 15,0 0 5696-15,0 0 1040 0,0 0 224 0,4-7 32 16,0 0-5024-16,1 3-1008 0,3-3-208 0,0 2-48 16,3 0-32-16,0-1-16 0,1 3 0 0,4-1 0 15,-1-3-464-15,2 3-192 0,1-1 128 0,1 1-128 0,-1 0 0 0,0 0 0 16,0 2 0-16,1-1-176 15,-2 0-1040-15,0 2-192 0,-2 1-64 0,0 0-13648 16,-2-1-2736-16</inkml:trace>
  <inkml:trace contextRef="#ctx0" brushRef="#br0" timeOffset="83970.85">21553 3621 11967 0,'0'0'528'0,"0"0"112"0,0 0-512 0,0 0-128 15,0 0 0-15,0 0 0 0,0 0 8000 0,0 0 1584 16,0 0 304-16,9-1 64 0,0-2-6960 0,2-1-1392 16,0 0-288-16,1 2-48 0,1-4-752 0,0 3-128 15,0-1-48-15,-1 0 0 0,-2 0-208 0,1 1-128 16,-2 1 128-16,0 0-128 0,-9 2 0 0,0 0 128 16,0 0-128-16,7 4 0 0,-3 1 144 0,-3 2-144 15,-2 1 192-15,-2 2-192 0,-1 1 256 0,-1 2-64 16,-2 0-16-16,0 0 0 0,-1 0 48 0,0-2 16 0,3 1 0 15,-1 0 0-15,1 0-32 0,1-4 0 0,2 1 0 16,0-2 0-16,2-7-80 0,2 7 0 0,-2-7-128 0,5 5 192 16,1-1-192-16,2-1 144 0,1 1-144 0,3-4 128 15,0-2-128-15,2 1 0 0,3 0 0 0,0-3 0 16,0 1 0-16,0 1 0 0,0-2 0 0,1 0 0 16,-2 0-592-1,-1-1-112-15,1-1 0 0,-2 3-15776 0,1-1-3152 0</inkml:trace>
  <inkml:trace contextRef="#ctx0" brushRef="#br0" timeOffset="85676.68">22170 4200 45951 0,'0'0'2048'0,"0"0"400"0,0 0-1952 0,0 0-496 0,0 0 0 0,0 0 0 0,0 0 352 0,0 0-32 16,2 9 0-16,0 3 0 0,-2-1 704 0,4 8 128 15,-1 4 16-15,3 6 16 0,0 1-608 0,2 2-128 16,1 2-32-16,0 0 0 0,0 1-32 0,2-3 0 16,-1 0 0-16,3 0 0 0,-1-2-112 0,0-3-16 15,-2-2-16-15,-1 0 0 0,0-9-112 0,-2 0-128 16,-2-3 176-16,-1 1-176 0,0-6 0 0,0 0 0 15,-4-8 0-15,0 0 0 16,0 0-384-16,0 0-192 0,0 0-48 0,0 0 0 16,0 0-1360-16,-3-8-256 0,-1 0-64 0,0-5-12080 15,1 0-2400-15</inkml:trace>
  <inkml:trace contextRef="#ctx0" brushRef="#br0" timeOffset="85986.78">22105 4230 32255 0,'0'0'2864'0,"0"0"-2288"0,0 0-576 0,0 0 0 16,0 0 3520-16,0 0 576 0,0 0 128 0,3-5 32 16,1-1-2944-16,3 1-592 0,1 1-112 0,1 2-32 15,1 0 192-15,3 1 48 0,2 1 0 0,2 0 0 16,0 0-416-16,2 0-80 0,3 0 0 0,2 1-16 16,-1 1-64-16,2-1-16 0,1 2 0 0,0-1 0 15,0 2-96-15,0 1 0 0,0-1-128 0,0 1 192 16,0-1-192-16,-3 2 0 0,-4 0 0 0,-1 1 0 15,-2-1 0-15,8 12 0 0,-17-11 0 0,0 1 0 16,-3 1 0-16,-3-1 0 0,-1 1 0 0,-4-1 0 0,-1 1 0 16,-3 0 128-16,-4 1-128 0,-2 1 0 0,-4-1 128 15,-4 2-128-15,0-3 0 0,-1 0 0 0,-1 0 0 16,-3-2 0-16,1 2 0 16,0-1-496-16,0 0-144 0,0-1-16 0,3-3-16 15,2 2-1184-15,4-1-224 0,1 0-48 0,5-1-12208 16,1 1-2432-16</inkml:trace>
  <inkml:trace contextRef="#ctx0" brushRef="#br0" timeOffset="86474.14">22983 4599 2751 0,'12'-7'128'0,"-12"7"16"0,5-4-144 0,0 0 0 16,-1-5 0-16,2 2 0 0,-1-1 9104 0,-1-1 1792 15,-2-1 368-15,0 4 64 0,-2-3-7552 0,-2 1-1520 16,1-1-288-16,-2 1-64 0,-2-1-928 0,-3 2-176 16,-1 1-32-16,-1 2-16 0,-3-1-256 0,-3 3-48 0,-2 2-16 0,-3 4 0 15,-1 3-160-15,-3 1-16 0,-1 3-16 0,1 4 0 16,0 0 16-16,2 1 0 0,-1 0 0 0,4 3 0 16,1-1-128-16,5 1-128 0,2-1 176 0,4-2-176 15,5-1 0-15,1 2 0 0,4-2 0 0,3-4-192 16,1 0-80-16,3 0-16 0,2-4 0 0,2 0 0 15,3-5-160 1,2-1-16-16,1-2-16 0,2-1 0 0,0-1-144 0,1-1-16 0,0-3-16 16,1 0 0-16,-1-4 64 0,0 2 16 0,-1-3 0 15,-2 1 0-15,0-2 128 0,-4 0 48 0,0-2 0 0,-2 0 0 16,0-4 208-16,-2-2 64 0,-2-3 0 0,1-1 0 0,-3 1 128 0,0-4 128 16,-3 0-128-16,-2-2 176 0,0 3 80 15,-2 2 32-15,-2 2 0 0,0 3 0 0,-1 3 224 0,-1 4 64 16,-2 2 0-16,-2 3 0 0,-1 2 16 0,1 4 16 15,2 2 0-15,6 0 0 0,-8 2-288 0,1 8-64 16,2 1-16-16,2 4 0 0,2 2-240 0,2 2 0 16,1 2 128-16,2 1-128 0,2 2 0 0,3-1 0 15,4 3 0-15,2 2 0 0,-2-4-144 0,1-1 144 16,0-3-208-16,2 1 80 16,1 1-1088-16,-1-2-192 0,-1-3-64 0,0-1 0 15,-2-3-1536-15,0-3-304 0,-3-1-64 0</inkml:trace>
  <inkml:trace contextRef="#ctx0" brushRef="#br0" timeOffset="86865.32">23370 4212 21183 0,'0'0'1888'0,"0"0"-1504"0,0 0-384 0,0 0 0 15,0 0 5840-15,0 0 1104 0,0 0 224 0,0 0 32 16,4 9-4832-16,0 1-960 0,1 2-192 0,-1 1-32 15,0 4-16-15,2 1 0 0,-1 4 0 0,1 4 0 0,1 2-544 0,1 0-112 16,-1 2-32-16,1-2 0 0,1 2-176 0,2-2-48 16,-1-1 0-16,2-1 0 0,2 1-256 0,-1-2 160 15,-1-3-160-15,0-1 128 0,-2-3-128 0,-1-4 0 16,0-2 0-16,2 0 0 0,-3-3 0 0,0-3 128 16,-1 1-128-16,-7-7 0 0,8 1 0 0,-8-1 0 15,8 0 128-15,-8 0-128 0,8-1 0 0,-2-4 0 16,1-2 144-16,-2-2-144 0,0 0 0 0,1-7 128 15,-3 2-128-15,1-2 96 0,2-3-96 0,-1-1 0 16,0-2 0-16,0-3 0 0,-1-2 0 0,1-4 0 16,1-1 0-16,0 0 0 0,1-2 0 0,-2 0-128 15,0-3 128-15,0 6-160 0,2 3-64 0,-1 0-16 16,1 3 0-16,-1 3 0 16,0 1-592-16,-1 4-128 0,0 2-32 0,-1 2 0 15,0 4-832-15,-2 2-160 0,1 1-48 0,-3 6-12816 16,0 0-2576-16</inkml:trace>
  <inkml:trace contextRef="#ctx0" brushRef="#br0" timeOffset="87152.75">23361 4445 36687 0,'0'0'1616'0,"-6"-4"352"0,-2 0-1584 0,0 0-384 0,2 0 0 0,0 0 0 16,1-2 2368-16,0-1 384 0,5 7 64 0,0 0 32 16,-3-6-752-16,3 6-160 0,0-7-16 0,0 7-16 15,4-6-1008-15,2-1-208 0,0 3-48 0,6-3 0 16,3 0-288-16,2 1-64 0,2 0-16 0,1 2 0 0,4-2-112 0,2 1-32 16,1-1 0-16,3 1 0 0,3 1-128 0,0-1 160 15,0 0-160-15,1 0 160 0,-1 1-160 0,-2 0 0 16,1-3 0-16,-2 2 0 15,-2 3-240-15,0-2-80 0,-1 0 0 0,-1 0-16 16,-3 0-2640-16,-2 0-528 0</inkml:trace>
  <inkml:trace contextRef="#ctx0" brushRef="#br0" timeOffset="109858.05">12405 7387 24879 0,'0'0'2208'0,"0"0"-1760"0,-9 0-448 0,1 0 0 0,1 0 5856 0,7 0 1088 15,0 0 224-15,0 0 32 0,0 0-5312 0,0 0-1056 16,0 0-224-16,0 0-32 0,10-2 192 0,1-2 32 16,5 0 16-16,1 0 0 0,1 3-528 0,4-4-96 15,2 1-32-15,-1 0 0 0,2-1-160 0,0-1 0 16,1 0 0-16,0 2 0 0,-1 1 0 0,-1-1 0 16,0 2 0-16,-1-1-176 15,0 1-864-15,-1 0-176 0,-3 2-48 0,1 0 0 16,-1 0-1888-16,-2 0-384 0,-1 2-80 0</inkml:trace>
  <inkml:trace contextRef="#ctx0" brushRef="#br0" timeOffset="110074.69">12563 7494 43135 0,'-16'4'1920'0,"9"-1"384"0,1-2-1856 0,-1 2-448 0,7-3 0 0,-5 4 0 16,5-4 1248-16,0 0 160 15,0 0 16-15,0 0 16 0,0 0-16 0,0 0 0 0,0 0 0 0,0 0 0 16,0 0-848-16,11 4-160 0,2-2-32 0,2 1-16 15,1-3-368-15,4-3 144 0,0 1-144 0,4-1 0 16,2 0 144-16,3 1-144 0,2-1 0 0,1-1 144 16,2 2-144-16,2-2-256 0,0 0 64 0,1-1 16 15,-2-1-816 1,-1 0-160-16,-3-1-48 0,0 0 0 0,1-1-2128 0,-2 1-416 0,-3-2-96 16</inkml:trace>
  <inkml:trace contextRef="#ctx0" brushRef="#br0" timeOffset="110396.93">13272 7294 45039 0,'0'0'1984'0,"0"0"432"0,0 0-1936 0,0 0-480 15,-3-4 0-15,3 4 0 0,0 0 736 0,0 0 48 16,0 0 16-16,0 0 0 0,0 0 480 0,0 0 112 16,0 0 16-16,4 9 0 0,0-4-800 0,1 2-160 15,2-1-16-15,1 1-16 0,1 0-208 0,1 3-32 16,2 0-16-16,1-1 0 0,0-1-160 0,1-2 160 15,3 1-160-15,0 1 160 0,0 0-160 0,1-1 0 16,2 1 0-16,-2 0 128 0,-1 0-128 0,0-2 0 16,0 1 0-16,-1-1 0 0,-2 0 0 0,-1-1 0 15,-2 0 0-15,-2 0 0 0,-2 2-160 0,1-3 160 16,-2 1 0-16,-6-5-144 0,0 0 144 0,3 6 0 0,-3-6-144 16,0 8 144-16,-1 0 0 0,-3-1 0 0,-1-1 0 0,-3 2 0 15,-4 1 0-15,-1 0 0 0,-1 0 0 0,-3-1 0 16,-2 0 0-16,-4 1 0 0,-1-1-144 15,-1 2 144 1,-1-2-1152-16,0 1-192 0,0-2-16 0,1-1-14064 0,3 1-2800 0</inkml:trace>
  <inkml:trace contextRef="#ctx0" brushRef="#br0" timeOffset="118597.3">14430 7183 10127 0,'7'-11'448'0,"-7"11"96"0,3-6-544 0,0-1 0 0,-1 1 0 0,1-1 0 15,1 1 5952-15,-4 6 1088 0,4-5 224 16,-4 5 32-16,0 0-4112 0,0 0-832 15,0 0-176-15,0 0-16 0,5 6-704 0,-1 3-144 0,0 4-32 0,0 2 0 16,-1 3-352-16,1 3-80 0,3 2-16 16,-1 3 0-16,2 0-256 0,1-1-64 0,3 0-16 0,-1 1 0 15,0-1-256-15,1-2-48 0,-2-1-16 0,1-3 0 16,-2 0-176-16,-1-1 0 0,1-1 0 0,-1-1 128 16,-2-4-128-16,1-3 0 0,-1-3 0 0,2 1 128 15,-3-1-128-15,-5-6 128 0,0 0-128 0,0 0 128 16,7-2 0-16,-1-2-128 0,0-1 192 0,-1-3-64 0,0-4 0 15,2-2-128-15,-1-2 192 0,1-2-64 0,-1-2-128 0,2-1 0 16,1-2 0-16,-1-4 0 0,-2-3 0 0,1-2 0 16,-1 0 0-16,2-1 0 0,-3 3-192 0,2 3-32 15,-3-1 0-15,0 6 0 16,-2 4-768-16,0 4-160 0,-2 3-16 0,0 3-16 16,-2 3-656-16,2 5-128 0,0 0-16 0,-3 5-11728 15,-3 3-2352-15</inkml:trace>
  <inkml:trace contextRef="#ctx0" brushRef="#br0" timeOffset="118840.23">14892 7447 4607 0,'0'0'400'0,"0"0"-400"15,0 0 0-15,6-2 0 0,-1-3 7552 0,-5 5 1440 16,0 0 288-16,0 0 48 0,8 0-5632 0,-8 0-1136 15,6 5-208-15,-1 3-48 0,1 2-704 0,-1 4-144 0,-1 3-32 16,0 0 0-16,-2 4-640 0,2 1-128 0,-1-2-16 16,1-2-16-16,1 3-288 0,-1 0-48 0,-2-4-16 0,1 0 0 15,0 0-272-15,0-3 0 0,1 0 0 0,2-1 0 16,-4-3-848-16,1 0-176 0,-1 0-48 16,1-3 0-16,-3-7-2032 0,4 6-416 15,-4-6-64-15</inkml:trace>
  <inkml:trace contextRef="#ctx0" brushRef="#br0" timeOffset="119334.39">15705 7265 44927 0,'0'0'1984'0,"0"0"416"0,0 0-1920 0,0 0-480 0,0 0 0 0,0 0 0 15,0 0 640-15,0 0 48 0,7-3 0 0,3 1 0 0,0-2 336 16,2 1 64-16,2-1 0 0,3 2 16 16,1 0-448-16,2 1-80 0,1 0-32 0,0-2 0 0,-2 1-416 0,2 0-128 15,0 1 0-15,0 0 0 16,-2 1-464-16,1 0-160 0,-2 0-16 0,0 0-16 16,-2 0-2096-16,-2 1-400 0,-2 0-96 0</inkml:trace>
  <inkml:trace contextRef="#ctx0" brushRef="#br0" timeOffset="119544.63">15723 7408 24879 0,'0'0'2208'0,"0"0"-1760"16,0 0-448-16,0 0 0 0,0 0 5168 0,0 0 944 16,0 0 192-16,0 0 32 0,0 0-4416 0,8 0-896 15,2 0-192-15,2 0-16 0,1-2 112 0,4-1 32 16,2 2 0-16,4-2 0 0,1 1-672 0,0-2-128 15,-1 0-32-15,1 1 0 0,0 1-128 0,1-1 0 16,-1-1 0-16,-1 1 0 16,-1 1-896-16,0-1-176 0,-1 1-16 0,0 0-14400 15,0-2-2864-15</inkml:trace>
  <inkml:trace contextRef="#ctx0" brushRef="#br0" timeOffset="124064">16917 7494 22111 0,'0'0'1968'0,"0"0"-1584"0,-4 3-384 0,0 1 0 0,0-2 4160 0,4-2 736 15,0 0 160-15,0 0 16 0,-5-1-2560 0,0 0-512 16,0-3-96-16,1-1-32 0,0-2-384 0,-1 1-80 16,1-2 0-16,0 0-16 0,0-1-752 0,0 0-160 15,0-6-32-15,1 1 0 0,1 0-128 0,-1-3-48 16,1-1 0-16,-1-3 0 0,0-3-272 0,2-4 160 16,0-2-160-16,0-2 128 0,1 1-128 0,1-3 0 15,0 2 0-15,0-2 0 0,-1-2 0 0,2 5 0 16,0 2-144-16,0 5 144 0,-1 2 0 0,0 5-160 15,-2 4 160-15,1 3-128 0,0 4 128 0,0 6 0 0,0 0-144 0,0 0 144 16,0 0 0-16,0 9 0 0,1 7-144 0,1 3 144 16,-2 5 0-16,1-1 0 0,3-2 0 15,4 2 0-15,2 1 0 0,2 1 0 0,-1-3 0 0,4 0 0 16,-1 0 0-16,1-6 0 0,1-2 0 0,3-1 0 16,-1 0 0-16,-1-5 0 0,0 0 0 0,-2-3 0 15,1-2 0-15,-2-3-192 0,0-4 192 0,0 1-160 0,-1-2 160 16,0 0-208-16,-1-2 80 0,-1-2 128 15,0-1-160-15,-2-5 160 0,-1 2 0 0,0-1-144 0,-2-4 144 16,-1-2 0-16,2-1 0 16,-1 0 0-16,1-2 0 0,-1 0 0 0,0 2 0 0,-1-3 0 0,0 5 0 15,-1-1 0-15,-1 4 0 0,-1 5 0 0,-1 2 0 0,-1 9 0 16,0 0 0-16,0 0-128 0,0 0 128 0,-5 5 0 16,0 4 128-16,1 3-128 0,0 2 192 0,0 6-48 15,2 2 0-15,0 1 0 0,1 1-144 0,1 0 192 16,3 1-192-16,1 0 192 0,0 1-192 15,2 0 0-15,3-1 0 0,2-2 0 0,0 1 0 0,0-2-144 16,-1-1 144-16,1-3-208 16,-1-1-816-16,0-1-176 0,0-2-16 0,0-2-16 15,-1-4-1296-15,-1-2-256 0,0 1-48 0,-2-3-16336 16</inkml:trace>
  <inkml:trace contextRef="#ctx0" brushRef="#br0" timeOffset="124621.83">17528 6974 5519 0,'0'0'496'0,"0"0"-496"16,0 0 0-16,0 0 0 0,0 0 9232 0,0 0 1760 15,0 0 336-15,0 0 80 0,0 11-8400 0,0 0-1696 0,0 4-336 0,2-2-64 16,-1 0 240-16,2 4 64 0,-1 0 0 0,1 2 0 16,0-1-672-16,0 2-128 0,3 0-32 0,0 2 0 15,1-3-384-15,-2 2 128 0,0 0-128 0,0-1 0 16,1-1 0-16,-3-3 128 0,0-2-128 0,0-2 0 0,-1 0 0 0,0-3 0 15,-1-1 0-15,-1-3 0 16,0-5 144-16,0 0-144 0,0 0 160 0,0 0-160 0,0 0 0 0,0 0 0 16,-7-7-208-16,2-3 64 0,1-2-96 0,2-2-16 15,-1-2 0-15,2-2 0 16,1-2-128-16,1-3-16 0,2-2-16 0,2 0 0 16,3-3-64-16,1 0-16 0,1 1 0 0,2-1 0 15,2 1 240-15,1 0 32 0,0 3 16 0,2 2 0 0,0 2 208 0,1 4-176 16,1 0 176-16,-2 4-160 0,-2 3 160 0,0 3 0 15,-2 0 0-15,-2 5 0 0,0 2 160 0,-3 3-32 16,-2 1-128-16,-1 3 192 0,-1 1-16 0,-1 2-16 16,-2 1 0-16,-1 1 0 0,-2-2 32 0,-1 4 0 15,-1-1 0-15,0 0 0 0,-1 1-192 0,0-1 160 16,0 0-160-16,-3 1 160 0,-1-5-160 0,-2 2 0 16,1-2 144-16,-1 1-144 0,0-1 128 0,-1 1-128 15,-1-1 128-15,0-1-128 0,0-2 176 0,1 0-48 16,-1 1 0-16,0-1 0 0,1-1 0 0,2 1-128 15,2-1 192-15,1 1-64 0,2 1-128 0,1-2 192 0,4-6-192 16,0 0 192-16,-1 7-192 0,1-1 128 0,1 1-128 0,3-1 128 16,1 0-128-16,3-1 0 0,1 1 0 0,2 2 128 15,-1-1-128-15,2-1 0 0,1 1 0 0,1-1 0 16,-1 1 0-16,3-1 0 0,1 3 0 0,1-2 0 16,2-3-192-16,-1 0 48 0,2 1 0 0,0-1 0 15,1-3-1520 1,0-1-288-16,2-1-64 0,-2 1-12720 0,0 0-2544 0</inkml:trace>
  <inkml:trace contextRef="#ctx0" brushRef="#br0" timeOffset="124841.88">18249 6962 45663 0,'0'0'2032'0,"0"0"400"0,0 0-1936 0,0 0-496 15,0 0 0-15,0 0 0 0,0 0 1056 0,0 0 112 16,0 0 32-16,0 0 0 0,0 0-48 0,0 0 0 15,4 10 0-15,0 1 0 0,0 2-672 0,0 3-144 16,0 0-16-16,0 3-16 0,0 1-304 0,0 1 160 16,0 1-160-16,1 1 128 0,3-3-128 0,-2-1 0 15,1 1 0-15,-2-3 0 0,-1-2-384 0,-2 4 64 16,1-6 0-16,-2-1 0 16,1-3-928-16,-1 0-176 0,-1-3-48 0,0-6 0 15,0 0-1152-15,0 0-224 0,0 0-48 0</inkml:trace>
  <inkml:trace contextRef="#ctx0" brushRef="#br0" timeOffset="125071.83">18043 6926 51135 0,'0'0'2272'0,"0"0"464"0,0 0-2192 0,0 0-544 15,0 0 0-15,0 0 0 0,0 0 864 0,7-7 64 0,1 2 16 0,4 3 0 16,2-1-112-16,4 2 0 0,4-2-16 0,3 0 0 15,2 2-512-15,2-3-112 0,1 3 0 0,1 0-16 0,2-2-176 0,-2 2 0 16,-1-1 0-16,0 2 128 0,-1-1-128 0,0 1 128 16,-2 0-128-16,0 0 128 15,-2 1-1152-15,-1 1-256 0,-4 2-32 0,-1-3-16 16,-4 0-2192-16,0 3-448 16,-6-1-96-16</inkml:trace>
  <inkml:trace contextRef="#ctx0" brushRef="#br0" timeOffset="125297.86">18704 7200 49071 0,'0'0'2176'0,"0"0"448"0,0 0-2112 0,6 8-512 16,-2-1 0-16,-2 2 0 0,1 1 1376 0,-2 1 160 15,0 1 48-15,1 1 0 0,-1 3-576 0,0-3-112 16,2 1-32-16,0 3 0 0,-1 0-608 0,2-1-128 15,0-2-128-15,0 0 176 0,-2-1-176 0,1 0 128 0,0-1-128 0,-2 0 128 32,-1-2-944-32,0 1-192 0,0-5-32 0,0 2-16 15,0-8-1824-15,0 0-352 0,-4 7-80 0</inkml:trace>
  <inkml:trace contextRef="#ctx0" brushRef="#br0" timeOffset="125614.19">17114 7812 35935 0,'0'0'1600'0,"0"0"320"15,0 0-1536-15,12-2-384 0,3-2 0 0,6 0 0 0,4 1 3440 0,4-2 608 16,3 1 128-16,5-2 32 0,2-2-2416 0,6 1-496 15,6 1-80-15,4-1-32 0,2 1-608 0,3 1-128 16,2-2-32-16,-4-1 0 0,1 2-176 0,0-1-48 16,1-1 0-16,0 3 0 0,-3 3-192 0,-1 0 0 15,-3 1 0-15,0 0 0 0,-4-3 0 0,-5 0 0 16,-4-1 0-16,-5 3 0 0,-4-2-320 0,-5 2 32 16,-4-1 16-16,-3 1 0 15,-4-2-800-15,-2 1-144 0,-2-1-48 0,-4 2 0 16,-7 2-2192-16,0 0-432 0</inkml:trace>
  <inkml:trace contextRef="#ctx0" brushRef="#br0" timeOffset="126283.18">17493 8120 8287 0,'0'0'368'0,"0"0"80"0,0 0-448 0,0 0 0 0,0 0 0 0,0 0 0 16,0 0 8208-16,0 0 1568 0,0 0 304 0,0 9 64 15,2 3-6992-15,0 1-1392 0,2-1-288 0,1 6-48 16,2 0-400-16,1 4-64 0,1 5-32 0,0-1 0 0,0 0-416 0,3 0-96 16,-2 1-16-16,-1-3 0 0,0-2-176 0,1 0-32 15,-4 0-16-15,1-1 0 0,-2-4-176 0,-1-1 0 16,-2-2 0-16,0-1 128 0,-1-1-128 0,-2-2-176 15,-2-2 48-15,3-8 0 16,0 0-1232-16,-5 4-240 0,-2-3-64 0,1-1 0 16,-2-3-2752-16,-1-2-576 0</inkml:trace>
  <inkml:trace contextRef="#ctx0" brushRef="#br0" timeOffset="126607.98">17392 8134 32255 0,'0'0'1424'0,"-6"-5"304"0,2 1-1392 0,1-1-336 15,3 5 0-15,0 0 0 0,-2-9 4112 0,4 2 752 16,-2 7 160-16,3-5 32 0,1 0-3136 0,2 1-640 16,1 2-112-16,4-1-16 0,1-1-704 0,1 1-128 15,0 1-16-15,0 1-16 0,1 1-112 0,2 0-32 16,1 0 0-16,1 0 0 0,0-3 0 0,2 3 0 0,1 0 0 0,-2 3 0 16,1-2-144-16,-1-1 0 0,2 0 0 0,-1 1 0 15,-1 3 0-15,1-1 0 0,-1-1 0 0,0 2 0 16,-3 0 0-16,-1 1 0 0,-3 0-160 0,-2 2 160 15,-1 0-144-15,-2-2 144 0,-2 3-128 0,-1 2 128 0,-3-2 0 16,-1 1-160-16,-1 1 160 0,-3 1 0 16,0 1 0-16,-4-1 0 0,-4 2 0 0,-1 0 0 0,-1 0 0 15,-2 0 0-15,-1 0 0 0,-1 0 0 0,-1 2-304 0,-1-2 48 16,-1 1 16-16,3 1 0 16,-2-2-560-1,3-4-112-15,3 1-32 0,2 1 0 0,2-2-1072 0,2-1-224 16,2-1-32-16,3 0-11664 0,3-7-2320 0</inkml:trace>
  <inkml:trace contextRef="#ctx0" brushRef="#br0" timeOffset="126788.12">17963 8440 32255 0,'0'0'2864'0,"0"0"-2288"16,0 0-576-16,2 9 0 0,1 1 3888 0,-1 1 656 0,1-2 144 0,-2 2 32 15,-1 2-2672-15,0 2-512 0,-1-1-128 0,1 2 0 16,-1-1-608-16,1 1-112 0,1 0-32 0,0 1 0 15,2-4-528-15,0 0-128 16,-2-3 0-16,1 1 0 16,1-1-832-16,0-1-160 0,-2-1-32 0,-1-8-15104 0,3 8-3040 0</inkml:trace>
  <inkml:trace contextRef="#ctx0" brushRef="#br0" timeOffset="128342.09">19565 7616 50111 0,'0'0'2224'0,"0"0"448"0,0 0-2144 0,0 0-528 16,0 0 0-16,10-6 0 0,1 4 320 0,-11 2-64 16,9 0 0-16,0-2 0 0,0 0 416 0,2-3 80 15,-1 3 16-15,4-2 0 0,1 2-608 0,0 1-160 16,2-1 0-16,2 1 0 16,0-3-608-16,1 3-192 0,-1-1-32 0,2 1-16 15,0 0-1888-15,-2-1-368 0,0 1-80 0</inkml:trace>
  <inkml:trace contextRef="#ctx0" brushRef="#br0" timeOffset="128504.68">19643 7746 37775 0,'0'0'3360'0,"0"0"-2688"0,0 0-544 0,0 0-128 16,0 0 2048-16,0 0 368 0,7 0 80 0,2-1 0 16,2-3-1296-16,4-1-272 0,2-1-48 0,2 2-16 15,3 1-608-15,5 0-112 0,0-1-16 0,3 1-128 16,0-3-1424-16,1-2-400 0,2-1-80 0,-1 0-11856 15,1 0-2368-15</inkml:trace>
  <inkml:trace contextRef="#ctx0" brushRef="#br0" timeOffset="128803.54">20901 7228 11055 0,'-8'-7'480'0,"8"7"112"0,0 0-464 0,-7-2-128 15,-3-3 0-15,1 4 0 0,-1-3 6640 0,-1 3 1296 16,0 1 272-16,-2 2 48 0,-3 2-4816 0,0 4-976 16,-2 1-192-16,0 3-32 0,-3 2-976 0,0 3-192 15,2 4-48-15,-1 2 0 0,0 3-192 0,2 2-32 0,-1 2-16 0,3-2 0 16,3 2-368-16,4 0-80 0,2-1-16 0,5-1 0 15,2-1-320-15,4-1 0 0,2 0 0 0,5-3 0 32,-1-2-592-32,4-4-96 0,2-1-16 0,2-2 0 15,2 1-992-15,2-5-208 0,1-2-32 0,2-2-12848 0,0-4-2576 0</inkml:trace>
  <inkml:trace contextRef="#ctx0" brushRef="#br0" timeOffset="129034.37">21197 7283 30399 0,'0'0'2704'0,"0"0"-2160"15,0 0-544-15,0 0 0 0,-5 5 4160 0,0 1 736 16,1 0 144-16,0 3 16 0,1 2-3104 0,2 4-624 16,1 1-128-16,0 1-32 0,0 2-672 0,1 2-144 15,1-2-32-15,-1 1 0 0,1 1-320 0,2 0 0 16,0 0 0-16,2 0 0 15,0-3-464-15,1-2-112 0,-1-3-32 0,1-1 0 16,-1-2-1344-16,-1 0-272 0,1-4-48 0,-6-6-11696 16,0 0-2352-16</inkml:trace>
  <inkml:trace contextRef="#ctx0" brushRef="#br0" timeOffset="129301.24">21329 7140 40543 0,'0'0'3600'0,"0"0"-2880"0,0 0-576 0,0 0-144 16,9 2 1920-16,0 0 336 0,0-1 80 0,3 2 16 15,2 2-688-15,3 1-144 0,3 5-32 0,2-3 0 16,1 1-896-16,3 1-176 0,3 2-32 0,0 2-16 16,0 1-192-16,-1 0-48 0,0 3 0 0,0 1 0 15,2 2-128-15,-2-2 0 0,-4 2 0 0,0 0 0 0,-3-2 0 0,-3 2 0 16,-2 1 0-16,-5-1 0 15,-2 0 0-15,-2-1-176 0,-2-1 176 0,-2-1-128 0,-3 1-16 0,0-1 0 16,-4-1 0-16,-1 0 0 16,-2-3-800-16,-1-1-144 0,-2 0-48 0,-2-1-14560 15,-1 0-2928-15</inkml:trace>
  <inkml:trace contextRef="#ctx0" brushRef="#br0" timeOffset="129752.5">22378 7222 20271 0,'0'0'1792'0,"0"-5"-1424"0,0-2-368 0,3 3 0 0,1-2 3840 0,0 2 688 16,-3 1 144-16,0 2 16 0,-1 1-1424 15,0 0-304-15,-4 8-48 0,1-2-16 0,-3 7-1072 0,1 2-224 16,-1 3-32-16,-2 4-16 0,0 3-560 0,0 0-112 16,2 1-32-16,-4 9 0 0,3 0-320 0,1-1-64 15,3-3-16-15,0 2 0 0,3-6-288 0,1 2-160 16,2-6 160-16,1 1-160 0,1-5 0 0,3 0 0 16,0-4 0-16,2-2-160 15,3-1-480-15,1-5-112 0,2-4-16 0,1 1 0 16,1-4-1136-16,2-2-224 0,1 0-48 15,1-3-20144-15</inkml:trace>
  <inkml:trace contextRef="#ctx0" brushRef="#br0" timeOffset="130061.9">22747 7347 23039 0,'0'0'1024'0,"0"0"192"0,0 0-960 0,-1-6-256 0,1 0 0 0,1 0 0 15,-1 6 6336-15,5-7 1216 0,1 1 240 0,2 1 48 16,1-1-5296-16,4 1-1072 15,4 1-192-15,1 0-64 0,1 2-800 0,2 0-160 0,1 1-48 0,1 0 0 16,0 1-208-16,1 0 0 0,-1 0 0 0,-1 2 0 16,-2 2 0-16,-2 0 0 0,-4 1 0 0,-2 1 0 15,-3-1 0-15,-2 0 0 0,-3 2 0 0,-4 2 0 16,-4 2 0-16,-4 4 0 0,-1-1 0 0,-4 2 0 16,-3-1 0-16,-1 2 0 0,-1 2 128 0,-2-1-128 15,1 0 304-15,-1 2-48 0,2-2 0 0,2 0 0 0,2-2-80 0,2-1-32 16,2 0 0-16,1-2 0 0,2 0-144 0,3-4 0 15,3 1 0-15,2-2 0 0,3-1 0 16,3-3 0-16,1-2 0 0,3 1-176 16,5-1-544-16,2-3-112 15,2-4-32-15,3 2 0 0,3-2-1088 0,3-1-224 0,1-3-32 16,1-3-12672-16,2-3-2528 0</inkml:trace>
  <inkml:trace contextRef="#ctx0" brushRef="#br0" timeOffset="130378.5">23464 7224 17503 0,'0'0'768'0,"0"0"176"0,-6-3-752 0,-2 1-192 16,-1 0 0-16,1 0 0 0,0 2 6912 0,-1 2 1360 15,-3 2 272-15,1 2 48 0,-2 1-5392 0,0 2-1072 16,-1 0-208-16,1 3-64 0,0 3-1040 0,3 0-224 16,-2 2-32-16,2 1-16 0,1-3-288 0,2 1-48 15,2-2-16-15,2 1 0 0,2-1-192 0,2-1 0 16,2-1 0-16,2-2 0 0,2-2 0 0,1-1 0 0,1-2-144 0,1-1 144 15,2-2-256-15,1 0 32 16,2-4 16-16,1 1 0 0,0-2-112 0,-1 0 0 16,0-3-16-16,-1 0 0 0,0 1 0 0,1-2 0 0,-2-1 0 0,-1-1 0 15,-2-3 96-15,-1 3 32 0,-2-2 0 16,-2-1 0-16,-3 0 80 0,0 0 128 0,-2-1-208 16,-2 2 80-16,-1 0-96 0,0 1-16 0,-2-1 0 0,-3 5 0 15,-1-3-192 1,-2 3-32-16,0 1-16 0,-4 1 0 0,0 2-1792 15,-2 2-352-15,-2 2-80 0,1 2-10672 0,0 1-2112 0</inkml:trace>
  <inkml:trace contextRef="#ctx0" brushRef="#br0" timeOffset="130677.51">23486 7454 14735 0,'0'0'1312'0,"0"0"-1056"16,0 0-256-16,0 0 0 0,-6 5 6704 0,-2 0 1280 15,0 2 256-15,-2 1 48 0,-2 2-5040 0,-1 1-1008 16,0 0-208-16,-1 4-48 0,-2 2-512 0,2 1-96 16,-2-4-32-16,3 1 0 0,1-1-832 0,2-1-192 15,2 1-16-15,2-1-16 0,2-4-288 0,2-1 0 16,2 1 0-16,0-9 0 0,4 8 0 0,3-1 0 16,2-2 0-16,3-2-144 0,2-3-112 0,3-2-32 15,1 1 0-15,2-2 0 16,-1-1-176-16,1-1-48 0,-1-1 0 0,1-2 0 15,0-1 64-15,-2-3 0 0,-1-2 0 0,-2 1 0 16,-2 1-64-16,-1-1-16 0,-3-2 0 0,-2 1 0 16,-3 0-304-16,0-1-64 0,-3 1-16 0,-2 0 0 15,-2-1-2096-15,-1 1-400 0,-1 0-96 0</inkml:trace>
  <inkml:trace contextRef="#ctx0" brushRef="#br0" timeOffset="130953.22">23652 7344 32255 0,'0'0'2864'0,"0"0"-2288"0,0 0-576 0,0 0 0 0,0 0 3632 16,0 0 608-16,10 2 128 0,0-2 32 0,0 1-2224 0,2-1-448 16,1-1-96-16,1-1-16 0,3 1-928 0,0-1-192 15,1-4-48-15,2 2 0 0,-1-1-272 0,2 1-176 16,1-2 192-16,-1 2-192 0,-1-3 0 0,-2 2 0 16,0 1 0-16,-2 2 0 0,-3 0 0 0,-1 2 0 15,-3 0 0-15,-3 3 0 0,-6-3 0 0,4 6 0 16,-2 2 0-16,-2 3 0 0,-3 2 0 0,-1 1 160 15,-1 2-160-15,-2 1 128 0,0 1 32 0,-1 1 0 16,-1 2 0-16,1-1 0 0,0-1-32 0,0 1 0 16,-1 2 0-16,1-1 0 0,2 0-128 0,0-4 0 15,1-2 0-15,1 2-176 16,0-4-816-16,2 0-160 0,0-1-48 0,1-3 0 16,1-9-2112-16,0 0-416 0,0 0-96 0</inkml:trace>
  <inkml:trace contextRef="#ctx0" brushRef="#br0" timeOffset="131158.06">23788 7453 45615 0,'0'0'2016'0,"0"0"416"0,0 0-1936 0,0 0-496 0,7 2 0 0,1-2 0 16,-8 0 912-16,11 0 96 0,2-2 16 0,0 0 0 15,1 2-304-15,3 0-48 0,3 0-16 0,0-2 0 16,1-1-496-16,-1 2-160 0,2-2 0 0,2 2 0 15,-1-2 0-15,0-2-256 0,1-1 32 0,-1 0 0 16,1 2-2016-16,-2-2-416 0,-1-3-80 0,-2-2-17168 16</inkml:trace>
  <inkml:trace contextRef="#ctx0" brushRef="#br0" timeOffset="131417.47">24082 7054 24879 0,'0'0'2208'0,"0"0"-1760"15,0 0-448-15,0 0 0 0,9 4 3888 0,1 2 688 16,0 1 144-16,2 0 16 0,-1 3-2304 0,4-1-448 16,0 0-112-16,4 1-16 0,0 2-752 0,2 2-144 15,0 5-48-15,2-1 0 0,0 0-256 0,-1 0-48 16,1 3-16-16,2 1 0 0,-2 2-160 0,1 1-48 16,-2 1 0-16,-1 0 0 0,-2-3-224 0,-2 3-160 15,-2-1 192-15,-4 1-192 0,-1-1 160 0,-4 0-160 16,-1-1 128-16,-2 0-128 0,-2-5 0 0,-1 2 0 15,-1-4 0-15,-3 0 0 0,-1-1 0 0,-2-2 0 16,-2 2 0-16,-1-3 0 16,-3-3-1424-16,-2-1-176 0,-2 2-16 0,2-5-21552 0</inkml:trace>
  <inkml:trace contextRef="#ctx0" brushRef="#br0" timeOffset="131891.1">25056 7146 21183 0,'0'0'1888'0,"0"0"-1504"15,0 0-384-15,0 0 0 0,-5 0 4576 0,-2 0 848 16,1 2 160-16,-2 0 48 0,3 2-2464 0,-2 3-480 16,-2 3-112-16,0 3-16 0,-4 3-960 0,-1 1-208 15,-2 5-48-15,2 1 0 0,-5 9-624 0,4-2-128 0,0 0-16 16,4 0-16-16,2 1-304 0,3-4-48 16,4 1-16-16,2-2 0 0,2 0-192 0,4-1 0 0,0-2 0 0,3-2 0 15,2-4 0-15,2-3-208 0,0-1 32 0,2-1 16 31,2-4-800-31,2-3-176 0,-1-2-16 0,0-2-16 0,2-1-1360 16,-1 0-272-16,1-3-48 0,-1-1-18048 0</inkml:trace>
  <inkml:trace contextRef="#ctx0" brushRef="#br0" timeOffset="132353.41">25304 7286 38703 0,'0'0'3440'0,"-1"-7"-2752"15,1 7-560-15,1-6-128 0,-1 6 2592 0,4-5 480 16,-4 5 112-16,9-7 16 0,1 2-1472 0,3-2-272 16,3 5-64-16,1-1-16 0,-1 2-800 0,2-2-144 15,0 3-48-15,0-1 0 0,1 2-224 0,0 2-160 16,-1-3 192-16,1 2-192 0,-1 2 128 0,-1-2-128 16,-3 0 0-16,1 1 0 0,-6-1 0 0,-2 1 0 15,-7-3 0-15,7 4 0 0,-3 2 0 0,-4-6 0 16,-1 8 0-16,-3 0 0 0,-3 0 0 0,-1 0 0 15,-1 0 0-15,-2-1 0 0,-5 4 0 0,2-3 0 16,-1-1 0-16,1 3 0 0,-1-4 0 0,4 2 160 16,0 0-160-16,2-2 128 0,1 1-128 0,2-1 128 15,1 1-128-15,5-7 128 0,-3 6-128 0,3-6 0 0,1 8 0 16,3 0 0-16,3-2 0 0,1 2 0 0,1-5 0 0,2 2 0 16,1 0 0-16,3 1 0 0,-2-1 0 0,1 0 0 15,0-1 0-15,-1 0 0 0,0 0 0 0,-2 0 0 16,-2 2 0-16,-1-1 0 0,-2 1 0 0,-1 0 0 15,-5-6 0-15,4 8 0 0,-4-8 0 0,0 10 0 16,-1-2 0-16,-3 1 0 0,-2-1 0 0,-4 1 0 16,0 0 0-16,-2-2 0 0,-2-2 0 0,-2 2 0 0,-1-1 0 15,0 1 0-15,-1-1 0 0,1-1 0 16,2-3-768-16,-1 0-16 16,0 1-16-16,3-4 0 0,3-1-1328 0,1 1-272 15,1 0-48-15,8 1-16 0,1-7-2688 0,4-1-544 0</inkml:trace>
  <inkml:trace contextRef="#ctx0" brushRef="#br0" timeOffset="132627.49">25804 7317 35583 0,'16'-5'1584'0,"-16"5"320"0,8-1-1520 0,-8 1-384 15,0 0 0-15,8 1 0 0,-2 1 2672 0,-6-2 464 16,2 8 80-16,-4 1 32 0,-2 4-1104 0,-1 3-224 16,-5-3-32-16,1 3-16 0,-1 1-960 0,1 0-192 15,0-2-32-15,1 1-16 0,2 0-336 0,2-1-64 0,1 0-16 0,3-2 0 16,2-2-256-16,2 0 0 15,2-1 0-15,2-1 0 0,1-5 0 0,0 0 0 16,2-3-144-16,0 1 144 0,2 0-256 0,-1-4 16 16,0-1 16-16,0-1 0 0,-1 0-32 0,0-3 0 15,-2-1 0-15,-1 0 0 0,0 1 64 0,-3-3 0 16,-1 1 0-16,-2-2 0 0,1 0-48 0,-2-1 0 16,-2-1 0-16,0 0 0 15,-1 1-320-15,0 0-64 0,-2 2-16 0,0 1 0 16,-1-3-1248-16,1 3-256 0,0 0-48 0,0 2-16 0,0-2-1120 15,1 3-208-15,3 6-48 0</inkml:trace>
  <inkml:trace contextRef="#ctx0" brushRef="#br0" timeOffset="132892.24">26102 7262 12895 0,'0'0'576'0,"0"0"112"0,0 0-560 0,0 0-128 0,0 0 0 0,0 0 0 0,6 6 7120 0,-2 0 1392 16,-3 2 288-16,-2 2 48 0,-3 3-5104 0,-1 2-1024 15,0 0-208-15,-2 2-32 0,-2 0-1312 0,0 0-256 16,1 0-48-16,2 0-16 0,0 1-464 0,3-2-80 15,0 0-32-15,2-1 0 0,1 0-272 0,4-2 0 16,1-2 0-16,3-3 0 0,2 0 0 0,4-1 0 16,2-2-240-16,2-1 80 15,1-2-592-15,0-2-112 0,2-2-32 0,0-2 0 16,-2-3 256-16,1 1 64 0,-3-2 0 0,-1-1 0 16,-2-2-144-16,-1 1-32 0,-3-1 0 0,-2 0 0 15,-1-2 224-15,-3 0 32 0,-3 0 16 0,-4 0 0 0,1-2 96 0,-4 1 32 16,0 0 0-16,-3-1 0 15,-2 2-544-15,1 0-128 0,-3 0 0 0,0-1-12064 16,-1-1-2400-16</inkml:trace>
  <inkml:trace contextRef="#ctx0" brushRef="#br0" timeOffset="133134.82">26263 7020 22111 0,'0'0'1968'0,"0"0"-1584"0,7 4-384 0,2-2 0 16,1 2 3808-16,3 0 672 0,2 1 144 0,-1 3 32 15,1-1-1968-15,0 1-400 0,0 1-80 0,1 4-16 16,3 0-528-16,0 0-96 0,0 4-32 0,-1 1 0 16,0 4-592-16,-1 0-128 0,0 2-32 0,0-1 0 15,0 6-336-15,-2 0-64 0,1-1 0 0,-3-2-16 0,-2 2-176 0,-4-5-16 16,1 1-16-16,0 0 0 0,-1 1-160 0,-2-1 192 16,-3-2-192-16,1 0 192 0,-2 0-192 15,-1-2 0-15,0-2 0 0,-1 0 0 0,0-2 0 16,-3 1 0-16,-3-3-224 0,-1-1 80 15,-1 0-2192-15,-1 2-432 0</inkml:trace>
  <inkml:trace contextRef="#ctx0" brushRef="#br0" timeOffset="133775.29">26438 8056 19343 0,'0'0'1728'0,"-9"2"-1392"0,-4-5-336 0,1 3 0 0,0 0 5456 16,1 0 1024-16,-2 1 208 0,-3 1 32 0,-2-2-4784 0,-2 0-960 15,-1 1-192-15,-3 1-32 0,-5 2-192 0,-2 0-48 16,-3 2 0-16,-1-5 0 0,-3 4-512 0,0-2 0 16,-2 1 0-16,-4-1 0 0,-4 0 0 0,-1 1 0 15,-3-1 0-15,-5 0 0 0,-1-1 0 0,-3-1 0 16,-5-1 0-16,-3 4 0 0,-5-3 0 0,-6 2 0 16,-3 1 0-16,-6 0 0 0,-3 2 0 0,-6-2 0 15,-6-1-128-15,-6 2 128 0,-3 2 0 0,19-1 0 16,-6 2 0-16,-7-2 0 0,-7 0 0 0,-10-1 0 0,-7 3-160 15,-5-3 160 1,0 0-880-16,-40-4-96 0,3-2-32 0,9 1 0 0,9-3 1008 0,-77 1 288 0,35-5 16 0,81 3 0 16,-7-2 464-16,-63-2 112 15,23 3 16-15,64 1 0 0,-4 0-688 0,-2-1-208 0,2 1 128 0,4 0-128 16,5-1 176-16,8 0-32 0,7-2 0 16,6 1 0-16,6 2 688 0,7 1 128 0,8-2 16 0,8 0 16 15,7-1-480-15,9 1-80 0,6 0-32 16,5 1 0-16,5 1-400 0,5 1 0 0,7 2-224 15,0 0 80 1,0 0-1168-16,12-1-224 0,5 2-64 0,5 1-13312 0,6 1-2656 0</inkml:trace>
  <inkml:trace contextRef="#ctx0" brushRef="#br0" timeOffset="135241.76">22978 8533 28911 0,'0'0'1280'0,"0"0"256"0,0 0-1216 0,9-5-320 0,3 1 0 0,0 0 0 0,-3 0 2080 0,-1-2 352 16,-2 1 80-16,1 0 16 0,-1 1-480 0,-1-4-112 15,1 1-16-15,-3 2 0 0,1 1-960 0,-4 4-208 16,0 0-48-16,0 0 0 0,0 0 176 0,0 0 16 16,-2-6 16-16,2 6 0 0,0 0-80 0,0 0-32 15,-7-4 0-15,1 1 0 0,-1 3-224 0,1 0-32 16,-3 0-16-16,1 1 0 0,0-1-80 0,1 3 0 15,1 0-16-15,6-3 0 0,-7 0-240 0,7 0-64 16,-5 2 0-16,5-2 0 0,0 0-128 0,0 0 128 16,0 0-128-16,0 0 128 0,0 0-128 0,0 0 128 15,0 0-128-15,0 0 128 0,0 0-128 0,0 0 0 16,0 0 0-16,0 0 0 0,0 0 0 0,0 0 0 16,0 0 0-16,0 0 0 0,0 0 0 0,0 0 0 15,0 0 0-15,0 0 0 0,0 0 0 0,0 0 0 16,0 0 0-16,0 0 0 0,0 0 0 0,0 0 0 15,0 0 0-15,7 0 0 0,-7 0 0 0,0 0 0 0,0 0 0 0,6-1 0 16,-6 1 0-16,0 0 0 0,0 0 0 0,8-1 0 16,-8 1 0-16,0 0 0 0,0 0 0 0,8-3 0 15,-8 3 0-15,0 0 0 0,0 0 0 0,0 0 0 16,0 0 0-16,0 0 0 0,0 0 0 0,0 0 0 0,0 0 0 0,0 0 0 16,0 0-160-16,0 0 160 15,0 0 0-15,0 0 0 0,0 0 0 0,0 0 0 0,0 0 0 0,0 0 0 16,0 0-128-16,0 0 128 15,0 0 0-15,0 0 0 0,0 0 0 0,0 0 0 0,0 0 0 16,0 0 0-16,0 0 0 0,0 0 0 0,0 0 0 0,0 0 0 16,0 0 0-16,0 0 0 0,0 0 0 0,0 0 0 15,0 0 0-15,0 0 0 0,0 0 0 0,0 0 0 16,0 0 0-16,0 0 0 0,0 0 0 0,0 0 0 16,0 0 0-16,0 0 0 0,0 0 0 0,0 0 0 15,0 0 192-15,0 0-192 0,0 0 0 0,0 0 0 16,0 0 0-16,0 0 0 0,0 0 0 0,0 0 0 15,0 0 0-15,0 0 0 0,0 0 0 0,0 0 0 16,0 0 0-16,0 0-192 0,0 0 192 0,0 0 0 16,0 0 0-16,0 0 0 0,0 0 0 0,0 0-144 15,0 0 144-15,0 0 0 0,0 0 0 0,0 0 0 16,0 0 0-16,0 0 0 0,0 0-336 0,0 0-48 16,0 0 0-16,-5-3 0 15,5 3-960-15,0 0-192 0,0 0-32 0,0 0-16 16,0 0-1680-16,0 0-320 0,0 0-80 0,0 0-16 0</inkml:trace>
  <inkml:trace contextRef="#ctx0" brushRef="#br0" timeOffset="136445.76">22329 8589 13823 0,'0'0'1216'0,"0"0"-960"0,0 0-256 0,9-1 0 0,4 1 8176 0,1-4 1584 16,2 2 320-16,2 2 64 0,2 0-7536 0,2 0-1520 16,3-3-288-16,1 3-64 0,0 0-224 0,0 0-32 15,1 0-16-15,1 0 0 0,-2 3-272 0,-3-3-48 16,-1 2-16-16,-1 2 0 0,-1-3-128 0,-3 2 0 15,-3-2 0-15,-2 3 128 0,-3 2-128 0,-1 0 0 16,-3-1 0-16,-5-5 128 0,1 8-128 0,-3 1 0 16,-5-1 144-16,-2 2-144 0,-4 2 160 0,-3 1-32 15,-1 2-128-15,-1 0 192 0,-4 0 48 0,-2 0 0 16,0 1 0-16,-1-1 0 0,0 4 0 0,2-5 0 16,1 2 0-16,2-2 0 0,3 2-48 0,3-2-16 15,3-1 0-15,2 0 0 0,3-1-176 0,2-2 128 16,2-2-128-16,4 1 128 0,2-1-128 0,2 0 0 15,5-2 0-15,2 0 0 0,4-2 0 0,1-1 0 0,1-1 0 16,4-1 0-16,3-2 0 0,0-1 0 16,-2 0 0-16,1-2 0 15,0 0-464-15,0 0-32 0,0 0 0 0,1 0 0 0,-2-2-1168 16,2-2-256-16,1 1-32 0,-3 1-13648 0,1-3-2720 0</inkml:trace>
  <inkml:trace contextRef="#ctx0" brushRef="#br0" timeOffset="136868.1">23209 8648 39279 0,'0'0'1728'0,"-2"-5"384"0,-1-3-1696 0,0-1-416 0,-1 1 0 0,1-2 0 0,1 3 1424 16,-1 2 208-16,1 0 32 0,-1 0 16 0,3 5 48 0,-3-4 16 16,-1-3 0-16,4 7 0 0,-5-2-1008 0,0 0-208 15,-1 2-32-15,-1 0-16 0,1 2 64 0,-2 0 16 16,-1 2 0-16,-2 0 0 0,-2 5-64 0,-1 0-16 15,-2 2 0-15,0 2 0 0,0-3-224 0,0 3-64 16,2 0 0-16,-1 0 0 0,1 4 0 0,1-4-16 16,1 2 0-16,2-2 0 0,2-2-16 0,1 1 0 15,3 0 0-15,2 0 0 0,2-1-160 0,2 2 0 16,2-2-192-16,4-2 192 0,0-1-144 0,2-1 144 16,2-1 0-16,2 0 0 0,3 1-144 0,2-3 144 0,-1 0 0 0,1-3-144 15,2-1 144-15,0-1-208 16,-1-3 80-16,1 0 128 0,-2 0-256 0,1 1 80 0,-2-5 16 0,-1 1 0 15,-1-1-32-15,-2-4-16 16,-1-1 0-16,-1 1 0 0,-2 1 80 0,-1-3 128 16,0 1-208-16,-2-1 80 0,-2-2 128 0,-1 0 0 0,-1-1 0 15,-3 0-128-15,-2 0 128 0,1 1 0 0,-3 2-144 0,-1 1 144 16,-2 0-192-16,0 2 16 0,-1 2 16 0,-1 3 0 31,-1 0-544-31,1 2-96 0,-1 2-32 0,1 0 0 0,1 1-1088 16,-1 2-208-16,1 2-48 0,1 0-12032 0,2 1-2384 0</inkml:trace>
  <inkml:trace contextRef="#ctx0" brushRef="#br0" timeOffset="137245.26">23613 8612 24879 0,'0'0'1088'0,"0"0"256"0,5-12-1088 0,-4 7-256 0,-1 5 0 0,0 0 4944 0,0 0 944 15,0 0 176-15,0 0 32 0,-6 1-3312 0,-3 3-672 16,-2 2-128-16,0 2-16 0,-2 3-1088 0,-2 0-224 16,0 2-32-16,0 3-16 0,0 0-144 0,2 1-16 15,-2-2-16-15,2 1 0 0,1 2-208 0,2-3-32 16,1 0-16-16,2 2 0 0,3-3-176 0,3 0 0 16,1-3 0-16,3 0 0 0,3 2 0 0,2-5 0 15,1-1 0-15,3 0-176 0,2-2 16 0,3-1 0 16,0-1 0-16,3-1 0 0,1-2-160 0,1 0-48 15,0-2 0-15,-1-1 0 0,-2-1 112 0,1-1 32 0,0-2 0 0,-2 0 0 16,-3-1-32-16,0 1 0 0,-1-3 0 16,-2-1 0-16,-2-2 0 0,-1 0-16 0,-1-2 0 15,-1 0 0-15,-2 1-48 0,0 0-16 0,-4-1 0 0,1 0 0 32,-2-1-224-32,-2 0-32 0,0 1-16 0,-2-1 0 0,-1 3-416 15,0 1-64-15,-2 3-32 0,-1-1 0 0,-2 1-1072 16,-1 2-224-16,1-1-32 0,-1 6-9712 0,1-2-1920 0</inkml:trace>
  <inkml:trace contextRef="#ctx0" brushRef="#br0" timeOffset="137667.67">24262 8651 13823 0,'8'-12'1216'0,"-8"12"-960"15,4-8-256-15,-1 2 0 0,-3 6 4880 0,2-6 944 16,1 0 176-16,-3 6 32 0,0 0-2368 0,-4-5-464 16,4 5-112-16,-8-3-16 0,-1 2-1024 0,-2 2-224 15,0 3-32-15,-2 1-16 0,-3 2-752 0,-1 3-160 16,-4-1-32-16,0 6 0 0,-1 2-320 0,-1 0-80 16,-1 0-16-16,2 1 0 0,0 1-112 0,1 0-32 15,3-1 0-15,2 3 0 0,3-2-112 0,3-2-32 16,2 0 0-16,3 0 0 0,1-1-128 0,2-3 0 0,4-3 0 15,0 1 0-15,4-2-144 0,1-3 144 16,4 1 0-16,1-3 0 0,2 0-192 0,2-2 192 16,-1 0-192-16,2-2 192 0,0-3-192 0,1 0 64 15,3-1 128-15,-1-1-208 0,-2 1 80 0,-1-2 128 16,0-3-208-16,-1-1 80 0,-1 0 128 0,0-2 0 0,-4-1-144 16,0 0 144-16,-2 0 0 0,-1-1 0 0,-2 0-144 15,-1-1 144-15,-2-2 0 0,-2 2 0 0,-1 0-128 0,-1 0 128 16,-3 0-256-16,0 4 0 0,-1-1 0 0,-2 3 0 15,-2-3-256 1,-1 2-32-16,-3-1-16 0,0 5 0 0,-2 2-1216 16,0 1-240-16,0 2-48 0,4 1-16 0,-1-2-1232 0,3 4-240 0,1 2-48 15</inkml:trace>
  <inkml:trace contextRef="#ctx0" brushRef="#br0" timeOffset="138094.47">24606 8711 18431 0,'15'-4'1632'0,"-9"1"-1312"16,2-1-320-16,1-1 0 0,3-1 4624 0,0-2 864 16,-2 0 160-16,-2 3 48 0,0-2-2784 0,-2 1-544 15,-2 0-128-15,-4 6 0 0,0 0-512 0,0 0-80 16,0 0-32-16,-6-3 0 0,-2 0-640 0,-1 2-128 16,-2 2-16-16,0 3-16 0,-3 1-256 0,-1 2-48 15,-2 2-16-15,-1-1 0 0,-1 2-240 0,1 2-32 16,-1-2-16-16,0 2 0 0,2 2-80 0,0-1-128 15,2 2 176-15,2 2-176 0,2-3 0 0,3 0 0 16,1-1 0-16,3 0 0 0,1-1 0 0,3 1 0 0,3-1 0 0,2-2 0 16,1-1 0-16,4-1-144 15,0 1 144-15,3-2-192 0,1-2-16 0,2-1-16 0,1-1 0 0,1-1 0 16,1-2-64-16,0-1-16 0,-1 0 0 16,2-3 0-16,-1 0 16 0,1 0 0 15,-2-1 0-15,0-3 0 0,-1-3-32 0,-1 1 0 0,-2-2 0 16,1-1 0-16,-3 0 48 0,-2-1 0 0,-2 1 0 0,0-4 0 15,-2 0 112-15,-1 1 32 0,-2-1 0 16,-3 0 0-16,0 2-32 0,-3-1 0 0,-2 0 0 0,0 3 0 16,-2 2-32-16,-2 0-16 0,-5 2 0 15,1 1 0-15,-1 2-160 0,-1 0-16 0,0 3-16 0,-1 0 0 16,0 3-944-16,2 1-176 16,2 3-32-16,2-1-16 0,2 2-1184 0,3 0-224 0,1 2-48 15,4-7-13568-15</inkml:trace>
  <inkml:trace contextRef="#ctx0" brushRef="#br0" timeOffset="138456.34">25177 8644 26719 0,'17'-4'1184'0,"-17"4"240"0,7-4-1136 0,-2 0-288 16,-5 4 0-16,7-1 0 0,-1-1 5008 0,-6 2 944 15,0 0 192-15,0 0 48 0,0 0-3440 0,-4 6-704 16,-2 3-128-16,-1 2-16 0,-3-4-1088 0,-3 5-224 15,-2 1-32-15,0 0-16 0,0 0-224 0,0 2-32 16,-2 2-16-16,1 0 0 0,3 0-272 0,1-2 160 16,2 1-160-16,3 1 128 0,1-3-80 0,3 2-48 15,5-2 0-15,0 2 0 0,2-3 0 0,4-4 0 16,1 0 0-16,4 0 0 0,4 0-144 0,1-2-32 16,3-1 0-16,1-2 0 0,3 0-112 0,0-3-32 0,-2-1 0 0,2-1 0 15,1-1 16-15,-2-2 0 0,-1-2 0 0,-2 0 0 16,-3-2 112-16,-1 0 0 0,-1-4 16 0,-2 1 0 15,-1-2 176-15,-1 0 0 0,-3-2-144 0,-2 0 144 16,-2-2 0-16,-3 0 0 0,-2-1 0 0,-1 3 0 16,-3 0-128-16,-2 0 128 0,-3 2-160 0,-3-1 160 15,-3 1-240-15,-1 4 48 0,-5-3 16 0,-2 2 0 16,-1-2-1888 0,-2-1-384-16,-2-2-80 0,0 4-16 0</inkml:trace>
  <inkml:trace contextRef="#ctx0" brushRef="#br0" timeOffset="141524.56">27310 7960 23039 0,'0'0'2048'0,"0"0"-1648"16,-6-2-400-16,1 2 0 0,5 0 6496 0,0 0 1216 0,0 0 240 0,0 0 48 15,0 0-5952-15,0 0-1216 0,9-2-224 0,2 1-48 16,4-1 64-16,3 1 16 0,2 1 0 0,2-3 0 16,1 1-640-16,2 0 0 0,0-1 0 0,-1 1 0 15,1 1-160-15,-1 0 160 0,-1-1-192 0,-1 2 192 16,-2 0-1568-16,-2 0-208 0,-1 0-32 15,-1 2-16-15,-5-1-2160 16,-3 2-432-16,-8-3-96 0,0 0-16 0</inkml:trace>
  <inkml:trace contextRef="#ctx0" brushRef="#br0" timeOffset="141671.46">27381 8082 43711 0,'0'0'1936'0,"0"0"400"0,-6 3-1872 0,6-3-464 16,0 0 0-16,0 0 0 0,0 0 912 0,0 0 96 15,0 0 16-15,7 5 0 0,1-1 400 0,4-1 96 16,2-2 16-16,3 2 0 0,2-2-1072 0,2-1-208 15,0-1-32-15,1-1-16 0,-1 1-208 0,0-2-160 16,0 1 32-16,1-1 0 16,1 1-2048-16,1-1-416 0,-1 0-80 0,1 2-11472 15,-1-4-2304-15</inkml:trace>
  <inkml:trace contextRef="#ctx0" brushRef="#br0" timeOffset="142086.5">28361 7833 2751 0,'0'0'256'0,"0"0"-256"0,0 0 0 15,0 0 0-15,0 0 9328 0,0 0 1808 0,0 0 384 0,0 0 64 16,-9-1-7952-16,-1 1-1584 0,-1 4-320 0,-1 0-64 16,-2 4-416-16,0 2-80 0,-2 4-16 0,0 2 0 15,-1 0-496-15,0 2-96 0,1-2-32 0,0 4 0 0,2 1-16 0,1 1 0 16,2 2 0-16,3-3 0 0,2 1-384 0,3-4-128 15,2 0 0-15,3 1 0 0,2-1 0 0,3-2 0 16,2-5 0-16,1 1 0 0,5 0 0 0,2-2 0 16,2-1 0-16,3 1 0 0,3-9 0 0,1 1-144 15,2 1 16-15,0-3 0 0,2 0-64 0,2-5-16 16,-2 0 0-16,-2-1 0 0,0 1 0 0,-2-3 0 16,-1 1 0-16,-3-5 0 0,-3 1 208 0,-2 0-192 15,-2-2 192-15,-2-2-192 0,-2 0 192 0,-2-2 0 16,-2-2 0-16,-2 2 0 0,-1-3 0 0,-3 0 0 15,-1 0 0-15,-2 2 0 0,-2 3 0 0,-3-1 0 16,-1-1 0-16,-2 4 0 0,-3-3 0 0,-3 5 0 16,-3 1 0-16,-2 4 0 0,-1-3 0 0,-2 5-192 15,-2 0 48-15,3 3 16 16,1 1-608-16,2 1-112 0,3 3-32 0,3 0 0 16,1 1-1808-16,2 3-384 0,3 2-64 0,3 1-17056 0</inkml:trace>
  <inkml:trace contextRef="#ctx0" brushRef="#br0" timeOffset="142306.71">28877 8008 30399 0,'0'0'1344'0,"0"0"288"0,0 0-1312 0,0 0-320 0,0 0 0 0,8 3 0 15,-8-3 5392-15,0 0 1008 0,7 5 208 0,-2 1 48 16,-1 3-4688-16,0-2-944 0,-2 2-176 0,1 0-32 15,-2 3-560-15,-1-3-128 0,-1 0 0 0,1 0-128 0,0 0 0 0,-1-1 0 16,-1-1 0-16,2-7 0 16,-2 6-1104-16,2-6-128 0,-2 8-32 0,2-8 0 15,0 0-1872-15,0 0-368 0,0 0-80 0</inkml:trace>
  <inkml:trace contextRef="#ctx0" brushRef="#br0" timeOffset="142687.46">29384 7806 42095 0,'15'-7'1856'0,"-9"5"400"0,1-2-1808 0,1 1-448 16,0 1 0-16,-1-1 0 0,1-1 1776 0,0 2 256 15,-8 2 48-15,0 0 16 0,0 0-368 0,0 0-64 16,0 0 0-16,0 0-16 0,0 0-944 0,0 0-192 16,0 0-48-16,-4 9 0 0,-1 0-144 0,-3 1-16 15,-1 1-16-15,-2 0 0 0,0 0-96 0,-1 1-32 0,-1 2 0 0,0-4 0 16,0 2-160-16,0 0 0 15,-1 1 0-15,0-1 128 0,0-1-80 0,1 0-48 16,1 0 0-16,2-1 0 0,-2 0 0 0,3 0 0 16,1 0 0-16,2-3 0 0,-2 1 0 0,3 0 0 0,-1 0 0 0,3-3 0 15,3-5 0-15,0 0 0 0,0 0 0 0,0 0 0 16,0 0 0-16,2 8 0 0,2-3 0 0,3-1 0 16,0-1 0-16,3-2 0 0,0 0 0 0,4-1 0 15,5 0 0-15,-1 0 0 0,0-1 0 0,2 1 0 16,0-1 0-16,1-1 0 0,2 1 0 0,-1 0 0 0,-1-2 0 15,1 2 0-15,0 0 0 0,-1-2 0 16,-3 0-224-16,0 2-32 0,0-3-16 0,-2 1 0 16,-3 1-624-16,-1-1-128 0,-2-1-32 15,-2-1 0-15,-1 1-1248 0,-7 4-256 0,2-6-64 16,-2 0-11856-16,0 6-2384 0</inkml:trace>
  <inkml:trace contextRef="#ctx0" brushRef="#br0" timeOffset="142917.47">29467 7863 14735 0,'0'0'640'0,"0"0"160"0,2-6-640 0,-2 6-160 16,0 0 0-16,7-3 0 0,-1 1 6576 0,-6 2 1280 16,0 0 256-16,8 1 48 0,-8-1-4576 0,8 5-896 15,-2 3-192-15,1-2-48 0,-1 5-1088 0,0 1-208 16,-4 2-64-16,1-1 0 0,0 5-528 0,-2 0-112 16,-1 1-32-16,0 2 0 0,1 1-288 0,0 1-128 15,-2 2 128-15,1-3-128 0,0-1 0 0,0 0 0 16,0-2 0-16,0 0 0 0,1-2 0 0,1 0 0 0,0-3-224 0,1-1 80 31,0-3-768-31,2-2-160 0,1-1-16 0,2-2-16 16,-1-2-1280-16,0-2-256 0,3-2-48 0,0 1-18704 0</inkml:trace>
  <inkml:trace contextRef="#ctx0" brushRef="#br0" timeOffset="143399.28">29885 7899 24879 0,'0'0'2208'0,"0"0"-1760"0,5-7-448 0,-1 0 0 15,1-2 5504-15,3 2 1008 0,0-1 208 0,1 1 32 0,0 2-4144 16,0 1-832-16,2 1-176 0,1-2-16 0,-1 1-640 0,2 2-128 16,0 0-32-16,3 2 0 0,1 0-464 0,-3 0-112 15,2 3-16-15,0-2 0 0,1 2-192 0,-2-3 144 16,0 0-144-16,-2 1 128 0,-3 2-128 0,1-1 0 16,-2 2 0-16,-9-4 0 0,0 0 0 0,0 0 0 15,0 0 0-15,0 0 0 0,0 8 0 0,-2 0 0 16,0-1 0-16,-3-1 0 0,-3 1 0 0,0 0 0 15,-1 1 128-15,-3 0-128 0,-2 0 0 0,1-3 0 16,0 3 0-16,2 0 0 0,-2 0 0 0,1-1 0 16,1 0 0-16,2 2 0 0,-1-4 0 0,3 2 0 15,0-1 0-15,3 1 0 0,2-1 0 0,-1 1 0 0,3-7 0 0,0 8 0 16,0-8 0-16,4 7 0 16,2 0 0-16,2-1 0 0,1 1 0 0,2 0 0 15,2-2 0-15,0 0 0 0,-1 1 0 0,3-3 0 0,2 2 0 16,0 1 0-16,-1 0 0 0,1 1 0 15,1 0 0-15,-1 0 0 0,-1-2 0 0,-2 0 0 16,0 1 0-16,-1 0 0 0,-2 1 0 0,-2-1 0 16,-1 1 0-16,-2-1 0 0,-6-6 0 0,0 0 0 0,4 8 0 15,-3 0 0-15,-1-8 0 0,-2 8 0 0,-3-1 0 0,-3 3 0 16,-1-4 0-16,-4 1 0 0,-3-4 0 0,-2 1 0 16,-2 2 0-16,-1-1 0 0,-1 0 0 0,-1-1 0 15,-2-1 0-15,0-1-176 0,3 2 176 0,0-3-128 16,0-1-112-16,2 0-16 0,3 0 0 0,1 0 0 15,2 0-1008 1,2-1-208-16,2 1-32 0,2-3-16 0,8 3-1808 0,0 0-384 0,-1-6-64 16</inkml:trace>
  <inkml:trace contextRef="#ctx0" brushRef="#br0" timeOffset="143652.39">30553 7803 37775 0,'0'0'3360'15,"0"0"-2688"-15,9-2-544 0,0 0-128 0,0 0 2544 0,-9 2 464 16,7 2 112-16,-1 2 16 0,1 2-1088 0,-2 0-224 16,-1 3-32-16,-2 4-16 0,0 0-896 0,-1 3-176 15,-2 3-48-15,-1 1 0 0,1 1-304 0,0 1-64 16,-2 2-16-16,0 0 0 0,2 2-272 0,0 0 128 16,0 1-128-16,-1-5 144 0,0-1-144 0,0-1 0 0,2 0 0 0,0-3 0 15,-1-1 0-15,1-3 0 16,0 0 0-16,0-2 0 0,0 1 0 0,-1-3 0 15,1-9 0-15,0 0 0 16,1 8-640-16,-1-8-128 0,0 0-32 0,0 0 0 16,0 0-2000-16,0 0-400 0</inkml:trace>
  <inkml:trace contextRef="#ctx0" brushRef="#br0" timeOffset="147993.78">31206 7982 42383 0,'0'0'1872'0,"0"0"400"0,0 0-1824 0,0 0-448 0,0 0 0 0,0 0 0 16,0 0 2464-16,0 0 400 0,0 0 80 0,0 0 0 15,5 8-1680-15,0 3-352 0,0 0-64 0,2 3-16 16,1 3-576-16,0 1-128 0,-2 2-128 0,-1 1 176 16,2-2 128-16,-3 1 16 0,0-4 16 0,0 1 0 15,-2 1-208-15,1-3-128 0,-1 0 160 0,0-3-160 16,-1-3 128-16,0-1-128 0,2-2 0 0,-3-6 144 15,0 0-144-15,0 0 0 0,0 0 0 0,0 0 0 0,0 0 0 0,5-5 0 16,0-3 128-16,1 0-128 0,-3-1 0 0,3-1 0 16,0-2 0-16,1-1 0 0,-2-1 0 15,3-2 0-15,1-1 0 0,0 0 0 0,0 1 0 0,2 1 0 16,-2 0-144-16,1 2 144 0,2 2 0 0,1 1 0 16,0 3 0-16,-3 4 0 0,1-1 0 0,1 4 0 15,-3 1 0-15,-2 3 0 0,0 2 0 0,0 0 0 16,-1 2 0-16,1 4 0 0,-2 1 0 0,-1 0 0 15,0 1 0-15,-1-4 0 0,0 1 160 0,-2-1-160 16,1-1 160-16,-1 1-160 0,0 0 128 0,-1-1-128 16,-1-1 0-16,1 1 0 0,0-9 0 0,0 0 128 15,0 0-128-15,0 0 0 0,0 0 0 0,0 0 0 0,0 0 128 0,0 0-128 16,0 0 0-16,4-6 0 16,1-1 0-16,2-3 0 0,-1 3 0 0,2 1 0 15,1-6 0-15,3 0 0 0,-3-2 0 0,4-2 0 16,3-1 0-16,-1 2 0 0,1-4 0 0,0 4-128 15,1 0 128-15,-2 4 0 0,1-1 0 0,-3 4 0 0,-1 1-128 16,-2 4 128-16,-1 1 0 0,0 2 0 0,-2 5 0 16,-1 2 0-16,0-1 0 0,-4 4 0 0,-1 4 0 15,1 2 0-15,-2 1 128 0,0 0-128 0,-2 1 0 16,1 0 0-16,1-1 0 0,-1-1-128 0,0-2-16 0,1-1 0 16,0 0-80-16,1 0-16 0,0-4 0 0,0 0 0 15,-1-9-1120 1,3 7-240-16,-3-7-32 0,0 0-16 0,0 0-2528 0,0 0-512 15</inkml:trace>
  <inkml:trace contextRef="#ctx0" brushRef="#br0" timeOffset="148478.12">32031 7726 47231 0,'0'-6'1040'16,"0"1"224"-16,1-2 32 0,1 1 16 0,-1 0-1056 0,3 1-256 0,1 1 0 0,0 0 0 0,2 0 1536 0,1-1 256 15,-1-1 64-15,3 2 0 0,1 3-896 0,1-1-160 16,0 1-32-16,1-2-16 0,1 2-496 0,3 1-112 16,0 1-16-16,1 1 0 0,1-1-128 0,-4 0 0 15,2-1 0-15,0 2 128 0,0 0-128 0,-3 3 0 16,-2-3 0-16,0 0 0 0,-2 1 0 0,-3 1 0 16,-3 0 0-16,0 1 0 0,-4-5 0 0,0 0 0 0,1 5 128 0,-1 2-128 15,0-7 0-15,-4 5 160 16,-1-3-160-16,-2 4 160 0,1-1-160 0,-1 1 128 15,-1 1-128-15,1-1 128 0,-1 0-128 0,-3-1 0 0,2 1 0 0,1-2 128 16,2 2-128-16,-1-1 0 0,1-1 0 0,6-4 0 16,0 0 0-16,0 0 0 0,0 0 0 0,0 0 0 15,2 9 0-15,2 0 0 16,0-3 0-16,3 1 0 0,1-1 0 0,1 1 0 0,1 1 0 0,3-2 0 16,-1 1 0-16,-3-3 0 0,0 1 0 0,0 0 0 15,0 2 0-15,1-2 0 0,-1 1 0 0,-3-2 0 0,1 0 0 16,-2 1 0-16,0 1 0 0,-1-1 0 15,-1 0 0-15,-1 3 0 0,-2-4 0 16,-1 1 0-16,-3-1 192 0,-2 0-64 0,-2 0 0 0,-1-2 0 0,-2 1 0 16,-2 1-128-16,-1-1 192 0,-2-2-64 0,1 1-128 15,-1 1 0-15,0-2 0 0,-1 2 128 0,-1-3-128 16,1 0 0-16,1-3 0 0,2 2 0 16,0 1-816-16,2-3-32 15,2 3-16-15,0-3-16032 0,1 0-3216 0</inkml:trace>
  <inkml:trace contextRef="#ctx0" brushRef="#br0" timeOffset="150304.81">14407 7372 12895 0,'0'0'1152'0,"-6"1"-928"16,-2 2-224-16,-1-2 0 0,0-1 6720 0,1-1 1312 15,1 2 256-15,1-1 48 0,6 0-5696 0,-7-1-1136 16,7 1-224-16,-5-4-64 0,5 4 240 0,0 0 32 16,0 0 16-16,0 0 0 0,1-7-800 0,5 2-176 15,2 0-16-15,5 0-16 0,2-1-144 0,5 1-32 16,2 1 0-16,3-1 0 0,3 1-48 0,2 0-16 0,4 0 0 0,-1 0 0 15,-1-1-112-15,2 0-16 0,2 0-128 0,-1 0 192 16,0-1-192-16,0 1 0 0,-1 1 0 0,0 0-160 16,0 0-960-1,-2 2-192-15,0-1-32 0,-4 1-14672 0,-2-1-2928 0</inkml:trace>
  <inkml:trace contextRef="#ctx0" brushRef="#br0" timeOffset="151236.14">14445 9621 40031 0,'0'0'1776'0,"-4"15"352"0,-4 2-1696 0,3 7-432 0,0 6 0 0,2 0 0 16,1 1 1152-16,2-1 160 0,1 1 32 16,2 2 0-16,2 1 96 0,0 1 32 0,2-2 0 0,0-1 0 15,1-1-656-15,1-2-128 0,1-3-32 0,-1-2 0 16,1-3-384-16,-1-2-80 0,0-5 0 0,2 2-16 16,-3-3-32-16,-1-6 0 0,-7-7 0 0,11 6 0 15,-3-1-144-15,-8-5 128 0,0 0-128 0,9-1 128 0,-9 1-128 0,9-5 0 16,-1-4 144-16,0-3-144 0,-3-4 0 15,0 1 128-15,0-5-128 0,0-2 0 0,1-3 0 0,-1-1 144 16,1 0-144-16,1-4 0 0,-2-5 144 16,3-3-144-16,1-1 0 0,0-1 144 0,-1-1-144 0,2 2-144 15,1-1 144-15,2 3-208 0,0 5-128 0,-3 7-32 16,-2 5 0-16,-3 8 0 16,-1 2-272-16,0 4-64 0,-1 2-16 0,-3 4 0 15,0 0-1072-15,0 0-192 0,0 10-64 0,0 8 0 16,-1 4-1664-16,-3 5-320 0</inkml:trace>
  <inkml:trace contextRef="#ctx0" brushRef="#br0" timeOffset="151478.54">14312 9921 47679 0,'0'0'2112'0,"-9"-7"448"0,3 2-2048 0,6 5-512 15,0 0 0-15,0 0 0 0,-2-11 960 0,5 2 112 0,1-1 16 16,4 3 0-16,2 3 64 0,3 1 0 0,3-4 16 0,3 2 0 16,5 0-688-16,2-1-144 0,1-1-16 0,2 0-16 15,1-2-112-15,1 1 0 0,-2 2-16 0,1-1 0 16,0 1-176-16,0 2 0 0,1-2 0 0,-10 5 0 16,1 0-640-16,2 1-144 0,0-3-48 0,1 3 0 15,0 3-2496-15,-3 1-496 0,-2 1-96 16</inkml:trace>
  <inkml:trace contextRef="#ctx0" brushRef="#br0" timeOffset="151817.85">14792 10043 30399 0,'0'0'1344'0,"-4"4"288"0,-1 1-1312 0,5-5-320 16,0 0 0-16,0 0 0 0,0 0 3264 0,-1 7 592 16,2 1 112-16,1-5 32 0,4 3-1232 0,1-2-240 15,3 1-48-15,3-1-16 0,-2-2-1632 0,4 0-320 16,0-2-64-16,2 0 0 0,0 0-240 0,2 0-32 15,-1 0-16-15,0 1 0 0,-1 0-160 0,-1-1 128 16,-2 0-128-16,-2 3 128 0,-3-1-128 0,-1 2 0 16,-8-4 0-16,5 6 0 0,-5-6 0 0,1 9 0 15,-2 1 128-15,-2 2-128 0,-3 1 128 0,-2 1-128 16,-1 1 192-16,-3-1-64 0,-1 4 80 0,0-1 16 16,0 0 0-16,0-1 0 0,1-2-16 0,2 0 0 15,-1-1 0-15,2 2 0 0,4-3-80 0,0-1 0 16,1 0-128-16,3-2 192 0,2 0-192 0,1-3 0 0,4 1 128 0,1-2-128 15,3-1 0-15,1-1 0 0,4-1 0 16,0 0 0-16,2-2 0 0,3 0 0 0,1 0 0 0,1-3 0 31,4-1-448-31,-3-2-48 0,1-4 0 0,1 0 0 16,1-2-1120-16,0 1-240 0,1-4-32 0,1-2-21424 0</inkml:trace>
  <inkml:trace contextRef="#ctx0" brushRef="#br0" timeOffset="152027.51">15711 9966 37775 0,'0'0'1664'0,"0"0"368"0,0 0-1632 16,0 0-400-16,0 0 0 0,0 0 0 0,0 0 3824 0,0 0 672 15,0 0 144-15,0 0 32 0,7-1-2928 0,0 0-576 16,3 1-112-16,0 0-32 0,0 0-704 0,3 0-128 16,3 0-48-16,0 0 0 0,-1 0-144 0,1 0 0 15,1 0 0-15,0-3 0 0,0 2 0 0,0-2 0 16,-2 0 0-16,0 1 128 15,-2 1-1088-15,0 1-208 0,-1-3-48 0,-3 2-16 16,-1-1-1712-16,-8 2-320 0,0 0-80 0,0 0-16 0</inkml:trace>
  <inkml:trace contextRef="#ctx0" brushRef="#br0" timeOffset="152185.25">15725 10064 3679 0,'-10'9'320'0,"10"-9"-320"15,-7 3 0-15,2 1 0 0,0 0 9616 0,5-4 1856 16,0 0 368-16,0 0 80 0,0 0-8400 0,0 0-1664 0,0 0-352 0,0 0-64 15,4 6-208-15,2-1-32 0,2-2-16 0,3-2 0 16,2 0-848-16,2-1-160 0,2-1-48 0,3-1 0 16,1-2-128-16,1-2 0 0,1 1 0 0,3 0 0 31,1-2-2448-31,1 0-368 0</inkml:trace>
  <inkml:trace contextRef="#ctx0" brushRef="#br0" timeOffset="152960.41">16712 10120 30527 0,'0'0'1344'0,"0"0"288"0,0 0-1312 0,-4 7-320 16,1-1 0-16,0 1 0 0,3-7 2800 0,-4 7 480 0,-1 1 112 0,1-1 0 15,4-7-640-15,-3 5-144 0,3-5-32 0,0 0 0 16,0 0-1104-16,0 0-208 0,0 0-48 0,0 0-16 16,0 0-688-16,0 0-144 0,-4-5-32 0,0-2 0 15,2-2-144-15,-1 0-16 0,2-1-16 0,0-1 0 16,-2-2-160-16,2-3 0 0,-2 2 0 0,2-3 128 16,-2-2-128-16,1-1 0 0,-2-2 0 0,1 0 0 15,-1 0 0-15,2-3 0 0,-1-1 0 0,0-2 0 16,-1 0 0-16,2-1 0 0,-1 3 0 0,1 1 0 15,-1 0 0-15,-1 4 0 0,3 3 128 0,-1 3-128 16,2 5 0-16,0 4 0 0,-1-1 0 0,1 7 0 0,0 0 0 16,0 0 0-16,3 8 0 0,1 4 0 0,1 1-208 0,0 4 80 15,3-1 128-15,2 2-208 0,2 1 208 0,2 0 0 16,5-2 0-16,0 0 0 0,1 0 0 0,3-2 0 16,-1 0 0-16,2-1 0 0,1-4 0 0,-1-2 0 15,1-1 0-15,-1-3 0 0,-2-1 0 0,-1-3 0 16,0-1 0-16,-2-1 0 0,-1-4 0 0,-1 1 0 15,-1-1 0-15,-2-1 0 0,1-5 0 0,-2 2 0 16,-3-2 0-16,1-1 0 0,-1-3 0 0,-2 2 0 16,0 1 0-16,-2-3 0 0,1-3 0 0,-1-1 0 15,-1-1 0-15,1 3 0 0,0 1 160 0,-2 3-160 16,0-2 128-16,-1 5-128 0,0 3 0 0,-3 8 0 16,0 0 0-16,0 0 0 0,0 0 128 0,0 0-128 15,0 11 128-15,0 5-128 0,-1 2 0 0,1 2 0 16,-1 1 0-16,0 1 0 0,-1 1 192 0,1 4-64 15,0-4 0-15,1 3 0 0,0-2-128 0,1 2 0 16,2-3 0-16,-1 1 0 0,1-1 0 0,1-2 0 0,1-3 0 0,0-1-176 31,0-1-336-31,1-2-80 0,-3-1-16 0,3 0 0 16,-2-5-528-16,1 0-96 0,0-2-32 0,-5-6 0 16,7 5-1168-16,-7-5-224 0,7 4-48 0,0-2-11056 0,-7-2-2224 0</inkml:trace>
  <inkml:trace contextRef="#ctx0" brushRef="#br0" timeOffset="153554.93">17356 9825 14735 0,'6'-15'640'0,"-4"7"160"0,0-1-640 0,0 0-160 0,2 0 0 0,0 2 0 0,-1 1 6784 0,-1-1 1312 15,1-2 272-15,-3 9 48 0,0 0-4960 16,0 0-976-16,0 0-208 0,0 0-32 16,5 9-960-16,0-1-176 0,0 2-32 0,1 2-16 0,0 1-448 0,1 1-96 15,-1 3 0-15,1 2-16 0,-1 1-336 0,1 0-160 16,-2 1 160-16,0 0-32 0,2 0-128 0,-1-2 0 15,-1 1 0-15,1-2 0 0,0 1 0 0,-1-3 0 16,-1-2 0-16,0-1 0 0,-1-1 0 0,-1-3 0 16,1-1 0-16,-3-8 0 0,0 0 0 0,0 0 0 15,0 0 0-15,0 0 0 0,0 0 0 0,0 0 0 16,0 0 0-16,0 0 0 0,-1-6 0 0,-1-2 0 16,1-4 0-16,1-1 0 0,0-1 0 0,1-2-192 15,2-2 192-15,1 0-208 0,0-5 32 0,1 3 16 16,2-4 0-16,0 2 0 0,3 1 16 0,0-1 0 0,0 2 0 15,2 1 0-15,1 2 144 0,3 3-160 0,-1-2 160 0,1 2-160 16,0 0 160-16,1-1 0 0,0 3 0 16,0 3-128-16,-4 2 128 0,1 2 0 15,0 1 0-15,-2 2 0 0,-3 2 0 0,-1 1 0 0,-8-1 0 16,6 5 0-16,0 2 0 0,-2 2 128 0,-3 1-128 16,-1 1 128-16,-3 0-128 0,-1 0 176 0,-1 1-176 0,-3 1 192 15,-1 1-192-15,0 0 160 0,-1 2-160 0,-2-2 160 16,0-1-160-16,0 0 0 0,-1-1 144 0,0 0-144 15,-1 0 128-15,1-1-128 0,-1 2 128 0,2-2-128 16,-1 1 128-16,0-3-128 0,0 0 128 0,0-1-128 0,1-1 144 16,2 3-144-16,-1-4 192 0,2 1-48 0,1-2-144 15,3 0 0-15,1-1 0 0,4-4 0 16,0 0 0-16,-1 9 0 0,1-9 0 0,2 7 0 0,-2-7 0 0,7 6 0 16,1-1 0-16,2 1 0 0,2-3 0 0,1 1 0 15,1-1 0-15,2 0 0 0,1-2 0 0,1 0 0 16,0 0 0-16,2 2 0 0,-2-3 0 0,2 0 0 15,-1 0 0-15,1 0 0 0,1 0-256 0,-2-3-64 16,1 2 0-16,-2 0 0 16,0 0-848-16,2-3-176 0,-1 1-48 0,1 0 0 15,0 1-2656-15,-1-2-544 0</inkml:trace>
  <inkml:trace contextRef="#ctx0" brushRef="#br0" timeOffset="153856.22">18212 9775 37439 0,'-3'-17'1664'0,"2"10"320"0,-1-1-1584 0,1 0-400 15,2 1 0-15,1 0 0 0,0 2 2048 0,-2 5 320 0,0 0 64 0,0 0 0 16,0 0-96-16,0 0-32 0,0 0 0 0,0 0 0 16,0 0-1216-16,4 9-256 0,-1-2-64 0,-1 3 0 15,1 0-320-15,0 6-64 0,-1-2 0 0,1 5-16 16,-2 0-224-16,2-1-144 0,1 1 192 0,0-1-48 15,0 0-144-15,1 3 0 0,-1-5 0 0,0 1 0 0,1 0 0 16,-1-2 0-16,0 1 0 0,0-3 0 16,-2-3 0-16,1 2 0 0,-1-4 0 0,0 0 0 0,-1 0 0 0,-1-8-240 15,1 6 80-15,-1-6 16 16,0 0-656-16,0 0-128 0,0 0-32 0,0 0 0 16,0 0-912-16,-6-4-192 0,-3-1-48 15,1-2 0-15,1 2-2960 0,1-3-608 0</inkml:trace>
  <inkml:trace contextRef="#ctx0" brushRef="#br0" timeOffset="154053.26">17965 9626 26719 0,'0'0'1184'0,"0"0"240"0,-4-3-1136 0,4 3-288 16,0 0 0-16,0 0 0 0,0 0 5408 0,0 0 1024 16,8-4 208-16,1 2 32 0,0 1-4048 0,3-1-832 15,2 2-144-15,3 0-48 0,2-1-960 0,0 0-192 16,2-2-32-16,3 0-16 0,-1 1-208 0,2 0-64 15,0 0 0-15,-1-1 0 0,0 2-128 0,2 1 0 0,0-3 0 0,0 3 128 32,0-1-480-32,-2 0-96 0,-4 1-32 0,0 0 0 15,-2 1-1392-15,-3 3-288 0,-2-3-48 0,-2 4-20832 0</inkml:trace>
  <inkml:trace contextRef="#ctx0" brushRef="#br0" timeOffset="154376.42">18446 9964 27647 0,'0'0'2448'0,"0"0"-1952"0,0 0-496 0,0 0 0 0,7 2 4352 0,-1 2 784 16,2-1 160-16,0-2 16 0,2 0-2800 15,1 1-560-15,1-2-112 0,-1 1-32 0,0-1-832 0,0 1-160 16,1 1-48-16,-1-1 0 0,-2 0-416 0,-9-1-96 16,6 4 0-16,-1-1-16 0,-5-3 0 0,0 0 0 15,0 6 0-15,-2 3 0 0,-3-1-48 0,-2 3-16 16,-1-4 0-16,-1 5 0 0,-3-4-32 0,1 2 0 15,-1-2 0-15,2 3 0 0,0-2-96 0,3 1-48 16,1 1 0-16,2-2 0 0,3-3 0 0,1-6 0 16,0 8 0-16,0-8 0 0,1 8 0 0,3-2 0 15,-4-6 0-15,11 6 0 0,1-2 0 0,1-2 0 16,0-1 0-16,1-1 0 0,2 0 0 0,2-1 0 16,0 1 0-16,0-4 0 0,1 2 0 0,-2-4 0 15,1 3 0-15,1 0 0 16,1 2-1312-16,-2-3-208 0,-1 1-32 0,-1 0-14960 15,1 0-3008-15</inkml:trace>
  <inkml:trace contextRef="#ctx0" brushRef="#br0" timeOffset="154734.44">18900 10309 11055 0,'0'0'976'0,"-3"8"-784"0,-2-2-192 0,0 2 0 15,-2 3 7584-15,1-5 1472 0,-2 2 288 0,0 0 64 16,-1 2-6336-16,0 1-1264 0,-4-2-256 0,-1 0-48 15,-5 0-448-15,0 0-96 0,-2 0 0 0,-1 0-16 0,-2 2-592 0,-2-2-112 16,-1 0-32-16,-4 0 0 0,-6 2-80 0,-3-3-128 16,-2-1 176-16,-6 0-176 0,-6-1 160 0,0 2-160 15,-5-1 128-15,-2-1-128 0,-2 1 256 16,-2-3-48-16,0 0 0 0,-6 2 0 0,-2-1 128 0,-1 2 32 16,0-1 0-16,-1 0 0 0,1-1-64 0,0 0-16 15,-1-1 0-15,2 2 0 0,0 0-64 0,3 0-16 16,2-1 0-16,3 2 0 0,2 1-208 0,5 0 0 15,3-1 0-15,3 0 0 0,2 1 0 0,5 0 0 16,3-2 0-16,5 1 128 0,5-2-128 0,3 1 0 16,6-3 0-16,3-2 0 0,6 2 0 0,2-1 0 15,3 2 0-15,4-4 0 0,5 0 0 0,0 0 0 16,0 0 0-16,0 0 0 0,0 0-320 0,11 0-64 0,2-2-16 16,6-1 0-1,0-2-1952-15,3 0-384 0</inkml:trace>
  <inkml:trace contextRef="#ctx0" brushRef="#br0" timeOffset="155182.07">17299 11061 28559 0,'0'0'1264'0,"0"0"272"0,0 0-1232 16,0 0-304-16,0 0 0 0,0 0 0 0,0 0 4800 0,-4 7 912 15,0 1 176-15,2 3 48 0,-1 0-3328 0,2 3-672 0,-1 4-128 16,2 1-16-16,3 5-976 0,1-1-192 16,-1-1-48-16,2 1 0 0,1 2-320 0,2-2-80 0,1 1-16 0,0-3 0 15,0-2-160-15,1 0 0 16,-3-1 0-16,0-2 0 0,-1-3 0 0,0-2 0 0,-4 1 0 0,0-3 48 15,-2-1-48-15,-2-2-192 16,2-6 192-16,-5 4-208 16,-1-1-528-16,-2-3-96 0,0-3-32 0,-1 1 0 15,0-6-1552-15,-1 0-304 0,1-1-64 0,-1-3-19072 0</inkml:trace>
  <inkml:trace contextRef="#ctx0" brushRef="#br0" timeOffset="155444.23">17167 11044 47967 0,'0'0'2128'0,"0"0"432"0,0 0-2048 0,-1-6-512 0,1-1 0 0,1 2 0 15,3 0 1616-15,3 0 224 0,1-1 32 0,1 4 16 16,1-3-816-16,5 1-176 16,0 0-16-16,3 1-16 0,1-1-496 0,0 2-112 0,2-1 0 0,1 0-16 0,0 1-240 15,2 2 144-15,1-3-144 0,-1 6 128 0,1-3-80 0,-1 2-48 16,-2 4 0-16,-1 2 0 0,-2-1 0 0,-2 1 0 16,0 1 0-16,-4 0 0 0,-2 1-144 0,-4-1 144 15,0 2 0-15,-3-1-144 0,-4 0 144 0,-1 0 0 16,-3 1 0-16,-3 1 0 0,-2 2 0 0,-3-4 0 15,-2 2 0-15,-3 0-128 0,-1 0 128 0,-2-1 0 16,-1 0 0-16,0 0-128 16,-1-1-320-16,1 0-64 0,1 0-16 0,1 1 0 15,1-2-1120-15,4-4-208 0,2 0-64 0,3 1-13680 16,1 1-2736-16</inkml:trace>
  <inkml:trace contextRef="#ctx0" brushRef="#br0" timeOffset="155739.82">17823 11280 47103 0,'13'6'2096'0,"-13"-6"416"0,9-2-2000 0,3 1-512 16,1 1 0-16,0-3 0 0,0 2 1616 0,0 0 240 15,-1-1 32-15,0 0 16 0,-1 2-832 0,1 0-176 16,-1 2-16-16,-2-2-16 0,-9 0-544 0,6 4-128 0,-6-4 0 0,4 6-16 16,-4-6-48-16,0 0-128 15,-5 10 192-15,-3-1-64 0,-2 3-128 0,-3 0 192 0,-4 1-192 0,-2 1 192 16,0 0-48-16,-2 1 0 0,-1 0 0 0,0 1 0 15,-2-2-96-15,2 1-48 0,1-1 0 0,3 0 0 16,2-1 0-16,3-1 0 0,3-2 0 0,2 1 0 16,3-2 0-16,3-1 0 0,4 0 0 0,2 0 0 15,3-6 0-15,4 2 0 0,3 0 0 0,25 1 0 16,-14-4 0-16,3-1 0 0,0-1 0 0,2-1 0 16,1-2 0-16,2 1 0 0,0-3 0 0,-1-2-288 0,1 1-48 15,-1-1-16-15,2 1-16912 16,2 0-3376-16</inkml:trace>
  <inkml:trace contextRef="#ctx0" brushRef="#br0" timeOffset="156175.14">19687 10455 30399 0,'0'0'2704'0,"0"0"-2160"0,0 0-544 0,0 0 0 16,0 0 5424-16,0 0 976 0,8-5 192 0,0-2 32 15,1 3-4896-15,4 1-992 0,2-1-192 0,3 1-32 0,0-1 112 0,0 2 16 16,2 0 16-16,-1-2 0 0,1 2-496 15,1-2-160-15,0 1 0 0,0 1 0 16,2-2-256-16,-1 1-176 0,-1 0-16 0,-3 1-16 16,-2 1-1200-16,-3-1-224 0,-1 2-48 0,-3 0-13744 15,-9 0-2752-15</inkml:trace>
  <inkml:trace contextRef="#ctx0" brushRef="#br0" timeOffset="156312.07">19764 10550 28559 0,'0'0'1264'0,"0"0"272"0,0 0-1232 0,0 0-304 15,0 0 0-15,0 0 0 0,8 5 4688 0,3-1 880 16,2 0 192-16,1-1 16 0,2-2-3520 0,2-1-704 16,3 2-144-16,1-2-16 0,1-2-768 0,2 0-160 15,0-2-16-15,1-2-16 16,3 1-1088-16,1-4-224 0,2 0-32 0</inkml:trace>
  <inkml:trace contextRef="#ctx0" brushRef="#br0" timeOffset="156773.68">21221 10024 33167 0,'0'0'1472'0,"-7"-4"304"0,-2 1-1424 0,1 0-352 16,2-2 0-16,-1 3 0 0,-1 0 4224 0,0 4 784 16,3 0 160-16,-1 3 16 0,-2 2-2992 0,-3 2-592 15,2 4-128-15,0 0-32 0,-1 4-848 0,1 3-160 16,0 6-48-16,1 1 0 0,0 2-192 0,1 1-32 16,1 0-16-16,2 0 0 0,3 1-96 0,2-2-48 0,3-2 0 0,2-1 0 15,2 0 0-15,3-2 0 0,0-1 0 0,2-2 0 16,3-3-224-16,1-1-32 0,1-5-16 0,2 0 0 31,-1-4-1184-31,4-2-224 0,-1 1-48 0,1-5-16 16,1-3-2272-16,0-2-448 0</inkml:trace>
  <inkml:trace contextRef="#ctx0" brushRef="#br0" timeOffset="157000.25">21640 10130 28559 0,'0'0'2544'0,"0"0"-2032"16,0 0-512-16,0 0 0 0,0 0 4800 0,0 0 848 15,-4 6 176-15,2 0 48 0,1 2-3376 0,1 2-656 16,0 5-144-16,1 0-32 0,0 2-816 0,2 2-160 16,-1-5-48-16,1 3 0 0,0 2-400 0,1-2-96 15,1-1-16-15,3-2 0 0,-2 1-128 0,2 2 0 16,0-6 0-16,0 1 0 16,-1-4-368-16,1 1-96 0,1-4-32 0,0-1 0 15,1-1-784-15,-3-2-144 0,0-1-48 0,-7 0 0 16,6-2-1152-16,0-4-256 0,-1-1-32 0,-1-1-10544 15,-2-4-2112-15</inkml:trace>
  <inkml:trace contextRef="#ctx0" brushRef="#br0" timeOffset="157240.31">21796 10012 42447 0,'0'0'1872'0,"0"0"400"0,0 0-1824 0,0 0-448 0,0 0 0 0,0 0 0 16,9 0 1728-16,0 1 256 0,1 0 64 0,2 2 0 15,0 4-528-15,1-4-112 16,1 3 0-16,3 0-16 0,-3 2-688 0,3 2-128 0,0 2-16 0,0 1-16 15,0 2-176-15,0-1-48 0,0 2 0 0,-1 3 0 16,-2-1-160-16,0 2-32 0,1-1-128 0,-2 4 192 16,-3-4-192-16,1 2 0 0,-2 0 128 0,-3 0-128 15,-1-2 0-15,-1 2 0 0,0-4 0 0,-2 3 0 16,-2-3 0-16,-2 0-160 0,0-2 160 0,-2 0-128 16,-1-4-368-16,-2 0-64 15,1-2-16-15,-1-3 0 0,3 2-704 0,4-8-128 16,0 0-48-16,0 0 0 0,0 0-3168 0,0 0-640 0</inkml:trace>
  <inkml:trace contextRef="#ctx0" brushRef="#br0" timeOffset="157488.13">22573 10024 4607 0,'0'0'400'0,"7"-7"-400"16,-1-1 0-16,-1 2 0 0,-1 0 9200 0,-4 6 1744 15,4-3 368-15,-4 3 64 0,0 0-7568 0,0 0-1504 16,0 0-320-16,-4 6-48 0,-3 2-560 0,-2 4-112 15,-3 1-32-15,-2 4 0 0,-3 2-720 0,-1 5-128 16,-2-1-48-16,2 2 0 0,-2 4-80 0,5-2-32 16,-1-1 0-16,3-1 0 0,3-2-160 0,2-1-64 15,3 1 0-15,2-3 0 0,3 0 0 0,3-3 0 16,2-1 0-16,1-2 0 0,4-1 0 0,1-1-128 16,1-3 128-16,2 0 0 15,3-3-896-15,3 0-64 0,2-6 0 0,1 0-16 16,2-6-2144-16,1 1-416 0,-1 0-96 0</inkml:trace>
  <inkml:trace contextRef="#ctx0" brushRef="#br0" timeOffset="157839.35">22841 10074 5519 0,'0'0'496'0,"-8"-4"-496"0,-1 1 0 0,9 3 0 16,-6-4 9808-16,6 4 1872 0,-6-4 368 0,6 4 80 15,0 0-8608-15,0 0-1728 0,0 0-352 0,0 0-64 16,7 1-528-16,1 0-96 0,0 1-32 0,1-1 0 15,1 2-416-15,2 0-96 0,1 0-16 0,1 0 0 0,2 1-32 0,1-2-16 16,0 2 0-16,0 1 0 0,-2-1-144 0,0 1 160 16,0 1-160-16,-2-1 160 0,-1 1-160 0,-1 1 160 15,-4-2-160-15,0 2 160 0,-2 1-160 0,-1 1 0 16,0 0 144-16,-4 1-144 0,-3 2 0 0,-2 2 128 16,-3 1-128-16,-2-1 0 0,-2 0 0 15,-1 1 128-15,0-1-128 0,-3 2 0 0,1-2 0 0,-1 0 0 16,1-1 0-16,0 2 128 0,2-2-96 0,1-2-32 15,2 2 0-15,3-1 0 0,1-4 0 0,1 0 0 16,2 0 0-16,2-2 0 0,1-6 0 0,0 0 0 16,4 7 0-16,2-5 0 0,3 2 0 0,2-2 0 15,1-1 0-15,2-1 0 0,2-3-304 0,2-2-48 16,1 0-16-16,2-2 0 16,4-2-1168-16,2-1-256 0,3-1-32 0,2-2-21968 0</inkml:trace>
  <inkml:trace contextRef="#ctx0" brushRef="#br0" timeOffset="158528.82">23442 10146 15663 0,'0'0'1392'0,"0"0"-1120"0,0 0-272 0,0 0 0 16,0 0 2432-16,0 0 448 0,0 0 64 0,0 0 32 16,0 0-2976-16,0 0-560 15,7 0-128-15,-1 0-16 0,2 0 576 0,-1-2 128 0,-1 2 0 0,2 0 0 16,-2-2 320-16,1 2 48 0,1-2 16 0,-8 2 0 0,0 0 1600 0,0 0 336 15,0 0 64-15,0 0 16 0,0 0-16 0,0 0 0 16,5-6 0-16,-5 6 0 0,0 0-720 0,0 0-128 16,3-6-48-16,-3 6 0 0,0 0-592 0,0 0-128 15,0 0-32-15,0 0 0 0,1-5-144 0,-1 5-16 16,0 0-16-16,0 0 0 0,0-7 32 0,0 7 16 16,0 0 0-16,0 0 0 0,0 0-80 0,0 0-16 15,0 0 0-15,0 0 0 0,0 0-112 0,0 0-16 16,0 0-16-16,0 0 0 0,0 0-112 0,0 0 0 15,0 0-16-15,0 0 0 0,0 0-240 0,0 0 176 16,0 0-176-16,0 0 160 0,0 0-112 0,0 0-48 16,0 0 0-16,0 0 0 0,0 0 0 0,8-4 0 15,-2 2 0-15,-6 2 0 0,8-4 0 0,-1 1 0 16,-7 3 0-16,7-3 0 0,2 1 0 0,1-1 0 16,-1 2 0-16,0 0 0 0,1-2 0 0,-2 0 0 15,0 1 0-15,0-1 0 0,0 1 0 0,-1 2 0 16,3-3 0-16,-3 2 0 0,-7 1 0 0,0 0 0 0,0 0 0 0,0 0 0 15,0 0 0-15,0 0 0 16,0 0 0-16,0 0 0 0,0 0 0 0,0 0 0 16,0 0 0-16,0 0 0 0,-6 1 0 0,-3 2 0 15,-3 1 0-15,-1-1 0 0,0 3 0 0,-3 0 0 0,-3 5 0 16,-2-5 0-16,0 3 0 0,-1 0 0 0,0 3 0 0,-1 1 0 16,1-1 0-16,3 1 0 0,-2-1 0 0,4 1 0 15,3 0 0-15,2-2 0 0,1 1 0 0,4-1 0 16,0-2 0-16,3 1 0 0,3-3 0 0,2 1 0 15,-1-8 0-15,5 6 0 0,2-1 0 0,3-1 0 0,2-1 0 16,2 1 0-16,2-4 0 0,1 0 0 16,1 0 0-16,1-3 0 0,1-1 0 0,-1 0 0 0,-1-2 0 0,-2-1 0 15,-1 1 0-15,1-1 0 0,1-6 0 0,-3 3 0 16,-2-1 0-16,0 0 0 0,-2-2 0 0,-1-1 0 16,-1 0 0-16,-2 0 0 0,0 1-192 0,-4 1 192 15,2 2-192-15,-2-3 192 0,-2 2-256 0,0-1 64 16,0 2 16-16,-2 1 0 15,-2 1-528-15,-1 1-96 0,-3 4-32 0,-1-3 0 16,-1 4-1072-16,-3 2-208 16,-2 1-64-16,0 6-12784 0,2-1-2560 0</inkml:trace>
  <inkml:trace contextRef="#ctx0" brushRef="#br0" timeOffset="158876.53">23557 10395 11967 0,'0'0'1072'0,"6"-1"-864"15,1-2-208-15,1-2 0 0,-2-2 5776 0,3 2 1120 16,0 0 208-16,-1 0 64 0,-1 0-3456 0,-1 1-704 16,0-3-128-16,-6 7-16 0,1-6-944 0,-1-1-192 0,0 7-48 15,-5-4 0-15,-4 2-656 0,-2 2-128 0,-2 1-16 0,-3 4-16 16,-1-1-336-16,-1 5-64 0,-4 0-16 0,-1 2 0 16,-2 0-320-16,0 3-128 0,3-3 0 0,1 2 144 15,1-1-96-15,5 0-48 0,3-1 0 0,3 3 0 16,1-3 0-16,3 0 0 0,2-2 0 0,3 1 0 15,4-2 0-15,1-1 0 0,5-2 0 0,1 0 0 16,2 0 0-16,2-2 0 0,0-3 0 0,1 0 0 0,1 0-240 0,0-3 64 16,0-1 16-16,0-1 0 0,1-3 160 15,-1 2-208-15,-1-5 80 0,1 2 128 16,-2-5-160-16,2 1 160 0,-1-2 0 0,-2 0-144 0,-1-1-16 16,0-2 0-16,-1 0 0 0,0-2 0 15,-1-2-928-15,0-1-176 0,1 2-32 0,1-3-16 16,0 2-1920-16,0 1-384 0,0 0-80 0,0 0-15888 15</inkml:trace>
  <inkml:trace contextRef="#ctx0" brushRef="#br0" timeOffset="159129.39">23874 10090 38127 0,'0'0'1680'0,"0"0"368"0,0 0-1648 0,0 0-400 15,0 0 0-15,0 0 0 0,0 0 2432 0,0 0 384 16,7-3 96-16,1 2 16 0,0 0-1264 0,1 0-240 16,0-2-48-16,2 2-16 0,-1-2-576 0,2 0-112 15,1 2-32-15,1-3 0 0,1 2-256 0,-2-1-48 16,1 0-16-16,2 2 0 0,-1-2-80 0,1 1-32 15,-2 1 0-15,-1 1 0 0,-2 1-32 0,-1 1-16 16,1 2 0-16,-2 2 0 0,-3 0-32 0,0 3 0 16,-3 2 0-16,0 2 0 0,-3 1-128 0,-3 2 0 0,-2 2 144 15,0 1-48-15,0 4-96 0,0-4 0 0,-2 2 0 16,1 0 0-16,0-2 0 0,1 0 0 0,-1-1 0 16,0 0 0-16,1-1 0 0,0-2 0 0,0 0 0 0,1-2 0 15,-1-2-368 1,-1-2-64-16,1-1-16 0,1-3 0 0,4-5-1280 15,0 0-256-15,-6 4-48 0,6-4-21408 0</inkml:trace>
  <inkml:trace contextRef="#ctx0" brushRef="#br0" timeOffset="159300.29">23927 10266 26719 0,'0'0'2368'0,"0"0"-1888"16,0 0-480-16,0 0 0 0,9-3 3696 0,3 2 640 15,0-3 128-15,1 3 16 0,1 0-2256 0,2-1-464 16,1 0-96-16,4-1 0 0,2 1-880 0,0-1-160 15,1-1-48-15,1 0 0 0,1-2-448 0,0-1-128 16,-1 1 0-16,-2-4 0 16,-1 1-832-16,-1-2-176 0,0-3-32 0,-1 0-16 15,-4-1-2912-15,0-1-576 0</inkml:trace>
  <inkml:trace contextRef="#ctx0" brushRef="#br0" timeOffset="159541.19">24404 9921 15663 0,'0'0'1392'0,"0"0"-1120"16,0 0-272-16,0 0 0 0,0 0 5536 0,0 0 1056 15,0 0 192-15,0 0 64 0,0 0-3936 0,0 0-784 16,0 0-144-16,6 6-48 0,0 2-272 0,2 1-48 16,1-1-16-16,0 4 0 0,0-3-704 0,2 5-160 0,-1-1-32 0,1 3 0 15,-1 1-176-15,-1 0-32 0,0 1-16 0,0 3 0 16,2 2-32-16,-3 2-16 0,-5 0 0 0,0 2 0 16,-2-2-432-16,1 1 128 0,-1-1-128 15,-1 1 112-15,-1 0-112 0,-3 0 0 0,0-3 0 16,0 2 0-16,-3-1 0 0,1-2 0 0,-1 0 0 0,0-4 0 15,-1-1 0-15,1-1 0 0,1-1 0 0,1-5 0 16,-1-1 0-16,0-3-240 0,-2 1 80 0,0-2 16 16,0 0-1968-1,2-3-400-15</inkml:trace>
  <inkml:trace contextRef="#ctx0" brushRef="#br0" timeOffset="160241.13">24901 10159 30575 0,'0'0'1344'0,"0"0"304"0,0 0-1328 0,3-6-320 15,-6-1 0-15,2 1 0 0,1 6 2320 0,0 0 400 16,1-8 80-16,-1 8 16 0,0 0-288 0,0 0-48 16,0 0-16-16,0 0 0 0,0 0-928 0,0 0-192 15,0 0-48-15,-8 5 0 0,-1 4-416 0,-1 2-96 16,-3 4-16-16,0 3 0 0,-3 3-272 0,0 0-64 15,1 1-16-15,0 0 0 0,2 1-240 0,2-1-48 16,0 0-128-16,3-1 192 0,3 0-192 0,1-2 0 16,3 1 0-16,2-1 128 0,3-2-128 0,1-1 0 15,2-2 0-15,2-1 0 0,1-1 0 0,3 1 0 16,-1-2 0-16,1-4 0 0,1-1-256 0,1-1 48 0,-2-1 16 16,1 0 0-16,1 1-128 0,-1-1-32 15,0-4 0-15,-2 1 0 16,0 0-816-16,-1 1-176 0,1-2-16 0,0-2-14672 0,0 0-2928 0</inkml:trace>
  <inkml:trace contextRef="#ctx0" brushRef="#br0" timeOffset="161074.37">25445 10223 13823 0,'0'0'608'0,"0"0"128"0,0-8-592 0,0 0-144 16,0-2 0-16,0 2 0 0,0 3 6832 0,0 5 1328 16,-4-9 272-16,1 2 48 0,-1 2-4896 0,-1 2-992 15,-2 2-192-15,0-1-32 0,-6 4-1168 0,0-1-240 16,-3 5-32-16,0 3-16 0,-2-1-336 0,0 2-64 15,-3 0 0-15,1 1-16 0,1 3-240 0,1-1-32 16,2 0-16-16,3 2 0 0,5-4-208 0,2 2 128 16,2 0-128-16,4-2 0 0,4-2 0 0,3 0 0 15,3 2 0-15,3-2 0 0,1-3 0 0,3 1-160 16,0-2 160-16,2-2-192 0,3-1 0 0,-1-2 0 16,-1-4 0-16,-1 2 0 0,1-2-128 0,-2-3-48 0,1 2 0 15,-3-2 0-15,-1 0 368 0,-2 0 0 16,0-2 0-16,-1 0 0 0,-3-2-176 0,-3 1-16 0,-1 0 0 15,-1-1 0-15,-2-1 0 0,-2 2-16 0,-2-2 0 16,-2 3 0-16,-2-1-128 0,-3 2-32 0,0 0 0 0,-2 2 0 31,0 2-176-31,-2 0-32 0,-2 4-16 0,-2 1 0 0,-2 2-1296 16,-3-1-256-16,-3 2-48 0,-1 4-16 0,-2 2-1760 0,2 3-336 16</inkml:trace>
  <inkml:trace contextRef="#ctx0" brushRef="#br0" timeOffset="161402.7">25399 10473 6447 0,'0'0'576'0,"0"0"-576"15,0 0 0-15,0-6 0 0,0 6 8464 0,0 0 1584 16,-4-7 320-16,-1 2 64 0,-2 2-6384 0,-2 2-1280 16,-1 2-256-16,-3 5-48 0,-2-2-1024 0,0 2-208 15,-2 2-32-15,-1 2-16 0,-3 1-608 0,1 1-128 16,2 1-32-16,1 2 0 0,1-4-272 0,3 0-144 15,2 1 160-15,3-1-160 0,0-1 0 0,3-1 128 16,2 0-128-16,3-1 64 0,3 0-64 0,2 0 0 16,3 0 0-16,2-2 0 0,5-1 0 0,0-2 0 15,2 1 0-15,3-2-160 0,1 0-96 0,1-2 0 16,0 0-16-16,-1-3 0 0,-2-1-112 0,1 0 0 16,-2-5-16-16,0 1 0 15,-2-2-112-15,-2 1 0 0,1-4-16 0,-2 1 0 16,-3-2-240-16,2-2-32 0,-4-1-16 0,-1 1 0 15,-1 1-880-15,-2-3-176 0,-2 1-48 0,0 2 0 0,-2 0-560 16,0 0-112-16,-3 2-32 0,2 0-9024 0,-1 1-1792 16</inkml:trace>
  <inkml:trace contextRef="#ctx0" brushRef="#br0" timeOffset="161715.04">25721 10240 20271 0,'0'0'1792'0,"0"0"-1424"0,0 0-368 0,0 0 0 0,7 5 4224 0,-7-5 768 16,3 7 144-16,-3 1 48 0,-2 1-1856 0,-3 2-352 15,-3 2-80-15,0 3-16 0,-1-2-992 0,-2 2-208 16,0 0-32-16,-1 1-16 16,0 2-816-16,2-3-176 0,1 0-16 0,2-1-16 0,2 1-352 0,4 1-64 15,-1-6 0-15,4 1-16 0,2 1-176 0,2-5 0 16,2 0 0-16,2 0 0 0,2-2-288 0,1 1 16 16,3-5 0-16,1 2 0 15,1-2-240-15,0-2-64 0,-1-2 0 0,0-3 0 16,0 0-48-16,-1 0-16 0,-1-2 0 0,0 1 0 15,-2-2 96-15,-3-3 16 0,-1 2 0 0,0-3 0 16,1 1 48-16,-5-2 16 0,-4 0 0 0,0-13-368 0,-2 11 496 16,-4 2 0-16,1 0 0 15,-1-1-240-15,-2 1-64 0,1 0 0 0,-2-2 0 16,-3 4-256-16,0-1-48 0,-1 2-16 0,0-1 0 16,0 1-1408-16,1 1-304 0,0-1-48 0,3 4-8080 0,1 1-1616 0</inkml:trace>
  <inkml:trace contextRef="#ctx0" brushRef="#br0" timeOffset="162245.57">26207 10190 41295 0,'0'0'1824'0,"-5"2"384"0,-5-4-1760 0,1 2-448 16,-1 2 0-16,0 2 0 0,0 1 1376 0,-3 1 192 16,-2 2 32-16,-6 4 16 0,3 2 240 0,0 3 64 15,1 0 0-15,3-2 0 0,-1 0-1008 0,3 0-192 0,1 1-32 0,2 0-16 16,2 0-352-16,3-2-80 0,2 0-16 0,2-2 0 15,2-1-224-15,2-1 0 0,3 0 0 0,0 0 0 16,3-1 0-16,1-3-128 0,4 1 128 0,0-5-160 16,2 0-96-16,1-2 0 0,1-2-16 0,-1 0 0 15,0-2-16-15,-1-1 0 0,-1 1 0 0,-1-4 0 16,1-1 16-16,-2 0 0 0,-2 0 0 0,-1 1 0 0,-2-5-48 16,-3 2 0-16,-2 1 0 0,-1-2 0 15,-2 0-672-15,-1 1-144 16,-1-2-16-16,-2-2-16 0,-2 2-1456 0,1-2-304 15,-1 0-48-15</inkml:trace>
  <inkml:trace contextRef="#ctx0" brushRef="#br0" timeOffset="162531.6">26284 10021 41695 0,'0'0'1856'0,"0"0"368"16,0 0-1776-16,8 6-448 0,1 4 0 0,2-4 0 0,0 3 816 0,4 2 80 15,-1 0 0-15,2 2 16 0,1 0 528 0,3 6 96 16,0 2 32-16,1-2 0 0,-3-5-672 0,0 5-128 16,2 0-16-16,-2 2-16 0,0-1-272 0,-1 1-48 15,-2 1-16-15,-2-1 0 0,-3-1-64 0,-1 3-16 16,-2-3 0-16,-3 1 0 0,-2 0-112 0,-2-1-16 16,-2-1-16-16,-3 0 0 0,-2-2-32 0,-1 1 0 15,-2-3 0-15,-2 1 0 0,-4 2-16 0,3-5 0 16,0-1 0-16,0 1 0 0,2-2-128 0,0-2 0 0,-2 0 0 15,0-3 0 1,1 2-1008-16,-3 1-128 0,0-1-16 0,4-1-15152 0,0-1-3024 16</inkml:trace>
  <inkml:trace contextRef="#ctx0" brushRef="#br0" timeOffset="163011.95">26413 10973 32255 0,'0'0'2864'0,"0"0"-2288"0,0 0-576 0,0 0 0 0,-4 5 3968 0,4-5 704 16,0 0 128-16,-5 5 16 0,-3 0-3520 0,-1-1-704 16,-2-1-144-16,-4 1-16 0,-3 2 144 0,-3-2 48 15,-4-1 0-15,-2-1 0 0,-3 1-624 0,-1 1 0 16,-2-1 0-16,-3 2 0 0,-6-3 128 0,5 0-128 15,-6-1 160-15,-6 0-160 0,-6 1 400 0,-5-2-16 16,-6-2 0-16,-5 2 0 0,-3-2 64 0,-24-1 0 16,2-1 0-16,-1 2 0 0,-1-1-224 0,3-2-32 15,1 3-16-15,-2-2 0 0,1 2-176 0,-3-1 0 16,-4 2 0-16,3 2 128 0,0-1-128 0,17 3 0 16,-7-3 0-16,-3 2 0 0,-4 2 0 0,-3 0 0 15,-5 2 0-15,-2-1 0 0,1 1 0 0,-27 5 0 16,7 2 0-16,5-2 0 0,4 1 0 0,7 0 0 15,6-2 0-15,5 2 0 0,4-1 192 0,4 0 48 16,3 1 16-16,7-2 0 0,4-2-256 0,9 1-256 0,5-2 48 16,5-2 16-16,4 2 192 0,3-2 256 0,4-3-48 15,3 2-16-15,3 2-192 0,3-1 0 16,5-3-144-16,2 2 144 0,1 0 0 0,4-1 0 0,2-1 0 16,1 1 0-16,4 1 0 0,-5-1-144 0,5-2 144 0,4 1-128 15,2-4 128-15,4 2 0 0,8 0 0 0,0 0-128 31,-8-1-320-31,8 1-48 0,0 0-16 0,0 0 0 16,0 0-1632-16,0 0-336 0,6-6-64 0</inkml:trace>
  <inkml:trace contextRef="#ctx0" brushRef="#br0" timeOffset="163658.59">22238 11691 47279 0,'0'0'2096'0,"0"0"432"0,-3-4-2016 16,3 4-512-16,0 0 0 0,0 0 0 0,0 0 1072 0,1-6 112 15,-1 6 32-15,7-7 0 0,1 2-128 0,3 1-32 16,4 0 0-16,0 1 0 0,4 0-608 0,-1 0-128 16,1-1-32-16,1 1 0 0,-1 2-96 0,1 1-32 15,-3-3 0-15,-1 3 0 0,-3 0-160 0,-2 3 128 16,1 0-128-16,-3 1 128 0,-1 1-128 0,-4 3 0 15,-4 2 0-15,-4 1 0 0,-2 3 128 0,-4 4 0 0,-1-2 0 16,-4 2 0-16,-2 2 0 0,-1-1 0 16,-1-1 0-16,0 1 0 0,1-2 48 0,0-2 0 0,0 2 0 15,2-4 0-15,3 0-176 0,2-1 0 16,4-2 0-16,0 0 128 0,3-1-80 0,3-2-48 0,3 1 0 0,4-1 0 16,0-2 0-16,5 0 0 15,2 0 0-15,2 1 0 0,2-5 0 0,3 0 0 0,1-1 0 0,2-1 0 16,2 0 0-16,1-3 0 15,1-3 0-15,-1 2 0 16,2-2-704-16,1 1-144 0,1-2-32 0,-2-2 0 16,0-3-2448-16,-2 0-480 0,-2 0-96 0</inkml:trace>
  <inkml:trace contextRef="#ctx0" brushRef="#br0" timeOffset="164011.13">22966 11651 45263 0,'0'0'2000'0,"0"0"432"0,0 0-1952 0,0 0-480 0,-5 0 0 0,-1 0 0 15,-1 2 1632-15,-1 2 224 0,-1 1 64 0,0 3 0 16,-1 3-400-16,-1 2-80 0,-1 1-16 0,1 3 0 0,-2 1-800 0,0 2-176 16,-2-2-16-16,3-1-16 0,1 1-288 0,2-1-128 15,1-1 0-15,3-2 128 0,1-1-80 0,2 0-48 16,2-1 0-16,3 0 0 0,1-5 0 0,2 3 0 16,4-4 0-16,1 1 0 0,2-1 0 0,2-3 0 15,2-2 0-15,2 2 0 0,1-3 0 0,1 0 0 16,1 0 0-16,0-4 0 0,1 1 0 0,0-2-128 15,-1 1 128-15,-1-1-160 0,-3-3 16 0,-1 0 0 16,-3-2 0-16,2-1 0 0,-2 0 144 0,-2 0-192 16,-3-3 192-16,-1 1-192 0,0-2 192 0,-3 1 0 15,-1 0 0-15,-2-1 0 0,-3 0 0 0,-2 0-160 16,-1 1 160-16,-1-2 0 0,0 2-272 0,-1 1 48 16,-2 1 16-16,-1 2 0 0,-3 2-112 0,-1 2-32 15,-2-2 0-15,0 4 0 16,-1 0-480-16,1 3-112 0,-1 1-16 0,2 1 0 15,1 2-512-15,2 0-96 0,2 3-32 0,2 0 0 16,2 1-1440-16,4 1-288 0,4 1-64 0</inkml:trace>
  <inkml:trace contextRef="#ctx0" brushRef="#br0" timeOffset="164390.91">23514 11717 14735 0,'0'0'1312'0,"0"0"-1056"0,2-6-256 0,1-2 0 0,-2 1 7056 15,-1 7 1360-15,0 0 272 0,0 0 48 16,-2-5-5312-16,2 5-1056 0,-8-3-224 0,0 3-32 16,2 2-896-16,-4 3-192 0,0 1-16 0,-2 4-16 0,-1 0-496 0,0 3-112 15,0 1 0-15,0 2-16 0,-2 1-240 0,0 0-128 16,5-1 160-16,1-2-32 0,-1 0-128 0,4-2 0 16,2-2 0-16,1 2 0 0,2-3 0 0,2 2 0 15,3-1 0-15,4-2 0 0,1 0 0 0,3-3 0 16,1 0 0-16,3-1 0 0,1-1 0 0,1 1 0 15,1-4 0-15,1 1 0 0,-2-1 0 0,2-1-208 16,-1 1 64-16,0-4 16 0,-2 0 128 0,-2-1-160 16,0-3 160-16,-2 1-160 0,-2 1 160 0,0-1-128 15,-2-2 128-15,-1 0-128 0,-3-3 128 0,0 1 0 16,-1-3 0-16,-1 1-128 0,-3-1 128 0,0 0-160 16,-2-1 160-16,0 0-160 0,-2-1-96 0,0 3 0 15,-1-1-16-15,0 2 0 16,-1 2-560-16,0-1-128 0,-2 2 0 0,0 1-16 15,-1 2-384-15,0 0-80 0,0 3-16 0,0 0 0 16,1 2-1616-16,1 1-336 0,7 0-64 0</inkml:trace>
  <inkml:trace contextRef="#ctx0" brushRef="#br0" timeOffset="164816.21">24133 11698 11967 0,'0'0'1072'0,"0"0"-864"0,3-6-208 16,1 1 0-16,1-1 8064 0,1 0 1552 0,-6 6 320 0,0 0 64 16,0 0-6576-16,0 0-1312 0,0 0-272 0,-7-5-48 0,-4 4-640 0,2 1-128 15,-3 2-32-15,-1 2 0 0,-1 4-576 0,-3 0-112 16,-1 1-32-16,1 4 0 0,-2 0-272 0,1 2 0 16,1-1 0-16,0 2 0 0,2-2 0 0,2 0 0 15,2 2 0-15,2-3 80 0,3-1-80 0,2-1 0 16,1 1 0-16,4 1 0 0,5-4 0 0,0 0 0 15,2-1 0-15,2-1 0 0,5-1 0 0,0 1 0 16,4-1 0-16,1-2 0 0,1 0 0 0,1-1 0 16,1-2 0-16,-1-1 0 0,0-1 0 0,-1-2-192 15,0-1 192-15,-3-1-208 0,-2 0 208 0,-1-2-192 16,-2-2 192-16,-1-1-192 0,-2-1 192 0,0 2 0 16,-3-3 0-16,0 1 0 0,-2-2 0 0,-2 0 0 0,-2 0-144 15,-1-2 144-15,-3 0 0 0,-1 0 0 16,1 1 0-16,-4 1 0 0,-1 0 0 0,-2 2-192 0,-2 4 32 0,0-3 0 15,-1 4 16-15,0 1 0 0,-1 2 0 0,0 3 0 16,-2 0-192-16,0 3-48 16,2-1 0-16,1 4 0 15,1 0-848-15,2 1-176 0,3 0-48 0,2 3 0 16,2 0-1232-16,3 0-240 0,0-10-48 0,7 13-16480 0</inkml:trace>
  <inkml:trace contextRef="#ctx0" brushRef="#br0" timeOffset="165197.2">24567 11739 4607 0,'0'0'400'0,"8"-4"-400"16,-1-1 0-16,-1 0 0 0,-1 0 9408 0,1 2 1792 16,-6 3 352-16,0 0 80 0,0 0-7776 0,0 0-1552 15,0 0-304-15,0 0-64 0,0 0-688 0,-8 0-144 16,-1 0-16-16,-4 4-16 0,-2 1-656 0,0 3-128 16,-2 2-32-16,-2 4 0 0,0-1-80 0,-1 0-32 15,3 2 0-15,0 0 0 0,3-1-144 0,2-1 128 16,2 0-128-16,1 0 128 0,2-1-128 0,3-1 0 15,4 0 0-15,3-2 0 0,1 0 0 0,4-2 0 16,2-1 0-16,4 1 0 0,3-2-272 0,2 0 64 16,1-5 16-16,3 1 0 0,-1-1-64 0,1-1-16 15,1 1 0-15,-2-4 0 0,0 2 64 0,-1-2 16 16,-2-3 0-16,0-1 0 0,-2-1 192 0,-3 0 0 16,-2 0-160-16,-2-1 160 0,-1-3 0 0,-2 0 0 15,-2 1 0-15,-2 0 0 0,-3 2 0 0,-2-5 0 0,-2 1 0 0,-2 0 0 16,2-1-208-16,-1 1 16 15,-2 0 16-15,-2 1 0 16,-1-1-256-16,-2 4-48 0,0 1-16 0,-1 1 0 16,-1 3-96-16,0 4-32 0,0-3 0 0,4 4 0 15,0 1-752-15,1 3-160 0,-1 1-16 0,4 2-16 16,2 0-800-16,3 3-176 0,1-1-16 0,4 0-15296 0</inkml:trace>
  <inkml:trace contextRef="#ctx0" brushRef="#br0" timeOffset="165565.96">25190 11769 21183 0,'0'0'1888'0,"0"0"-1504"0,3-2-384 0,-3-5 0 0,0 2 6816 0,0 5 1296 15,0 0 256-15,-1-7 48 0,-2 2-5712 0,-2 3-1136 16,-2-2-224-16,-2 1-64 0,-1 0-480 0,-1 3-96 16,0 2-32-16,-2 0 0 0,-2 2-448 0,1 4-96 15,-2-1 0-15,-1-1 16 0,0 3-144 0,0 2 0 16,1 0 0-16,0 1 0 0,2-1 0 0,-5 3 0 15,5 0 0-15,2-1 0 0,3 2 0 0,3-5 0 16,0-1 0-16,2 2 0 0,4 2 0 0,3-4 0 16,2 0 0-16,3 0 0 0,3 0 0 0,2-1 0 15,2 0 0-15,3-2 0 0,3 1 0 0,1-2 0 0,2-2 0 16,-3-2 0-16,0-1 0 0,-2-1-208 16,3 1 64-16,1-4 16 0,-3 0 128 0,0-1-128 0,-2-2 128 15,-1 1-128-15,-1-2 128 0,-2-1 0 0,-1 0 0 16,0-5 0-16,-2 0 0 0,-4 0 0 0,-1-2 0 0,-4 2 0 15,-3 1 0-15,-2-2 0 16,-2 1 0-16,0 1 0 0,-2 3-128 0,1-3 128 16,-3 1-128-16,-2 0 128 0,1 2-208 0,-3 1 32 15,-3 1 16-15,1 0 0 16,0 1-1152-16,1 2-224 0,1 0-64 0,0 1-22320 0</inkml:trace>
  <inkml:trace contextRef="#ctx0" brushRef="#br0" timeOffset="166246.04">27417 10666 10127 0,'0'0'448'0,"0"0"96"0,0 0-544 0,0 0 0 15,0 0 0-15,0 0 0 0,0 0 8688 0,0 0 1616 16,0 0 336-16,5 2 64 0,3 0-7200 0,3 0-1456 16,-1-2-272-16,4 1-64 0,2-1-816 0,2 0-176 15,1-1-16-15,0-1-16 0,2 1-432 0,0 0-96 16,-2-1-16-16,2 2 0 0,1-4-144 0,-1 3 0 16,-2 0 0-16,-3 1 0 15,0 0-384-15,0-3-96 0,-3 2-32 0,-1 1 0 16,-2-1-1792-16,-2 1-384 0,-8 0-64 0,0 0-19360 0</inkml:trace>
  <inkml:trace contextRef="#ctx0" brushRef="#br0" timeOffset="166452.29">27473 10829 19343 0,'0'0'1728'0,"-4"5"-1392"0,-1-1-336 0,5-4 0 16,0 0 7152-16,0 0 1360 0,0 0 256 0,0 0 64 16,0 0-6512-16,4 6-1296 0,3-1-272 0,2-1-48 15,1-2 256-15,3 1 48 0,3 1 16 0,1-3 0 16,0-1-640-16,1 0-112 0,1-1-16 0,2 1-16 15,2-3-112-15,-1 2-128 0,0-2 176 0,0 3-176 16,0-2 0-16,-1 0 0 0,0 0 0 0,-2-2 0 16,0 4-432-16,-2-3-144 0,0-1-16 0,-2 0-16 15,1-1-896 1,-2 1-176-16,1 2-48 0,-1-2 0 0,0-5-2224 16,1 1-448-16</inkml:trace>
  <inkml:trace contextRef="#ctx0" brushRef="#br0" timeOffset="167011.81">28704 10252 11967 0,'0'0'1072'0,"-1"-7"-864"0,-1 1-208 0,1 0 0 0,1 6 8240 0,0 0 1600 16,0 0 320-16,0 0 64 0,0 0-6928 0,0 0-1376 16,-3 8-288-16,2 3-48 0,0 0-496 0,1 4-112 15,0 0-16-15,0 5 0 0,0 2-528 0,1-1-112 16,-1 2-32-16,1 2 0 0,1 0-208 0,0 1-80 16,4-2 0-16,-4-2 0 0,1-1 0 0,-1-2 0 15,1 1 0-15,0-3 0 0,-1-3-320 0,2-1-48 16,0-1-16-16,0-3 0 15,0-1-1536-15,1-2-320 0,2-1-64 0,-7-5-20992 0</inkml:trace>
  <inkml:trace contextRef="#ctx0" brushRef="#br0" timeOffset="167154.16">28983 10630 47167 0,'0'0'2096'0,"0"0"416"0,-4 5-2000 0,4-5-512 0,1 9 0 0,-1 0 0 15,0-9 1088-15,0 7 128 0,0-7 32 0,2 8 0 16,-1-2-352-16,-1-6-64 0,0 0 0 0,8 4-16 31,0 0-1408-31,1-1-288 0,-1-2-48 0,1-2-16 0,1-3-2128 0,-1 0-448 16,0-1-64-16</inkml:trace>
  <inkml:trace contextRef="#ctx0" brushRef="#br0" timeOffset="167398.37">29317 10213 30399 0,'0'0'2704'0,"0"0"-2160"15,0 0-544-15,0 0 0 0,0 0 4144 0,0 0 720 16,0 0 128-16,4 7 48 0,0 1-2720 0,-2 3-528 16,-1-2-128-16,1 5 0 0,0 0-560 0,1 5-96 15,1 2-32-15,0-1 0 0,0 3-592 0,0 0-112 16,-1 4-16-16,1 0-16 0,0-1-240 0,0 1 0 16,0-2 128-16,0-2-64 0,0-1-64 0,0 1 0 15,-2-3 0-15,1 1 0 0,0-4 0 0,-1-1 0 16,0-3 0-16,-1-3 0 15,2-2-400-15,-2-1-80 0,-1-7-16 0,0 0 0 16,0 0-1104-16,0 0-208 0,0 0-48 0,0 0-13968 0,6-7-2800 0</inkml:trace>
  <inkml:trace contextRef="#ctx0" brushRef="#br0" timeOffset="167782.34">29752 10219 12895 0,'0'0'1152'0,"0"0"-928"0,0 0-224 0,5-5 0 15,2 0 7392-15,-7 5 1440 0,0 0 272 0,6-3 64 16,-6 3-5712-16,0 0-1136 0,0 0-224 0,8 1-48 16,-8-1-896-16,0 0-160 0,7 6-32 0,-2 0-16 15,-5-6-512-15,3 9-112 0,-2 2 0 0,-1-2-16 0,-3 1-96 16,-1 1-16-16,0 0 0 0,-2 2 0 0,-2-1-192 0,0-3 176 16,0 3-176-16,-1 0 160 0,-2 1-160 0,0 1 0 15,1-1 0-15,-2-4 128 0,-1 0-128 0,-1 1 0 16,-1 0 0-16,2-2 128 0,1 0-80 0,2-2-48 15,-2 2 0-15,2-3 0 0,2 2 0 0,0-5 0 16,0 2 0-16,2-2 0 0,6-2 0 0,0 0 0 16,0 0 0-16,0 0 0 0,0 0 0 0,0 0 0 15,6 5 0-15,4-3 0 0,-1 0 0 0,4-1 0 16,4 2 0-16,2-2 0 0,-2-1 0 0,3 0 0 16,-1-1 0-16,1 1 0 0,-1 0 0 0,1 0 0 15,1-2 0-15,0 2 0 0,-2-2 0 0,-1 0-240 16,-1 1 80-16,-1 1 16 15,0-1-560-15,-2-2-96 0,-1 2-32 0,-1-2 0 16,-3 1-832-16,-1-1-160 0,-3-1-32 0,2 0-16 16,-7 4-1904-16,5-5-368 0,-1 0-80 0</inkml:trace>
  <inkml:trace contextRef="#ctx0" brushRef="#br0" timeOffset="168002.96">29949 10220 40031 0,'0'0'1776'0,"0"0"352"0,0 0-1696 0,0 0-432 0,0 0 0 0,0 0 0 15,0 0 1856-15,-1 8 272 0,-3-1 64 0,0 3 16 16,1 3-160-16,1 2-48 0,-2 0 0 0,0 3 0 16,0 3-976-16,0 4-192 0,1 1-32 0,1-1-16 15,-1 2-432-15,1 1-96 0,-1-2 0 0,0 0-16 16,1-1-240-16,0-2 0 0,1-1 128 0,0-1-64 16,1-1-64-16,0-3 0 0,0-2 0 0,1 0-160 15,0-5-480-15,2-1-80 0,1-2-32 0,-4-7 0 16,0 0-1232-16,10-2-240 0,1 0-48 0,2-7-20384 15</inkml:trace>
  <inkml:trace contextRef="#ctx0" brushRef="#br0" timeOffset="168362.25">30396 10167 31327 0,'0'0'2784'0,"-2"-4"-2224"15,2 4-560-15,0 0 0 0,-4-4 4208 0,-2-1 720 16,1 4 160-16,-1-2 32 0,-2 3-2832 0,0 3-560 15,-1-2-128-15,1 4 0 0,-1 3-880 0,-1 1-160 16,-2 2-48-16,0 0 0 0,2 2-320 0,-1 2-64 16,1-1 0-16,1 2-128 0,-2 3 160 0,5-2-160 0,1-1 128 0,1-1-128 15,1 0 0-15,3-2 0 16,1-1 0-16,3-2 0 0,1 2 0 0,3-3 0 0,0-4 0 0,1 0 0 16,2-2-192-16,2-1 16 0,1 0 16 0,2-1 0 15,-1-4 16-15,0 0 0 0,-1-3 0 0,2 1 0 16,-2-1 144-16,3-5 0 0,-3-2 0 15,1 0 0-15,-2 0 0 0,-2-1 0 0,0 1 0 16,-2-3 0-16,-3 2 0 0,0 1 0 0,-2-3 0 0,-3 2 0 16,-1 1 0-16,-1-2 0 0,-2 2 0 0,-1 4 128 15,-1-3-128-15,-2 3 0 0,1 0-128 0,-3 3 128 16,-2 0-256-16,1 5 48 0,-1-3 0 0,0 4 0 16,-4 2-736-16,1 1-144 15,0 3-16-15,-1 1-16 0,1 4-1200 0,1 1-240 0,0 1-64 16,2 1-11152-16,1 2-2240 0</inkml:trace>
  <inkml:trace contextRef="#ctx0" brushRef="#br0" timeOffset="168698.34">30498 10429 33279 0,'0'0'1472'0,"9"-1"320"0,-1-4-1440 0,-2 3-352 16,2 0 0-16,-8 2 0 0,7-3 3088 0,-7 3 560 15,0 0 96-15,0 0 32 0,0 0-1392 0,0 0-272 16,-8 5-48-16,-3-1-16 0,-2 3-1056 0,-1 2-224 15,-3 2-32-15,0 3-16 0,1-1-256 0,1 2-48 16,-2-2-16-16,3-1 0 0,-1 1-208 0,3 0-64 16,3 0 0-16,3 0 0 0,2-1-128 0,3 0 0 0,2-2 0 0,2 2 0 15,0-3 0-15,4 1 128 0,2-1-128 0,3-1 0 16,1-1 0-16,3-1-320 16,2 0 48-16,1-3 16 15,3-1-192-15,1-2-48 0,-1-2 0 0,0 0 0 16,1-2-112-16,0-1-32 0,-4-2 0 0,-1-2 0 15,-1-1 80-15,-2-2 16 0,-4-1 0 0,-1 0 0 0,-4 0 384 0,-2 0 160 0,-1-4-128 0,-2 4 128 16,-4-4 0-16,-1 1 0 0,-1 1 0 0,0 0 0 16,-3 0 0-16,0 0 0 0,0 1 0 15,2 1 0 1,-1 0-400-16,1 1-48 0,-1 4-16 0,2 2 0 0,0-1-2240 0,1 2-448 16,4 5-96-16</inkml:trace>
  <inkml:trace contextRef="#ctx0" brushRef="#br0" timeOffset="169382.17">31112 10299 44799 0,'0'0'1984'0,"1"-8"416"0,-1 0-1920 15,0 1-480-15,0 7 0 0,0 0 0 0,0 0 1600 0,0 0 208 16,0 0 48-16,0 0 16 0,0 0-240 0,0 0-48 16,3 10-16-16,-1 0 0 0,2 3-896 0,-1 3-176 0,-2 1-48 15,-1 2 0-15,0-1-320 0,0 2-128 16,2 2 0-16,0-2 144 0,1 1-96 0,-1-2-48 0,1 1 0 0,1-5 0 16,0 0 0-16,0-1 0 0,0-1 0 0,1-2 0 15,0-2 0-15,-1 0 0 0,-1-5 0 0,-3-4 0 16,0 0 0-16,0 0 0 15,0 0 0-15,0 0 0 0,7-2 0 0,1 0 0 0,-3-5 0 0,2 1 0 16,-1-6 0-16,0 2 0 0,-2-3 0 0,1-2 0 16,1 0 0-16,1 0 0 0,-1-3 0 0,2 1 0 15,0-1 0-15,2 0 0 0,2-1 0 0,0 2 0 16,-3 0 0-16,1 2 0 0,2 2 0 0,-3 0 0 16,0 4 0-16,1 2 0 0,-3 2 0 0,0 2 0 15,-7 3 0-15,8 0 0 0,0 1 0 0,-1 5 0 16,-7-6 0-16,8 6 0 0,-3 3 0 0,1 3 0 0,0 1 0 15,-2 1 0-15,-3-1 0 0,1 2 0 0,-1-1 0 16,0 3 0-16,-1-1 0 0,2-2 0 0,-1-1 0 0,3-1 0 16,-2 2 0-16,1-5 0 0,-3-1 0 0,3-1 0 15,2-2 0-15,-1 0 0 0,-4-5 0 0,0 0 0 16,8 3 0-16,-8-3 0 0,6-2 0 0,1 0 0 16,0-2 0-16,1-1 0 0,-1-3 0 0,-1 0 0 15,1 0 0-15,1-2 0 0,-1-3 0 0,3 0 0 16,-1-2 0-16,1 2 0 0,2-1 0 0,0 0 0 15,1-1 0-15,0 2 0 0,1-1 0 0,-1 2 0 16,1 2 0-16,1 1 0 0,-2 1 0 0,0 3 0 16,-3 2 0-16,-1 2 0 0,-1-2 0 0,-8 3 0 15,8 4 0-15,-1 3 0 0,-4 2 0 0,0 4 0 0,0 0 0 0,-2 0 0 16,-1 1 0-16,0 0 0 16,-1 2 0-16,1 0 0 0,1-2 0 0,0 2 0 0,-1-3 0 15,2-2 0 1,-1 1-544-16,1-4-96 0,2 1-32 0,2-2 0 15,0-3-1216-15,-6-4-240 0,0 0-48 0,8 0-13264 16,2-3-2656-16</inkml:trace>
  <inkml:trace contextRef="#ctx0" brushRef="#br0" timeOffset="169897.78">32001 10004 44575 0,'0'0'1984'0,"-4"-9"384"0,-1-2-1888 0,1 2-480 0,1 2 0 0,2 0 0 16,1 7 1936-16,-1-7 304 0,2 1 48 0,-1 6 16 0,0 0-848 0,0 0-176 15,0 0-16-15,0 0-16 0,5-8-720 0,2 3-144 16,2 1-16-16,0 3-16 0,0-1-208 0,2 2-144 16,0 0 192-16,2 2-48 0,2-1-144 0,0 2 0 15,2 1 0-15,0-1 0 0,3 1 0 0,-1 2 0 16,0-3 0-16,-1 3 0 0,1-1 0 0,0 1 0 16,-4 0 0-16,0-1 0 0,-2 0 0 0,-2-1 0 15,-3 1 0-15,0-1 0 0,-8-4 0 0,7 5 0 16,-7-5 0-16,0 0 0 0,0 0 0 0,0 0 0 15,1 8 0-15,-1-8 0 0,0 0 0 0,-5 7 0 16,-2-2 0-16,1 0 0 0,-1-2 0 0,-1 1 0 16,2-2 0-16,-1 2 0 0,1 0 0 0,1 0 0 15,5-4 0-15,0 0 0 0,-6 4 0 0,6-4 0 16,0 0 0-16,0 0 0 0,-4 8 0 0,4-8 0 16,0 7 0-16,0-7 0 0,6 10 0 0,-1-3 0 15,-5-7 0-15,8 10 0 0,0-4 0 0,1 2 0 16,-2-2 0-16,3 2 0 0,-1-1 0 0,0 1 0 0,1-2 0 15,-1 2 0-15,-1 0 0 0,3 1 0 0,-1 3 0 16,-1-5 0-16,-1 3 0 0,0-1 0 0,-2 1 0 16,0-2 0-16,-4 1 0 0,1-1 0 0,-3 0 0 0,0-8 0 15,-1 10 0-15,-3-3 0 0,-3-1 0 0,-2 1 0 16,-3-3 0-16,-2 0 0 0,-2-1 0 0,-1-1 0 16,-1-4 0-16,-2 1 0 0,0 0 0 0,-3 0 0 15,1-3 0-15,0 0 0 0,1 0 0 0,0 1 0 16,1-1 0-16,0 2 0 0,3-5 0 0,1 3 0 0,2-1-176 15,1 0-16-15,0-2-16 0,1 1 0 16,1-1-3184-16,0 5-640 0</inkml:trace>
  <inkml:trace contextRef="#ctx0" brushRef="#br0" timeOffset="175380.86">12164 13896 4607 0,'-6'-2'400'0,"-1"0"-400"0,-2-2 0 0,-1 0 0 15,-1 1 5568-15,0-2 1024 0,2 4 192 0,-1-2 64 16,-1 1-3392-16,2 0-656 0,0-2-144 0,1 3-32 0,0-2 272 15,2 2 48-15,1 0 16 0,5 1 0 0,0 0-1184 16,0 0-240-16,0 0-64 0,0 0 0 0,0 0-608 0,0 0-128 16,9 0-32-16,2 0 0 0,4 0-384 0,2-2-64 15,2 1-32-15,3-1 0 0,2-1-80 0,2-1-16 16,4-1 0-16,0 0 0 0,0 1-128 0,1-3-192 16,1 2 32-16,11 0 16 15,-7 0-384-15,-3-1-80 0,-6 1-16 16,-2 1 0-16,-4 0-1248 0,-3 3-256 0,-2 0-48 15,-7 1-13008-15,-9 0-2608 0</inkml:trace>
  <inkml:trace contextRef="#ctx0" brushRef="#br0" timeOffset="175583.6">12050 14051 42271 0,'-19'9'1872'0,"11"-5"384"0,0-2-1808 0,2 2-448 15,-1-1 0-15,7-3 0 0,0 0 1488 0,0 0 208 0,0 0 32 0,0 0 16 16,0 0-304-16,0 0-64 15,12 4-16-15,2-4 0 0,3 0-752 0,3 0-160 16,2-3-16-16,3 1-16 0,1-2-240 0,2 0-48 0,4 0-128 0,0 0 192 16,2 0-192-16,1-1 0 0,0-2 0 0,15-2 0 31,-8 0-544-31,-3 0-96 0,-4-3-32 0,-10 4 0 16,2 2-1696-16,2-2-352 0,0-2-64 0,-2-1-17920 0</inkml:trace>
  <inkml:trace contextRef="#ctx0" brushRef="#br0" timeOffset="175865.04">12803 13739 10127 0,'0'0'896'0,"0"0"-704"15,0 0-192-15,0 0 0 16,0 0 7792-16,0 0 1520 0,0 0 304 0,0 0 64 0,3 8-6336 0,1-1-1264 16,0-1-256-16,0 1-48 0,1-1-544 0,3 2-96 15,0 0-32-15,2 0 0 0,1-1-752 0,2 1-160 16,3-1-16-16,-1 2-16 0,1 1-160 0,1-3 0 15,0 1 0-15,0-1 128 0,0 1-128 0,0 0 0 16,-3 0 0-16,0 1 0 0,-2 0 0 0,-2 0 0 16,0-5-144-16,-3 1 144 0,0 1 0 0,-2 0-192 15,-1-1 192-15,-4-5-160 0,0 0 160 0,-4 8 0 16,-1-1 0-16,-2-1-128 0,-2 3 128 0,0-2 0 16,-3-1 0-16,1 1 0 0,-2-1 0 0,-2 1 0 15,0 1-128-15,-1 0 128 16,-1-2-1024-16,1 1-128 0,1-2-32 0</inkml:trace>
  <inkml:trace contextRef="#ctx0" brushRef="#br0" timeOffset="176422.59">13483 14124 22111 0,'0'0'976'0,"0"0"208"16,0 0-944-16,0 0-240 0,0 0 0 0,0 0 0 0,0 0 5360 0,0 9 1024 15,-3 1 208-15,1 3 32 0,-1-1-4016 0,1 2-816 16,-1 5-144-16,2-4-48 0,-1 1-832 0,1 0-192 0,0 2-16 15,-1-2-16-15,2-1-416 0,0-1-128 0,-1 0 0 16,1-3 0 0,1 0-464-16,2-2-208 0,1-1-32 0,0-3-16 15,-4-5-1952-15,0 0-384 0,8 0-80 0</inkml:trace>
  <inkml:trace contextRef="#ctx0" brushRef="#br0" timeOffset="177018.12">13866 13660 37487 0,'0'0'1664'0,"0"0"336"0,0 0-1600 0,0 0-400 15,0 0 0-15,0 0 0 0,0 0 2352 0,0 0 384 16,0 0 80-16,2 7 0 0,-1 5-736 0,0 1-160 15,1 0-16-15,-1 4-16 0,1 0-928 0,1 4-176 16,-2 2-32-16,2 2-16 0,1 3-336 0,1-2-64 0,0 0-16 0,1 0 0 16,-1 1-176-16,0-3-144 0,1-2 192 0,1-1-192 15,0 0 128-15,-1-1-128 0,2-4 0 0,-3-2 0 16,0-1 128-16,-1-1-128 0,-1-1 0 0,1-4 0 16,0 1 0-16,-4-8 0 0,5 4 0 0,-5-4 0 15,8 1 0-15,-8-1 0 0,0 0 0 0,7-2 0 16,0-5 0-16,0 1 0 0,-2-6-144 0,1 0 144 15,1-1-160-15,-1 0 160 0,0-5-192 0,-1 0 192 16,0-4-208-16,1-4 64 0,1-4 16 0,2-2 0 16,-1 0-16-16,0 0 0 0,1 1 0 0,0 4 0 0,0-2 16 15,0 8 0-15,0 3 0 0,-1 6 0 0,-3 2 128 0,1 5 0 16,-6 5 0-16,6 2-128 0,1 5 128 0,-2 3 128 16,-1 4-128-16,1 6 176 0,2 3 48 0,-1 4 16 15,1 1 0-15,-1 0 0 0,1 0-64 0,-1-2-16 16,2-1 0-16,1-1 0 0,0-2 0 15,3-1 0-15,-2-3 0 0,2-2 0 0,0-3-160 0,0-2 0 16,-2-4 0-16,0-2 0 0,1-1 0 0,-1 0-144 16,-1-2 144-16,1-2-160 0,-1-3 160 0,-2-1 0 15,1-2 0-15,-1 0 0 0,-1-2 0 0,0-1 0 16,-3-1 0-16,0-1 0 0,0-2 0 0,-2-1 128 16,0-3-128-16,-1-1 0 0,0-1 0 0,-1-3 0 15,0-1 0-15,-2-1 0 0,0 1 0 0,1 1 0 16,-2-1-160-16,0 3 160 15,-2 0-992-15,-1 2-96 0,-1-1 0 0,0 3-16 16,-1 1-2448-16,0 1-480 0</inkml:trace>
  <inkml:trace contextRef="#ctx0" brushRef="#br0" timeOffset="177237.53">13581 13534 37775 0,'0'0'1664'0,"0"0"368"0,0 0-1632 0,0 0-400 0,0 0 0 0,0 0 0 0,0 0 3536 0,0 0 624 16,12 0 128-16,1-1 32 15,1-1-2656-15,3-1-544 0,1-1-96 0,2 0-32 0,2 0-656 0,0 2-128 16,1-4-16-16,2 2-16 16,0 1-176-16,1-1 0 0,1-2-192 0,2 3 192 15,0-1-1488-15,1 0-176 0,-1-1-48 0,-1 1-14208 16,1-4-2832-16</inkml:trace>
  <inkml:trace contextRef="#ctx0" brushRef="#br0" timeOffset="177389.78">14355 13447 42671 0,'0'0'1888'0,"0"0"400"0,0 0-1840 0,9 1-448 16,3 1 0-16,0-1 0 0,1 2 1936 0,0-3 304 16,1-6 48-16,1 3 16 0,-1-1-592 0,2-2-112 0,1 0-32 0,1 1 0 15,0 1-1136-15,0 0-240 16,1 1-32-16,-1 1-16 15,0-5-560-15,0 3-112 0,-1 2-32 0,0 2 0 16,-2-3-2128-16,-1 6-416 0,-1-2-96 0</inkml:trace>
  <inkml:trace contextRef="#ctx0" brushRef="#br0" timeOffset="177819.49">14759 14048 40367 0,'0'0'1792'0,"0"0"368"0,0 0-1728 0,0 0-432 15,0 0 0-15,0 0 0 0,6-4 2448 16,-1 0 416-16,0-2 80 0,0-1 0 0,2 2-1120 0,1 1-224 16,-1-1-64-16,3 1 0 0,-1 1-832 0,0 1-192 15,0 1-16-15,1-1-16 0,1 0-224 0,-1 0-64 16,1 2 0-16,-1 0 0 0,0 0-128 0,1 0-64 15,-2 0 0-15,-1 0 0 0,-2 2 0 0,-6-2 0 16,0 0 0-16,4 6 0 0,-4-6 0 0,0 11 0 16,-4 0 0-16,-1 0 0 0,-5 0 0 0,-3 4 0 15,-2-1 0-15,-2 2 0 0,-1 1 0 0,-1 1 0 16,0 0 0-16,0 2 0 0,1-1 0 0,1 0 0 0,1-4 0 16,2 1 0-16,2 1 0 0,3-4 0 15,2-1 0-15,3-2 0 0,3-1 0 0,2 0 0 16,1 0 0-16,3-3 0 0,4-1 0 0,3-1 0 15,2 0 0-15,2-3 0 0,2-1 0 0,1-1 0 16,2-2 0-16,3 0 0 0,-1 0 0 0,1-1 0 16,1-2 0-16,-2 1 0 0,0-1 0 0,1-1 0 0,-5 1 0 15,4 0 0 1,-1 1-736-16,-1 0-144 0,0-2-16 0,-1 1-24416 0</inkml:trace>
  <inkml:trace contextRef="#ctx0" brushRef="#br0" timeOffset="178520.16">15686 13760 35007 0,'0'0'3120'0,"0"0"-2496"16,0 0-496-16,0 0-128 0,0 0 3376 0,0 0 656 16,0 0 128-16,0 0 16 0,0 0-2144 0,0 0-432 15,0 0-96-15,7 0-16 0,2 0-656 0,1 0-144 16,2 0-32-16,1-1 0 0,0 1-464 0,3-3-192 16,1 2 176-16,0 0-176 0,0-1 128 0,0 2-128 15,1-2 0-15,-2 2 144 16,-1-2-624-16,0 0-128 0,-2 2-32 0,-2 0 0 15,0 0-896-15,-2 1-176 0,-3-1-32 0,-6 0-16 16,0 0-1968-16,0 0-400 0,0 0-80 0</inkml:trace>
  <inkml:trace contextRef="#ctx0" brushRef="#br0" timeOffset="178687.84">15720 13897 16575 0,'0'0'1472'0,"0"0"-1168"15,-4 5-304-15,4-5 0 0,-5 3 6288 0,5-3 1200 0,-4 6 256 0,4-6 32 16,0 0-4896-16,0 0-992 0,0 0-192 0,8 2-32 15,2-1-496-15,2-1-80 0,1 0-32 0,3-1 0 16,2-1-672-16,3-2-128 0,0 3-16 0,2-3-16 16,2-2-96-16,1-1-128 0,0 2 176 0,0-2-176 15,2 2-432-15,-1 1-192 0,2-2-32 0,-1-1-15392 16,1 1-3072-16</inkml:trace>
  <inkml:trace contextRef="#ctx0" brushRef="#br0" timeOffset="179259.72">17036 13030 20271 0,'-11'-10'896'0,"6"6"192"0,-3 1-880 0,0-2-208 0,-3 0 0 0,0 1 0 15,-1 0 4992-15,1 2 944 0,-2 1 192 16,1 2 32-16,-1 2-3472 0,0 2-704 0,1 3-144 0,0 3-32 16,2-2-576-16,1 5-112 15,1 3-32-15,2 2 0 0,0 4-448 0,2 4-112 0,1 0-16 0,1 6 0 16,1 1 0-16,1 4-16 0,1 3 0 0,2 1 0 16,1 0-160-16,1 1-16 0,0 0-16 0,3 5 0 0,1-2-128 15,2 1-32-15,-1-2 0 0,0 4 0 0,0-1-144 16,0-1 128-16,-1-2-128 0,-1 0 128 0,0-1 32 15,-2-2 0-15,1-3 0 0,-2 1 0 0,0-2-112 16,-2-1-48-16,-2-5 0 0,-1-1 0 0,0-2 0 0,-3 0 0 16,0-4 0-16,-1-1 0 0,0-3 0 0,-1 1 0 15,1-3 0-15,-2-4 0 0,1 0 0 0,1-4 0 16,-2 0 0-16,-1-2 0 0,1-3 0 0,-1 0 0 16,1-2 0-16,0-2 0 0,0 1 0 0,-1-2 0 15,1 0-160-15,6-1 160 16,0 0-544-16,0 0-32 0,-7-1 0 0,7 1 0 15,-5-3-992-15,5 3-208 0,0 0-32 0,0 0-21552 0</inkml:trace>
  <inkml:trace contextRef="#ctx0" brushRef="#br0" timeOffset="179893.71">16588 14811 21183 0,'0'0'1888'0,"0"0"-1504"16,0 0-384-16,0 0 0 0,0 0 5344 0,0 0 992 15,11 0 208-15,-11 0 48 0,9 2-3584 0,0 4-704 0,0 1-128 0,-1 4-48 16,-1 5-704-16,0 0-144 16,0 5-16-16,0 2-16 0,-2 0-672 0,3 3-144 0,-1-4-32 0,1 2 0 15,1-3-208-15,0-1-64 16,1 1 0-16,-3 0 0 0,1-4-80 0,0-1-48 0,0-2 0 15,-2-2 0-15,1-2 0 0,-2-2 0 0,0 1 0 0,1-5 0 16,-6-4 0-16,0 0 0 0,0 0 0 0,0 0 0 16,0 0 0-16,0 0 0 0,0 0 0 0,6-4 0 15,-1-2 0-15,-1-5 0 0,-1 1 0 0,-2-1 0 16,0 0 0-16,1-2 0 0,-2-3 0 0,1-1 0 16,0-1 0-16,2-1 0 0,0-3 0 0,-1-1 0 15,2-2 0-15,0 0 0 0,0 1 0 0,0 1 0 16,-2 5-720-1,1 2-144-15,0 2-32 0,-2 5 0 0,0-1-864 0,1 3-176 16,-2 7-48-16,0 0 0 0,0 0-2176 0,0 0-448 0</inkml:trace>
  <inkml:trace contextRef="#ctx0" brushRef="#br0" timeOffset="180109.22">16557 14942 46815 0,'0'0'2080'0,"0"0"416"0,-5 2-1984 0,5-2-512 15,0 0 0-15,0 0 0 0,0 0 1584 0,0 0 208 16,0 0 64-16,8 2 0 0,0 1-528 0,2-2-112 16,3 1 0-16,1-1-16 0,1-1-784 0,2 0-160 15,0 0-16-15,1 0-16 0,1-1-224 0,1 1 144 16,0-2-144-16,-2 1 128 0,0 0-304 0,0-1-64 16,1 0-16-16,-1 0 0 15,-1 1-944-15,0 1-192 0,0-1-32 0,0 0-16 16,-3 1-2880-16,-1 0-576 0</inkml:trace>
  <inkml:trace contextRef="#ctx0" brushRef="#br0" timeOffset="180272.21">17058 14993 46015 0,'0'0'2048'0,"0"0"400"0,1 12-1952 0,2-4-496 0,1 2 0 0,-2 1 0 16,1-1 1728-16,-1 1 256 0,0-2 64 0,-1 1 0 15,0 1-624-15,2-1-112 0,0 0-32 0,-1 0 0 16,1-1-1056-16,-1 1-224 0,0-3 0 0,-2-7 0 15,1 6-496-15,-1-6-16 0,0 0-16 0,0 0 0 16,0 0-1984-16,0 0-400 0,1 7-80 0</inkml:trace>
  <inkml:trace contextRef="#ctx0" brushRef="#br0" timeOffset="180988.45">16543 12318 2751 0,'0'0'256'0,"0"0"-256"15,0 0 0-15,0 0 0 0,6 4 6016 0,1 0 1152 16,-7-4 224-16,8 5 48 0,0 0-2736 0,-1 1-544 16,0-1-128-16,-1 3 0 0,1-1-1264 0,-1 3-240 15,1 1-48-15,-2 1-16 0,0 0-960 0,1 2-192 16,-2 2-32-16,1 1-16 0,0 0-688 0,0 1-128 16,0 0-16-16,-1 0-16 0,0-1-304 0,1 0-112 15,1 0 0-15,0-4 0 0,-1-2 0 0,1-2 0 0,-3 0 0 0,3-3 0 16,-1 0 0-16,-5-6 0 15,0 0 0-15,6 0 0 0,2 1 0 0,-8-1 0 16,7-7 0-16,-1 0 0 0,2-4 0 0,-1-1 0 0,-2-2 0 0,1 0 0 16,1-2 0-16,1-1 0 0,0-2 0 0,-1-1 0 15,2-2 0-15,1-3 0 0,0-1 0 0,0-1 0 16,1-3 0-16,-1-2 0 0,-1 4 0 0,1-1 0 31,-3 6-640-31,1 2-112 0,-1 4-16 0,-3 4-16 0,-2 1-1040 16,0 4-208-16,-2 8-32 0,0 0-13328 0,0 0-2656 0</inkml:trace>
  <inkml:trace contextRef="#ctx0" brushRef="#br0" timeOffset="181205.61">16518 12463 32255 0,'0'0'2864'0,"0"0"-2288"0,0 0-576 0,0 0 0 0,0 0 4560 0,0 0 816 16,7-4 144-16,-1 1 48 0,2-2-3648 0,2 1-736 15,1-2-144-15,3 2-16 0,4 0-352 0,2 0-64 16,0 1-16-16,0-2 0 0,3 0-432 0,-1 0-160 16,1-1 0-16,-1 3 144 15,1-3-512-15,-1 1-96 0,-1 1-32 0,-1 0 0 16,1 2-1984-16,-1-1-400 0,-3 2-64 0</inkml:trace>
  <inkml:trace contextRef="#ctx0" brushRef="#br0" timeOffset="181510.53">16904 12506 28559 0,'0'0'2544'16,"0"0"-2032"-16,0 0-512 0,0 0 0 0,0 0 4800 0,0 0 848 0,0 0 176 15,7 4 48-15,-1-2-3424 0,2 1-672 0,1-2-144 0,0 1-32 16,3-1-704-16,0 0-160 0,-2 0-32 0,0 1 0 16,2-2-352-16,-1 0-80 0,-2 1-16 0,0 0 0 15,-9-1-256-15,0 0 0 0,6 4 0 0,-6-4 144 16,3 8-144-16,-3 0 0 0,-3 1-160 0,-2 3 160 15,-3 1 0-15,-2-1 0 0,-2 1 0 0,2 1 128 16,-3 3-96-16,0 0-32 0,0-4 0 0,0 1 0 0,1-1 0 16,1 0 0-16,2-1 0 0,3-2 0 0,2 1 0 15,1-2 0-15,3-1 0 0,2 0 0 0,0-1 0 0,3-1 0 16,2-1 0-16,2-4 0 0,1-1 0 0,2-1 0 16,1-2 0-16,2-1 0 0,2-1 0 0,-1-1 0 15,1-1 0-15,2-1 0 0,-1 1 0 16,1-3 0-16,-2 1 0 0,3 0 0 15,1-1-1664-15,1-2-208 16,1-1-48-16</inkml:trace>
  <inkml:trace contextRef="#ctx0" brushRef="#br0" timeOffset="182008.99">17268 13531 30399 0,'0'0'2704'15,"0"0"-2160"-15,-2-7-544 0,2 7 0 0,0 0 4064 0,0 0 704 16,0 0 144-16,0 0 16 0,0 0-2480 0,0 0-496 15,6 13-96-15,-1 1-32 0,-1 5-752 0,0-1-160 16,0 5-16-16,1 3-16 0,-1 1-480 0,0 1-80 16,0 2-32-16,-1 2 0 0,0-1-208 0,1 0-80 15,1-1 0-15,-1 0 0 0,0-4 0 0,0-2 0 16,-1-2 0-16,-1-4 0 0,1 0 0 0,-1-5 0 16,0-1 0-16,-1 0 0 0,0-4-320 0,-1-2-48 15,0-6-16-15,0 0 0 16,0 0-1200-16,0 0-240 0,0 0-48 0,0 0-16 15,-8-1-2592-15,2-3-528 0</inkml:trace>
  <inkml:trace contextRef="#ctx0" brushRef="#br0" timeOffset="182299.52">17210 13654 27647 0,'0'0'2448'0,"0"0"-1952"16,0-5-496-16,2-1 0 0,-1-1 4896 0,2 1 880 0,2-2 176 0,1 3 48 15,1 1-3504-15,1 0-688 16,-1 1-144-16,3 1-16 0,-1-2-768 0,1 1-160 0,1 2-16 0,0-1-16 15,0 1-400-15,0-1-80 0,3 0-16 0,0 1 0 16,-1 0-192-16,1 2 128 0,1 2-128 0,-1-1 0 16,0 1 0-16,1 1 0 0,-1 0 0 0,0 2 0 15,-1 1 0-15,-1 0 0 0,0 0 0 0,-2 1 0 0,-2 2 0 0,0 1 0 16,-3 2 0-16,-1-6 0 0,-3 3 0 0,-1-3 0 16,-1 1 0-16,-3 0 0 0,-1 1 0 15,-2 0 0-15,-2 0 0 0,-3 3 0 0,-1-5 0 0,-2 2 0 16,-3 0 0-16,-1 0 0 0,1 0 0 0,0 0 0 15,0 0 0-15,1-1 0 16,0-1 0-16,0-1-160 0,0 0 32 0,2-1 0 16,1-4-960-16,4 2-192 15,2-2-48-15,8-1 0 0,0 0-3152 0,0 0-624 0</inkml:trace>
  <inkml:trace contextRef="#ctx0" brushRef="#br0" timeOffset="182793.67">17886 13893 24879 0,'0'0'2208'15,"0"0"-1760"-15,0 0-448 0,0 0 0 0,0 0 4256 0,0 0 768 16,1-7 160-16,0 2 16 0,-1 5-2704 0,2-6-560 16,-1-3-96-16,-1 2-32 0,0 1-672 0,0-1-144 15,-1-1-32-15,1 8 0 0,-4-5-384 0,-2 0-64 0,0 0-32 0,-2 2 0 16,-2 3-96-16,-2 3 0 0,-2 2-16 0,-2 3 0 15,-1 2-112-15,-1 2 0 0,0 2-16 0,-2 2 0 16,0 1-64-16,1 1-16 0,1 0 0 0,2-1 0 16,2 0-160-16,2-1 0 0,3-1 0 0,2 0 128 15,5-2-128-15,2-1 0 0,2-2 0 0,3-1 0 16,2 0-336-16,2-2 48 0,3-2 16 0,2-1 0 16,2-3-224-1,1-2-32-15,1-3-16 0,2-1 0 0,-2-3 32 0,0-1 0 0,0-2 0 16,-1 0 0-16,-1-2 320 0,-2 0 64 0,-1-2 128 0,-1-2-208 0,-2-1 208 0,0 0 0 15,-3-7 0-15,1 0 0 0,0-1 0 16,-1-1 128-16,-1-1-128 0,1 1 160 0,0 0-160 0,0-1 192 16,-2 0-192-16,-1 1 192 0,0 5-192 0,-1 3 160 15,-2 1-160-15,0 3 160 0,1 5 96 0,-2 3 32 16,0 7 0-16,0 0 0 0,0 0-32 0,-7 8 0 16,2 4 0-16,0 5 0 0,-1 4-80 0,2 2-32 15,1 2 0-15,1 2 0 0,-3-2-144 0,2 2 0 0,2 1 144 16,2-1-144-16,2-1 0 0,2-2 0 15,-1-3 0-15,3-2 0 16,-1-2-1072-16,2-1-128 0,1-3-16 0,0-2-16 16,0-1-2064-16,1-4-416 0,-3-1-64 0</inkml:trace>
  <inkml:trace contextRef="#ctx0" brushRef="#br0" timeOffset="183150.82">18179 13572 42383 0,'0'0'1872'0,"0"0"400"0,1-6-1824 0,-1 6-448 0,6-7 0 0,-6 7 0 16,0 0 2512-16,0 0 416 0,0 0 80 0,7 8 0 16,1 2-1312-16,0 6-272 0,-1 0-48 0,0 5-16 15,0 0-912-15,-1 1-176 0,0 1-32 0,-1 3-16 16,-1 2-160-16,2 2-64 0,-1-3 0 0,1 0 0 0,-1-1 0 16,1-1 0-16,1-1 0 0,2-1 0 0,0-3 0 0,0-2 0 15,0-2 0-15,1-2 0 0,-3-2 0 0,1-3 0 16,0 0 0-16,1-3 0 0,-4 0 0 0,-5-6 0 15,7 4 0-15,-7-4 0 0,6-2 0 0,-6 2 0 16,7-4 0-16,-1-2 0 0,0-1 0 0,-1-2 0 16,0-3 0-16,2-2 0 0,-1-2 0 0,1-2 0 15,-2-3 0-15,0-1 0 0,0 0 0 0,1-3 0 16,0 2 0-16,2-5 0 0,-3 2 0 0,2 0 0 16,-1 1 0-16,2 1 0 0,-2-6 0 0,1 4 0 15,-2 3 0-15,-1 3 0 0,-1 0 0 0,-2 4 0 16,0 5 0-16,1-1 0 15,-2 4-768-15,1 2-128 0,-1-1-48 0,0 7 0 16,0 0-1424-16,0 0-304 0,0 0-48 0,0 0-19248 0</inkml:trace>
  <inkml:trace contextRef="#ctx0" brushRef="#br0" timeOffset="183442.33">18143 13763 12895 0,'0'0'1152'0,"0"0"-928"0,-7 0-224 0,0 0 0 16,7 0 7360-16,0 0 1440 0,0 0 288 0,0 0 48 15,0 0-5120-15,0 0-1024 0,0 0-208 0,0 0-32 16,0 0-1472-16,0 0-304 0,0 0-48 0,0 0-16 0,8 0-720 0,0-2-144 16,0 1-48-16,2 0 0 0,2-2 0 0,2 1 0 15,2-2 0-15,1 1 0 0,3 2 0 0,0 1 0 16,3-6 0-16,1 3 0 0,1 0 0 0,0 0 0 15,0 1 0-15,-1-1 0 0,1 1 0 16,0-2 0-16,0 1 0 0,0 2 0 0,-1-3 0 0,-1 1 0 16,-3 1-160-16,1-1 160 15,-3 0-1536-15,-1 2-240 0,-4 0-32 16,-2-1-14512-16,-1 1-2880 0</inkml:trace>
  <inkml:trace contextRef="#ctx0" brushRef="#br0" timeOffset="183726">18983 13665 19343 0,'0'0'848'0,"0"0"192"0,0 0-832 0,0 0-208 15,0 0 0-15,0 0 0 0,0 0 7456 0,0 0 1440 16,7 0 304-16,1 0 48 0,-8 0-6160 0,10 1-1232 0,1-1-240 0,0-1-48 15,1 0-1104-15,1 1-208 0,1 0-64 0,2-2 0 16,0 0-128-16,1-1-64 0,1 0 0 0,-1 1 0 16,-1-1 0-16,-1 1 0 0,1-1 0 0,-1 2 0 15,-1-3 0-15,0 1 0 0,-1 3 0 0,-1-4 0 16,-1 3-288-16,-2 1-48 0,-1 1-16 0,-8-1 0 16,0 0-1744-16,0 0-336 0,0 0-80 15,0 0-20608-15</inkml:trace>
  <inkml:trace contextRef="#ctx0" brushRef="#br0" timeOffset="183907.24">18998 13806 20271 0,'0'0'1792'15,"0"0"-1424"-15,0 0-368 0,0 0 0 0,0 0 6112 0,0 0 1152 16,0 0 224-16,5 5 64 0,0-1-4592 0,3-2-912 16,1 0-176-16,2 0-32 0,0-2-656 0,4-1-128 15,2-2-32-15,-2 1 0 0,2-1-640 0,0 2-144 16,0-3-32-16,1 0 0 0,-1 3-48 0,0-3-16 15,-1 1 0-15,0-2 0 0,-1 1-432 0,0 1-96 16,-4 0 0-16,0 0-16 16,-4-1-1584-16,3 0-304 0,-3 0-64 0</inkml:trace>
  <inkml:trace contextRef="#ctx0" brushRef="#br0" timeOffset="187825.15">19895 13639 25791 0,'0'0'1152'0,"-5"-2"224"0,-6 1-1104 0,3-1-272 0,0-1 0 0,2 2 0 16,1-3 5328-16,1 1 1008 0,4 3 208 0,0 0 48 15,0 0-3920-15,0 0-784 0,0 0-160 0,0 0-16 16,5-4-800-16,3 0-144 0,2 2-48 0,5-2 0 16,-1 1-576-16,4-2-144 0,2 0 0 0,2 0 0 0,0-1 0 0,2 1 128 15,-1 0-128-15,2 1 128 0,1-1-128 0,-1 2 0 16,-3 3 0-16,-1 0 0 0,-2 0 0 0,-2 0 0 15,-3 3 0-15,0 2 0 0,-5 0 0 0,-3 0 0 16,-1 1-128-16,-3 3 128 0,-2 2 0 0,-6 3 0 16,-1-1 0-16,-4 2 128 0,-3 1-128 0,-3 5 0 15,-3-3-192-15,0 2 192 0,-3-2 0 0,1 1 0 16,0 2 0-16,0-1 0 0,-3-2 0 0,3 2 0 16,1-1 0-16,2-3 128 0,2-1-128 0,2 0 192 15,2-2-192-15,3-1 192 0,2-1-192 0,3-3 128 16,2 1-128-16,2-1 128 0,1-8-80 0,0 0-48 15,4 8 0-15,2-3 0 0,3 0 0 0,3-3 0 16,1 0 0-16,1 1 0 0,2-3 0 0,1 0-128 16,0-5 128-16,1 1 0 15,2 0-656-15,2-1-32 0,3-1 0 0,1 0 0 16,1-5-1360-16,2 2-256 0,0-2-64 0,1-1-12880 16,0-4-2576-16</inkml:trace>
  <inkml:trace contextRef="#ctx0" brushRef="#br0" timeOffset="188156.29">20577 13709 42271 0,'0'0'1872'0,"-4"-5"384"0,-2 1-1808 0,6 4-448 0,-5-4 0 0,0 2 0 16,-2 0 1760-16,1 1 256 0,-1 1 48 0,1 1 16 15,-2 2-416-15,-1 1-64 0,0 2-32 0,0 5 0 0,0-5-800 16,-1 5-144-16,1 2-48 0,0 0 0 0,-1 0-176 0,1 4-32 16,0-2-16-16,1 2 0 0,0 0-224 0,3-2-128 15,1 0 128-15,2 0-32 0,2-1-96 0,2 0 0 16,0-2 0-16,4 0 0 0,1-3 0 0,3-1 0 15,0-2 0-15,3 1 0 0,3-1 0 0,-1-2 0 16,1-1 0-16,1-2 0 0,0 0-240 0,0 1 64 16,0 0 16-16,-2-6 0 0,1-1-16 0,0 0 0 15,-1 0 0-15,0 1 0 0,-2-5 0 0,0 0 0 16,-3-2 0-16,-1-1 0 0,-1-1 0 0,-3 0 0 16,-1 0 0-16,-1-2 0 0,-2 0-48 0,-1 2-16 15,-2-2 0-15,-1 0 0 16,-1 2-240-16,-1 1-48 0,-2 1-16 0,-1 0 0 15,-1 4-816-15,-1-1-176 0,-1-1-16 0,1 3-16 16,-2 1-608-16,2 3-112 0,-1 0-16 0,0 0-10496 16,2 2-2112-16</inkml:trace>
  <inkml:trace contextRef="#ctx0" brushRef="#br0" timeOffset="188549.65">20914 13746 17503 0,'0'0'768'0,"0"0"176"0,7-3-752 0,-1-1-192 0,-6 4 0 0,5-5 0 16,-5 5 6432-16,6-5 1248 0,-6 5 256 0,0 0 64 16,0 0-4736-16,0 0-928 0,0 0-192 0,0 0-32 15,0 0-1008-15,-8 2-192 0,-1 4-32 0,-2 3-16 16,-2-3-352-16,0 5-64 0,-1 2 0 0,0 1-16 0,-2 2-240 0,2-1-64 16,1 2 0-16,1-2 0 0,3 0-80 0,1 1-48 15,3 1 0-15,2-3 0 0,2-2 0 0,2-3 0 16,3 3 0-16,2-4 0 0,2 1 0 0,3 0 0 15,2-1 0-15,2-2 0 0,4-1-128 0,0-1-32 16,1-2 0-16,1-1 0 0,1-1-48 0,1 0-16 16,1 0 0-16,-2-3 0 0,-1 1-32 15,-2-2-16-15,-2-5 0 0,-1 0 0 0,-3 1 16 0,0-1 0 16,-1-2 0-16,-3-1 0 0,-1-1 128 0,-3 0 128 16,-1-1-192-16,-2 0 192 0,-2 1 0 0,-1-2 0 15,-2 0 0-15,0 0 0 0,-3 4 0 0,0-2 0 16,-2-1 0-16,-1 3 0 0,0 2 0 0,-2 0 0 15,0 1 0-15,-2-1 0 0,0-1 0 0,-1 3 0 16,1-1 0-16,0 1 0 16,-1 2-832-16,1 1-48 0,3 3-16 0,-1 0 0 15,-1-2-1328-15,3 2-272 0,1 1-48 0</inkml:trace>
  <inkml:trace contextRef="#ctx0" brushRef="#br0" timeOffset="189313.13">21603 13853 34495 0,'7'-12'1536'0,"-3"7"304"0,0 1-1472 0,1-3-368 0,2-2 0 0,1 1 0 16,-3-1 1664-16,0 0 256 0,-2 0 48 0,-1-2 16 16,1 4 224-16,0-2 48 0,-3 1 16 0,-2-1 0 15,0 2-896-15,-2 2-176 0,4 5-48 0,-7-3 0 16,-1 3-320-16,-2 3-80 0,-3 1-16 0,-1 4 0 0,-2 2-256 0,-1 4-48 16,-1 3-16-16,-2 3 0 0,-1 3-160 0,1 2-48 15,-1 1 0-15,1-1 0 0,3-2-208 0,3 0 0 16,2-3 128-16,4 1-64 0,3-4-64 0,4 3 0 15,2-6 0-15,6 0 0 0,4 1 0 0,4-5 0 16,0-1 0-16,6-2 0 0,0-3 0 0,3-2 0 16,2-2 0-16,1-1 0 0,0-4 0 0,-1-2 0 15,-1 1 0-15,0-3 0 0,0 0 0 16,-2-1-160-16,-2 1 160 0,-1 0-192 0,-3-1 192 0,-2-2-160 16,-2 0 160-16,-2-1-160 0,-4 2 160 0,0-1 0 15,-4-1 0-15,-2-3 0 0,-2 2 0 0,-2-3 0 16,-2 4 0-16,0 0 0 0,-3-3 0 0,-1 2 0 15,-3 1-160-15,0 1 160 0,-1-1-160 0,-1 4 160 16,-1 1-128-16,0 0 128 16,-1 0-592-16,1 2-48 0,0 3 0 0,1-1 0 15,1 3-832-15,0 1-160 0,0 1-32 0,2 3-16 16,3 1-2064-16,3 3-416 0,3 0-64 0</inkml:trace>
  <inkml:trace contextRef="#ctx0" brushRef="#br0" timeOffset="189711.32">22129 13828 15663 0,'0'0'1392'0,"0"0"-1120"0,4-7-272 0,-4 7 0 15,3-9 6368-15,-1 0 1216 0,-2 3 240 0,0 6 48 16,0 0-4672-16,0 0-928 0,-6-7-192 16,-2 3-32-16,-1 1-512 0,0 5-112 0,-3 2-16 0,0 2 0 0,-1 1-768 0,-1 3-176 15,-2 3-16-15,-1 2-16 16,-1-1-128-16,1 3-32 0,0-2 0 0,3 4 0 0,1-4-192 15,2 2-80-15,2 0 0 0,4-4 0 0,1 0 0 0,2 0 0 16,2-1 0-16,1 0 0 0,3-2 0 0,2-2 0 16,3-1 0-16,4-1 0 0,3 1 0 0,2 2 0 15,3-7 0-15,1 2 0 0,2-4-304 0,1 0 48 16,-1-5 16-16,1 1 0 0,-1 0-80 0,-1-1 0 16,-1-1-16-16,-1 0 0 0,-1-3 0 0,-2 0 0 15,-2 0 0-15,-2-1 0 0,-2-2 112 0,-2-3 32 16,-2 1 0-16,-3 0 0 0,-1-2 192 0,-3 2 0 15,-1-3-160-15,-2 1 160 0,-2 1 0 0,-1-1-144 16,-2 0 144-16,1 1 0 0,-2 3-176 0,-3 3 176 16,1-3-160-16,-1 3 160 0,1 2-240 0,-2 1 48 15,-1-1 16-15,0 5 0 16,0-1-784-16,0 3-144 0,-3 0-48 0,2 3 0 16,0 1-1296-16,2 2-272 0,3 2-48 0,1 0-16432 0</inkml:trace>
  <inkml:trace contextRef="#ctx0" brushRef="#br0" timeOffset="190092.31">22698 13846 40431 0,'0'0'1792'0,"2"-8"368"0,1-2-1728 0,0 1-432 0,-1-2 0 0,1 2 0 0,-2-1 1472 16,0-2 224-16,-1 3 32 0,-1 1 16 0,-2 2 176 0,1 0 48 15,-3 1 0-15,-2 2 0 0,-1 2-1040 0,-1 0-208 16,-1 1-32-16,-2 2-16 0,-1 4-160 0,-1 3-16 16,-3 1-16-16,-2 2 0 0,0 4-224 0,-1 1-64 15,1 1 0-15,1 1 0 0,1 2-64 0,2 0-128 16,3-1 176-16,3-2-32 0,3-2-144 0,2-1 0 16,1 0 0-16,3-2 0 0,3-2 0 0,2 2 0 15,3-2 0-15,4-3 0 0,3 1 0 0,4 0-128 16,0-4 128-16,2 0 0 0,0-1-304 0,1-1 48 15,1-6 16-15,1 2 0 0,-2 0-32 0,-1-3-16 16,-1-2 0-16,-1 0 0 0,-2-2 16 16,0 0 0-16,-3-3 0 0,1-1 0 0,-2-1 16 0,-2-3 0 15,0-1 0-15,-3 0 0 16,-3-2-128-16,-1 2-32 0,-2-4 0 0,0 1 0 16,-4 1-1184-16,0 1-224 0,-2 1-48 0,-1 2-20000 15</inkml:trace>
  <inkml:trace contextRef="#ctx0" brushRef="#br0" timeOffset="191967.07">23595 13388 33119 0,'0'0'1472'0,"0"0"288"15,0-7-1408-15,-3 0-352 0,-2-3 0 0,0 3 0 0,3 2 2240 0,-2 1 384 16,-1 1 80-16,-1 2 16 0,-1 1-288 0,-2 4-48 16,-3 4-16-16,-3 8 0 0,-2-1-1088 0,-4 6-240 15,0 5-32-15,-1 7-16 0,0 3-352 0,-2 5-80 16,2 3-16-16,1-1 0 0,2 0-160 0,0 3-48 15,2-3 0-15,4-2 0 0,4 0-176 0,3-5-32 16,2 2-128-16,4-5 192 0,2-5-192 0,2-2 0 16,3-1 0-16,1 0 0 0,2-4-128 0,1-2-32 15,-1 1 0-15,2-4 0 16,1-5-928-16,0 2-192 0,0-5-48 0,1 0 0 16,1-3-1520-16,-1 0-304 0,-1-1-64 0,0-4-17184 0</inkml:trace>
  <inkml:trace contextRef="#ctx0" brushRef="#br0" timeOffset="192561.84">23818 13575 18431 0,'0'0'816'0,"0"0"160"0,-4-5-784 0,0 1-192 0,4 4 0 0,0 0 0 15,-4-3 6448-15,4 3 1232 0,0 0 256 0,-4 7 64 16,4-7-4944-16,-4 6-992 0,1 5-192 0,1 3-32 0,1 2-976 0,-1 3-192 15,1 1-32-15,2 3-16 0,-1 1-176 0,0 2-48 16,2 1 0-16,-1 3 0 0,1 0-176 0,1-1-32 16,1-4-16-16,0-1 0 0,1 1-176 0,0-3 0 15,1-2 144-15,-1-3-144 0,0-3 0 0,-1-1 0 16,1-2 0-16,-2-2 128 0,-1 0-128 0,1-3 0 16,-3-6 128-16,0 0-128 0,3 6 128 0,-3-6-128 15,0 0 128-15,0 0-128 0,0 0 128 0,0 0-128 16,0 0 128-16,0 0-32 0,0 0-96 0,0 0 0 15,0 0 0-15,5-6 0 0,0 0 0 0,-1 1 0 16,-4 5 0-16,2-8 0 0,1 0 0 0,0 0 0 16,-1 0 0-16,-2 8 0 0,0 0 0 0,0 0 0 0,2-6 0 0,-2 6 0 15,1-7 0-15,-1 7 0 16,0 0 0-16,0 0 0 0,0-8 0 0,0 8 0 0,0 0 0 0,0 0 0 16,0 0 0-16,0 0 0 15,0 0 0-15,0 0 0 0,0 0 0 0,0 0 0 0,0 0 0 0,0 0 0 16,0 0 0-16,0 0 0 15,0 0 0-15,0 0 0 0,0 0 0 0,0 0 0 16,0 0 0-16,0 0 0 0,0 0 0 0,0 0 0 0,0 0 0 16,0 0 0-16,0 0 0 0,0 0 0 0,0 0 0 0,0 0 0 15,0 0 0-15,-1 8 0 0,1-8 0 16,-2 7 0-16,2-7 0 0,0 0 0 0,0 0 0 0,0 0 0 16,0 0 0-16,0 0 0 0,0 0 0 0,0 0 0 15,0 0 0-15,-1 6 0 0,1-6 0 0,0 0 0 16,0 0 0-16,0 0 0 0,0 0 0 0,0 0 0 15,0 0 0-15,0 0 0 0,0 0 0 0,0 0 0 0,0 0 0 16,0 0 0-16,0 0 0 0,0 0 0 16,0 0-240-16,0 0-32 0,0 0-16 0,0 0 0 15,0 0-1376-15,0 0-256 0,0 0-64 0,0 0-21776 16</inkml:trace>
  <inkml:trace contextRef="#ctx0" brushRef="#br0" timeOffset="194257.4">24181 13969 28559 0,'0'0'1264'0,"0"0"272"15,-7 1-1232-15,-3-1-304 0,1 0 0 0,3 1 0 0,-1 2 5616 0,1-1 1056 16,-1 1 224-16,2 2 32 0,5-5-4752 0,0 0-944 16,0 0-192-16,0 0-32 0,0 0-704 0,0 0-144 15,0 0-32-15,0 0 0 16,0 0-768-16,0 0-176 0,7 2-16 0,0 0-16 15,2 1-1680-15,2-6-336 0,-1-1-64 0</inkml:trace>
  <inkml:trace contextRef="#ctx0" brushRef="#br0" timeOffset="194508.56">24544 13571 27647 0,'0'0'1216'0,"0"0"256"0,0 0-1168 0,0 0-304 0,-5 4 0 0,-1 0 0 16,6-4 5456-16,-5 8 1040 0,0 1 208 0,0 2 32 16,-1 5-4400-16,3 1-880 0,-1 1-176 0,1 3-48 15,0 3-656-15,2 0-128 0,0 1-16 0,1 0-16 16,0 2-240-16,1 1-48 0,3 0-128 0,-1-2 192 0,1-1-192 16,-1-4 0-16,1 1 0 0,0-3 0 0,0-4 0 0,0 1-160 15,0-2 0-15,0-2 0 16,-1-2-992-16,-1-3-192 0,1 1-32 0,-1 1-16 15,-2-9-1616-15,0 0-320 0,0 0-64 0</inkml:trace>
  <inkml:trace contextRef="#ctx0" brushRef="#br0" timeOffset="194856.01">24965 13561 23951 0,'0'0'1056'0,"0"0"224"0,0 0-1024 0,0 0-256 15,0 0 0-15,0 0 0 0,0 0 6144 0,0 0 1184 0,0 0 224 0,0 0 64 16,0 0-4864-16,0 0-960 16,-4 6-192-16,-1 2-32 0,1 1-928 0,-3 3-176 0,-2-2-32 0,0 2-16 15,-1 1-224-15,-1 0-32 16,1-1-16-16,-2 1 0 0,0 4-144 0,1-6 0 16,-1 2 0-16,1-1 0 0,2 0 0 0,0 0 0 15,0-2 0-15,3 1 48 0,-2 0-224 0,1 0-16 0,1-3-16 0,0 1 0 16,1-3 208-16,3 1 0 0,-1-1 0 0,3-6 0 15,-1 7 0-15,1-7 0 0,0 0 0 0,0 0 0 16,6 6 128-16,2 1 64 0,1-6 0 0,2 2 16 16,0-1-144-16,2 1-64 0,0-3 0 0,2 0 0 15,-1 0 0-15,2-1 0 0,1-1 0 0,0 0 0 16,1-2-384-16,0 0-64 0,0 1 0 16,1-3-16-16,-2-1-1024 0,-2 1-208 0,0-1-32 0,-1 1-16 15,-1-2-2848-15,-4 1-560 16</inkml:trace>
  <inkml:trace contextRef="#ctx0" brushRef="#br0" timeOffset="195066.57">25026 13613 15663 0,'0'0'1392'0,"0"0"-1120"16,0 0-272-16,0 0 0 0,0 0 7072 0,0 0 1360 16,-2 8 272-16,0 1 48 0,1 1-5552 0,0 2-1088 15,-1 1-240-15,1 2-32 0,-2 2-560 0,1 2-96 16,-1 0-32-16,2 2 0 0,0 1-688 0,-1 2-144 0,0 1-16 15,-1-2-16-15,2-1-288 0,-1-1 0 16,1-1 0-16,0-2-144 0,0 0 144 0,1-2 0 0,0-5 0 0,0 1 0 31,1-1-1152-31,0-1-208 0,2-1-48 0,1 0 0 16,-4-9-2880-16,0 0-576 0</inkml:trace>
  <inkml:trace contextRef="#ctx0" brushRef="#br0" timeOffset="195399.91">25390 13656 31327 0,'0'0'2784'0,"0"0"-2224"0,0 0-560 0,0-5 0 16,0-1 4224-16,0 6 720 0,0 0 160 0,0 0 16 15,-5 0-2688-15,-1 0-528 0,0 4-112 0,-1 1-32 16,0 2-992-16,-1 2-192 0,0 1-32 0,0 2-16 16,-1 1-224-16,1 0-48 0,0 0-16 0,2 2 0 0,1-2-240 0,1-2 0 15,1 1 0-15,3 1 128 0,0-2-128 0,3-1 0 16,1-1 0-16,1 0 0 0,1 2 0 0,3-5 0 15,2-1 0-15,2-1-160 0,0 0-32 0,1-2 0 16,-1-4 0-16,2 0 0 0,-1-1-16 0,0-2-16 16,-1-2 0-16,0 0 0 0,-1-1 32 0,-1-3 0 15,-1 2 0-15,-1-1 0 0,0-2 32 0,-1 2 16 16,-1-5 0-16,-2 2 0 0,-1-1 0 0,-2 0 0 16,0 0 0-16,-2 1 0 0,-2 2-48 0,0-5 0 15,-2 2 0-15,-1 1 0 0,-2 0-128 0,1 2-48 16,-4 2 0-16,1 3 0 15,-2-1-144-15,-2 4-16 0,-3 2-16 16,-1 1 0-16,-1 1-1824 0,-3 2-384 0,-3 1-64 0,0 1-17280 0</inkml:trace>
  <inkml:trace contextRef="#ctx0" brushRef="#br0" timeOffset="195750.98">25479 13862 29487 0,'0'-8'2624'0,"1"0"-2112"0,0 0-512 0,-1-1 0 16,0 0 3584-16,0 1 592 0,0 0 128 0,-1 2 32 15,-3-1-1680-15,-1 2-336 0,-2 2-64 0,-1 2-16 16,-1 1-912-16,-1 3-192 0,-2 2-48 0,0 2 0 0,-3 2-560 0,-1 2-112 16,-2 4-32-16,0 0 0 0,-2 2-192 0,0 0-32 15,2 2-16-15,1-1 0 0,2-3-144 0,3 2 0 16,3-2 0-16,4-1 0 0,2-1 0 0,3 0 0 15,3-1 0-15,2 0 48 0,1-1-48 0,5 1 0 16,0 0 0-16,4-3 0 0,2-1 0 0,1-3-208 16,0-1 64-16,0-2 16 0,1 1-128 0,-1-2 0 15,0-2-16-15,0-2 0 0,-1 0 16 0,-1-3 0 16,0 0 0-16,-1-1 0 0,1-3-80 0,-2 1-16 16,-1-2 0-16,-1 1 0 15,-1 1-64-15,-2-4-16 0,-1 0 0 0,-2 2 0 16,-1-2-1040-16,-1 0-192 0,0-1-64 0,0 1 0 15,0 0-1760-15,0 2-352 0</inkml:trace>
  <inkml:trace contextRef="#ctx0" brushRef="#br0" timeOffset="195958.56">25997 13825 28559 0,'0'0'1264'0,"0"0"272"0,0 0-1232 0,11-2-304 0,1-4 0 0,1 1 0 15,1 1 5632-15,0 0 1056 16,1 2 224-16,2-3 32 0,1 1-4688 0,1 0-928 0,4 0-192 0,0 1-48 16,1 1-816-16,-1-1-272 0,0 0 160 0,1 1-160 15,-2-1 0-15,-1 1 0 0,-2 0 0 0,0-2 0 16,-4 2-1344-16,0-1-160 16,-2-1-32-16,-2 2-22496 0</inkml:trace>
  <inkml:trace contextRef="#ctx0" brushRef="#br0" timeOffset="197034.27">27087 13735 15663 0,'0'0'688'0,"4"-6"144"0,0-6-656 0,1 4-176 0,2-2 0 0,-2 1 0 0,-2 1 5568 0,-2 1 1088 16,-1 1 224-16,0 6 32 0,-5-5-3376 0,-2 1-672 15,-1 1-144-15,-1 4-32 0,-2 3-1104 0,-2 4-240 16,-3 2-32-16,-2 4-16 0,-3 1-464 0,0 5-80 16,0 3-32-16,2 2 0 0,-1 0-272 0,3 2-48 15,1 2-16-15,3-2 0 0,2-1-384 0,3-2 0 16,4-2 128-16,4-1-80 0,2-2-48 0,5 0 0 15,2-1 0-15,3-5 0 0,2 0 0 0,4-3 0 0,3-2 0 16,3-3 0-16,-1-2 0 0,1-2 0 16,0-2 0-16,1-2 0 0,0-2 0 0,-1-1-240 15,-2-2 80-15,-1-3 16 0,-3 1 16 0,-1 1 0 16,-2-3 0-16,0-1 0 0,-4-1 128 0,0-2 0 0,-2 0-144 0,-1-2 144 16,-3-1 0-16,-1-1 0 15,-3-1 0-15,-1 2 0 0,-1-1-192 0,-2 3 192 0,-1 3-160 0,-1 1 160 16,-1-3-288-16,-2 4 32 15,-1 3 16-15,-2 3 0 16,0 1-576-16,-1 3-112 0,-1-2-32 0,0 4 0 16,0 2-1024-16,1 2-192 0,2 2-64 0,0-1-19136 0</inkml:trace>
  <inkml:trace contextRef="#ctx0" brushRef="#br0" timeOffset="197217.22">27520 13892 50847 0,'0'0'2256'0,"0"0"464"0,0 0-2176 0,0 8-544 16,0-2 0-16,0 1 0 0,0-7 512 0,0 7-16 16,0 0 0-16,0-7 0 0,0 0-16 0,0 0 0 15,-1 8 0-15,1-8 0 0,0 0-480 16,0 8-208-16,0-8 16 0,0 0 0 16,0 0-1856-16,0 0-384 0,8 2-64 0,1 1-11904 15,0-7-2368-15</inkml:trace>
  <inkml:trace contextRef="#ctx0" brushRef="#br0" timeOffset="197551.72">27953 13623 29487 0,'14'-5'1296'0,"-14"5"288"0,7-5-1264 0,1-1-320 16,0 3 0-16,-2-1 0 0,1 0 4432 0,-7 4 832 16,0 0 176-16,0 0 16 0,0 0-2832 0,0 0-576 15,0 0-128-15,0 0 0 0,0 0-1072 0,-6 6-208 0,-1 1-32 0,-3 1-16 16,0-1-288-16,-2 3-64 0,-2 0-16 0,-2 3 0 15,-1-1-160-15,0-1-64 16,-1 3 0-16,0-1 0 0,0-2 0 0,-1 2 0 0,1 2 0 0,1-5 0 16,1-1 0-16,2 2 0 0,0-2 0 15,1 3 0-15,1-3 0 0,2 0 0 0,0-1 0 0,4 1 0 16,1-3 0-16,5-6 0 0,-3 7 0 0,3-7 0 16,0 0 0-16,0 0 0 0,4 5 0 0,1 0 0 15,2 0 0-15,2-1 0 0,3 0 0 0,1-2 0 16,2-1 0-16,2-1 0 0,2 1 0 0,0 2 0 0,2-3 0 15,1 0 0-15,2-3 0 0,0 2 0 0,1 0 0 0,0-1 0 16,-2 0-160-16,1-1 160 16,-2 0-1024-16,-1 1-128 15,-2-1-32-15,0 2 0 0,-2-4-2976 0,-3 1-608 0</inkml:trace>
  <inkml:trace contextRef="#ctx0" brushRef="#br0" timeOffset="197782.8">28081 13679 31327 0,'0'0'2784'0,"0"0"-2224"0,0 0-560 16,0 0 0-16,0 0 3984 0,0 0 688 15,0 0 144-15,0 0 32 0,0 0-2320 0,-3 8-464 16,1 2-80-16,-1 2-32 0,3 1-1040 0,-1 2-208 0,-1 2-32 0,2 1-16 16,0 1-336-16,0 3-80 0,-1 3-16 0,0-1 0 15,-1-1-160-15,1-1-64 0,0 1 0 0,0-3 0 16,-1 0 0-16,1-3 0 0,1-3 0 0,0 1 0 31,0 0-512-31,0 0-112 0,1-5-16 0,1-1 0 16,0-1-1600-16,-2-8-336 0,5 5-64 0</inkml:trace>
  <inkml:trace contextRef="#ctx0" brushRef="#br0" timeOffset="198282.26">28347 13720 21183 0,'0'0'1888'0,"0"-7"-1504"0,-2 1-384 0,2-1 0 0,0 1 6832 0,3-1 1296 15,0-1 256-15,1 2 48 0,-1-2-5696 0,3 1-1136 16,0 1-240-16,2 1-32 0,2 1-528 0,3-2-96 16,2 3-32-16,2-1 0 0,0-2-480 15,0 4-192-15,0 2 128 0,0-1-16 0,1-2-112 0,-1 2 0 16,-2 1 0-16,1 1 0 0,-3 0 0 0,0 1 0 16,-2-1 0-16,-4 1 0 0,-7-2 0 0,0 0 0 15,7 7 0-15,-3-1 0 0,-4-6 0 0,-1 10 0 16,-2-3 0-16,-1 1 0 0,-3-1 0 0,0-1 0 15,-2 1 0-15,-1 1 0 0,0-1 0 0,-2 3 0 16,1-1 0-16,-1-3 0 0,0 1 0 0,-1 1 0 16,0 1 0-16,0-3 0 0,0 1 0 0,1 1 0 15,0-2 0-15,2-1 0 0,1 3 0 0,2-1 0 16,2-2 0-16,5-5 0 0,-4 6 0 0,4-6 0 16,0 8 0-16,2-1 0 0,-2-7 0 0,7 8 0 0,2-1 0 0,2 0 0 15,1-1 0-15,1 1 0 16,1-2 0-16,0 0 0 0,1-1 0 0,-1 3 0 0,2-1 0 0,-1-2 0 15,2 1 0-15,-1 2 0 16,-2 2 0-16,1-1 0 0,-2-2 0 0,-2 1 0 0,0-1 0 0,-1 2 0 16,-1-1 0-16,-2-1 0 0,-2 1 0 15,-5-7 0-15,3 6 0 0,-2 2 0 0,-2-1 0 0,-2-1 0 16,-2-1 0-16,-2 1 0 0,0-1 0 0,-4 0 0 16,-2-1 0-16,-1 0 0 0,-3 0 0 0,-1-2 0 15,-2 2 0-15,-1-1 0 0,0 1 0 0,-1-3 0 16,-1 0 0-16,-1 3-192 0,5-2 192 0,0-2-208 15,4-2-512-15,2 2-112 16,1-2 0-16,3 0-16 0,9 2-1520 0,0 0-288 0,0 0-64 16,5-2-12080-16,5-5-2416 0</inkml:trace>
  <inkml:trace contextRef="#ctx0" brushRef="#br0" timeOffset="198518.38">28944 13658 42447 0,'0'0'1872'0,"8"-4"400"0,-1 1-1824 0,1-1-448 15,0 1 0-15,-1 2 0 0,-7 1 1792 0,0 0 272 16,0 0 48-16,0 0 16 0,0 0-256 0,5 6-48 16,-3 5-16-16,0 2 0 0,-2 0-1024 0,-2 1-208 15,0 2-32-15,-2-1-16 0,-1 6-320 0,1-4-64 16,0 3-16-16,1-2 0 0,-1 3-80 0,2 0-48 16,-1 1 0-16,1-3 0 0,-1 0 0 0,2-2 0 15,-1-2 0-15,2 0 0 0,2-4 0 0,-1 0-240 16,0-2 80-16,2-3 16 15,-3-6-816-15,0 0-144 0,0 0-48 0,6 4 0 16,2-2-2272-16,-8-2-464 0,8-2-80 0</inkml:trace>
  <inkml:trace contextRef="#ctx0" brushRef="#br0" timeOffset="198861.09">29104 13198 31327 0,'0'0'1392'0,"0"0"272"0,0 0-1328 0,8 5-336 0,1 1 0 0,2-4 0 0,-1 3 3968 0,2 2 704 16,1-1 160-16,-2 4 32 15,1 0-2480-15,1 2-480 0,2 2-112 0,0 0 0 0,2 5-1008 0,3-1-192 16,2 1-32-16,-1 5-16 0,4 2-192 0,-1 0-32 16,1 0-16-16,1 2 0 0,0 4-176 0,0 1-128 15,2 1 144-15,-2-1-144 0,-1 3 0 0,-2-2 128 16,-2 2-128-16,0 1 0 0,-3-1 0 0,-1 1 0 15,-3-5 0-15,-5-6 0 0,-2 2 0 0,-3-2 0 16,-3 0 0-16,-2-3 0 0,-2 2 0 0,-2-3 0 16,-2-2 0-16,-2 3 0 0,-2-3 0 0,-1-3 0 15,-2-3 0-15,1 0 0 0,-1-3 0 0,1-2 0 16,-1 0 0-16,1-2 0 0,0-2 0 0,1-3 0 16,1 2-144-16,1-1 144 15,1 1-1024-15,1-4-128 0,2 0 0 0,-1 0-15440 16,7 0-3088-16</inkml:trace>
  <inkml:trace contextRef="#ctx0" brushRef="#br0" timeOffset="200467.99">18985 15562 25791 0,'0'0'2304'0,"0"0"-1856"15,0 0-448-15,0 0 0 0,0 0 4256 0,0 0 752 16,0 0 160-16,10-4 16 0,-10 4-2672 0,16-1-528 15,-1-1-128-15,4-2 0 0,-1 2-256 0,2-2-32 16,0 1-16-16,3 1 0 0,-1-4-912 0,-5 4-176 0,0-1-32 0,10-1-16 16,-2 0-416-16,0 2 0 15,-3-2 128-15,0 3-128 0,-1-1 0 0,-2 2 0 0,1 0 0 0,-3 0 0 32,-2-2-704-32,1 4-80 0,-3-2-16 0,-1 4 0 15,-12-4-1904-15,12 4-384 0,-3 3-80 0</inkml:trace>
  <inkml:trace contextRef="#ctx0" brushRef="#br0" timeOffset="200718.64">19111 15789 28559 0,'0'0'2544'0,"0"0"-2032"0,-9 6-512 0,9-6 0 16,0 0 4480-16,0 0 784 0,0 0 176 0,0 0 16 0,0 0-3344 0,0 0-688 16,0 0-128-16,14 5-16 0,-1-5-80 0,3-2-16 15,2 0 0-15,3 0 0 0,3-2-816 0,2 1-176 16,1-3-16-16,0 1-16 0,2-2 16 0,-1 2 0 15,0 1 0-15,-2-1 0 0,-2 1-176 0,-2-1 160 16,0 1-160-16,-2 0 160 0,-3 1-160 0,-3 1 0 16,-1-2 0-16,-1 1 0 0,-2 2 0 0,-10 1 0 15,0 0-160-15,0 0 160 0,0 0-336 0,0 0 16 16,9 1 16-16,-9-1 0 16,0 0-864-16,0 0-176 0,0 0-48 0,0 0 0 15,0 0-1440-15,0 0-304 0,-8 7-48 0</inkml:trace>
  <inkml:trace contextRef="#ctx0" brushRef="#br0" timeOffset="205755.23">20097 15528 19343 0,'0'0'848'0,"0"0"192"0,-3-5-832 0,3 5-208 0,0 0 0 0,0 0 0 0,0 0 6688 16,0 0 1296-16,0 0 256 0,0 0 48 0,0 0-5552 0,0 0-1120 15,5 10-208-15,2 3-64 0,-1 3-336 0,2 1-80 16,0 4-16-16,0 1 0 0,-2 1-528 0,0 3-128 16,0 2 0-16,-1 2-16 0,1-2-80 0,-2 0-16 15,1-2 0-15,-1 0 0 0,-2 0-144 0,1-3 128 16,-1 1-128-16,0-3 128 0,-1-2-128 0,0-2 0 16,-1-1 0-16,0-3 0 0,0 0-368 0,-1-3 0 15,0-3 0-15,1-7 0 16,0 0-720-16,0 0-160 0,0 0-32 0,0 0 0 15,0 0-1952-15,0 0-400 0,5-9-80 0</inkml:trace>
  <inkml:trace contextRef="#ctx0" brushRef="#br0" timeOffset="206109.84">20630 15529 3679 0,'17'-4'320'0,"-11"4"-320"15,2-4 0-15,0 2 0 0,0-1 8208 0,0 1 1584 0,-8 2 304 16,8 0 64-16,-8 0-6192 0,0 0-1248 0,0 0-240 0,0 0-48 15,0 0-656-15,0 0-128 0,0 0-32 16,1 7 0-16,-2 1-784 0,-2 1-144 0,-2 2-48 0,-2 2 0 16,-1-4-256-16,-1 1-64 0,0 1-16 0,-1-1 0 15,-1 1-80-15,1 0-16 0,-2 1 0 0,0 0 0 16,2 0-208-16,-2-1 0 0,-1 0 0 0,0-1 0 0,0 1 0 0,1 0 0 16,1-3 0-16,-1 3 64 0,2-4-64 15,-1 1 0-15,2-1 0 0,1 2 0 0,3-5 0 16,0 1 0-16,1 0 0 0,4-5 0 0,0 0 0 0,0 5 0 15,0-5 0-15,0 0 0 0,5 6 0 0,3-4 0 16,1 1 0-16,3-2 0 16,1 0 0-16,2-1 0 0,4-1 0 0,-2 1 0 0,1-1 0 0,0-2 0 15,0 1 0-15,2 0 0 0,1-2 0 16,0 3 0-16,-1 1 0 0,1-1 0 0,0-2 0 0,0 1-128 16,-1 0 128-16,-2 2-160 15,-1-1-1072-15,-2 0-224 0,0-1-32 0,-2 1-15008 16,-1 1-2992-16</inkml:trace>
  <inkml:trace contextRef="#ctx0" brushRef="#br0" timeOffset="206393.5">20738 15523 29487 0,'0'0'2624'0,"0"0"-2112"0,0 0-512 15,0 0 0-15,0 0 4080 0,0 0 704 0,5 6 144 0,-1-1 16 16,0 2-2432-16,0 2-480 0,0 3-112 0,-1 1 0 16,-1 4-896-16,1 0-192 0,0 2-16 0,-2 2-16 15,0 3-384-15,0-1-80 0,1 3-16 0,0-1 0 16,0 0-144-16,-2-2-48 0,-2 1 0 0,2-2 0 16,0-3-128-16,0 2 0 0,-1-3 0 0,0 1 0 15,1-4 0-15,1 2-176 0,-2-4 176 0,-1-1-128 16,1-2-448-16,1-2-64 0,0-1-32 15,0-7 0-15,0 0-880 0,0 0-176 0,0 0-48 16,0 0-13728-16,8-7-2752 0</inkml:trace>
  <inkml:trace contextRef="#ctx0" brushRef="#br0" timeOffset="206975.18">21125 15555 11967 0,'0'0'528'0,"0"0"112"0,0 0-512 0,0 0-128 15,0 0 0-15,7-5 0 0,-1 0 9216 0,2 1 1792 16,0 0 384-16,0 0 64 0,0 1-8096 0,1 1-1616 16,3-1-320-16,1-2-64 0,0 5-896 0,2-1-176 15,1-4-32-15,1 3-16 0,0-2-176 0,0 3-64 16,1 0 0-16,-1 1 0 0,0 0 0 0,-1 1 0 16,-2 0 0-16,0 1 0 0,-1 0 0 0,-1 1 0 15,-3 1 0-15,-1 0 0 0,-1 1 0 0,-7-5 0 16,0 0 0-16,2 9 0 0,-2-9 0 0,-1 12 0 15,-3-3 0-15,-3 1 0 0,1-2 0 0,-2 1 0 16,-2-1 0-16,1 1 0 0,-3 2 0 0,-1-2 0 0,0 0 0 0,0 1 0 16,1-3 0-16,-1 1 0 0,0-1 0 0,1 1 0 15,0 0 0-15,2-1 0 0,1-1 0 0,1 2 0 16,0-3 0-16,2 0 0 0,0 1 0 16,3-1 0-16,3-5 0 0,0 0 0 0,-3 6 0 0,3 1 0 15,1-2 0-15,2 0 0 0,1 2 0 0,1-1 0 16,3-2 0-16,1 0 0 0,3 1 0 0,1-2 0 0,0 0 0 0,1-1 0 15,2 2 0-15,1 1 0 16,0-2 0-16,0 1 0 0,-2-2 0 0,2 2 0 0,0-2 0 16,0 0 0-16,-1 1 0 0,-2-1 0 0,-1 2 0 15,-1 3 0-15,-2-2 0 0,-1 2 0 0,-1-1 0 0,-1 1 0 16,-7-7 0-16,4 6 0 0,-2 1 0 0,0 2 0 16,-2-3 0-16,-2 3 0 0,0-2 0 0,-2 0 0 15,-1 0 0-15,-2 0 0 0,-1-1 0 0,-1 1 0 16,-3-1 0-16,-1 1 0 0,-1-2 0 0,-2 0 0 15,-1-1 0-15,0 0 0 0,0-1 0 0,-1-1 0 16,-1 2 0-16,-1-1 0 0,1 0 0 0,-1-2 0 0,0 0 0 0,2 0 0 16,0 1 0-16,1-2 0 15,3 1 0-15,1-1 0 0,2-1 0 0,2 1-128 0,2-2 128 0,7 2-160 32,-5-3-720-32,5 3-144 0,-1-7-16 0,2-1-16 15,2 0-1376-15,2 1-256 0,3-4-64 0</inkml:trace>
  <inkml:trace contextRef="#ctx0" brushRef="#br0" timeOffset="207764.5">22163 15482 26719 0,'0'0'2368'0,"0"0"-1888"0,5-5-480 0,-1 0 0 0,0 1 4992 0,-4 4 896 15,5-4 176-15,-5 4 32 0,6-4-3552 16,-6 4-720-16,0 0-144 0,0 0-16 16,0 0-576-16,0 0-96 0,0 0-32 0,0 0 0 0,0 0-608 0,-2 9-128 15,-2 2-32-15,-1 0 0 0,-3 1-192 0,-1 0 0 16,-1-2 128-16,-1 3-128 0,0 2 0 0,-2-2 0 16,0 0 0-16,0 0 128 0,0 1-128 0,0-1 0 15,-2 0 0-15,1 0 0 0,1 0 0 0,1 0 0 16,3 0 0-16,0-2 0 0,1 2 0 0,1-4 0 15,2 1 0-15,1 1 0 0,2-2 0 0,2-1 0 16,0 1 0-16,1-1 0 0,3-2 0 0,1-1 0 16,3-1 0-16,1 3 0 0,3-6 0 0,1 2 0 15,0-1 0-15,1 0 0 0,2-1 0 0,2 2 0 16,3-3 0-16,0 0 0 0,0 1 0 0,0-2 0 16,-1 1 0-16,1-2 0 0,1 0 0 0,-1 0 0 15,-1 0 0-15,-2-1 0 0,-1 2-304 0,-1-2-48 0,-2-1-16 0,-1 0 0 31,-1 0-1216-31,-3 2-240 0,-1-3-48 0,-3-1-14080 16,-1 1-2816-16</inkml:trace>
  <inkml:trace contextRef="#ctx0" brushRef="#br0" timeOffset="207973.88">22261 15598 17503 0,'0'0'768'0,"0"0"176"0,0 0-752 0,0 0-192 0,0 0 0 0,0 0 0 16,0 0 7488-16,0 0 1472 0,0 0 304 0,0 11 48 15,0-2-6048-15,0 1-1200 0,0 3-240 0,0 0-48 0,0 4-1072 0,1 2-224 16,1 1-32-16,-1 1-16 0,0 1-320 0,0 1-112 16,-1 1 0-16,2-4 0 0,-2 3 0 0,1-3 0 15,0 2 0-15,1-2 0 0,-1 0 0 0,0 1 0 16,2-5 0-16,0 1 0 16,0-3-384-16,3-1-80 0,-1-2-16 0,1-2 0 15,1-3-1952-15,2-3-384 0,1-3-64 0</inkml:trace>
  <inkml:trace contextRef="#ctx0" brushRef="#br0" timeOffset="208326.82">22678 15695 24879 0,'5'-15'2208'0,"-5"15"-1760"15,0-7-448-15,0 7 0 0,2-8 5296 0,-2 1 976 16,0 7 192-16,0 0 32 0,0 0-3424 0,0 0-672 16,-7 2-144-16,1 1-16 0,-2 5-1216 0,0 0-224 15,0 3-48-15,0 3-16 0,-1 3-592 0,0-2-96 16,0 4-48-16,0 0 0 0,0 1 0 0,1-1 0 15,0 1 0-15,4-1 0 0,2 0 0 0,2-1 0 0,1 0 0 16,1-1 0-16,5 0 0 0,1-3 0 0,2-2 0 0,2 0 0 16,0-2 0-16,-1-3 0 0,5-1 0 0,0 0 0 15,-1-4 0-15,0 1 0 16,0-4 0-16,2-1 0 0,0-2-192 0,-1-1 32 0,-3 0 0 0,-1-6 0 16,2 0-16-16,-1-1 0 0,-1-4 0 0,-2 1 0 15,-2-2 176-15,0 0-192 0,-2 0 192 16,0-3-192-16,-2 3 192 0,-2-2 0 0,-2-3 0 0,-1 2-128 15,0 2 128-15,-2 0 0 0,-1-2-144 0,-3 2 144 16,0 0-192-16,-2 2 16 0,-1 2 16 0,1 2 0 16,-2 0-144-16,-1 4-16 0,0-3-16 0,0 4 0 15,1 2-1008-15,0 2-208 0,1 2-48 16,1 1 0-16,2 4-1344 0,7-4-256 0,-6 5-64 0,2 3-15488 16</inkml:trace>
  <inkml:trace contextRef="#ctx0" brushRef="#br0" timeOffset="208725.86">23241 15663 28559 0,'0'0'2544'0,"0"0"-2032"15,0 0-512-15,0 0 0 0,8-3 4688 0,-8 3 848 16,0 0 160-16,0 0 48 0,0 0-3152 0,0 0-624 16,0 0-128-16,0 0-32 0,0 0-736 0,-4 6-160 15,-1 3-16-15,-3 2-16 0,-1 2-688 0,-3 0-192 16,1 2 0-16,-1 2 96 0,0-2-96 0,0 3 0 0,-2-1 0 0,4-2 0 15,1 1 0-15,1-2 0 16,1 1 0-16,2-1 0 0,2 2 0 0,3-2 0 0,2 0 0 0,0-1 0 16,5-1 0-16,1 0 0 0,2-2 0 15,2 0 0-15,2-1 0 0,3-3 0 0,1-1 0 0,1 2 0 16,0-3 0-16,2 0-240 0,-1-3 80 16,2-1 16-16,0-3-64 0,-1 1-16 0,-2-2 0 0,2-3 0 15,-1 1-32-15,-1-5-16 0,0 1 0 0,-4-2 0 16,-2 2 96-16,-1-2 32 0,-3 0 0 0,-1 1 0 15,-2-2 144-15,-2 1 0 0,-2-1 0 0,-2-2 0 0,-2 4 0 16,0-2 0-16,-3-2 160 0,-2 2-160 0,0 0 192 0,-2 0-48 16,-1 3-16-16,-1-2 0 0,0 4-128 0,-1-1 160 15,0 1-160-15,1 2 160 0,-1-1-160 16,0 1 0-16,0-1 0 0,2 2-176 16,-1 0-336-16,2 1-80 0,2 1-16 0,0-1 0 15,1 2-1968-15,-1-1-400 0,3 2-80 0</inkml:trace>
  <inkml:trace contextRef="#ctx0" brushRef="#br0" timeOffset="209668.52">24567 15489 23951 0,'0'0'2128'0,"0"0"-1696"0,-5-5-432 0,0-1 0 15,0 1 5552-15,1 0 1024 0,1 2 208 0,3 3 32 0,0 0-4640 0,0 0-944 16,0 0-176-16,-5 11-32 0,0-2 64 0,2 4 0 16,0 3 16-16,2 0 0 0,1 3-672 0,3 2-144 15,1 1-32-15,2 1 0 0,1 3-96 0,2 0-32 16,1 2 0-16,2-1 0 0,1 2-128 0,0-4 0 15,1 1 0-15,1 2 128 0,-1-3-128 0,-1 2 0 16,0-2 0-16,-1 1 0 0,-3-4 0 0,-2-1 0 16,-4-1 0-16,0-3 0 0,-3-2 0 0,-3-1 0 15,-2-3-144-15,-1 0 144 0,-3-2 0 0,-2-3 0 16,-2-2 0-16,-1 0 0 0,-3-1 128 0,-1-2-128 16,-3-2 176-16,0-2-176 0,-1 1 256 0,-2-2-64 15,-1 0-16-15,2-1 0 0,0-2-48 0,-1 0 0 16,1-2 0-16,0-1 0 0,1-1-80 0,1 0-48 15,-1-2 0-15,3-2 0 0,2 1 0 0,2 0 0 16,2-1 0-16,3 2 0 16,2 0-1008-16,4 0-192 0,3 0-32 0,9-5-23728 0</inkml:trace>
  <inkml:trace contextRef="#ctx0" brushRef="#br0" timeOffset="210654.87">19670 15248 3679 0,'-2'-27'160'0,"1"11"32"0,-1-4-192 0,1-1 0 0,-2 3 0 0,2-3 0 15,1-2 5344-15,0 0 1024 0,0 4 208 0,1-2 32 16,1 1-3200-16,-1 2-640 0,0-1-128 0,1 3-16 16,-1 4-512-16,-1 12-112 0,2-9-16 0,-2 9 0 15,0 0-672-15,0 0-144 0,6 11-16 0,-1 3-16 16,0 3-512-16,-1 9-112 0,0 9 0 0,0 9-16 15,-2 10 128-15,1 7 16 0,0 2 16 0,1 3 0 16,0 2-160-16,-1 1-48 0,0 2 0 0,1 2 0 16,1 1-160-16,0-1-32 0,1-5-16 0,-3-4 0 0,1-6-96 0,-1-2-16 15,0 0 0-15,-2-4 0 0,0-6-128 16,1 1 0-16,-2 0 0 0,0-8 0 0,1-4 0 0,-1-5 128 16,-1-4-128-16,-1-2 128 0,1-5-128 0,0-3 0 15,-1-3 0-15,1-3 128 0,1-10-128 0,0 0 0 16,-4 10 0-16,4-10 0 15,0 0-736-15,0 0-80 0,-6-3-16 0,0-4 0 16,4-3-864-16,-1-3-176 0,1-4-48 16,0-3-12480-16,2-8-2496 0</inkml:trace>
  <inkml:trace contextRef="#ctx0" brushRef="#br0" timeOffset="211680.09">19876 15001 32191 0,'14'-15'1424'0,"-1"8"304"0,5 3-1392 0,5-2-336 0,3-1 0 0,3-3 0 16,4 3 1408-16,3 1 224 0,5 0 32 0,3 1 16 15,1-4 288-15,5 1 48 0,2 2 16 0,3 0 0 16,1 0-1120-16,5 2-208 0,3 0-64 0,5 2 0 15,6-1-400-15,3 2-96 0,3 1-16 0,2-2 0 16,2 1 0-16,3 1 0 0,5 0 0 0,5 0 0 16,3 1-128-16,8-1 0 0,3-1 0 0,3 2 0 0,2 2 208 0,3 0 16 15,1-3 0-15,3 2 0 0,2 2-224 16,-2 0 0-16,-3-1 0 0,2-1 0 0,3 2 0 0,-2-1 128 16,-1 2-128-16,-2 1 0 0,0 0 0 0,-1-1 0 15,-1 0 0-15,-3 2 0 0,-5-1 0 16,0 2 0-16,-3 1 0 0,-6-2 0 0,-7-4 0 0,-5 3 0 15,-4-2 0-15,-2 1 0 0,-1 0 0 0,-5 0 0 16,-7 0 0-16,-4-2 0 0,-6-3 0 0,-3 0 0 16,-4 0 0-16,-3 0 0 0,-1 0 0 0,-2 0 0 15,-4-3 0-15,-5 2 0 0,-5 1 0 0,-4 0 0 16,-4-1 0-16,-3-2 0 0,-4 1 0 0,-3-1 0 16,-2 0 0-16,-2 2 0 0,-12 1 0 0,9 0 0 0,-9 0 0 15,0 0 0-15,0 0 192 0,0 0-64 0,0 0-128 0,0 0 192 16,0 0-32-16,8 4-16 0,-8-4 0 0,8 5 0 15,-8-5 0-15,0 0 0 0,7 5 0 0,0 1 0 16,-7-6 16-16,0 0 0 0,0 0 0 0,6 11 0 16,0 4 32-16,-1 0 0 0,0 1 0 15,-1 4 0-15,-1 3-48 0,-1 6 0 0,0 6 0 0,-2 7 0 16,1 1-144-16,-1 4 160 0,-1 6-160 0,-1 2 160 16,1 1-160-16,0 5 160 0,-1 6-160 0,4 4 160 15,-2 2-160-15,1 2 0 0,2-1 144 0,0-2-144 16,1-1 0-16,2-2 144 0,1 3-144 0,-1-4 0 15,-1-2 144-15,0-4-144 0,0-1 0 0,2-5 144 16,-1-5-144-16,1-2 0 0,-2 0 144 0,0-2-144 16,2 0 128-16,-2-8-128 0,-2-1 128 0,-1-6-128 0,-1-3 144 15,1-2-144-15,-1-2 192 0,2-3-192 0,-5-2 192 16,2-3-192-16,0-3 192 0,0 0-192 0,-2-3 176 16,0-2-176-16,2-9 160 0,-1 10-160 0,-3 1 144 0,4-11-144 15,0 0 128-15,-5 8-128 0,-1-2 0 0,6-6 128 16,-10 5-128-16,3 0 0 0,-3-2 0 0,0 0 0 15,-2-2 128-15,-2 0-128 0,-3 1 0 0,-3 0 0 16,-3-2 0-16,-3 1 0 0,-5 2 0 0,-6 0 0 16,-6-6 0-16,-4 3 0 0,-4 3 0 0,-2-2 0 15,-4 0 0-15,-5 1 0 0,-3 0 0 0,-8-2 0 16,-8-2 0-16,-4 2 0 0,-4-3 0 0,-4 2 0 16,-2-6 0-16,-6 3 0 0,-7 0 0 0,-3 0 0 0,-2-2-128 15,-6 1 128-15,-5 0 0 0,-2-1 0 16,-2 1-144-16,-3 1 144 0,-8-1 0 0,0 0 0 15,-2-2 0-15,-1 2 0 0,-1 0 0 0,-2 0 0 0,0-2 0 16,3 1 0-16,0-1 0 0,0 1 0 0,0-1 0 16,5 0 0-16,4 0 0 0,2-2 0 0,1 2 0 0,5-1 0 15,5-1 0-15,7 0 128 0,2 2-128 0,6 0 144 16,6-4-16-16,7 5 0 0,3-1 0 0,7-1 0 16,5 2 0-16,7-2-128 0,3 0 192 0,10-4-64 15,6 5 64-15,7 0 0 0,5 3 0 0,6-2 0 16,6 2-48-16,6 1 0 0,4 1 0 0,5 0 0 15,3 1-144-15,9 1 0 0,0 0 144 0,0 0-144 16,0 0 0-16,0 0 0 0,0 0 0 0,0 0 0 16,10 5-528-16,-10-5-80 15,12 7-16-15,1-1 0 0,-1 1-2208 0,1 0-448 16</inkml:trace>
  <inkml:trace contextRef="#ctx0" brushRef="#br0" timeOffset="-211213.68">15633 6633 44223 0,'-46'-80'1968'0</inkml:trace>
  <inkml:trace contextRef="#ctx0" brushRef="#br0" timeOffset="-210574.84">14036 5427 10127 0,'0'0'448'0,"0"0"96"16,-4-8-544-16,4 8 0 0,0 0 0 0,0 0 0 0,0 0-208 0,0 0-160 16,4-8-16-16,5 3-16 15,3 2-256-15,5-1-48 0,3-2-16 0,7-1 0 0,3 1 1136 0,5 1 224 16,5-1 64-16,10 4 0 0,4-2 640 0,13 2 128 0,9 1 16 0,3-3 16 15,-1 2-672-15,7 0-144 16,5 2-32-16,10 0 0 0,11-1-464 0,3 0-192 0,-2-1 176 0,13 1-176 16,13 0 320-16,4 0-16 0,2-1-16 0,12 0 0 15,8-1 528-15,12 2 96 0,8-5 32 0,1 5 0 16,-2-1-496-16,3 0-80 0,7 0-32 0,5-4 0 16,4 4-208-16,1-1-128 0,-3 1 160 0,-8 0-160 15,-11 1 0-15,-4 1-320 0,-2 0 64 16,-12 3 0-1,-16-2-688-15,-12 3-128 0,-13-2-16 0,-16 1-16 16,-19 0-240-16,-15 1-32 0,-15 1-16 0,-10-1 0 16,-8-2 512-16,-11 0 112 0,-9-2 0 0,-6 0 16 0,-13 0 496 0,0 0 80 0,0 0 32 0,0 0-2736 15,0 0-560-15</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9:02:31.033"/>
    </inkml:context>
    <inkml:brush xml:id="br0">
      <inkml:brushProperty name="width" value="0.05292" units="cm"/>
      <inkml:brushProperty name="height" value="0.05292" units="cm"/>
      <inkml:brushProperty name="color" value="#0070C0"/>
    </inkml:brush>
  </inkml:definitions>
  <inkml:trace contextRef="#ctx0" brushRef="#br0">2433 3189 44575 0,'0'0'1984'0,"0"0"384"0,0 0-1888 0,0 0-480 15,0 0 0-15,0 0 0 0,0 0 592 0,0 0 32 16,0 0 0-16,-4 7 0 0,-1 1 640 0,-1 4 128 16,1 1 16-16,-1 4 16 0,-1 2-704 0,-1 5-144 15,0-2-16-15,-1 1-16 0,0 1-128 0,1-2-32 16,1 0 0-16,-3-1 0 0,1-2-240 0,2 0-144 16,-1-2 160-16,1-2-160 0,1-2 0 0,-1-1 0 15,2-3 0-15,1 0 0 0,0-1 0 0,0-3 0 16,4-5 0-16,0 0-160 0,0 0-128 0,0 0-32 0,-4-5 0 15,2-3 0 1,0-1-208-16,2-1-48 0,0-2-16 0,3-2 0 16,1-7 32-16,0 0 16 0,0-1 0 0,1-3 0 0,0-1 112 0,3-1 32 0,1-2 0 15,0 4 0-15,-1-1 256 0,0 4 144 0,0 2-160 0,1 3 160 16,-1 4 0-16,-1 3 0 0,0 2 128 0,-1 2-128 16,1 0 512-16,-7 6-16 0,8 3 0 0,0 1 0 15,-1 1 160-15,1 0 48 0,-1 3 0 0,1 3 0 0,-1-1-208 16,1 3-48-16,0 1 0 0,3 2 0 0,-2 0-192 0,1 1-32 15,2 0-16-15,1-1 0 0,1 0-208 0,2-3 128 16,1 0-128-16,0-1 0 0,2 0 0 0,0-1 0 16,-1 1 0-16,0-3 0 0,-1 0 0 0,0 0 0 15,-1-2 0-15,-2 2 0 0,-2-4-256 16,-1 1 64-16,0-3 16 0,-2 0 0 16,-3 0-32-16,-6-3-16 0,0 0 0 0,0 0 0 0,0 0 224 0,0 0-192 15,0 0 192-15,0 0-192 0,-3 6 192 0,-3-1 0 16,-1 1 0-16,-3 0 0 0,-1-2 0 0,-5 1 128 15,-4 0-128-15,-2 1 160 0,-1-2 0 0,-3 2 0 16,-4 2 0-16,0-2 0 0,0-2-160 0,0 2 0 16,1 0 0-16,2 1 128 0,2-3-128 0,0 2-176 15,2 1 48-15,2-2 0 16,3-3-2048-16,3 1-384 0,4 0-96 0,3-3-16 0</inkml:trace>
  <inkml:trace contextRef="#ctx0" brushRef="#br0" timeOffset="3294.98">3040 2961 23951 0,'0'0'1056'0,"0"0"224"0,0 0-1024 0,-2-5-256 16,-2-1 0-16,4 6 0 0,0 0 3936 0,0 0 736 15,0 0 128-15,-4 6 48 0,-1 2-2320 0,-1 5-464 16,1 5-80-16,1 4-32 0,2 6-928 0,0 3-192 16,4 2-48-16,-1 2 0 0,2 3-80 0,3 2-32 15,2-2 0-15,1 0 0 0,3-4-304 0,2-3-64 16,0-1-16-16,3-3 0 0,0-2-288 0,2-3 0 15,-1 2 0-15,0-7 0 0,0-2 0 0,-1-2 0 16,0-1 0-16,0-3-144 0,-2-2-16 0,2-5 0 16,-3 0 0-16,0-4 0 0,-1 0-16 0,-1-2 0 15,0-1 0-15,1-3 0 0,-3-1 176 0,2-4-160 16,-2-1 160-16,2 0-160 0,-2-4 160 0,2-3 0 16,-4-2 0-16,0-3 0 0,0-2-128 0,0-3 128 15,-2-3-128-15,1 0 128 0,-2-2-160 0,0-1 160 0,0-3-192 16,0 2 192-16,-1 0-160 0,0 1 160 0,0 8-128 15,-3 2 128-15,1 5 0 0,-1 4 0 0,0 5 0 0,-1 4 0 16,0 1 272-16,0 8 48 0,0 0 0 0,0 0 0 16,2 10 0-16,-2 4 0 0,1 2 0 0,0 4 0 0,2 3-64 15,-1 2-16-15,1 0 0 0,1-2 0 16,-1 4-240-16,-1-3 128 0,2 0-128 0,0-1 0 0,-1-2-224 0,2-1-144 16,-3-2-16-16,1 0-16 15,-2-1-1136-15,1 0-240 0,-1-5-32 16,-1 1-16-16,-1 0-2576 0,-2-3-512 0</inkml:trace>
  <inkml:trace contextRef="#ctx0" brushRef="#br0" timeOffset="3522.99">2824 2848 27647 0,'0'0'1216'0,"0"0"256"0,0 0-1168 0,0 0-304 16,0 0 0-16,0 0 0 0,6-7 4416 0,3 1 832 16,3-1 176-16,1 3 16 0,3-1-3312 0,1 4-656 15,2-6-144-15,2 3-32 0,1 1-848 0,2-1-192 16,1 0-16-16,2 0-16 0,0 0-224 0,1-1 0 0,-1-2 0 0,2 1-160 31,0-2-1984-31,-1 0-400 0,1 0-80 0</inkml:trace>
  <inkml:trace contextRef="#ctx0" brushRef="#br0" timeOffset="3702.39">3429 2797 20271 0,'0'0'896'0,"0"0"192"0,0 0-880 0,0 0-208 0,2 7 0 0,-2-7 0 16,0 0 5888-16,6 3 1152 0,-6-3 208 0,9 4 48 0,0-2-4160 0,3-1-832 16,1 0-160-16,1-1-32 15,3-1-1376-15,0 0-272 0,1-1-48 0,4-2-16 0,2-1-272 0,1 0-128 16,2 1 128-16,0-1-128 15,1 0-720-15,0 0-240 0,2-1-32 0,0 4-14944 16,-1-1-2976-16</inkml:trace>
  <inkml:trace contextRef="#ctx0" brushRef="#br0" timeOffset="3940.9">4321 3081 23039 0,'0'0'2048'0,"0"0"-1648"16,0 0-400-16,0 0 0 0,0 0 6992 0,0 0 1328 16,9 5 256-16,0-2 48 0,-1-3-6256 0,1 0-1264 15,0-1-240-15,3-1-48 0,1-3-272 0,1 1-48 16,0 2-16-16,2-2 0 0,0-1-480 0,1-1 0 0,-1 2 0 0,1-1 0 16,0 0 0-16,0 1 0 15,-1 2-128-15,0-2 128 16,-2 1-976-16,-1 2-96 0,-1 2-16 0,-3 0 0 15,0-1-1952-15,-9 0-400 0,0 0-80 0,0 0 0 0</inkml:trace>
  <inkml:trace contextRef="#ctx0" brushRef="#br0" timeOffset="4112.31">4237 3266 22111 0,'0'0'1968'0,"0"0"-1584"0,0 0-384 0,0 0 0 0,0 0 6528 0,7 3 1232 16,0-2 240-16,3-1 64 0,0-1-5552 0,3 0-1104 15,3-1-208-15,1-2-48 0,1 1-624 0,3-4-112 16,1 2-32-16,1 0 0 16,2-1-384-16,1 0 0 0,3-1 0 0,2 0 0 15,0-3-1040-15,2 4-240 0,0 1-64 0</inkml:trace>
  <inkml:trace contextRef="#ctx0" brushRef="#br0" timeOffset="4819.93">5305 3574 48783 0,'0'0'2160'0,"0"0"448"0,0 0-2096 0,0 0-512 0,5 5 0 0,-5-5 0 0,0 0 896 16,0 0 80-16,0 0 16 0,0 0 0 16,0 0 224-16,0 0 64 0,0 0 0 0,0 0 0 0,5-5-704 0,-1 1-128 15,-1-2-16-15,-2-3-16 0,0-3-224 0,-1 0-32 16,-1-1-16-16,1-1 0 0,1-2-144 0,-1-2 0 15,-1-3 0-15,1-1 0 0,-3-3 0 0,2-2 0 16,0-6 0-16,-2 0 48 0,-1 0-48 0,-1-3 0 16,-1-1 0-16,-1-3 0 0,2 3 0 0,-2 1-160 15,0 4 160-15,0 2-192 0,-1 2 192 0,3 5-208 16,0 2 80-16,1 7 128 0,0 3-176 0,0 4 176 16,0 3-128-16,4 4 128 0,0 0 0 0,0 0-160 15,3 14 160-15,-1 0 0 0,2 6 0 0,4 2 0 16,2 1 0-16,2 2 0 0,3 1 0 0,2-1 0 15,1-1 0-15,1-1 0 0,3-3 0 0,-1-2 0 16,2-1 0-16,-1-2 0 0,0 1 0 0,0-7 0 0,0-1 0 16,-1 0 0-16,0-3 0 0,0-5-128 15,-2 0 128-15,1-5 0 0,-3 1-128 0,1-4 128 16,0-1-192-16,-1-1 192 0,-2-2-192 0,-1-1 192 16,-1-4-192-16,0 0 192 0,-1-1 0 0,-2-3-128 15,-1-3 128-15,2 1 0 0,-1-2 0 0,-1 0 0 0,-1 2 0 16,-1-1 0-16,-1-2 0 0,-1 5 0 15,1-1 144-15,-3 8-144 0,-1 1 0 0,-1 4 0 0,-1 2 0 0,0 7 0 16,0 0 192-16,0 0-64 0,0 0 0 0,3 13 0 16,-2 3 0-16,0 2 0 0,1 4 0 0,-1 3 0 15,-1 2 64-15,1 5 0 0,-1 3 0 0,2-1 0 16,-1 1-192-16,0 2 0 0,2-1 0 0,-2-1 112 16,2 2-112-16,-1-3 0 0,2 0 0 0,-1-4 0 0,1 0 0 15,0-2 0-15,1-3 0 0,0-2 0 0,0 0-320 0,2-4-64 16,1-2-16-16,-2-1 0 15,2-4-1040-15,1-2-208 0,0-1-32 16,2-2-14352-16,0-2-2864 0</inkml:trace>
  <inkml:trace contextRef="#ctx0" brushRef="#br0" timeOffset="5346.5">6413 3253 35935 0,'0'0'1600'0,"0"0"320"0,0-7-1536 0,0-1-384 15,0 0 0-15,-1 0 0 0,1 2 3600 0,-2-1 656 16,0 1 128-16,-2 2 32 0,4 4-2480 0,-7-3-480 16,0 2-112-16,-4 1 0 0,-2 1-800 0,0 6-160 15,-1 0-16-15,-1 5-16 0,-2 1-96 0,0 4-32 16,-1 1 0-16,0 4 0 0,0 5-224 0,-1-4 128 16,0 0-128-16,3 2 0 0,2-1 0 0,2-2 128 15,3 0-128-15,3 0 0 0,0 0 0 0,4-1 0 16,2-1 0-16,1-2 0 0,3-2 0 0,1-2 0 0,3-1 0 15,2-1 0-15,1-4-192 0,1-1 64 0,1 1 128 16,1-3-208-16,2-2-16 0,1-3 0 0,1-3 0 0,0 2 0 16,0-1-48-16,1-2-16 0,-1-3 0 0,1-1 0 15,0 0 48-15,-1 1 16 0,-1-4 0 0,0 2 0 16,-2 0 96-16,0 1 128 0,-4 2-208 0,1-1 80 0,-1 1 128 0,-2 0 0 16,-1 2 0-16,-8 4 0 15,0 0 256-15,0 0 0 0,7 3-16 0,-7-3 0 16,0 0 80-16,7 8 32 0,-2 1 0 0,0 1 0 0,1 1-128 0,-1 1-32 15,0-2 0-15,0 2 0 0,0-2-192 0,1 1 144 16,-1-4-144-16,1 3 128 0,0-1-128 0,-1 1 0 16,0-3 0-16,0-3 0 0,0 1 0 0,1-1 0 15,-6-4 0-15,0 0 0 0,5 6 0 0,-5-6 128 16,0 0-128-16,0 0 128 0,0 0-128 0,0 0 160 16,6 3-160-16,-6-3 160 0,0 0-112 0,0 0-48 15,7-4 0-15,-2-1 0 0,-1-4 0 0,0 1 0 16,1 1 0-16,0-3 0 0,-1-5 0 0,1 0 0 15,1-1 0-15,-1-3 0 0,0-1 0 0,2 1-192 16,-1-1 192-16,1 2-208 16,-2-4-704-16,1 1-144 0,0 1-32 0,-1-1-15616 15,0 3-3120-15</inkml:trace>
  <inkml:trace contextRef="#ctx0" brushRef="#br0" timeOffset="6179.57">7126 3240 41119 0,'0'0'1824'0,"0"0"368"0,0 0-1744 0,0 0-448 15,9-1 0-15,-1 0 0 0,-3-1 1232 0,-5 2 176 16,0 0 16-16,0 0 16 0,7 10 352 0,-2 0 80 16,-2 3 16-16,-2 3 0 0,-1 2-960 0,-1 0-192 15,-2 2-32-15,-1-2-16 0,0 0-240 0,-1 0-32 16,0 1-16-16,0-2 0 0,-2-3-208 0,1-1-64 0,-1-1 0 0,2-2 0 15,1 1-128-15,0-4 0 0,0 1 0 0,0-3 0 16,4-5 0-16,0 0-144 0,0 0 144 0,0 0-160 16,0 0-176-16,0 0-48 0,0 0 0 0,-2-7 0 31,-2-2-128-31,2-2-48 0,1-5 0 0,1 2 0 16,1-2 16-16,2-2 0 0,1-1 0 0,0-1 0 0,-2 1 176 0,2-1 48 15,0 0 0-15,1 4 0 0,1 0 320 0,-1 4 0 0,-1 3-144 0,0 2 144 16,-4 7 224-16,0 0 96 0,0 0 32 0,7 0 0 0,1 3 352 15,0 2 64-15,-1 3 0 0,0 3 16 16,3-1-224-16,-3 2-48 0,0 2-16 0,1-1 0 0,2 1-192 0,1 2-48 16,0-3 0-16,2 1 0 0,0-2-256 0,2 0 160 15,0 0-160-15,2-1 128 0,0 1-128 0,3-4 0 16,-1 0 0-16,2 0 0 0,0-2 0 0,0 1 0 16,-1-1 0-16,-1-1 0 0,-1-1 0 0,1-1-224 15,-2-1 48-15,-2 1 16 0,0 1-48 0,-4-1-16 16,0-3 0-16,-3 1 0 0,-8-1-32 0,0 0 0 15,0 0 0-15,0 0 0 0,0 0 256 0,0 0-192 16,0 0 192-16,0 0-192 0,-10-1 192 0,-3 1 0 16,-4-3 0-16,-2 3 0 0,-3 0 0 0,-3 3 0 15,-4-3 0-15,-1 1 0 0,0-1 0 0,-1 1 0 16,0 1 0-16,1 0 0 0,1 1-128 0,3 1 128 16,2-4-208-16,5 2 80 15,2 0-704-15,4-1-144 0,2 0-32 0,5 0 0 16,6-1-1056-16,0 0-224 0,0 0-32 0,6-2-11344 15,6-1-2272-15</inkml:trace>
  <inkml:trace contextRef="#ctx0" brushRef="#br0" timeOffset="6460.53">7887 3081 40479 0,'0'0'1792'0,"7"-4"384"0,-4-5-1744 0,2 1-432 0,0 1 0 0,-1 1 0 16,-4 6 2112-16,0 0 352 0,0 0 64 0,0 0 16 15,0 0-656-15,0 0-128 0,0 0-32 0,4 9 0 0,-3 2-896 0,0 2-192 16,-1 3-48-16,2 1 0 0,-1 1-352 0,0 1-80 16,-1 1-16-16,2 2 0 0,-2 2-16 0,0 0 0 15,1 4 0-15,0-4 0 0,2 3-80 16,2-4-48-16,-2-2 0 0,-1 0 0 0,1 0 0 0,0-2-240 16,-1-1 80-16,1-2 16 15,-2-3-160-15,2 0-16 0,-2-6-16 0,0 0 0 16,-1 0-944-16,0-7-176 0,0 0-32 0,0 0-16 15,0 0-1424-15,-6 0-272 0,-1-1-64 0,1-2-16512 0</inkml:trace>
  <inkml:trace contextRef="#ctx0" brushRef="#br0" timeOffset="6662.67">7529 2977 48383 0,'0'0'2144'0,"0"0"432"0,0 0-2064 0,0 0-512 15,8-3 0-15,0 1 0 0,-1 0 1072 0,4 2 96 16,2-2 32-16,3 2 0 0,2-3 112 0,4 1 32 0,3-2 0 0,5 1 0 16,2 1-848-16,4 0-176 0,1 1-16 0,4 0-16 15,2-2-144-15,0-1-16 0,-2-1-128 0,1 1 192 16,-1 0-128-16,-2 1-64 0,-1 1 0 0,-2-2 0 16,-1 0-192-16,-1 0-48 0,-1 1 0 0,-2 1 0 31,0 1-2160-31,-1 1-432 0</inkml:trace>
  <inkml:trace contextRef="#ctx0" brushRef="#br0" timeOffset="7148.67">8797 3260 33167 0,'0'0'2944'0,"0"0"-2352"0,0 0-464 0,0 0-128 16,0 0 3904-16,0 0 768 0,0 0 160 0,0 0 32 15,8 2-2928-15,1-2-576 0,1 0-112 0,0-2-32 16,3 1-416-16,1-2-96 0,3-1 0 0,3 4-16 16,2-4-448-16,0 2-96 0,2-4-16 0,-1 2 0 0,-1 2-128 0,0-2 0 15,1-1 0-15,4-1 0 16,-2 3-448-16,0 0-128 0,-3-1-32 0,-3 1 0 16,-2 3-1504-16,-2-1-288 0,-2 0-64 0,-4 1-19872 15</inkml:trace>
  <inkml:trace contextRef="#ctx0" brushRef="#br0" timeOffset="7330.01">8894 3347 13823 0,'-17'16'1216'0,"10"-10"-960"16,1 0-256-16,-2-1 0 0,2-1 8256 0,6-4 1616 15,0 0 320-15,0 0 64 0,0 0-7824 0,0 0-1584 16,0 0-304-16,6 5-64 0,3-1 464 0,3 1 80 16,2-4 32-16,3 1 0 0,3-4-608 0,2 1-128 15,3-2-32-15,2 1 0 0,2 1-288 0,0-3 128 16,1 0-128-16,-2 0 0 0,0 1 0 0,-2-2 0 15,-2 1 0-15,1-2 0 16,-1 2-1680-16,-2 1-304 0,-1-1-48 0,-2 0-13712 16,-1 2-2752-16</inkml:trace>
  <inkml:trace contextRef="#ctx0" brushRef="#br0" timeOffset="12017.41">10216 2947 31327 0,'9'-12'2784'0,"-9"12"-2224"15,4-6-560-15,-1-1 0 0,-1 1 2704 0,1 0 432 16,-2 0 96-16,-1 6 16 0,0 0-1424 0,0 0-288 16,-6-3-48-16,-1 6-16 0,-1 0 16 0,-2 4 0 15,-3 6 0-15,0 2 0 0,-4 4-736 0,-1 6-160 16,-3 5-16-16,-1 5-16 0,-2 0-112 0,1 2-32 15,0 2 0-15,4 2 0 0,2-1-128 0,3-1-32 0,3-5 0 0,3-1 0 16,4-3-256-16,4-2 160 16,4 0-160-16,4-4 128 15,3-3-576-15,2-3-128 0,4-1-32 0,1-2 0 16,1-5-496-16,5-2-112 0,2-4 0 0,1-1-16 16,1-1-1216-16,0-6-240 0,1-1-64 0,-2-4-10912 0,-2-3-2192 15</inkml:trace>
  <inkml:trace contextRef="#ctx0" brushRef="#br0" timeOffset="12231.47">10599 3101 30399 0,'0'0'1344'0,"0"0"288"0,0 0-1312 0,0 0-320 0,0 0 0 0,0 0 0 0,0 0 4352 0,-1 8 816 15,0 1 144-15,-1 4 48 0,0 0-3088 0,-1 2-608 16,0 1-128-16,1 2-32 0,1 2-768 0,-1 0-160 16,2-1-16-16,0 1-16 0,2-2-336 0,0 0-64 15,1-1-16-15,-1 0 0 0,1-4-128 0,1 0-176 16,0-4 48-16,0 0 0 15,0-1-960-15,-4-8-192 0,0 0-48 0,0 0 0 16,9 4-896-16,-1-1-176 0,-1-5-32 0,1-2-16 16,0-2-1792-16,-1-3-368 0,7-17-64 0,0-2 0 0</inkml:trace>
  <inkml:trace contextRef="#ctx0" brushRef="#br0" timeOffset="12485.13">10777 2888 47391 0,'0'0'2112'0,"0"0"416"0,0 0-2016 0,0 0-512 0,0 0 0 0,0 0 0 15,0 0 832-15,7 3 80 16,2 3 16-16,1-3 0 0,-1 1 256 0,1 2 48 16,2 2 16-16,1 1 0 0,3-2-592 0,1 1-112 0,2 2-32 0,2 2 0 15,0 1-304-15,1-1-64 0,1-1-16 0,1 5 0 16,1 5-128-16,-2-4 0 0,1-3 0 0,-1 4 128 16,1 1-128-16,-4 0 0 0,-1 0 0 0,-2 0 0 15,-2 1 0-15,0 1 0 0,-5-2 0 0,-1-1 0 16,-2 3 0-16,-3 0 0 0,-4-3 0 0,-3 1 0 15,-1 0 0-15,-2-2 0 0,-4 0 0 0,-1-1 0 16,-2-3-144-16,-3-2 144 0,-1 1 0 0,1-3 0 16,1-1-864-16,-1-1-64 0,-1-1-16 0,2-2-15488 15,0 0-3088-15</inkml:trace>
  <inkml:trace contextRef="#ctx0" brushRef="#br0" timeOffset="13623.79">12058 2824 20271 0,'0'0'1792'0,"0"0"-1424"16,1-6-368-16,1-1 0 0,-1 1 3904 0,0 1 704 0,-1 5 128 0,0 0 48 16,-1-8-2160-16,0 1-448 15,-2 3-64-15,2-1-32 0,1 5-352 0,-4-1-64 16,-3 1 0-16,1 4-16 0,-3 5-624 0,0 3-112 0,-4 1-16 0,-2 5-16 16,-2 5-176-16,-1 2-16 0,0 3-16 0,-1 5 0 15,1 1-256-15,0 3-48 0,0 2-16 0,1 0 0 16,2-2-128-16,5-2-32 0,4 0 0 0,2-1 0 15,2 0-192-15,6-3 0 0,3-4 0 0,2 0 0 16,3-1 0-16,1-7 0 0,1-2 0 0,2-3 0 16,-1 2-496-16,2-7 16 15,0-1 0-15,1-3 0 0,2-1-800 16,1-3-144-16,-2-2-48 0,1-1 0 0,-2-4-1616 0,2 1-336 0,-1-5-64 0</inkml:trace>
  <inkml:trace contextRef="#ctx0" brushRef="#br0" timeOffset="13973.1">12311 3007 17503 0,'0'0'1552'0,"0"0"-1232"0,-7-3-320 0,2-1 0 0,3-1 6944 0,2 5 1328 16,0 0 272-16,0 0 48 0,0-6-6144 0,0 6-1232 16,6-4-240-16,2 0-48 0,0 0 144 0,5 0 16 15,1 1 16-15,2-2 0 0,2 3-624 0,0-2-128 16,2-1-32-16,1-1 0 0,1 2-96 0,1 0-32 15,1-5 0-15,-1 3 0 0,-1-1-192 0,1 2 144 16,-1 1-144-16,-3 2 128 0,0-1-128 0,-2 3 0 16,-3 1 0-16,-2 2 0 0,-2-1 144 0,-2 4-144 15,-2 3 160-15,-2 3-160 0,-2 1 192 0,-4 4-48 16,-2 2-16-16,-1 5 0 0,-1 3-128 0,-3 0 192 0,-2 2-192 0,-1-2 192 16,2 2-144-16,0-2-48 0,-1 1 0 0,1-2 0 15,-1-1 0-15,1-2 0 0,-1-1 0 0,2-1 0 16,0-1 0-16,3-2 0 0,0-1 0 0,1-3 0 15,1 1-192-15,0-6-16 0,0 0-16 0,2-3 0 16,2-6-816-16,0 0-176 0,0 0-16 16,0 0-16-16,0 0-1872 0,0 0-368 15,0 0-80-15</inkml:trace>
  <inkml:trace contextRef="#ctx0" brushRef="#br0" timeOffset="14147.51">12404 3124 45951 0,'0'0'2048'0,"0"0"400"0,-4-5-1952 0,4 5-496 0,0 0 0 0,0 0 0 0,2-8 960 0,2 3 112 16,3 1 16-16,1 2 0 0,2-2-256 0,2 1-32 16,1 0-16-16,1 1 0 0,2 0-640 0,2 0-144 15,3 1 0-15,1-1 0 0,1 2-256 0,2 0-64 16,1 2 0-16,0-2 0 16,0-2-1984-16,2 0-384 0,0-1-96 0,1 0-17312 0</inkml:trace>
  <inkml:trace contextRef="#ctx0" brushRef="#br0" timeOffset="14523.56">12997 2998 41471 0,'0'0'1840'0,"0"0"368"0,0 0-1760 0,0 0-448 0,0 0 0 15,0 0 0-15,0 0 1792 0,0 0 288 0,6-3 48 16,-6 3 16-16,8-1-416 0,1-2-96 0,2-1-16 0,0 2 0 15,1 0-848-15,1 2-192 0,0-2-16 0,2-1-16 16,-1 2-208-16,2-2-32 0,-2 6-16 0,0-3 0 16,-1 1-160-16,2 2-128 0,-4-1 192 0,0 2-192 15,-2 2 144-15,-1 1-144 0,-3 1 0 0,-1 1 144 16,-3 2-144-16,-1 1 0 0,-2 2 144 0,-4 3-144 0,-3 1 128 0,-1 0-128 16,-2 2 128-16,-2 1-128 0,-2 0 0 0,0-1 0 15,1 1 0-15,-2 2 128 0,0-1-128 0,1-1 0 16,2-1 0-16,2-1 0 0,2-2 0 0,1-2 0 15,1-3 0-15,3 1 0 0,2-1 0 0,3-1 0 16,1-1 0-16,3-4 0 0,1 1 0 0,3-3 0 16,3 1 0-16,2-4 32 0,5-2-32 0,1-1 0 15,2 0 0-15,1-3 0 16,3-2-480-16,1-2-96 0,0-3 0 0,2-1-16 16,2-1-1600-16,0-2-320 0,0 1-64 0,0-6-12720 15,-2 0-2528-15</inkml:trace>
  <inkml:trace contextRef="#ctx0" brushRef="#br0" timeOffset="14814.1">13607 3077 9215 0,'0'0'400'0,"0"0"96"0,4-9-496 0,-2 4 0 16,0-2 0-16,-2 7 0 0,0 0 8800 0,0 0 1664 16,0 0 336-16,0 0 64 0,0 0-7024 0,-7 0-1408 15,-1 0-288-15,-1 7-48 0,0 0-1120 0,-1 3-208 0,-1 3-64 0,0 3 0 16,-4 5-432-16,0-2-80 16,-1 2-32-16,2 0 0 0,1 1-112 0,2 0-48 0,1 2 0 0,2-5 0 15,1 2 0-15,3-1 0 0,2-1 0 0,2-3 0 16,4-2 0-16,1-1 0 0,1-1 0 15,5 0 0-15,1-6 0 0,1 2 0 0,1 0 0 0,2-4 0 16,1-4 0-16,1 0 0 0,1-2 0 0,1 0 0 16,-2-3-304-16,0-2 48 0,-1-1 16 0,0 0 0 15,-1-1 48-15,-2-1 0 0,-1-5 0 0,-1 1 0 16,-3 1-48-16,0-3 0 0,-2 1 0 0,-2-2 0 0,-2 0-48 16,-3 0-16-16,-2 0 0 0,0 0 0 15,-3-1-144-15,-1 2-48 0,0-2 0 16,-2 1 0-16,0 0-1376 0,-1-1-288 0,-1 1-48 15,-1-1-12320-15,1 3-2480 0</inkml:trace>
  <inkml:trace contextRef="#ctx0" brushRef="#br0" timeOffset="15102.06">13731 2616 31327 0,'0'0'2784'0,"0"0"-2224"16,0 0-560-16,0 0 0 0,9-4 3328 0,1 4 544 15,2 4 112-15,-2 0 32 0,1 1-1088 0,2 3-224 16,3 0-32-16,1 3-16 0,2 0-1408 0,2 3-288 16,2 2-48-16,1 1-16 0,1 1-624 0,-1 3-128 15,2 2-16-15,1 1 16 0,-3-1-144 0,1 2 0 16,0 2 0-16,0 2 0 0,1 1 0 0,-4 3 0 0,-1 1 0 0,-2 1 0 16,0-3 0-16,-4 4 0 15,-2-4 0-15,-2 2 0 0,-4-1 0 0,0-1 0 0,-3-1 0 16,-3 2 0-16,-2-3 0 0,-2 1 0 0,-2-3 0 0,-1-1 0 15,-2-1 0-15,-1-2 0 0,0-1 0 16,-1-1 0-16,0-1 0 0,0-1 0 0,0-1 0 0,1-2 0 16,0 0-320-16,0-1 0 0,0-3 0 0,1-1-16944 15,2-2-3392-15</inkml:trace>
  <inkml:trace contextRef="#ctx0" brushRef="#br0" timeOffset="19094.25">14973 2712 29487 0,'0'0'2624'0,"0"0"-2112"0,-5-1-512 0,0 0 0 15,0 1 2944-15,-1 1 464 0,1 0 112 16,-1 2 0-16,-2 1-1520 0,-3 4-304 0,1 3-64 0,-2 2-16 16,-2 6-432-16,-2 3-96 0,-2 4 0 0,-3 1-16 15,-1 6-368-15,-2 3-64 0,1 5 0 0,0 1-16 0,-2 1-64 0,3 0-16 16,1 0 0-16,2-3 0 0,4 0-208 0,3 0-32 16,3-3-16-16,4 0 0 0,2-5-288 0,3-2 0 15,3-1 128-15,2-3-128 0,3-2 0 16,1-1 0-16,3-5 0 0,1 1 0 0,2 0 0 0,1-2 0 15,1-4-192-15,1 0 192 16,0-2-1024-16,2-1-128 16,0-1 0-16,2-5-16 0,0-1-2032 0,0-3-416 0</inkml:trace>
  <inkml:trace contextRef="#ctx0" brushRef="#br0" timeOffset="19315.18">15329 3067 12255 0,'0'0'544'0,"0"0"112"0,0 0-528 0,0 0-128 0,0 0 0 15,0 0 0-15,0 0 0 0,0 0 128 0,0 0-128 0,0 0 128 16,0 0-368-16,7 1-80 0,-7-1 0 0,0 0-3184 15,7 3-624-15</inkml:trace>
  <inkml:trace contextRef="#ctx0" brushRef="#br0" timeOffset="19906.46">15659 3059 43887 0,'0'0'1936'0,"0"0"416"0,0 0-1888 0,1-5-464 16,1-4 0-16,-1 1 0 0,-2 1 1296 0,-1 4 176 16,2 3 16-16,-4-7 16 0,-1 0 32 0,0 2 0 0,-8-1 1536 15,5 3-2400-15,-1 3-160 0,-2 1-48 0,0 2 0 16,-2 1-144-16,-2-1-16 0,0 2-16 0,-2 1 0 15,0 3-112-15,1 2-32 0,1-1 0 0,0 3 0 16,1 3-144-16,0-2 128 0,0 1-128 0,4-1 128 16,1-1-128-16,2 0 0 0,2 0 0 0,1-1 0 15,3-2 0-15,2 2 0 0,3-3 144 0,3-1-144 16,1-2 0-16,2 1 128 0,3-2-128 0,1 0 0 16,2-2 0-16,1-2-240 0,3-1 48 0,0-1 0 15,1-2-16-15,1 0 0 0,1-1 0 0,-1-2 0 0,0 0-48 16,-1-2-16-16,-3 2 0 0,-1-4 0 0,0 1-48 0,-3 0-16 15,-1 0 0-15,-1-1 0 0,-3-2 96 0,-1-1 32 16,-2-3 0-16,-2 2 0 0,-2-1 208 0,-2 2-144 16,-2 0 144-16,0 0-128 0,-3 0 128 0,-2 2-128 15,-2 1 128-15,-2 0-128 0,-2 1-144 0,-2 2-32 16,-3 3 0-16,-3-1 0 16,-1 4-1136-16,-2 2-224 0,-1 1-64 0,1 1 0 15,-3 3-1344-15,3 2-288 0,0 2-48 0</inkml:trace>
  <inkml:trace contextRef="#ctx0" brushRef="#br0" timeOffset="20243.75">15637 3236 13823 0,'0'0'1216'0,"0"0"-960"16,2-6-256-16,2 1 0 0,-4 5 5424 0,0 0 1040 0,0-6 192 15,0 6 64-15,0 0-3312 0,-6-2-656 0,-2 3-128 16,-1 3-16-16,-2 3-880 0,0 0-192 0,-2 3-16 0,-2 4-16 15,-2 0-528-15,2 3-96 0,-1 1-32 0,2 1 0 16,2-2-336-16,2 0-64 0,2-4 0 0,4 1-16 16,1 2-304-16,3-6-128 0,2 0 0 0,1 0 128 15,4-1-128-15,3 1 0 0,5-2 0 0,0-3-176 16,4-1-320-16,0-3-64 0,2-1-16 0,1 0 0 16,2-1 384-16,-1-2 64 0,-1 0 128 0,-1-3-208 15,-3 1-208-15,1-4-32 16,-2 0-16-16,-3 0 0 0,-1 0 16 0,-3-4 0 0,0 0 0 0,-4-2 0 0,-1 1 288 0,-2-2 160 15,-3 1-160-15,-3-1 160 0,-1 0-352 0,-1 2 32 16,-3 2 0-16,-1 0 0 0,-1 2-32 0,-1-2 0 16,0 2 0-16,0 2 0 15,1-1-1472-15,1 2-288 0,-1 4-64 0,3-3-16 16,1 4-2064-16,6 2-416 0</inkml:trace>
  <inkml:trace contextRef="#ctx0" brushRef="#br0" timeOffset="20588.22">16109 3063 23951 0,'0'0'1056'0,"0"0"224"16,0 0-1024-16,0 0-256 0,0 0 0 0,0 0 0 0,0 0 5072 0,0 0 960 15,0 8 192-15,-3 0 48 0,-3 1-3392 0,-2 3-656 16,-3-1-144-16,0 5-32 0,-2 0-976 0,0 2-208 16,-2 0-32-16,2 0-16 0,1 1-416 0,2-4-80 0,1 2 0 0,2-1-16 15,2-1-304-15,3 1 128 0,0-2-128 0,4-1 0 16,0-1 0-16,3-3 0 0,2-1 0 0,3-1 0 15,2 0-160-15,4-1-32 0,2-2-16 0,1-3 0 32,1 0-224-32,1 1-32 0,0-1-16 0,0-2 0 0,-2-3-96 0,-1-2-32 15,-1 1 0-15,-1-1 0 0,0-2 48 16,-3-1 16-16,-3-3 0 0,-1 2 0 0,-2-3 304 0,-1 2 64 0,-2-2 16 0,0 0 0 16,-3-1 160-16,-1-1 0 0,-1 2 0 0,-1 2 0 0,-2-5 0 0,-2 2 144 15,0 1-144-15,-3-1 0 0,-2 3 0 0,0 0 0 16,-2 4 0-16,-2-3 0 0,1 4-240 0,0-1-96 15,-1 2-32-15,2 3 0 16,0 2-1744-16,3 0-368 0,2 0-64 16,8 0-10640-16,0 0-2144 0</inkml:trace>
  <inkml:trace contextRef="#ctx0" brushRef="#br0" timeOffset="20922.64">16545 3118 32255 0,'0'0'2864'0,"0"0"-2288"15,0 0-576-15,0 0 0 0,0 0 3088 0,-2 6 512 16,2-6 112-16,-7 8 0 0,-2 3-1424 0,-3 0-304 16,-1 2-48-16,-1 2-16 0,-2-1-784 0,1 3-176 15,-1 1-16-15,1 0-16 0,-1 1-288 0,2-2-48 16,1-2-16-16,2 1 0 0,2 1-448 0,2 0-128 16,4-3 0-16,1-1 0 0,4-2 0 0,1-4 0 15,5 0 0-15,4 0 0 0,1-2-176 0,3 0 0 0,2-1 0 16,3-2 0-1,1-2-208-15,3-1-32 0,-1-3-16 0,3 2 0 16,-1-5-80-16,0 1 0 0,-2-1-16 0,0-3 0 0,-4-1 272 0,-4 2 48 0,0-3 16 0,-3 1 0 16,-1-2 192-16,-3 0 0 0,-2-3 0 0,-2 3 0 15,-1 1 208-15,-3 0-16 0,-2-1 0 0,-2 2 0 16,-1-1 32-16,-1 1 0 0,-2 1 0 0,0 0 0 16,-3-1-224-16,1 2 0 0,0-3 128 0,0 3-128 15,-1 0-480-15,1 3-144 16,1-1-16-16,1 1-16 0,2 0-1968 0,1 1-384 0,4 5-64 0</inkml:trace>
  <inkml:trace contextRef="#ctx0" brushRef="#br0" timeOffset="21098.77">17087 3197 45151 0,'0'0'2000'0,"6"-2"416"0,2 0-1936 0,5-2-480 16,4-1 0-16,1 0 0 0,0-1 2112 0,2-1 336 15,-1-1 64-15,2 0 16 0,0 2-1648 0,-1-1-336 16,-1 1-64-16,1-1-16 16,1 1-864-16,0-1-176 0,-2 2-48 0,2 0-15568 15,1-2-3136-15</inkml:trace>
  <inkml:trace contextRef="#ctx0" brushRef="#br0" timeOffset="21662.45">17821 2940 23039 0,'-16'-5'2048'0,"11"4"-1648"0,2-3-400 0,3 4 0 16,0 0 6464-16,0 0 1216 0,0 0 256 0,8-6 32 15,0 0-5600-15,0 1-1136 0,-8 5-208 0,13-6-64 0,0-1-224 16,1 2-48-16,2 1-16 0,3-1 0 0,2-2-480 0,-3 5-192 15,2 0 176-15,-2 2-176 0,-2-2 0 0,1 2 0 16,-2 1 0-16,2 0 0 0,-2 2 0 0,-4 1 0 16,1 0 0-16,-2 1 0 0,-2-4 0 0,0 4 0 15,-8-5 0-15,5 3 0 0,-2 2 0 0,-2 0 0 16,-2 1 0-16,-2 0 0 0,-2-1 0 0,-1 2 0 16,-5-3 0-16,2 2 0 0,0 4 0 0,-4-3 0 15,-1 0 0-15,-2-1 0 0,-1 3 0 0,1-3 0 16,-1 0 0-16,-2 3 0 0,3 0 0 0,2-1 0 15,-1-1 0-15,2-1 0 0,4 1 0 0,1-1 0 16,-1 1 0-16,3-1 0 0,-2 1 0 0,4-1 0 16,3 1 0-16,-1 1 0 0,2-8 0 0,0 0 128 15,6 5-128-15,0 2 0 0,1-4 0 0,2 5 0 16,1-3 0-16,2 2 0 0,1-3 0 0,1 1 0 16,1 0 0-16,0 2 0 0,0-1 0 0,-2 1 0 15,1-1 0-15,0 4 0 0,-1-3 0 0,-1 1 0 0,0 0 0 16,-3 0 0-16,-1 0 0 0,-4 2 0 0,0-2 0 0,-3 2 0 15,-1-10 0-15,-4 12 0 0,-1-3 0 0,-2 2 0 16,0-1 0-16,-5 3 0 0,-4-2 0 0,-2-2 0 16,-2 1 0-16,1-2 0 0,-3 0 0 0,0 0 0 15,-2-1 0-15,2 0 0 0,0-1 0 16,1 0 0-16,3-2 0 0,1-2-192 0,1 1 192 0,0-2-208 16,5 2-880-16,3-2-160 0,1-1-32 15,7 0-16-15,0 0-2112 0,11-9-432 16,6-2-64-16</inkml:trace>
  <inkml:trace contextRef="#ctx0" brushRef="#br0" timeOffset="22018.29">18334 3097 28559 0,'0'0'2544'15,"0"0"-2032"-15,3-4-512 0,-3 4 0 0,0 0 5504 0,0 0 1024 16,0 0 192-16,0 0 32 0,0 0-4576 0,0 0-928 16,0 0-176-16,-4 7-48 0,-1 0-384 0,-2 1-96 15,-1 1-16-15,-1 3 0 0,-1-2-320 0,-3 5-64 16,-3-3-16-16,3 1 0 0,3 0-80 0,0 1-48 15,3-1 0-15,1 0 0 0,4-3 0 0,2 1 0 16,1-3 0-16,2 1 0 0,-1 3 0 0,5-3 0 16,2 1 0-16,3 1 0 0,6-2-144 0,3 1-32 15,1-5 0-15,0-1 0 0,-5-2-48 0,0-2-16 16,0-3 0-16,0 2 0 0,-1-2 96 0,-1 0 16 16,0-1 0-16,-2-2 0 0,-2-2 128 0,0-2 0 0,-1 1 0 0,1-3 0 15,-5-1 160-15,-1 0 112 0,-1 1 32 16,-2-1 0-16,-2 1-432 0,-3-2-96 0,-1 0-16 15,-1-1 0-15,-2 1 240 0,0 0 0 0,-3 1 0 0,0-3 0 32,-2 0-544-32,-1 5-16 0,3 0 0 0,-2 3 0 15,-1 2-464-15,0 1-80 0,1 1-32 0,1 1 0 0,-1 3-768 16,1 0-144-16,2 1-48 0,0 3 0 0,4 1-2176 16,5-5-432-16</inkml:trace>
  <inkml:trace contextRef="#ctx0" brushRef="#br0" timeOffset="22338.82">18943 3173 52175 0,'0'0'2304'0,"0"0"496"0,-4-6-2240 0,0 1-560 15,4 5 0-15,-5-6 0 0,-2 0 688 0,0 2 16 16,-4 1 16-16,-2 0 0 0,-1 3 80 0,-3 0 16 16,-3 3 0-16,1-2 0 0,-2 3-528 0,0 2-96 15,0 2-32-15,2 0 0 0,-1 1-160 0,3 3 160 16,4-3-160-16,1 0 160 0,3 0-160 0,1 0 0 15,1 2 0-15,1-1 0 0,4 1 0 0,2-1 0 16,1 3 0-16,3-5-176 0,1 2-48 0,3-1-16 16,1 1 0-16,3-4 0 15,2 2-176-15,3-2-32 0,1 0-16 0,2-2 0 16,5-1-160-16,0-1-16 0,-2-4-16 0,0-1 0 16,0-3 160-16,-4 1 48 0,-1 0 0 0,-2-3 0 0,-3-1 320 0,-2-1 128 15,-4-1 0-15,1-2-144 0,-1 1 144 0,-2 1 0 16,-1-2 0-16,-2-2 128 0,0 2-128 0,-2-1 0 0,1-2 0 0,-1 1 0 15,-1-2-320-15,-1 0-48 0,1 1 0 16,0-2 0 0,0 1-2640-16,-2 0-544 0,0-1-96 0</inkml:trace>
  <inkml:trace contextRef="#ctx0" brushRef="#br0" timeOffset="22639.44">19046 2612 25791 0,'0'0'2304'0,"0"0"-1856"0,0 0-448 0,0 0 0 16,0 0 4736-16,9 1 864 0,2-1 160 0,-1 3 48 0,0-1-3856 0,3 2-768 16,3 0-160-16,1 1-16 0,3 2 208 0,3 1 32 15,6 0 16-15,1 3 0 0,1-1-672 0,3 3-128 16,1 1-16-16,0 3-16 0,-6 2-208 0,2 0-32 16,-3-4-16-16,-2 6 0 0,-1 4-176 0,-3 0 160 15,-1 2-160-15,-2 3 160 0,-1 1-160 0,1 3 0 16,-4 0 144-16,0 3-144 0,0 8 0 0,-3 1 0 15,-4-4 0-15,-4-1 0 0,-4 1 0 0,-3-2 0 16,-2 0 0-16,-2-4 0 0,-2-2 0 0,1-3 0 16,2-6 0-16,-1-1 128 0,0-1-128 0,-1-1 0 15,0 0 0-15,-1-1 0 0,-3-6 0 0,0 0-128 16,1-2 128-16,0-4-192 16,1-1-1456-16,1-1-288 0,-1-3-64 0</inkml:trace>
  <inkml:trace contextRef="#ctx0" brushRef="#br0" timeOffset="23293.95">20635 3262 36863 0,'0'0'3264'0,"0"0"-2608"0,0 0-528 0,0 0-128 0,0 0 3584 16,9-3 704-16,3-4 128 0,2 3 16 0,1 2-3280 0,3-2-672 15,3 1-128-15,2 3-32 16,3-1 320-16,6-1 64 0,3 1 16 0,4 0 0 0,4 0-368 0,3-1-80 16,1 1-16-16,2 0 0 0,2-2-128 0,1 3-128 15,2-1 144-15,-1 1-144 0,1 0 0 0,-4 0 0 16,-1 1 0-16,-4 0 0 0,-2-1 0 0,-4 0 0 16,-2 0 0-16,-5 2-160 15,-3-2-1024-15,-3 0-208 0,-2-2-32 0,-3 1-16 16,-5-2-2272-16,0 2-464 0</inkml:trace>
  <inkml:trace contextRef="#ctx0" brushRef="#br0" timeOffset="23567.96">21802 3056 50447 0,'0'0'2240'0,"0"0"448"0,0 0-2144 0,0 0-544 16,0 0 0-16,0 0 0 0,0 0 608 0,0 0 16 15,0 0 0-15,0 0 0 0,5 7 384 0,2-3 80 16,1 1 0-16,2 0 16 0,2 1-720 0,0 0-128 15,1 2-48-15,1 0 0 0,2 0-208 0,0-1 0 16,3 3 128-16,0-1-128 0,1-2 0 0,-1 1 0 0,2-1 0 0,0-1 0 16,-1 1 0-16,-2-1 0 15,-1 1 0-15,-1-1 0 0,-3 0 0 0,-3-1-128 16,-1 1 128-16,-2 1 0 0,-7-7 0 0,2 8 0 0,-2 1-128 0,-4 0 128 16,-2 0 0-16,-5-2 0 0,-2 3 0 0,-4 0 0 15,-2 2 0-15,-3 0 0 0,-3 1 0 0,-1 0 0 16,-2 0 0-16,1 0-208 0,-2 1 64 0,2-1 16 15,1-2-2480 1,1 1-480-16</inkml:trace>
  <inkml:trace contextRef="#ctx0" brushRef="#br0" timeOffset="24304.15">23183 2968 29487 0,'0'0'2624'0,"0"0"-2112"0,0 0-512 0,0 0 0 16,0 0 4192-16,0 0 736 15,0 0 128-15,0 0 48 0,0 13-2992 0,-4 1-608 0,-3 2-112 0,-1 3-32 16,1 1-160-16,-2 2-48 0,-2 2 0 0,-1-1 0 15,-1 1-688-15,2-1-144 0,0-2-16 0,1 1-16 16,-1-5-144-16,2 0-16 0,0-1-128 0,0-1 192 0,1-3-192 16,2-3 0-16,0-1 128 0,1-2-128 0,5-6 0 0,-5 6 0 15,5-6 0-15,0 0 0 0,0 0-160 0,0 0-80 16,0 0-16-16,-3-6 0 16,2 0-144-16,2-2-48 0,-1-1 0 0,3-3 0 15,1-3-128-15,1-1-48 0,2-2 0 0,2-2 0 16,2-2-96-16,1-2-32 0,0 1 0 0,1 0 0 15,0 3 240-15,0-1 32 0,-1 3 16 0,-2 2 0 0,1 2 288 16,-2 3 176-16,-3 2-192 0,1 5 192 0,-7 4 256 0,0 0 176 16,0 0 16-16,8 4 16 0,1 2 304 0,-1 0 48 15,-2 2 16-15,1 2 0 0,-1 2-208 0,2 1-48 16,0 3 0-16,1-1 0 0,0 0-304 16,1 0-64-16,2 1-16 0,2 1 0 0,2-1-192 0,2-1 0 15,1 0 0-15,1-1 0 0,3-1 0 0,0 0 0 16,1 0 0-16,-1-3 0 0,-1 1 0 0,-1-1 0 15,-1-1-144-15,-3-1 144 0,-2-1-272 0,-2-3 32 16,-4 0 16-16,-2 0 0 0,-7-4 80 0,0 0 16 16,0 7 0-16,-4 0 0 0,-3-2 128 0,-3-1 0 15,-3-1 0-15,-3 1 0 0,-2 1 0 0,-3 3 0 0,-2-6 0 0,-3 3 0 16,-2 1 160-16,0-4-32 0,-2 2-128 0,-2 0 192 16,1 0-192-16,-2 0 0 0,0 1 128 0,-1-4-128 15,-1 1-448 1,1-2-128-16,2-2-16 0,5 2-16 0,3 0-1760 15,6-1-368-15,3-2-64 0</inkml:trace>
  <inkml:trace contextRef="#ctx0" brushRef="#br0" timeOffset="24794.35">23961 2865 38703 0,'0'0'3440'0,"0"0"-2752"16,-5-4-560-16,5 4-128 0,0 0 2832 0,0 0 544 15,-4 8 96-15,0 1 32 0,0 4-1648 0,1 0-320 16,1 3-64-16,1 4 0 0,2 4-832 0,0 2-144 16,3 4-48-16,-1-3 0 0,1 2-256 0,1 0-64 15,1-1-128-15,3 0 192 0,1-2-192 0,1 3 0 16,2-6 0-16,2 2 0 0,-1 0 0 0,2-7 0 15,-1 0 0-15,1-4 0 0,0-2 0 0,-1-1 0 16,2-4 0-16,0-1-160 0,-1-4 16 0,-1-2 0 16,2-2 0-16,-2-4 0 0,-1-1 16 0,-1-3 0 0,0-1 0 15,0-5 0-15,0-2 128 0,-1-3-192 0,0-3 192 16,-1 1-192-16,0 0 192 0,-1-6 0 0,-1-4 0 16,1 2 0-16,-1-3 0 0,0 1 0 0,0 1 0 0,-1-3 0 15,0 1 0-15,-1 0 0 0,0 0 0 0,-2 5 0 16,-1 5 0-16,-1 5 0 0,-1 5 0 0,0 4 0 15,-2 0 160-15,0 7-32 0,0 3-128 0,0 0 192 16,0 0-192-16,-3 13 176 0,0 2-176 0,1 3 160 0,-1 2-160 16,2 3 160-16,0 1-160 0,2-1 160 15,0 6-160-15,0-2 0 0,1-4 0 0,0 1 0 0,2 4 0 0,-1 0 0 16,-2-1 0-16,2-4 0 16,-1-2-368-16,1 1-96 0,-2-5-32 15,1 3 0-15,-1-7-720 0,-1 0-160 0,0-3-32 16,-1-2 0-16,1-8-2096 0,0 0-416 0,0 0-96 0</inkml:trace>
  <inkml:trace contextRef="#ctx0" brushRef="#br0" timeOffset="25004.14">23733 2785 42959 0,'0'0'1904'0,"-4"-4"400"0,-1-2-1856 0,5 6-448 15,0 0 0-15,1-7 0 0,-1 7 1232 0,7-5 160 16,3 1 16-16,2 0 16 0,1 0-272 0,2 2-48 16,1-1-16-16,2 2 0 0,3-3-864 0,1 4-224 15,0 1 0-15,2-1 0 16,-1-1-608-16,2 0-160 0,1-1-48 0,0 2-14096 0,2-4-2832 0</inkml:trace>
  <inkml:trace contextRef="#ctx0" brushRef="#br0" timeOffset="25169.67">24479 2661 49695 0,'0'0'2208'0,"0"0"448"0,0 0-2128 0,9-2-528 0,2-2 0 0,2 1 0 15,1-1 1392-15,0 2 160 0,3-2 48 0,2-1 0 0,2-1-704 16,1 4-144-16,2-2-32 0,1 1 0 0,-1-2-528 0,0 4-192 16,-2-2 144-16,0 2-144 15,0-2-720-15,1 2-240 0,-1 0-32 0,-1 2-15664 16,-3-1-3136-16</inkml:trace>
  <inkml:trace contextRef="#ctx0" brushRef="#br0" timeOffset="25760.44">25095 3084 13039 0,'0'0'208'0,"-9"2"-208"0,9-2 0 0,0 0 8832 16,0 0 1712-16,0 0 336 0,0 0 80 0,0 0-7504 0,0 0-1488 15,0 0-304-15,0 0-64 0,8-2-928 0,4-1-176 16,-1 2-48-16,4 2 0 0,0-1-320 0,4 0-128 15,-1 0 0-15,1 2 144 0,1-1-144 0,0-1 0 16,-2-3 0-16,1 2 0 0,0 0 0 0,-1 1 0 16,-2 1 0-16,-1-2 0 0,1-2 0 0,-2 2 0 15,-1-1 0-15,-1 1 48 16,-3-1-640-16,-1 0-112 0,-2 2-32 0,-6 0 0 16,0 0-1680-16,0 0-336 0,0 0-64 0</inkml:trace>
  <inkml:trace contextRef="#ctx0" brushRef="#br0" timeOffset="25950.14">25070 3156 37775 0,'0'0'3360'0,"0"0"-2688"0,0 0-544 15,0 0-128-15,0 0 2912 0,8 2 544 0,1 3 128 0,2-2 0 16,-1-2-1552-16,3 1-320 0,3-2-64 0,2 1-16 0,2 2-1040 0,2-3-208 16,1 1-32-16,1 0-16 0,-1-1-144 0,1 0-16 15,-1-1-16-15,-1 0 0 0,-1 1-160 0,-2-3 0 16,-2 2 144-16,-2 1-144 0,-1 0-192 0,0-2-96 15,-4 1-32-15,0-2 0 16,0 2-1584-16,-3 1-320 0,-7 0-64 0</inkml:trace>
  <inkml:trace contextRef="#ctx0" brushRef="#br0" timeOffset="27124.18">25945 3089 44351 0,'0'0'1968'0,"-6"-5"400"0,-2 0-1904 0,-1-1-464 15,-7 1 0-15,4 0 0 0,6 0 992 0,2 1 96 16,1 0 32-16,3 4 0 0,4-7 352 0,4 4 80 16,1-1 16-16,3 0 0 0,2-1-992 0,3-1-192 15,3 0-32-15,2 1-16 0,3 2-144 0,2-1-48 16,2 1 0-16,1 0 0 0,0 0-144 0,-2 2 0 15,0 1 144-15,-1 2-144 0,1 0 0 0,-4 0 0 16,-1 1 0-16,-3 2 0 0,-3-4 0 0,0 4 0 16,-4-2 0-16,-2 1 0 0,-3 0 0 0,-8-4 0 15,0 0 0-15,0 8 0 0,-6 0 0 0,-3 2 0 0,-2-2 128 16,-4 1-128-16,-2 0 144 0,-2 1-144 16,-2 0 192-16,1 1-192 0,-2 1 208 0,0 0-64 15,1 0-16-15,2-3 0 0,0 0-128 0,4 0 128 16,0 0-128-16,4-1 128 0,0 0-128 0,5 0 0 0,2-2 144 15,4-6-144-15,0 0 128 0,2 7-128 0,2-1 128 16,5-1-128-16,3 1 0 0,4-1 128 0,1 3-128 0,2-2 0 16,2-2 0-16,3 0 128 0,0 1-128 0,1-1 0 15,-1 0 0-15,-1 1 128 0,-1-1-128 0,-1 3 0 16,-1-1 0-16,-2-1 0 0,0 2 0 0,-2-1 0 16,-3 1 0-16,-3 1 0 0,-1 2 0 0,-2-2 0 0,-3 0 0 15,-2 0 0-15,0-1 0 0,-5 1 0 0,-2 1 0 16,-3 3 128-16,-4-1-128 0,-2-1 0 0,-4-1 0 0,-4 0 144 15,-5 2-144-15,-1-2 0 0,-2-3 0 16,-1-1 0-16,-2 1 0 0,2 0 0 0,1 2 0 16,0-3-192-16,1-1 0 0,3-1 0 15,2-3-1408-15,5 0-256 16,3-2-64-16,3 1-16 0,4-4-3104 0,4-2-608 0</inkml:trace>
  <inkml:trace contextRef="#ctx0" brushRef="#br0" timeOffset="27476.07">26566 3086 19343 0,'21'-3'1728'0,"-12"1"-1392"16,-1 0-336-16,-1 2 0 0,1 2 4144 0,0 3 752 16,0-1 160-16,-3 3 16 0,-2 2-1712 0,-1 1-352 15,0 4-64-15,-2 1 0 0,-3 3-832 0,-1 3-144 16,-1 0-48-16,-3 3 0 0,-1 0-1056 0,2 1-224 0,2-1-32 0,1 0-16 16,0 1-272-16,2-1-48 0,1-4-16 0,1-1 0 15,2-4-256-15,5 0 0 0,0-2 128 0,4-3-128 16,2 1 0-16,1-5 0 0,3 2 0 0,3-3 0 15,1-4-192-15,2-2 192 16,1-1-208-16,0-1 80 0,1 2-80 0,0-5-16 0,-2-1 0 0,1-4 0 16,-2-2-48-16,0 0-16 0,-2-4 0 15,-3 2 0-15,-3-2 80 0,-1 0 16 0,-3-2 0 0,-2 1 0 16,-1 1 192-16,-3 2 0 0,-3-1 0 0,-2 3 0 16,-3 2 0-16,-4 4 208 0,-2 1-64 0,-3 5-16 15,-3 1 112-15,-1 1 16 0,-3 5 0 0,0 0 0 0,-4 3-80 16,2 3-16-16,0 0 0 0,1 1 0 15,1 1-160-15,2 0 0 0,2 1 0 0,3-1 0 16,3 0-464-16,5 2-176 0,2-3-48 0,4 0 0 16,2-1-1856-16,4 0-368 0,3-5-80 0</inkml:trace>
  <inkml:trace contextRef="#ctx0" brushRef="#br0" timeOffset="27834.65">27342 3173 26719 0,'0'0'1184'0,"2"-7"240"0,-1-1-1136 0,1 2-288 16,-2 6 0-16,0 0 0 0,0 0 5488 0,0 0 1040 16,-8-3 192-16,-1 4 64 0,-2 2-4176 0,0 2-832 15,-4 3-176-15,0 1-16 0,-2 2-912 0,0 0-176 16,0 2-48-16,-1 3 0 0,-2 1-224 0,3 1-48 16,1 0-16-16,3 1 0 0,2-1-112 0,2 0-48 15,2 0 0-15,3-1 0 0,3-2 0 0,2-1 0 16,3-3 0-16,4 0 0 0,4 1 0 0,2-2 0 15,2 0 0-15,1-3 0 0,1 1-192 0,0-3-48 16,2-2 0-16,-1 0 0 0,1-1-80 0,-2 0-32 0,-1 0 0 16,0-4 0-16,0-1-96 15,-2-2 0-15,0-3-16 0,-2-1 0 0,-1 0 144 0,-2-4 16 0,-2 0 16 0,-2 0 0 16,0-2 288-16,-1 0-160 0,-1-2 160 0,-2 0-128 16,0 0 128-16,-2 0 0 0,-3-2-144 0,-1 3 144 15,0-1-144-15,-1 1 144 0,-3 2-192 0,0 1 192 16,-1 1-384-16,-1 0 48 0,-2 0 0 0,0 5 0 15,1 0-976-15,0 2-192 0,1 0-32 16,1 1-16-16,1 1-688 0,1 2-128 16,7 1-16-16,0 0-15920 0</inkml:trace>
  <inkml:trace contextRef="#ctx0" brushRef="#br0" timeOffset="28336.19">28133 3216 23951 0,'0'0'2128'0,"0"0"-1696"16,0 0-432-16,0 0 0 0,3-7 4560 0,-3 7 832 0,1-6 176 15,-1 6 16-15,0 0-2928 0,0 0-592 16,-5-7-112-16,-2 3-32 0,-1 1-448 0,-2 3-112 16,-3 4-16-16,-2 2 0 0,-1 0-608 0,-4 5-128 0,-1 2-32 15,-2 1 0-15,-3 2-224 0,-1 1-48 0,1 2-16 0,3-1 0 16,1 3-208-16,2-1-80 0,3-2 0 0,4-1 0 16,3-1 0-16,3-2 0 0,3-1 0 0,4-1 0 15,3 2 0-15,4-2 0 0,-1-2 0 0,6 1 0 16,1-1 0-16,4-2 0 0,1-4 0 0,3-2 0 15,1 4-192-15,1-6 0 0,2 1 16 0,0-2 0 16,0-5-32-16,-2 1-16 0,-1-1 0 0,-1-1 0 0,-1 1 16 0,-2-3 0 16,0-1 0-16,-1 1 0 0,-2-2 64 0,-2 0 16 15,0-2 0-15,-3 0 0 0,-1 0 128 0,-2-1 0 16,-2-2 0-16,-1 0-128 0,-3 1 128 0,-1-1 0 16,-2 2 0-16,-2-1 0 0,-3 1 0 0,-1 1 0 15,-1 3 0-15,-1-2 0 16,-1 1 0-16,0 1-192 0,-4 1 64 0,1 1 0 15,0 3-768-15,1 1-160 0,1 3-32 0,3-2 0 16,1-1-752-16,1 4-144 0,7 0-48 0,0 0 0 16,0 0-2464-16,0 0-496 0</inkml:trace>
  <inkml:trace contextRef="#ctx0" brushRef="#br0" timeOffset="28696.62">28604 3187 39503 0,'11'-7'1744'0,"-11"7"368"0,8-1-1680 0,-1-4-432 15,-7 5 0-15,6-4 0 0,-6 4 1936 0,0 0 304 16,0 0 64-16,0 0 16 0,0 0-272 0,0 0-64 0,-10 3-16 0,-3 0 0 16,-3 1-1072-16,-2 4-192 0,-2 4-64 0,-2 1 0 15,-1 1-288-15,-1 2-64 0,2 0-16 0,1 1 0 16,3-1-128-16,2 1-16 0,3-1-128 0,3 1 192 16,3 0-192-16,5-1 0 0,2-1 0 0,2 0 0 15,3-2 0-15,5-3 0 0,1-1 0 0,5 2-160 16,2-4 0-16,2 1 0 0,-1-3 0 0,2-1 0 15,1-2-96-15,1-2-32 0,-1-2 0 0,-1 0 0 0,-2-1 48 16,-1-1 16-16,-1-1 0 0,-2-1 0 0,-2-2 224 16,0-1-192-16,-2-2 192 0,-1 1-192 0,-3-5 192 0,0 1 0 15,-2-2 0-15,-1 2-144 0,-3 0 144 16,1-2 0-16,-2-1 0 0,-2 1 0 0,-2 2 0 0,-1 0 0 16,-1-1 0-16,-2 4 0 0,-1 2-144 0,0-1 144 15,-2 1-160-15,-1 2 160 16,1-1-672-16,-2 1-32 0,-2 2-16 0,2 1 0 15,2 1-1040-15,1 2-208 0,1 1-32 0,9 0-16 16,0 0-2480-16,0 0-496 0</inkml:trace>
  <inkml:trace contextRef="#ctx0" brushRef="#br0" timeOffset="29083.42">29206 3199 36863 0,'0'0'3264'0,"0"0"-2608"0,4-6-528 15,-4 6-128-15,0 0 2752 0,0 0 512 16,2-6 96-16,-2 6 32 0,-2-5-1488 0,-3 2-304 16,-3-1-48-16,-3 5-16 0,-3 2-720 0,-3 1-160 15,-3 1-16-15,0 3-16 0,-3 1-304 0,0 3-48 0,-2 1-16 0,-1 3 0 16,3-2-48-16,2 3-16 0,1 1 0 0,5 0 0 16,0 1-192-16,5-1 0 0,3 0 128 0,5-2-128 15,2-2 0-15,4-1 0 0,2 1 0 0,5-1 0 16,3-2-144-16,3-1 144 0,1-1-208 0,3 1 80 0,8 3-160 15,1-7-32-15,-3-1 0 0,0-2 0 16,-2-4 0-16,-1-2-16 0,-2-1 0 0,-1-1 0 0,-2-2 176 0,-1 1 160 16,-2-3-208-16,-2-2 80 0,-1 0 128 0,-1-6 0 15,0 0 0-15,-3-2 0 0,-2 1 0 16,-2 0 0-16,-1 0 0 0,-2-1 0 0,-2 0 0 0,-2 1 0 16,-2 1 0-16,-1 1 0 0,-2 0 0 0,-1 2 0 15,-1-3 0-15,-1 3 0 0,-3-2 0 0,0 4-208 16,0 3 16-16,1 0 16 15,0 0-896-15,2-1-176 0,2 4-32 0,1 2-16 16,2 2-1552-16,5 2-304 0,0 0-64 16</inkml:trace>
  <inkml:trace contextRef="#ctx0" brushRef="#br0" timeOffset="29502.5">30340 3063 20271 0,'0'-7'1792'15,"0"1"-1424"-15,1-4-368 0,1-1 0 0,-1-1 6144 0,0 2 1168 0,1-2 240 0,-1 3 32 16,-1 1-4976-16,0 0-1008 0,-1 1-192 0,1 7-32 16,-2-6-288-16,2 6-64 0,0 0-16 0,0 0 0 15,0 0-624-15,0 0-128 0,0 0-32 0,0 11 0 16,0-1-64-16,2 3-16 0,0 3 0 0,2 0 0 15,0 1-144-15,1 1 0 0,2 3 144 0,1 2-144 16,-1 2 0-16,1 0 0 0,-1-1 0 0,1 3 128 16,-1 1-128-16,1 2 0 0,0 1 0 0,0 2 0 15,-2-4 0-15,0-1 0 0,-1 1 0 0,-1-3 0 16,-2 2 0-16,-2-2 0 0,-1-7 0 0,-3 2 0 0,-1-1 0 16,0-1 144-16,-2-2-144 0,-1-3 0 0,-2-2 144 0,-2-1-144 15,-1-2 0-15,-1-3 144 0,-2-2-144 0,-1-4 160 16,-1 1-160-16,-2-2 160 0,-2-4-160 0,0-2 0 15,-1 1 144-15,-2-2-144 0,-1 0 0 0,0-1 0 16,0-1 0-16,1-2 0 0,1 0 0 0,4 1 0 16,0-1 0-16,4 3-192 15,2-4-448-15,2 2-112 0,2 1-16 0,2 1 0 16,2-4-1280-16,2 1-256 0,0 1-48 0</inkml:trace>
  <inkml:trace contextRef="#ctx0" brushRef="#br0" timeOffset="30717.17">22395 2255 33807 0,'0'0'1488'0,"0"0"320"0,2 9-1440 0,-2 3-368 16,0 3 0-16,1 6 0 0,-1 5 0 0,0 7 0 15,0 7-160-15,0 10 160 0,-1 7 0 0,-1 8-128 16,1 7 128-16,0 11 0 0,-1 7 0 0,1 3 0 16,-2 2-128-16,1 3 128 0,1-3 0 0,-1 2 0 15,0 2 0-15,0-7 0 0,2-2 0 0,0-6 0 16,0-5 0-16,2-3 0 0,0-6 0 0,1-3 0 15,-1-2 128-15,1-8-128 0,0-3 0 0,-1-6 0 16,0-9 0-16,-1 10 0 16,-1-8-752-16,0-11-240 0,-1-11-48 0,-1-9-12832 0</inkml:trace>
  <inkml:trace contextRef="#ctx0" brushRef="#br0" timeOffset="31731.42">23248 1904 30111 0,'23'-21'1344'0,"-10"12"256"0,4 1-1280 0,7 2-320 15,6 0 0-15,8 3 0 0,5-1 0 0,5 0 0 16,5 1 0-16,5-1 0 0,3 2 0 0,2-1 0 15,-1 0 128-15,5 2-128 0,3 2 144 0,11 1-144 16,2-4 192-16,5 1-192 0,3 0 704 0,7 2 48 16,10 2 0-16,47 1 0 0,-12-7 400 0,-2 3 64 15,0 4 32-15,0 1 0 0,0-5-960 0,6 1-288 16,5 5 128-16,4-5-128 0,-3 0 0 0,7 1 0 16,5-1 0-16,2 3 0 0,-3 2 176 0,0 0-48 15,1-3 0-15,4 0 0 0,3-4 320 0,-2 1 64 16,-6 4 16-16,2-4 0 0,-1 1-144 0,1 4-48 15,-2-1 0-15,-4-1 0 0,-3-3-208 0,2 1-128 16,3 2 128-16,-3-2-128 0,-7-1 0 0,3 0 0 16,4 1 0-16,0-1 0 0,-3-1 0 0,-5-2 0 15,-5 1 0-15,-4 2 0 0,-4 1 0 0,-8-1 0 16,-7-1 0-16,-10 1 0 0,-7 7 0 0,-8 3 0 0,-4-1 0 0,-6 1 0 16,-7-3 0-16,-9 2 0 15,-8 0 0-15,-4 3 0 0,-5-3 0 0,-6 1 0 0,-5 2 0 0,-3-3 0 16,-3-2 0-16,-7-2 0 0,-8 0 0 0,-2-1-128 15,-6 1 128-15,-2 2 0 0,0-3 0 0,-3 0 0 16,-10-4 0-16,9 3 0 0,-1 0 128 0,-8-3-128 0,0 0 160 0,0 0-32 16,0 0-128-16,0 0 192 0,0 0-48 0,7 8-16 15,-7-8 0-15,3 9 0 0,-3-9-128 0,2 13 0 16,-2 0 0-16,0 3 0 0,0-2 0 0,-2 6 0 16,-1 2 0-16,-4 8 0 0,-1 1 0 0,-4 11 0 15,-2 5 0-15,-3 6-176 0,-2 6 176 0,-2 7 0 16,-1 13 0-16,-1 1-128 0,1 2 128 0,1 10 0 15,2 4 0-15,-1 3 0 0,3 3 0 0,3 0 0 16,1 2 0-16,3-2-128 0,2 1 128 0,2-8-192 16,4-1 192-16,1-6-192 0,-1-2 48 0,2-5 0 15,2-3 0-15,-2-3 0 0,0-6 144 0,-2-3 0 16,1-3 0-16,-2-3 0 0,1-7 0 0,-2-2 0 0,1-3 0 16,-1-1 0-16,0-4 0 0,1-3 0 0,-1-4 0 15,0-6 0-15,0 0 0 0,-1-5 0 0,-2-4 0 0,2-3 128 16,0 1-128-16,-1-3 0 0,2-4 0 0,-2 0 0 15,-1-6 0-15,1-2 144 0,6-4-144 0,-9 4 0 16,0-3 0-16,-2-1 0 0,0-1 0 0,-1 0-144 16,0-6-16-16,-2 1 0 0,-5-1 0 0,0 2 0 15,-3 1 160-15,-6 0-192 0,-3-3 192 0,-5 4-192 16,-7-3 192-16,-4 1 0 0,-4-1-144 0,-4 2 144 16,-4 1-160-16,-7 0 160 0,-7 1-208 0,-8 1 80 15,-6-5-208-15,-6 1-48 0,-5 0 0 0,-10 1 0 16,-11-4-32-1,-4 0-16-15,-4-2 0 0,-8-1 0 0,-11 1 208 0,-3-2 32 0,-2 1 16 0,-8-2 0 0,-10-2 352 16,-5 1 64-16,-5 0 16 0,-2 2 0 16,-4 1 400-16,-4 0 96 0,-7-1 16 0,-2 1 0 0,-4 0-336 15,0 0-64-15,-1 2-16 0,0 1 0 0,4 2-352 16,-6 2-192-16,-6-5 32 0,-1 0 0 16,-2-3-1504-16,0 2-288 0,-1-2-64 15,6 4-16-15,5 4 1184 0,4-1 224 0,5-4 48 0,3 1 16 0,3 3 1648 16,9 1 320-16,12 0 64 0,9 1 0 0,6 2 496 0,14 4 80 15,12 2 32-15,11-1 0 0,7-6-1008 0,12 0-208 16,11 2-32-16,14 2-16 0,12 5-656 0,8-1-160 16,5 1 0-16,10-3 0 15,3 0-1856-15,6-2-416 0,7 1-80 0</inkml:trace>
  <inkml:trace contextRef="#ctx0" brushRef="#br0" timeOffset="32829.37">2328 6515 7359 0,'0'0'656'0,"-13"3"-528"0,-1-3-128 0,14 0 0 15,-14 0 5264-15,14 0 1024 0,0 0 208 0,0 0 32 16,-12-3-2304-16,12 3-480 0,0 0-96 0,0 0 0 16,0 0-1296-16,0 0-256 0,0 0-48 0,0 0-16 15,7-5-960-15,6 1-192 0,3-2-48 0,0 3 0 16,0-4-320-16,3 4-64 0,2-4 0 0,4 2-16 0,0 0-304 0,2 2-128 16,-1-3 128-16,3 0-128 0,1 0 0 0,2 1 0 15,0-1 0-15,-1 1-176 16,-1 0-864-16,-1 1-176 0,-3 1-48 0,-1 1 0 15,-1 0-1424-15,-2 0-272 16,-2 1-64-16,-2 2-16720 0</inkml:trace>
  <inkml:trace contextRef="#ctx0" brushRef="#br0" timeOffset="33006.17">2362 6699 22111 0,'0'0'976'0,"0"0"208"0,0 0-944 0,0 0-240 16,0 0 0-16,0 0 0 0,0 0 4992 0,7 3 944 0,-1 1 192 15,3 0 32-15,3-4-4240 0,4 0-832 16,2 0-192-16,3 0-16 0,2 1-480 0,5-1-80 16,4-4-32-16,4 3 0 0,-1-2-288 0,0 0 0 15,0 2 0-15,0-5 0 0,1-2 0 0,-1 0 0 0,1 0 0 0,1-2-144 32,-1 1-2064-32,1-2-416 0</inkml:trace>
  <inkml:trace contextRef="#ctx0" brushRef="#br0" timeOffset="33281.66">3275 6420 35935 0,'-13'1'1600'0,"6"-1"320"0,0 0-1536 0,1 3-384 0,6-3 0 0,0 0 0 15,0 0 3520-15,0 0 624 0,0 0 128 0,0 0 16 16,0 0-2592-16,0 0-528 0,0 0-96 0,0 0-32 16,6 7-512-16,1-4-96 0,4 4-32 0,1-1 0 15,-1 1-208-15,4 0-64 0,-1-1 0 0,2 1 0 0,1-1-128 0,1 1 0 16,1 0 0-16,1 0 0 0,-1 2 0 0,0-2 0 15,-1 2 0-15,-1-1 0 0,-1-2-304 0,-2 1-32 16,-1-4-16-16,-1 4 0 0,-2 1 0 0,-1 0 0 16,-2-1 0-16,-2 0 0 0,-5-7 80 0,0 0 16 15,0 8 0-15,-3-2 0 0,-1 1 256 0,-2 1-192 16,-2-1 192-16,-2 0-160 0,-2-3-32 0,-1 1-16 16,0 0 0-16,-1 2 0 15,-2-1-576-15,0 2-112 0,1 3-32 0,0-2-14080 16,1-1-2816-16</inkml:trace>
  <inkml:trace contextRef="#ctx0" brushRef="#br0" timeOffset="34143.81">4850 6387 39791 0,'0'0'1760'0,"6"-6"368"0,-6 6-1696 0,8-7-432 15,-8 7 0-15,0 0 0 0,0 0 896 0,7 8 80 16,-3 5 32-16,-4 4 0 0,-3 4 672 0,-2 4 144 16,-4 2 32-16,-2 3 0 0,-4 3-704 0,0-2-128 15,0-1-16-15,0-2-16 0,1-2-464 0,1-7-80 0,1-1-32 16,-1 1 0-16,0-2-272 0,1-3-144 0,2-2 160 0,2-5-160 15,2-1 0-15,6-6 0 0,0 0 0 0,0 0 0 16,-11-3-336-16,11 3-16 0,-8-10 0 16,6-3 0-1,3-4-320-15,3-4-64 0,2-7-16 0,4 2 0 16,0-1-112-16,3-4-32 0,3-6 0 0,2-1 0 0,1-2-32 16,2 2-16-16,0 2 0 0,0 4 0 0,0 5 528 0,-3 4 96 0,-3 4 32 0,-1 8 0 15,-1 3 544-15,-1 4 96 0,-12 4 32 0,10 0 0 16,-10 0 704-16,10 9 128 0,0 1 48 0,-3 2 0 0,1 2-256 15,3 2-48-15,-1-2-16 0,-1 3 0 0,-1 2-432 0,2 1-64 16,2 0-32-16,-3-7 0 0,0 1-192 0,2 1-32 16,2-4-16-16,1 5 0 0,1 1-176 0,0 0 0 15,0 0 144-15,0-3-144 0,1-2 0 0,0 1 0 16,-1-1 0-16,1 0 128 0,-2-3-128 0,-1 1 0 16,0 1 0-16,-1-2-128 0,-3-3 128 0,-1 1 0 15,-2-3-144-15,-6-4 144 0,4 6-144 0,-1 1 144 16,-3-7-192-16,-4 5 192 0,-2 0-128 0,-4-2 128 15,-1 1 0-15,-4 1 0 0,-2-1 0 0,-2 1 0 16,-2 0 0-16,-16 2 0 0,1-3 0 0,1 0 0 16,1-1 0-16,10 3 0 0,-2-4 0 0,-1 2 128 0,-2 0-128 15,2-1 0-15,0-2-208 0,3 0-96 16,2 2-16-16,4-2 0 16,3-1-1472-16,5 0-288 0,5-2-64 0,5 2-12464 15,9-7-2496-15</inkml:trace>
  <inkml:trace contextRef="#ctx0" brushRef="#br0" timeOffset="34602.37">5761 6168 24879 0,'7'-11'2208'0,"-7"11"-1760"0,0 0-448 0,0 0 0 16,4-5 3920-16,-4 5 704 0,0 0 144 0,0 0 32 15,0 0-2000-15,0 0-400 0,1 7-80 0,0 4-16 0,0 2-752 0,-2 5-144 16,-1 3-48-16,-2 2 0 0,-2 3-592 0,1-1-128 15,0 1-32-15,0 4 0 0,1 0-288 0,0 2-48 16,1-2-16-16,2 0 0 0,1 0-96 0,3-4-32 16,2 0 0-16,3-2 0 0,2-1-128 0,2-3-144 15,1 1 144-15,3-2-208 0,-1-6 208 0,2-2-192 16,0-2 192-16,3 1-192 0,0-4-112 0,1-2-16 16,2-3 0-16,-3-3 0 0,0-3 16 0,-1-6 0 15,0-1 0-15,-1-1 0 0,-1-1 144 0,1-2 32 16,0-1 0-16,-1-5 0 0,-1-5 128 0,0-2-160 15,-1-2 160-15,1-2-160 0,0-1 160 0,-2 0-128 16,-1 1 128-16,0 0-128 0,-1-1 128 0,-2 3 0 16,-1 3 0-16,-1 2 0 0,0 3 0 0,-2 3 128 15,0 5-128-15,-2 3 128 0,-3 2 128 0,2 3 48 0,-3 7 0 16,0 0 0-16,0 0 16 0,0 0 16 16,0 0 0-16,0 0 0 0,-2 12-160 0,1 3-48 15,0 2 0-15,-1 3 0 0,2 2-128 0,-1 0 0 16,0 3 0-16,-1-2 0 0,0 2 0 0,-1 0 0 15,2 1 0-15,0 0 0 16,-1 2-384-16,1-4-96 0,0 1-32 0,1-4 0 16,-2-2-976-16,1-2-208 0,-2-4-32 0,0-1-13872 0,-3-1-2768 15</inkml:trace>
  <inkml:trace contextRef="#ctx0" brushRef="#br0" timeOffset="34811.87">5493 6102 13823 0,'0'0'1216'0,"0"0"-960"0,0 0-256 0,1-5 0 0,1-2 7872 0,2 1 1520 16,2-1 304-16,1 2 64 0,3 2-7376 0,3 1-1472 16,4-2-288-16,1-1-64 0,0-2-16 0,2 2 0 15,2 0 0-15,1-1 0 16,3 4-1200-16,2-5-240 0,2 1-64 0,1-1 0 15,0 2-2768-15,2 0-560 0</inkml:trace>
  <inkml:trace contextRef="#ctx0" brushRef="#br0" timeOffset="34963.19">6146 6030 42047 0,'0'0'1856'0,"0"0"384"0,8 4-1792 0,2-3-448 15,4-1 0-15,1 0 0 0,-1 2 1456 0,2 0 192 16,1-2 32-16,2-2 16 0,2 0 160 0,1 0 48 15,2-1 0-15,0-1 0 0,1 0-1264 0,1 2-256 0,2-1-64 0,0-1 0 32,1-2-1296-32,0-2-272 0,-1 0-48 0</inkml:trace>
  <inkml:trace contextRef="#ctx0" brushRef="#br0" timeOffset="35376.66">7153 6358 35007 0,'0'0'3120'0,"0"0"-2496"15,0 0-496-15,0 0-128 0,0 0 3344 0,0 0 656 16,0 0 128-16,0 0 32 0,8 1-2688 0,-1-1-544 15,1-1-96-15,1 1-32 0,1 0 128 0,2 0 32 16,-3 0 0-16,2 0 0 0,2-3-672 0,1 2-128 0,2-1-32 0,2 1 0 16,1 1-128-16,2-3 0 15,0 2 0-15,6 0 0 16,1-1-1328-16,-2 0-192 0,0 1-32 0,-3-1-14304 0,-3 2-2848 0</inkml:trace>
  <inkml:trace contextRef="#ctx0" brushRef="#br0" timeOffset="35534.71">7227 6528 21183 0,'0'0'1888'0,"-7"3"-1504"0,-1 0-384 0,2-2 0 0,2 4 6048 0,4-5 1136 16,0 0 240-16,0 0 32 0,0 0-5504 0,6 3-1104 15,1 1-208-15,3-4-64 0,3 1 384 0,3 0 64 16,2-1 0-16,2 0 16 0,1-2-816 0,2-4-224 16,2 0 0-16,1 2 0 15,1 0-832-15,3 1-240 0,3 1-48 0,-1-1-14176 16,0-2-2848-16</inkml:trace>
  <inkml:trace contextRef="#ctx0" brushRef="#br0" timeOffset="35708.07">7927 6584 35007 0,'0'0'3120'0,"0"0"-2496"0,0 0-496 0,0 0-128 16,4 12 2816-16,-2-1 528 15,1-2 112-15,-1-2 32 0,1 4-1712 0,1 1-352 16,0 2-64-16,0-1-16 0,-2-3-688 0,2 1-144 15,1 1-16-15,1-2-16 16,-1 0-928-16,1 0-176 0,2-3-32 0,0 0-16 16,0-1-2560-16,0-3-512 0</inkml:trace>
  <inkml:trace contextRef="#ctx0" brushRef="#br0" timeOffset="36103.78">8533 6198 13823 0,'9'-13'1216'0,"-9"13"-960"0,3-6-256 0,-1-2 0 16,3-1 8192-16,1 2 1584 0,-2-2 320 0,-1 5 64 0,-3 4-7408 16,0 0-1488-16,0 0-304 0,0 0-48 0,0 0-32 0,-3 7-16 15,-3 1 0-15,-3 6 0 0,-4 4-544 0,-1 4-128 16,-3 3 0-16,0 4-16 0,0-2-16 0,-1 5 0 16,5-8 0-16,0 2 0 0,1 2-32 0,1 1 0 15,4-2 0-15,0 0 0 0,3 1-128 0,3-1 0 16,2-5 0-16,4 6 0 0,3-2 0 15,4-5-176-15,2-5 48 0,3 0 0 0,3-5-144 0,3-2-32 16,5-3 0-16,0-2 0 0,2-4 32 0,0-5 0 16,-1 0 0-16,-2-3 0 0,-2-1 80 0,-3 0 32 15,-1-2 0-15,-1-2 0 0,-2-3 160 0,0 0 0 16,-2-4 0-16,-3-1 0 0,-3-1 0 0,-2-2 0 16,-4 1 0-16,0-6 0 0,-1 2 128 0,-3 0-128 15,-3 0 160-15,-2 1-160 0,-3-1 160 0,-1 2-160 16,-3 2 160-16,-2 2-160 0,-2 0 128 0,-1 2-128 0,-2 3 0 0,-2 3 0 31,-1 2-512-31,-2 5-192 0,-1 3-32 0,2 1-16 16,2 3-976-16,1 3-192 0,2 2-32 0,3 4-12704 0,0 1-2528 15</inkml:trace>
  <inkml:trace contextRef="#ctx0" brushRef="#br0" timeOffset="36286.42">8718 6461 46191 0,'0'0'2048'0,"-3"3"416"0,3-3-1968 0,-2 10-496 0,0 1 0 0,2 1 0 0,-1 1 1680 0,0-3 240 15,-2 4 64-15,2-1 0 0,1 0-912 0,0 4-176 16,0-4-48-16,1 0 0 0,1-2-672 0,0 1-176 16,1 0 0-16,-1-3 0 15,2 0-688-15,1 0-160 0,2 0-48 0,1-1-15264 16,1-1-3056-16</inkml:trace>
  <inkml:trace contextRef="#ctx0" brushRef="#br0" timeOffset="36565.19">9027 6513 13823 0,'0'0'1216'0,"0"0"-960"16,0 0-256-16,10-3 0 0,5-2 7888 0,-1 0 1536 15,0-1 304-15,1 2 64 0,-2 3-6368 0,1 0-1280 0,0 1-256 0,1 1-48 16,-2 0-1072-16,0 3-192 0,-1 2-64 0,-2-1 0 15,-2 0-256-15,-2 2-48 0,0 2-16 0,-3 1 0 16,-1 1-192-16,-4 0 128 0,-1 2-128 0,-3 2 0 16,0-1 128-16,-3 2-128 0,-2 1 0 0,1 0 0 15,1-1 128-15,1 0-128 0,1-2 0 0,2 3 0 16,0-1 0-16,1-2 128 0,1 1-128 0,3-1 0 16,3-5 0-16,1 2 0 0,1-4 0 0,2 0 0 15,1 0 0-15,2-2 0 0,2-1 0 0,2-4 0 31,2 0-688-31,2-4-16 0,3-1-16 0,0-3 0 0,0-3-2096 0,1 0-400 16</inkml:trace>
  <inkml:trace contextRef="#ctx0" brushRef="#br0" timeOffset="36739.8">9704 6474 22111 0,'0'0'976'16,"0"0"208"-16,0 0-944 0,0 0-240 0,0 0 0 0,9 0 0 0,0 1 6768 0,1-1 1296 15,1 0 272-15,0 0 48 0,1 0-5568 0,2 0-1136 16,2 0-208-16,1-1-64 0,1 1-896 0,3-3-176 16,0 0-32-16,1 2-16 0,0-2-288 0,1 1 0 15,-1-2-128-15,0-1-17152 16,-1-2-3440-16</inkml:trace>
  <inkml:trace contextRef="#ctx0" brushRef="#br0" timeOffset="37120.94">10554 6596 38703 0,'0'0'3440'15,"0"0"-2752"-15,0 0-560 0,0 0-128 0,0 0 2976 0,6 8 560 16,-6-8 112-16,12 12 32 0,0-2-1824 0,-5 2-384 15,-5 2-64-15,-1 0 0 0,-1 3-816 0,-1 2-144 16,-3 0-48-16,0 0 0 0,0-1-192 0,0 3-32 16,0-6-16-16,2 1 0 15,-2-3-592-15,1 0-112 0,0-3-32 0,1 2 0 16,1-3-1792-16,-1-2-352 0,2-7-80 0</inkml:trace>
  <inkml:trace contextRef="#ctx0" brushRef="#br0" timeOffset="37648.86">10881 6129 51887 0,'0'0'2304'0,"0"0"464"0,0 0-2208 0,0 0-560 16,0 0 0-16,6 4 0 0,-6-4 928 0,7 9 80 15,-1 4 16-15,0 3 0 0,-2 2-160 0,-1 4-32 0,3 3 0 16,-2 1 0-16,-1 3-576 0,1 1-112 0,2 0-16 0,-1 1 16 15,0 2-144-15,0-1 0 0,0 2 0 0,2-4 0 16,1-1 0-16,1-7 0 0,-1 0 0 0,0-3 0 16,-1-2 0-16,1 0 0 0,0-3 0 0,0-2 0 15,-2-6 0-15,1 1 0 0,-7-7 0 0,8 1 0 0,-8-1 0 0,8-1 0 16,-1-5 0-16,1 0 0 16,-1-1 0-16,-1 0 0 0,1-5 0 0,1-3 0 0,-2-1 0 0,2-5 0 15,0-4 0-15,1-2 0 0,0-2 0 0,1-1 0 16,1 0 0-16,1-1 0 0,-1-1-128 0,2 4 128 15,-1 0 0-15,0 5 0 0,0 3 0 16,-3 5-128-16,0 3 128 0,-1 4 0 0,-3 3 0 0,-5 5 0 16,0 0 0-16,5 9 0 0,2 1 0 0,-2 6 128 15,-1 1-128-15,0 4 128 0,-1 2-128 0,1 2 0 16,0 1 0-16,3 1 0 0,1-2 0 0,1 1 0 16,1-1 0-16,1-1 0 0,0-1 0 0,1-2 0 15,1-2 0-15,0-2 0 0,0-4 0 0,2-2 0 16,-2-3 0-16,0 0 0 0,0-2 0 0,0-1 0 15,-2 0 0-15,1-1 0 0,-1-5 0 0,-4-4 0 16,1 0 0-16,-1-1 0 0,-1-1 0 0,1 0 0 16,-2-3 0-16,0-2 0 0,-2-2 0 0,-2-6 0 15,2-1 0-15,-2-1 0 0,0-1 0 0,1-4 0 16,-1 1 0-16,0-1 0 16,-1 0-480-16,-1-2-96 0,-2 3 0 0,-1 0-16 15,-1-2-2528-15,-6 5-496 0</inkml:trace>
  <inkml:trace contextRef="#ctx0" brushRef="#br0" timeOffset="37863.36">10692 6073 54367 0,'0'0'2416'0,"0"0"480"0,0 0-2320 0,9-1-448 0,3-2-128 0,2 1 0 0,2-2 512 0,2 0 64 16,4 0 32-16,2 0 0 15,0-1-208-15,4 0-32 0,-1-1-16 0,3 1 0 0,1-1-352 0,2-1 0 16,1 3 0-16,1-1 0 16,0 0-848-16,2-2-144 0,-1 1-32 0,1-1 0 15,-1 0-3104-15,-2 0-624 0</inkml:trace>
  <inkml:trace contextRef="#ctx0" brushRef="#br0" timeOffset="38026.12">11484 5986 11967 0,'0'0'1072'0,"0"0"-864"15,7-3-208-15,2 1 0 0,2 0 7968 0,13 1 11376 16,-11 1-9456-16,2-2-6384 0,0-1-1280 16,4 0-256-16,0 1-48 0,2 0-1072 0,1-2-208 15,0 2-32-15,2 2-16 0,-1-5-400 0,-1 1-192 16,1 0 160-16,-1-1-160 16,-1 2-640-16,-2 0-240 0,-2 2-32 0,-1 1-16 15,-3 1-2848-15,-4 1-560 0</inkml:trace>
  <inkml:trace contextRef="#ctx0" brushRef="#br0" timeOffset="38397.48">11866 6600 24879 0,'0'0'1088'15,"0"0"256"-15,0 0-1088 0,0 0-256 0,8 0 0 0,0-1 0 16,0 1 6864-16,1 0 1328 0,1-3 256 0,3 2 48 0,2-2-6064 0,0 1-1200 15,1-5-240-15,2 3-48 0,3 2-736 0,0-5-208 16,-1 2 0-16,-1 0 128 0,-1-2-96 0,1 4-32 16,-2 1 0-16,-3 1 0 0,-2-2 0 0,-3 2 0 15,-9 1 0-15,0 0 0 0,0 0 0 0,0 0 0 16,0 0 0-16,0 0 0 0,-3 13 0 0,-3 0 0 16,-5 1 0-16,-2 0 0 0,-2 2 0 0,-2-2 0 15,-3 3 0-15,1 2 0 0,-1 0 0 0,0 2 0 16,1 1 0-16,1-1 0 0,2-1 0 0,2-1 0 15,1-5 0-15,2 2 0 0,3 0 0 0,3-5 0 16,1 0 0-16,3 1 0 0,2-7 0 0,2 1 0 16,2 0 0-16,3-2 0 0,2-1 0 0,3 0 0 0,2 0 0 0,3-3 0 15,2 0 0-15,0-4 0 16,3 1 0-16,0-3 0 0,2-1 0 0,1-1 0 0,0-1 0 16,1 0-17472-16,1-3-3504 15</inkml:trace>
  <inkml:trace contextRef="#ctx0" brushRef="#br0" timeOffset="39025.16">9804 7268 23951 0,'3'-12'1056'0,"-3"12"224"0,0 0-1024 0,0 0-256 0,1-7 0 0,-1 7 0 16,0 0 4672-16,0 0 896 0,0 0 160 0,6 9 32 0,0 3-3136 0,-1 4-640 15,-1 3-128-15,0 6-32 0,-3 0-880 0,0 2-176 16,-1 2-48-16,0 1 0 0,0 1-288 0,0-1-64 16,0-1-16-16,0-2 0 0,0 1-224 0,0-2-128 15,0-2 128-15,0-1-128 16,-1-3-816-16,1-1-224 0,-1-2-48 0,-1-2-16 16,1-2-1248-16,-2-2-240 0,0-2-48 0,-1-3-17568 0</inkml:trace>
  <inkml:trace contextRef="#ctx0" brushRef="#br0" timeOffset="39401.68">9838 7133 27647 0,'-12'8'1216'0,"7"-4"256"0,-3 0-1168 0,-1 4-304 16,-1 2 0-16,-4 4 0 0,0 5 3008 0,-1-2 560 15,0 2 96-15,1 1 32 0,-1-5-1840 0,2 4-384 16,3-4-64-16,0 2 0 0,2-4-896 0,3 0-160 16,1-2-32-16,1-3-16 0,0-1-304 0,3-7 0 0,0 0 0 0,0 0 0 15,0 0 0-15,0 0-192 0,0 0 192 0,7-6-192 16,-1-3 48-16,2 0 16 0,3-4 0 0,-1-2 0 16,2-2 0-16,0-1 0 0,1-3 0 0,0-1 0 15,0 0-32-15,0 0 0 0,1 0 0 0,-1-1 0 16,0 1-32-16,0 1 0 0,-2 6 0 0,-1 2 0 0,-1 4 640 15,0-1 128-15,-1 5 32 0,-1 3 0 0,-7 2 608 16,0 0 112-16,6 6 16 0,1 2 16 0,-2 0-336 0,1 2-80 16,1-2-16-16,-1 2 0 0,0 2-480 0,0 1-80 15,1-2-32-15,2 0 0 0,0 0-336 0,3-1 128 16,-1-3-128-16,2 2 0 0,-1 1 0 0,0 1-128 16,0-3 0-16,-1-2 0 15,0-1-1696-15,1 1-336 0,-1-1-64 0</inkml:trace>
  <inkml:trace contextRef="#ctx0" brushRef="#br0" timeOffset="42354.11">13792 6445 15663 0,'0'0'688'0,"0"0"144"0,-8-3-656 0,8 3-176 0,0 0 0 0,0 0 0 16,0 0 7648-16,0 0 1504 0,0 0 288 0,0 0 64 16,0 0-7072-16,12-5-1424 0,2-1-288 0,5 0-48 15,1 2-144-15,5 0-16 0,1 1-16 0,6 0 0 16,3-1-352-16,0 0-144 0,0 0 128 0,-1-1-128 15,0 1 0-15,-11 1 0 0,3 1 0 0,1 1 0 16,-1-1-912 0,-2 1-176-16,0 1-16 0,-2 1-16 0,-2 1-1520 0,-5-1-304 15,-2 1-64-15,-5 2-16272 0</inkml:trace>
  <inkml:trace contextRef="#ctx0" brushRef="#br0" timeOffset="42527.29">13802 6613 30399 0,'0'0'2704'0,"-7"3"-2160"0,7-3-544 0,0 0 0 0,0 0 3584 0,0 0 592 16,0 0 128-16,0 0 32 0,10 0-3168 0,3 0-624 16,1 0-128-16,5-2-32 0,3 1 384 0,4-2 64 15,1 0 0-15,5 0 16 0,-1-1-672 0,3-1-176 16,-2-3 0-16,4 0 0 0,0 0-272 0,-10 3-96 16,4 0-16-16,1-2 0 15,3 0-2256-15,2-5-464 0,-3 0-96 0</inkml:trace>
  <inkml:trace contextRef="#ctx0" brushRef="#br0" timeOffset="42795.2">14602 6412 23039 0,'0'0'1024'0,"-7"2"192"0,-3-2-960 0,1 1-256 16,2 1 0-16,7-2 0 0,-6 0 5712 0,6 0 1104 16,0 0 224-16,0 0 32 0,-4 7-4864 0,4-7-976 0,1 7-192 0,2-1-32 15,2 2-400-15,1 0-80 0,2 0-16 0,3-1 0 16,0 0-368-16,2-1-144 0,3 0 0 0,1-1 144 15,2 0-144-15,1 2 0 0,-2-4 0 16,2 1 0-16,1 0 0 0,-3 0-192 0,1 0 32 0,0-1 16 16,-2-1-192-16,-3 1-48 0,-2 2 0 0,-3-1 0 15,-9-4 128-15,0 0 32 0,0 0 0 0,1 8 0 16,-3 1 224-16,-5 0 0 0,-3 2 0 0,-5-2 0 0,-2 0 0 16,-2 1 0-16,-3 2 0 0,-1 0 0 0,1-1 0 15,1 2 0-15,2-1 0 0,-1-1-15344 16,2-2-2944-16</inkml:trace>
  <inkml:trace contextRef="#ctx0" brushRef="#br0" timeOffset="43224.33">15536 6663 18431 0,'0'0'1632'0,"0"0"-1312"0,0 0-320 0,0 0 0 15,0-7 5952-15,0 7 1104 0,0 0 240 0,0 0 32 16,0 0-4784-16,0 0-960 0,0 0-192 0,2 10-48 16,-2 5 160-16,1 3 32 0,-2 2 0 0,-1-1 0 0,0 1-832 0,-1 1-176 15,1-1-16-15,0 3-16 0,1-3-304 0,1 3-64 16,-1-6-128-16,1 0 192 0,1-2-192 0,0 0 0 15,1-4 0-15,0-2-160 16,-2-9-1040-16,4 6-208 0,-4-6-32 0,8 4-16 16,1-3-2512-16,3-2-496 0</inkml:trace>
  <inkml:trace contextRef="#ctx0" brushRef="#br0" timeOffset="43629.08">16236 6344 29487 0,'0'0'1296'0,"4"-6"288"0,0-2-1264 0,0 2-320 16,0-2 0-16,0 0 0 0,0 1 4160 0,-4 7 768 16,0 0 144-16,0 0 48 0,0 0-2768 0,0 0-560 15,0 0-96-15,0 0-32 0,0 0-848 0,0 0-176 16,-5 7-48-16,-2 6 0 0,-2 4-240 0,-3 5-48 16,-3 5-16-16,-1 3 0 0,-1 2-96 0,0 2-32 15,0 1 0-15,2 1 0 0,0 1-32 0,4-1-128 0,1 0 192 0,4-4-64 16,3 2-128-16,6-7 0 15,2 0 0-15,4-4 0 0,2 0 0 0,3-4 0 0,6-2-128 16,2-7 128-16,2-2-208 0,4-3 16 0,3-1 16 16,2-4 0-16,1-4-96 0,1-1-32 0,0-3 0 15,-1-2 0-15,0-3 48 0,-2-2 16 0,0 0 0 16,-2-2 0-16,-3-3 240 0,-2 1-192 0,-3-2 192 0,-4-3-192 16,-3-3 192-16,-5 2 0 0,-2-6 0 0,-3 1 0 15,-4 0 128-15,-3-1-128 0,-3 1 192 0,-2-2-192 16,-2 1 288-16,-3 1-48 0,-3 1-16 0,-4 2 0 15,-2 1-224-15,-2 2 144 0,-2 2-144 0,-4 4 128 16,0 0-128-16,-1 3 0 0,-2 5 0 0,2 1 0 0,0 5-256 16,3 4 32-16,1 1 0 0,2 4 0 15,3 3-1536-15,3 4-304 16,3 2-64-16,2 3-13024 0,2 3-2592 0</inkml:trace>
  <inkml:trace contextRef="#ctx0" brushRef="#br0" timeOffset="43859.69">16346 6677 24879 0,'0'0'1088'0,"0"0"256"0,-3-5-1088 0,3 5-256 16,0 0 0-16,0 0 0 0,0 0 5504 0,0 0 1056 15,0 0 208-15,0 0 32 0,7 9-4048 0,-3 3-800 16,-2 2-160-16,2 3-48 0,-1 1-1008 0,1 0-208 15,-2 3-32-15,2 0-16 0,0 0-352 0,0 0-128 16,1 0 0-16,1-3 0 0,-1 1 0 0,0 0 0 0,0-2 0 0,2-2 0 31,-2 0-1488-31,2-5-192 0,-2-1-48 0,0-1-14208 0,-5-8-2864 0</inkml:trace>
  <inkml:trace contextRef="#ctx0" brushRef="#br0" timeOffset="44199.76">16714 6732 32255 0,'0'0'1424'0,"0"0"304"0,0 0-1392 0,0 0-336 0,6-3 0 0,2-1 0 0,0 0 3808 0,0 2 688 15,-1 0 144-15,3 1 32 0,0 0-2512 0,2-1-496 16,-1 1-112-16,3 1-16 16,0 1-816-16,3 1-160 0,0-1-48 0,0 2 0 0,-3-1-272 0,0 2-64 15,-1 1-16-15,-1 2 0 0,-3 2-160 0,-3 0 128 16,0 3-128-16,-2 0 128 0,-1-1-128 0,-3 4 0 15,-4 2 144-15,-2-3-144 0,-1 2 144 0,-1-1-144 16,-3 0 192-16,-2 0-192 0,-1 2 256 0,0 0-64 16,1-1-16-16,0-1 0 0,0 1-176 0,1 0 0 15,3 1 0-15,0-4 0 0,1-2 0 0,1-1 0 16,2-1 128-16,2-3-128 0,2 2 0 0,1-8 0 16,0 0 0-16,5 8 0 0,3 0 0 0,1-6 0 15,3-2 0-15,2-1 0 0,5 0-176 0,0-2 48 16,2 0 0-16,2-2 0 15,0-3-624-15,1-1-112 0,2-2-32 0,1-2 0 16,0-1-1200-16,-1 1-240 0,3-2-48 0</inkml:trace>
  <inkml:trace contextRef="#ctx0" brushRef="#br0" timeOffset="44424.72">17514 6561 40543 0,'0'0'1792'0,"0"0"384"15,0 0-1744-15,0 0-432 0,0 0 0 0,0 0 0 0,9 0 3024 0,0-1 528 16,1-2 96-16,-1 2 32 0,1-1-2016 0,2 2-384 16,1 2-96-16,2-2-16 0,2-3-784 0,0 0-176 15,2 1-16-15,-1 1-16 0,-1 1-176 0,0 0 0 16,0 0 0-16,-2 0 0 0,2 0-192 0,-1 0-128 16,-2-3-32-16,-1 2 0 15,-2-1-848-15,-2 1-160 0,-1 1-48 0,-8 0 0 16,0 0-3120-16,0 0-624 0,0 0-128 0,0 0-32 0</inkml:trace>
  <inkml:trace contextRef="#ctx0" brushRef="#br0" timeOffset="44600.8">17535 6657 9215 0,'0'0'816'0,"0"0"-656"16,0 0-160-16,0 0 0 0,0 0 8208 0,10-1 1616 15,1 1 320-15,-1 0 64 0,2 0-6848 0,1-3-1376 0,0 2-256 0,3-1-64 16,1 0-704-16,1 1-128 0,0 0-16 0,2-1-16 15,-2 0-528-15,0-1-96 0,1-1-32 0,-3 2 0 16,0 2-144-16,0 0 0 0,-2 0 0 0,-1 0 0 16,-1-3-1824-1,-2 0-240-15,-1-1-48 0</inkml:trace>
  <inkml:trace contextRef="#ctx0" brushRef="#br0" timeOffset="45530.27">18691 6562 45375 0,'0'0'2016'0,"0"0"416"0,0 0-1952 16,0 0-480-16,0 0 0 0,0 0 0 0,-2 3 688 0,-1 2 32 16,1 3 16-16,-5 5 0 0,-1 3 608 0,-2 0 112 15,-2 1 16-15,0 3 16 0,-1 1-768 0,0 1-144 16,0 1-48-16,0 0 0 0,0-4-272 0,1 2-64 15,5-4-16-15,-3-1 0 0,1 1-176 0,2-4 0 16,0-3 144-16,0-1-144 0,0-1 0 0,0-3 0 16,7-5 0-16,0 0 0 0,0 0-256 0,0 0 48 15,0 0 0-15,1-10 0 16,5-6-288-16,-1-2-48 0,1 0-16 0,4-6 0 16,1 1-96-16,2-3-32 0,2-3 0 0,2-2 0 15,1-2 0-15,1 3 0 0,1-1 0 0,0 3 0 0,-1 2 288 0,-2 5 48 16,-1 6 16-16,-3 3 0 0,-2 4 336 0,0 4 0 15,-1 2 160-15,-10 2-160 0,8 9 720 0,-1 3 48 16,-2 2 0-16,-1 0 0 0,0 6 192 0,1-1 32 0,0 1 16 0,0 1 0 16,1 0-416-16,0 0-80 0,3 1 0 0,0-1-16 15,0-2-288-15,2 1-48 0,1-1-16 0,2 2 0 16,-1-5-144-16,1-1 0 0,1 0 0 0,-1-1 0 16,2-2 0-16,-1 0 0 0,0-3 0 0,0 0-176 15,0-1-80-15,-2-2 0 0,-3-2-16 0,-2 0 0 16,-2 1-16-16,-6-5 0 0,0 0 0 0,0 0 0 0,0 0 288 15,0 0-160-15,-6 3 160 0,-5 1-128 0,-2-2 128 16,-2 2 0-16,-3 0 160 0,-3 0-160 0,-3-1 304 16,-2-2-48-16,-1 0 0 0,-3 1 0 0,-2 0-64 15,2-2-32-15,0 0 0 0,1 0 0 0,0 0-160 16,1 0 0-16,2 0 0 0,3 0 0 16,1 0-768-16,3-2-128 0,4 0-16 0,3 1-16 15,4 0-1840-15,8 1-368 0,0 0-80 0</inkml:trace>
  <inkml:trace contextRef="#ctx0" brushRef="#br0" timeOffset="45993.93">19540 6325 47167 0,'0'0'2096'0,"-4"-4"416"0,4 4-2000 0,0 0-512 15,0 0 0-15,0 0 0 0,-6 3 928 0,0 2 96 0,0 4 0 16,1 1 16-16,0 6 208 0,-1 4 32 16,2 3 16-16,2 2 0 0,-1 4-720 0,2-1-128 0,1 0-48 0,2 2 0 15,1 0-96-15,4-2-32 0,0 1 0 0,3-3 0 16,0 0-272-16,3-2-144 0,1-4 16 0,2 0 0 16,0-1 0-16,1-3 0 0,1-5 0 0,0-2 0 15,0-4-192-15,-1 0-48 0,0-5 0 0,0 0 0 16,0-2-64-16,0-1-16 15,0-4 0-15,0-2 0 0,-1-2 240 0,-2-4 32 0,0-2 16 0,1-2 0 0,-1-2 160 16,-1-4 0-16,0 2 0 0,0-6 0 0,0-4 0 16,0-1 0-16,0 1 0 0,-1-4 0 0,1 2 0 0,-1 0 0 15,-2-1 0-15,1 5 0 0,-2 2 176 0,-1 6-48 16,-2 3 0-16,-2 5 0 0,0 3 256 0,-2 4 64 16,-2 8 0-16,0 0 0 0,0 0-64 0,0 7-16 15,0 4 0-15,-1 4 0 0,-1 3-176 0,-1 4-16 16,0 3-16-16,1 1 0 0,-1-1-160 15,1 4 0-15,-1 1 0 0,0-2 128 0,1 2-128 0,0 1 0 16,1-1 0-16,0-2 0 16,0-3-448-16,-1-2-64 0,4-2 0 0,-2-2-16 15,-2 1-1072-15,1-3-192 0,0-4-64 0,-1-3 0 16,-2-3-2768-16,-1-3-560 0</inkml:trace>
  <inkml:trace contextRef="#ctx0" brushRef="#br0" timeOffset="46208.17">19281 6178 17503 0,'0'0'768'0,"0"0"176"0,-3-6-752 0,3 6-192 0,0 0 0 0,0 0 0 16,5-5 6848-16,2 1 1328 0,2 3 272 0,3-2 48 15,1 2-6128-15,2 0-1232 0,5-1-240 0,1 2-64 16,1 2-608-16,0-1-224 0,2 0 144 0,0-1-144 15,4-1-640-15,-1 0-224 16,0 1-32-16,2 0-16 0,0-2-2416 0,0 0-464 0</inkml:trace>
  <inkml:trace contextRef="#ctx0" brushRef="#br0" timeOffset="46366.66">19995 6163 13823 0,'0'0'1216'0,"0"0"-960"15,0 0-256-15,0 0 0 0,9 0 7280 0,0 0 1408 16,2-1 272-16,1 1 64 0,1-3-5680 0,2 2-1136 15,3 0-224-15,3-1-64 0,1-3-960 0,2 1-192 16,1 0-32-16,-1 2-16 0,3 0-528 0,-1 1-192 16,-2 1 144-16,2 0-144 15,2 0-1152-15,-2 0-304 0,-1-1-64 0,-2 1-21872 0</inkml:trace>
  <inkml:trace contextRef="#ctx0" brushRef="#br0" timeOffset="46708.9">20800 6454 46815 0,'0'0'2080'0,"0"0"416"0,1-7-1984 0,0 1-512 0,-1 6 0 0,0 0 0 16,0 0 1296-16,0 0 176 0,0 0 16 0,0 0 16 0,0 0-240 16,7 5-48-16,-2 3-16 0,-1 2 0 0,-2 5-624 0,1 0-112 15,-2 2-16-15,1 3-16 0,-2 2-208 0,0 2-32 16,-2-2-16-16,0 2 0 0,-1 1-176 0,2-1 0 16,-1-1 0-16,1 1 128 0,0-1-128 0,-2-2 0 15,1-3 0-15,0 0 0 16,-2-2-496-16,2-3-16 0,-1-2-16 0,-1-1 0 15,0 0-912-15,-1-2-176 0,-1-1-48 0,-1-3 0 16,1-2-2400-16,-1 0-480 0,-11-6-112 0,3-2-16 0</inkml:trace>
  <inkml:trace contextRef="#ctx0" brushRef="#br0" timeOffset="47062.64">20574 6603 35935 0,'0'0'3200'0,"0"0"-2560"15,0 0-512-15,0 0-128 0,0 0 3072 0,0 0 576 16,0 0 128-16,0 0 32 0,0 0-1680 0,8-2-336 16,4 1-64-16,1 0 0 0,2 1-848 0,2 0-176 15,1 1-16-15,2-1-16 0,2 0-384 0,2 0-80 16,-1 0-16-16,2 0 0 0,0 3-192 0,-1 1 0 0,1-2 0 16,-1-1 128-16,-4-1-128 0,1 0 0 0,-1 0 0 0,-3 3 0 15,-2-3 0-15,0 1 0 0,-2 2 0 0,-1-3 0 16,-3-1 0-16,-1-1 0 0,-8 2 0 0,0 0 0 15,0 0 0-15,0 0 0 0,7 2 0 0,-7-2 0 16,0 0 0-16,0 0 0 0,0 0 0 0,0 0 0 0,0 0 0 16,0 0 0-16,0 0 0 0,0 0 0 15,0 0 0-15,0 0 0 0,0 0 0 0,0 0 0 16,0 0 0-16,0 0 0 0,0 0 0 0,0 0 0 0,0 0 0 0,0 0 0 16,0 0 0-16,0 0 0 0,0 0 0 0,0 0 0 15,0 0 0-15,0 0 0 16,0 0-608-16,0 0-112 0,0 0-32 0,0 0 0 15,0 0-1632-15,0 0-336 0,0 0-64 0</inkml:trace>
  <inkml:trace contextRef="#ctx0" brushRef="#br0" timeOffset="47626.59">21678 6919 41119 0,'0'0'1824'0,"-2"-7"368"0,-1-3-1744 0,3 10-448 15,-4-7 0-15,3-2 0 0,-1 6 928 0,1 2 96 16,1 1 32-16,0 0 0 0,-4 6 496 0,0 5 112 15,0 3 0-15,1 4 16 0,-3 3-848 0,1 4-192 16,0-2-16-16,0 1-16 0,-2 6-176 0,3-4-48 16,-1-1 0-16,2-2 0 15,1-1-688-15,2-1-144 0,2-5-16 0,0-1-16 16,0-3-1520-16,2 0-304 0,1-4-64 0,1-3-18736 0</inkml:trace>
  <inkml:trace contextRef="#ctx0" brushRef="#br0" timeOffset="48222.77">22135 6282 34095 0,'0'0'3024'0,"0"0"-2416"16,0 0-480-16,-6-1-128 0,1 1 2816 0,5 0 528 15,-6 5 112-15,0 1 32 0,0 3-1376 0,1 2-288 16,-1 5-48-16,1 3-16 0,0 3-928 0,1 4-192 15,0 6-48-15,2 2 0 0,-1 2-256 0,2 1-48 16,1-1-16-16,0 1 0 0,0 0-64 0,1 1-16 16,2 1 0-16,0-5 0 0,-1-3-192 0,0-1 176 15,2 0-176-15,0-5 160 0,0-1 128 0,0-5 32 16,0-1 0-16,0-1 0 0,0 2-320 0,0-6 0 16,0-4 0-16,-1 0-144 0,0-1 144 0,1 0 0 15,0-2 0-15,-4-6 0 0,0 0 0 0,0 0 0 16,0 0 0-16,0 0 0 0,9-1 144 0,-1-4-144 15,-2-3 192-15,1-1-192 0,-1-2 0 0,1-1 0 16,1-2 0-16,0-3 0 0,-1-2 0 0,3-2 0 16,0-4 0-16,2-2 0 0,1-6 0 0,1-1 0 15,0-2-192-15,3-2 48 0,0 0 0 0,2 2 0 16,-1-1 0-16,0 2 0 0,0 1 144 0,-1 4-128 0,-2 5 128 16,-1 6-128-16,-1 3 128 0,-3 6 0 15,0 3 0-15,-1 3 0 0,-2 5 0 0,0 6 0 0,-2 5 0 0,2 5 0 16,-2 3 128-16,1 7-128 0,0-4 160 0,-1 7-160 15,0 4 160-15,2 1-160 0,0-2 160 0,0 1-160 16,1-4 0-16,1-2 0 0,0 0 0 0,0-4 0 16,-1-1 0-16,0-3 128 0,0-1-128 0,1-6 0 15,-1-2 0-15,-1-3 0 0,1-3 0 0,0-1 0 16,-1-4 0-16,-1-1 128 0,2-2-128 0,-2-3 0 16,0-2 128-16,-1-2-128 0,0-1 0 0,0-3 144 0,2-2-144 15,-2-2 0-15,0-3 0 0,0-1 0 0,3 0 0 16,-1-3 0-16,-1-8 0 0,1 3 0 0,1-1-144 15,-1 3-64-15,1-2-16 0,0 0 0 16,-1 0-1248-16,0 1-240 0,1 2-48 0,-3 3-14224 16,-5-2-2832-16</inkml:trace>
  <inkml:trace contextRef="#ctx0" brushRef="#br0" timeOffset="48430.15">21999 6211 14735 0,'0'0'640'0,"0"0"160"0,-8-5-640 0,2 0-160 16,6 5 0-16,0 0 0 0,0 0 8144 0,0 0 1600 15,0 0 320-15,7-3 64 0,4-3-7120 0,3 2-1440 16,3 1-288-16,3 0-48 0,2 0-864 0,1-1-176 0,2 0-48 0,1 0 0 16,2 0-144-16,0 0 0 0,1 2 0 0,2 0 0 31,2-3-896-31,-1 1-176 0,0 2-16 0,-1 0-16 15,0 2-2032-15,1-4-384 0,-2 3-96 0</inkml:trace>
  <inkml:trace contextRef="#ctx0" brushRef="#br0" timeOffset="48590.68">22716 6128 26719 0,'0'0'2368'0,"0"0"-1888"0,0 0-480 0,0 0 0 16,5-5 4080-16,2 2 720 0,1 2 128 0,1-3 48 0,2 1-2496 0,2 3-496 15,2-3-112-15,2 0-16 0,1 0-896 0,3 2-192 16,1 0-48-16,1 1 0 0,1 1-720 0,-1 0 0 15,2 3 0-15,0 1 0 16,-2-2-2160-16,1 2-416 0,-2 2-96 0,-1 2-18512 16</inkml:trace>
  <inkml:trace contextRef="#ctx0" brushRef="#br0" timeOffset="48941.52">22917 6796 14735 0,'0'0'1312'0,"0"0"-1056"16,0 0-256-16,6 5 0 0,2-3 6160 0,1 4 1184 16,0-4 224-16,3 2 48 0,2-3-4208 0,3 2-848 15,3 0-160-15,-1 1-32 0,2-2-1120 0,-1-2-224 16,-1 0-32-16,1 1-16 0,-2 2-416 0,-1 0-96 16,-2 1-16-16,-2 1 0 0,-2 0-160 0,-2 0-32 0,-2-1-16 0,-7-4 0 15,3 8 16-15,-5 1 0 0,-2 0 0 0,-1 2 0 16,-3-1-64-16,-2 2-16 0,1 0 0 0,-3-1 0 15,-1 2-48-15,-1-1 0 0,-1 1 0 0,1 0 0 16,1 0-128-16,0 0 160 0,2 0-160 16,1-1 160-16,2 0-112 0,3-4-48 0,1-1 0 0,1 1 0 15,3 0 0-15,0-8 0 0,7 7 0 0,3-1 0 16,3-1 0-16,3 0 0 0,1-6 0 0,1 2 0 16,2 3 0-16,2-2 0 0,1-2 0 0,1-3 0 15,-2-1 0-15,2 0 0 0,0-2 0 0,1-1 0 16,-1 1-208-16,-1-1-48 0,-1 2 0 0,-1 0 0 15,-1-2-2816-15,-2 1-560 16</inkml:trace>
  <inkml:trace contextRef="#ctx0" brushRef="#br0" timeOffset="50906.44">17638 8450 47343 0,'0'0'2096'0,"0"0"432"0,0 0-2016 0,0 0-512 0,0 0 0 0,0 0 0 0,0 0 848 0,0 0 80 16,0 0 16-16,8 0 0 0,2-1 256 0,3-1 48 16,2 1 16-16,2 0 0 0,2 1-848 0,3-2-160 15,3-1-48-15,-1-1 0 0,-1 1-208 0,0-1 0 16,1 0 0-16,2 2 0 16,-1-5-976-16,-2 3-240 0,-1 0-64 0,-1 0-14544 15,-1 0-2928-15</inkml:trace>
  <inkml:trace contextRef="#ctx0" brushRef="#br0" timeOffset="51064.37">17745 8608 34095 0,'0'0'3024'0,"0"0"-2416"16,0 0-480-16,0 0-128 0,0 0 3856 0,0 0 752 16,0 0 160-16,0 0 32 0,9 0-3136 0,1-2-640 15,2 0-112-15,4-2-16 0,2 0-496 0,3 0-80 16,1 0-32-16,4-2 0 15,2 0-640-15,2 0-128 0,1-1-32 0,3 0-15648 16,1-1-3136-16</inkml:trace>
  <inkml:trace contextRef="#ctx0" brushRef="#br0" timeOffset="51713.72">18943 8423 51375 0,'0'0'2272'0,"0"0"480"0,-4-7-2208 0,4 7-544 16,0 0 0-16,0 0 0 0,0 0 704 0,7-5 16 16,2 0 16-16,2-1 0 0,4 1-96 0,0 0 0 15,4 1-16-15,0 0 0 0,2 2-400 0,1-2-80 16,0 2-16-16,2 2 0 0,-1 2-128 0,1 2 0 15,-2-3 0-15,-1 4 0 0,-3-1 0 0,-2 1 0 0,-3 0 0 0,-3 3 0 16,-2 1-176-16,-3 1 176 16,-5-1-128-16,-1-2 128 0,-3 4 0 0,-2 1 0 0,-4-2 0 0,-1 2-128 15,-2-3 128-15,-3 3 0 0,-1-2 0 0,0 3 0 16,-1-2 0-16,0 0 0 0,-1 0 0 0,2-1 0 16,2 3 0-16,0-1 128 0,1 0-128 0,1-5 0 15,0 0 128-15,4-1-128 0,2 0 128 0,7-6-128 16,-4 6 128-16,4-6-128 0,3 8 128 0,4-1-128 15,2-2 0-15,2 0 0 0,4 0 0 0,2-1 128 16,1-1-128-16,3-1 0 0,0 1 0 0,1 2 0 16,1-2 0-16,-1 2 0 0,1 2 0 0,-2-2 0 0,-2 0 0 15,1 0 0-15,-6-1 0 0,-1 0 0 16,0 5 0-16,-4 0 0 0,-1-2 0 0,-4 2 0 16,-3 1 0-16,-2 1 0 0,-3-1 0 0,-4 1 0 0,-2-1 0 15,-5 2 0-15,-2-4 0 0,-1 2 0 0,-3-1 0 0,-1 3 0 16,0-2 0-16,-3 1 0 0,0-5 0 0,1 1-128 15,0 1 128-15,2-5-192 16,0 0-976-16,4-2-208 0,2-2-32 0,4-2-16 16,2-2-2528-16,5-1-496 0</inkml:trace>
  <inkml:trace contextRef="#ctx0" brushRef="#br0" timeOffset="52077.2">19522 8400 27647 0,'0'0'2448'0,"0"0"-1952"0,0 0-496 0,0 0 0 0,8 2 3824 15,-8-2 656-15,6 5 144 0,-2 1 32 0,-1 4-2224 0,-2 3-432 16,-2 0-80-16,-2 5-32 0,-2 1-416 0,0 4-96 16,-2 1-16-16,1 2 0 0,2 1-768 0,0-1-144 15,1-3-48-15,2 1 0 0,2-2-112 0,3 1-32 0,1-2 0 0,2-1 0 16,2-3-256-16,3-2 0 0,3 1 0 0,2-4 0 16,0-2 0-16,3-2 0 0,1-2-208 0,1-2 80 15,1 0-48-15,-1-4 0 0,-1-1 0 16,3-2 0-16,-1-1-80 0,-1-2 0 0,-1-3-16 0,-2-2 0 15,-3 1 80-15,-1-2 32 0,-2-1 0 0,-3-3 0 16,-1-1 160-16,-2-1 0 0,-3-1 0 0,-2-1-128 0,-2 4 128 16,0 2 0-16,-2 1 0 0,-3 3 0 15,-3 1 0-15,-3 2 128 0,0 3-128 0,-5 3 0 0,-4 3 144 16,1 5-144-16,-2 2 192 0,0 1-192 0,-2 0 176 0,1 3-176 16,1 0 160-16,1 1-160 0,2 2 0 0,4-2 0 15,3 0 0-15,3 1 0 16,2 0-416-16,4 0-176 0,1-2-48 0,5-4 0 15,3 1-1168-15,3 1-240 0,4-5-64 0,3-2-12704 16,3-1-2544-16</inkml:trace>
  <inkml:trace contextRef="#ctx0" brushRef="#br0" timeOffset="52421.16">20258 8481 45727 0,'0'0'2032'0,"0"0"400"0,0 0-1936 0,0 0-496 16,-6-2 0-16,-1 2 0 0,0 1 1760 0,-3 4 256 15,-1 0 48-15,-1 5 16 0,0-1-784 0,-3 2-144 16,-4 2-48-16,1 6 0 0,0-2-528 0,0 2-96 16,-1-2-32-16,2 3 0 0,3 1-320 0,1-3-128 0,3 0 0 0,2-1 0 15,1 1 0-15,5-1 128 0,3-1-128 0,2-2 64 16,2-1-64-16,4 0 0 0,3-2 0 0,2-2 0 16,2-3 0-16,1 0-128 0,2-1 128 0,2-3-160 15,0 0-96-15,0-2 0 0,0-3-16 16,-2 2 0-16,1-4 16 0,-2-1 0 0,-1 4 0 0,-1-7 0 15,-2-3 64-15,-1 0 0 0,-1-1 16 0,-2 0 0 16,-1 0 176-16,0-1-128 0,-2-2 128 0,-2-1-128 0,-2 0 128 16,-1 0 0-16,0-1-144 0,-2 0 144 15,-3 1-224-15,0 0 32 0,-1 1 0 0,-1 2 0 16,-1-2-240-16,-2 3-32 16,-1 0-16-16,-2 3 0 0,1 1-992 0,-1 2-192 0,0 2-32 0,-1 2-16 15,0 2-1088-15,2 1-208 0,1 1-64 16,2 2-14816-16</inkml:trace>
  <inkml:trace contextRef="#ctx0" brushRef="#br0" timeOffset="52793.21">20776 8488 31327 0,'0'0'1392'0,"0"0"272"0,-8 0-1328 0,-1 1-336 16,0 3 0-16,0 1 0 0,-2 2 4160 0,-3 3 752 15,-4 3 144-15,0 4 48 0,-2 0-2912 0,0 3-576 16,0-1-112-16,0 2-32 0,2 1-704 0,1 2-160 16,2-1-32-16,4-2 0 0,3-1-352 0,3 0-80 15,2-1-16-15,4-2 0 0,2-2-128 0,4 2 0 16,2-5 0-16,2-2-176 0,4-2-112 0,0-1-32 0,4-3 0 0,0-2 0 31,2 0-128-31,1-4-48 0,0 0 0 0,1-2 0 0,-3-3 192 0,0-1 48 0,-2-1 0 0,0 0 0 16,-1-1 256-16,-1-2 0 0,-4 2 0 0,0-3 0 15,-2-2 0-15,-2 0 0 0,-2 0 0 0,-2-2 0 16,-1 4 144-16,-2-4-16 0,-2 3 0 0,0 0 0 0,-2-2 0 16,-2 2 0-16,-2-1 0 0,-1 2 0 15,-1 1-128-15,0 2 0 0,-4 0 0 0,1 0 0 0,-2 3-176 0,0 0-64 16,-1-2-16-16,1 5 0 16,1 0-1296-16,1 3-272 0,2 1-48 15,2 1-16-15,8-1-1792 0,0 0-352 0,0 0-80 0</inkml:trace>
  <inkml:trace contextRef="#ctx0" brushRef="#br0" timeOffset="53140.06">21178 8519 8287 0,'15'-9'736'0,"-8"5"-592"16,-1 0-144-16,-6 4 0 0,0 0 7488 0,7-2 1472 16,-7 2 304-16,0 0 48 0,0 0-5424 0,0 0-1088 15,0 0-224-15,-7 9-32 0,-3 0-1072 0,-3 5-192 16,-3-1-64-16,-1 4 0 0,-1 3-560 0,-2-3-112 15,0 0-32-15,0 2 0 0,0 2-192 0,3 1-64 16,2-2 0-16,2-3 0 0,2 0-256 0,5-2 0 16,2 1 128-16,3-2-128 0,3 1 0 0,3-4 0 15,5 0 0-15,1-1 0 0,4-3-272 0,3-1 32 16,0-2 16-16,2-1 0 0,1-2-112 0,1-2-32 0,1-2 0 0,1-1 0 16,-2-1 80-16,0 0 16 0,-1-4 0 0,-2-1 0 15,-3-1 272-15,-2-1-192 0,-1 0 192 0,-2-1-160 16,-2 2 160-16,-2-3 0 0,-2 1 0 0,-3-1 0 15,0 0 0-15,-2-2 0 0,-2 2 0 0,0-2 0 16,-2 0 0-16,-1 2 0 0,-3-1-192 0,-3 1 64 16,2 1-208-16,-1 2-48 0,-1-1 0 0,0 4 0 15,-1-1-960 1,0 5-208-16,-1-2-48 0,3 3 0 0,1-1-736 0,1 4-160 16,1 1-16-16,7-1-15952 0</inkml:trace>
  <inkml:trace contextRef="#ctx0" brushRef="#br0" timeOffset="53480.73">21636 8545 5519 0,'0'0'240'0,"0"0"64"0,0 0-304 0,6-4 0 15,0 2 0-15,-6 2 0 0,7-6 9888 0,-7 6 1920 16,0 0 384-16,0 0 80 0,0 0-8496 0,0 0-1712 16,0 0-336-16,-2 8-64 0,-1 0-896 0,-4 2-192 15,-5 4-48-15,-2 1 0 0,0 2-256 0,-3 3-48 16,-2-1-16-16,2 1 0 0,3-1-80 0,2 0-128 15,1-1 176-15,2 0-176 0,1 2 0 0,4-1 0 16,2-3 0-16,5-1 0 0,1 1 0 0,4-3 0 16,4 0-176-16,2-4 176 0,3 2-384 0,1-2 16 15,3-1 16-15,1-2 0 16,0-3-96-16,2 1-32 0,1-7 0 0,-2 1 0 0,0-2 80 0,0 0 16 16,-3-4 0-16,-1-1 0 0,-2-3 224 0,-3-1 160 0,-2-1-192 0,-3-1 192 15,-3 1 0-15,1-2 0 0,-2 1 0 16,-1-2 0-16,-3 0 128 0,-2-1 16 0,-2-1 16 0,0 2 0 15,-4 2 0-15,-1-1 0 0,-2 0 0 0,-2-1 0 16,-1 2-160-16,-1-1 0 0,-3 3 0 0,1-1 0 16,0 2-1920-16,2 2-320 15</inkml:trace>
  <inkml:trace contextRef="#ctx0" brushRef="#br0" timeOffset="53996.03">22882 8553 28559 0,'0'0'1264'0,"0"0"272"0,0 0-1232 0,0 0-304 0,0 0 0 15,0 0 0-15,0 0 3840 0,0 0 720 0,0 0 144 0,0 0 32 16,-4 9-2320-16,0 2-464 0,0 0-96 0,0 5 0 16,0 2-912-16,1-1-176 0,2 3-48 0,1-2 0 0,-1 1-320 0,-1 1-64 15,2 0-16-15,0 0 0 0,0-1-176 0,2 0-144 16,-4-2 192-16,2-1-192 0,0-2 0 0,0-1 0 15,0-5 0-15,0 1 0 16,0 0-464-16,0-2-160 0,2-2-16 0,-2-5-16 16,0 0-880-16,0 0-192 0,0 0-16 0,0 0-16 15,0 0-1712-15,0 0-352 0,-7-1-64 0,1-3-16 0</inkml:trace>
  <inkml:trace contextRef="#ctx0" brushRef="#br0" timeOffset="54294.94">22674 8694 29487 0,'0'0'1296'0,"0"0"288"0,0 0-1264 0,0 0-320 16,0 0 0-16,0 0 0 0,5-5 4272 0,2 1 784 16,0 1 176-16,2 2 16 0,1-2-2944 0,3 1-608 15,1-2-112-15,5 2-32 0,2 2-832 0,2 0-160 16,0 0-48-16,2 0 0 0,3-1-144 0,-1 1-48 0,0 1 0 0,1 1 0 16,-1-2-160-16,1 1-32 15,-2 0-128-15,-3 1 192 0,-2-2-192 0,-2 1 0 0,-2 0 128 0,-2 0-128 16,-3 1 0-16,-3-1 0 0,-9-1 0 0,0 0 0 15,0 0 0-15,0 0 0 0,0 0 0 0,0 0 0 16,0 0 0-16,0 0 0 0,0 0 0 0,0 0 0 16,0 0 128-16,0 0-128 0,0 0 0 0,0 0 0 15,-7 3 0-15,7-3 0 0,-6-2 0 0,0 2 0 16,6 0 0-16,-6 3 0 0,-1-2 0 0,1-1 0 0,6 0 0 16,-7-1-128-16,1 0 128 0,-1 1-208 15,-1 0-960-15,2 0-192 0,1 0-48 0,5 0 0 16,0 0-2688-16,0 0-528 0</inkml:trace>
  <inkml:trace contextRef="#ctx0" brushRef="#br0" timeOffset="54587.12">23923 8453 21183 0,'0'0'1888'16,"0"0"-1504"-16,0 0-384 0,0 0 0 0,0 0 6400 0,0 0 1200 16,0 0 240-16,0 0 48 0,0 0-5088 0,0 0-1024 15,4 9-208-15,-1 1-32 0,-1 3-720 0,0 4-144 16,0 1-32-16,-2 3 0 0,0 3-352 0,0 0-80 16,0 3-16-16,-1-3 0 0,-2 1-192 0,1-1 128 0,0-1-128 0,0 0 0 15,-2 0 0-15,1-2 0 0,1-1 0 16,-1-1 0-1,0-4-400-15,2 0-128 0,-1-2-32 0,0-3 0 16,1-3-832-16,1-7-160 0,0 0-48 0,0 0 0 16,0 0-2624-16,0 0-544 0</inkml:trace>
  <inkml:trace contextRef="#ctx0" brushRef="#br0" timeOffset="54896.39">24340 8486 31327 0,'0'0'2784'0,"0"0"-2224"0,0 0-560 0,0 0 0 0,0 0 4400 0,0 0 768 15,0 0 144-15,0 0 48 0,0 0-3040 0,0 0-592 16,-7 2-128-16,-1 2-32 0,-1 0-864 0,0 2-192 16,-3 1-16-16,-1-1-16 0,-4 5-288 0,0 2-64 15,-3 0-128-15,1 0 192 0,-3 0-64 0,1-2-128 16,0 3 176-16,1-1-176 0,2 2 160 0,0-2-160 16,1 0 128-16,1-1-16 0,2 0-112 0,2-2 0 15,2-1 0-15,2-1 0 0,0 0 0 0,3 0 0 16,1 0 0-16,4-8 0 0,0 0 0 0,3 6 0 15,0 1 0-15,4-1 0 0,2-1 0 0,2 1 0 16,2-1 0-16,2-1 0 0,5-2 0 0,-1 0 0 16,1 0 0-16,1-2 0 0,1 2 0 0,1-2 0 15,5 0 0-15,-4 0 0 16,0-6-544-16,-1 1 0 0,0-1 0 0,-3 0 0 16,-1 0-1072-16,-2-1-224 0,-2-2-32 0,-3 1-13856 15,0 1-2768-15</inkml:trace>
  <inkml:trace contextRef="#ctx0" brushRef="#br0" timeOffset="55094.69">24382 8483 23951 0,'0'0'1056'0,"0"0"224"0,0 0-1024 0,0 0-256 0,0 0 0 0,0 0 0 16,0 0 5056-16,3 7 944 0,-2 3 192 0,0-1 32 16,-1 4-3104-16,0 1-624 0,-1 2-128 0,0 1-32 0,1 2-1296 15,-2 1-256-15,1 3-48 0,0 1-16 0,0-6-400 0,-1 3-96 16,2 0-16-16,0 1 0 0,0 0-208 0,2 0 0 15,-1-2 0-15,1-3 0 16,0-2-640-16,-1-2-112 0,0-1-16 0,1-3-16 16,-1-2-1792-16,-1-7-368 0,0 0-64 0</inkml:trace>
  <inkml:trace contextRef="#ctx0" brushRef="#br0" timeOffset="55570.81">24713 8485 51023 0,'0'0'2256'0,"0"-6"480"0,2-1-2192 0,0 1-544 16,2-1 0-16,3 2 0 0,-2-2 1136 0,3 1 112 16,1 1 32-16,3-2 0 0,1 1-448 0,0 0-64 15,1 1-32-15,0 3 0 0,2 0-464 0,0 4-80 16,-1-2-32-16,1 0 0 0,1 0-160 0,0 1 0 16,-2 1 0-16,0 1 128 0,-2 0-80 0,-2 1-48 15,-1 2 0-15,-4-2 0 0,-6-4 0 0,0 0 0 0,1 8 0 0,-2 0 0 16,-3 2 0-16,-2-2 0 0,-3 0 0 0,-2 1 0 15,-1-1 0-15,1 0 0 0,-2 1 0 16,0 0 0-16,0 0 0 0,0 3 0 0,1-3 0 0,0 0 0 16,0 0 0-16,2 0 0 0,1 0 0 0,1 0 0 15,0 1 0-15,2-1 0 0,0-2 0 0,4 0 0 16,0 1 0-16,2-8 0 0,0 6 0 0,3 1 0 16,2 1 0-16,2-2 0 0,1 1 0 0,2-2 0 0,2-1 0 15,0-3 0-15,-3-1 0 0,4 0 0 0,1 5 0 16,0-1 0-16,1 0 0 0,0-4 0 0,2 4 0 0,0 0 0 15,-1-1 0-15,0 1 0 0,-2 1 0 0,0 0 0 16,-2 1 0-16,-2 1 0 0,0-2 0 0,-3 2 0 16,0-1 0-16,-2 1 0 0,-1 2 0 0,-4 0 0 15,-1 0 0-15,-5 3 0 0,-3-3 0 0,-1 3 0 16,-3-3 0-16,-3 1 0 0,-2 1 0 0,-2 2 0 16,-2-4 0-16,1 1 0 0,-1 1 0 15,0-3 0-15,-1-1 0 0,-1 0 0 0,-1-1 0 0,1 0 0 16,-1-1 0-16,0 0 0 15,-1 0-576-15,1-2-96 0,2 1-32 0,2-4-16336 16,-1 0-3280-16</inkml:trace>
  <inkml:trace contextRef="#ctx0" brushRef="#br0" timeOffset="56129.42">25639 8429 31327 0,'0'0'2784'0,"0"0"-2224"15,0 0-560-15,8-5 0 0,-8 5 4320 0,0 0 752 16,0 0 160-16,0 0 16 0,0 0-2976 0,0 0-608 15,0 0-112-15,0 0-16 0,0 0-656 0,-2 5-128 16,0 2-32-16,-2 2 0 0,-3-1-432 0,-2 1-96 16,0-1 0-16,-4 1-16 0,-1 2-128 0,-4 8-48 15,-2-6 0-15,3 4 0 0,-1-7 0 0,1 2 0 16,0 0 0-16,5-3 0 0,2 0 0 0,-1 1 0 16,2 1 0-16,1-5 0 0,4 1 0 0,-1 0 0 15,1-1 0-15,0 0 0 0,2 1 0 0,0-1 0 16,2 1 0-16,2-1 0 0,-2-6 0 0,4 7 0 15,2-2 0-15,3 0 0 0,0 0 0 0,3 1 0 16,3-2 0-16,1 1 0 0,4-1 0 0,1-3 0 0,1-2 0 16,2 2 0-16,2 2-192 0,0-1-48 0,2 2 0 0,2-3 0 31,2-2-880-31,-2-1-176 0,-3-1-48 0,0 0 0 16,1 1-2640-16,-3-3-544 0</inkml:trace>
  <inkml:trace contextRef="#ctx0" brushRef="#br0" timeOffset="56363.54">25734 8479 26719 0,'0'0'2368'16,"0"0"-1888"-16,-5-6-480 0,5 6 0 0,0 0 3744 0,0 0 656 15,0 0 128-15,0 0 16 0,-5 0-1920 0,5 0-384 16,-6 7-64-16,3 2-32 0,-1 2-640 0,-2 3-128 16,1 2-32-16,-1 3 0 0,-2 2-560 0,0 4-112 15,0-1-32-15,-1 1 0 0,-1-1-320 0,-1 3-80 16,2 0-16-16,0 0 0 0,0-4-224 0,1 2 128 15,1-2-128-15,4-1 128 0,-1-1-128 0,2-1-160 16,1-3 160-16,2-4-192 16,3-3-672-16,1-1-144 0,2-1-16 0,2-3-16 15,3-2-1600-15,4-3-320 0,2-3-64 0,4-3-18336 0</inkml:trace>
  <inkml:trace contextRef="#ctx0" brushRef="#br0" timeOffset="56697.74">26136 8573 3679 0,'9'-12'320'0,"-7"7"-320"15,0-2 0-15,-1 1 0 0,-1 2 9536 0,0 4 1824 0,-1-7 368 0,1 7 80 16,0 0-7584-16,-6-4-1536 0,1 3-288 0,-1 4-64 16,-1 0-1104-16,-3 5-208 0,-3 3-64 0,-2 2 0 15,1 4-560-15,-2 0-112 0,-1 2-32 0,1-1 0 16,0 3-176-16,2 0-80 0,2 1 0 0,1 0 0 16,4-2 0-16,1 0 0 0,5-2 0 0,2 0 0 15,3 0 0-15,4 1 0 0,2-2 0 0,4-3 0 16,1-1 0-16,2-3 0 0,3 1 0 0,2-5 0 0,0-2 0 15,0-1-160-15,2-2 160 0,-2-1-192 0,-1-3 0 16,0-2-16-16,-2-1 0 0,-1-5 0 0,-1 2 16 0,0-3 16 16,-1 1 0-16,-1-5 0 0,0 2 0 15,-2-6 0-15,-3 1 0 0,-1-1 0 0,-2 2 0 16,-3 2 0-16,-2-2 0 0,0 0 0 0,-4-1-80 0,0 1-32 16,-1 1 0-16,-2 2 0 0,-4-1-16 0,0 2 0 15,-2 1 0-15,0 2 0 16,-1 1-640-16,-1 1-128 0,0 1-16 0,0 1-16 15,2 1-1072 1,1 1-224-16,1 1-32 0,1 0-17296 0</inkml:trace>
  <inkml:trace contextRef="#ctx0" brushRef="#br0" timeOffset="57089.31">26712 8583 38127 0,'0'0'1680'0,"6"-1"368"0,2-5-1648 0,0 5-400 15,0-3 0-15,-2 2 0 0,-6 2 1808 0,0 0 288 16,0 0 48-16,0 0 16 0,0 0 48 0,0 0 16 16,-7 6 0-16,-4 3 0 0,-1 4-1136 0,-3 2-208 15,-4-2-48-15,1 2-16 0,-4 4-304 0,1-2-48 0,2-2-16 16,-1 5 0-16,2-5-240 0,2 4-48 0,3 1-16 0,3-1 0 16,1-5-96-16,2 3-48 0,3-1 0 0,3-2 0 15,2 0 0-15,3 2 0 0,3-3 0 0,3-1 0 16,4-2 0-16,3 1 0 0,3-2 0 0,2-3-160 15,3-3-112-15,1 1-32 0,0-4 0 0,0 1 0 16,0-2-64-16,0-6-16 0,0 1 0 0,-1-2 0 0,-1 0 80 0,-2-2 16 16,-3-1 0-16,-1-3 0 0,-2 0 128 0,0-1 32 15,-3-2 0-15,-3-2 0 0,-3-2 128 16,-1 1 0-16,-2 2 0 0,0 0 0 0,-4 0 0 0,-1-1 0 16,-3 2 128-16,-1-1-128 0,-3 2 128 0,0 1-128 15,0-1 128-15,-1 2-128 0,-3 2 0 0,-1 2 0 16,0-2 0-16,-1 3 0 0,-2 0 0 0,1 2-208 15,-2-3 16-15,1 3 16 16,2-1-1744-16,-1 3-336 0,0 0-80 16,0 1-19616-16</inkml:trace>
  <inkml:trace contextRef="#ctx0" brushRef="#br0" timeOffset="58370.27">15763 10476 32255 0,'0'0'2864'0,"0"0"-2288"16,-2-5-576-16,2 5 0 0,0 0 3776 0,0 0 640 15,0 0 128-15,0 0 16 0,-6 10-3264 0,0 5-656 16,-2 3-128-16,0 0-16 0,2 4 416 0,-1 4 96 0,-1-1 16 0,3 1 0 15,0-2-688-15,0-2-128 16,2 1-16-16,3-1-16 16,0-2-496-16,3-4-112 0,1-2-16 0,1-1 0 15,1-3-1504-15,2-2-304 0,1-4-64 0,3-4-12032 0,2-1-2416 16</inkml:trace>
  <inkml:trace contextRef="#ctx0" brushRef="#br0" timeOffset="58735.06">16236 10292 20271 0,'0'0'1792'0,"-1"-10"-1424"0,-4-3-368 0,1 2 0 0,4 11 6064 0,0 0 1136 16,0 0 224-16,-9-1 64 0,-1 4-4640 0,-1 2-928 15,-1 5-176-15,-1 5-32 0,-2 3-688 0,-1 5-128 16,-1 5-16-16,1 6-16 0,-1 3-432 0,2 4-96 16,-1-3-16-16,4 1 0 0,3 0-112 0,5-3-16 15,3 1-16-15,5-5 0 0,3-3-176 0,3-3 0 16,6-1 0-16,2-6 0 0,4-3 0 0,4-4 0 15,4-4-160-15,1-3 160 0,1-3-256 0,2-2 32 16,1-3 16-16,-9-3 0 0,1 0-112 0,2-1 0 16,1-4-16-16,-1-1 0 0,-2-1-16 0,-1-7 0 15,0-1 0-15,-5-2 0 0,-1-3 128 0,-4 0 32 16,-1-4 0-16,-3-1 0 0,-3-2 192 0,-4 0 0 16,-3 2 0-16,-2 0 0 0,-2-3 0 0,-3 1 192 15,-3 2-64-15,-3 0-128 0,0-2 256 0,-4 4-48 0,0 3-16 0,-4 4 0 16,1 0-64-16,-1 4-128 0,-2 3 176 0,-1 4-176 15,-1 2 0-15,-9 1 0 0,2 5-160 0,5 3 160 32,4 7-1152-32,0 4-96 0,1 8-32 0,0 1 0 15,2 7-2128-15,-1 3-432 0,1 2-96 0</inkml:trace>
  <inkml:trace contextRef="#ctx0" brushRef="#br0" timeOffset="58948.75">16325 10605 44927 0,'0'0'1984'0,"0"0"416"0,0 0-1920 0,0 0-480 0,0 0 0 0,8 9 0 15,-2 2 1824-15,0 0 272 0,-1 4 48 0,-1 3 16 16,-2 3-704-16,0 1-144 0,-1 0-32 0,0-6 0 0,-1 1-816 0,2 4-160 16,0-2-48-16,1-1 0 0,-2 1-256 0,3 0 160 15,0-1-160-15,1-1 128 0,0-5-128 0,2 1-176 16,1-1 48-16,0-3 0 15,1-1-1344-15,1-4-256 0,3-3-48 0,2-4-14336 16,0-2-2864-16</inkml:trace>
  <inkml:trace contextRef="#ctx0" brushRef="#br0" timeOffset="59265.59">16852 10533 35007 0,'0'0'3120'0,"0"0"-2496"16,0 0-496-16,0 0-128 0,5-4 3584 0,2 2 688 15,-7 2 144-15,7-2 16 0,0 1-2416 0,-1 1-480 16,-6 0-112-16,8 4-16 0,0 0-784 0,0 1-176 16,0-1-16-16,-2 3-16 0,1-1-240 0,-1 2-48 15,-2-1-128-15,1 2 192 0,-1 1-48 0,-1 2-16 16,-3 2 0-16,0 2 0 0,-1 1 16 0,-2 2 0 0,-1 0 0 0,-2 1 0 16,-1 0-96-16,-3 1-48 0,-2-3 0 0,0 2 0 15,-1-2 0-15,1 0 0 0,1-1 0 0,-1 1 0 16,2-2 0-16,2-2 0 0,4-1 0 0,0-4 0 15,1 1 0-15,3-3 0 0,2 1 0 0,1-3 0 16,-3-5 0-16,11 4 0 0,2-4 0 0,3 0 0 16,1 0 0-16,2-5 0 0,2-1 0 0,1-2 0 0,3 0 0 15,2-1 0-15,2-2 0 0,1 0 0 16,1-2-512-16,2 0-80 0,1-2-32 0,0-2 0 16,1-2-1616-16,0-1-320 0,-1-1-64 15</inkml:trace>
  <inkml:trace contextRef="#ctx0" brushRef="#br0" timeOffset="59547.29">18124 10333 52463 0,'0'0'2320'0,"0"0"496"0,0 0-2256 0,0 0-560 16,0 0 0-16,0 0 0 0,0 0 1120 0,11 2 112 15,-1-1 32-15,2 1 0 0,-4-4-576 0,3 4-112 16,2-1-32-16,2 2 0 0,0-3-400 0,1 1-144 16,0-2 0-16,2 1 0 0,2 0 0 0,0 0 0 15,1 1 0-15,0-2 0 0,-1-2 0 0,-1 2 0 16,1-1 0-16,-1 1 0 0,-2 1-256 0,0-2-32 16,-1 2-16-16,-3 0 0 15,-4 0-976-15,-2 0-192 0,-7 0-32 0,0 0-16 16,0 0-3152-16,0 0-640 0,-15 11-128 0,1 1-32 0</inkml:trace>
  <inkml:trace contextRef="#ctx0" brushRef="#br0" timeOffset="59714.48">18094 10479 15663 0,'0'0'1392'0,"0"0"-1120"15,0 0-272-15,0 0 0 0,0 0 7296 16,0 0 1392-16,0 0 272 0,0 0 64 16,0 0-5952-16,9 2-1216 0,2-2-224 0,1 1-48 0,2 1-656 0,2-1-128 15,-1-1-32-15,5 0 0 0,-2 0-448 0,2 0-112 16,-2 0-16-16,3 0 0 0,0 0-192 0,-1 0 144 15,-1 0-144-15,-2 0 128 0,-2-1-304 0,0 1-64 16,-1-3-16-16,-1 2 0 16,-1 1-1984-16,-2-1-416 0,-1-2-80 0</inkml:trace>
  <inkml:trace contextRef="#ctx0" brushRef="#br0" timeOffset="60573.4">19261 10168 43071 0,'0'0'1920'0,"0"0"384"0,0 0-1856 0,0 0-448 0,0 0 0 0,0 0 0 15,-4-5 1600-15,-2 1 208 16,-5 4 48-16,3 0 16 0,1-2-336 0,-1 4-80 0,0 2-16 0,-1 3 0 15,-2-1-736-15,0 2-160 0,-2 0-32 0,0 1 0 16,1-1-192-16,-1 2-64 0,0 3 0 0,-3-1 0 16,-1 1-128-16,3-1-128 0,1-1 192 0,2 0-192 15,1-1 128-15,2 2-128 0,3-2 0 0,2 2 0 16,3-3 0-16,2 2 0 0,2-3 0 0,3 2 0 0,1-2 0 16,4 0 0-16,4 1 0 0,2-3 0 0,3 1 0 15,2-2 0-15,2 0 0 0,2 2 0 0,2-3 160 0,1 1-160 16,1 1 128-16,-2 0-128 0,-2 0 0 0,1 1 0 15,-4-1 0-15,-1 2 0 0,-4 0 0 0,-1 0 0 16,-1 1 0-16,-2-1 0 0,-5 1 0 0,-2 1 0 16,-3-1 0-16,-2-1 0 0,-3 0 0 0,-2 0 0 15,-1 1 0-15,-4 1 0 0,-2-1 192 0,-3 1-64 16,-18 5 128-16,12-6-256 0,-2-2 0 16,0-2 0-16,-3-1 0 0,-3 0 0 0,2-2 0 15,-1-2 0-15,0 0 0 16,2-1-592-16,-1-1-160 0,2-2-16 0,2-3-16 15,2-1-1840-15,2-2-352 0,2-1-80 0,4-3-18800 0</inkml:trace>
  <inkml:trace contextRef="#ctx0" brushRef="#br0" timeOffset="60978.87">19213 10333 43487 0,'0'0'1920'0,"0"0"400"0,8-7-1856 0,2 1-464 16,2-2 0-16,2 1 0 0,1 2 1456 0,0 0 192 0,1 0 32 15,1-1 16-15,2 1-160 0,4 1-16 16,-1-1-16-16,1 1 0 0,1 1-800 0,0 2-144 0,2-4-48 15,1 2 0-15,1-1-176 0,1 1-32 0,0-1-16 0,-1 0 0 16,0 1-160-16,-4 0-128 0,-3 0 192 0,0 1-192 16,0 2 128-16,-3 2-128 0,-2 0 0 0,-2-1 0 15,-2 5 0-15,-3-2 0 0,-4 2 0 0,1 5 0 16,-5-2 144-16,-1 2-144 0,-3 2 0 0,-2 3 144 16,-3 1-144-16,-1 1 160 0,-1 1-160 0,-1 0 160 15,-1 2-160-15,2 1 0 0,1-1 144 0,0 0-48 16,1-2-96-16,1 0 0 0,2-1 0 0,3 0 0 0,-1-4 0 0,3 0 0 15,3-1 0-15,2-2 0 0,3 0 0 16,2-2 0-16,3 1 0 0,4-3 0 0,3-3 0 0,2 0-192 16,1-3 192-16,2-1-208 0,1-1 0 0,0-2 0 15,0-1 0-15,0 0 0 0,-1-2 16 0,-3-2 0 16,-4-3 0-16,1 1 0 0,-1-2 16 0,-4 1 16 16,-2-3 0-16,-4 3 0 0,-3-8 160 0,-1 3-160 15,-3-3 160-15,-1 1-160 0,-4 0 160 0,-2 0 0 16,-2-1 0-16,-2 1-128 0,-2 0 128 0,-2 1-160 15,-2-1 160-15,-2 3-160 0,-4 4 16 0,-2-1 0 16,-2 0 0-16,0 2 0 16,0 0-608-16,1 4-112 0,2 1-32 0,2 0 0 15,2-1-1312-15,5 2-272 0,2 2-48 0</inkml:trace>
  <inkml:trace contextRef="#ctx0" brushRef="#br0" timeOffset="61483.35">20303 10236 29487 0,'0'0'1296'0,"0"0"288"0,0 0-1264 0,6-4-320 0,5 0 0 0,-1 2 0 16,1-5 5648-16,-2 2 1072 0,2 2 224 0,1-2 32 15,0 0-4736-15,1 0-960 0,0-2-192 0,1 3-48 16,6 2-704-16,-1-4-144 0,0 2-16 0,-2 2-16 16,2-1-160-16,-1 2 0 0,1 1 0 0,-1 0 0 15,-1 0 0-15,0 0 0 0,-1 1 0 0,-2 1 48 0,-4-1-48 0,1 1 0 16,-5 1 0-16,-6-3 0 0,5 7 0 0,-2-1 0 15,-3-6 0-15,-3 9 0 0,-3 0 0 0,-2 3 0 16,-2 1 0-16,-1-2 0 0,-2-1 0 0,-1 0 0 16,-2 2 0-16,-1 1 0 0,0 0 0 0,-1 0 0 15,-3-1 0-15,3 1 0 0,1 0 0 0,1 0 0 16,2 0 0-16,2-2 0 0,2-1 0 0,2 0 0 16,4 0-160-16,2-1 160 0,0-1 0 0,2-1-160 15,3 0 160-15,1 1 0 0,1-2 0 0,3 1-128 16,2 1 128-16,2-2 0 0,1-2 0 0,1 1 0 15,2 2 0-15,1-3 0 0,0 1 0 0,0-1 0 16,1 0 0-16,2 1 0 0,-2 0 0 0,-1 0 0 16,0 2 0-16,-3-2 0 0,0 0 0 0,-2 2 0 15,-1-1 0-15,-2 1 0 0,-3-1 128 0,-1 2-128 0,-2 0 0 0,-3 0 0 16,-3 2 128-16,0-1-128 0,-4 2 0 0,-2-1 144 16,-8 1-96-16,0-1-48 0,0 2 0 0,-1 0 0 15,-3-1 0-15,-1-2 0 0,-2 2 0 16,0-3 0-16,0 1 0 0,-2-3 0 0,0 1 0 0,-1-1 0 15,0-2 0-15,4 0 0 0,1-1 0 0,4-1 0 32,1 0-576-32,4-2-96 0,3-3-32 0,4 0 0 0,6 3-1344 15,1-6-256-15,6-6-64 0,6 2-12928 0,5-5-2592 0</inkml:trace>
  <inkml:trace contextRef="#ctx0" brushRef="#br0" timeOffset="61863.58">21256 10150 35007 0,'0'0'1552'0,"8"-3"320"16,-3 0-1488-16,3-1-384 0,-1 1 0 0,3 0 0 0,-3 2 4224 0,-7 1 784 16,0 0 160-16,0 0 16 0,0 0-3232 0,7 4-656 15,-7-4-128-15,0 0-16 0,4 9-704 0,-4-1-128 16,-1 1-16-16,-2 3-16 0,-1-2-288 0,-1 1 0 16,0 0 128-16,-3 2-48 0,-1 0-80 0,0 2 0 15,-2-3 0-15,-2 3 0 0,-3 0 0 0,1 0 0 16,-2 2 0-16,-1-1 0 0,-1-2 0 0,2 2 0 15,-2 1 0-15,1-4 0 0,-1 4 0 0,1-4 0 16,-1 1 0-16,3-2 0 0,2 0 0 0,0-2 0 16,1-1 0-16,3 0 0 0,2-1 0 0,3 1 0 15,0-2 0-15,5-7 0 0,0 0 0 0,0 0 0 16,2 6 0-16,4-1 0 0,0-1 0 0,5 0 0 16,2-1 0-16,1 1 0 0,2-4 0 0,1 0 0 15,1 0 0-15,1 0 0 0,2 0 0 0,3-3 0 16,2 2 0-16,1 0 0 0,-2-1 0 0,1-3 0 0,0 1 0 15,1 0 0-15,-1 2 0 0,-1-1 0 16,-1-1 0-16,-2-1 0 0,-1 2-320 0,-2-2-48 0,-2 1-16 0,-1 0 0 31,-3-1-976-31,-3 0-208 0,-3 0-32 0,-2-1-14496 0,-1 0-2896 0</inkml:trace>
  <inkml:trace contextRef="#ctx0" brushRef="#br0" timeOffset="62101.24">21304 10223 30399 0,'0'0'1344'0,"0"0"288"16,0 0-1312-16,0 0-320 0,0 0 0 0,0 0 0 0,0 0 4832 0,0 0 896 15,-1 7 176-15,-2 2 48 0,1 0-3456 0,-2 1-672 16,-3 3-144-16,1 3-16 0,-1 2-1088 0,-1 3-192 16,-1 1-64-16,1 3 0 0,2 2-320 0,-2 1 0 15,1-1 0-15,0 0 128 0,-1 1-96 0,1-1-32 16,1-1 0-16,1-1 0 0,1 0 0 0,0-2 0 15,-2 1 0-15,4-5 0 0,1 0 0 0,-1-2 0 16,1-6 0-16,1 0 0 16,1-2-832-16,2-3-144 0,-3-6-48 0,8 2 0 15,2-4-2496-15,3-2-512 0,3-2-112 0</inkml:trace>
  <inkml:trace contextRef="#ctx0" brushRef="#br0" timeOffset="62455.87">21668 10360 12895 0,'0'0'1152'0,"0"-8"-928"15,0 2-224-15,0 6 0 0,0 0 8080 0,0 0 1584 16,-3-4 304-16,3 4 64 0,0 0-6528 0,0 0-1312 16,-6 2-256-16,-2 5-48 0,-1 1-928 0,0 3-176 0,-2 5-32 0,-1 0-16 15,-2 1-480-15,2 0-80 0,3 1-32 16,1 1 0-16,1 2-96 0,0 0-48 0,3-3 0 0,3 1 0 16,1-1 0-16,2 0 0 0,4-2 0 0,1-1 0 15,4-2 0-15,1 0 0 0,-1-2 0 0,2-1 0 16,3-3 0-16,0-1 0 0,-1-2 0 0,2-2 0 15,0-1 0-15,-1-1-192 0,0-3 192 0,-1-2-208 0,0 0 64 16,-1-2 16-16,-1 1 0 0,-3-5 0 0,1 0 128 16,-1-4-208-16,1 2 80 0,-4-1 128 0,0-2-192 0,-2 1 192 15,0-2-160-15,-2-2 160 16,-2 4-192-16,-1-5 192 0,-1 2-208 0,-2 0 80 0,1 1-32 0,-3 4 0 16,-2-4 0-16,-2 1 0 0,-3 0-48 0,0 3-16 15,-1 3 0-15,-1 2 0 16,-2-2-704-16,2 5-144 0,0-1-16 0,2 4-16 15,3 0-640-15,1 2-128 0,2 2-32 0,6-2 0 16,-6 5-1568-16,6-5-320 0,2 12-64 0,2-2-12192 0</inkml:trace>
  <inkml:trace contextRef="#ctx0" brushRef="#br0" timeOffset="62782.06">22187 10382 13823 0,'15'-9'1216'0,"-8"4"-960"16,-2-2-256-16,0 1 0 0,2-1 6304 0,-1 2 1216 0,0 0 240 15,-6 5 48-15,0 0-3936 0,0 0-800 0,0 0-144 0,0 0-48 16,0 0-1184-16,0 0-240 0,-4 5-48 0,-3 3-16 16,-3 2-848-16,-2 2-160 0,-1 2-48 0,-1 2 0 15,-2 2-176-15,2-1-32 0,1 3-128 0,-1-1 192 16,1 2-128-16,3 0-64 0,2-1 0 0,3 0 0 16,2 1 0-16,3-2 0 0,3-1 0 0,3-4 0 15,4 2 0-15,1-2 0 0,1-2 0 0,1-2 0 0,1 1 0 16,2-2 0-16,1-7 0 0,1 2 0 0,2-4-144 15,1 0-32-15,0 0 0 0,-2-6 0 0,-1-1 0 16,1-2 0-16,-2 0 0 0,-2-1 0 0,-2-2 32 0,-1-1 0 16,-2 0 0-16,0-4 0 0,-3-1 144 0,0-1-192 15,-2 0 192-15,-2-1-192 0,-3 1 192 16,-2-2-160-16,-1 0 160 0,-3 0-160 0,0 0-32 0,-3 2 0 16,-3-2 0-16,-1 3 0 15,-1-1-1344-15,-2 1-256 0,-1 0-64 0</inkml:trace>
  <inkml:trace contextRef="#ctx0" brushRef="#br0" timeOffset="63366.95">23447 9988 13823 0,'0'0'1216'0,"0"0"-960"16,-2-6-256-16,-1-1 0 0,3 7 7664 0,0 0 1488 15,13-5 288-15,-4 1 64 0,-9 4-6944 0,0 0-1376 16,0 0-288-16,0 0-48 0,0 0 224 0,4 8 32 15,1 2 16-15,2 2 0 0,-1 1-672 0,4 2-128 16,-1 2-16-16,2-1-16 0,2 3-96 0,1 0-32 16,-1 3 0-16,0 1 0 0,1-4-160 0,-2 2 0 15,-2 1 144-15,-1-2-144 0,-1-3 0 0,-1-2 0 16,-4 2 0-16,0-2 128 0,0-2-128 0,-5-3 128 16,-2-1-128-16,-2 0 128 0,-2 0-128 0,-2-2 128 15,-3-1-128-15,-2 0 128 0,-2-5-128 0,-2 0 128 16,-1 2-128-16,-3-4 128 0,-2-2-128 0,0 2 0 0,0-2 0 0,2-1 0 15,0-1 0-15,0 0 0 0,3-2 0 0,1 2 0 32,2 1-672-32,4 0-48 0,2 0-16 0,3 2 0 15,3-4-960-15,5 6-192 0,0 0-32 0,6-3-16 16,4-1-2112-16,6-5-432 0</inkml:trace>
  <inkml:trace contextRef="#ctx0" brushRef="#br0" timeOffset="65267.25">14874 9652 35007 0,'0'0'3120'0,"-5"-1"-2496"0,0 2-496 0,-1 7-128 0,4 7 1920 0,1 4 384 15,-2 5 64-15,0 13 0 0,1 10-1280 0,0 12-256 16,0 10-48-16,-1 10-16 0,-1 9 224 0,0 5 32 16,-1 5 16-16,3 0 0 0,-4 1-464 0,4-4-80 15,-2-6-32-15,1-4 0 0,2-5-64 0,-2-4-16 16,1-7 0-16,0-4 0 0,1-9-112 0,0-5-16 15,-1-1-16-15,1-10 0 0,0-5-240 0,1-3 176 16,-3-6-176-16,-1-3 160 0,0-3-160 0,1-3 0 16,-1-2 0-16,0-4 0 0,-1-5-208 0,5-6 16 15,0 0 16-15,0 0 0 16,-11-2-864-16,2-5-176 0,2-2-48 0,1-4 0 16,2-6-1040-16,1-6-224 0,2-5-32 0,2-5-16656 0</inkml:trace>
  <inkml:trace contextRef="#ctx0" brushRef="#br0" timeOffset="66383.42">14997 9516 7359 0,'17'-11'320'0,"-6"4"80"0,2 2-400 0,3-2 0 15,4 1 0-15,4-1 0 0,5 1 7568 0,6-1 1440 16,7 0 272-16,-9 4 64 0,6-4-7088 15,8 2-1424-15,5 0-272 0,6 1-64 0,8-1 176 0,3 1 32 16,2-3 16-16,8 1 0 0,3 2-368 0,12 1-80 16,3-2-16-16,8 0 0 0,7 0 64 0,10 0 16 15,10-1 0-15,62 0 0 0,-11 3 464 0,-7 2 96 16,-1 1 0-16,2-4 16 0,4 1-672 0,-1 3-240 16,0 0 144-16,2-2-144 0,4-2 0 0,4 3 0 15,0-1 128-15,2 2-128 0,-1 3 224 0,0-2 16 16,0 0 0-16,4-1 0 0,0 0-240 0,3 0 176 15,2 4-176-15,-2-4 160 0,0 2-160 0,-3-2 0 16,-3 0 144-16,-4 0-144 0,-3 5 0 0,-3-4 128 16,-6 0-128-16,-7 1 0 0,-5 0 0 0,-6 1 144 15,-7 1-144-15,-7-1 0 0,-11 0 208 0,-2 1-64 16,-3 2-16-16,-7 1 0 0,-7-5-128 0,-7 3 192 16,-6-4-192-16,-2 4 192 0,-2-1-192 0,-8 0 0 0,-10-1 0 15,-6-1 128-15,-6 0-128 0,-6 0 160 0,-8 2-160 16,-6-1 160-16,-4-3 32 0,-8 0 16 0,-6 4 0 15,-5-2 0-15,-5 0 48 0,-4-2 0 0,-5 0 0 0,-10 0 0 16,0 0 16-16,0 0 16 0,0 0 0 0,0 0 0 16,0 0-64-16,0 0-16 0,0 0 0 0,0 0 0 15,0 0-208-15,0 0 176 0,0 0-176 0,0 0 160 16,0 0-160-16,0 0 0 0,8-2 0 0,-8 2 0 16,0 0 0-16,0 0 0 0,0 0 128 0,8 0-128 0,-8 0 0 15,9 0 0-15,-9 0 0 0,8 3 0 0,-8-3 0 16,7 4 0-16,-7-4 0 0,9 4 0 0,-9-4 0 15,7 8 0-15,0 1 0 0,-2 1 0 0,0-2 0 0,-2 6 0 16,-3 6 0-16,0 3 0 0,-3 6 0 0,-1 6 0 16,-1 8-144-16,0 9 144 0,-5 6 0 0,-1 10 0 15,-4 10 0-15,-2 8 0 0,-2 9 0 0,1 4 0 16,-1 0 0-16,1 8 0 0,1 1 0 0,4-1 0 16,4-8 0-16,4-2 0 0,2-2 0 0,3-2 0 15,4-6 0-15,1-5 0 0,3-5 0 0,3-8 0 16,-2-2 0-16,1-4 0 0,2-3 0 0,0-5 0 15,-2-4 0-15,-2-1 0 0,-2-5 0 0,1-1 144 16,-2-4-16-16,-1-4 0 0,-1-3-128 0,-3 1 0 16,0-2 0-16,-2-2 0 0,1-5 0 0,-2 0 0 15,1-4-192-15,-1 1 192 0,-1-3 0 0,0 1 0 0,-2-6 0 16,-1-1 192-16,0 0-192 0,-3-2 0 16,0-5 0-16,1-3 0 0,-3 2 0 0,0 0 0 0,1-3 0 15,-2-1 0-15,-2-2 128 0,0-1 0 0,-4 2 0 16,1-2 0-16,-3-2-128 0,-1-2-176 0,-3 3 48 0,-1-3 0 15,-1 0 128-15,-3 1 0 0,-3 1 0 0,-4-1 0 16,-8 1 0-16,-6 0-160 0,-5 4 160 16,-5-4 0-16,-4 0-128 0,-4 0 128 0,-6 0 0 0,-8 0 0 15,-10 0-176-15,-4-1 176 0,-5 1-160 0,-2 0 160 16,-3-4-128-16,-7 2 128 0,-6-1 0 0,-3 2-144 16,-4-1 144-16,-3-1 0 0,-5-2 0 0,-4 2-128 0,-5 1 128 0,-4 1 0 15,-6-6 0-15,-6 3 0 0,-6 2 0 16,-6 1 0-16,-5-2 0 0,-7 1-128 0,-4-1 128 0,-6 2 0 15,-6 0 0-15,-2 1 0 0,-5 1 0 0,-2 2-128 16,-4 2 128-16,1-2 0 0,1-4 0 0,-1 2 0 16,-3 0 0-16,3 2 0 0,3 1 0 0,1 0 0 15,1-2 0-15,7 2 128 0,9 0 0 0,3 0 0 16,2-2 0-16,8 1 0 0,9 0 0 0,9-2 0 16,6-1 0-16,12 0 0 0,7 0 0 0,13-4 16 15,7 1 0-15,13-4 0 0,11 3-144 0,10-1 128 16,8-4-128-16,12 2 128 0,7 1-128 0,11 3 0 15,7-3 0-15,9 3 128 0,4 0-128 0,9 1 0 16,4 2 0-16,10 4 0 0,-4-7 0 0,4 7 0 16,0 0 144-16,0 0-48 0,0 0-320 0,15 5-32 15,4 1-16-15,3-3 0 16,3 3-1136-16,5 0-240 0,3 1-32 0,7-3-14496 16,1-4-2896-16</inkml:trace>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9:03:51.568"/>
    </inkml:context>
    <inkml:brush xml:id="br0">
      <inkml:brushProperty name="width" value="0.05292" units="cm"/>
      <inkml:brushProperty name="height" value="0.05292" units="cm"/>
      <inkml:brushProperty name="color" value="#0070C0"/>
    </inkml:brush>
  </inkml:definitions>
  <inkml:trace contextRef="#ctx0" brushRef="#br0">1064 2983 22111 0,'0'0'1968'0,"0"0"-1584"0,0 0-384 0,0 0 0 0,0 0 5248 15,0 0 960-15,0 0 192 0,0 0 32 16,0 0-4512-16,0 0-896 0,-4 12-176 0,1 4-32 0,1 2 384 0,-1 4 80 15,-5 29 1296-15,7-23-1840 0,1-12-112 16,-1 4-32-16,1 3 0 0,-2 4-288 0,1-4-64 16,0 2-16-16,-1 0 0 0,2-3-224 0,0-1 0 0,-1-3 128 15,0 0-128-15,0-2 0 0,-1-1 0 16,4-3-192-16,-2-4 192 16,-3 0-960-16,2-2-96 0,1-6-16 0,0 0 0 15,0 0-1168-15,0 0-224 0,-4-4-48 0</inkml:trace>
  <inkml:trace contextRef="#ctx0" brushRef="#br0" timeOffset="257.93">641 2927 28559 0,'0'0'2544'0,"-11"-3"-2032"0,-1-3-512 0,4 4 0 0,8 2 4000 0,0 0 704 0,0 0 144 0,0 0 16 16,0 0-2560-16,0 0-528 0,0 0-112 0,12-3 0 15,2 0-592-15,-2 1-112 0,4-1-32 0,3-1 0 16,2 0-416-16,4 1-96 0,2 0-16 0,3-4 0 0,3 2-96 16,10-3-32-16,0-1 0 0,-2 1 0 0,0 2-112 0,1-3-32 15,-2-2 0-15,0 1 0 0,0 1-128 0,-1 0 0 16,-2-2 0-16,1 3 0 0,-1-2 0 0,-2 2-272 16,-2 2 32-16,-2 0 16 15,-2 3-1392-15,-2 1-288 0,-1 2-48 16,-5 2-13920-16,-3 1-2768 0</inkml:trace>
  <inkml:trace contextRef="#ctx0" brushRef="#br0" timeOffset="924.05">1370 3409 35007 0,'0'0'3120'0,"-8"2"-2496"15,3 1-496-15,5-3-128 0,0 0 3072 0,0 0 576 16,-6 4 128-16,6-4 32 0,0 0-1520 0,0 0-304 16,0 0-64-16,0 0-16 0,0 0-1248 0,6 2-240 15,2-3-48-15,2 1-16 0,2 0-160 0,4-1-48 16,1-2 0-16,1 2 0 0,0-1-144 0,1 1 0 16,-3-1 0-16,1 0 128 0,-1 0-128 0,0 2 0 15,-3 1 0-15,-2 0 0 0,1 1 0 0,-3 0 0 16,-2 5 0-16,-2-3 0 0,-5-4 0 0,3 7 0 15,-5 1 0-15,-2 3 0 0,-2 0 0 0,-3 2 0 16,-3 0 0-16,-1 2 0 0,-1 0 0 0,-2 1 0 16,-1 0 0-16,1 1 0 0,0-2 160 0,0 4-160 15,3-1 192-15,0-3-192 0,2-3 208 0,4-1-64 0,0-1-16 16,4 0 0-16,2 0-128 0,2-1 160 16,-1-9-160-16,6 5 160 0,1-1-160 0,4-2 0 15,2 0 0-15,1-2 128 0,2-3-128 0,3 1 0 0,2-4 0 16,3 0 0-16,1-3 0 0,1 0 0 0,-2-1 0 0,2 0 0 31,2-2-656-31,-1-2-64 0,1 0-16 0,0-1 0 0,1 0-2080 16,0-1-432-16,-2-1-80 0</inkml:trace>
  <inkml:trace contextRef="#ctx0" brushRef="#br0" timeOffset="1173.47">2151 3183 39615 0,'0'0'1760'16,"0"0"352"-16,0 0-1680 0,0 0-432 0,0 0 0 0,0 0 0 0,0 0 3472 0,0 0 624 15,0 0 112-15,9 0 16 0,0-1-2560 0,2-1-528 16,-1 1-112-16,3-3 0 0,2 2-720 0,-1-2-144 16,0 1-32-16,3-2 0 0,3 1-80 0,1 0-48 15,-4 0 0-15,0 0 0 0,0-1 0 0,-2 1 0 16,1-2 0-16,-2 2 0 15,0 1-960-15,-2-2-192 0,-1 2-48 0,-4 2 0 16,-7 1-2160-16,0 0-432 0,0 0-96 0,0 0-16 0</inkml:trace>
  <inkml:trace contextRef="#ctx0" brushRef="#br0" timeOffset="1330.74">2112 3325 7359 0,'0'0'656'0,"-5"7"-528"0,-2-1-128 15,3-1 0-15,2 2 8768 0,2-7 1712 16,0 0 336-16,0 0 80 0,2 8-7264 0,4-2-1456 0,0-1-304 0,2 1-48 15,1-5-592-15,3-1-112 0,2 1-32 0,2-2 0 16,-1-3-720-16,4 0-160 0,0-2-16 0,1-2-16 16,-1 1-176-16,2 2 0 0,1-4 0 0,2 1 0 15,-1-4-1216 1,3 2-240-16,0-1-32 0</inkml:trace>
  <inkml:trace contextRef="#ctx0" brushRef="#br0" timeOffset="2159.21">3288 2909 23951 0,'0'0'2128'0,"0"0"-1696"16,1-8-432-16,1-1 0 0,-1 0 4176 0,0 0 752 15,-2 0 160-15,0 0 32 0,-2 0-2688 0,0-1-544 16,-1 4-96-16,-1-3-32 0,0 2-288 0,-1 3-48 0,-1-1-16 0,-1 3 0 16,-2-1-704-16,-2 4-160 15,-1 2-32-15,0 1 0 0,1 1-128 0,-1 2-48 16,-1-1 0-16,-1 4 0 0,0 5-128 0,-1 0-16 0,2 1-16 0,2 0 0 16,0-1-176-16,3 1 192 0,3-2-192 0,2 1 192 15,1 0-192-15,3 0 0 0,3-2 0 0,5-2 0 16,2 0 0-16,4-2 0 0,2-2 0 0,2-2 0 15,2 0 0-15,2-1 0 0,2-2 0 0,0-2 0 16,1-6-192-16,0-1 192 0,-3 0-160 0,0-1 160 16,0 0-192-16,-2-1 48 0,-3-2 16 0,-2 1 0 15,0-2 128-15,-3 1-128 0,-3-1 128 0,-3 1-128 16,-2 1 128-16,-3 0 0 0,-2-1 0 0,-2 2 0 16,0-4 0-16,-4 2-160 0,-2 1 160 0,-2 1 0 0,0-1-256 15,-1 2 64-15,-1 0 16 0,0 1 0 16,-1 1-816-16,-1 2-160 15,0 1-48-15,-2 3 0 0,-3 3-1328 0,-1 1-272 0,-1 2-48 16,-1 5-17184-16</inkml:trace>
  <inkml:trace contextRef="#ctx0" brushRef="#br0" timeOffset="2528.96">3293 3192 20271 0,'0'0'896'0,"0"0"192"0,5-4-880 0,1-1-208 15,-1-2 0-15,-1 1 0 0,-2-1 4672 0,-2 7 880 16,-1-5 176-16,1 5 32 0,-3-6-2432 0,0 2-512 16,-4 1-80-16,-2 3-32 0,-3 4-1296 0,-1 3-272 15,-4 0-48-15,0 5-16 0,-1 1-272 0,0 3-48 16,-2-1-16-16,2 4 0 0,1 2-304 0,3-4-64 16,1 2-16-16,3-5 0 0,4 2-224 0,2-3-128 15,3-2 128-15,3-1-128 0,4-1 0 0,1-1 0 16,4-2 0-16,3-2 0 0,3-4-176 0,4 0 176 0,2-1-208 0,2-2 80 15,0 1-128-15,-2-3-32 0,1-5 0 0,1 1 0 16,-1-2-80-16,0-1-16 0,-3-1 0 0,-3 0 0 16,-2 1-16-1,-2-1-16-15,-1-1 0 0,-4 1 0 0,-2-2 144 0,-3 2 16 0,-3 2 16 0,-2-1 0 16,-3-1 240-16,-2 1 0 0,-1-1-160 0,-2 0 160 16,-3 3-240-16,-1-1 32 0,0 2 0 0,-2-1 0 15,-2 2-240-15,3 3-32 0,0-2-16 0,1 3 0 16,0 1-1600-16,1 0-320 15,3 0-64-15,2 2-11056 0,2 2-2208 0</inkml:trace>
  <inkml:trace contextRef="#ctx0" brushRef="#br0" timeOffset="2873.18">3735 3016 10127 0,'0'0'896'0,"0"0"-704"15,0 0-192-15,0 0 0 0,0 0 7984 0,0 0 1552 16,-2 7 320-16,-4-1 64 0,0 2-6464 0,-2 1-1280 15,-2 3-272-15,-2 1-48 0,-1 2-640 0,-2 5-112 16,0-2-16-16,-1 2-16 0,2-1-448 0,1 1-96 0,2-4-16 0,4 1 0 16,0 0-256-16,2-1-64 15,2 0-16-15,3-3 0 0,4-2-176 0,3-2 0 16,3-3 0-16,2 1 0 0,2-3 0 0,3 0-144 16,1-4 144-16,1-3-208 15,3-1-304-15,1-1-48 0,1-2-16 0,-1-1 0 0,-2 1 256 0,-3-2 32 0,-1-1 16 16,-1 0 0-16,-2 0-16 0,-2-3 0 15,-3 2 0-15,-1-2 0 0,-2 1 160 0,-2 1 128 16,-2 0-192-16,-4-1 192 0,0-1 0 0,-2 0 0 0,-1 0 0 0,-2 0 0 16,-2 2 0-16,-2 0 128 0,0 1-128 15,-2 1 0-15,-3-1 0 0,2 3 0 0,-2 0 0 0,0 1-160 16,1-1-320-16,-1 2-64 16,2 4-16-16,1 1 0 0,2 0-1456 15,4 0-288-15,-1 1-64 0,8-1-16 0,0 0-1376 0,0 0-272 0,0 0-48 0</inkml:trace>
  <inkml:trace contextRef="#ctx0" brushRef="#br0" timeOffset="3214.98">4074 2974 3679 0,'0'0'320'0,"9"0"-320"15,-1 0 0-15,-8 0 0 0,8-2 7920 0,-8 2 1504 16,0 0 304-16,0 0 64 0,0 0-5328 0,0 0-1072 16,0 8-224-16,-1 1-32 0,-3 1-1296 0,-3 4-256 15,-1 1-48-15,-1 3-16 0,-1 0-704 0,-1 2-144 16,0-1-32-16,0 1 0 0,1 0-416 0,2-4-96 15,4 1 0-15,1-1-128 0,3-3 128 0,2 0-128 16,2-1 0-16,2 0 0 0,5-2 0 0,2-2 0 0,1-3 0 0,3-2 0 31,1-2-320-31,3-1-112 0,2-1-16 0,1-3-16 16,-1-1-80-16,1-2-16 0,-2-2 0 0,-1 0 0 16,0-2-16-16,-3 1 0 0,-2 0 0 0,-3-1 0 0,-3-2 320 0,-2 0 48 0,-4-1 16 15,0-1 0-15,-3 1 192 0,-2-3 0 0,-3 1 0 16,-1-1 0-16,-2 2 192 0,-2 0-64 15,-4 2 0-15,0 0-128 0,-4-1 192 0,0 4-64 0,-1 0 0 0,0 1-128 16,-2 2 0-16,0 0 0 0,5 2 0 0,0 1-144 31,4 1-240-31,0 3-32 0,2 2-16 0,3 0 0 0,6-2-1888 16,0 0-384-16,0 0-80 0,2 7-17152 0</inkml:trace>
  <inkml:trace contextRef="#ctx0" brushRef="#br0" timeOffset="3474.25">4815 2818 50447 0,'0'0'2240'0,"0"0"448"0,0 0-2144 0,0 0-544 16,6 0 0-16,2 1 0 0,-2 1 1232 0,2 1 144 16,-1 4 32-16,-2-1 0 0,2 4-384 0,-2 0-80 15,0 3-16-15,-1 1 0 0,0 2-720 0,0 1-208 16,-2 3 0-16,1 2 128 0,1 2-128 0,0 1 0 15,-2 1 0-15,1 0 0 0,1 2 0 0,-2-2 0 16,1-1 0-16,-2-2 0 0,2-1 0 0,-2 0 0 16,1-2 0-16,0-3 32 0,-2-1-256 0,2-3-32 15,-1-3-16-15,1-1 0 16,0-2-1392-16,-2-7-256 0,0 0-64 0,0 0-14016 16,8-6-2784-16</inkml:trace>
  <inkml:trace contextRef="#ctx0" brushRef="#br0" timeOffset="3743.8">5187 2981 20271 0,'0'0'1792'0,"0"0"-1424"16,0 0-368-16,0 0 0 0,2-4 6640 0,-2 4 1248 0,0 0 256 16,0 0 48-16,0 0-4928 0,-7-3-1008 0,-1 2-192 0,1 5-32 15,-2 2-1216-15,-2 0-240 0,-1 0-64 0,-1 3 0 16,-1 0-384-16,0 2-128 0,-2 2 0 0,-1 3 80 16,1-1-80-16,-2 3 0 0,0 3 0 0,1 2 0 15,0-4 0-15,1 1 0 0,3-2 0 0,2 0 0 0,1 2 0 16,4 1 0-16,1-3 0 0,2 0 0 15,3-5 0-15,5-1 0 0,1 0 0 0,3-2 0 0,2-1 0 16,5-2 0-16,4-1 0 0,2-2 0 0,1-1 0 0,3-2 0 16,3-1 0-16,1-3 0 0,1 2 0 0,-1-2 0 15,3 1 0-15,-3-3 0 0,-3-2-176 16,1 1-16-16,-4-1-16 0,0-2-17136 16,-2 4-3440-16</inkml:trace>
  <inkml:trace contextRef="#ctx0" brushRef="#br0" timeOffset="4348.66">872 4695 9215 0,'0'0'400'0,"0"0"96"0,0 0-496 0,0 0 0 15,0 0 0-15,0 0 0 0,0 0 8464 0,0 0 1600 16,0 0 320-16,0 0 64 0,8 9-6768 0,-1 1-1360 16,-1 1-272-16,1 4-48 0,-1 2-896 0,1 3-176 15,-1 3-32-15,1 3-16 0,-2 4-416 0,1 1-80 0,1-1 0 0,-2 1-16 16,0 3-192-16,1-4-48 0,-1 1 0 0,0-2 0 15,-1-3-80-15,1-1-48 0,-1-3 0 16,0 0 0-16,-1-2 0 0,-1-2 0 0,1-2 0 16,1-5 0-16,-2-1-256 0,0-1 48 0,-2-9 16 15,0 0 0 1,0 0-960-16,0 0-192 0,0 0-48 0,0 0 0 0,0 0-1664 16,-7-6-336-16,1-1-64 0</inkml:trace>
  <inkml:trace contextRef="#ctx0" brushRef="#br0" timeOffset="4635.38">785 4711 31327 0,'0'0'1392'0,"0"0"272"0,0 0-1328 0,0 0-336 15,0 0 0-15,0 0 0 0,0 0 4640 0,9-1 864 16,0-2 160-16,2 3 32 0,0-3-3504 0,2 2-704 16,3-2-144-16,2 3-16 0,3-2-816 0,1 1-144 15,2-1-48-15,0 1 0 0,1 1-128 0,0-3-48 16,1 2 0-16,-1 1 0 0,1 0-144 0,-3 0 0 15,1 1 0-15,7 2 0 0,-5 1 0 0,-4 1 0 16,-2-1 0-16,-10-1 0 0,-2 1 0 0,-1 1 0 16,-1 0 0-16,-2 4 0 0,-4-1 0 0,-1 1 0 0,-2 0 0 15,-2 2 0-15,-4 0 0 0,-3 2 0 16,-2 3 0-16,-2-2 0 0,-1 2 0 0,-1 0 0 16,0-1 0-16,-2 1 0 0,-1 1 0 0,2-1-176 15,0-2 48-15,4-2 0 16,0-3-1392-16,4 0-272 0,0-1-48 0</inkml:trace>
  <inkml:trace contextRef="#ctx0" brushRef="#br0" timeOffset="4929.46">1382 5013 35007 0,'0'0'3120'0,"0"0"-2496"0,9-1-496 0,1 1-128 0,4 0 3008 0,-3 0 592 0,1 0 112 0,0 0 32 15,-1-3-1440-15,1 2-272 0,0-1-64 0,0 2-16 16,-1 0-1120-16,1 1-240 0,-1 0-32 0,-2 0-16 15,-1 2-256-15,-8-3-48 0,7 7-16 0,0-3 0 16,-7-4-64-16,0 0-16 0,0 0 0 0,2 9 0 0,-2 1-144 0,-2 3 0 16,-3-2 0-16,-1 0 128 0,0 4-128 0,-1-4 0 15,2 2 0-15,-1 3 112 0,-1-3-112 0,2 1 0 16,1 1 0-16,1-2 0 0,3-3 0 0,2 1 0 16,2-2 0-16,0 1 0 0,-1-2 0 0,4-1 0 15,1-1 0-15,2-1 0 0,2-1 0 0,2-4 0 16,2 0 0-16,1 1 0 0,1-2-288 0,0-3-48 15,2-4-16-15,1-1 0 16,1 0-1888-16,1-1-384 0,2-5-80 0</inkml:trace>
  <inkml:trace contextRef="#ctx0" brushRef="#br0" timeOffset="5112.28">2036 4848 52815 0,'0'0'2336'0,"0"0"480"0,0 0-2240 0,0 0-576 0,0 0 0 0,0 0 0 15,0 0 928-15,11-1 80 0,-1-1 16 0,2 1 0 16,1 0-272-16,1-2-48 0,2 0-16 0,0-1 0 16,1 3-560-16,1-1-80 0,0-1-48 15,-1 0 0-15,0 2 0 0,0-3 0 0,1 2 0 0,-2-1 0 32,0 0-496-32,-2 2-80 0,0 1-32 0,-1-3 0 15,-4 1-2048-15,-9 2-416 0,0 0-64 0</inkml:trace>
  <inkml:trace contextRef="#ctx0" brushRef="#br0" timeOffset="5272.19">2104 4978 20271 0,'0'0'896'0,"0"0"192"0,-1 7-880 0,1-1-208 15,3 3 0-15,-3-9 0 0,0 0 6592 0,0 0 1264 16,9 6 256-16,1-5 48 0,3 1-5408 0,1 1-1088 16,3-3-224-16,0-4-32 0,2-1-1088 0,0 0-192 15,2 0-128-15,1-2 128 16,3-1-736-16,2-1-144 0,1 0-16 0,-1-3-15040 15,2-2-3008-15</inkml:trace>
  <inkml:trace contextRef="#ctx0" brushRef="#br0" timeOffset="5613.59">2920 4652 26719 0,'0'0'2368'0,"0"0"-1888"15,0 0-480-15,0 0 0 0,0 0 5200 0,0 0 944 16,0 0 192-16,-5 8 48 0,-1 3-3696 0,-2-2-752 0,-4 2-144 0,0 5-16 15,1 1-880-15,-2 3-192 16,-2 2-16-16,0 4-16 0,-2 1-416 0,1 2-96 0,0-1-16 0,3 0 0 16,0-5-96-16,4-1-48 0,4-1 0 0,1 0 0 15,-1-3 0-15,5 1 0 0,4-1 0 0,2-2 0 16,2-6 0-16,1 0 0 0,3 0 0 0,2-6 0 16,1 1 0-16,2-1-128 0,2-3 128 0,1-2-160 15,2-3-176-15,0-3-48 0,0 1 0 0,-1-2 0 16,-1 0 80-16,-2 0 16 0,-3-1 0 0,1-3 0 15,-3-2 160-15,-1-2 128 0,-3-2-192 0,0 1 192 16,-4 0 0-16,-1 2 0 0,-1-5 0 0,-3 2 0 16,-1 0 0-16,-3 1 0 0,-2 0 0 0,0 2 0 0,-2 0 0 15,-1 0 0-15,-2 2 0 0,0 2 0 16,-2-1-832-16,0 3-144 0,0 1-48 16,1 3 0-16,1 2-1216 0,1 0-256 0,1 3-64 0,1 3-18144 15</inkml:trace>
  <inkml:trace contextRef="#ctx0" brushRef="#br0" timeOffset="5785.07">3138 4939 3679 0,'9'12'160'0,"-6"-6"32"0,-3-6-192 0,2 12 0 16,2-2 0-16,2 1 0 0,0-3 10864 0,1 0 2128 16,-2-2 416-16,1 1 96 0,0-1-9760 0,-1 1-1952 15,0-1-384-15,3-1-64 0,1-2-976 0,0 0-192 16,1-1-48-16,0-1 0 15,-1 2-736-15,1-3-160 0,1-3-16 0,0 0-16 16,2-8-2784-16,2 1-576 0</inkml:trace>
  <inkml:trace contextRef="#ctx0" brushRef="#br0" timeOffset="6122.87">3573 4740 23951 0,'0'0'2128'0,"0"0"-1696"0,0 0-432 0,0 0 0 16,7-3 6016-16,1-4 1136 0,0 2 208 0,1 1 64 15,0 0-4832-15,1 2-960 0,2-1-192 0,2 1-32 16,2-1-608-16,0 0-112 0,-1 2-32 0,2 0 0 16,2-1-352-16,-1 2-80 0,0 0-16 0,-1 0 0 0,0 0-208 15,0 2 128-15,-1-1-128 0,-2 3 128 16,0-1-128-16,-2 2 0 0,-3 0 0 0,-1 2 0 0,-2 0 0 16,-2 3 0-16,-1-1 0 0,-4 1 0 0,-2 2 0 0,-2 1 0 15,-3 0 0-15,-2 3 0 0,-2 0 0 0,-3 4 0 16,-1-2 0-16,-3 2 0 0,0-3 0 0,-1 1 0 15,3-4 0-15,-1 2 0 0,1-2 0 0,1 1 0 16,3-1 0-16,3-1 0 0,2-2 0 0,3-1 0 16,1-1 0-16,3-1 0 0,1-8 0 0,1 9 0 15,-1-9 0-15,8 7 0 0,2-1 0 0,1-1 0 16,2-1 0-16,2-3 0 0,4-3 0 0,0-1 0 16,2-1 0-16,2 0 0 0,2-1 0 0,3-1 0 15,2-3-160-15,1-6-17296 0,3 1-3456 0</inkml:trace>
  <inkml:trace contextRef="#ctx0" brushRef="#br0" timeOffset="6754.45">4366 5142 36863 0,'0'0'1632'0,"0"0"336"0,0 0-1584 0,0 0-384 0,4-1 0 0,1-1 0 0,2 0 4192 0,-2 0 752 15,0-1 160-15,-1-1 16 0,-3-2-3424 0,2-2-688 16,0 1-144-16,-1-1-32 0,2-2-512 0,-1 0-128 15,-1-2 0-15,0 0-16 0,-1-4-128 0,0 2-48 16,-1-3 0-16,0 2 0 0,-1-5 0 0,1-1 0 16,-1-1 0-16,-1-2 0 0,2 0 0 0,-1 2 0 15,-2-6 0-15,1 2 0 0,-1 0 0 0,1-1 0 16,-1 1 0-16,0 2 0 0,0 2 0 0,1 2 0 16,0 2 0-16,0 5 0 0,0 4-128 0,-1 2 128 15,0 4 0-15,3 3 0 0,0 0 0 0,0 0 0 16,0 0 0-16,0 10 0 0,0 0 0 0,2 5 0 0,0 0 0 15,4 0 0-15,0-1 0 0,2 0 0 16,2 2 0-16,2-2 128 0,2 2-128 0,2-6 0 0,4 1 0 0,-2-2 0 16,1-2 0-16,2-5 0 15,3-1 0-15,-2-1 0 0,0-2 0 0,-1 1 0 0,0-5 0 0,0 0 0 16,-2-3 0-16,2 0 0 16,-5-2 0-16,1-1 0 0,-2 1 0 0,-2-2 0 0,-1-2 0 0,-3 1 0 15,-1 0 0-15,0-1 0 0,0 1 0 0,-2 0 0 16,-1-1 0-16,1 3 0 0,-1 1 0 0,-3 4 0 15,-2 7 0-15,0 0 0 0,0 0 0 0,0 0 0 16,3 8 0-16,-3 4 0 0,0 3 0 0,-3 5 0 16,1 3 0-16,-1 1 0 0,1 2 0 0,0-1 0 0,2 2 0 15,0 1 0-15,0-1 0 0,2 0 0 0,0 1 0 16,2-5 0-16,1-2 0 0,1-1 0 0,1-4-304 0,1 0 0 16,0-2 0-16,0-2 0 15,0-4-1616-15,1-1-320 16,0-6-64-16,0 0-21072 0</inkml:trace>
  <inkml:trace contextRef="#ctx0" brushRef="#br0" timeOffset="6964.34">5032 4730 46239 0,'0'0'2048'0,"0"0"432"0,0 0-1984 0,0 0-496 16,0 0 0-16,0 0 0 0,0 0 1696 0,0 0 240 16,4 7 48-16,-1 1 16 0,-1 4-480 0,1-1-112 15,0 2 0-15,-1 2-16 0,0-1-1008 0,0 2-192 0,1 1-32 0,1 0-16 16,0-2-96-16,1 1-48 15,-1-2 0-15,1 2 0 0,0-1 0 0,0 0 0 16,1-3 0-16,-1-2 0 0,-1-1-240 0,0-2-32 16,-4-7-16-16,0 0 0 15,0 0-736-15,0 0-128 0,0 0-48 0,0 0 0 16,0 0-1600-16,0 0-320 0,-4-6-64 0,0 0-17440 0</inkml:trace>
  <inkml:trace contextRef="#ctx0" brushRef="#br0" timeOffset="7250.67">4989 4571 45839 0,'0'0'2032'0,"0"0"416"0,0-6-1952 0,2-1-496 0,-2 7 0 0,4-4 0 16,1-1 1472-16,-5 5 208 0,6-4 48 0,2 2 0 15,1 0-368-15,2 2-64 0,-1-3-16 0,2 1 0 16,1 2-704-16,2 0-160 0,2 0-32 0,2 0 0 0,-1 0-192 0,2 0-32 16,0 0-16-16,3 2 0 0,-1-1-144 0,0 1 0 15,-1 1 144-15,0 1-144 0,-2-1 0 0,-1 0 0 16,-2 1 0-16,-2 2 0 0,-1 0 0 0,-1-1 0 15,-3 2 0-15,-2 2 128 0,-7-9-128 0,2 8 0 16,-3 1 0-16,-4 1 0 0,0 1 0 0,-3-1 0 16,-4 2 0-16,-2 1 0 0,-4-3 0 0,-2 5 0 15,-2-4 0-15,-2 1 0 0,1 0 0 0,-2 1 0 16,0-3 0-16,2 2-128 16,1 2-368-16,1-4-64 0,1 0-16 0,3 2 0 15,0 0-1088-15,3 1-240 0,4-3-32 0,2 3-13648 0,4 0-2720 16</inkml:trace>
  <inkml:trace contextRef="#ctx0" brushRef="#br0" timeOffset="7623.2">5599 4866 13823 0,'0'0'608'0,"7"-5"128"0,-2 0-592 0,-2-2-144 16,-3 7 0-16,2-8 0 0,-2 8 7792 0,2-6 1520 0,-2 6 304 0,-5-5 64 15,-3 1-6304-15,-3 4-1264 16,-2 1-256-16,-1 2-64 0,0 2-880 0,-2 3-176 0,0 2-32 15,-1-1-16-15,0 4-304 0,2 2-64 0,-1 1-16 0,2-1 0 16,1-3-304-16,2 1 160 0,1-4-160 0,2 1 128 16,3 1-80-16,2-1-48 0,2 0 0 0,1 0 0 15,2-3 0-15,4 0 0 0,0-1 0 0,1 1 0 0,-1-2 0 16,3-1 0-16,3-1 0 0,1-2 0 0,-1-2-160 16,4-2 160-16,-1-1-128 0,2-1 128 15,1 0 0-15,2-2-160 0,-1-1 160 0,0 2 0 0,0-2 0 16,0 0-128-16,-3 0 128 0,-1 1 0 0,0 3 0 0,-1 1 0 15,-3 3 0-15,1 0 0 0,-3 0 0 0,2 3 224 16,-2 2-64-16,-2 1-16 16,1 2-96-16,0-1-48 0,-8-7 0 0,8 10 0 0,0 1 0 0,0 0 0 15,3 4 0-15,-2-4 0 0,-9-11 0 0,0 0 0 16,7 13 0-16,-1-2 0 0,-6-11 0 0,0 0 0 16,8 13 0-16,-8-13 0 15,8 12-1216-15,-8-12-224 0,7 13-48 0</inkml:trace>
  <inkml:trace contextRef="#ctx0" brushRef="#br0" timeOffset="8564.45">816 6510 41871 0,'0'0'1856'0,"0"0"384"0,0 0-1792 0,0 0-448 15,0 0 0-15,0 0 0 0,-1 8 1552 0,0 1 240 16,1 1 32-16,1 6 16 0,0 1-176 0,3 5-48 15,-1 6 0-15,1-2 0 0,1 4-720 0,1 4-128 16,2-2-48-16,0-2 0 0,1-4-288 0,1 0-64 16,1-1-16-16,1-4 0 0,1-3-224 0,1-2-128 15,-2-3 128-15,-1-1-128 0,0-3 0 0,1-5 0 16,-3-2 0-16,0-2 128 0,1-2-128 0,-1-2 0 16,2-3 0-16,-2-3 0 0,-1-1 0 0,0-2 0 15,-1-2 0-15,1-1 0 0,0 2 0 0,-3-6 0 0,1-1 0 16,-1 0 0-16,0-1-144 0,0-1 144 0,-1-1-160 15,0-2 160-15,-1 0-272 0,1-3 32 0,1-1 16 16,0 3 0 0,0-3-752-16,2 4-160 0,-1 3-16 0,1 2-16 0,-1 5-1840 0,1 0-352 15,-1 6-80-15</inkml:trace>
  <inkml:trace contextRef="#ctx0" brushRef="#br0" timeOffset="8878">1300 6769 33167 0,'0'0'2944'0,"0"0"-2352"0,0 0-464 0,0 0-128 0,8-2 3072 0,2-2 576 16,0 0 128-16,1 0 32 0,-1-1-1440 0,2 0-272 15,1-2-64-15,0 2-16 0,0-3-1056 0,0 2-224 16,0-1-32-16,0 1-16 0,-1 2-352 0,0 1-64 16,-3 0-16-16,-1 2 0 0,-8 1-32 0,0 0-16 15,0 0 0-15,0 0 0 0,0 0-64 0,1 8-16 16,-1 1 0-16,-3 0 0 0,-3 2-128 0,-2 0 128 15,2 4-128-15,-2 2 128 0,0-2-80 0,0 1-48 16,0 0 0-16,2-2 0 0,3-1 0 0,1 0 0 16,0-1 0-16,2-2 0 0,2 1 0 0,3-5 0 15,1 1 0-15,5-2 0 0,-2-1 0 0,3-2 0 16,1-2 0-16,2 0 0 0,2-1 0 0,1-1 0 0,1-1 0 0,-1-2 0 31,1-2-496-31,1-2-80 0,1 0-32 0,-2-2 0 16,1 0-2048-16,0-2-416 0,0-3-64 0</inkml:trace>
  <inkml:trace contextRef="#ctx0" brushRef="#br0" timeOffset="9088.12">1946 6467 14735 0,'0'0'1312'0,"0"0"-1056"0,0 0-256 0,0 0 0 16,0 0 8512-16,0 0 1632 0,7 7 336 0,-1-5 64 15,-6-2-7472-15,8 3-1472 0,0-2-320 0,1 0-48 16,2 1-576-16,0-1-112 0,1 0-32 0,1-1 0 0,0-2-368 15,2-1-144-15,-1-1 0 0,2 2 0 0,1-4 0 0,-1 2 0 16,1 1 0-16,0-1 0 0,-1-2 0 0,0 2-160 16,-3-1 160-16,0 1-192 15,-2 3-944-15,-1-3-192 0,-3 3-32 0,-7 1-16 16,0 0-2464-16,0 0-480 0,0 0-96 0</inkml:trace>
  <inkml:trace contextRef="#ctx0" brushRef="#br0" timeOffset="9254.25">1988 6595 9215 0,'-17'8'816'0,"11"-4"-656"15,-1-1-160-15,2 1 0 0,5-4 6704 0,-3 7 1296 16,3-7 272-16,0 0 48 0,0 8-4528 0,0-8-912 16,4 6-176-16,1 1-32 0,2-2-832 0,3-1-176 15,3 1-16-15,2-4-16 0,-1 1-1040 0,2-2-208 16,1-2-32-16,2 1-16 0,1-4-336 0,2 1 0 0,3-3 0 0,-2 1 0 31,-1-1-1088-31,2 0-192 0,-1 0-48 0,2-3-14400 16,1-1-2880-16</inkml:trace>
  <inkml:trace contextRef="#ctx0" brushRef="#br0" timeOffset="9526.12">2798 6248 49935 0,'0'0'2208'0,"0"0"464"15,0 0-2144-15,0 0-528 0,0 0 0 0,2 10 0 0,1-3 1600 16,-2 2 192-16,-2 2 64 0,1 2 0 16,1 3-960-16,-1 1-192 0,-1 4-48 0,1 3 0 0,0 2-528 0,1 3-80 15,1-2-48-15,-2 2 0 0,0-1 0 0,1 1 0 16,2-3 0-16,-2-1 0 0,0 0 0 0,2-5 0 16,-1 3 0-16,2-3 0 0,-2 0 0 0,0 0 0 15,1-3 0-15,-1-2 0 0,1-3 0 0,0-3-240 16,-1 0 80-16,2-5 16 15,-4-4-1856-15,0 0-368 0,8 1-80 0</inkml:trace>
  <inkml:trace contextRef="#ctx0" brushRef="#br0" timeOffset="9679.57">3122 6664 39615 0,'0'0'1760'0,"0"0"352"0,0 0-1680 0,0 0-432 16,0 0 0-16,0 0 0 0,0 0 3968 0,0 0 704 15,0 0 128-15,3 8 48 0,-3-8-3456 0,4 6-688 0,0 1-144 0,-4-7-32 16,0 0-672-16,8 1-144 0,-1-1-32 0,3-1-25568 16</inkml:trace>
  <inkml:trace contextRef="#ctx0" brushRef="#br0" timeOffset="10253.49">3538 6269 20271 0,'0'0'1792'0,"0"0"-1424"0,0 0-368 0,0 0 0 16,0 0 6144-16,0 0 1152 0,6 9 224 0,-4 0 48 15,-3 3-4672-15,1 3-928 0,0 2-192 0,0 4-48 16,-1 3-384-16,-1 3-96 0,1 3-16 0,0 1 0 0,2 2-832 0,0 0-160 15,1-2-48-15,0-1 0 0,1 1-192 0,1-2 0 16,1-3 0-16,0-1 128 0,0-2-128 0,0-2 0 16,-1-1 0-16,0-3 0 0,2-3 0 0,-3-2 0 15,0-2 0-15,0-1 0 0,-3-9 0 0,0 0 0 16,0 0 0-16,0 0 0 16,0 0-448-16,0 0-96 0,0 0-16 0,0 0 0 15,0 0-1200-15,5-6-240 0,0-3-48 0,-1-1-13600 16,0 0-2720-16</inkml:trace>
  <inkml:trace contextRef="#ctx0" brushRef="#br0" timeOffset="11381.41">4168 6354 13823 0,'0'0'608'0,"0"0"128"0,0 0-592 0,0 0-144 0,0 0 0 16,0 0 0-16,0 0 7808 0,0 0 1520 15,0 0 304-15,0 0 64 0,-4-3-6176 0,-1-1-1248 16,0 1-240-16,-3 3-48 0,0 2-1120 0,-1 0-224 16,-2 2-32-16,0 2-16 0,-4 0-256 0,1 2-48 15,0 1-16-15,-1 1 0 0,-2 2-192 0,0 2-80 0,2 0 0 0,0 0 0 16,1 2 0-16,0-2 0 0,1-1 0 0,1 3 0 16,3-2 0-16,1 2 0 0,0-6 0 0,2 0 0 15,1-1 0-15,2-1 0 0,2 0 0 0,1-8 0 16,0 0 0-16,0 0 0 0,7 7 0 0,4-2 0 15,2 0 0-15,1-1 0 0,3 0 0 0,3-3 0 16,-1-3 0-16,2 0 0 0,0 0 0 0,2-1 0 16,2-2 0-16,1-2 0 0,-1 1 0 0,2-1 0 0,1 2 0 15,-1-1 0-15,-2-1 0 0,1 1 0 16,-1-5-432-16,-2 2-80 16,-2-1 0-16,0-1-16 0,-1 2-1120 0,-3-4-208 0,-3 3-64 15,-1-3 0-15,-3 2-2304 0,-2 2-480 16,3-8-96-16,-6 1 0 0</inkml:trace>
  <inkml:trace contextRef="#ctx0" brushRef="#br0" timeOffset="11593.17">4237 6316 28559 0,'0'0'2544'0,"0"0"-2032"16,0 0-512-16,0 0 0 0,0 0 3872 0,0 9 672 16,-3-3 144-16,2 4 32 0,1 0-1792 0,0 2-368 0,1 2-64 15,1 4 0-15,-2 4-1120 0,1 1-224 16,-1 4-32-16,1-4-16 0,1 1-768 0,-1-1-144 15,0 0-48-15,2 0 0 0,-2-3-96 0,2 3-48 16,1-3 0-16,-2-1 0 0,2-4 0 0,0-1 0 0,0-1 0 0,0 0 0 16,2-1 0-16,1-4 0 0,1-2 0 15,0-1 0 1,1-1-816-16,0-3-144 0,0-1-48 0,1-2 0 16,4-3-2688-16,-1-2-528 0</inkml:trace>
  <inkml:trace contextRef="#ctx0" brushRef="#br0" timeOffset="11958.61">4748 6281 50623 0,'0'0'2240'0,"-4"-3"464"0,-1-2-2160 0,1 0-544 0,0-1 0 0,-1 4 0 0,5 2 1152 0,-8-2 112 16,-1 2 16-16,0 0 16 0,0 0-256 0,-2 7-48 15,1-1-16-15,-1 4 0 0,0 0-736 0,-2 2-240 16,0 1 128-16,0 1-48 0,1 0-80 0,1 2 0 15,4-2 0-15,0 1 0 0,2-1 0 0,2 0 0 16,3 1 0-16,3-2 0 0,1-1 0 0,2-2 0 16,5-2 0-16,1 0 0 0,1-2 0 0,1-1 0 15,3-1 0-15,2-1 0 0,4-3 0 0,-1-3 0 16,0-2 0-16,0 0 0 0,-1-2 0 0,0 0 0 16,0-3 0-16,-2-1 0 0,-1-2-208 0,-2 0 16 15,-2 0 0-15,-2 0 0 0,-3-1 16 0,-1 0 16 16,-1-1 0-16,-3 1 0 0,-3 0 32 0,-2 1 0 15,-1 1 0-15,0 1 0 0,-2-1 128 0,-3 1-160 0,-2 2 160 0,-1 2-160 16,-3-1-32-16,-2 4 0 16,0 1 0-16,-5 2 0 15,-1 0-880-15,-1 2-176 0,-4 3-32 0,1 2-16 16,2 3-1008-16,-1 1-192 0,1 1-32 0,2 2-17840 0</inkml:trace>
  <inkml:trace contextRef="#ctx0" brushRef="#br0" timeOffset="12312.75">4864 6571 11967 0,'7'-2'1072'0,"-2"-4"-864"0,0-1-208 0,0-1 0 0,2 0 6336 0,-2 2 1232 15,-1-4 240-15,-3 5 64 0,-1 5-3904 16,0 0-768-16,0 0-144 0,0 0-48 0,-8-2-1264 0,-1 0-256 16,-1 2-48-16,-2 5-16 0,-3 5-656 0,-4 3-144 15,0 2-32-15,-2 1 0 0,-1 0-336 0,1-1-80 16,0 2-16-16,3 0 0 0,1 0-160 0,2 0 0 15,6 0 0-15,1 0 0 0,3-1 0 0,4-3 0 16,4 1 0-16,3-1 48 0,3-3-48 0,6 2 0 16,2-5 0-16,3-1 0 0,3-2 0 0,3-3 0 15,2-1 0-15,0-2 0 0,-2-3 0 16,-1-2-240-16,-1-1 80 0,-2-1 16 0,-2-1 0 0,0-2 0 16,-2-1 0-16,-1-3 0 0,-3 1 144 0,-2-4-128 15,-3 2 128-15,-3 0-128 0,-2 1 128 0,-2-1 0 16,-4-2 0-16,0 2 0 0,-3-1 0 0,-2 0 0 15,-2 0 0-15,-2-1 128 0,1 1-128 0,-2 0 0 16,-2 0-128-16,1 1 128 16,-1 1-1072-16,-2-1-128 0,-1 4-16 0,-3 0-23184 0</inkml:trace>
  <inkml:trace contextRef="#ctx0" brushRef="#br0" timeOffset="13268.55">5633 6354 46655 0,'0'0'2064'0,"0"0"432"0,0 0-2000 0,0 0-496 0,-1 0 0 0,1 1 0 15,0-1 1568-15,0 0 224 0,0 10 32 0,0 6 16 16,-1-2-320-16,1 5-64 0,-2 0-16 0,2 3 0 0,0 0-1040 16,0 1-208-16,3-1-32 0,0 4-16 0,-1-4-96 0,1-2-48 15,1-2 0-15,0-3 0 0,1 1 0 0,-1-3 0 16,0-2 0-16,1-2 0 0,-1-1 0 0,0-1 0 15,-4-7 0-15,0 0 0 0,0 0 0 0,0 0 0 16,0 0 0-16,0 0 0 0,0 0 0 0,6-6 0 16,0-2 0-16,-1-1 0 0,-1-2 0 0,0-2 0 15,-1-1 0-15,3-4 0 0,0 0 0 0,1-2 0 16,1 0 0-16,-2 1 0 0,2-1 0 0,0 2 0 16,0 1 0-16,-1 3 0 0,2 2 0 0,-1 4 0 15,0 3 0-15,-1 2 0 0,-7 3 0 0,0 0 0 16,7 6 0-16,0 1 0 0,-2 7 0 0,0 4 0 15,1 0 0-15,-4-1 0 0,0 0 0 0,-1 0 0 16,0 0 0-16,2 1 0 0,-1-4 0 0,1 2 0 16,0 0 0-16,-1-5 0 0,1-1 0 0,-1-1 0 15,-2-9 0-15,4 7 0 0,0 3 0 0,-4-10 0 16,0 0 0-16,0 0 0 0,0 0 0 0,0 0 0 0,0 0 0 16,8-2 0-16,0 1 0 0,0-3 0 0,-1-2 0 0,1-1 0 15,1-5 0-15,1 1 0 0,-1-5 0 16,1-1 0-16,2 0 0 0,0-4 0 0,-1-1 0 15,2-1 0-15,2-1 0 0,-1 2 0 0,0 2 0 0,1 3 0 16,-2 4 0-16,0 4 0 0,-1 4 0 0,-1 2 0 16,-2 3 0-16,1 4 0 0,-3 5 0 0,1 1 0 15,-1 3 0-15,-2 2 0 0,0 1 0 0,0 2 0 16,-1 0 0-16,0 2 0 0,1 0 0 0,1-4 0 16,-1-1 0-16,1-2 0 0,1-1 0 0,1-1 0 0,-1 1-320 15,3-3-64-15,0-1-16 0,0-3 0 16,2-2-1888-16,0-3-368 0,0-4-80 15</inkml:trace>
  <inkml:trace contextRef="#ctx0" brushRef="#br0" timeOffset="13769.44">6539 6021 48719 0,'0'0'2160'0,"0"0"448"0,0 0-2096 0,0 0-512 16,0-5 0-16,0 5 0 0,0 0 960 0,4-5 96 15,-4 5 16-15,8-5 0 0,0-1 16 0,2 2 0 16,2-2 0-16,4 2 0 0,1 1-704 0,2 2-128 16,2 0-16-16,0-1-16 0,1 1-64 0,2 2-16 15,-1-2 0-15,1 1 0 0,-1 1-16 0,2 2-128 16,-2 0 192-16,-2-2-64 0,-4-1-128 0,0 0 128 16,-1 4-128-16,-3-3 128 0,-3 2-128 0,-2 1 0 15,0 1 144-15,-3-2-144 0,-5-3 128 0,0 0-128 0,0 0 128 16,0 0-128-16,-5 10 0 0,0 0 128 0,-2-2-128 0,-1 1 96 15,-2 2-96-15,-1-2 0 0,1 0 0 0,0 1 0 16,0-3 0-16,1-1 0 0,1 0 0 0,2-1 0 16,-2 1 0-16,3-2 0 0,1 2 0 0,4-6 0 15,0 0 0-15,0 0 0 0,4 6 0 0,0 1 0 16,1 0 0-16,2 0 0 0,-7-7 0 0,13 6 0 0,2 1 0 16,1-1 0-16,0 0 0 0,-1-1 0 0,0 1 0 15,-1 1 0-15,-1-1 0 0,3 0 0 0,-1 0 0 0,0 2 0 16,0 0 0-16,-3 1 0 0,-3-1 0 0,-1 0 0 15,-2-1 0-15,0 0 0 0,-3 1 0 0,-1 0 0 16,-2-2 0-16,-2 1 0 0,-1 0 0 0,-3 0 0 16,-3-1 0-16,-2 2 0 0,-4-2 0 0,0-1 0 15,-4 0 0-15,0 1 0 0,-1-3 0 0,-2 1 0 16,-3-4 0-16,-1 1 0 0,0 2 0 0,0 0 0 16,0-3 0-16,0 0 0 0,1-3 0 0,0 2 0 15,2-2 0-15,2-1-160 16,1 1-960-16,2-3-192 0,3 2-32 0,1-2-23440 0</inkml:trace>
  <inkml:trace contextRef="#ctx0" brushRef="#br0" timeOffset="20489.4">867 8148 25791 0,'0'0'2304'0,"0"0"-1856"16,0 0-448-16,0 0 0 0,0 0 4416 0,0 0 768 16,0 0 176-16,0 0 16 0,0 0-2432 0,0 0-512 15,0 0-80-15,-3 10-32 0,1 3-1168 0,0 3-256 16,1 2-32-16,0 4-16 0,0 0-432 0,-1 6-96 0,4 2 0 0,-1 0-16 15,0 0-112-15,2-2-32 0,-3 0 0 0,2-1 0 16,2 2-160-16,0-3 0 0,-1-1 0 0,-1-3 128 16,1-1-128-16,0-2 0 0,-1-3 0 0,0-2 0 15,-1-1-240-15,-1-2 32 0,0-2 0 0,0-2 0 16,0-7-688-16,-1 7-144 0,1-7-32 16,0 0 0-16,0 0-816 0,-7 1-160 0,0-1-48 15</inkml:trace>
  <inkml:trace contextRef="#ctx0" brushRef="#br0" timeOffset="20757.91">459 8240 39935 0,'0'0'0'0,"0"0"0"0,0 0 3216 16,0 0 656-16,0 0 128 0,0 0 32 0,6-3-2144 0,4 0-416 15,1-1-96-15,4 1-16 0,0-2-608 0,2 0-128 16,1-2-32-16,3 1 0 0,0-1-240 0,5-2-48 0,0 1-16 0,-2 0 0 16,2-2-128-16,1 2-32 15,2-5 0-15,1 3 0 0,0-2-80 0,1 1-48 0,0 1 0 0,7-3 0 16,-3 3 0-16,-2-1 0 16,-2 2 0-16,-5 2 0 15,-1 0-480-15,-3 0-96 0,-2 2 0 0,-2 1-16 16,-2 1-1232-16,-2 3-240 0,-2-1-48 0</inkml:trace>
  <inkml:trace contextRef="#ctx0" brushRef="#br0" timeOffset="21398.22">1246 8575 28559 0,'-13'3'2544'0,"8"-2"-2032"0,-1 2-512 15,-2-3 0-15,-1 1 5104 0,2 0 912 0,2-1 192 0,5 0 48 0,0 0-3680 0,0 0-720 16,0 0-160-16,0 0-32 0,0 0-960 0,0 0-192 16,4-8-32-16,5 2-16 0,3-2-320 0,1 0-144 15,0 0 128-15,1 1-16 0,3 0-112 0,1-2 0 16,1 2 0-16,0 1 0 0,-2 1 0 0,0 2 0 16,-1-2 0-16,-2 4 0 0,-4-2 0 0,2 3 0 15,-1 0 0-15,-4 3 0 0,-7-3 0 0,0 0 0 0,0 0 0 0,0 0 0 16,4 6 0-16,-2 2 0 15,-2 0 0-15,-3 1 0 0,-4 0 0 0,1 0 0 0,-2 0 0 0,0 2 0 16,0 0 0-16,-1 1 0 0,0 0 0 0,-1 0 0 16,-1-2 0-16,2 0 0 0,0 1 0 15,1-2 0-15,0 0 0 0,3-1 0 0,0-1 0 0,1-1 0 16,3 3 0-16,1-2 0 0,0-7 0 0,2 6 0 16,-2-6 0-16,7 7 0 0,-1-3 0 0,4 0 0 15,0-2 0-15,3 2 0 0,0-1 0 0,1-1 0 16,2 0 0-16,1 0 0 0,0-2 0 0,0 3 0 15,-1 1 0-15,1-3 0 0,-2 2 0 0,2-1 0 16,-3 2 0-16,0 0 0 0,-4 0 0 0,-1 1 0 16,-1 2 0-16,-2-3 0 0,-2 2 0 0,-1 1 0 0,-3-7 0 15,-4 7 0-15,-3 3 0 0,0-1 0 16,-4 4 0-16,0-4 0 0,-4 3 0 0,0-2 0 0,-5 0 0 0,-1 1 0 16,0-2 0-16,-1 0 0 0,0 0 0 0,1-2 0 15,-1-1 0-15,0 0 0 0,1-1-208 0,1-5-48 16,5 0 0-16,-1-3 0 15,2-2-1808-15,3-3-368 0,5-4-80 0</inkml:trace>
  <inkml:trace contextRef="#ctx0" brushRef="#br0" timeOffset="21591.02">1637 8351 6447 0,'0'0'272'0,"8"-1"80"0,-8 1-352 0,8-7 0 0,1 1 0 0,2-1 0 15,-2 1 11120-15,1 0 2144 0,1 1 432 0,-1 0 96 16,-1 0-10400-16,2-1-2096 0,-1 3-400 0,2-1-96 15,0 0-640-15,1 0-112 16,0 0-48-16,0 0 0 0,0 0 0 0,0 1 0 0,-2 2 0 0,2 0 0 16,1 0 0-16,-1-3 0 0,-2 0 0 0,0 2-160 31,0 1-1136-31,0 1-240 0,-2 1-32 0,-1 1-14896 0,-8-2-2992 0</inkml:trace>
  <inkml:trace contextRef="#ctx0" brushRef="#br0" timeOffset="21758.22">1710 8493 49535 0,'0'0'2192'0,"0"0"448"0,0 0-2112 0,0 0-528 16,0 0 0-16,0 0 0 0,4 7 1184 0,2-2 128 15,1-1 32-15,4-2 0 0,1 0-464 0,2-2-96 16,3 0-16-16,2-3 0 0,4-1-592 0,0 0-176 16,1-2 0-16,2-1 0 15,0-1-336-15,0 2-144 0,2-2-32 0,2 0 0 16,2-2-2000-16,0-1-416 0,1 0-80 0</inkml:trace>
  <inkml:trace contextRef="#ctx0" brushRef="#br0" timeOffset="22021.68">2516 8081 49007 0,'0'0'2176'0,"0"0"448"0,0 0-2112 0,0 0-512 0,0 0 0 0,1 10 0 16,1-2 1600-16,-2 4 224 15,0-2 32-15,0 5 16 0,-2 0-784 0,2 4-144 0,0 2-48 0,0-2 0 16,0 5-704-16,0-2-144 0,2 2-48 0,-1 3 0 16,-1 0 0-16,3 0 0 0,-2 1 0 0,2-1 0 15,-1 0 0-15,1-2 0 0,-1 0 0 0,1 0 0 16,0-2 0-16,-2-1 0 0,-1-2 0 0,1-3 0 16,-2-3 0-16,0-2 0 0,-1-3 0 0,0 0 0 15,-2-1-784 1,-1-3-160-16,5-5-16 0,-8 2-16 0,0-4-1328 0,-1 1-256 15,0 0-48-15,0-7-19408 0</inkml:trace>
  <inkml:trace contextRef="#ctx0" brushRef="#br0" timeOffset="22246.58">2092 8065 23039 0,'0'0'2048'15,"0"0"-1648"-15,0 0-400 0,0 0 0 0,0 0 6144 0,8 0 1136 16,1 0 224-16,2 0 48 0,1 0-4784 0,2 3-960 15,3-2-192-15,1-1-32 0,4-1-688 0,4 1-144 16,3-4-32-16,1 3 0 0,0-1-464 0,4-1-112 16,0 0-16-16,1 0 0 0,2-1-80 0,-1 1-48 15,1-3 0-15,-2 5 0 0,-1-4 0 0,-3 3 0 0,-1 0 0 0,-1 1 0 16,-2 1 0-16,-1 1-240 16,-4 1 80-16,-1 1 16 15,0 2-1616-15,-3 3-320 0,-4 3-64 0,-2 0-21680 0</inkml:trace>
  <inkml:trace contextRef="#ctx0" brushRef="#br0" timeOffset="22453">2903 8597 35935 0,'0'0'1600'0,"3"9"320"0,-3 1-1536 0,3 0-384 0,-1 2 0 0,2-1 0 16,0 1 4768-16,0-1 880 0,0 0 176 0,-2 4 48 15,1 0-4272-15,0 2-864 0,-1 0-160 0,0 0-48 16,-1-1-528-16,0 1 0 0,-1 0 0 0,0 0 0 16,-1 0 0-16,-2 0 0 0,1 1 0 0,-2-1 144 15,-1-4-1424-15,-1 0-240 0,0-1-48 0</inkml:trace>
  <inkml:trace contextRef="#ctx0" brushRef="#br0" timeOffset="22893.85">3285 8377 35935 0,'0'0'3200'0,"0"0"-2560"0,0 0-512 0,0 0-128 16,0 0 3840-16,0 0 768 0,0 0 128 0,8-3 48 0,0 1-2912 0,1 0-576 15,2 1-112-15,-1 0-32 0,2-2-544 16,1 1-112-16,1-2-32 0,2 1 0 0,1-2-336 0,1 4-128 16,2-3 0-16,-1 1 0 0,1-3-176 0,-1 2-16 15,1 0-16-15,-2 1 0 16,-1 2-1088-16,0 0-224 0,-1-1-32 0,-5 2-14768 15,-2 0-2944-15</inkml:trace>
  <inkml:trace contextRef="#ctx0" brushRef="#br0" timeOffset="23061.51">3362 8486 50447 0,'0'0'2240'0,"0"0"448"0,0 0-2144 0,0 0-544 16,0 0 0-16,0 0 0 0,6 7 896 0,-6-7 80 0,0 0 16 15,9 4 0-15,1-1 32 0,3-1 0 16,1-1 0-16,1-1 0 0,0-1-768 0,1-3-128 0,1 2-128 0,1-2 144 15,3-2-144-15,1 0 0 16,2-1 0-16,1 1-176 16,1-2-1296-16,1-4-256 0,0 2-48 0,2-2-22096 0</inkml:trace>
  <inkml:trace contextRef="#ctx0" brushRef="#br0" timeOffset="23561.03">4015 8184 33167 0,'0'0'2944'0,"0"0"-2352"0,0 0-464 0,0 0-128 16,0 0 4464-16,10-5 864 0,-3 0 176 0,3-1 48 15,0 1-3376-15,3 3-656 0,1-4-144 0,3 1-32 0,0-1-848 0,3 0-176 16,1 1-48-16,1-1 0 0,0 0-272 0,-1 3 0 16,0-4 0-16,-2 3 0 0,-2 1 0 0,-1 1 0 15,-2 2 0-15,-2 0 80 0,-4 2-80 0,-8-2 0 16,6 0 0-16,-6 0 0 0,0 0 0 0,0 0 0 15,0 8 0-15,-2 0 0 0,-4 0 0 0,0 1 0 16,-2-1 0-16,-1 2 0 0,0 2 0 0,-2 0 0 16,1 0 0-16,0-2 0 0,-1-1 0 0,3 2 0 15,2-4 0-15,-1 2 0 0,-1 1 0 0,2-1 0 16,-1 0 0-16,3-1 0 0,2-2 0 0,2-6 0 16,0 0 0-16,0 8 0 0,1 0 0 0,2-2 0 15,1 1 0-15,1-2 0 0,3-1 0 0,2 0 0 16,2 1 0-16,1-1 0 0,0 0 0 0,1 0 0 15,2 1 0-15,1-2 0 0,0 1 0 0,0-2 0 16,0 2 0-16,-2 1 0 0,1 2 0 0,-2-1 0 16,-1 1 0-16,-1-1 0 0,0 0 0 0,-2 0 0 15,-1-1 0-15,-1 1 0 0,-4 0 0 0,-3 1 0 16,-2 2 0-16,-3-1 0 0,-1-1 0 0,-4 1 0 0,-3 3 0 16,-2-2 0-16,-3 0 0 0,-3 0 0 0,-2 0 0 0,-1 0 0 15,-2-1 0-15,-1 0 0 0,-3 0 0 0,-1-2 0 16,-1 2 0-16,1-1 0 0,1-2 0 0,4-1 0 15,3-2 0-15,3-2 0 0,4 0 0 0,5 0 0 16,2-1-1280 0,6-3-208-16,3-2-48 0,7-5 0 0,5-4-2320 15,6-1-480-15,5 0-80 0</inkml:trace>
  <inkml:trace contextRef="#ctx0" brushRef="#br0" timeOffset="23895.98">4590 8224 11967 0,'17'-6'1072'0,"-17"6"-864"0,0 0-208 0,9-1 0 0,-9 1 8304 0,8 0 1616 16,-8 0 320-16,0 0 64 0,7 5-6640 0,-7-5-1312 15,0 0-272-15,2 12-48 0,-2-1-1120 0,-2 5-208 16,-2 1-64-16,-1 0 0 0,-3 1-448 0,0 0-192 16,0 3 176-16,2-3-48 0,0-1-128 0,4 0 0 15,1-1 0-15,1 0 0 0,2-3 0 0,3-2 0 16,2 1 0-16,1-4 0 0,1 0 0 0,3 0 0 16,2-2 0-16,0-2 0 0,3-1 0 0,3-3 0 15,1-3 0-15,-2 0 0 0,-2-2-192 0,1 0-16 16,1-2-16-16,-2 0 0 0,0-2-16 0,-3-2 0 0,0-1 0 0,-3 1 0 15,-2-5 48-15,-3 3 16 16,-2-1 0-16,-1 1 0 0,-3-4 176 0,0 1-192 16,-1 0 192-16,-3 2-192 0,-3 0 192 0,-2-1-128 15,-3 4 128-15,-3-2-128 0,0-2-80 0,-2 2-16 16,-2-1 0-16,-3 2 0 16,-3 3-544-16,0 1-128 0,2 3 0 0,0 1-16 15,4 1 96-15,1 6 32 0,2-3 0 0,3 1 0 16,1 5-1008-16,3-3-192 0,3 4-32 0,3 1-16 15,4 0-1040-15,4-1-192 0,6 3-64 0</inkml:trace>
  <inkml:trace contextRef="#ctx0" brushRef="#br0" timeOffset="24235.14">5082 8241 10127 0,'0'0'896'0,"8"2"-704"0,-2-4-192 0,1 1 0 0,-7 1 8192 0,6-5 1616 16,-6 5 320-16,0 0 64 0,0 0-6384 0,0 0-1280 15,0 0-256-15,0 0-48 0,-8 1-1008 0,-2 3-192 16,-3 3-32-16,-1 2-16 0,-3 1-640 0,-2 3-128 15,0 2-16-15,2 0-16 0,1 0-128 0,2 0-48 16,1 0 0-16,2-1 0 0,4 0 0 0,1-1 0 16,3 0 0-16,1-1 0 0,4-2 0 0,1 1 0 15,4-2 0-15,2 0 0 0,2-1 0 0,2-2 0 16,2 1 0-16,3-1 0 0,2-3 0 0,1-2 0 16,1-1 0-16,1-1 0 0,1-2-208 0,-1 0-48 15,0-3 0-15,-3 1 0 0,1-1 0 0,-1-1-16 16,-2-5 0-16,-1 2 0 0,-4-2-16 0,-1-1 0 15,-2-1 0-15,-2 2 0 0,-1-2 80 0,-3 1 16 16,-3 0 0-16,-2-2 0 0,-3 0 192 0,-3-1 0 16,-2 2-160-16,0-1 160 0,-2 4 0 0,2 0-144 0,-1 2 144 0,-2-3 0 15,-1 2-304-15,0 1 48 16,0 1 16-16,1 4 0 16,2 0-912-16,1 2-176 0,-2 2-32 0,3 1-16 15,1 0-1440-15,1 0-304 0,1-1-48 0</inkml:trace>
  <inkml:trace contextRef="#ctx0" brushRef="#br0" timeOffset="24517.92">5656 7900 39615 0,'0'0'3520'0,"0"0"-2816"0,0 0-560 0,0 0-144 0,3 9 3312 0,1-3 624 15,-4-6 128-15,6 13 32 0,-1 4-2496 0,0 0-512 16,0 6-80-16,0 0-32 0,1 2-528 0,-1 1-128 16,-1 0 0-16,0 1-16 0,-2 2-304 0,2-4 0 15,-1 1 0-15,-1 3 0 0,1-6 0 0,0 0 0 16,-2 0 0-16,0 0 80 0,1 1-80 0,-2-4 0 16,0 0 0-16,0-3 0 0,0-3-128 0,-2 1-32 15,1-5 0-15,0-1 0 16,1-9-1248-16,0 0-256 0,0 0-64 0,0 0-22496 0</inkml:trace>
  <inkml:trace contextRef="#ctx0" brushRef="#br0" timeOffset="24796.01">6021 8091 26719 0,'0'0'1184'0,"0"0"240"0,-7 2-1136 0,7-2-288 0,-6 0 0 0,0 1 0 15,6-1 6384-15,-6 5 1216 0,-1 3 240 0,1-1 48 16,-6-2-5456-16,0 3-1104 0,-1-1-224 0,0 7-32 15,0-1-864-15,-1 1-144 0,-2 2-64 0,2-1 0 16,-2 0 0-16,2-1 0 0,-2 0 0 0,3 3 0 16,3 0 0-16,1 0 0 0,2-3 0 0,3 1 0 15,2-1 0-15,0-3 0 0,5-1 0 0,2 0 0 16,4-1 0-16,3 1 0 0,1-3 0 0,5-1 0 0,2-2 0 0,3-2 0 16,3-1 0-16,2 2 0 0,0-3 0 15,1-3 0-15,1 0 0 0,0-1 0 0,-4-2 0 16,2 1 0-16,-2 0 0 0,-3-2 0 0,-1 4 0 0,-2-4 0 15,-2 1 0-15,-4 2 0 16,1 0-1200-16,-5 1-224 0,-2-3-48 16</inkml:trace>
  <inkml:trace contextRef="#ctx0" brushRef="#br0" timeOffset="28430.5">662 10252 6447 0,'0'0'576'0,"0"0"-576"0,6-7 0 16,-6 7 0-16,5-6 1328 0,-1-1 144 0,0-2 48 0,-4 9 0 31,2-8-1696-31,-2 8-336 0,0 0-64 0,3-10 0 0,-2 1 1200 0,0 2 240 0,-1 7 48 0,0-6 16 15,-2-4 2544-15,0 4 512 0,2 6 112 0,-2-8 0 0,2 8-304 0,-1-9-64 16,-1 0-16-16,2 9 0 0,0 0-1216 0,0 0-240 16,0 0-48-16,0 0-16 0,0 0-688 0,0 0-144 15,0 0-16-15,0 0-16 0,7 13-512 0,-3-3-112 16,1 2 0-16,0 2-16 0,0 5-208 0,1 0-32 16,-1 3-16-16,1 3 0 0,1 1-192 0,3 24-48 15,-1-7 0-15,2-7 0 0,-2-4-192 0,0-6 176 16,-1-4-176-16,1-1 160 0,-1-2-112 0,0-6-48 15,-1-1 0-15,1-3 0 0,-8-9 0 0,8 7 0 16,-8-7 0-16,0 0 0 0,0 0 0 0,11 0 0 16,-11 0 0-16,9-4 0 0,-4-5 0 0,0-2 0 15,-1-2 0-15,1-1 0 0,0-2 0 0,1-3 0 16,-1-5 0-16,1-2 0 0,2-1 0 0,1-2 0 16,2-1 0-16,-2-3 0 0,3-3 0 0,1-2 0 15,1-1 0-15,-1 3 0 0,-1 2-144 0,-1 1 144 16,1 7-208-16,-1 5 80 15,-2 7-768-15,-1 3-128 0,-2 6-48 0,-6 5 0 16,0 0-800-16,8 11-176 0,-3 5-16 0,-1 7-16 16,-1 1-1584-16,-2 3-320 0</inkml:trace>
  <inkml:trace contextRef="#ctx0" brushRef="#br0" timeOffset="29002.76">1182 10430 16575 0,'0'0'736'0,"-9"0"160"0,2 4-720 0,7-4-176 0,-11 2 0 0,2-1 0 0,0 0 5856 0,9-1 1136 16,0 0 240-16,0 0 32 0,-11 1-3664 0,11-1-720 15,0 0-160-15,0 0-32 0,0 0-1280 0,0 0-272 16,0 0-48-16,0 0-16 0,0 0-528 0,12-5-96 15,0 0-32-15,2 0 0 0,2 0-224 0,2 1-32 16,0-3-16-16,-1 3 0 0,-2 0-144 0,0 0 0 16,1 2 144-16,0-1-144 0,-1 1 0 0,-2 2 0 15,-1 0 0-15,-12 0 0 0,12 4 0 0,-12-4 0 16,10 5 0-16,-10-5 0 0,0 0 0 0,4 9 0 16,-5 3 0-16,-2-2 0 0,-1-1 0 0,-2 0 0 15,-5 4 0-15,0 0 0 0,0 2 0 0,-1-2 0 0,1 0 0 16,-1-3 128-16,2 3-128 0,-1-2 0 15,-1-1 0-15,2 1 0 0,2-2 0 0,0 0 0 16,2-3 0-16,6-6 0 0,0 0 0 0,-3 9 0 16,3-9 0-16,0 0 0 0,1 11 0 0,-1-11 0 15,8 8 0-15,1-2 0 0,-9-6 0 0,13 5 0 16,0-1 0-16,2-1 0 0,-1 0 0 0,2-2 0 16,-1 0 0-16,2 0 128 0,2-1-128 0,-1 3 0 0,-1-2 0 15,-2 1 0-15,1 0 0 0,-3 0 0 0,2 0 0 0,-1 2 0 16,-1 1 0-16,-3-1 0 0,-2 3 0 0,1-1 0 15,-9-6 0-15,0 0 0 0,5 11 0 0,-3-2 0 16,-2-9 128-16,-3 12-128 0,-2-3 128 0,-3 0-32 16,-4 1-96-16,-1 1 0 0,-2-4 0 15,-2 1 0-15,-1-1 0 0,-1-1 0 0,0 1 0 0,-2-2 0 0,0-1 0 16,0 1 0-16,0-1 0 0,0-1 0 16,1-1-256-16,1-2-64 0,2 0 0 0,6 0 0 15,-1-5-1200-15,3 0-240 16,9 5-48-16</inkml:trace>
  <inkml:trace contextRef="#ctx0" brushRef="#br0" timeOffset="29231.1">1696 10217 34095 0,'0'0'1504'0,"0"0"320"16,0 0-1456-16,0 0-368 0,0 0 0 0,0 0 0 0,0 0 4736 0,12-3 896 15,-12 3 160-15,13-1 32 0,1-2-3888 0,2 0-784 16,0 1-144-16,-5-1-48 0,2-1-672 0,2 2-144 16,-1-1-16-16,3 0 16 0,1 0-144 0,0 0 0 15,1 2 0-15,-1-2-160 16,-2 2-416-16,-1-1-96 0,0 1-16 0,-2 1 0 16,-4 0-1904-16,0 1-384 0,-9-1-80 0,0 0-16 0</inkml:trace>
  <inkml:trace contextRef="#ctx0" brushRef="#br0" timeOffset="29397.17">1720 10394 32255 0,'0'0'2864'0,"0"0"-2288"0,0 0-576 0,0 0 0 0,0 0 3904 15,0 0 656-15,0 0 144 0,0 0 32 16,0 0-2368-16,14 4-448 0,3-3-112 0,-4-1-16 0,1-3-1088 0,3 1-240 16,1-1-32-16,2-1-16 0,0-1-272 0,0 1-144 15,0-2 160-15,1 0-160 16,0 0-384-16,0 1-192 0,-1-1-16 0,0 1-24368 15</inkml:trace>
  <inkml:trace contextRef="#ctx0" brushRef="#br0" timeOffset="30769.99">725 6324 26719 0,'0'0'1184'0,"0"0"240"0,0 0-1136 0,0 0-288 0,0 0 0 0,0 0 0 16,0 0 4576-16,4 6 864 0,-4-6 160 0,5 11 32 15,2 0-3136-15,-1 4-640 0,2 2-128 0,1 1-32 0,0 1-848 0,0 4-160 16,0 0-48-16,2 2 0 0,-1 1-144 0,-1 0-48 15,2 0 0-15,-2 1 0 0,-1 2-192 0,0-2-64 16,-2 3 0-16,2-1 0 0,-3-3-64 0,0 0 0 16,1-1-128-16,-3-3 192 0,0 0-192 0,0-3 144 15,1-4-144-15,-3 0 128 0,0-2-128 0,0-2 0 16,2-3 0-16,0 0 128 0,-3-8-128 0,0 0 0 16,0 0 0-16,0 0 0 0,0 0 0 0,0 0 0 15,5-1 128-15,0-3-128 0,-5 4 0 0,4-8 0 16,0-2 0-16,1-3 128 0,-1-2-128 0,1-2 0 15,0-1 0-15,2-3 128 0,-2-5-128 0,0 0 0 0,1-1 0 0,0-3 0 16,2 0 0-16,1-3 0 16,0-2 0-16,0-2 128 0,3 0-128 0,-1-5 0 15,-1 3 0-15,0-2 0 0,1 1 0 0,-1 1 0 16,-1 0 0-16,1 3 0 0,-3 4-176 0,1 6 176 16,-1 4-128-16,-2 3 128 0,-2 4-272 0,-2 3 16 15,0 3 16-15,-1 9 0 16,0 0-576-16,0 0-112 0,-4 13-32 0,0 4 0 15,-1 2-1952-15,0 4-400 0,-2 0-80 0</inkml:trace>
  <inkml:trace contextRef="#ctx0" brushRef="#br0" timeOffset="31064.45">566 6522 6447 0,'-15'-2'272'0,"5"2"80"0,-2 0-352 0,3 0 0 0,9 0 0 0,0 0 0 0,0 0 10976 0,0 0 2128 15,0 0 416-15,0 0 96 0,0 0-10128 0,0 0-2016 16,12-1-416-16,4-1-80 0,4-2-784 0,8 1-128 16,4-3-64-16,-9-1 0 0,4 0 0 0,6-2 0 15,2-1 0-15,3 0 0 0,2-1 0 0,2-1 0 16,1 1 0-16,35-10 0 0,-13 5 0 0,-24 7 0 15,-1-1 0-15,-1 0 0 0,-1 3 0 0,-3 0 0 16,-2 2 0-16,-5 1 0 16,-2-1-960-16,-3 2-192 0,-5 2-48 0,-5 1-15552 15,-3 0-3104-15</inkml:trace>
  <inkml:trace contextRef="#ctx0" brushRef="#br0" timeOffset="31924.11">524 9951 2751 0,'0'0'128'0,"0"-10"16"0,-3 1-144 0,1 0 0 0,1 1 0 0,1 2 0 0,1-1 8320 0,-1 7 1616 15,1-6 336-15,-1 6 64 0,4-7-6256 0,-4 7-1264 16,0 0-240-16,0 0-48 0,11 0-960 0,-4 4-192 16,2 5-32-16,1 4-16 0,-1 4-528 0,0 5-96 15,0 6-32-15,1 3 0 0,1 3-160 0,-1 1-16 16,1-1-16-16,-1 0 0 0,1-1-160 0,-2-9-48 16,0 1 0-16,1-3 0 0,-2 2-272 0,2-2 0 15,2-1 0-15,-1 0-144 0,-2-4 144 16,3 3 0-16,-2-1 0 0,-1-2 0 0,0-4 0 0,-1-3 0 15,0-2 0-15,0-2 0 0,-2 0 0 0,1-2 0 16,-7-4 0-16,8 0 0 0,-1-3 0 0,1-1 0 16,0-2 0-16,0-4 0 0,-2 0 0 0,2-4 0 0,1-3 0 15,-1-2 0-15,0-1 0 0,0-4 0 0,0 1 0 0,-1-7 0 16,1-2 0-16,0-1 0 16,-1-5 0-16,-1 1 0 0,1-1 0 0,0 1 0 15,0 0 0-15,-1 1-128 0,1 0-48 0,-1 5 0 0,0 4 0 16,-1 5 0-1,-1 1-192-15,0 5-32 0,-2 4-16 0,1 3 0 16,-2 3-944-16,-1 6-192 0,0 0-48 0,0 0 0 16,0 0-1824-16,2 10-368 0,-2 4-80 0</inkml:trace>
  <inkml:trace contextRef="#ctx0" brushRef="#br0" timeOffset="32231.61">395 10228 32255 0,'-33'2'2864'0,"26"0"-2288"16,0-2-576-16,7 0 0 0,0 0 5648 0,0 0 1024 15,0 0 208-15,0 0 32 0,0 0-5120 0,12-2-1040 16,3-2-208-16,5 1-32 0,1-1-384 0,2-4-128 15,2 2 0-15,3-2 0 0,1 0 0 0,-1-1 0 16,3-3 0-16,4 1 0 0,2-2 0 0,1-2 0 16,1 3 0-16,-1 1 0 0,-1-2 0 0,9 0 0 15,-3 0 0-15,-3 3 0 0,-3 1 0 0,-3 0 0 16,-5 0 0-16,-3 3 0 16,-2-2-720-16,-1 3-144 0,-5-1-32 0</inkml:trace>
  <inkml:trace contextRef="#ctx0" brushRef="#br0" timeOffset="36838.01">2335 9914 23951 0,'0'0'1056'0,"0"0"224"0,-4-6-1024 0,4 6-256 16,0 0 0-16,0 0 0 0,0 0 4288 0,0 0 784 0,0 0 176 0,0 0 16 15,0 0-2624-15,0 0-528 0,0 0-96 0,7 2-32 16,0 6-672-16,3 2-144 0,1 6-16 0,1 1-16 16,0 4-400-16,1 4-80 0,1 2-16 0,-1 6 0 15,-1 3-192-15,1 1-32 0,0 2-16 0,-1 1 0 0,-1-5-192 16,1 2-32-16,-3-1-16 0,0-2 0 15,2 0-160-15,-2-1 128 0,1-6-128 0,-2 0 128 0,-1-4-128 0,1-4 0 16,-3 1 0-16,0-5 0 0,-2 0 0 0,0-6 0 16,1-1 0-16,-1-2 0 15,-3-6 0-15,0 0 0 0,0 0 0 0,0 0 0 0,0 0 128 0,0 0-128 16,0-9 0-16,0-4 128 0,1-3-80 0,1-2-48 16,-1-3 0-16,0-2 0 0,2-3 0 0,-1-6 0 15,2 0 0-15,2-3 0 0,-1-2 0 0,3-7 0 16,1-3 0-16,1-1 0 0,3-2-160 0,0 2 160 15,-1 2-128-15,0 6 128 0,-1 3-224 0,0 6 32 16,-1 4 16-16,-1 3 0 16,-1 5-464-16,0 4-80 0,0 5-32 0,-2 5 0 15,-6 5-752-15,0 0-160 0,8 7-16 0,-3 4-16 16,-1 5-2304-16,-2 2-464 0</inkml:trace>
  <inkml:trace contextRef="#ctx0" brushRef="#br0" timeOffset="37067.87">2383 10248 43647 0,'-21'1'1936'0,"14"-1"400"0,-3-2-1872 0,3 0-464 0,0 1 0 0,1 0 0 15,-4-1 1936-15,3 1 304 0,7 1 48 16,0 0 16-16,0 0-816 0,0 0-144 0,0 0-48 0,0 0 0 16,0 0-752-16,0 0-160 0,7-5-16 0,5-2-16 15,2-2-208-15,3-1-144 0,3-2 192 0,3 0-192 16,2-1 128-16,3 0-128 0,2 1 0 0,0-1 0 0,0 0 0 0,2 2 0 15,1-4 0-15,-2 6 0 16,-2-1-944-16,2 2-80 0,-1 0-32 0,-1 2 0 16,-3 0-1760-16,-1 4-368 0,-2 0-64 0,-5 4-17616 15</inkml:trace>
  <inkml:trace contextRef="#ctx0" brushRef="#br0" timeOffset="37376.73">2804 10312 26719 0,'-2'6'2368'0,"-1"1"-1888"0,0-1-480 0,1 2 0 0,1 1 4352 0,-1-2 784 15,2-7 160-15,0 0 16 0,0 0-2560 0,4 5-528 16,4 0-112-16,1-1 0 0,0-1-1216 0,2-1-224 16,0 2-48-16,0-4-16 0,2 0-272 0,0 0-48 15,0 0-16-15,0 0 0 0,-1 0-96 0,-2 0-32 16,-1 0 0-16,0 0 0 0,1 0-144 0,-10 0 0 16,6 4 144-16,-6-4-144 0,4 7 160 0,-3 2-32 15,-1 1-128-15,-2 3 192 0,-4 2 0 0,-1 0-16 16,-3 5 0-16,0-3 0 0,-2 2-48 0,2 1 0 15,-1-1 0-15,2 1 0 0,0-2-128 0,4-1 0 0,0-1 144 16,2-2-48-16,1 0-96 0,0-2 0 16,2-1 0-16,2-2 0 0,0-1 0 0,3-2 0 0,3-1 0 0,1-3 0 15,2-2 0-15,2-2 0 0,0-3 0 0,1 0 0 16,2-2 0-16,1-2-192 0,0-1 192 0,2-3-208 16,2-3-880-1,1 2-160-15,2-2-32 0,1-2-16 0,-1-3-2880 16,1-1-576-16</inkml:trace>
  <inkml:trace contextRef="#ctx0" brushRef="#br0" timeOffset="37584">3358 10187 49183 0,'0'0'2176'0,"0"0"448"0,0 0-2096 0,0 0-528 0,0 0 0 0,0 0 0 0,0 0 1472 16,0 0 192-16,0 0 48 0,4 6 0 0,3 1-560 0,-1-2-128 15,1-3 0-15,2 1-16 0,1-2-816 0,2-1-128 16,1-1-64-16,2 0 0 0,0-1 0 0,2 0 0 15,-1-2 0-15,1 0 0 0,0 0 0 0,-2 0 0 16,0-2 0-16,0 2 0 16,0 0-544-16,-2 1-96 0,-3 1-32 0,-1-1 0 15,0 0-1488-15,-9 3-288 0,0 0-64 0,0 0-12720 16,0 0-2560-16</inkml:trace>
  <inkml:trace contextRef="#ctx0" brushRef="#br0" timeOffset="37737.23">3420 10314 23951 0,'0'0'2128'0,"-6"4"-1696"15,3 3-432-15,3-7 0 0,-4 6 4704 0,4-6 864 16,0 0 160-16,0 0 32 0,0 0-3040 0,6 5-608 16,1 1-128-16,2-6-32 0,3 0-1248 0,2 0-240 15,1 0-48-15,4 0-16 0,-2-4-400 0,0 1 0 0,2-2 128 0,3 1-128 32,3 0-400-32,1-2-112 0,0-2-32 0,2 0 0 15,-1-1-2864-15,-1 0-576 0</inkml:trace>
  <inkml:trace contextRef="#ctx0" brushRef="#br0" timeOffset="37989.28">4158 9893 28559 0,'0'0'1264'0,"0"0"272"0,0 0-1232 0,-4 7-304 15,1 2 0-15,0 0 0 0,1 0 5504 0,-1 4 1024 16,2 4 224-16,0 0 32 0,-2 3-4352 0,0 0-864 15,2 3-176-15,0 1-48 0,1 2-864 0,0 1-176 16,1-1-48-16,0 0 0 0,1-2-256 0,-1 1 128 16,2 0-128-16,-1-2 144 0,1 0-144 0,-1-3 0 15,0 0 0-15,0 0 0 0,0-3 0 0,2-2-208 16,-3 0 64-16,0-2 16 16,0-2-1008-16,1 0-192 0,-1-2-32 0,-1-9-16 15,0 0-2816-15,0 0-560 0</inkml:trace>
  <inkml:trace contextRef="#ctx0" brushRef="#br0" timeOffset="38165.72">4386 10282 32255 0,'0'0'2864'0,"0"0"-2288"0,-6 4-576 0,6-4 0 0,-3 6 4224 0,0 1 752 0,3-7 144 0,-3 6 16 16,1 1-2976-16,2-7-608 0,-2 8-112 0,1-2-32 16,1-6-784-16,0 9-176 0,1-2-16 0,1-1-16 15,-2-6-416-15,0 0 0 0,4 7 0 0,0-2 0 16,-4-5-896-1,6 5-128-15,-6-5 0 0,9 1-16 0,0-2-1344 0,0 0-272 0,2-2-48 0,-1-1-11504 16,1-1-2288-16</inkml:trace>
  <inkml:trace contextRef="#ctx0" brushRef="#br0" timeOffset="38441.03">4732 9902 33167 0,'0'0'2944'0,"0"0"-2352"15,0 0-464-15,0 0-128 0,0 0 3696 0,0 0 720 16,0 0 128-16,0 0 48 0,0 0-2128 0,3 12-416 16,-2-2-96-16,2 4-16 0,0 0-1104 0,-1 3-240 15,0 1-32-15,-1 3-16 0,0 1-352 0,0 2-192 0,-1 2 192 0,0 0-48 16,0 1-144-16,2 0 0 16,0 2 0-16,-2-4 0 0,-1 0 0 0,1-2 0 0,0-1 0 0,0 0 0 15,0 2 0-15,1-3 0 16,1-2 0-16,-1 0 0 0,-1-2 0 0,0-2 0 0,1 0 0 0,-1-4 0 15,-1 0 0-15,0-1 0 16,-1-3 0-16,2-7 0 16,0 0-336-16,0 0-64 0,0 0-16 0,0 0 0 15,0 0-1600-15,0 0-320 0,0-7-64 0,2-1-20736 0</inkml:trace>
  <inkml:trace contextRef="#ctx0" brushRef="#br0" timeOffset="39169.98">5187 9867 34959 0,'0'0'1536'0,"0"0"336"0,8-2-1488 0,0-4-384 0,1 2 0 0,-1 0 0 0,-8 4 2560 0,0 0 432 16,0 0 80-16,0 0 32 0,0 0-528 0,0 0-96 15,0 0-32-15,0 0 0 16,0 0-1280-16,-4 10-256 0,-1 0-48 0,-3-1-16 0,-2 3-464 0,-2 1-80 16,0 3-32-16,-2-3 0 0,-2 4-192 0,1-2-80 15,-1 1 0-15,0-1 0 0,1 1 0 0,0-2 0 16,1 0 0-16,2 0 0 0,1-1 0 0,-1-1 0 15,0-1 0-15,3 1 0 0,1-3 0 0,3 0 0 16,1-1 0-16,0-1 0 0,4-7 0 0,-1 6 0 16,1-6 0-16,1 7 0 0,-1-7 0 0,5 5 0 15,3 0 0-15,3-4 0 0,-1 1 0 0,3-1 0 16,3-1 0-16,2-1 0 0,1-2 0 0,2 1 0 16,0-2 0-16,1 0 0 0,2 1 0 0,-1-3 0 15,-1 0 0-15,1 1 0 0,-1 0-320 0,-3 0-64 16,-2-2-16-16,0 1 0 15,-1-2-848-15,0 1-160 0,-6 0-48 0,-2-1 0 16,-2-1-2576-16,-3 1-528 0,-4-7-112 0,1 15-13888 0</inkml:trace>
  <inkml:trace contextRef="#ctx0" brushRef="#br0" timeOffset="39386.11">5206 9875 26719 0,'0'0'2368'0,"0"0"-1888"0,0 0-480 0,0 0 0 16,0 0 4432-16,0 0 800 0,0 0 144 0,5 6 48 15,-1 4-2352-15,0 0-480 0,-2 4-96 0,1 2 0 16,0 1-1280-16,-2 4-240 0,-1 4-48 0,-1-1-16 16,-2 4-608-16,0 0-128 0,1 1-32 0,-1 0 0 0,2 1-96 0,1-2-48 15,0-1 0-15,0-1 0 0,1 0 0 0,0-4 0 16,1-1 0-16,-1-2 0 0,2-2-192 0,-2-1-48 16,0-4 0-16,2-2 0 15,0-1-1088-15,-3-9-208 0,0 0-64 0,0 0-14656 16,7 3-2928-16</inkml:trace>
  <inkml:trace contextRef="#ctx0" brushRef="#br0" timeOffset="39731.47">5567 9893 29487 0,'0'0'2624'0,"0"0"-2112"16,-1-5-512-16,1 5 0 0,0 0 4704 0,0 0 832 15,0 0 160-15,0 0 48 0,0 0-3056 0,0 0-624 0,0 0-112 0,-7 4-32 16,-1 2-1104-16,2 4-240 15,-1 0-32-15,-1 3-16 0,1 1-384 0,-1 1-144 0,1 0 0 0,1 1 0 16,-1 1 0-16,2 0 0 0,1 1 0 0,1-2 0 16,3 1 0-16,2-2 0 15,0 0 0-15,4-1 0 0,0-1 0 0,2 0 0 16,1-2 0-16,3-2 0 0,1-3 0 0,1-1 0 0,0 1 0 0,2-5 0 16,0-2 0-16,-1-2 0 0,1-1 0 0,-2-2 0 15,2-1 0-15,-2-1 0 0,-1 0 0 0,-1 1 0 16,-1-6 0-16,-2 0 0 0,-1-2 0 15,-2 1 0-15,-1-1 0 0,-1 0 0 0,-1-2 0 0,-3 0 0 16,-2 1 0-16,0 1 0 0,-2-2 0 0,-1 1 0 16,-2 3 0-16,-1-1 0 0,-1 1-160 0,-1 4 160 15,-2-2-256-15,-1 5 48 0,-3 0 0 0,-1 2 0 16,1 2-912-16,-4 1-176 0,-2 2-48 0,1 4 0 16,3 0-2304-16,1 4-448 0,0 3-112 0</inkml:trace>
  <inkml:trace contextRef="#ctx0" brushRef="#br0" timeOffset="40089.44">5697 10207 8287 0,'0'0'736'0,"3"-6"-592"16,-1-3-144-16,1 1 0 0,0 1 7888 0,-3 7 1552 15,1-6 304-15,-1 6 64 0,0 0-5776 0,0 0-1152 16,-8-1-224-16,0 2-48 0,-2 4-1072 0,-2 3-224 15,-2 4-32-15,-2-2-16 0,-1 3-736 0,-1 3-144 16,-2-2-16-16,1 2-16 0,2-1-352 0,3 1 144 0,3 0-144 0,2 1 144 16,3-2-144-16,2 1 0 15,2-2 0-15,5 1 0 0,1-1 0 0,2-2 0 0,2-2 0 0,3-1 0 16,4 0 0-16,1 0 0 0,1-3 0 0,1-2 0 16,2-2-144-16,0-2 144 0,1 0-208 0,2-2 80 15,-3-2-16-15,3-2 0 0,-3 0 0 0,1-2 0 16,0-1-32-16,-1-1 0 0,-3-3 0 0,-4-2 0 15,-2 2-16-15,-1-4-16 0,-4 2 0 0,-2-1 0 16,-3 0 64-16,-2 1 16 0,-4-1 0 0,-2 2 0 16,-2-2-32-16,-3 2 0 0,-3-2 0 0,-1 2 0 15,-2-2-1232-15,-2 2-240 0,-2 1-48 16,-1 0-21328-16</inkml:trace>
  <inkml:trace contextRef="#ctx0" brushRef="#br0" timeOffset="40919">6555 10064 47103 0,'0'0'2096'0,"0"0"416"0,-4-8-2000 0,0 3-512 0,-1-3 0 0,1 3 0 15,2 4 1472-15,-1-2 192 0,3 3 32 0,0 0 16 0,-4 9-256 16,0 0-48-16,3 3-16 0,1 4 0 0,0 2-976 0,0 3-192 16,2 2-32-16,0 1-16 0,-1-1-176 0,0-1 0 15,1 0 0-15,2 1 112 0,-1-4-112 0,1 2 0 16,0-3 0-16,0-1 0 0,-1 0 0 0,1-5 0 15,0 1 0-15,-2-1 0 0,1-6 0 0,-1 2 0 16,0-4 0-16,-2-4 0 0,0 0 0 0,0 0 0 16,0 0 0-16,0 0 0 0,0 0 0 0,0-7 0 15,0-3 0-15,1 0 0 0,-1-3 0 0,1-2 0 16,2 2 0-16,1-6 0 0,1-1 0 0,3-1 0 16,0-6 0-16,2 1 0 0,1 0 0 0,0 1 0 15,1 1 0-15,1 4 0 0,0 3 0 0,-1 2 0 16,-2 5 0-16,1 5 0 0,-1-1 0 0,1 5 0 0,-2 2 0 15,0 5 0-15,-1 1 0 0,-2 5 0 16,1 3 0-16,-2 1 0 0,0 3 0 0,0 0 0 16,-1 2 0-16,-1-1 0 0,-1 1 0 0,1-2 0 15,-2-3 0-15,-1-1 0 0,3 1 0 0,0 0 0 16,-1-3 0-16,2-2 0 0,-4-3 0 0,1-1 0 16,2 1 0-16,-3-8 0 0,0 0 0 0,0 0 0 0,0 0 0 0,0 0 0 15,0 0 0-15,5-4 0 0,0-5 0 0,1-2 0 16,0-1 0-16,1 1 0 0,1-6 0 15,1-2 0-15,0-1 0 0,3-4 0 0,1-1 0 0,1 2 0 16,-1-1 0-16,1 4 0 0,-1 1 0 0,0 4 0 16,-1 3 0-16,-2 4 0 0,0 4 0 0,-1 4 0 15,0 4 0-15,-1 3 0 0,-2 3 0 0,-2 4 0 16,-1 3 0-16,-2 3 0 0,0 3 0 0,-1 0 0 0,0-1 0 16,0-1 0-16,0-2 0 0,2-1 0 0,-1 1 0 15,0-4 0-15,2 1 0 0,1-2 0 16,1-2-256-16,2-2-64 0,-1 0 0 0,3-5 0 15,0-4-1504-15,2-2-304 0,0-4-64 0,1-3-13616 16,0-3-2736-16</inkml:trace>
  <inkml:trace contextRef="#ctx0" brushRef="#br0" timeOffset="41408.78">7443 9645 23039 0,'0'0'2048'0,"0"0"-1648"16,0-6-400-16,4-1 0 0,0 0 7024 0,1-1 1312 15,0 1 272-15,2-1 48 0,1 2-5984 0,1-2-1200 16,2 2-256-16,0-2-32 0,1 0-832 0,1 1-160 16,0 1-48-16,1-1 0 0,0 0-96 0,2 1-48 15,0-3 0-15,1 1 0 0,-1 2 0 0,3-1 0 16,-2 2 0-16,-2 0 0 0,-2 0 0 0,-1 0 0 16,0 2 0-16,-3 0 0 0,-3 2 0 0,-6 1 0 0,0 0 0 0,0 0 0 15,0 0 0-15,0 0 0 0,0 0 0 0,-2 7 0 16,-2-1 0-16,-3 2 0 0,-2 1 0 0,0 1 0 15,-1-2 0-15,-1 3 0 0,1-2 0 0,-1 1 0 16,4-1 0-16,-1 0 0 0,1 1 0 0,2-3 0 16,2 1 0-16,2 0 0 0,0 0 0 0,1 0 0 15,0-8 0-15,4 8 0 0,1-1 0 0,2 2 0 16,-1-3 0-16,2 0 0 0,1-2 0 0,1 4 0 16,2-2 0-16,0 1 0 0,0 0 0 0,1-2 0 0,1 3 0 15,2-2 0-15,-2 1 0 0,2-1 0 0,-1 2 0 16,0 0 0-16,-1 0 0 0,0-1 0 0,-1 3 0 0,-1-4 0 15,-2-1 0-15,0 0 0 0,-3 1 0 0,0 2 0 16,-2-2 0-16,-5-6 0 0,1 7 0 0,-2-1 0 16,0 2 0-16,-4-3 0 0,-4 0 0 0,-3 1 0 15,-1 0 0-15,-3-2 0 0,-1 0 0 0,-2 0 0 16,-2-2 0-16,-1 2 0 0,-1-2 0 0,1-1 0 16,1 2 0-16,2-3 0 0,-1 0 0 0,1 0 0 15,2 0 0-15,1-4 0 0,0-2 0 0,2 1 0 16,1 0 0-16,1 1 0 15,-1-2-768-15,3-4-80 0,1 0-32 0,2 0-24432 0</inkml:trace>
  <inkml:trace contextRef="#ctx0" brushRef="#br0" timeOffset="52797.64">14051 2960 1839 0,'6'-13'160'0,"-5"6"-160"0,2 1 0 16,-1-6 0-16,1-3 5760 0,2-1 1136 0,0-2 208 0,0 1 64 15,1-2-3600-15,0 1-720 0,1-1-144 0,-1 0-16 16,-1 2-256-16,1 2-32 0,-1 0-16 0,-1 4 0 16,0 3-736-16,-2 3-160 0,-2 5-16 0,0 0-16 15,0 0-512-15,0 0-112 0,-2 9 0 0,-4 4-16 0,-1 3-304 0,-1 4-64 16,-1 5-16-16,-3 3 0 0,-1 0-16 0,-1 2 0 15,-2-1 0-15,0 1 0 0,2 2-272 0,0-5-144 16,-1-4 160-16,2-1-160 0,2 0 128 16,0-2-128-16,1-2 0 0,2-1 144 0,1-4-144 15,2-2 0-15,0-5 0 0,1-1 0 0,4-5 0 0,0 0 0 16,0 0-160-16,0 0 160 0,1-6-272 0,3-3 32 16,0-3 16-16,1-1 0 0,3-1-16 0,1-7 0 15,-1-2 0-15,3 0 0 0,2-3 32 0,1-1 0 16,0-3 0-16,2-3 0 0,-2-2-48 0,1 0 0 15,-2 2 0-15,1 2 0 0,-1 2 112 0,-1 4 16 16,-2 4 0-16,1 6 0 0,-2 3 128 0,-1 4 0 16,-3 3 0-16,-5 5 0 0,0 0 192 0,0 0 32 15,0 0 0-15,5 12 0 0,-1 3 80 0,0 1 16 16,-2 2 0-16,4 11 0 0,-1-2-112 0,3 1-16 0,-1-4 0 16,3 0 0-16,0-2-192 0,-3-6 176 15,0 1-176-15,2 1 160 0,1-1-160 0,0 0 0 0,2-2 144 0,1 2-144 16,0-1 0-16,0-2 0 15,1-2 0-15,-1 2 0 0,0 0 0 0,0-3 0 0,-1 1 0 16,-2-4 0-16,0 0 0 0,-3-1 0 0,-1 3 0 0,-2-3 0 16,-1 0 0-16,-1 1 0 0,-2-8 0 0,-3 8 0 15,-1-3 128-15,-2 0-128 0,-2 2 128 0,-3-4-128 16,-2 3 192-16,-2 0-16 0,-3 2-16 16,-2-1 0-16,-2-1-16 0,-2-2 0 0,0 0 0 0,-4 1 0 15,-3 0-144-15,0 2 128 0,-2-2-128 0,0-1 128 16,2-1-128-16,2-2 0 0,2 0 0 15,4-1 0-15,3-2-1008 0,4-2-128 16,5-2-16-16,5-1-16 0,9-4-3024 0,6-1-608 16</inkml:trace>
  <inkml:trace contextRef="#ctx0" brushRef="#br0" timeOffset="53329.6">14951 2665 24879 0,'-5'-11'1088'0,"2"5"256"0,-1-1-1088 0,0-3-256 15,2 1 0-15,2-4 0 0,-3-4 4272 0,3 4 784 16,-1-2 176-16,1 0 16 0,0 2-2400 0,0 0-480 16,0 0-112-16,1 3-16 0,-1 2-1024 0,1 1-224 15,-1 7-32-15,0 0-16 0,0 0-368 0,0 0-64 16,0 0 0-16,0 0-16 0,4 10-208 0,-1 3-32 15,-2 2-16-15,1 6 0 0,-2 5-48 0,0 4-16 16,0 1 0-16,0 3 0 0,0 3-176 0,1-1 128 0,2-2-128 16,0 1 128-16,3-2-128 0,0-2 0 0,1-2 0 0,2-2 0 15,0 0 0-15,0-3 0 0,0-3 0 0,2-3 0 16,-1-1 0-16,0-1 0 0,1-3-160 0,1-5 160 16,-1-3-272-16,2-2 32 0,-1-3 16 0,0 1 0 15,-3-2 32-15,0-3 0 0,0-3 0 0,0-1 0 0,0-1 192 16,1-4 0-16,-3-1-160 0,1-3 160 0,0-1 0 15,0-1 0-15,0-4 0 0,0-2 0 0,-2-3 0 16,2-2 0-16,0-3 0 0,1-1-176 0,0 0 176 0,1 0 0 16,0 0 0-16,-1 2 0 0,-2 0 0 0,1 4 0 15,-1 2 0-15,-1 5 0 16,0 3 128-16,-4 3-128 0,2 5 128 0,0 5-128 0,-4 5 176 0,0 0-48 16,0 0 0-16,4 11 0 0,-1 6 0 0,-2 0 0 15,-1 4 0-15,0 3 0 0,0 2 0 16,0 2 0-16,0-2 0 0,0 4 0 0,0 0-128 0,1-1 0 15,2-2 0-15,-1 0-176 0,1-3 176 0,1-2-128 16,-2-2 128-16,1-2-128 16,0-1-832-16,-1-1-176 0,0-3-16 0,-2-3-16 15,0-3-1664-15,0-7-336 0,-2 9-64 0</inkml:trace>
  <inkml:trace contextRef="#ctx0" brushRef="#br0" timeOffset="53541.76">14749 2392 35935 0,'0'0'1600'0,"-5"-4"320"0,5 4-1536 0,0 0-384 0,0 0 0 0,0 0 0 16,0 0 3584-16,6-4 656 0,1 0 128 0,2 0 32 15,3 0-2960-15,2 1-592 0,3 1-112 0,1-2-32 16,3 1-576-16,1 1-128 0,2-1 0 0,2 2 0 15,1-4-1536-15,0-1-240 0,2 0-48 0,0 1-20432 16</inkml:trace>
  <inkml:trace contextRef="#ctx0" brushRef="#br0" timeOffset="53703.28">15251 2304 48895 0,'0'0'2176'0,"0"0"432"0,0 0-2096 0,6 0-512 16,4 0 0-16,-1-2 0 0,0 0 1120 0,1 1 112 15,2 0 32-15,2-2 0 0,2 1-240 0,2-2-32 16,2 0-16-16,1 0 0 0,1-1-704 0,1-1-144 16,1 1-128-16,0 1 192 15,1 2-928-15,1-1-176 0,2-1-48 0,-2 0-23552 0</inkml:trace>
  <inkml:trace contextRef="#ctx0" brushRef="#br0" timeOffset="54111.76">16032 2729 42383 0,'0'0'3776'0,"0"0"-3024"16,0 0-608-16,0 0-144 0,0 0 2752 0,0 0 528 15,12 0 112-15,-5-2 0 0,0-1-2320 0,1-1-480 16,6 0-80-16,3-2-32 0,3 2-80 0,0 0-16 16,3-3 0-16,0 2 0 0,1 1-384 0,0 0 0 15,0 2 0-15,1-2 0 16,-3 0-752-16,-1 1-128 0,-2 1-16 0,-1 2-16 16,-1 0-1840-16,-2 0-384 0,-4 0-64 0,-2 0 0 0</inkml:trace>
  <inkml:trace contextRef="#ctx0" brushRef="#br0" timeOffset="54293.46">16096 2847 23951 0,'0'0'1056'0,"-7"2"224"0,-2 1-1024 0,3 1-256 15,2 1 0-15,4-5 0 0,0 0 6208 0,0 0 1168 0,0 0 240 16,0 0 64-16,0 0-5088 0,6 8-1008 0,3-2-208 0,4-1-32 16,3-1-1088-16,2-1-256 0,3-2 0 0,1 2 0 15,2-2 0-15,3 1 0 0,0-1 0 0,3-1 0 16,2-3-1024-16,2 2-256 15,1-4-48-15,1 2-16 0,1 0-2832 0,1 1-576 0,36-7-112 16,-18 1-32-16</inkml:trace>
  <inkml:trace contextRef="#ctx0" brushRef="#br0" timeOffset="55286.85">17753 2385 52815 0,'-3'-14'2336'0,"3"14"480"0,-4-8-2240 0,0 1-576 0,4 7 0 0,-4-5 0 16,-2 1 896-16,-2 2 80 0,-1 2 16 0,-3 2 0 16,-2 5-288-16,-3 1-64 0,-4 6-16 0,-2 7 0 15,-5 5-432-15,1 5-64 0,-2 3-128 0,-1 4 176 0,0-2-176 0,4 2 0 16,3 0 0-16,3 0 0 0,4-3 0 0,5-1 0 16,4-1 0-16,3-4 0 0,4-1 0 0,4-5 0 15,4-2 0-15,4-3 0 0,3-1 0 0,5-4 0 16,1-6 0-16,4-1 0 0,1-2 0 15,2-1 0-15,4-7 0 0,0-1 0 0,2-3 0 0,0-2-144 16,-1-3 144-16,-2-3-160 0,-2-1 160 0,-3-3 0 16,-3-3 0-16,-1-2-128 0,-2 0 128 0,-2-3 0 15,-2 0 0-15,-2-2 0 0,-4-4 0 0,0 3 0 16,-4 0 0-16,-1 0-128 0,-3-1 128 0,-2 2 0 16,-3 2 0-16,-2 4 0 0,-4 3-144 0,-2 0 144 15,-2 3-160-15,-2 3 160 0,-5 2-352 0,-2 2 32 16,-2 7 0-16,0 3 0 15,-4 2-1024-15,2 4-208 0,-1 3-48 0,1 4 0 16,2 2-2176-16,2 5-432 0</inkml:trace>
  <inkml:trace contextRef="#ctx0" brushRef="#br0" timeOffset="55491.82">17631 2686 29487 0,'0'0'2624'0,"8"3"-2112"0,0-1-512 0,0 2 0 15,1 3 4144-15,0 1 720 0,-1 2 128 0,-1 2 48 16,-2 1-2144-16,-1 4-416 0,-2 2-96 0,0 1-16 16,-2 0-1376-16,0-1-288 0,0 3-48 0,1-2-16 15,-2-3-448-15,1-2-192 0,1 0 128 0,0-1-128 16,0 0-176-16,2-1-112 0,1 0-32 0,1-3 0 16,2-1-1408-1,1-4-272-15,1-2-64 0,1-2-21424 0</inkml:trace>
  <inkml:trace contextRef="#ctx0" brushRef="#br0" timeOffset="55930.01">18607 2751 49119 0,'0'0'2176'0,"0"0"448"0,0 0-2096 0,9 0-528 0,0 0 0 0,0 0 0 16,0 0 1472-16,2 0 192 0,-1 0 48 0,2-2 0 0,-2-1-832 0,5 3-176 15,0 0-16-15,2-1-16 0,1 1-528 0,5 0-144 16,1 0 0-16,2-3 0 16,3 2-1024-16,1-2-256 0,1-2-64 0</inkml:trace>
  <inkml:trace contextRef="#ctx0" brushRef="#br0" timeOffset="56836.33">19818 2449 49695 0,'0'0'2208'0,"0"0"448"0,0 0-2128 0,0 0-528 16,0 0 0-16,0 0 0 0,4 10 1104 0,-2 3 112 16,0 6 32-16,-1 0 0 0,-1 5-224 0,-1 3-64 15,-2 4 0-15,0 3 0 0,1 3-464 0,-1 2-112 0,1-1 0 16,2 0-16-16,1-5-272 0,2-4-96 15,0 0 0-15,3-3 0 0,-1-3 0 0,0-1 0 0,2-2 0 0,-1-2 0 16,1-5 0-16,-1-2 0 0,2-3 0 0,0-2 0 16,0-1 0-16,-1 1 0 0,1-9 0 0,1 0 0 15,0-2 0-15,1-3 0 0,-1-2 0 0,1-2 0 16,-1-1 0-16,0-3 0 0,1-1 0 0,-3-2 0 16,1-5 0-16,1-2 0 0,2-5 0 0,-1-2 0 15,1-2 0-15,-1 1 0 0,2 2 0 0,-2-1 0 16,-1 3 0-16,0 4-128 0,1 4 128 0,-3 4-160 15,0 1 160-15,-2 8 0 0,3 3 0 0,-8 6-128 0,6 4 128 16,1 5 0-16,-2 6 160 0,0 4-160 16,1 1 0-16,-2 3 0 0,-1 3 0 0,0 2 0 0,1-1 0 0,0 2 128 15,4-2-128-15,0 1 0 0,1-4 0 0,0-3 0 16,1 1 0-16,1-5 0 0,3-1 0 0,-1-3 0 16,0-2 0-16,0-1 128 0,0-4-128 0,1-2 0 15,1-1 0-15,-1-3 0 0,1 0 0 0,-1-5 0 16,0 0 0-16,1-3 0 0,-2-1 0 0,0-2 0 15,-2-1 0-15,1-1 0 0,-1-2 0 0,-1-3 0 16,0-5 0-16,1 0 0 0,-2-3 0 0,0 0 0 16,-1 0 0-16,-2 1 0 15,1-2-576-15,-2 0-128 0,-4 3 0 0,1 3-16 16,-2 0-1968-16,-2 4-384 0,-3 3-64 0</inkml:trace>
  <inkml:trace contextRef="#ctx0" brushRef="#br0" timeOffset="57019.92">19694 2350 51839 0,'-13'-3'2304'0,"13"3"448"0,0 0-2192 0,0 0-560 0,0 0 0 0,0 0 0 16,1-6 928-16,3-2 80 0,4 1 16 0,4 2 0 16,5 1-480-16,5 0-96 0,4-1 0 0,3 1-16 15,2-1-432-15,3 0 0 0,2 0-224 0,1-2 80 16,-2 1-1776-16,1-2-336 0,1 1-80 0,-1-2-20480 15</inkml:trace>
  <inkml:trace contextRef="#ctx0" brushRef="#br0" timeOffset="57190.88">20453 2263 10127 0,'0'0'896'0,"0"0"-704"16,0 0-192-16,10 1 0 0,3-2 8576 0,2-1 1696 15,-1 0 336-15,0-1 64 0,1 0-6784 0,0 1-1360 16,2-1-272-16,0-1-48 0,0 0-1536 0,1 2-304 15,3-3-64-15,1 3-16 0,-2-2-464 0,-2 3-80 16,0 1-32-16,-1-1 0 16,0 1-1488-16,-1 1-288 0,-3 4-64 0,-1-2-20848 0</inkml:trace>
  <inkml:trace contextRef="#ctx0" brushRef="#br0" timeOffset="59689.64">12714 5192 46303 0,'0'0'2048'0,"0"0"432"0,0 0-1984 0,0 0-496 0,0 0 0 0,0 0 0 0,-3-5 1056 0,2-2 112 16,0-1 32-16,-1 1 0 0,0-6 112 0,0 2 32 16,1-5 0-16,0 1 0 0,-2-3-656 0,1-2-128 15,-2-1-32-15,0-1 0 0,1-1-304 0,-1-5-64 16,0-4-16-16,-1-2 0 0,1-3-144 0,2-2 0 16,-1-4 0-16,-1 0 128 0,-1 0-128 0,1 0 0 15,0 1 0-15,0 4 0 0,0 5 0 0,-1 3 0 16,0 3 0-16,0 8 0 0,-1 3 0 0,2 6 0 15,1 3 0-15,3 7 0 0,0 0 0 0,-6 6 0 16,1 4 0-16,1 4 0 0,2 5 0 0,2 3 0 16,1 3-176-16,3 2 176 0,2 3 0 0,3 0 0 15,3 0 0-15,4-1 0 0,1-3 0 0,2-2 0 16,4-1 0-16,0-4-128 0,2-2 128 0,1-3 0 16,1-2 0-16,2-4-128 0,-3-2 0 0,0-2 0 15,0-2 0-15,0-2 0 0,-4-3-32 0,1-2 0 16,-1-3 0-16,-1-2 0 0,-1-3 160 0,-1-3-192 0,-4-1 192 0,0 0-192 15,-1-5 192-15,-1-2 0 16,-1 0 0-16,-1-4-128 0,0 0 128 0,-1-1 0 0,-1 2 0 0,-1 2-128 16,-1 1 128-16,-2 5 0 0,0 0 0 0,-1 6 0 15,0 2 0-15,-1 3 0 0,-2 1 0 0,-1 7 128 16,0 0 0-16,0 9 16 0,-3 5 0 0,1 5 0 16,-2 6-16-16,0 7 0 0,-1 2 0 0,1 5 0 15,0 1-128-15,0 0 0 0,0-1 0 0,3 1 128 16,1 4-128-16,0-7 0 0,1-1 0 0,2-4 0 15,1-2-448-15,1 0-80 16,3-5-16-16,-1-2 0 0,1-2-1104 0,0-3-208 16,0-2-64-16,1-3 0 0,1-4-2000 0,1-1-416 15,-1-1-80-15</inkml:trace>
  <inkml:trace contextRef="#ctx0" brushRef="#br0" timeOffset="60160.08">13598 4759 22111 0,'0'0'1968'0,"0"-6"-1584"15,-2-2-384-15,1 1 0 0,1 7 5520 0,0 0 1024 16,-4-6 208-16,4 6 32 0,-6-4-3744 0,6 4-752 16,-8 2-160-16,-1 5-16 0,-2 0-1120 0,0 4-224 15,-4 5-32-15,1 3-16 0,-2 4-272 0,1 3-64 16,-1 2-16-16,2 1 0 0,1-2-160 0,2 1-16 16,2-3-16-16,3 1 0 0,0-2-176 0,5 1 0 15,2-4 0-15,3-1 0 0,1-3 0 0,3-2 0 16,1 0 0-16,3-2 0 0,4 0-288 0,1-6 16 15,1-1 0-15,0-1 0 16,2-3-496-16,-1-2-80 0,1-3-32 0,-1-1 0 16,1-3-400-16,1 1-64 0,-4-4-32 0,1 0 0 15,0 0 384-15,-1-3 80 0,-1-4 16 0,-2 1 0 16,1 0 0-16,-2-1 0 0,-2-1 0 0,0 3 0 0,-1 0 640 0,-1 5 128 0,-2 1 128 16,-2 2-192-16,-1 1 944 0,-4 6 176 0,0 0 32 0,0 0 16 15,0 0 528-15,4 9 96 0,-1 2 32 0,-1 2 0 16,-1 3-576-16,1-2-112 0,-1 2-32 0,2 1 0 15,1 0-384-15,1-1-80 0,1 1 0 0,1-3-16 16,1-2-256-16,-1-2-48 0,1-1-128 0,0-1 192 0,1-1-192 16,0-2 0-16,0-1 128 0,1-3-128 0,-1-1 0 0,1-4 0 15,1 0 0-15,-1-1 0 0,-1-2 0 16,0 0 0-16,-1-3 0 0,0 0 0 0,1 2 0 0,0-1 128 16,-2-5-128-16,-1-1 0 0,-1 1 0 0,1-3 0 15,-2 0 0-15,-1 0 0 16,3-1-512-16,-1-2-64 0,-1 0 0 15,1 0 0-15,0 3-1008 0,-1-1-208 0,0 2-32 16,1 1-13472-16,0 0-2688 0</inkml:trace>
  <inkml:trace contextRef="#ctx0" brushRef="#br0" timeOffset="60921.88">14608 4714 23951 0,'0'0'2128'15,"4"-7"-1696"-15,-1 0-432 0,1 1 0 0,1-1 4416 0,-1 4 816 16,1-3 144-16,-5 6 48 0,0 0-2544 0,0 0-512 15,0 0-112-15,0 0-16 0,4 8-912 0,-2 3-192 16,-2 2-48-16,-1 2 0 0,-3 4-512 0,-2-1-128 16,-1 4 0-16,-1 0-16 0,-2 2-112 0,0-1 0 15,-2-1-16-15,0 0 0 0,2-2-176 0,0-2-128 16,3-1 192-16,0-3-192 0,1-1 0 0,0-2 0 16,1-3 0-16,3 0 0 0,2-8 0 0,0 0 0 15,0 0 0-15,0 0 0 0,0 0-256 0,6-6 0 16,1-1 0-16,3-4 0 0,3-1-48 0,0-3-16 15,0-5 0-15,2-2 0 0,0-1-16 0,1-4-16 16,-1 0 0-16,2 1 0 0,2-4 48 0,-1 1 16 16,-1 1 0-16,-2 2 0 0,1 2 288 0,-2 6-160 15,-2 4 160-15,-1 3-128 0,-2 3 128 0,-1 3 256 16,-1 2-64-16,-7 3-16 0,7 7 320 0,-1 1 64 0,0 4 16 0,-1 1 0 16,0 1-208-16,2 2-48 0,-1 0 0 0,1 4 0 15,-1-3-144-15,2 1-48 0,0 0 0 16,1-2 0-16,1 1-128 0,2 0 0 0,0 0 0 0,1-1 0 15,0-2 0-15,0 0 0 0,-1 1 0 0,-1-4 0 16,1-1 0-16,-1-1 0 0,-2-2-160 0,-3 3 160 16,-1-3-192-16,-1 1 192 0,-4-8-208 0,0 0 80 15,0 0 128-15,-2 8-128 0,-3-4 128 0,-2 2-128 0,-2 1 128 16,-2 0 0-16,-3-1 0 0,-2 1 0 0,-2-6 0 16,-1 1 176-16,-4 1-48 0,0-2 0 15,-2 5-128-15,-2-5 0 0,-2 2 0 0,1-1 0 0,-1 1 0 0,3 1-224 16,0 0 80-16,2-1 16 15,3 0-400-15,4-2-80 0,3 1-16 16,5-1 0-16,0-1-1296 0,9 0-256 0,0 0-48 0,0 0-19872 0</inkml:trace>
  <inkml:trace contextRef="#ctx0" brushRef="#br0" timeOffset="61191.67">15315 4480 33167 0,'0'0'1472'0,"0"0"304"0,1-8-1424 0,2 4-352 16,-3 4 0-16,5-6 0 0,-1 1 4640 0,-4 5 864 16,0 0 160-16,0 0 32 0,0 0-3568 0,0 0-720 15,5 8-128-15,-1 2-48 0,0-1-800 0,-2 5-176 0,0 5-16 0,-1 0-16 16,0 3-160-16,1 2-64 16,-1 2 0-16,-1 1 0 0,0 3 0 0,1-1 0 15,1 0 0-15,-1-1 0 0,1 1 0 0,1-2 0 0,1 2 0 0,0-3 0 16,0-2 0-16,-2-2 0 0,1-3 0 0,0 0 0 15,-2-5 0-15,0-2 0 0,-1-2 0 0,0-5 0 16,0-5-832 0,0 0-176-16,0 0-16 0,0 0-16 0,0 0-1712 0,-6-5-352 15,-1-1-64-15</inkml:trace>
  <inkml:trace contextRef="#ctx0" brushRef="#br0" timeOffset="61404.38">14948 4423 48671 0,'0'0'2160'0,"0"0"432"0,0 0-2080 16,0 0-512-16,0 0 0 0,0 0 0 0,7-3 1504 0,2 2 192 15,4 1 32-15,3 0 16 0,2-4-688 0,3 1-144 16,4-1-16-16,1 2-16 0,2 1-512 0,4-2-112 16,3-1 0-16,1 1-16 0,2-2-176 0,1 1-64 15,0 0 0-15,2 0 0 0,-2 1 0 0,0-1 0 16,-1 0 0-16,-2-1 0 0,1-1-176 0,-3 2-16 15,-3-2-16-15,-2 1-17136 16,-3-2-3440-16</inkml:trace>
  <inkml:trace contextRef="#ctx0" brushRef="#br0" timeOffset="62030.29">16243 4723 38703 0,'0'0'1712'0,"0"0"352"0,-1-7-1648 0,1 7-416 0,0 0 0 0,0 0 0 16,0-6 3440-16,2-1 592 0,1 2 128 0,2 1 32 15,2 0-2416-15,0 1-496 0,4 0-80 0,2-1-32 16,3 2-768-16,2-2-144 0,1 1-48 0,4-1 0 16,-1 1-208-16,1-1 0 0,1 1 128 0,-2 3-128 0,0-3 0 0,0 1 0 15,-1 2 0-15,-1 0 0 16,-1 2-736-16,-2-1-96 0,-3 1 0 0,-1 0-16 15,-1-1-2368-15,-3 3-480 0,-3-1-80 0</inkml:trace>
  <inkml:trace contextRef="#ctx0" brushRef="#br0" timeOffset="62191.12">16362 4817 35935 0,'-13'1'1600'0,"13"-1"320"0,-10 1-1536 0,4 3-384 16,6-4 0-16,0 0 0 0,0 0 3632 0,0 0 656 15,0 0 128-15,0 0 16 0,6 1-2592 0,5 2-528 16,3-3-96-16,1 0-32 0,2 0-752 0,2 0-160 15,2-1-16-15,1-1-16 0,0 1-240 0,2 1 0 16,2-4 0-16,1 3 0 16,2 0-1376-16,1 1-320 0,1-3-64 0,-1 3-14080 15,0 0-2816-15</inkml:trace>
  <inkml:trace contextRef="#ctx0" brushRef="#br0" timeOffset="62770.43">17899 4365 50911 0,'0'0'2256'0,"0"0"464"0,0 0-2176 0,0 0-544 16,0 0 0-16,0 0 0 0,0 0 704 0,0 0 16 15,-7 4 16-15,-1 4 0 0,-1 4 96 0,-1 1 0 16,-5 4 16-16,0 5 0 0,-3 5-448 0,-1-1-80 16,2 4-32-16,-1 3 0 0,-1 1-16 0,2-3 0 15,1 4 0-15,3-5 0 0,1 0-144 0,4-1-128 16,3 1 192-16,4-4-48 0,2-1-144 0,3-2 0 16,4-2 0-16,4-2 0 0,3-3 0 0,5 0 0 15,5-2 0-15,1-4 0 16,2-5-384-16,4-3-32 0,2-2 0 0,1-1 0 0,1-2 128 0,-1 0 32 0,-1-4 0 15,0-2 0-15,0-3 16 0,-3-1 16 0,-2 0 0 16,-3-3 0-16,-4 0 224 0,-2-4-192 0,-4-2 192 16,-5 0-192-16,-2-1 192 0,-3 0 0 0,-4-4 0 0,-2-1 0 15,-2 0 0-15,-5-1 0 0,-2 0 0 0,-3-1 0 16,-1 0 0-16,-4 2 0 0,-1-1-128 0,-3 3 128 16,-1 1-368-16,-3 3 32 0,-1 2 0 0,-1 3 0 15,-2 3-1472-15,2 6-304 16,2 3-48-16,3 4-16 0,4 2-2368 15,1 3-464-15</inkml:trace>
  <inkml:trace contextRef="#ctx0" brushRef="#br0" timeOffset="62990.16">17967 4760 43135 0,'0'0'1920'0,"0"0"384"0,6 2-1856 15,1 0-448-15,-1 4 0 0,1 0 0 0,-1 2 2272 0,1 2 352 16,-2 2 80-16,0 1 16 0,0 1-1184 0,0 2-256 16,-1 1-32-16,0 0-16 0,0 0-816 0,0 0-160 15,0-1-48-15,1-2 0 0,0 0-208 0,1 1 0 16,-2-8 0-16,1 4 0 16,0-2-832-16,2 0-144 0,-1-2-48 0,3-3 0 15,-2 1-3072-15,3-3-640 0</inkml:trace>
  <inkml:trace contextRef="#ctx0" brushRef="#br0" timeOffset="63507.95">19123 4680 8287 0,'0'0'368'0,"0"0"80"0,0 0-448 0,0 0 0 0,9-3 0 0,0 0 0 16,2 0 10352-16,0-1 1984 0,1-2 400 0,2 2 64 15,2 2-9456-15,1-1-1888 0,0 2-384 0,3 0-80 16,0-3-624-16,3 1-128 0,-3-1-32 0,3 3 0 16,1 0-208-16,-2-2 0 0,-1 0 0 0,0 1 0 15,-1 0-688-15,-2-3-176 0,0 1-32 0,1 0-24320 16</inkml:trace>
  <inkml:trace contextRef="#ctx0" brushRef="#br0" timeOffset="64159.47">20573 4169 35007 0,'-6'-6'3120'0,"3"-3"-2496"0,-3 0-496 0,1 0-128 0,1-1 2864 16,0 0 544-16,0 1 112 0,0 0 32 0,-2 1-2064 0,1 2-400 16,1 2-96-16,-1 1-16 0,-1 3-208 0,2 0-64 15,-2 2 0-15,1 3 0 0,-3 3-256 0,0 3-48 16,-1 4-16-16,1 6 0 0,-2 3 32 0,1 6 0 16,-1 2 0-16,0 4 0 0,1 6-112 0,0 2-32 15,1 4 0-15,1 1 0 0,2 3-80 0,3 3 0 16,-1 2-16-16,4-1 0 0,2 1-48 0,2 2 0 15,2-4 0-15,2 0 0 0,0-5-128 0,0 1 0 16,1 0 144-16,1-1-48 0,-1-5-96 0,-1 1 0 16,-1-4 0-16,0-5 0 0,-1 1 0 0,-2-5 0 15,-3-2 0-15,1-2 0 0,-3-3 0 0,-1-3 0 16,-2-2 0-16,-1-1 0 0,-2-7 0 0,-2 0 0 16,-1-1 0-16,-2-3 0 0,1-2 0 0,-2 0 0 15,-2-2 0-15,-2-1 0 0,-1-1 0 0,0-1 0 0,-1 0 0 16,0-2 0-1,1-4-528-15,1-1-112 0,2-2 0 0,1-1-16 16,2-1-2928-16,6-4-592 0</inkml:trace>
  <inkml:trace contextRef="#ctx0" brushRef="#br0" timeOffset="64751.18">20084 5991 48719 0,'0'0'2160'0,"0"0"448"0,-2-9-2096 0,2 3-512 16,0 6 0-16,0 0 0 0,0 0 1104 0,0 0 112 0,0 0 32 0,7 6 0 16,1 3-160-16,0 3-16 0,-2 2-16 15,-1 2 0-15,-1 1-544 0,3 2-96 0,-2-2-32 0,-1 6 0 16,0-3-176-16,0 3-32 0,0 0-16 0,0 0 0 16,-1-3-112-16,3 0-48 0,0-2 0 0,-1-1 0 15,-1 0 0-15,0-4 0 0,1-2 0 0,1-3 0 16,-2 0 0-16,-1-3 0 0,-3-5 0 0,0 0 0 15,0 0 0-15,8 0 0 0,0-2 0 0,0-2 0 16,0-4 0-16,0-1 0 0,-1-5 0 0,3-3 0 0,-1-3 0 0,0-1 0 16,0-4 0-16,1 2 0 15,1-3 0-15,1 0 0 0,-1-2 0 0,2-2 0 0,0-3 0 0,-1 0 0 16,0 0 0-16,-2 3 0 16,-1 0-544-16,0 3-96 0,-1 5-32 15,-1 2 0-15,-1 3-1840 0,0 4-368 0,-1 4-80 0</inkml:trace>
  <inkml:trace contextRef="#ctx0" brushRef="#br0" timeOffset="64966.2">19983 6142 25791 0,'0'0'2304'0,"0"0"-1856"0,0 0-448 0,0 0 0 0,0 0 6528 0,0 0 1216 16,0 0 256-16,10-5 32 0,-1 1-5920 0,2 2-1168 15,5-1-240-15,2-1-64 0,3 0-256 0,0 0-48 16,-1 0-16-16,0 2 0 0,1-1-320 0,3 2 128 0,-1-4-128 0,2 3 0 16,0 0-208-16,0 0-112 0,-2 2-32 15,0 0 0 1,0-1-1520-16,-3 0-304 0,0 0-64 0,-3 2-20880 0</inkml:trace>
  <inkml:trace contextRef="#ctx0" brushRef="#br0" timeOffset="65423.23">20500 6367 48207 0,'0'0'2128'0,"0"0"448"0,0 0-2064 0,0 0-512 15,0 0 0-15,0 0 0 0,0 0 1616 0,0 0 224 16,0 0 32-16,0 0 16 0,0 0-768 0,7 2-160 16,1 1-16-16,1-2-16 0,1 0-640 0,-1-1-128 15,0 0-32-15,1 0 0 0,1 0-128 0,0 0 0 16,0-1 144-16,-1 1-48 0,1 0-96 0,-5 0 0 0,-6 0 0 0,8 1 0 15,-8-1 0-15,0 0 0 16,0 0 0-16,0 0 0 0,-1 8 0 0,-1 0 0 16,-1 0 0-16,-3 1 0 0,-3 1 0 0,0 4 0 15,-1-5 0-15,-1 2 0 0,1 0 0 0,-1 1 0 0,2-1 0 0,3 1 0 16,0-3 0-16,3-1 0 0,0-2 0 16,3-6 0-16,1 8 0 0,3-1 0 0,1-2 0 0,3-1 0 15,1-1 0-15,3-3 0 0,1-4 0 0,3 1 0 16,3 0 0-16,1 0 0 0,-1-5 0 0,2 0 0 15,1-3 0-15,1 1 0 0,-1-4 0 0,-1-1 0 16,1-2-2992 0,0 3-528-16</inkml:trace>
  <inkml:trace contextRef="#ctx0" brushRef="#br0" timeOffset="72695.53">17002 3056 19343 0,'-12'-10'848'0,"7"7"192"0,-3 1-832 0,0-1-208 16,2-1 0-16,-1 2 0 0,2-1 5568 0,5 3 1056 16,-4-2 224-16,4 2 32 0,0 0-3648 0,0 0-736 15,0 0-128-15,5-7-48 0,2 3-1344 0,1 1-272 16,2 1-48-16,2-1-16 0,1 2-112 0,1-3-16 15,2 1-16-15,-1 2 0 0,2 0-304 0,-1 1-48 16,-2 1-16-16,1 0 0 0,-2 1-128 0,-3-1 0 16,-2 3 0-16,-3-1 0 0,-5-3 0 0,3 6 128 15,-2 5 32-15,-6-1 0 0,-4 4 96 0,-4 3 0 16,-3 3 16-16,-2 1 0 0,-2 0-96 0,-1 1-32 0,-1-1 0 16,3-2 0-16,-1 1-96 0,2-2-48 0,2-2 0 0,3-1 0 15,3 0 0-15,1-2 0 16,2-3 0-16,2 0 0 0,2 0 0 0,2-3 0 15,2 1 0-15,3-1 0 0,4-2 0 0,1-1 0 0,3-2 0 0,4 0 0 16,2-2 0-16,4-3-240 0,1-1 80 0,5-2 16 16,2-3-1136-1,2-4-240-15,2 0-32 0,1-1-14832 0,2 4-2944 0</inkml:trace>
  <inkml:trace contextRef="#ctx0" brushRef="#br0" timeOffset="73180.92">17862 3043 41471 0,'0'0'3680'0,"0"0"-2944"0,0 0-592 0,7-5-144 0,-1 0 2800 0,1-1 528 16,1-1 96-16,1 2 32 0,-1 0-1968 0,2-1-384 15,3 2-80-15,0 1 0 0,-1-1-608 0,0 0-112 16,1 0-32-16,0 2 0 0,-2 2-128 0,2-2-16 16,-1-1-128-16,0 3 192 0,-2 2-192 0,-1-1 0 15,-9-1 0-15,10 2 0 0,-10-2 0 0,6 4 0 16,-6-4 0-16,4 8 128 0,-4-8-128 0,1 7 0 15,-1 1 0-15,-2 2 0 0,-4-2 0 0,-1 2 0 16,0 2 0-16,-2 1 0 0,-1-3 0 0,0 3 0 16,0-2 0-16,1-1 0 0,0 2 0 0,0-1 0 0,-1-1 0 0,3 0 0 15,-1-1 0-15,0 1 0 16,0-3 0-16,2 1 0 0,2 1 0 0,4-9 0 0,0 0 0 16,-2 7 0-16,2-7 0 0,2 6 0 15,-2-6 0-15,5 7 0 0,3-1 0 0,0-2 0 0,1 0 0 0,1 0 0 16,2-1 0-16,1 1 0 0,1-2 0 0,2 4 0 15,0-5 0-15,1 4 0 0,-1-2 0 0,1 2 0 16,-1 0 0-16,0 0 0 0,-1 1 0 0,0 0 0 16,-4-2 0-16,1 2 0 0,-3 1 0 0,-1 1 0 15,-3 0 0-15,-2 2 0 0,-2-1 0 0,-2 0 0 16,-4-1 0-16,-3 3 0 0,-1-4 0 0,-3 4 0 16,-1-2 0-16,-1 0 0 0,-2 0 0 0,-1-1 0 0,0-1 0 15,0-1 0-15,-1-1 0 0,1-1 0 0,1 0 0 0,-1 0 0 16,2 0 0-16,-1 1 0 0,0-5 0 0,2 1 0 15,2-1 0-15,2 0 0 0,0 0 0 0,2-1 0 16,0-1 0-16,0 0 0 16,3 1-1568-16,5 1-304 0,0 0-64 0</inkml:trace>
  <inkml:trace contextRef="#ctx0" brushRef="#br0" timeOffset="74229.67">19232 3054 8287 0,'0'0'368'0,"0"0"80"0,-3-1-448 0,-3-2 0 16,2-1 0-16,2 3 0 0,2 1 7168 0,0 0 1344 16,0 0 256-16,0 0 64 0,0 0-4768 0,0 0-960 15,0 0-192-15,5-5-32 0,-5 5-1392 0,7-4-272 16,-1 1-48-16,3 0-16 0,3 2-496 0,1-1-96 15,1-1-32-15,2 2 0 0,2-1-272 0,2 1-64 16,1-3-16-16,-1 1 0 0,0 3-176 0,0 0 0 16,-1 0 0-16,-1 0 0 0,1 0 0 0,-5 2 0 15,-1 3 0-15,-3-1 0 0,0 0 0 0,-5 1 0 16,-3 3 0-16,0 1 0 0,-4 0 160 0,-2 2-160 0,-3 0 192 16,-1 4-192-16,-4-1 272 0,-1 0-48 0,-1 2-16 15,-1-2 0-15,0 1-16 0,-1-1 0 16,-1-1 0-16,3 0 0 0,2 0-128 0,2-1-64 0,1-3 0 15,3 0 0-15,0-2 0 0,3-2 0 0,3-5 0 0,1 8 0 16,5-2 0-16,2 1 0 0,1-2 0 0,5 0 0 16,4-4 0-16,4-1 0 0,3-1 0 0,3-3 0 15,2 2-464 1,3-2-96-16,4-2-16 0,1 1 0 0,0-1-1504 0,5-2-304 16,2 0-64-16,2-4-20384 0</inkml:trace>
  <inkml:trace contextRef="#ctx0" brushRef="#br0" timeOffset="74735.72">20803 2922 53567 0,'0'0'2368'0,"-5"-4"496"0,5 4-2288 0,0 0-576 0,0 0 0 0,2-6 0 0,0-1 368 0,2 1-48 16,1 1 0-16,2-1 0 0,2 2 384 0,3 2 64 15,-1-1 0-15,4-1 16 0,0 0-464 0,2 0-112 16,0 1-16-16,0 0 0 0,0 3-64 0,0-3-128 16,-1 2 176-16,-1 0-176 0,1-1 128 0,-3 0-128 15,-3 1 0-15,1 2 0 0,-3-1 0 0,0 0 0 16,-8 0 0-16,0 0 0 0,0 0 128 0,0 0-128 16,0 0 0-16,0 0 0 0,0 0 0 0,-6 6 160 15,-1 3-160-15,-3-2 128 0,-1-1-80 0,-1 1-48 16,-2 0 0-16,-1-1 0 0,0 2 0 0,-1 0 0 15,0 0 0-15,2-2 0 0,2 1 0 0,0-1 0 0,2-2 0 16,1 0 0-16,1 4 0 0,3 0 0 16,1-1 0-16,1 0 0 0,3-7 0 0,2 6 0 0,0 2 0 0,5-1 0 15,-1-2 0-15,3 1 0 0,3 2 0 0,3-1 0 16,-1-3 0-16,3 1 0 0,1 1 0 0,2 1 0 16,-1-1 0-16,2 1 0 0,0-2 0 0,-2 2 0 15,-2-1 0-15,0 1 0 0,-1-1 0 0,-3 3 0 16,-1-2 0-16,-3-1 0 0,-3 1 0 0,0 0 0 0,-2-1 0 0,-3 2 0 15,-1-8 0-15,-5 8 0 0,-4-1 0 0,-2 0 0 16,-2 2 0-16,-1-1 0 0,-5 0 0 16,1 1 0-16,-1 0 0 0,-2-1 0 0,-3 0 0 0,1-2 0 15,-2-2 0-15,2 1 0 0,-1 1-176 0,3-3-16 16,2 1-16-16,0-1 0 0,4-3 208 0,2 0-144 16,2 0 144-16,5-3-25888 0</inkml:trace>
  <inkml:trace contextRef="#ctx0" brushRef="#br0" timeOffset="75539.25">17055 5038 46767 0,'0'0'2064'0,"0"0"432"0,-4-5-1984 0,0 0-512 0,4 5 0 16,0 0 0-16,-2-5 1088 0,2 5 128 0,-3-4 32 0,3 4 0 15,-1-7 96-15,1 7 0 0,2-6 16 0,-2 6 0 16,7-6-928-16,2 4-192 0,3-1-48 0,1 1 0 16,1-1-192-16,3 0 128 0,1 2-128 0,1 0 0 15,-2 1 160-15,0 1-160 0,-3 2 160 0,-1-1-160 0,-3 1 144 0,-3-1-144 16,-7-2 128-16,0 0-128 0,-1 11 288 0,-2 2-32 15,-3 1 0-15,-5 3 0 0,-2 0-80 0,-3 1-32 16,-2 2 0-16,0-2 0 16,-2 2-96-16,2 1-48 0,0-1 0 0,1 0 0 0,4-2 0 0,1-1 0 15,3-2 0-15,2-2 0 0,4 0 0 16,3-4 0-16,2 1 0 0,3-5 0 0,3 1 0 0,4-2 0 16,2-2 0-16,5-1 0 0,1-1 0 0,4-1 0 15,1-1 0-15,1-2 0 0,2-2 0 0,1 1 0 16,1-1 0-16,-1-1 0 15,-1 1-352-15,1-2-64 0,0 0-16 0,-1 0 0 16,1-2-2320-16,1 1-480 0,-4-2-96 0</inkml:trace>
  <inkml:trace contextRef="#ctx0" brushRef="#br0" timeOffset="76137.7">18570 5032 33167 0,'0'0'2944'0,"0"0"-2352"0,-1-6-464 0,1 6-128 15,0 0 3536-15,0 0 688 0,0 0 144 0,0 0 32 16,2-6-2096-16,-2 6-400 0,4-7-96 0,-4 7-16 15,6-4-848-15,-6 4-176 0,6-3-48 0,2-1 0 0,0 0-400 16,0 0-64-16,1 0-32 0,1 0 0 0,1 1-224 16,-1 2 0-16,2 1 128 0,-1-3-64 0,0 0-64 0,-1 0 0 15,-1 0 0-15,1 2 0 0,-3 1 0 0,1 0 0 16,-8 0 0-16,8 0 0 0,-8 0 0 0,0 0 0 16,0 0 0-16,0 0 0 0,0 0 0 0,0 0 0 15,1 7 0-15,-1-1 0 0,0-6 0 0,-5 5 0 16,-4 2 0-16,-1 1 0 0,-1-1 0 0,-2 3 0 15,-1-4 0-15,-1 1 0 0,0 0 0 0,-1 3 0 16,0 0 0-16,2-1 0 0,0 0 0 0,3 0 0 16,1 3 0-16,1-5 0 0,2-1 0 0,1 1 0 15,1-1 0-15,2 1 0 0,3-1 0 0,1 1 0 16,-1-7 0-16,4 8 0 0,4-2 0 0,1 1 0 16,2-1 0-16,2 1 0 0,2-2 0 0,2 1 0 0,0 1 0 15,1-1 0-15,1 0 0 0,0 0 0 16,-1-2 0-16,1 1 0 0,-4 2 0 0,1-1 0 15,-2 2 0-15,-2-1 0 0,-3-1 0 0,-1-2 0 16,-1 1 0-16,-7-5 0 0,3 8 0 0,-1 0 0 0,-2 0 0 16,-3 0 0-16,-3 1 0 0,-2 0 0 15,-3-1 0-15,0-1 0 0,-4 1 0 0,0 0 0 0,-2-1 0 0,-2 0 0 16,-1 0 0-16,-1 0 0 0,-3-1 0 0,1 1 0 16,-1-2 0-16,1 0 0 0,-1 0 0 0,2-1 0 15,0-1-144-15,1-2-32 0,4 0 0 0,3 1-17184 16,1-4-3440-16</inkml:trace>
  <inkml:trace contextRef="#ctx0" brushRef="#br0" timeOffset="78519.2">20184 3607 7359 0,'0'0'320'0,"4"-7"80"0,-1 1-400 0,1-3 0 16,-1 1 0-16,1 1 0 0,-1-2 6704 0,1 3 1248 16,-4 6 256-16,0 0 48 0,0 0-4224 0,0 0-864 15,0 0-160-15,0 0-48 0,4 6-1168 0,-2 4-224 16,1 4-48-16,-2 2-16 0,1 8-544 0,-1 1-128 0,0-2 0 0,1 3-16 16,-1 2-416-16,1-1-80 0,2-1 0 0,2-1-16 15,-1 0-176-15,1-3-128 0,1-1 144 16,-1-2-144-16,2-4 0 0,0-2 128 0,-1-3-128 15,0-2 0-15,1 0 0 0,0-3 0 0,-1-1 0 0,-1-2 0 16,-6-2 0-16,8-2 0 0,0-3 0 0,0-2 0 16,-1-1 0-16,1-1 0 0,0-1 0 0,0-3 0 15,0-2 0-15,-1-4 128 0,1-2-128 0,0 0 0 0,1-2 0 16,0-1 0-16,0-2 0 0,2 1 0 16,1-6 0-16,-1 2-240 0,0 3 80 0,-1 0 16 15,-2 3-496-15,0-1-112 0,0 5-16 16,-3 3 0-16,-1 4-992 0,0 3-208 0,0 1-32 0,-4 8-12912 15,0 0-2560-15</inkml:trace>
  <inkml:trace contextRef="#ctx0" brushRef="#br0" timeOffset="78735.81">20155 3737 35935 0,'-5'-3'3200'0,"-1"0"-2560"15,-1-3-512-15,7 6-128 0,0 0 3664 0,0 0 720 16,-1-8 144-16,4 2 16 0,2-1-2848 0,3 1-576 16,2 1-112-16,4-2-32 0,3-2-592 0,3 3-128 0,2-1-32 0,3-1 0 15,1 2-224-15,1-1 0 16,2 1 0-16,2 2 0 16,2-4-768-16,-1 3-160 0,-2 1-32 0,-1 1 0 15,-2-2-3008-15,-2 4-624 0</inkml:trace>
  <inkml:trace contextRef="#ctx0" brushRef="#br0" timeOffset="79155.19">20582 3781 35007 0,'0'0'3120'0,"0"0"-2496"0,0 0-496 0,0 0-128 16,0 0 3328-16,0 0 640 0,0 0 128 0,0 0 16 16,0 0-2272-16,0 0-464 0,9-2-96 0,3-1 0 0,2 1-704 0,2-1-144 15,1-1-32-15,1 3 0 0,-1-3-272 0,0 3-128 16,0-1 0-16,-2 0 128 0,-3 2-128 0,0 0 0 15,-3-2 0-15,-9 2 0 0,0 0 0 0,0 0 0 16,0 0 0-16,0 0 0 0,0 0 0 0,0 0 0 16,-5 7 144-16,-3-1-144 0,-1 1 160 0,-2-1-32 15,0 2-128-15,-1-1 192 0,0 1-48 0,0-1-16 16,1 1 0-16,0-1 0 0,2-1 0 0,3 1-128 16,0-1 192-16,6-6-64 0,-2 7-128 0,2 1 0 15,0-8 144-15,5 9-144 0,1-3 0 0,2-2 0 16,0 0 0-16,3 3 128 0,0-2-128 0,1 0 0 15,0 2 0-15,1-2 0 0,0 1 0 0,-3-2 0 16,1 1 0-16,-1 1 0 0,1-2 0 0,-2-2 0 16,-9-2 0-16,0 0 0 0,8 5 0 0,-8-5 128 15,0 0-128-15,0 0 0 0,0 0 192 0,0 0-48 16,-3 7 0-16,-1-2 0 0,-3 0-144 0,-3 0 192 0,-3 2-192 16,-1 0 192-16,-3-2-192 0,-2 1 0 0,-1-2 0 0,0 3 0 15,0 2-288-15,4 0-32 0,0-1-16 16,3 0 0-1,2-1-1376-15,4 1-272 0,0 0-48 0,4 0-21456 0</inkml:trace>
  <inkml:trace contextRef="#ctx0" brushRef="#br0" timeOffset="79442.24">20956 4674 15663 0,'0'0'1392'0,"0"0"-1120"15,0 0-272-15,-1 7 0 0,1 1 7552 0,1 1 1440 16,-1 1 288-16,0 1 64 0,1 0-6064 0,1 3-1216 16,-1 1-240-16,1 2-48 0,1 1-832 0,1 5-176 15,-1-1-16-15,-1 1-16 0,0 2-448 0,-1 0-96 16,0-2 0-16,0 1-16 0,-1-1-128 0,0-2-48 16,0 1 0-16,0-1 0 0,-1-1 0 0,0-1 0 15,-2-3 0-15,1-2 0 0,0 0 0 0,1-1 0 16,-2-1 0-16,2-1 0 0,-2-4 0 0,3 1 0 15,0-8 0-15,0 0 0 16,0 0-496-16,0 0-80 0,0 0-32 0,0 0 0 16,0 0-1712-16,0 0-352 0,-3-8-64 0,0 1-19744 0</inkml:trace>
  <inkml:trace contextRef="#ctx0" brushRef="#br0" timeOffset="79720.69">20850 4621 21183 0,'0'0'1888'0,"-2"-7"-1504"15,-2-3-384-15,3 1 0 0,1 0 7200 0,2 2 1376 0,-2-1 256 0,0 8 64 16,4-3-6096-16,3 0-1232 0,2 0-240 0,1 1-48 16,2-1-768-16,2 2-160 0,2-1-32 0,1 2 0 15,1 0-320-15,3 2 0 0,2-1 0 0,2-1 0 0,-1 0 0 16,0 1 0-16,1 3 0 0,1 0 96 0,-1 1-96 0,1 2 0 16,-4-1 0-16,-1 2 0 0,-3 0 0 0,-1 0 0 15,-2 1 0-15,-5 1 0 0,-1 0 0 0,-2 1 0 16,-5 0 0-16,1 1 0 0,-6-3 0 15,-1 2 0-15,-2 0 0 0,-2-1 0 0,-5 1 0 16,-3-2 0-16,-1-1 0 0,0 2 0 0,-1-3 0 0,-1 0 0 16,-2 0 0-16,0-1 0 15,0 1-432-15,0 1-80 0,-4 1 0 0,1 0-16 16,-1-2-1360-16,3 0-272 0,1 0-48 0,4-1-20944 0</inkml:trace>
  <inkml:trace contextRef="#ctx0" brushRef="#br0" timeOffset="80177.92">21556 4961 27647 0,'0'0'2448'0,"0"0"-1952"15,0 0-496-15,6-5 0 0,2-2 4896 0,0 1 880 16,-2 2 176-16,0-2 48 0,-4-4-3744 0,-2 3-736 16,0 7-160-16,-1-10-16 0,-4 1-544 0,-2 2-96 15,-2-3-32-15,-1 4 0 0,-1 2-496 0,-2 3-176 16,-4 1 0-16,-1 2 144 0,-2 2-144 0,-2 4 0 0,-1 1 0 0,-1 3 0 15,-1 1 176-15,2 3-48 0,0-1-128 0,3 2 192 16,0-3-192-16,3 0 144 0,2-1-144 0,2 2 128 16,2 0-128-16,4 0 0 0,1 2 0 15,5 0 0-15,1-4-192 0,4-1 16 0,1 0 16 16,4 1 0-16,2-6-224 16,2 3-32-16,2-1-16 0,2-1 0 0,3-3-192 15,-2-1-32-15,-1-3-16 0,3 0 0 0,1-1-32 0,-2-1 0 16,-2 0 0-16,-1-5 0 0,-1-1 368 0,0-3 64 0,-2 0 16 0,-2-3 0 0,2-4 256 0,-1 0-160 15,1-1 160-15,-2-3-128 16,-2-5 128-16,0-1 0 0,-1-2 0 0,-2 3 0 0,-1-2 0 0,1 2 144 16,-1 2-144-16,-1 1 160 0,-3 5 144 0,0 4 16 15,1 2 16-15,-2 4 0 0,0 8 416 0,0 0 80 16,0 0 0-16,-4 8 16 0,-1 4-192 0,-2 3-32 16,1 5-16-16,2 0 0 0,1 3-240 0,0-2-48 15,0 2-16-15,3 0 0 0,1-3-304 0,3 3 0 16,1-4 0-16,0-2 0 15,2 0-336-15,1-1-128 0,-1-3-32 0,2-2 0 16,1 0-1120-16,1-3-240 0,-2-3-32 16,3-3-16-16,-1-2-2576 0,-1-2-512 0</inkml:trace>
  <inkml:trace contextRef="#ctx0" brushRef="#br0" timeOffset="80530.75">21909 4596 26719 0,'0'0'2368'0,"0"-5"-1888"15,0 5-480-15,0 0 0 0,1-7 5632 0,-1 7 1040 0,0 0 208 0,0 0 32 16,0 0-4288-16,3 7-880 0,-1 5-160 0,2 3-48 16,0 4-832-16,-1 3-192 0,0 3-16 0,0 2-16 15,1 2-480-15,0 1 128 0,-1 1-128 0,2 1 64 16,2 1-64-16,-1 0 0 0,1-3 0 0,-1-3 0 16,-1-1 0-16,1-5 0 0,-1-1 0 0,1-2 0 0,1-1 0 0,-2-2 0 15,-1-3 0-15,0-3 0 0,-4-9 0 16,0 0 0-16,6 7 0 0,-6-7 0 0,0 0 0 15,0 0 0-15,0 0 0 0,7-2 0 0,-2-3 0 0,0-3 0 16,1-2 0-16,0-2 0 0,1-1 0 0,-1-2 0 16,1-2 0-16,0-4 0 0,3-4 0 0,-1-1 0 15,0-3 0-15,1 1 0 0,2-2 0 16,0 0 0-16,-2-2 0 0,2 0 0 0,1-2 0 0,1 0 0 16,-1-3 0-16,-1 6 0 0,1 2-192 0,0 3 0 15,-1 5 16-15,-2 2 0 16,-1 3-736-16,-2 6-160 0,-2 3-16 0,-5 7-16 15,0 0-1248-15,-5 6-240 0,0 3-48 0,-3 5-18848 0</inkml:trace>
  <inkml:trace contextRef="#ctx0" brushRef="#br0" timeOffset="80761.14">21696 4814 56447 0,'0'0'2496'0,"0"0"512"0,0 0-2400 0,0 0-480 0,11-3-128 0,1 2 0 16,-1-3 464-16,5 3 80 0,1-3 16 0,6 1 0 15,5-1-336-15,0-1-64 0,5 3-16 0,2-4 0 16,2 2-96-16,2 0-48 0,0-2 0 0,1 1 0 16,0-3 0-16,-3 1 0 0,1 1 0 0,0-1 0 15,-3 0-352 1,-4-1-64-16,-1-1-16 0,-5 1-16784 0,-5 0-3344 0</inkml:trace>
  <inkml:trace contextRef="#ctx0" brushRef="#br0" timeOffset="87574.34">19770 6155 41295 0,'0'0'1824'0,"0"0"384"0,1-10-1760 0,4 0-448 15,4-2 0-15,6 1 0 16,3-2-320-16,3-1-160 0,1-4-32 0,3-3 0 0,2-1 752 0,2-2 144 15,1 1 16-15,4-5 16 0,2-3-64 0,3 0-16 16,2-4 0-16,3-3 0 0,5-5 288 0,5 0 48 16,3-3 16-16,6-1 0 0,1-6 272 0,4-2 48 15,3-4 16-15,6-2 0 0,4-3-224 0,4 2-32 16,2-4-16-16,3 3 0 0,0 0-368 0,3 0-80 16,2 1-16-16,-24 16 0 0,12-5-288 0,7-5 128 15,2-4-128-15,6 3 0 0,2-2 0 0,-2 5 0 0,-5 1 0 16,-11 9 0-16,-3 2 0 0,-4 6 0 15,-5 2 0-15,-6 4 0 0,-7 1-176 0,-5 3-32 16,-6 3-16-16,-6 2 0 16,-6 1-928-16,-4 2-176 0,-4 4-32 0,-3 1-16 15,-4 0-1760-15,-2 0-368 0,13-12-64 0,-8 8-16 0</inkml:trace>
  <inkml:trace contextRef="#ctx0" brushRef="#br0" timeOffset="87875.11">22789 3861 29487 0,'-9'-20'1296'0,"4"13"288"0,-3-3-1264 0,0 1-320 0,0 3 0 0,0-1 0 16,2 1 3536-16,-1 0 656 0,2 1 128 0,0 1 32 15,1 0-2144-15,4 4-416 0,0 0-96 0,0 0-16 0,0 0-848 16,0 0-192-16,0 0-16 0,0 0-16 0,9 0-480 0,2 2-128 16,0-1 0-16,4 2 0 0,3-1 0 0,4 2 0 15,3 0 0-15,3 0 0 0,2 1 0 0,2-2 0 16,0 1-144-16,1 1 144 0,0 0-384 0,-1 0 0 15,-2-1 0-15,-3 2 0 16,-2 1-64-16,-3 1-32 0,-3 0 0 0,-4 1 0 16,-4 2 288-16,-3 0 48 0,-3 0 16 0,-4 2 0 0,-2-3 128 0,-4 3 0 15,-6 2 0-15,-1 1 128 0,-3 3 16 0,-3 0 16 16,-3 0 0-16,-4 0 0 0,0-1-160 0,0 2 0 16,1 1 144-16,1-2-144 15,4-2-608-15,2 0-192 0,3-1-32 0,3-2-16 16,5-1-2928-16,3-2-576 0</inkml:trace>
  <inkml:trace contextRef="#ctx0" brushRef="#br0" timeOffset="88228.81">23558 3952 26719 0,'7'-17'1184'0,"-5"11"240"0,0-2-1136 0,0-1-288 0,1-2 0 0,-1 1 0 16,0 1 2832-16,-2 0 512 0,-2 2 112 0,0 2 0 15,2 5-1104-15,-5-3-240 0,-3 2-32 0,-1 4-16 16,-2 1-928-16,-2 5-192 0,-2 6-48 0,-2-2 0 16,0 4-160-16,-2 0-32 0,0 4-16 0,1 1 0 0,2 2-160 0,2-1-16 15,-1 1-16-15,5-1 0 0,2 3-336 0,4-2-160 16,3-2 160-16,3-3-160 0,4-2 0 0,3-1 0 16,2-3 0-16,5-3 0 0,4-2-192 15,2-1 32-15,3-3 0 0,2-3 0 16,2-2-240-16,-1-3-48 0,1-3-16 0,-2-1 0 15,-1-2 16-15,-2-2 0 0,-2-1 0 16,-2-1 0-16,-5 1 112 0,-2-3 16 0,-2 2 16 0,-5-2 0 0,-2 1 304 0,-2-1-128 16,-4 2 128-16,-2-1 0 0,-4 2 0 0,-2 0 0 15,-3 1 0-15,-3 1 0 0,-1 0-128 0,-2 0 128 16,-3 1 0-16,-2 3 0 16,-1 0-2096-16,-1 1-304 0</inkml:trace>
  <inkml:trace contextRef="#ctx0" brushRef="#br0" timeOffset="91763.57">12756 8454 43311 0,'0'0'3840'0,"0"0"-3072"16,0 0-608-16,0 0-160 0,9 0 2112 0,2-1 400 16,4-2 80-16,2 0 16 0,1 1-1520 0,3 0-288 15,2 0-64-15,3-1-16 0,3 1-48 0,1-2-16 16,0 1 0-16,1 1 0 0,2 0-464 0,-2 0-192 16,-2-1 176-16,0 2-176 0,-1 1 0 0,0 0 128 15,-4 0-128-15,0 1 0 16,-2-2-1328-16,-1 1-304 0,-3 1-64 0,-2 2-22368 0</inkml:trace>
  <inkml:trace contextRef="#ctx0" brushRef="#br0" timeOffset="91935.11">12851 8651 39615 0,'-13'8'3520'0,"7"-6"-2816"0,-1 1-560 0,1 1-144 16,6-4 3152-16,-1 5 608 0,4 3 112 0,3-4 32 15,2-3-2880-15,4 0-560 0,3 3-112 0,5-4-32 16,3 1 96-16,4-1 16 0,1-1 0 0,2-3 0 15,2 2-192-15,1-1-48 0,4-1 0 0,1-1 0 0,0 0-448 0,2-4-112 16,3 1-16-16,0 0 0 16,0-3-1840-16,1 0-368 0,1-4-80 0</inkml:trace>
  <inkml:trace contextRef="#ctx0" brushRef="#br0" timeOffset="92216.05">13801 8402 22111 0,'0'0'1968'15,"0"0"-1584"-15,0 0-384 0,0 0 0 0,0 0 6704 0,0 0 1248 16,0 0 256-16,0 0 48 0,0 0-5696 0,0 0-1152 16,0 0-240-16,7 5-32 0,2-1-448 0,1 1-96 15,3-2-16-15,3 2 0 0,3 0-352 0,2 2-80 16,1-2-16-16,3 0 0 0,1 0-128 0,0-1 0 16,0 0 0-16,-1-1 0 0,-1 1 0 0,-2 0 0 15,-3-1-144-15,0 1 144 0,-4-1 0 0,-2 2-192 16,-4-1 192-16,-2 0-160 0,-7-4 160 0,0 0 0 15,0 0 0-15,-1 9 0 0,-5-2 0 0,-3 2 0 16,-4 0 0-16,-2 3 0 0,-5-3 0 0,-2 1 0 16,-3 2 0-16,-2 1 128 0,-3 1-128 0,0 1 0 0,-1-1 0 0,1-1 0 31,2-1-992-31,5-1-160 0,1 1-48 0</inkml:trace>
  <inkml:trace contextRef="#ctx0" brushRef="#br0" timeOffset="92997.94">14716 8779 27647 0,'0'0'1216'0,"0"0"256"0,0 0-1168 0,0 0-304 0,0 0 0 0,0 0 0 0,0 0 4832 0,0 0 912 16,0 0 176-16,0 0 32 0,0 0-3328 0,0 0-688 16,0 0-128-16,0 0-16 0,0 0-896 0,0 0-160 15,0 0-32-15,0 0-16 0,8 2-336 0,0 1-64 16,1-1-16-16,0 0 0 0,0-4-272 0,2 1 0 15,2 0 0-15,1 1 0 0,2-5 0 0,2 3 0 16,0-2 0-16,2 2 80 0,1-2-80 0,0 1 0 16,-1 1 0-16,1 2 0 0,-1-3 0 0,-1 2 0 15,0-2 0-15,-4 3 0 0,-2 0 0 0,-2 3 0 16,-3-1 0-16,-8-2 0 0,0 0 0 0,1 8 0 16,-4 3 0-16,-4 0 0 0,-7 2 0 0,-2 4 0 15,-4-2 0-15,-5 2 0 0,-2 1 0 0,-2 1 0 16,-1 1 0-16,0 1 0 0,0-3 0 0,0 3 0 15,2-3 0-15,1 0 0 0,3 1 0 0,3-2 0 16,3-2 0-16,3 0 0 0,3-4 0 0,5 0 0 16,3-1 0-16,4-1 0 0,2-2 0 0,5-1 0 0,2 1 0 15,3-5 0-15,3 0 0 0,4-2 0 0,3-3 0 16,4-1 0-16,1 0 0 0,5-1 0 0,0-1 0 0,3-4 0 16,3-1-416-1,3-2-80-15,0-2-16 0,1 2 0 0,0-2-2384 16,-2-2-496-16</inkml:trace>
  <inkml:trace contextRef="#ctx0" brushRef="#br0" timeOffset="93531.27">15652 8374 42383 0,'0'0'1872'15,"0"0"400"-15,-6-2-1824 0,6 2-448 0,0 0 0 0,0 0 0 0,-5 5 2976 0,-1 4 496 16,3 4 112-16,0 4 0 0,2 3-2064 0,-1 0-432 15,2 4-64-15,0 2-32 0,2 1-784 0,0 2-208 16,2 1 0-16,1-1 112 0,2-2-112 0,1-1 0 16,1-2 0-16,1-2 0 0,3 0 0 0,-1-4 0 15,0-1 0-15,0-4 0 0,-1-1 0 0,0 0 0 16,-1-6 0-16,-1 1 0 0,0-3 0 0,-1-2 0 16,-1-2 0-16,-1-2 0 0,1-1 0 0,-1-3 0 15,1-2 0-15,-1-4 0 0,1 2 0 0,-1-3 0 16,2-2 0-16,-1 0 0 0,-2-4 0 0,1 0 0 15,1-6 0-15,1 0 0 0,1-2 0 0,0-2 0 16,0-1 0-16,2 0 0 0,-1-1 0 0,2 2 0 16,-1 0 0-16,1 2 0 0,0 6 0 0,-2 3 0 15,-1 2 0-15,-1 7 0 0,-1 4 0 0,-7 5 0 16,6 3 0-16,1 3 0 0,-2 5 0 0,-1 3 0 16,0 5 0-16,0 4 0 0,0 0 0 0,0 2 0 0,1 4 0 0,1 3 0 15,1-2 0-15,1 0 0 0,1-1 0 0,1-2 0 16,3-2 0-16,0-3 0 0,2-2 0 0,-1-1 0 15,0-6 0-15,1 0 0 0,-1-5 0 0,-1-1 0 16,0-5 0-16,-1 1 0 0,0-4 0 0,-2-1 0 0,0-3 0 16,0-1 0-16,-3-5 0 0,0 1 0 0,-2-1 0 0,-1-4 0 15,0 0 0-15,0-2 0 0,-2-4 0 16,1-3 0-16,-2 0 0 0,1-3 0 0,-2 1 0 0,0 0 0 16,0 0 0-16,-2 2 0 0,0-2 0 15,-2 4 0-15,0 0 0 0,0 1 0 0,0 3 0 0,0-1-240 16,0 4 80-16,0-1 16 15,-1 3-2240-15,-1 1-448 0,-2 3-96 16</inkml:trace>
  <inkml:trace contextRef="#ctx0" brushRef="#br0" timeOffset="93708.97">15392 8270 54591 0,'0'0'2432'0,"0"0"480"0,-7-3-2336 0,7 3-448 15,0 0-128-15,0 0 0 0,0 0 400 0,8-3 64 16,4-4 16-16,3 3 0 0,5 0-64 0,5 0-16 16,3-1 0-16,5 0 0 15,2 0-784-15,2-1-144 0,0 0-48 0,3-2 0 16,-1-2-2336-16,1 1-480 0</inkml:trace>
  <inkml:trace contextRef="#ctx0" brushRef="#br0" timeOffset="93864.74">16268 8131 52703 0,'0'0'2336'0,"0"0"480"0,0 0-2256 0,8-2-560 0,1 1 0 0,0 1 0 0,1 0 896 0,2 0 80 16,1 0 16-16,4-1 0 0,1-2-368 15,3 0-80-15,1 0-16 0,2 3 0 0,1-4-528 0,-1 1 0 16,2-1 0-16,2 1 0 16,-1 3-1408-16,0-2-352 0,0 2-64 0,-3 0-22176 15</inkml:trace>
  <inkml:trace contextRef="#ctx0" brushRef="#br0" timeOffset="94476.55">16557 8854 30399 0,'0'0'2704'0,"0"0"-2160"0,0 0-544 0,0-4 0 16,2-4 5184-16,0 2 944 0,2-2 176 0,3 0 32 0,0 2-4080 16,5-1-816-16,4 2-160 0,1 1-48 0,1-1-704 0,2-2-144 15,-1 0-16-15,1 1-16 16,-1 4-256-16,1-2-96 0,-3 0 0 0,-2 3 0 0,0-2 0 0,-1 0 0 16,-1 3 0-16,-1 0 0 0,-3 0 0 0,-1-1 0 15,-8 1 0-15,0 0 0 0,0 0 0 0,0 0 0 16,0 0 0-16,0 0 0 0,-2 9 0 0,0 2 0 15,-2-1 0-15,0-1 0 0,-1-1 0 0,0 0 0 16,-1 0 0-16,2 1 0 0,2-1 0 0,1 1 0 16,-1 0 0-16,2-1 0 0,2-1 0 0,0 1 0 15,2 3 0-15,3-3 0 0,-1 1 0 0,3 0 0 16,2-1 0-16,0 1 0 0,2-3 0 0,0 3 0 16,0-1 0-16,1 0 0 0,-1-1 0 0,0 0 0 15,-3 1 0-15,0 0 0 0,0 1 0 0,-3 0 0 16,0-2 0-16,-2 1 0 0,-1-1 0 0,-3 3 0 15,-2-1 0-15,-2 2 0 0,0-1 0 0,-5-1 0 16,-3 0 0-16,0 0 0 0,-4 0 0 0,2 0 0 16,-2 0 0-16,-1-2 0 0,-1-1 0 0,0 0 0 15,1-3 0-15,2 1 0 16,-2-2-432-16,3-4-16 0,2 0-16 0,0-3 0 16,1-1-3168-16,6-5-624 0</inkml:trace>
  <inkml:trace contextRef="#ctx0" brushRef="#br0" timeOffset="94649.5">17311 8552 30399 0,'0'0'2704'0,"6"-3"-2160"0,1-3-544 0,2-1 0 0,4 1 5664 15,1 0 1024-15,3 2 208 0,2 0 32 16,-3 2-4768-16,3-2-960 0,-2 0-192 0,1 1-48 16,0 2-736-16,0-3-224 0,1 4 0 0,-1-1 128 0,-1 0-96 15,0 1-32-15,0 0 0 0,-2 0 0 16,0 2-432-16,-2 0-80 0,0 0 0 0,-3-1-16 15,-2 2-3344-15,-8-3-672 0</inkml:trace>
  <inkml:trace contextRef="#ctx0" brushRef="#br0" timeOffset="94811.66">17351 8695 18431 0,'0'0'1632'0,"0"0"-1312"16,0 0-320-16,0 0 0 0,3 9 6656 0,-1-2 1248 15,1-2 256-15,-3-5 48 0,8 1-5488 0,2 2-1104 16,5-3-208-16,2-1-64 0,2-1-704 0,3 1-160 15,2-2-32-15,2 2 0 0,1-4-448 0,4 0 0 16,3-2-176-16,2-1 176 16,1-1-1776-16,2 0-224 0,3-4-48 0,-3 0-19936 0</inkml:trace>
  <inkml:trace contextRef="#ctx0" brushRef="#br0" timeOffset="95175.78">18257 8432 26719 0,'0'0'1184'0,"0"0"240"0,0 0-1136 0,0 0-288 0,0 0 0 0,0 0 0 15,-6-2 6080-15,-1 4 1168 0,7-2 240 0,-6 5 32 16,-3 0-4976-16,-1 3-1008 0,0 1-192 0,-2 2-32 16,-2 2-944-16,2 1-192 0,-1 3-48 0,-1 1 0 15,-1 2-80-15,1 3-48 0,-1-1 0 0,1 2 0 0,3-1 0 0,0 1 0 16,3-3 0-16,3 6 0 0,3-1 0 0,4-1 0 16,5-2 0-16,3 1 0 0,1-6 0 0,3 0 0 15,4-2 0-15,2 0 0 0,2-2 0 0,4-2 0 16,4-3 0-16,3 0 0 0,7 1 0 0,2-6 0 15,-1 0 0-15,1-3 0 0,-11-1 0 0,2-2 0 16,0-2 0-16,-3-3 0 0,-2 0 0 0,-2-3 0 16,-1 1 0-16,-3-4 0 0,-2-2 0 0,-4-2 0 15,-3-2 0-15,-4-3 0 0,-5 1 0 0,-3-1 0 16,-1-4 0-16,-4-1 0 0,-3 1 0 0,-3-3 0 16,-6 0 0-16,-4 2 0 0,-5 2 0 0,-12-7 0 15,-2 2 0-15,8 7 0 0,-2 4 0 0,-1 1 0 16,-3-1 0-16,0 2 0 0,1 3 0 0,2-3 0 15,4 5 0-15,-4-1 0 0,5 3-288 0,6 3-48 16,2 2-16-16,4 3 0 16,2 3-2800-16,4 2-560 0</inkml:trace>
  <inkml:trace contextRef="#ctx0" brushRef="#br0" timeOffset="109179.11">12677 11033 17503 0,'0'0'1552'0,"0"0"-1232"0,0 0-320 16,0 0 0-16,0 0 7536 0,0 0 1440 0,8-3 304 0,1 2 48 16,2-1-7232-16,0 0-1456 0,4-2-272 0,2 1-64 15,2-1 368-15,3 2 80 0,2-2 16 0,1-1 0 16,2 1-496-16,-1 0-80 0,3 0-32 0,-2 0 0 15,-1-1-160-15,0 1 0 0,-1 1-192 0,0 1 192 16,1 0-1760-16,0-2-224 0,-1 3-64 0,-2 0-20416 16</inkml:trace>
  <inkml:trace contextRef="#ctx0" brushRef="#br0" timeOffset="109395.04">12623 11274 10127 0,'0'0'896'0,"0"0"-704"16,0 0-192-16,0 0 0 0,0 9 9088 0,0-9 1776 16,0 0 352-16,9 3 80 0,2 0-8928 0,4-3-1792 15,2 0-368-15,4 0-64 0,3-2 448 0,6-1 96 16,4-1 16-16,4 0 0 0,1-3-352 0,2-1-64 16,-2 0-16-16,1 1 0 0,1-2-144 0,-2 3-128 15,-2-2 192-15,0 1-192 16,1-2-224-16,-3 2-160 0,-1-3-16 0,1 4-16 15,0-2-2368-15,-1 0-480 0,0 0-80 0</inkml:trace>
  <inkml:trace contextRef="#ctx0" brushRef="#br0" timeOffset="109768.91">13690 11001 39615 0,'0'0'3520'0,"0"0"-2816"0,0 0-560 0,0 0-144 0,0 0 2944 0,0 0 576 15,0 0 96-15,0 0 32 0,0 0-2128 0,0 0-432 16,3 8-64-16,2 0-32 0,0 0-448 0,3-2-96 16,1 1 0-16,2-1-16 0,2 1-432 0,1-1 128 15,0 1-128-15,3-1 0 0,2 1 0 0,-1-1 0 16,3 0 0-16,1-1 0 0,-1-2 0 0,1 2 0 15,-1 0-144-15,-2 0 144 0,-2 0 0 0,-2 2-192 16,-2-3 192-16,-2 1-160 0,-1 0 160 0,-4 0 0 16,-6-5 0-16,0 0-128 0,3 7 128 0,-3-1 0 15,-4 2 0-15,-3 1 0 0,-2-2 0 0,-3 3 144 16,-3 0-144-16,-3 0 160 0,-3 0-32 0,-4 2 0 16,-1-1 0-16,-2 0 0 0,0 0-128 0,-1 0 0 15,-1-1 0-15,1 0 128 16,2-1-496-16,2-1-96 0,3-4-32 0,3 1 0 15,3 0-2640-15,4 0-512 0</inkml:trace>
  <inkml:trace contextRef="#ctx0" brushRef="#br0" timeOffset="110277.68">14097 7945 19407 0,'0'0'848'0,"-6"10"192"0,0-4-832 0,1 1-208 15,-1-1 0-15,6-6 0 0,-6 9 0 0,6-9-192 16,-6 7 48-16,6-7 0 16,0 0-608-16,0 0-112 0,0 0-32 0,0 0 0 0,0 0 400 0,0 0 80 0,0 0 16 0,0 0 0 15,0 0 528-15,0 0 128 0,0 0 0 0,0 0 16 16,10 0 0-16,1 1 0 0,-1-2 0 0,1-1-7312 15</inkml:trace>
  <inkml:trace contextRef="#ctx0" brushRef="#br0" timeOffset="110496.72">14213 7965 34495 0,'0'0'1536'0,"0"0"304"0,0 0-1472 0,0 0-368 0,1 10 0 0,1 3 0 0,-1 3 1856 0,2 1 288 16,-1 1 64-16,1 6 16 0,-1 3-576 0,2 8-112 15,-1 8-32-15,0 7 0 0,-2 6-432 0,0 7-96 16,-1 2-16-16,2 5 0 0,-2-1-384 0,1 2-64 15,3-1-32-15,-2 0 0 0,1-2-256 0,1-5-48 16,0-6-16-16,0-2 0 0,0-2-160 0,-1-4 0 16,4-6 144-16,-2-6-144 0,-1-5 0 15,0 0 0-15,0-4 0 0,-1-2 0 16,-1-4 0-16,-1-2-128 0,-1 0 0 0,0-5 0 16,-1-4-352-16,0-3-64 0,1-8-16 0,0 0 0 15,0 0-1536-15,0 0-304 0,0 0-64 0,-4-11-17888 0</inkml:trace>
  <inkml:trace contextRef="#ctx0" brushRef="#br0" timeOffset="111298.1">14314 7930 35935 0,'0'0'3200'0,"0"0"-2560"0,11-7-512 0,7 2-128 15,7 0 1600-15,8-3 288 0,6-1 64 0,-6 2 16 16,6 3-1312-16,6-5-256 0,5 2-48 0,9-3-16 0,4 0 304 16,8 0 48-16,7 0 16 0,4-1 0 15,4-4-432-15,8 1-80 0,6 2 0 0,16-2-16 16,6 1-176-16,5 1 0 0,6 3 0 0,6 0 0 16,1 0 0-16,8 1 0 0,6 4 0 0,56-4 0 0,-24 0 0 0,-10 2 0 15,-7-1-128-15,-4 1 128 0,-8 2 0 0,-4-1 0 16,-6-3-144-16,-5 1 144 0,-7-3-272 0,-5 1 0 15,-2-4 0-15,-10 5 0 0,-8 3 144 0,-8 2 128 16,-8 1-192-16,-8-1 192 0,-9-2 0 0,-11 2 0 16,-10 2 0-16,-8 1 0 0,-7 0 192 0,-7-2 32 15,-7 1 16-15,-4 1 0 0,-4 0 272 0,-5 3 48 16,-2-1 16-16,-2 0 0 0,-10-2 128 0,11-2 48 16,-11 2 0-16,9 0 0 0,-9 0-240 0,0 0-64 15,0 0 0-15,0 0 0 0,9 2-128 0,-9-2-48 16,0 0 0-16,6 5 0 0,1 1-144 0,-2 5-128 15,0-1 192-15,1 6-192 0,1 5 128 0,0 7-128 16,-2 8 0-16,4 25 0 0,0 5 128 0,1 2-128 16,-1 7 144-16,1 4-144 0,3 6 0 0,4 3 0 15,0 5 0-15,3 0 0 0,0-1 0 0,3-1 0 16,0-2 0-16,-2 0-160 0,-2-10 160 0,0-4 0 0,-1-8-144 16,-2-5 144-16,-2-6 0 0,0-3 0 0,-3-5 0 15,0-1 0-15,2-2 0 0,-2 0 0 0,-3-2 0 0,-2-4 0 16,1-2 0-16,-1-3 0 0,-2-2 0 0,-2 1 0 15,-2-2 0-15,0 1 128 0,1-4-128 16,-2-3 0-16,-2-7 128 0,0 1-128 0,2-3 0 0,-4-2 128 0,-2-4-128 16,-1-2 128-16,1-3-128 0,-3 2 128 0,-1 0-128 15,-1-1 128-15,-2-6-128 0,-5 2 128 0,-1 1-128 0,-8-1 0 16,-6 2 0-16,-9-1 0 0,-10-3-192 16,-6 2 16-16,-3 1 16 0,-10 1 0 0,-9 3-112 0,-13-5-32 15,-13 2 0-15,-7 3 0 0,-5 0 32 0,-11 3 0 16,-14 0 0-16,-4-1 0 0,-5-2 272 0,-7 0-192 15,-7 3 192-15,-4-4-160 0,-2 1 160 0,2-1 0 16,3 1 160-16,-2 0-160 0,-5 3 288 0,5-3-32 16,3 3-16-16,2-3 0 0,8 0-64 0,5-1-16 0,6 2 0 0,11 0 0 15,7 0 80-15,11-2 16 16,9 0 0-16,8-4 0 0,8 2 16 0,10-3 16 16,7 1 0-16,12-1 0 0,5-1-160 0,11 0-128 0,8-1 192 0,8-1-192 15,5 2 128-15,8 0-128 16,6-1 0-16,7 1 0 0,5 0 0 0,0 0 0 15,0 0-176-15,0 0 176 16,11-5-1088-16,5 1-96 0,2 0-32 0,-3 3-14624 16,2-1-2928-16</inkml:trace>
  <inkml:trace contextRef="#ctx0" brushRef="#br0" timeOffset="113158.43">14997 11188 41871 0,'0'0'1856'0,"0"0"384"0,-2-7-1792 0,2 7-448 16,-4-5 0-16,4 5 0 0,0 0 1792 0,0 0 288 16,-7 4 48-16,-1 1 16 0,-1 4-560 0,-2 7-112 15,1 1-32-15,-2 4 0 0,-1 1-752 0,0 1-160 16,-1 3-16-16,-1-2-16 0,2 2-192 0,2-4-48 16,1 2 0-16,1-4 0 0,1 0-128 0,3-2-128 15,0 1 144-15,2-8-144 0,1-2 144 0,2 1-144 16,-1-4 128-16,1-6-128 0,0 0 0 0,0 0-224 0,0 0 32 0,5-6 0 15,1-4-48-15,2-3 0 0,0-1 0 0,1-4 0 16,0 0-16-16,2-5-16 0,-1 0 0 16,0-3 0-16,2-2 32 0,-1-2 16 0,2-2 0 0,0 2 0 15,1 3 80-15,-1 3 16 0,-1 4 0 0,-2 5 0 16,-1 4 128-16,-1 2 0 0,-1 5 0 0,-7 4 0 16,0 0 192-16,8 7 64 0,-2 2 0 0,2 3 16 15,-2 1 112-15,2 2 32 0,0 4 0 0,1-1 0 0,2-1-176 16,0 0-48-16,1 0 0 0,1 0 0 0,0 1-192 15,1-4 128-15,2 2-128 0,0-2 0 0,1 1 0 16,0-1 0-16,0-1 0 0,0-3 0 0,-2 1 0 0,0-1 0 16,-1 1-144-16,-2-2 144 0,-3-3-240 0,-3 4 48 15,-1-4 16-15,-3 2 0 0,-5 0 176 0,-2 1-160 16,-4 0 160-16,-6 0-160 0,-3 1 160 0,0 4 0 16,-4-5 0-16,-3 1 0 0,-2 1 0 0,-3-2 0 15,-2-2 0-15,1 3 128 0,-1-4-128 0,0 1 0 16,4-2 128-16,1 0-128 15,4-4-1008-15,5-1-272 0,3-1-48 0,6-2-16 16,4-2-1888-16,6-3-384 0,7-3-80 0</inkml:trace>
  <inkml:trace contextRef="#ctx0" brushRef="#br0" timeOffset="113581.54">15716 10961 23951 0,'7'-4'2128'16,"-1"-1"-1696"-16,1 0-432 0,-1 1 0 0,1 2 4864 0,-7 2 896 0,0 0 192 0,0 0 16 15,0 0-2960-15,5 4-608 0,-1 4-112 0,-1 4-32 16,-3 5-1056-16,-2 4-224 0,1 2-32 0,-2 6-16 16,0 3-432-16,0-2-96 0,2 6-16 0,1-1 0 15,0 1-192-15,2-1-32 0,3-2-16 0,5-2 0 16,-1-1-144-16,2-1 0 0,2-2 0 0,3-1 128 16,1-5-128-16,3 2 0 0,-2-9 0 0,0-1 0 0,0-3-240 0,1-1 32 15,0-5 0-15,1-2 0 0,-1-5-48 16,1-2 0-16,-1-3 0 0,1-2 0 0,-2-3 32 15,0-3 0-15,-1-4 0 0,-1-1 0 0,0-5 224 0,-2-2-144 16,-1-2 144-16,-1-2-128 0,0-4 128 0,-2-4 0 16,-1 0 0-16,0-3 0 0,0 0 0 0,-1 3 0 15,0 3 0-15,-2 5 0 0,0-1 0 0,-2 6 0 16,-2 5 0-16,1 3 0 0,-3 4 256 0,0 4-32 16,0 5 0-16,0 6 0 0,0 0 16 0,0 0 0 15,-5 10 0-15,-1 6 0 0,2 5-240 0,1 4 144 16,-1 1-144-16,0 2 128 0,1 1-128 0,2 1 0 15,0 1 0-15,1 2 128 0,1-4-128 0,1 1 0 16,2-2 0-16,0-2 0 16,0-2-656-16,0-2-64 0,0-5-16 0,-1-1 0 15,-2-2-1632-15,-1-2-336 0,0-5-64 0,0-7-19120 0</inkml:trace>
  <inkml:trace contextRef="#ctx0" brushRef="#br0" timeOffset="113773.22">15534 10862 26719 0,'0'0'2368'0,"0"0"-1888"0,0 0-480 0,0 0 0 16,5-7 5584-16,2 1 1024 0,3 1 208 0,4-1 32 16,3 2-5264-16,1-2-1072 0,3-2-192 0,3 2-64 0,1-1 0 0,3 2 0 15,4-2 0-15,-1 0 0 16,0-1-1184-16,0 0-240 0,2 0-48 0,-2 0-13824 15,1-2-2768-15</inkml:trace>
  <inkml:trace contextRef="#ctx0" brushRef="#br0" timeOffset="113924.92">16217 10761 45039 0,'0'0'1984'0,"0"0"432"0,0 0-1936 0,0 0-480 16,0 0 0-16,0 0 0 0,10 3 1648 0,2 0 224 15,0-1 48-15,1-2 16 0,1 0-448 0,3-2-80 16,4 0-32-16,1 0 0 0,0-2-960 0,3 0-192 15,1-1-32-15,0 1-16 16,0-1-880-16,2 1-160 0,0-3-32 0,1 3-15616 16,1 0-3136-16</inkml:trace>
  <inkml:trace contextRef="#ctx0" brushRef="#br0" timeOffset="114142.49">16930 11004 15663 0,'0'0'1392'0,"0"0"-1120"0,0 0-272 0,0 0 0 16,7 8 8352-16,0-3 1616 0,3 0 320 0,-1-1 64 16,-2-1-7184-16,3-1-1440 0,0 0-272 0,2-1-64 15,0 0-880-15,1-1-192 0,0-1-16 0,1 0-16 16,-1 1-288-16,3-2 0 0,-2-2 0 0,2 3 0 16,-2 0-144-16,0 0-48 0,-1-2 0 0,-1 3 0 15,-2-3-1008-15,-2 2-208 0,-8 1-32 0,0 0-16 16,0 0-3216-16,0 0-656 0</inkml:trace>
  <inkml:trace contextRef="#ctx0" brushRef="#br0" timeOffset="114289.91">16870 11160 30399 0,'0'0'2704'0,"0"0"-2160"16,0 0-544-16,0 0 0 0,7 3 4480 0,0 1 800 16,1 2 160-16,1-4 16 0,2-1-2960 0,2 0-608 15,0-1-112-15,4-1-32 0,1-2-992 0,2 3-208 16,1-5-32-16,1 4-16 0,1-4-496 0,1 1-192 15,-1-1 16-15,1-1 0 16,-1 1-1136-16,2 0-224 0,0-4-64 0</inkml:trace>
  <inkml:trace contextRef="#ctx0" brushRef="#br0" timeOffset="115052.19">17985 11450 50111 0,'0'0'2224'0,"0"0"448"0,-5 6-2144 0,5-6-528 16,-3 3 0-16,2-3 0 0,-2 0 1408 0,0-1 160 15,3 1 32-15,-1-3 16 0,1 3-608 0,-1-5-128 16,0-3-32-16,-1-1 0 0,1-2-672 0,0 1-128 15,-1-2-48-15,1-2 0 0,0-3 0 0,-2-1 0 16,0-3 0-16,1-4 0 0,1-2 0 0,-2-2 0 16,0-2 0-16,1-3 0 0,-2-4 0 0,1-2 0 15,1-5 0-15,-2 1 0 0,1-2 0 0,1 3 0 0,-1 3 0 0,-1 2 0 16,0 3 0-16,0 5 0 16,0 5 0-16,0 7 0 0,0 4 0 0,2 2 0 15,1 7 0-15,1 5 0 0,0 0 0 0,0 9 0 0,1 4 0 16,1 4 0-16,2 2 0 0,2 3 0 0,0 1 0 15,5 1 0-15,4 2 0 0,3 2 0 0,2-5 0 16,1 1 0-16,2-1 0 0,2-2 0 0,1-3 0 0,0-2 0 16,-1-3 0-16,0-3 0 0,0 1 0 0,-2-5 0 15,-1-4 0-15,-1 0 0 0,-1-4 0 0,-2-2 0 16,1-3 0-16,-2-1 0 0,-2-2 0 0,-2-2 0 16,-2-2 0-16,0-3 0 0,-2-1 0 15,-1-3 0-15,-2-1 0 0,2-2 0 0,0 0 0 16,0-3 0-16,-2-1 0 0,1-1 0 0,-1-1 0 0,1 3 0 15,-1 3 0-15,0 5 0 0,-4 3 0 0,1 6 0 0,-3 3 0 0,0 7 0 16,0 0 0-16,0 0 0 0,0 8 0 0,0 6 0 16,-1 6 0-16,-1 2 0 0,1 4 0 0,1 3 0 15,0 3 0-15,0 0 0 0,0 2 0 0,1 3 0 16,2 1 0-16,-1-1 0 0,0-1 0 0,0 1 0 16,2 0 0-16,0 0 0 0,1 1 0 15,2-3 0-15,-1-8 0 0,2 1 0 0,1-2 0 0,2-3 0 16,-3-2 0-16,1-4 0 15,0-3-512-15,0-1-80 0,1-1-32 0,1-3 0 16,1-3-1488-16,-1-6-320 0,2-4-48 0,2 1-12816 16,-1-4-2576-16</inkml:trace>
  <inkml:trace contextRef="#ctx0" brushRef="#br0" timeOffset="115529.76">18927 11074 31615 0,'13'-17'1408'0,"-6"8"272"0,-1-4-1344 0,1 0-336 15,-1 1 0-15,1 3 0 0,0-2 3680 0,-2 1 672 16,-3 3 128-16,1 0 16 0,-3 7-1824 0,0 0-368 0,0 0-80 0,0 0-16 15,0 0-1136-15,0 0-240 0,-8 0-32 0,-1 5-16 16,-1 6-560-16,-5 2-224 0,0 2 176 0,-5 5-176 16,-1 2 0-16,0 3 128 0,0 1-128 0,2 1 64 15,-2 3-64-15,4-1 0 0,3-2 0 0,1 1 0 16,2-3 0-16,5-2 0 0,2-2 0 0,3 0 0 16,2-2 0-16,3 0 0 0,2-2 0 0,3-3 0 15,2-1 0-15,2-1 0 0,3-3 0 0,2-3 0 0,1 0 0 16,1-4 0-16,1-1 0 0,0-3 0 0,-1-3-208 0,1-2 16 15,-1-2 0-15,-1 0 0 0,5-2-64 0,-3 1 0 16,-2-3 0-16,0 0 0 0,-2-3 256 0,-2 2-144 16,-1 0 144-16,0 1-128 0,-4 0 128 0,-1 1 0 15,-2 4 0-15,-2 1 0 0,-5 7 0 0,0 0 224 16,0 0-48-16,0 0-16 0,0 0 112 0,4 4 32 16,-2 3 0-16,1 2 0 0,0-2-304 0,-1 3 128 15,-1 3-128-15,3-1 0 0,-1-1 0 0,1 2 0 16,0-2 0-16,1 1 0 0,0-2 0 0,2 2 0 15,-1-2 0-15,2 1 0 0,0-2 128 0,0-1-128 16,0-1 0-16,-1 0 80 0,1-2-80 0,0-1 0 16,0 0 0-16,0-3 0 0,-2-1 0 0,2-1 0 15,-1-2 0-15,-1-1 0 0,2-1 0 0,-2-1 0 0,0-2 0 0,-1-1 0 16,0 0 0-16,2-2 0 16,0 0 0-16,0-6 0 0,1-3 0 0,0-1 0 15,-1-1 0-15,4-3 0 0,1-2-160 0,-2 1-32 16,-1 1 0-16,2 2 0 15,-2 0-1312-15,1 6-272 0,-1 0-48 0,2 4-14336 16,-2 2-2864-16</inkml:trace>
  <inkml:trace contextRef="#ctx0" brushRef="#br0" timeOffset="116078.39">19794 10965 27647 0,'0'0'2448'0,"0"0"-1952"0,0 0-496 0,0 0 0 15,0 0 5280-15,0 0 960 0,0 0 192 0,0 0 32 0,0 0-3808 0,-4 10-768 16,-2 5-160-16,-2-1-16 0,-2 3-944 16,-2 0-192-16,-1 4-48 0,1-2 0 0,-1 1-384 0,0-1-144 15,1 1 0-15,2-2 0 0,1 0 0 0,1 1 0 16,1-1 0-16,2-4 0 0,1-1 0 0,0-2 0 16,2-2 0-16,1-1 0 0,1-8 0 0,0 0 0 15,0 0 0-15,0 0 0 0,0 0 0 0,7-6 0 16,2 0 0-16,2-6 0 0,-1-2-160 0,2-2-32 15,1-2 0-15,1 0 0 0,1-4-64 0,2-1-32 16,0-5 0-16,1-1 0 0,1 0 64 0,1-1 16 16,-2-2 0-16,2 4 0 0,-3 2 208 0,-2 3 0 15,0 5 0-15,-4 3-144 0,0 5 272 0,-5 1 64 16,2 5 16-16,-8 4 0 0,0 0 176 0,0 0 16 0,0 0 16 0,0 0 0 16,2 10-256-16,-1 2-160 15,-1 2 192-15,0 2-48 0,-1 0-144 0,1 2 0 0,1-4 0 16,0 3 0-16,2 3 0 0,1-2 0 15,0-1 0-15,1 0 0 0,0 0 0 0,2 0 0 0,2 0 0 0,0 1 0 16,0 2 0-16,1-4 0 16,2 1 0-16,0 0 0 0,-2-1 0 0,1-2 0 0,-1-1 0 0,-1 0 0 15,-1 2 0-15,-1-4 0 0,-1-1 0 0,-1-1 0 16,1-4 0-16,-6-5 0 0,0 0 0 0,0 0 0 16,0 0 0-16,0 0 0 0,0 0 0 0,0 0 0 15,-8 1 0-15,-3 1 0 0,0-2 0 0,-5-2 0 16,-2 2 0-16,-3 0 0 0,-4 2 0 0,-2-2 0 15,-5 0-144-15,0 0 144 0,-1 0 0 0,-1 0-144 16,2 0-48-16,2 0-16 0,2 0 0 0,5 1 0 16,3 1-752-16,5-2-160 15,3-2-32-15,4 2 0 0,8 0-2880 0,0 0-576 0</inkml:trace>
  <inkml:trace contextRef="#ctx0" brushRef="#br0" timeOffset="116341.68">20364 10747 35007 0,'0'0'1552'0,"1"-6"320"0,-1-2-1488 0,2 0-384 16,-1 1 0-16,2 1 0 0,-3 6 4864 0,0 0 896 15,0 0 176-15,0 0 32 0,0 0-4240 0,0 0-832 16,2 8-192-16,2 5-16 0,0 0-560 0,-1 4-80 16,-2 2-48-16,-1 1 0 0,0 5 0 0,0 1 0 15,-3 0 0-15,1 2 0 0,-1 4 0 0,2-2 0 16,1 0 0-16,0 1 0 0,0-1 0 0,1-1 0 0,0-1 0 0,2 1 0 15,-3-2 0-15,3-3 0 0,-1-3 0 16,1-3 0-16,-3-1 0 0,1-3 0 0,0-3 0 16,-1-2 0-1,0-9-528-15,0 0-112 0,0 0 0 0,0 0-16 16,-3 2-1264-16,-3-5-240 0,1-3-48 0,-1-3-13232 0,0-4-2656 16</inkml:trace>
  <inkml:trace contextRef="#ctx0" brushRef="#br0" timeOffset="116553.99">20056 10588 28559 0,'-10'-8'2544'0,"10"8"-2032"0,-7-5-512 0,7 5 0 0,-5-5 4960 0,5 5 896 15,0 0 176-15,0 0 48 0,0 0-3600 16,5-7-720-16,3 2-144 0,5 1-16 0,3 2-800 0,5 0-160 16,4 2-16-16,3-2-16 0,4 0-352 0,3 1-64 15,1 0 0-15,3 1-16 0,0-3-176 0,3 2 0 16,1-2 0-16,0 3 0 0,-1 0 0 0,0-2 0 15,-1 0 0-15,1 0 48 0,-1-2-368 0,-4 1-48 16,1 1-16-16,0-2-16848 16,-2 0-3376-16</inkml:trace>
  <inkml:trace contextRef="#ctx0" brushRef="#br0" timeOffset="116987.82">21273 11051 40543 0,'0'0'3600'0,"0"0"-2880"0,0 0-576 0,0 0-144 0,8 0 2992 0,3-5 560 16,4-3 112-16,8 0 32 0,6 2-2864 0,-1-1-576 15,0 2-128-15,-1-2 0 0,-1 3-128 0,0-2 0 16,0 1 0-16,-2 1 0 16,-2-2-992-16,0 4-272 0,-1-2-48 0,-1 1-13984 15,-5-1-2784-15</inkml:trace>
  <inkml:trace contextRef="#ctx0" brushRef="#br0" timeOffset="117137.87">21360 11154 21183 0,'0'0'1888'0,"0"0"-1504"15,0 0-384-15,0 0 0 0,0 0 6144 0,8 6 1152 16,1-2 224-16,3-1 48 0,2-2-5136 0,3-1-1040 16,4-1-208-16,1-2-32 0,2 1-592 0,2 0-112 15,1-4-32-15,2 1 0 16,-2-1-1440-16,2 1-272 0,-1-1-64 0,2-1-13840 0,2 1-2768 0</inkml:trace>
  <inkml:trace contextRef="#ctx0" brushRef="#br0" timeOffset="117443.72">22527 10639 38703 0,'0'0'3440'0,"0"0"-2752"15,-7-4-560-15,1 1-128 0,6 3 2784 0,-8-1 528 16,-1 1 96-16,-1 1 32 0,-2 3-1632 0,-3 3-320 16,-2 1-64-16,-1 3-16 0,-3 4-720 0,-1 4-160 15,-1 1-16-15,-3 3-16 0,-2 1-192 0,2 2-48 16,0 4 0-16,0 0 0 0,1-1-256 0,2 2 0 16,1 1 0-16,2-2 0 0,3 3 128 0,5-2-128 15,2-1 0-15,3 0 80 0,5 0-80 0,3 1 0 16,2-1 0-16,3-2 0 0,5-2 0 0,2-4 0 15,2 2 0-15,2-6 0 16,3-3-528-16,2-4-112 0,2-2 0 0,2-1-16 16,4-2-832-16,1-3-176 0,1-3-16 0,2 0-16 15,2-5-2976-15,-3-3-576 0</inkml:trace>
  <inkml:trace contextRef="#ctx0" brushRef="#br0" timeOffset="117648.48">22788 10875 42383 0,'0'0'1872'0,"-3"-5"400"0,-1-2-1824 0,2 2-448 16,-1-2 0-16,3 7 0 0,0 0 1856 0,0 0 288 0,0 0 48 0,0 0 16 16,-5 6-544-16,1 4-128 0,3 3 0 0,-2 3-16 15,0 1-912-15,1 2-176 0,-2 3-48 0,1 2 0 0,1-1-144 16,-1 0-48-16,2 1 0 0,-1 0 0 0,2-1-192 16,2 1 0-16,-1-3 128 0,2 1-128 15,-1-4-560-15,2-1-144 0,0-3-48 0,0-2 0 16,0-3-1600-16,1-1-320 0,-5-8-64 0,8 0-19088 0</inkml:trace>
  <inkml:trace contextRef="#ctx0" brushRef="#br0" timeOffset="117921.35">22981 10657 33167 0,'0'0'2944'0,"0"0"-2352"16,0 0-464-16,0 0-128 0,0 0 3344 0,6-1 656 0,-6 1 128 0,9 4 32 15,0 0-1744-15,3 2-352 16,1 3-64-16,3 2-16 0,1 2-1184 0,2 2-240 16,1 0-48-16,1 0-16 0,0 1-240 0,1 2-32 15,0-1-16-15,0 4 0 0,-1-1-208 0,0 2 144 16,-2 1-144-16,1 1 128 0,-2 2-128 0,0 0 0 0,-2 0 0 16,-3 1 0-16,-2-1 0 0,-4 1 0 0,-1-4 0 15,-3-1 0-15,1 0-144 0,-4 2 144 0,-4-2-192 0,-2-4 192 16,-2 0-288-16,-1-2 48 0,-1-2 16 0,-1-3 0 15,1 1-768 1,-1-3-160-16,1-3-16 0,1-1-16 0,1-5-1600 0,1 0-320 16,7 0-64-16</inkml:trace>
  <inkml:trace contextRef="#ctx0" brushRef="#br0" timeOffset="118194.06">23897 10588 29487 0,'0'0'2624'0,"0"0"-2112"0,0 0-512 0,0 0 0 0,0 0 4352 0,0 0 752 16,-5 3 144-16,-2 2 48 0,-2 3-2816 0,-2 5-560 15,-4 0-128-15,0 5 0 0,-2 4-800 0,-3 4-160 16,-3 4-16-16,-1 0-16 0,1 2-400 0,0 0-80 16,3 3 0-16,0-1-16 0,2 1-304 0,2-1 0 15,2-1 0-15,3 0 144 0,4 0-144 0,3-3 0 0,2-1 0 16,5 0 0-16,3-1 0 0,1-1 0 15,1-5 0-15,1-3 0 0,1-2-192 0,2-1-48 16,2-6 0-16,2-2 0 16,2-4-656-16,2-1-144 0,2-6-32 0,0-2 0 15,-1-3-2768-15,1-6-544 0</inkml:trace>
  <inkml:trace contextRef="#ctx0" brushRef="#br0" timeOffset="118507.53">24022 10763 6447 0,'0'0'576'0,"-5"-2"-576"0,-1 0 0 0,0-1 0 16,1 1 9216-16,5 2 1744 0,0 0 352 0,0 0 64 16,0 0-7776-16,0 0-1552 0,0 0-304 0,0 0-64 15,0 0-576-15,9-3-112 0,0 0-32 0,2 2 0 16,-1 0-528-16,2 1-112 0,1 0-32 0,3 0 0 0,2-3-64 0,0 2-16 16,-1-2 0-16,0 3 0 0,1 0-208 15,1-2 144-15,0 2-144 0,-2 2 128 0,0 0-128 0,-1 0 0 16,-1 2 0-16,-2 1 112 0,-1 1-112 0,-3 1 0 15,-1 4 0-15,-1-2 0 0,-2 1 0 0,-3 2 0 16,0 2 0-16,-2 2 0 0,-2 2 0 0,0 1 0 16,-2 0 0-16,-1 2 0 0,-1 0 0 0,1 0 0 15,-1 1 0-15,-1-3 0 0,1 2 0 0,-1-2 0 16,1-2 0-16,-1-2 0 0,1 1 0 0,-1-1 0 16,-1 0 0-16,3-2 0 15,1-1-352-15,0-2-64 0,0-2-16 0,0-2 0 16,0 0-2336-16,4-6-480 0</inkml:trace>
  <inkml:trace contextRef="#ctx0" brushRef="#br0" timeOffset="118675">24085 10982 38703 0,'0'0'3440'0,"0"0"-2752"0,9 0-560 0,3 0-128 15,1-2 2528-15,0 2 480 0,0-2 80 0,1-2 32 16,2 1-1648-16,1 1-320 0,0-2-64 0,1 0 0 15,2 0-1088-15,-1-1-352 0,1-2 0 0,-1 3 0 32,1-5-2160-32,-1 3-432 0,1-1-96 0</inkml:trace>
  <inkml:trace contextRef="#ctx0" brushRef="#br0" timeOffset="119262.02">24515 10773 39743 0,'0'0'1760'0,"0"0"352"0,0 0-1680 0,8 0-432 16,2 3 0-16,1-3 0 0,-1-3 1776 0,2 2 272 15,0 1 48-15,2-1 16 0,2-1-448 0,1 2-64 16,1 0-32-16,-1 0 0 0,-2-2-752 0,0 2-160 16,-1 2-16-16,-1-2-16 0,-1 2-160 0,-2 0-16 15,-2 1-16-15,0 1 0 0,0 1-144 0,-8-5-32 16,0 0 0-16,4 9 0 0,-2 3-96 0,-2-3-32 16,-1 1 0-16,-3 2 0 0,-4 4-128 0,0-1 192 15,-1 2-192-15,-2 3 192 0,-2-3-192 0,-2 2 192 16,1 1-192-16,1-2 192 0,1 0-192 0,2-1 0 15,1 2 0-15,2-4 128 0,1 0-80 0,0-1-48 16,2 0 0-16,2-2 0 0,0-2 0 0,4 1 0 16,2-3 0-16,1-2 0 0,3-1 0 0,2-1 0 15,2 0 0-15,5-4 0 16,4-1-960-16,1-3-64 0,1-2-32 0,3-2 0 16,0 0-1120-16,1-4-240 0,-1 2-32 0,0-3-16 15,-2-3-96-15,-3 3 0 0,2-3-16 0,-1-1 0 0,1-1 1808 0,-1 0 384 0,0 0 64 16,-1-1 0-16,-2 1 1072 0,-4 1 208 0,-2 3 32 0,-1 1 16 15,-2 1 1040-15,0 2 192 0,-5 2 64 16,0-4 0-16,-2 6-368 0,-3 6-64 0,0 0-16 16,0 0 0-16,0 0-816 0,-7-2-160 0,-2 4-48 15,-1 3 0-15,-2 1-448 0,-1 2-80 0,-3 4-32 0,0 2 0 16,1 2-80-16,-1 1-32 0,-1 2 0 0,2-2 0 16,3 0-112-16,1 0-48 0,1 0 0 0,1 0 0 0,2-1 0 15,2-1 0-15,3 1 0 0,2 0 0 16,2-2 0-16,3-2 0 0,4-2 0 0,3-1 0 15,5 0 0-15,0-2 0 0,3-3 0 0,-1-2 0 0,2 0-160 16,0-2-32-16,0-3 0 0,0-1 0 0,-1-1-48 0,5-4-16 16,-3 0 0-16,-2-3 0 0,-3-1 80 0,-3-1 16 15,-1-2 0-15,-4 0 0 0,-2 1-32 0,-3-1 0 16,-3-1 0-16,-2 2 0 0,0 0 0 0,-2 1 0 16,-1-4 0-16,-1-1 0 15,-2 0-848-15,-1 2-176 0,1 0-48 0,-2 0 0 16,-3-3-2368-16,-1 2-464 0</inkml:trace>
  <inkml:trace contextRef="#ctx0" brushRef="#br0" timeOffset="119528.59">25336 10323 38703 0,'0'0'3440'0,"0"0"-2752"16,0 0-560-16,0 0-128 0,12 7 2928 0,-1-2 544 15,-1 2 112-15,2 0 32 0,1 4-1680 0,1 1-336 16,3 2-64-16,1 2 0 0,3 3-928 0,1-1-176 0,-1 3-48 0,1 3 0 16,2 2-208-16,-1 3-48 0,1 2-128 0,-1 3 192 15,-1 2-128-15,1 3-64 0,-3 0 0 0,-1 1 0 16,-4-1 0-16,-3-2 0 0,-5 3 0 0,-3-4 0 16,-2-1 0-16,-3 0 0 0,-3-1 0 0,0-4 0 15,-5 0 0-15,0-1 0 0,-2-2 0 0,0-3 0 0,-1 2 0 16,-1-6 0-16,-2-4 0 0,1 0 0 15,-2-2-1520-15,1-2-240 0,-2-3-48 16</inkml:trace>
  <inkml:trace contextRef="#ctx0" brushRef="#br0" timeOffset="120270.42">26588 10475 36863 0,'0'0'3264'0,"-1"-4"-2608"0,-2-5-528 0,0 2-128 0,1 1 3136 0,2 6 576 16,-3-7 128-16,3 7 32 0,-5-6-1888 0,0 2-368 15,-2 1-80-15,0 3 0 0,-3 1-768 0,-1 5-128 16,-4 3-48-16,-2 4 0 0,-4 4-336 0,-1 6-80 16,-2 6-16-16,-4 5 0 0,-3 4-112 0,-2 2-48 15,-1 2 0-15,3 2 0 0,2 0 0 0,6-1 0 16,3 0 0-16,7 0 0 0,4-2 0 0,5-1 0 0,6-1 0 0,4 0 0 15,6-2 0-15,5-3 0 0,4-2 0 0,2-3 0 16,2 0 0-16,2-4 0 0,1-5 0 0,-1 0 0 16,0-6 0-16,0-1 0 0,-3-1 0 0,0-2 0 15,-2-6 0-15,-1 0 0 0,0-2 0 0,-2-1 0 16,-2 0 0-16,-1 1 0 0,-2-5 0 0,-1 0 0 16,-2 1 0-16,-1-2 0 0,-1 0 0 0,-1 0 0 15,-1-3-256-15,-2 1-64 0,-1-2 0 0,0 0 0 16,-2 0-1248-16,1-2-256 0,-2 0-48 0,-1-2-21936 15</inkml:trace>
  <inkml:trace contextRef="#ctx0" brushRef="#br0" timeOffset="123434.38">26595 10819 30399 0,'0'0'2704'16,"0"0"-2160"-16,0 0-544 0,1-7 0 16,4 1 4608-16,2-1 800 0,-2 3 160 0,1 0 48 0,1 1-3632 0,1-1-704 15,1 0-160-15,1 1-32 0,2-1-272 0,2 2-64 16,2 0-16-16,1-2 0 0,0 2-592 0,1-1-144 16,2 1 0-16,-1 0 0 0,1 2 256 0,-2 0 0 15,-2-1 16-15,-2 2 0 0,-1 1-272 0,-3 0-192 16,-2 1 16-16,-8-3 16 0,8 6 160 0,-8-6 0 0,1 7 0 0,-1-1 128 15,0-6-128-15,-4 9 0 16,-3 3 128-16,-2-1-128 0,-2-4 128 0,-1 1-128 16,-1 0 128-16,0 0-128 0,-2 2 0 0,-1-2 144 15,0 3-144-15,2-4 0 0,0 0 128 0,-1-1-128 0,4 1 0 16,-2 1 0-16,1-3 128 0,1 0-128 0,2 0 0 16,1 1 0-16,2-1 0 0,6-5 0 0,0 0 0 0,0 0 0 15,0 0 0-15,-1 6 0 0,1-6 0 16,4 7 0-16,2-2 128 0,3-1-128 0,2 1 0 15,3-2 0-15,2-1 0 0,2 2 0 0,1-2 0 0,2 3 0 16,1-4 0-16,2 3 0 0,-3-1 0 0,0 1 0 16,-3 0 128-16,1-1-128 0,0 1 0 0,-2 3 0 15,-3-1 0-15,-1-2 0 0,-3 0 0 0,-2 1 0 16,-3 1 0-16,-5-6 0 0,3 7 0 0,-3 0 0 0,-4 1 0 16,-2 1 0-16,-5-1 0 0,-2 1 0 0,-2-3 144 15,-4 2-144-15,-3-1 0 0,-1-1 144 0,-2 1-96 0,-1-2-48 16,-2-1 0-16,1 0 0 0,1 0 0 0,1-2 0 15,2 1 0-15,2-3 0 16,4 0-880-16,4 0-160 0,2-4-48 16,4 1 0-16,3-3-1776 0,5-1-352 0,7 0-80 0,5-3-17872 0</inkml:trace>
  <inkml:trace contextRef="#ctx0" brushRef="#br0" timeOffset="123764.32">27233 10810 27647 0,'0'0'2448'0,"0"0"-1952"0,0 0-496 0,0 0 0 16,0 0 4416-16,0 0 800 15,0 0 160-15,0 0 16 0,0 0-2704 0,-5 5-528 0,-4 1-112 0,-1 2-32 16,-2 4-864-16,-1 2-192 16,-4 3-16-16,0 3-16 0,0-3-480 0,1 2-80 0,2 0-32 0,2 1 0 15,2-1-336-15,2-2 0 0,4-2 0 16,1 1 128-16,2 1-96 0,2-3-32 0,5-1 0 0,2-1 0 16,1-2 0-16,4-2 0 15,2 0 0-15,4 0 0 0,0-4 0 0,3 0 0 0,2-3 0 16,2-1-160-16,0-1-96 0,0-1 0 0,-1-3-16 0,0 0 0 15,-2-3-48-15,-1 2 0 0,-2-2 0 0,-3-3 0 16,-3 2 128-16,-1-2 32 0,-1-1 0 0,-4-1 0 16,-4 0 160-16,-2 0 0 0,-1-2 0 0,-1 1 0 0,-3 1 0 15,-3 0-128-15,0-3 128 0,-3 1 0 0,-3 2-256 16,-1 1 48-16,0-1 0 0,-3 0 0 16,-1 2-656-16,0 1-128 0,0 1-32 15,2 1 0-15,0 0-752 0,2 3-144 16,2 2-48-16,1 1 0 0,3-1-2352 0,7 3-480 15</inkml:trace>
  <inkml:trace contextRef="#ctx0" brushRef="#br0" timeOffset="124100.16">27761 10816 46239 0,'0'0'1024'0,"0"0"192"0,0 0 64 0,0 0 16 0,0 0-1040 0,0 0-256 15,0 0 0-15,0 0 0 0,0 0 1808 0,-7 5 304 16,-5 3 64-16,-3 1 16 0,-1 2-960 0,-3 2-192 15,1 3-32-15,0 2-16 0,0-1-512 0,-1 0-96 16,2 0-32-16,3 1 0 0,1-1-256 0,4-2-96 16,1 0 0-16,3 0 0 0,2 0 0 0,3-2 0 0,3-1 0 0,3-1 0 15,2 0 0-15,4-2 0 0,2-1 0 0,3-2 0 16,3-1 0-16,3-1 0 0,1 0 0 0,2-2 0 16,1-2-256-16,-1-3-32 15,-1 0-16-15,0-1 0 0,1-1 0 0,-3-1 0 0,-1-3 0 0,-1-1 0 16,-1-3 48-16,-3 3 0 0,-3-3 0 0,-1-1 0 15,-1-2 128-15,-4 3 128 0,-4-3-192 0,-2 3 192 16,-2-4-128-16,0 2 128 0,-1-1 0 16,-2 2 0-16,-3 2-192 0,1-5 64 0,-1 3 128 0,-1 2-208 15,-4 0-448 1,1 0-96-16,-1 1-16 0,-1 0 0 0,3 3-752 0,0 3-144 0,0 0-48 0,3 2-12736 16,2 1-2544-16</inkml:trace>
  <inkml:trace contextRef="#ctx0" brushRef="#br0" timeOffset="124327.99">28206 10957 12895 0,'0'0'1152'0,"0"0"-928"16,0 0-224-16,9-4 0 0,1 0 9568 0,2 0 1872 16,0 0 368-16,2-1 80 0,1 0-8880 0,0 2-1760 15,2-2-352-15,1 1-80 0,3 0-576 0,0 0-112 16,1 2-128-16,-1-1 176 0,0 2-128 0,-1-3-48 15,-1 1 0-15,1 3 0 0,-5 0 0 0,1-2 0 16,0 0 0-16,-2 1 0 0,-2 1 0 0,-2 0-128 16,-1-1 128-16,-1 1 0 15,-1 1-1712-15,-7-1-224 0,0 0-48 0</inkml:trace>
  <inkml:trace contextRef="#ctx0" brushRef="#br0" timeOffset="125189.91">29298 10810 31327 0,'0'0'2784'0,"0"0"-2224"0,3-7-560 0,-2 1 0 0,-1 0 3632 0,0 1 608 16,0 5 128-16,-1-6 32 0,0-1-1952 0,-2 3-384 15,1-2-80-15,-2 2 0 0,-2-1-880 0,0 3-160 16,-2 0-48-16,-1 3 0 0,-1 3-464 0,-2 2-112 16,-3 2 0-16,0 0-16 0,-2 1-160 0,-1 3-16 15,-2 2-128-15,2 2 192 0,2-2-128 0,2-1-64 16,2 0 0-16,2 0 0 0,1 2 0 0,3-4 0 15,4 0 0-15,2-1 0 0,1-2 0 0,4 0 0 16,3 0 0-16,4-3 0 0,2 0 0 0,3-1 0 16,1-1 0-16,3-1 0 0,1-2 0 0,2-2 0 15,-1 0 0-15,1 0 0 0,-1-2 0 0,1 1 0 16,-1-2 0-16,-1-1 0 0,0-2 0 0,-2-1 0 16,-3-2 0-16,-1 1 0 0,-3-1-144 0,-2-2 144 0,-2 0 0 0,-2 0-144 15,-3 0 144-15,-1 0 0 0,-2-1-144 0,-2-2 144 16,-5 3-160-16,0 0 160 0,-1 0-208 0,-2 0 80 15,-3 3-112-15,-2 2-16 0,-3-1 0 0,-1 3 0 16,-3 3-960 0,-1 1-192-16,-2 4-32 0,1 1-16 0,-1 4-2064 0,0 2-432 15,-2 0-80-15</inkml:trace>
  <inkml:trace contextRef="#ctx0" brushRef="#br0" timeOffset="125555.47">29358 11017 13823 0,'0'0'1216'0,"0"0"-960"0,2-8-256 0,-2 2 0 0,-2-2 7120 0,0 3 1392 16,-1 1 256-16,-2 0 64 0,-2 0-5360 0,-3 4-1072 15,-3 0-224-15,-1 0-32 0,-3 2-752 0,-2 4-160 16,0 2-16-16,-3 2-16 0,-3 2-672 0,-1-1-128 16,0 2-16-16,0 1-16 0,0 0-272 0,2 0-96 15,3 1 0-15,3-1 0 0,1-1 0 0,5 0 0 16,5-1 0-16,4-1 0 0,4 0 0 0,4-1 0 15,3 1 0-15,5 0 0 0,6-4 0 0,0-1 0 16,3 1 0-16,4-2 0 0,30 2 0 0,-26-7 0 16,0-3-160-16,2 2-64 0,-1-3-16 0,-1-1 0 15,-1-1 0-15,-3 0-112 0,-3-3-32 16,-2 2 0-16,-4-2 0 0,-3-3 96 0,-2-1 16 0,-3 0 0 0,-4-1 0 16,-2 0 80-16,-3-2 0 15,-1 0 16-15,-3 1 0 0,-4 0-144 0,-1-2-48 0,-3 1 0 0,-1 1 0 31,-3 1-112-31,1 1-32 0,-2 2 0 0,0 0 0 16,0 0-944-16,1 3-192 0,2-2-32 0,1 3-16 16,3 1-2336-16,2 3-448 0</inkml:trace>
  <inkml:trace contextRef="#ctx0" brushRef="#br0" timeOffset="125917.22">29959 10914 25791 0,'0'0'2304'0,"4"-5"-1856"0,-2-2-448 0,-2 7 0 0,0-4 4928 0,-2-2 896 16,-2 2 192-16,-2 1 16 0,-3 3-3312 0,-3 0-672 16,-1 0-128-16,-4 3-16 0,-2 2-752 0,-4 3-128 15,0 2-48-15,-1 1 0 16,0 2-528-16,-1-1-128 0,1 1 0 0,1 0-16 0,1 0-224 0,4 2-80 16,2-2 0-16,4-2 0 0,3 1 0 0,5 2 0 15,4-2 0-15,4-1 0 0,3 0 0 0,4-2 0 16,4 0 0-16,4-1 0 0,3 0-144 0,3-2-32 15,2 1 0-15,3-2 0 16,3-4-304-16,0 2-64 0,-1-2-16 0,0-2 0 16,-2-2-32-16,0-1-16 0,-3 0 0 0,-2-2 0 15,-4-1 48-15,-2 0 16 0,-2-3 0 0,-3 0 0 0,-5-2 336 0,-1 1 64 0,-2-4 16 0,-4 2 0 16,-3 0 128-16,-2-1 0 16,-3-2 160-16,-3 2-160 0,-3 1 176 0,-1 0-176 0,-2-2 192 0,0 2-192 15,-2 0 0-15,-1 4 0 16,-2 1 0-16,1 2 0 0,-2-1-336 0,1 2-32 0,1 1 0 15,0 2 0 1,4-1-1712-16,2 0-352 0,1 3-64 0,4 2-11056 0,8-2-2208 0</inkml:trace>
  <inkml:trace contextRef="#ctx0" brushRef="#br0" timeOffset="126219.76">30414 10913 41759 0,'0'0'1856'0,"2"-6"368"0,-2-1-1776 0,0-1-448 0,-2 3 0 0,-1-1 0 16,-3 1 1856-16,0 0 304 0,-3 4 48 0,-2-1 16 0,-1 2-320 0,-2 3-64 16,-1 2-16-16,-4 4 0 0,-2-1-1056 0,-1 4-192 15,-3 0-64-15,-1 1 0 0,0 4-224 0,2-2-48 16,0 1-16-16,2 1 0 0,2-2-224 0,5 2 0 16,3 0 0-16,4-1 0 0,3-2 0 0,5 1 0 15,3 0 0-15,6 0 64 0,4-2-64 0,4-2 0 16,1 0 0-16,4-2 0 15,4-1-432-15,2-3-80 0,0-1 0 0,1-1-16 16,0-3 80-16,1-2 0 0,1-2 16 0,-1-2 0 16,-1-2-368-16,-2-2-80 0,-1-2-16 0,-4-1 0 15,-2-2-704-15,-3 0-160 0,-3-2-32 0,-2 0 0 16,-4 0-144-16,-3-1-48 0,-1-2 0 0,-2 1-10400 0,0 0-2080 16</inkml:trace>
  <inkml:trace contextRef="#ctx0" brushRef="#br0" timeOffset="126499.54">30660 10458 35935 0,'0'0'3200'0,"0"0"-2560"0,0 0-512 0,7 9-128 16,4-1 3328-16,2 2 640 0,0 2 128 0,2 1 16 15,4 2-2064-15,2 1-432 0,1 1-80 0,3 3 0 16,2 2-784-16,2 4-160 0,2 3-16 0,1 2-16 0,1 3-304 0,0 2-48 15,-2 3-16-15,-2 4 0 0,-2 0-192 0,-4 0 0 16,-4 4 0-16,-4-4 0 0,-4 3 0 0,-3 1 0 16,-7-3 0-16,-4-2 64 0,-3-4-64 0,-3-3 0 15,-3-4 0-15,-2-2 0 0,-2-6 0 16,0 1 0-16,-1-5 0 0,-1 1 0 0,-1-7 0 0,0 0 0 16,1-1 0-16,0-3 0 15,1-3-2288-15,0 1-400 0</inkml:trace>
  <inkml:trace contextRef="#ctx0" brushRef="#br0" timeOffset="127155.48">21249 12585 34095 0,'0'0'3024'0,"-4"0"-2416"15,0 0-480-15,4 0-128 0,0 0 4112 0,0 0 816 16,0 0 144-16,0 0 48 0,0 0-2832 0,0 0-560 16,0 0-128-16,0 0 0 0,11 0-1120 0,1 0-224 15,1 0-32-15,0 0-16 0,1 0-144 0,2 0-64 16,1 0 0-16,1 0 0 0,0 0 0 0,3 0 0 0,0 0 0 0,0 0 0 16,-2 0 0-16,1 2 0 0,-1-1 0 0,-2 0 0 15,0-1-224-15,-1 2-32 0,-3-1-16 0,-3 1 0 31,0-2-1232-31,-10 0-240 0,0 0-48 0,3 8-14320 0,-3 0-2848 0</inkml:trace>
  <inkml:trace contextRef="#ctx0" brushRef="#br0" timeOffset="127346.94">21219 12784 48543 0,'0'0'2160'0,"0"0"432"0,0 0-2080 0,0 0-512 16,0 0 0-16,0 0 0 0,0 0 1344 0,0 0 176 15,0 0 16-15,9 6 16 0,1-3-400 0,1-2-64 16,4 0-32-16,0-1 0 0,4 0-608 0,0-1-128 15,2 0-32-15,2-1 0 0,2 0-208 0,0 0-80 16,0 0 0-16,-1-1 0 0,1 2 0 0,0-3 0 16,1 3 0-16,0-1 0 0,-1 0 0 0,0-1 0 15,-1 2 0-15,1-3 0 16,-3 1-1088-16,2 1-192 0,-1-1-64 0,0 1-15312 16,-1-2-3072-16</inkml:trace>
  <inkml:trace contextRef="#ctx0" brushRef="#br0" timeOffset="128106.96">22342 12704 30111 0,'0'0'1344'0,"0"0"256"0,0 0-1280 0,0 0-320 16,0 0 0-16,0 0 0 0,0 0 2944 0,0 0 512 15,0 0 96-15,0 0 32 0,0 0-800 0,0 0-160 16,0 0-16-16,0 0-16 0,0 0-1168 0,0 0-224 16,0 0-48-16,0 0-16 0,0 0-464 0,0 0-96 15,0 0 0-15,0 0-16 0,0 0-352 0,0 0-64 16,0 0-16-16,0 0 0 0,0 0-128 0,0 0 0 15,0 0 0-15,0 0 112 0,4 7-112 0,-4-7 0 16,0 0 0-16,4 3 0 0,-4-3 0 0,5 4 0 16,0-1 0-16,2 0 0 0,0-1 0 0,3-1 0 15,0 1 0-15,2 0 0 0,1-2 0 0,2 0 0 16,2 0 0-16,3 0 0 0,2 0 0 0,2-2 0 16,0 0 0-16,2 1 0 0,0 0 0 0,0 0 0 0,1-1 0 15,-1 1 0-15,0 0 0 0,0-1 0 0,-3 1 0 16,-1 0 0-16,-1-1 0 0,0 1 0 0,-1 1 0 0,-2 0 0 15,-2 0 0-15,-2 0 0 0,-1-1 0 0,-3 1 0 16,0 0 0-16,-3 0 0 0,-7 0 0 0,0 0 0 0,0 0 0 16,0 0 0-16,0 0 0 0,0 0 0 15,0 0 0-15,0 0 0 0,0 0 0 0,0 0 0 0,0 0 0 16,0 0 0-16,0 0 0 0,0 0 0 0,0 0 0 0,0 0 0 16,0 0 0-16,0 0 0 0,0 0 0 0,0 0 0 15,0 0 0-15,0 0 0 0,0 0 0 0,0 0 0 16,0 0 0-16,0 0 0 0,0 0 0 15,0 0 0-15,0 0 0 0,0 0 0 0,0 0 0 0,0 0 0 16,0 0 0-16,0 0 0 0,0 0 0 0,0 0 0 16,0 0 0-16,0 0 0 0,0 0 0 0,0 0 0 15,0 0 0-15,0 0 0 0,0 0 0 0,0 0 0 16,0 0 0-16,0 0 0 16,0 0-912-16,0 0-176 0,0 0-48 0,-5 0-23952 0</inkml:trace>
  <inkml:trace contextRef="#ctx0" brushRef="#br0" timeOffset="128906.29">23393 12579 36863 0,'-13'-7'3264'0,"6"5"-2608"15,-1-1-528-15,0-1-128 0,1-1 3744 0,1-2 720 16,6 1 144-16,2-1 16 0,2 2-3088 0,1 1-640 15,3 0-112-15,1-1-16 0,2-3-176 0,5-1-16 16,5 1-16-16,4 1 0 0,3 0-432 0,4 2-128 16,0 1 0-16,9-1 0 0,-2 1 0 0,-4-1 0 15,-2 3 0-15,-5 0 0 0,-2 0 0 0,-2 1 0 16,-3 1 0-16,-6 0 0 0,0 1 0 0,-4 3 0 16,0 3 0-16,-5-5 0 0,-6-2 0 0,2 7 0 0,-4 1 0 0,-2 0 0 15,-2 3 0-15,-2-3 128 0,-4 3-128 0,-1-1 0 16,-2 0 128-16,-4 1-128 0,-1 2 0 0,0-1 0 15,-2-1 144-15,-2 1-144 0,0 0 0 0,0-2 144 16,1 1-144-16,2-1 0 0,1-1 144 0,3 0-48 16,4-1-96-16,3 0 0 0,2 1 0 0,2-2 0 15,2-1 0-15,4-6 0 0,1 8 0 0,3 0 0 16,4-2 0-16,2 1 0 0,4-1 0 0,3 1 0 16,2-1 0-16,0 0 0 0,2-1 0 0,0 0 0 0,1-1 0 15,0 1 0-15,0 0 0 0,-1 2 0 0,-1-1 0 16,-2 1 0-16,0 1 0 0,-1 1 0 0,-2-1 0 0,-2 2 0 15,-2-1 0-15,-1 2 0 0,-3-2 0 0,-1 1 0 16,-4 1 0-16,-1 0 0 0,-2-3 0 0,-3 1 0 16,-2 2 0-16,-2-2 0 0,-3 0 0 0,0 0 0 15,-4-1 0-15,-2 0 0 0,-2 1 0 0,-2-1 0 16,-1-3 0-16,-2 0 0 0,0-1 0 0,-2-1 0 16,-2-1 0-16,1 1 0 0,-1-3 0 0,4-1 0 15,0-1 0-15,5 0 0 16,2-1-480-16,5-1-96 0,3-1 0 0,5-2-16 15,5 1-1824-15,6-4-352 0,6-5-80 16,5-2-19552-16</inkml:trace>
  <inkml:trace contextRef="#ctx0" brushRef="#br0" timeOffset="129244.09">24209 12532 23951 0,'0'0'1056'0,"0"0"224"0,0 0-1024 0,0 0-256 0,4 8 0 0,-3 1 0 15,-2 1 6464-15,-3 3 1248 16,-1 3 240-16,-2 2 48 0,-3 0-5232 0,-1 3-1040 15,-1 0-224-15,2 3-32 0,0-1-976 0,0 2-192 0,3-4-48 0,3 1 0 16,1-1-176-16,3 1-80 0,1-4 0 0,5 0 0 16,3-5 0-16,2 1 0 0,2-3 0 0,3 1 0 15,2-2 0-15,2-2 0 0,2-1 0 0,0-2 0 16,-1-1 0-16,0-2 0 0,0 0 0 0,0-4 0 16,0-1 0-16,-1-3 0 0,1 0 0 0,-1-1-160 0,-2 0 160 0,-1-4-160 15,0-2 160-15,-1-1-160 0,-3-1 160 16,-2 0 0-16,-1-2 0 0,-4 0-128 0,-1-1 128 15,0 2 0-15,-3 3 0 0,-2 1 0 16,-3 2 0-16,-3 3 0 0,-3 2 0 0,-3 2 0 0,-3 3 128 0,-1 4 16 16,-4 3 0-16,-1 3 0 0,-2 2-96 0,2 5-48 15,0-1 0-15,0 1 0 0,0-1 0 0,3 1 0 16,2 0 0-16,3 0 0 16,3-1-352-16,3 0-64 0,3-2-16 0,4-1 0 15,4 0-2464-15,5-3-496 0,4-2-112 0</inkml:trace>
  <inkml:trace contextRef="#ctx0" brushRef="#br0" timeOffset="129599.98">24930 12623 39615 0,'0'0'3520'0,"0"0"-2816"16,-3-6-560-16,3 6-144 0,-4-6 3392 0,-1 4 656 0,-2-1 128 15,0 3 32-15,-3 3-2464 0,1-1-480 16,-1 6-112-16,-2 1 0 0,-2 3-896 0,0 1-256 15,-5 0 0-15,2 3 128 0,0 3-96 0,0-2-32 0,0 3 0 0,3-3 0 16,2 2 0-16,3-2 0 0,1 3 0 0,3-4 0 16,3 1 0-16,3-1 0 0,4-1 0 0,3-2 0 15,1-4 0-15,4 1 0 0,3 0 0 0,2-3 0 16,2-1 0-16,-1-3 0 0,2 0 0 0,0-3 0 16,-2-1 0-16,1-1 0 0,-3-3-160 0,1 0 160 0,0 0-288 15,1-2 32-15,-1-1 0 0,-2-2 0 0,-2-2 0 16,-1 2 0-16,-1-3 0 0,-3-1 0 15,-1-3 96-15,-3 1 32 0,-1-2 0 0,-2 1 0 0,0 1 128 0,-4 0 0 16,-2 1 0-16,-1 0 0 0,-1 0-192 16,-2 0 64-16,-3 2 0 0,0 2 0 15,-4-1-432-15,1 2-80 16,-2-2 0-16,2 3-16 0,-2 1-1120 0,3 1-208 0,0 3-64 0,3 2 0 16,2-1-2416-16,8 3-480 0</inkml:trace>
  <inkml:trace contextRef="#ctx0" brushRef="#br0" timeOffset="129998.29">25535 12611 23951 0,'0'0'2128'0,"4"-6"-1696"16,-1 2-432-16,1-1 0 0,0 0 6208 0,-4 5 1152 16,0 0 224-16,0 0 48 0,0-6-4752 0,0 6-944 15,0 0-192-15,0 0-32 0,-8-4-1072 0,-1 4-192 16,-1 4-64-16,-2 0 0 0,-2 4-272 0,-1 1-112 15,-1 2 0-15,-1 2 0 0,0 1 0 0,0 2 0 0,0-3 0 0,1 2 0 16,2-2 0-16,2 3 0 0,2 0 0 0,2-1 0 16,1 1 0-16,5 1 0 0,2-3 0 0,4 2 0 15,2-3 0-15,3-4 0 0,3 2 0 0,1-1 0 16,3 0 0-16,1-1 0 0,1-2 0 0,1 0 0 16,1-2 0-16,1 0 0 0,0-4 0 0,-1 2 0 0,1-4 0 15,0-1-160-15,-1 1 160 0,-2-6-192 16,-2 1 32-16,-2-5 0 0,-2 1 0 0,-1 1 0 0,0-3 160 15,-3 0 0-15,-2-1-144 0,-2-2 144 0,0-1 0 0,-3 0 0 16,-1 0 0-16,0 0 0 0,-2-2 0 16,-3 3 0-16,-2 0 0 0,-1-1 0 0,-2 2-240 15,-1-1 80-15,0 2 16 0,-2 0 0 0,0 3-112 0,-2-2 0 16,1 4-16-16,0 2 0 16,0-1-1072-16,4 3-224 0,1 4-32 0,2 0-16 15,7 0-1200-15,0 0-256 0,0 0-32 0,6 8-16224 0</inkml:trace>
  <inkml:trace contextRef="#ctx0" brushRef="#br0" timeOffset="130378.83">26180 12630 23951 0,'0'0'2128'0,"0"0"-1696"16,0 0-432-16,1-6 0 0,-2 1 6608 0,1 1 1248 15,-1-2 240-15,-2-1 48 0,-1 2-5408 0,-2 1-1088 16,-2 2-224-16,-3-1-32 0,1 2-960 0,-1 2-192 0,-2 2-48 0,-2 0 0 15,-2 3-128-15,-1 0-64 0,-1 3 0 0,1-1 0 16,0 3 0-16,-3 3 0 0,1 0 0 0,5 1 0 16,0-1 0-16,4 0 0 0,2 2 0 0,2 1 0 15,3-4 0-15,2 4 0 0,2-3 0 0,2 2 0 16,1-2 0-16,3 1 0 0,3-4 0 16,2 1 0-16,2-2 0 0,3-3 0 0,2-1 0 0,1 1 0 0,2-3 0 15,1 0 0-15,1-2 0 0,-1 0 0 0,0-2-176 16,-5-2 32-16,-2-3 0 0,0 0 0 0,-2-3-80 15,0-1-16-15,-1 0 0 0,-3-4 0 0,-1 0 112 0,-1-4 128 16,-1-4-208-16,-4 3 80 0,-1-2 128 0,-2 2 0 16,-1 0 0-16,-2-2-128 0,-2 1 128 0,0 0-192 15,-2 0 192-15,-1 2-192 0,-3-3-48 0,1 3-16 16,-3 2 0-16,1 2 0 16,2 2-400-16,-1 3-96 0,-1 2-16 15,0 1 0-15,2 2-992 0,4 2-208 0,1 2-32 0,6-1-12496 16,0 0-2496-16</inkml:trace>
  <inkml:trace contextRef="#ctx0" brushRef="#br0" timeOffset="130720.73">26686 12610 31327 0,'0'0'1392'0,"0"0"272"0,0 0-1328 0,0 0-336 16,0 0 0-16,0 0 0 0,0 0 5152 0,0 0 960 15,1-5 192-15,-1 1 32 0,0 4-4096 0,-4-3-816 16,-2 2-160-16,-2 2-48 0,-1 2-880 0,-2 1-176 15,-6 6-32-15,-2-2 16 0,-2 1-144 0,4 0 0 0,-1 2 0 0,1 2 0 16,0-3 0-16,1 3 0 0,2 0 0 0,1 0 0 16,2 2 0-16,1 4 0 0,3 1 0 0,5-3 0 15,2 0 0-15,2-4 0 0,2 1 0 0,4-1 0 16,4-1 0-16,2 0 0 0,2-3 0 16,2 0 0-16,2-3 0 0,6 2 0 0,-1-3 0 0,-2-2 0 15,2 0 0-15,-2-2 0 0,-1-2 0 0,-1-2 0 0,0-2 0 16,-3-2 0-16,-2 1-160 0,0-5 160 0,-3-3 0 0,-3-2 0 15,-2-2 0-15,-2 0 0 0,-2-2 0 0,-1 1 0 16,-2-1 0-16,-2 1 128 0,-3 0-128 0,-2 1 0 16,-2-1 0-16,-1 0-128 0,-3 1 128 0,-1 1 0 15,-2 0-144-15,0 2 144 16,-3-1-1232-16,-2 2-176 0,0-2-48 0</inkml:trace>
  <inkml:trace contextRef="#ctx0" brushRef="#br0" timeOffset="131207.68">27808 12400 38703 0,'0'0'1712'0,"-2"4"352"0,-5-1-1648 15,1-1-416-15,0 2 0 0,3 3 0 0,0-1 3264 0,2 1 560 0,-1 2 112 0,2 5 32 0,0-1-2352 16,2 0-464-16,-1 4-80 0,2 4-32 0,0 1-720 0,3 4-128 16,1 0-48-16,3 2 0 0,-1 2-144 0,1 1 160 15,-1 2-160-15,2 1 160 0,-2 0-160 0,3 6 0 16,-3-4 0-16,-3-2 0 0,-1-1 0 0,-1-7 0 16,-2-1 0-16,-2-4 0 0,-2-3 128 0,-2-2-128 15,-2-3 128-15,-3-3-128 0,-3-1 192 0,-2-4-64 16,-7-1 0-16,-3-1 0 0,-2-3 0 0,-1-1 0 15,-3-3 0-15,0-2 0 0,0 0-128 0,1-2 128 16,2 0-128-16,1-1 128 0,1-1-128 0,2-1 0 16,-1 1 0-16,2-2 0 15,1-1-608-15,3 0 0 0,1-1 0 0,3-1-16448 16,1 0-3296-16</inkml:trace>
  <inkml:trace contextRef="#ctx0" brushRef="#br0" timeOffset="132477.35">19514 12804 32655 0,'0'0'1440'0,"0"-5"304"0,0 5-1392 0,0 0-352 16,0 0 0-16,0 0 0 0,1-5 1728 0,-1 5 256 15,0 0 64-15,0 0 16 0,0 0-64 0,0 0-16 16,-2 12 0-16,-2 2 0 0,-1 3-992 0,-2 3-208 16,1 0-32-16,-2 3-16 0,-1 0-112 0,-2 2-32 15,1 1 0-15,-1-3 0 0,0 0-240 0,0-4-48 0,1-1-16 0,-1-1 0 16,2-2-288-16,1-4 0 0,1 0 128 0,0-3-128 15,3-3-192-15,4-5-112 0,0 0-16 0,0 0 0 32,0 0-1152-32,0 0-256 0,1-11-32 0,5 0-16 0,1-5-128 0,4-2-16 15,2-1-16-15,0-5 0 0,0-2-432 0,1-3-64 16,2-5-32-16,1 1 0 0,1-4-80 0,2-2-16 16,1-1 0-16,-1 4 0 0,0 2 1408 0,-4 7 288 0,1 5 48 15,-3 6 16-15,-4 2 2816 0,0 6 560 0,-3 4 112 0,-7 4 32 0,0 0 736 0,4 9 160 16,-1 3 32-16,-2 2 0 0,-1 2-960 15,0 2-192-15,0 1-48 0,0 2 0 0,0 3-1168 0,1 1-224 16,2-1-48-16,1 0-16 0,0-2-416 0,1 0-64 16,2-1-32-16,0 0 0 0,3-2-272 0,0 1-48 15,2-1-16-15,-2-3 0 0,4 0-144 0,0-1 0 16,-1-2 0-16,1 0 128 0,-1 1-128 0,0-1 0 16,0 0 0-16,-3-3 0 0,0 0-128 15,-3 1 128-15,-1-2 0 0,-2 0 0 0,-2-1 0 0,-1 1 0 16,-2 3 0-16,-3-3 0 0,0-3 0 0,-4 1 0 0,-2 1 0 15,-3 0 0-15,0-2 0 0,-4 2 0 16,-1 0 176-16,-2-2-176 0,-1 1 176 0,-2-2-176 16,-2 2 192-16,-1-5-192 0,-1 2 128 0,1 0-128 15,0-3 0-15,1 1 0 16,0-2-816-16,3-2-208 0,2-2-64 0,2-1 0 16,1-1-1664-16,4-2-352 0,4-3-64 0</inkml:trace>
  <inkml:trace contextRef="#ctx0" brushRef="#br0" timeOffset="132903.13">20202 12563 18431 0,'0'0'1632'0,"0"0"-1312"0,0 0-320 0,0 0 0 16,0 0 6096-16,0 0 1152 0,0 0 240 0,0 0 32 0,-2 11-4688 0,-2 2-928 15,-1 2-192-15,-2 5-48 0,1 1-512 0,-1 4-128 16,1 2 0-16,-1 3-16 0,1 1-464 0,0 0-96 15,1 2 0-15,3-3-16 0,-1-1-192 0,3-2-48 16,1 0 0-16,2-3 0 0,1-1-192 0,1 0 0 16,1-4 0-16,4-2 0 0,-1-3 0 0,1-2 0 15,2-3-192-15,0-1 192 0,1-3-368 0,1-2 48 16,0-3 0-16,2-1 0 0,0-2-64 0,-2-4 0 16,-1 1 0-16,1-2 0 0,2-1 192 0,-2-4 48 15,-1-3 0-15,0 2 0 0,0-3 0 0,0-1 0 16,-1-3 0-16,0-3 0 0,-3 0 0 0,2-1 0 15,-1-5 0-15,-1 1 0 0,-1-1 16 0,0 0 0 16,-2 3 0-16,1 3 0 0,-3 2 128 0,0 4 0 16,-2 4-144-16,-1 3 144 0,-1 5 0 0,0 6 208 15,0 0-16-15,0 0-16 0,-3 5 80 0,-1 7 0 16,-2 5 16-16,3 3 0 0,-3 3-32 0,1 3-16 16,2 2 0-16,2 0 0 0,1-1-224 0,1 1 128 15,1-1-128-15,0 0 0 16,4-1-400-16,0 0-176 0,1-5-48 0,-1-1 0 15,1-2-1824-15,-1-2-368 0,1-3-80 0,-2-4-17616 0</inkml:trace>
  <inkml:trace contextRef="#ctx0" brushRef="#br0" timeOffset="133118.63">19908 12542 32255 0,'0'0'2864'0,"0"0"-2288"0,0 0-576 0,0 0 0 0,9 0 2944 0,1-2 496 15,3 0 80-15,3 1 32 0,1 0-2736 0,1 1-560 16,3-4-96-16,3 3-32 16,0-1-624-16,2 1-128 0,2-2-16 0,-1 1-16 15,2-1-2368-15,-1 1-480 0</inkml:trace>
  <inkml:trace contextRef="#ctx0" brushRef="#br0" timeOffset="133279.01">20532 12481 40719 0,'0'0'1792'0,"0"0"384"0,0 0-1728 0,2-5-448 16,0 0 0-16,3-1 0 0,2 1 1872 0,1 1 304 16,1-4 48-16,0 2 16 0,3 1-672 0,3 1-128 15,4-3-32-15,0 2 0 0,2 0-1088 0,1 0-320 16,0 1 144-16,0 0-144 15,-1 0-2240-15,-2-1-512 0,16-2-96 0,-14 3-32 0</inkml:trace>
  <inkml:trace contextRef="#ctx0" brushRef="#br0" timeOffset="133709.31">18832 12286 15663 0,'0'0'1392'0,"0"0"-1120"16,0 0-272-16,-9 0 0 0,-1 1 6672 0,2 4 1280 16,1 3 256-16,2 2 48 0,1 3-5776 0,0 6-1168 0,-2 4-224 0,-1 7-64 15,1 5 320-15,-1 8 48 16,1 5 16-16,-1 7 0 0,2 8-640 0,0 6-128 16,-2 1-32-16,2 3 0 0,-2-1-240 0,4 0-48 15,-1 1-16-15,1-2 0 0,0 1-112 0,1-1-32 16,1-5 0-16,-1-3 0 0,2-10-160 0,-1 1 0 0,0-1 144 0,-1-6-144 15,1-7 0-15,0-2 0 0,-1-5 0 0,0-3 0 16,-2 0 0-16,0-8 0 0,0-1 0 16,0-4 0-16,-1-3-672 15,0-5-160-15,5-9-16 0,0 0-16 16,0 0-1120-16,0 0-240 0,-9-4-32 0,2-9-19952 0</inkml:trace>
  <inkml:trace contextRef="#ctx0" brushRef="#br0" timeOffset="134972.1">18747 12233 26719 0,'0'0'2368'0,"0"0"-1888"0,8-6-480 15,1 1 0-15,2-2 5104 0,4 2 912 16,6 0 192-16,7-1 48 0,4 1-5040 0,7-4-1024 0,2 1-192 0,-9 3 0 15,8-1 176-15,5-1 64 16,6 1 16-16,8-2 0 0,5 1-64 0,3-1 0 16,5-1 0-16,2 0 0 0,5 1-192 0,4 0 128 15,3 2-128-15,43-4 0 0,-14 2 0 0,-2 1 128 16,-1 2-128-16,1 0 0 0,0 1 192 0,2 1-16 16,3 2 0-16,4-2 0 0,0 1-48 0,-2-1 0 0,-1-1 0 0,2 0 0 15,1 2-128-15,0-4 0 0,-1 0 0 0,3-1 0 16,4 0 0-16,-1 0 0 0,0 1 0 0,7-4 0 15,4 0 0-15,1 0 128 0,-5-1-128 0,7 1 192 16,5 1-192-16,-2-1 0 0,-5 3 0 0,1 0 0 16,4 1 0-16,-6-1 0 0,-4-2 0 0,3 2 0 0,0 4 208 15,-5 0-32-15,-5 2-16 0,2-2 0 0,2 0 96 0,-5 1 32 16,-6-3 0-16,3 2 0 0,2 2-48 16,0-2-16-16,-4-3 0 0,2 2 0 0,3 4-80 0,-3-3-16 15,-4 0 0-15,1 0 0 0,1-1-128 0,0-2 192 16,2 2-192-16,-6 1 192 0,-4-4-192 0,1 3 0 15,-1 2 0-15,-5-1 128 0,-3-2-128 0,-5 2 0 16,-3-1 0-16,-4 4 0 0,-1 1 0 0,-6 2 0 16,-7-3 128-16,-2 1-128 0,-1 1 0 0,-5 2 0 15,-3-2 0-15,-4 2 0 0,-4-4 144 0,-4 0-144 16,-6 0 160-16,-5 1-160 0,-4 2 192 0,-3-3-64 16,-3-1-128-16,-1 1 192 0,-2 0-48 0,-3 0-16 15,-2 0 0-15,-1-2 0 0,-2 1 0 0,-1-1-128 0,1 2 192 0,-2 0-64 16,0-3-128-16,-2 2 128 15,-3-3-128-15,-2 2 128 0,0 1-128 0,-2-2 0 16,-3 3 0-16,2 0 0 0,-4 3 0 0,-8-3 0 16,9 0 128-16,-9 0-128 0,0 0 0 0,0 0 0 15,0 0 0-15,0 0 0 0,0 0 0 0,0 0 128 16,0 0-128-16,0 0 0 0,0 0 0 0,0 0 128 0,0 0-128 16,0 0 0-16,0 0 0 0,0 0 0 0,0 0 128 0,0 0-128 15,0 0 0-15,0 0 0 0,0 0 0 0,0 0 128 16,0 0-128-16,0 0 0 0,-9 13 0 0,2-1 128 15,1 1-128-15,0 1 0 0,1 1 0 0,1 5 128 16,-1 7-128-16,0 4 0 0,1 3 0 0,-1 5 0 16,1 5 0-16,1 6 0 0,2 3 0 0,0 7 0 15,-1 3 0-15,4 2 0 0,3 3 0 0,0 2 0 0,3 2 0 16,0 1 0-16,1 2 0 0,1 1 0 0,3-2 0 16,0 2 0-16,0-4 0 0,2 2 0 0,-2-1 0 0,0 0 0 15,-2-4 0-15,1-2 0 0,0-5 0 0,-2-1 0 16,-1-2 0-16,-1-5 0 0,-1-2 0 0,-1-7 0 15,0-3 0-15,-3-3 0 0,-1-2 0 0,-1-3 0 16,-1-2 0-16,0-6 0 0,0-6 0 0,0-2 0 16,-1-2 0-16,-2-3 0 0,1-2 0 0,-1 0 0 15,0-1 0-15,1-2 0 0,2-8 0 0,-7 8 0 16,7-8 0-16,-8 8 0 0,1-6 0 0,7-2 0 16,-11 6 0-16,2-5 0 0,-1-1 0 0,-2 0 0 15,-2 0 0-15,-2-1 0 0,-1 1 0 0,-3 0-176 16,-4 0 176-16,-4 0-128 0,-3-2 0 0,-3 2 0 15,-4-2 0-15,-4 0 0 0,-3 1-96 0,-5 1-16 16,-2 0 0-16,-8 1 0 16,-8-1-144-16,-6 2-48 0,-7 0 0 0,-3-2 0 15,-5 0-256-15,-5 0-48 0,-6 3-16 0,-7 1 0 16,-4-4 272-16,-5 0 48 0,-4 0 16 0,-5 0 0 0,-6-3 416 0,-2 3 0 0,-2-1 0 0,-7 0 0 16,-10-1 0-16,-1 2 0 0,-5 3 192 0,0-2-64 15,0-1 0-15,-6-1 0 0,-8 0 0 0,1 1 0 16,0 5 0-16,-1-3 0 0,-1-2 0 0,-4 2 0 15,-5 3-128-15,0 0 128 0,3 2-128 0,1-2 128 16,-2 0-128-16,-1 2 128 0,-2 0-128 0,4 1 128 16,3 0-128-16,0 0 192 0,0 0-64 0,2 1 0 0,0 0 128 15,5 1 16-15,2 2 16 0,4 1 0 0,3 3 0 16,6-2 0-16,4 2 0 0,4-2 0 0,0 0-32 0,8 0-16 16,6-3 0-16,4 2 0 0,4 0-240 0,6 2 176 15,3-1-176-15,7-1 160 0,4-3-160 0,6 1 0 16,5-3 144-16,10 0-144 0,6-5 0 0,5 1 128 15,3-1-128-15,6-2 0 0,3-2 144 0,10-2-144 16,4-1 192-16,7-1-192 0,5-1 144 0,4 1-144 16,4-2 0-16,5 2 144 0,3 1-144 0,5-3 0 15,4 2-192-15,2 1 192 16,1 2-720-16,6 2-32 0,0 0 0 0,0 0 0 16,-6-3-1648-16,6 3-336 0,0 0-64 0</inkml:trace>
  <inkml:trace contextRef="#ctx0" brushRef="#br0" timeOffset="137036.39">12344 15665 11055 0,'-12'-2'976'0,"-2"1"-784"15,-3-3-192-15,-2 0 0 0,0 0 4448 0,2 2 848 16,2-5 160-16,6 3 48 0,0 2-1664 0,0-1-336 16,1 2-64-16,2 0-16 0,1-1-800 0,5 2-144 15,0 0-48-15,0 0 0 0,0 0-1056 0,0 0-224 16,7-4-32-16,4 2-16 0,2 0-528 0,2 1-128 16,2 0 0-16,4 0-16 0,3-2-240 0,1 0-64 15,3-1 0-15,0 2 0 0,-1-3-128 0,0-1 0 16,1 1 0-16,11 0 0 15,-3 2-864-15,-3 1-96 0,-4-1-32 0,-3 2 0 16,-4 2-1840-16,-1 2-368 0,-6 1-80 0</inkml:trace>
  <inkml:trace contextRef="#ctx0" brushRef="#br0" timeOffset="137213.2">12398 15885 39615 0,'-14'8'1760'0,"9"-4"352"0,-2 0-1680 0,7-4-432 0,0 0 0 0,0 0 0 16,0 0 2944-16,0 0 512 0,0 0 112 0,0 0 16 15,0 0-2464-15,11 2-480 0,-2-2-112 0,3 0-16 16,1-4 16-16,4-1 0 0,2-1 0 0,3-2 0 0,3-1-528 0,4-2 0 16,2-2 0-16,15-6-192 15,-3-1-1152-15,0 2-208 0,0 0-48 0,-11 5-14016 16,5-2-2784-16</inkml:trace>
  <inkml:trace contextRef="#ctx0" brushRef="#br0" timeOffset="137476.29">13168 15551 35935 0,'0'0'1600'0,"-8"2"320"0,-1 0-1536 0,1 0-384 16,1 0 0-16,7-2 0 0,-6 3 4208 0,6-3 768 16,0 0 144-16,0 0 48 0,0 0-3696 0,0 0-720 15,0 0-160-15,4 8-16 0,2-1-192 0,3 1-16 16,3-1-16-16,4-1 0 0,-1 1-352 0,6-1 0 16,1 0 0-16,3 0 128 0,1 1-128 0,0-2 0 15,-1 1 0-15,-2 2-128 0,0 0 128 0,-2-2-192 16,-2 2 192-16,-2-1-192 0,-5-1 64 0,-3 1 0 15,-1-1 0-15,-3 2 0 0,-5 1 128 0,-4 0 0 16,-4 1 0-16,-2 1 0 0,-3-3 0 0,-3 4 0 16,-3-3 160-16,-2 3-160 0,-3-1 144 0,-1 1-144 15,-1 0 128-15,0 0-128 0,-1-1 0 0,1 0 128 0,0-1-128 0,-8 3 0 32,6-1-1776-32,8-2-432 0,7 1-96 0</inkml:trace>
  <inkml:trace contextRef="#ctx0" brushRef="#br0" timeOffset="138004.04">13810 15892 32255 0,'0'0'2864'0,"0"0"-2288"16,0 0-576-16,0 0 0 0,0 0 4576 0,0 0 800 0,5-6 176 0,2 1 16 16,1 0-3968-16,0 0-816 0,1 1-144 0,1-3-48 15,2 3 48-15,1 0 16 0,0 1 0 0,1-1 0 16,2 2-464-16,1 2-192 0,0-2 176 0,-1 2-176 16,-1 2 0-16,-2 0 0 0,-1 2 0 0,-3 1 0 15,-1 0 0-15,0 3 0 0,-4-2 0 0,-2 3 0 16,-2 2 0-16,-2 1 0 0,-4 1 0 0,0 2 0 15,-3 1 0-15,0 2 0 0,-2-2 0 0,1 0 0 16,-1 2 0-16,1 0 0 0,-2-4 0 0,2 1 144 16,1-2-16-16,1 0 0 0,0-2 0 0,5 0 0 0,2-2-128 0,1 0 0 15,1 0 144-15,3-2-144 0,-4-7 0 0,9 4 0 16,2-2 0-16,2 1 0 0,3-3 0 0,2 0-128 16,1-4 0-16,11-2 0 15,-1-5-1360-15,1-1-272 0,1-2-48 0,-7 2-14096 16,2-3-2816-16</inkml:trace>
  <inkml:trace contextRef="#ctx0" brushRef="#br0" timeOffset="138377.84">14703 15563 13823 0,'6'-12'1216'0,"-5"6"-960"0,-2-5-256 16,-1 2 0-16,1 3 7488 0,0-3 1440 16,-2 2 288-16,0 1 64 0,-2 0-6272 0,0 4-1248 0,5 2-256 0,-8 1-48 15,-4 2-144-15,-1 3-32 16,-1 5 0-16,-3 4 0 0,-1 5-704 0,-2 5-160 0,-1 5-32 0,1 2 0 15,-1 5-192-15,1 2-32 16,3-1-16-16,4 1 0 0,1 0-96 0,5 0-48 16,1 1 0-16,5-4 0 0,4-1 0 0,3-4 0 15,3-2 0-15,3-3 0 0,4-3 0 0,5-3 0 0,2-3 0 0,2-4 0 16,2-4 0-16,2-3 0 0,2-6 0 0,2 0 0 16,2-5 0-16,-1 0 0 0,0-3 0 0,0-4 0 15,0-3-128-15,-3-3-32 0,-1-3 0 0,-1-3 0 16,-5-3-32-16,0-3-16 0,-5-3 0 0,-2-1 0 15,-4-5 80-15,-4 1 128 0,-2-1-208 0,-3 0 80 0,-5-1 128 0,-2-1 0 16,-2 0 0-16,-4 2 0 0,-4 1 0 16,-4 1 0-16,-4 2 0 0,-12-8 0 0,2 8 0 0,7 17 144 15,-3 1-144-15,-15 0 0 0,3 4 0 16,3 6-192-16,2 6 0 0,3 5 0 16,3 4-976-16,3 5-192 15,4 1-48-15,2 5 0 0,2 5-1248 0,4 5-256 0,4 3-48 16,4 1-10608-16,1 1-2112 0</inkml:trace>
  <inkml:trace contextRef="#ctx0" brushRef="#br0" timeOffset="138592.42">14727 15809 29487 0,'0'0'2624'0,"0"0"-2112"15,0 0-512-15,0 0 0 0,-3-9 3856 0,3 9 672 16,0 0 128-16,0 0 16 0,0 0-2080 0,-1 7-416 15,1 5-96-15,1 3-16 0,0 3-880 0,3 3-176 16,2 2-48-16,-1 1 0 0,0 0-592 0,0 1-128 0,0-2-32 0,1-6 0 16,0 1-208-16,2-1 0 0,1 1 0 0,2-2 0 31,-1 0-512-31,3-2-160 0,-1 2-32 0,6 2 0 16,-1-5-2320-16,-1-5-480 0,-1-4-80 0</inkml:trace>
  <inkml:trace contextRef="#ctx0" brushRef="#br0" timeOffset="139023.68">15148 15838 30399 0,'0'0'2704'0,"0"0"-2160"16,0 0-544-16,0 0 0 0,0 0 4592 15,9-5 800-15,-9 5 176 0,10-5 16 0,0 1-3168 0,-3 1-640 16,1 1-128-16,7 2-32 16,-4 0-848-16,-2 1-192 0,2 3-16 0,1-3-16 0,1 2-288 0,4 2-64 15,-4 0-16-15,-3 0 0 0,-1 1-176 0,3 3 0 16,-2 0-160-16,-4-3 160 0,-3 1 0 0,0 2 0 15,0 1 0-15,-2 1 160 0,-1-1-112 0,-1 5-48 16,-2-4 0-16,0-2 0 0,0 2 0 0,-4 6 0 16,1-7 0-16,0-1 0 0,0 3 0 0,2-3 0 15,4-9 0-15,-4 9 0 0,4-9 0 0,0 0 0 16,-1 11 0-16,1-11-160 0,0 0 160 0,0 0 0 0,0 0 0 16,7 10 0-16,1-1 0 0,-1-6 0 0,2 1 0 0,1-3 128 15,2 2-96-15,5 1-32 0,1 0 0 16,-6-2 0-16,0 1 0 0,-2-1 0 15,2 1 0-15,-2 1 0 0,1 0 0 0,2 2 0 16,-3 1 0-16,-1-1 0 0,-2 4 0 0,-7-10 0 16,4 11 0-16,-2 1 0 0,-2-2 0 0,-2 1 0 15,-2-1 0-15,-5 1 0 0,-2-1 0 0,-2-2 0 16,-1 0 0-16,-2 1 0 0,1-3 0 0,-2 4 0 0,-3-4 0 0,1-1 0 16,-2 1 0-16,0-3 0 0,-1 0 0 15,2-3 0-15,3-1-448 16,4-1-64-16,3-4-32 0,2 1 0 0,3-2-1648 15,3 1-336-15,4-3-64 0,4-10-20144 0</inkml:trace>
  <inkml:trace contextRef="#ctx0" brushRef="#br0" timeOffset="139208.79">15825 15620 30399 0,'0'0'2704'0,"11"-3"-2160"0,-3-4-544 0,-1 3 0 0,2 0 5040 0,5 0 896 15,-1 0 176-15,0 3 32 0,0-3-4000 0,-2 2-800 16,-1-1-176-16,0 2-16 0,2-1-544 0,6 0-96 15,1-1-32-15,-6 2 0 0,0 1-352 0,0 0-128 16,0 0 0-16,0 0 0 0,0-2-208 0,3 2-144 16,-3 0-32-16,-3 0 0 15,-10 0-1472-15,0 0-288 0,0 0-64 0,0 0-20960 0</inkml:trace>
  <inkml:trace contextRef="#ctx0" brushRef="#br0" timeOffset="139376.64">15788 15748 29487 0,'0'0'2624'0,"0"0"-2112"16,-4 5-512-16,4-5 0 0,-6 6 4352 0,6-6 768 16,0 0 160-16,0 0 32 0,0 0-2976 0,0 0-592 15,5 5-112-15,3-4-32 0,1 2-576 0,1-2-112 16,3-1-16-16,8-1-16 0,0-2-624 0,-4 2-128 16,2-2-128-16,11-1 176 0,-1 0-432 0,2 2-64 0,3-2-32 0,3 3 0 31,2-1-2768-31,3-4-544 0</inkml:trace>
  <inkml:trace contextRef="#ctx0" brushRef="#br0" timeOffset="140093.7">16768 15516 35935 0,'0'0'3200'0,"8"-8"-2560"15,-1 2-512-15,-7 6-128 0,0 0 3072 0,0 0 608 16,0 0 112-16,0 0 32 0,0 0-1888 0,4 17-368 16,-4 1-80-16,-4 7-16 0,-1 1-560 0,-1-5-112 15,0 2-32-15,-3 2 0 0,-2 2-448 0,-4 10-80 16,0-7-32-16,4-5 0 0,-1-3-80 0,1-3-128 16,1-3 176-16,5-6-176 0,0-3 128 0,-1-1-128 0,6-6 0 15,0 0 144-15,0 0-144 0,0 0 0 0,0 0 0 0,0 0 0 16,0 0 0-16,-4-11 0 0,3-2 0 0,5-2 0 15,0-2 0-15,1 2-192 0,2-5 192 0,2 1-208 16,0-2 80-16,1-3 128 0,2 1-208 0,0-3 80 16,0 2 128-16,-5 6 0 0,2 0 0 0,1-1-128 15,-1 1 128-15,4-5 0 0,-3 6 0 0,-1 5 0 16,-1 4 0-16,-8 8 0 0,0 0 0 0,8-1 128 0,-8 1-128 16,8 3 176-16,-8-3-176 0,12 11 192 15,-2 1-64-15,-2-3-128 0,1 2 192 0,4 7-64 0,-1 1-80 16,-5-4-48-16,3 2 0 0,0 0 0 0,2 1 0 0,0 1 0 15,2 2 0-15,7 9 0 0,0-5 0 0,-7-7 0 16,2-2 0-16,7 6 0 0,-2-4 0 0,-7-6 0 16,-1 1 0-16,2-1 0 0,-2-2 0 0,-2 1 0 15,1-2 0-15,2 0 0 0,-3-1 0 0,-11-8 0 16,9 6 0-16,-9-6 0 0,0 0 0 0,0 0 0 16,0 0 0-16,0 0 0 0,0 0 0 0,0 0 0 15,-9 0 0-15,-8 0 0 0,-3 0 0 0,0-2 0 16,-4 0 0-16,-2 0 0 0,-3-1 0 0,-1 1 0 0,0-2 0 15,-4 1 0-15,-1 0 0 0,1 1 0 16,2-2 0-16,0 1 0 0,1-1-272 0,2 2 48 16,3-3 16-16,6-1 0 15,3 1-720-15,4 0-144 0,3 0-16 0,10 5-16 16,0 0-1248-16,0 0-240 0,0 0-48 0,15-9-16 16,3 1-1760-16,4-4-368 0</inkml:trace>
  <inkml:trace contextRef="#ctx0" brushRef="#br0" timeOffset="140602.48">17416 15434 19343 0,'0'0'1728'0,"3"-9"-1392"0,-2 0-336 0,2 0 0 16,-3 9 3904-16,2-11 704 0,1 1 128 0,0 1 48 0,-3 9-1360 15,2-9-272-15,-2 9-48 0,0 0-16 0,0 0-944 0,0 0-192 16,0 0-32-16,0 0-16 0,0 0-864 0,0 0-160 15,3 9-48-15,-2 4 0 0,-1 6-368 0,0 11-80 16,-1 0 0-16,0-8-16 0,-1 3-368 0,2 1 128 16,0 3-128-16,3 1 96 0,1-3-96 0,2 12 0 15,1-3 0-15,1-3 0 0,2-4 0 0,1-3 0 16,0-4 0-16,2-3 0 0,0-5 0 0,2-1 0 16,-1-4 0-16,2-1 0 0,-1-3 0 0,2-1 0 15,-1 0 0-15,1-5 0 0,0-2-192 0,-2-2-48 16,0-2 0-16,-1 1 0 0,0-6-32 0,1 0-16 15,-3-1 0-15,-1-2 0 0,1-5 128 0,0-1 32 16,-1-2 0-16,0-2 0 0,-3-2 128 0,-2 7 0 16,1-3 0-16,3-15 0 0,-2-1 0 0,-1 1 0 0,-2 0 0 0,1 3-128 15,-1 1 128-15,2 3 0 16,-2-2 0-16,0 4 0 0,1 5 192 0,-1 4-16 16,-1 3-16-16,-2 4 0 0,1 4 32 0,-3 9 16 0,0 0 0 0,0 0 0 15,0 0-80-15,0 0 0 0,0 13-128 0,0 4 192 16,-3 5-48-16,-1 4-16 0,2 4 0 0,-1 0 0 15,-1 4-128-15,3-10 0 0,-2 2 144 0,1 13-48 16,-2-8-96-16,1 2 0 0,2-1 0 0,0-2 0 16,1-2 0-16,1-4 0 0,2 0 0 0,-2-9 0 15,0 0-528 1,2-2-112-16,-1-1 0 0,1-1-16 0,-3-11-1392 16,0 0-288-16,0 0-48 0,0 0-12960 0,0 0-2576 0</inkml:trace>
  <inkml:trace contextRef="#ctx0" brushRef="#br0" timeOffset="140798.87">17171 15189 35007 0,'0'0'3120'0,"0"0"-2496"16,0 0-496-16,0 0-128 0,0 0 3008 0,0 0 576 15,0 0 112-15,0 0 16 0,0 0-2272 0,0 0-464 16,12 3-80-16,-3-2-32 0,4-1-544 0,11 0-128 15,0 0 0-15,2 0-16 16,1-1-1440-16,-1 1-272 0,0-3-64 0,1 0-12896 16,0 1-2576-16</inkml:trace>
  <inkml:trace contextRef="#ctx0" brushRef="#br0" timeOffset="140955.88">17793 15171 7359 0,'0'0'656'0,"0"0"-528"0,0 0-128 16,1-7 0-16,-1 7 8704 0,8-6 1696 0,-8 6 352 0,12-4 64 15,0-2-7184-15,-1 3-1440 16,1-3-272-16,-3 2-64 0,3 1-608 0,1-1-112 0,0 0-32 0,9-2 0 16,0 3-784-16,1-1-176 0,-3 0-16 0,1 0-128 31,0 4-784-31,1 0-272 0,1 0-48 0</inkml:trace>
  <inkml:trace contextRef="#ctx0" brushRef="#br0" timeOffset="141414.85">18528 15510 23039 0,'0'0'2048'0,"0"0"-1648"16,-6-7-400-16,6 7 0 0,0 0 6656 0,0 0 1264 0,0 0 240 0,0 0 48 15,8-8-5648-15,-2 2-1120 0,-6 6-224 16,12-7-64-16,0 1-432 0,1 0-80 0,0 3-32 0,1 0 0 16,2 0-480-16,1 2-96 0,-2-2-32 0,2 1 0 15,-1 2 0-15,0 1 0 0,-1 0 0 0,2 1 0 16,0-1 0-16,-1 2-240 0,-2-1 80 0,0 2 16 15,0 3-992-15,-1-5-192 0,-2 2-32 0,1 0-15136 16,0 3-3024-16</inkml:trace>
  <inkml:trace contextRef="#ctx0" brushRef="#br0" timeOffset="141613.67">18540 15688 46527 0,'0'0'2064'0,"0"0"432"0,-12 2-2000 0,12-2-496 16,-9 1 0-16,9-1 0 0,0 0 1200 0,0 0 144 15,0 0 16-15,0 0 16 0,0 0-80 0,15-1-16 16,0-2 0-16,2 0 0 0,0-1-720 0,3 2-160 16,1-2-16-16,-1-1-16 0,3-2-176 0,-1 2-16 15,1 1-16-15,1 0 0 0,-2-2-160 0,0 0 0 16,-1 1 0-16,-2 1 128 0,-2 0-368 0,2 2-80 16,-1 0 0-16,-2 1-16 15,-3 0-1584-15,1 1-304 0,2 2-64 0</inkml:trace>
  <inkml:trace contextRef="#ctx0" brushRef="#br0" timeOffset="142940.37">19554 15551 19631 0,'0'0'864'0,"0"0"192"0,0 0-848 0,0 0-208 16,-9-2 0-16,9 2 0 0,0 0 2064 0,-9 0 368 16,9 0 80-16,0 0 16 0,0 0 112 0,0 0 32 15,0 0 0-15,0 0 0 0,-9 1 80 0,9-1 32 16,0 0 0-16,0 0 0 0,0 0-752 0,0 0-160 15,0 0-16-15,0 0-16 0,0 0-800 0,0 0-144 16,0 0-48-16,0 0 0 0,0 0-464 0,0 0-112 16,0 0-16-16,0 0 0 0,0 0-176 0,0 0-80 0,0 0 0 0,11-1 0 15,0-6 0-15,2 2 0 0,-1 1 0 0,2 0 0 16,3 2 0-16,3-2 0 0,1-3 0 16,1 3 0-16,0 2 0 0,0-1 0 0,-1 0 0 15,0 1 0-15,1-1 0 0,-2 2 0 0,-3 1 0 0,-2-1 0 16,1-2 0-16,-3 2 0 0,-1-1 0 0,-2 2 0 15,-10 0 0-15,11 0 0 0,-11 0 0 0,0 0 0 16,10 2-448-16,-10-2-64 0,0 0-32 0,0 0 0 16,0 0-1296-16,0 0-256 15,0 0-48-15,0 0-13456 0,0 0-2688 0</inkml:trace>
  <inkml:trace contextRef="#ctx0" brushRef="#br0" timeOffset="143782.92">20363 15373 16575 0,'-15'-3'736'0,"6"1"160"0,-1-2-720 0,-2 0-176 0,0-2 0 0,2 1 0 0,1 0 6832 0,0 0 1328 16,1 0 272-16,8 5 48 0,-7-7-5200 0,7 7-1040 15,0 0-192-15,0 0-64 0,0-9-1088 0,0 9-208 16,11-8-48-16,1 4-16 0,-1 0-288 0,5 2-48 16,2-4-16-16,3 5 0 0,0-3-272 0,0 3 0 15,0 0 0-15,-1 1 0 0,1-3 0 0,0 3 0 16,0 3 0-16,-3-3 0 0,-1 2 0 0,-2 2 0 16,-2-4 0-16,-3 3 0 0,-10-3 0 0,0 0 0 15,10 6 0-15,-10-6 0 0,0 0 0 0,3 11 0 16,-3-11 0-16,-3 10 0 0,-2 1 0 0,-1-2 0 15,-2 1 0-15,-1-2 0 0,-2 1 0 0,-2 0 0 16,-1 0 0-16,0 0 0 0,1 1 0 0,0-1 0 16,0-1 0-16,0 1 0 0,-1-1 0 0,3-1 0 0,2 0 0 15,2-1 0-15,7-6 0 0,-4 9 0 16,0-1 0-16,4-8 0 0,0 0 0 0,7 11 0 0,-1-3 0 0,5-1 0 16,2 1 0-16,2-1 0 0,2-1 0 15,2-1 0-15,0 3 0 0,1-1 0 0,-1-2 0 16,0 2 0-16,-3-2 0 0,0 1 0 0,-3 3 0 0,0 1 0 15,-1-3 0-15,-2 4 0 0,-1-3 0 0,-2 3 0 16,-3 4 0-16,-3-4 0 0,-1-11 0 0,-4 13 0 0,-2-1 0 16,-2-1 0-16,-2-1 0 0,-3-1 0 0,-4 0 0 0,0-2 0 15,-3 3 0-15,-1-3 0 16,-4-1 0-16,-1 1 0 0,0-3 0 0,0 1 0 0,-1-1 0 0,-2-2 0 16,-2 1 0-16,3 0 0 0,2-1-256 0,3 0 0 15,2-2 0-15,4 0 0 16,3-2-1376-16,3 0-288 0,11 2-48 0,0 0-16 15,-1-12-1648-15,6-1-336 0,7 0-64 0,6-5-13856 16</inkml:trace>
  <inkml:trace contextRef="#ctx0" brushRef="#br0" timeOffset="144137.95">20802 15326 17503 0,'0'0'1552'0,"0"0"-1232"16,0 0-320-16,11 1 0 0,-2 2 6640 0,-3 3 1264 15,-2 2 256-15,-1 4 48 0,-3 0-4960 0,-3 3-1008 16,-1 6-192-16,-1 2-32 0,-3 2-944 0,0 0-192 15,2 1-48-15,-1 0 0 0,2-4-432 0,2 4-80 16,3-1-32-16,3 1 0 0,1-5-288 0,3 1 160 0,2-1-160 0,4 1 128 16,0-5-128-16,4-2 0 0,1-4 0 0,3 0 0 15,1-2 0-15,1 1 0 0,2-6-128 0,1-1 128 16,0-3-192-16,0 0 16 0,-1-4 16 0,-1-1 0 16,-4-3-64-16,1-1-16 0,0-2 0 15,-1-2 0-15,-2-2 32 0,-1-4 0 0,-3 1 0 0,-1-3 0 16,-1-1 80-16,-1 1 128 0,-5-2-208 0,-1 3 80 15,-1 3 128-15,-4 0 0 0,-2 2-144 0,-5 4 144 16,-1 2 0-16,-4 5 0 0,-2-1 128 0,-3 4-128 16,-1-2 352-16,0 7-16 0,-2 3 0 0,1 2 0 0,-2 0-336 15,0 1 0-15,0 1 0 0,3 0 0 0,1 0 0 16,2 1 0-16,2 1 0 0,3 0 0 16,1 0-352-16,4 2-144 0,2-3-16 15,4 1-16-15,3-1-1200 0,3-3-256 0,2 0-32 0,3-1-16 16,3-3-2432-16,1 0-480 0</inkml:trace>
  <inkml:trace contextRef="#ctx0" brushRef="#br0" timeOffset="144466.98">21531 15427 15663 0,'0'0'1392'0,"0"0"-1120"16,0 0-272-16,0 0 0 0,-1-9 7104 0,1 9 1376 15,0 0 272-15,-11-2 48 0,1 2-5440 0,-2 5-1088 16,-2 3-224-16,-2 4-32 0,-1 4-960 0,-2 3-192 15,-2-2-32-15,1 2-16 0,2 1-368 0,1-1-80 16,1 1-16-16,3 1 0 0,3-2-352 0,2 1 144 16,3-3-144-16,3 1 144 0,2-2-144 0,4-1 0 15,2 2 0-15,3-2 0 0,4-2 0 0,1-2 0 0,2 0 0 16,2-3 0-16,3-4 0 0,1-1 0 0,0 0-160 16,2 0 160-16,-2-6-320 0,0 0 0 0,0 1 16 0,0-3 0 31,-1-2-144-31,-1-1-16 0,-3-3-16 0,0-2 0 0,-2-3 16 15,-2 0 0-15,-2 1 0 0,-3-4 0 0,-2 0 272 0,-1-1 48 0,-1-1 16 0,-4 2 0 16,-1-1 128-16,-3 2 0 0,-1 1 0 0,-2 3 128 16,-3-5-128-16,-2 5 144 0,-1 1-144 0,-3 1 160 0,-1 3-160 0,-1-2 0 15,-4 3 0-15,0 0 0 16,-2 3-1728-16,-2 1-256 0,-4 1-64 0</inkml:trace>
  <inkml:trace contextRef="#ctx0" brushRef="#br0" timeOffset="145038.34">22312 15450 8287 0,'0'0'368'0,"0"0"80"0,2-11-448 0,-2-1 0 0,0 12 0 0,-5-7 0 16,0-2 8304-16,-2 3 1568 0,-2 4 320 0,-1-2 64 16,-3 2-6464-16,-1 4-1296 0,-2 2-256 0,-2 0-48 15,-3 2-1072-15,-3 3-224 0,-2 3-32 0,1 2-16 0,1 1-320 16,0-1-64-16,2 2-16 0,1-1 0 0,2 2-192 0,3-2-32 16,3-2-16-16,4 0 0 0,4 0-208 0,2 0 0 15,4 1 128-15,5-2-128 0,1-2 0 0,5 3 0 16,4-1 0-16,5-3 0 0,2-4 0 0,4-1 0 15,3 0 0-15,2-1-160 0,-2-3-32 16,0-3 0-16,-2 1 0 0,2-2 0 0,-1-4-96 0,-2 0-32 16,-2 0 0-16,-3-2 0 0,-3-2-32 0,-4 0-16 15,-2 1 0-15,-4-1 0 0,-3 0 112 0,-2-1 0 16,-4-1 16-16,-3-2 0 0,-2-1 240 0,-3 0 0 16,-3 0 0-16,-2 2-144 0,-2 0 16 0,-1 2 0 15,0-1 0-15,0 2 0 16,-3 2-256-16,2 3-64 0,-1-2 0 0,0 4 0 15,0 1-1344-15,1 3-288 0,2-2-48 0,2 4-16 16,3 3-1216-16,10-4-240 0,0 0-48 0</inkml:trace>
  <inkml:trace contextRef="#ctx0" brushRef="#br0" timeOffset="145405.1">22695 15439 21183 0,'16'-5'1888'0,"-7"1"-1504"0,-9 4-384 0,10-5 0 16,-2-2 4992-16,-8 7 944 0,0 0 176 0,0 0 32 15,0 0-2848-15,0 0-576 0,0 0-112 0,0 0-32 16,-12 0-1040-16,-1 3-192 0,-2 2-64 0,-2 3 0 16,-3 4-704-16,1-2-160 0,-2 3-32 0,0 3 0 15,-1 2-224-15,0-2-160 0,1-2 192 0,1 2-48 16,3-3-144-16,4 0 0 0,1 0 0 0,3 0 0 16,4 0 0-16,3 1 0 0,0-1 0 0,6-1 0 0,3-3 0 0,3 0 0 15,3-1 0-15,4 1 0 0,3-1 0 0,0-1 0 16,3-2 0-16,-1-4 0 0,0 0-208 15,0-1 16-15,0-1 0 0,-1 0 0 0,-1-6-64 16,-2 2 0-16,-2-4 0 0,-2 0 0 0,-2-6 0 0,-2 1 0 16,-2 0 0-16,-2-1 0 0,1 0 80 0,-4-3 16 15,-3 1 0-15,-2-2 0 0,1 1 160 0,-2 0 0 16,-2-2 0-16,0 1-128 0,-2 2 128 0,0 4 0 16,-4 0 0-16,1 0-128 0,-1 2-48 0,1-1 0 15,-2 2 0-15,0 1 0 16,-1 4-704-16,2 1-144 0,0 1-16 0,11 3-16 15,-9 0-1168-15,9 0-224 0,0 0-48 0,0 0-11152 16,0 0-2224-16</inkml:trace>
  <inkml:trace contextRef="#ctx0" brushRef="#br0" timeOffset="145769.89">23181 15469 21183 0,'12'-9'944'0,"-12"9"192"0,7-8-912 0,-1 3-224 0,-1 0 0 0,-1 0 0 16,-4 5 5952-16,0 0 1136 0,2-7 224 0,-4 2 48 15,2 5-4160-15,-5-4-848 0,-3 1-176 0,-1 2-16 16,-1 0-1216-16,-2 2-240 0,-4 2-64 0,-1 3 0 16,-3 2-288-16,-3 1-64 0,0 2-16 0,-1 0 0 15,0 1-272-15,0 1 160 0,2-1-160 0,2 0 128 16,2 1-80-16,4-2-48 0,1 1 0 0,4 1 0 16,1-1 0-16,4 0 0 0,3-1 0 0,3 1 0 0,3-2 0 0,5 1 0 15,1-1 0-15,4-2 0 0,3 0 0 16,3 1 0-16,1-2 0 0,3-2 0 0,2-3 0 0,0 0-240 15,0-2 80-15,-1-2 16 0,-2 1-64 0,0-4-16 16,-3-2 0-16,-2 0 0 0,-2-4-32 0,-2-1 0 16,-4-1 0-16,0-1 0 0,-2 0 64 0,-1-3 0 15,-2-3 0-15,1-9 0 0,-5 5 48 0,-2 0 16 16,-1 3 0-16,-3 2 0 0,-1 1 0 0,-2-2 0 16,0 3 0-16,-3 3 0 0,0-2-64 0,0 3 0 15,-2 0 0-15,0 3 0 16,-1 0-272-16,3 4-64 0,3 1-16 0,2-1 0 15,5 6-2288-15,0 0-464 0,0 0-96 0</inkml:trace>
  <inkml:trace contextRef="#ctx0" brushRef="#br0" timeOffset="146160.78">23947 15173 11055 0,'0'0'480'0,"-2"-6"112"0,0-3-464 0,-1 1-128 0,1 1 0 0,-1 1 0 16,-1-1 8960-16,0 1 1792 0,0 0 336 0,4 6 80 16,0 0-7776-16,0 0-1536 0,0 0-320 0,0 0-64 15,0 0-976-15,0 0-192 0,2 7-48 0,1 2 0 16,3 0-256-16,0 3 160 0,2 1-160 0,1 5 128 0,2 1-128 16,0 1 0-16,1 0 0 0,2 3 0 0,3 2 128 0,2 1-128 15,-1 3 128-15,1 1-128 0,2 1 0 0,-1 2 0 16,-2-2 0-16,-1 0 0 15,-1 2 0-15,-3-2 0 0,-2-1 0 0,-1 0 0 0,-4-5 0 0,-2 0 0 16,-4-2 0-16,-3-2 0 0,-1-3 0 0,-2 1 0 16,-3-2 0-16,-4-2 0 0,-2-2 0 0,-2-1 0 15,-2-2 0-15,-3 1 0 0,-3-7 0 0,-12 0 240 16,4-4-64-16,-3-2-16 0,0-3-16 0,-1 0 0 16,1-3 0-16,1-1 0 0,1-3-144 0,1 2 0 15,3-2-160-15,3 0 160 0,2-1-144 0,2 2 144 16,0-1-128-16,10 5 128 15,0 1-1072-15,2-3-128 0,0 0-16 0,2-1-15360 16,0 1-3072-16</inkml:trace>
  <inkml:trace contextRef="#ctx0" brushRef="#br0" timeOffset="146994.2">13495 14988 23039 0,'0'0'2048'16,"0"0"-1648"-16,-5-9-400 0,1 5 0 0,4 4 3984 0,0 0 720 15,0 0 144-15,0 0 16 0,0 11-2704 0,1 3-560 16,0 4-96-16,2 3-32 0,-1 6-320 0,2 7-64 16,0 7 0-16,0 7-16 15,-1 3-384-15,1 6-80 0,0 3-16 0,0 4 0 0,-1 1-48 0,1 8-16 16,2 4 0-16,-1 3 0 0,-1 0-160 0,1-1-48 16,3-5 0-16,0 4 0 0,1 0-112 0,0 3-16 15,-1 0-16-15,-1-3 0 0,1-3-32 0,-1-8 0 0,-3-5 0 16,1-2 0-16,1 0-144 0,2-4 128 15,-1-3-128-15,-1-3 128 0,-2-5-128 0,-1-3 128 0,-3-3-128 16,0-2 128-16,-1-6-128 0,-1-4 160 16,1-2-160-16,-2-3 160 0,-1-2-160 0,0-6 0 0,2-3 0 0,-1-2 0 31,1-1-608-31,2-8-96 0,0 0-32 0,0 0 0 16,0 0-1456-16,0 0-304 0,0 0-48 0,-7-15-18960 0</inkml:trace>
  <inkml:trace contextRef="#ctx0" brushRef="#br0" timeOffset="148313.51">14057 14806 44975 0,'21'-20'1984'16,"-6"10"432"-16,3 0-1936 0,7 4-480 0,6 3 0 0,3 1 0 0,4-2 624 0,4 0 16 15,5 0 16-15,4-2 0 0,2-4-448 0,3 5-80 16,5 3-128-16,3-1 176 0,2 0 16 0,3-1 16 16,0 1 0-16,8-3 0 0,5 0-80 0,8 1 0 15,8-1-128-15,6 0 192 0,4-2 384 0,5 1 64 0,3 1 0 16,4 1 16-16,2 0-368 0,3-1-80 15,0 1-16-15,5 3 0 0,1 2-16 0,2 0-16 0,1-2 0 16,3 2 0-16,1 4-160 0,2-3 128 0,3 1-128 0,3-4 128 16,3 4-128-16,3-2 160 0,3 0-160 0,3-2 160 15,-1 0-16-15,0 1 0 0,4-2 0 0,-1 2 0 16,2-5 0-16,-2 2 0 0,-2 2 0 0,-2-2 0 16,1 4-16-16,-4-3 0 0,1 1 0 0,0-2 0 15,-1 3-128-15,2-1 0 0,-3 2 0 0,1 0 128 16,-2 0-128-16,0-1 0 0,1-2 0 0,-4 5 0 15,0-2 0-15,-4 0 0 0,0-4 128 0,-4 4-128 16,-1 1 0-16,-4 2 0 0,-3-5 0 0,0 1 0 16,-2 5 0-16,-5-1 0 0,-6 0 0 0,-1-1 0 15,-2 3 0-15,0-1 0 0,-1 2 128 0,-4 1-128 16,-7-1 0-16,1 1 0 0,0 1 0 0,-3 1 0 0,-4 1 0 0,-7 1 0 16,-5 0 0-16,-3-3 0 15,-2 1 0-15,-4 1 0 0,-6 0 0 0,-5-2 128 0,-5 0 0 16,-3-1-128-16,-4 1 192 0,-3 1-64 0,-4-2 16 15,-2-1 0-15,-2 1 0 0,0-1 0 0,-3 2-144 16,-2 0 160-16,-6-3-160 0,-3 1 160 0,-3-3-160 0,-4 1 128 16,-1-1-128-16,-3 0 128 0,-2-3-128 15,-2 0 128-15,10-6 0 16,-14 4 0-16,-1-1 0 0,-2-2 0 0,-7 5 0 0,0 0 0 0,8-7 0 16,-2 1 0-16,0-1 0 0,-6 7-128 0,3-7 0 15,-3 7 0-15,4-10 0 0,0 3 0 0,-2-1 0 16,-2 8 0-16,-2-9 0 0,0 1 0 0,2 8 128 15,-2-8-128-15,2 8 128 0,0 0-128 0,-2-9 128 0,2 9-128 0,0 0 128 16,0 0-128-16,0 0 0 0,0 0 0 0,0 0 0 16,0 0 0-16,0 0 0 0,0 0-192 0,0 0 192 15,-8 12 0-15,3 3 0 0,-2 5 0 0,2 9 192 16,-2 7-192-16,0 7-176 0,-1 3 48 0,-3 7 0 16,1 7 128-16,1 8 0 0,0 8 0 0,0 3 0 15,-2 3 0-15,3 2 0 0,0 2 0 0,1 2-128 16,-1 5 128-16,1-1 0 0,1-3 0 0,1-4 0 15,2-3 0-15,0-3 0 0,-1 0 0 0,2-4 0 16,-2-3 0-16,1-5 0 0,-1-4 0 0,1-4 0 16,-1-8 0-16,-2-3 0 0,1-4 0 0,-1-1 128 15,-2-3-128-15,0-4 0 0,-1-2 0 0,0-3 128 0,-2-2-128 16,1-3 0-16,-1-6 0 0,1-3 128 16,0-2-128-16,-1-3 0 0,2 1 128 0,-1-1-128 0,-1-7 176 0,-1 1-48 15,1 2 0-15,-1-3 0 0,-1-2-128 0,0-3 0 16,0 0 0-16,0 0 0 0,-3 3 0 0,-1-3 0 15,-1-3 0-15,0 0 0 0,-2 2 0 0,-1-3 0 16,-1 0 0-16,-3 0 0 0,-3 1 0 0,-4 0 0 16,-1 0 0-16,-7 1 0 0,-5-2 0 0,-5 1 0 15,-5 1 0-15,-4 0 0 0,-5 1-160 0,-5 0 160 16,-6-2 0-16,-7 0-144 0,-8-2 144 0,-5 1 0 16,-3 0-144-16,-6 1 144 0,-7-3 0 0,-4 0 0 15,-5-2 0-15,-1 0 0 0,0 0 0 0,-6 0-192 16,-3 1 64-16,-4 0 128 0,-3 1 0 0,-4 0 0 15,-4 2 0-15,-3 2 0 0,-6-1-128 0,-6 1 128 0,-7-1 0 16,-5 3 0-16,-4 3 0 0,-3-2 0 0,-2 2 0 16,-3 0 0-16,-1 3-128 0,0 0 128 0,0-1-160 15,1 2 160-15,0 2 0 0,-1 0 0 0,2 2 0 0,5-2 0 16,0-1 0-16,4 1 0 0,0 1 0 0,2 1 0 16,0-2 0-16,3 1 0 0,2 3-128 0,1 0 128 15,1 0 0-15,3 0 0 0,3-1 0 0,2 0 0 16,0-1 0-16,0 1 0 0,-1 0 0 0,7-2 0 15,4 0 0-15,1 1 0 0,1-2 0 0,3 2 0 16,4-3 0-16,2 1 0 0,3-1 0 0,6 1 0 16,1-1 0-16,4-2 0 0,5-1 0 0,4 2 0 15,4-6 0-15,5 2 0 0,7-1 0 0,6-2 0 16,6 2 128-16,6-1-128 0,3-1 0 0,4-1 0 16,8-3 144-16,6 0-144 0,6 0 0 0,3 1 144 15,5-2-144-15,8 0 192 0,4-2-192 0,6 2 192 0,4 1-192 16,5 2 0-16,4-2 0 0,4 2 128 0,9 2-128 0,0 0 0 15,0 0 0-15,0 0 0 16,0 0-304-16,2 11-80 0,-2-11-32 16,11 13 0-16,1 0-1760 0,2 0-368 0,2 3-64 0</inkml:trace>
  <inkml:trace contextRef="#ctx0" brushRef="#br0" timeOffset="152861.39">25695 15678 36111 0,'0'0'1600'0,"0"0"320"0,0 0-1536 0,0 0-384 0,0 0 0 0,0 0 0 15,6 13 208-15,0 1-32 0,-4 2-16 0,4-1 0 16,-1 6 544-16,0-2 128 16,0 0 0-16,0 2 16 0,-1 1-304 0,2-1-64 0,-1-3-16 0,1-1 0 15,2-1-144-15,0-3-16 0,-2-4-16 0,1 0 0 16,1 0 64-16,1-2 16 0,-9-7 0 0,12 4 0 15,-1-3 80-15,1-1 32 0,0-3 0 0,1-3 0 16,1-3-64-16,2-2-16 0,-1 1 0 0,4-7 0 16,0-3-128-16,2-2-16 0,1 1-16 0,3-6 0 15,0-4-240-15,2-3 128 0,2-1-128 0,2-3 0 16,2-3-208-16,2 2-144 0,1-4-32 0,0 3 0 16,-2 1-2528-1,-3 2-512-15,-4 7-96 0</inkml:trace>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9:06:35.079"/>
    </inkml:context>
    <inkml:brush xml:id="br0">
      <inkml:brushProperty name="width" value="0.05292" units="cm"/>
      <inkml:brushProperty name="height" value="0.05292" units="cm"/>
      <inkml:brushProperty name="color" value="#0070C0"/>
    </inkml:brush>
  </inkml:definitions>
  <inkml:trace contextRef="#ctx0" brushRef="#br0">1004 2901 14735 0,'0'0'640'0,"-1"-4"160"0,-3-1-640 0,4 5-160 0,0 0 0 0,0 0 0 0,0 0 6768 0,0 0 1312 15,0 0 272-15,0 0 48 0,0 0-5056 0,0 0-1008 16,-3 12-208-16,0-2-32 0,2 3-1088 0,0 3-224 15,0 4-32-15,1 2-16 0,0 3-272 0,0 2-48 16,0 3-16-16,0 0 0 0,1 0-144 0,-1 0-16 16,0 1-16-16,1-1 0 0,0-1-224 0,1-2 128 15,-1-1-128-15,0-4 0 0,1-2 0 0,-2-3 0 16,0-1 0-16,1-3 0 16,2-3-352-16,-2-2-112 0,-1-8-32 0,0 0 0 15,0 0-912-15,0 0-176 0,-5 5-32 0,-2-5-16 16,1-4-2288-16,-2-1-464 0,-3-3-96 0</inkml:trace>
  <inkml:trace contextRef="#ctx0" brushRef="#br0" timeOffset="216.44">567 2925 37775 0,'0'0'1664'0,"0"0"368"0,0 0-1632 0,0 0-400 0,0 0 0 0,0 0 0 16,0 0 3120-16,0 0 528 0,8-1 128 0,4-1 0 0,3 0-2016 15,1-1-416-15,5-2-64 0,2 0-32 0,3-1-640 0,3 0-128 16,1-1-32-16,3-1 0 0,1 1-256 0,9-5-48 16,-2 0-16-16,0-1 0 0,-1 1-128 0,-1-3 0 15,-1-1 0-15,0 2 0 16,-2-1-864-16,0 2-160 0,-4 2-16 0,-3 3-16 16,-2-1-2832-16,-2 4-560 0</inkml:trace>
  <inkml:trace contextRef="#ctx0" brushRef="#br0" timeOffset="660.84">1245 3195 38703 0,'0'0'3440'0,"0"0"-2752"16,0 0-560-16,0 0-128 0,0 0 2912 0,8 4 544 16,-8-4 128-16,9 4 0 0,1-4-1760 0,2 0-352 15,1-3-80-15,2 2-16 0,0-2-880 0,1 0-176 16,1 1-48-16,-2-1 0 0,1 1-112 0,0-2-32 0,-2 1 0 0,-1 0 0 15,-1 1-128-15,-2 1 0 0,-1 1 0 0,-2 0 128 16,-7 0-128-16,0 0 0 0,0 0 0 0,0 0 0 16,0 0 0-16,0 6 0 0,-4 3 0 0,-3 2 0 15,0 0 0-15,-2 2 0 0,-2-1 0 0,1 1 0 16,-1 0 0-16,2-1 0 0,1 0 0 0,2-1 0 16,-1 1 0-16,2 0 0 0,2 0 0 0,2-5 0 15,1 3 0-15,1-3 0 0,2 1 0 0,1-1 0 16,-4-7 0-16,9 8 128 0,0-2-128 0,3-1 128 0,2-2-128 0,2-1 0 15,0 1 0-15,1 0-176 0,-2 1 176 16,3-4 0-16,-1 1 0 0,0 2 0 0,0-1 0 0,-1 1 0 16,0 1 0-16,-5 0 0 0,0-1 0 15,-2 1 0-15,-1 0 0 0,-3 1 128 0,0 1-128 16,-2 0 192-16,-3-6-64 0,-2 9 0 0,-2-1-128 0,-3 3 128 16,-5-2-128-16,0 2 128 0,-3 2-96 0,-1-1-32 15,-1-1 0-15,-1-2 0 0,-2 1 0 0,1 1 0 16,-2-4 0-16,1 1 0 15,2-2-448-15,0-1-16 0,1 0-16 0,1-2 0 16,0-3-1504-16,2-2-320 0,2 0-48 0,5-4-20688 0</inkml:trace>
  <inkml:trace contextRef="#ctx0" brushRef="#br0" timeOffset="850.28">1781 3068 13823 0,'0'0'608'0,"6"-4"128"0,-6 4-592 0,6-4-144 15,3 0 0-15,1 1 0 0,1 0 9488 0,-1-2 1872 16,0 0 368-16,1 1 80 0,1-2-8864 0,-1 3-1792 16,1-3-336-16,1 2-80 0,-1 0-592 0,2 2-96 0,1-2-48 0,-1 0 0 15,0 0 0-15,1-1 0 0,-1 1 0 0,0 1 0 32,1 2-432-32,-1 0-80 0,-1 1 0 0,0 0-16 15,-1 0-2160-15,-2 1-416 0,1 0-96 0</inkml:trace>
  <inkml:trace contextRef="#ctx0" brushRef="#br0" timeOffset="1028.96">2016 3137 21183 0,'0'0'944'0,"0"0"192"0,0 0-912 0,0 0-224 0,0 0 0 0,0 0 0 0,0 0 6928 0,0 0 1344 16,6 2 272-16,2-2 48 0,0-2-5888 0,1 1-1168 16,0-2-256-16,3 0-32 0,2-3-864 0,2 1-192 15,1-1-16-15,0-1-16 0,1 1-160 0,0-5 0 16,0 1 0-16,2-1-176 15,-2-1-1424-15,3-1-304 0,0-1-48 0,0 0-21408 0</inkml:trace>
  <inkml:trace contextRef="#ctx0" brushRef="#br0" timeOffset="1516.16">2531 2806 28559 0,'0'0'2544'0,"0"0"-2032"15,0 0-512-15,0 0 0 0,9-5 4352 0,-2 0 768 16,1 0 144-16,0-1 48 0,0 2-2816 0,1-2-576 15,0 1-96-15,2-1-32 0,0 1-512 0,2 1-128 16,2 0 0-16,0 1-16 0,0 0-752 0,-1-2-160 0,-1 3-32 0,1-2 0 16,-1 2-192-16,1-1 0 0,-4 2 0 0,0 1 0 15,1 0 0-15,-2 0 0 0,-3 0 0 0,-6 0 0 16,8 4 0-16,-8-4 0 0,4 6 0 0,-4-6 0 16,0 8 0-16,-1 0 0 0,-3 1 0 0,-1 0 0 15,-2 2 0-15,-1-1 0 0,1 2 0 0,-3 1 0 16,1-4 0-16,-1 0 0 0,-2 0 0 0,-1 2 0 15,0 0 0-15,1 0 0 0,1-2 0 0,1 1 128 16,1-2-128-16,3 1 0 0,-1-1 0 0,3 0 0 0,4-8 0 0,0 0 0 16,-2 8 0-16,2-8 0 0,1 9 0 0,3-2 0 15,1-1 0-15,2-1 0 16,1-2 0-16,2-1 0 0,0 1 0 0,3 1 0 0,1-3 0 0,0 2 0 16,0-1 0-16,2 0 0 0,-2 0 0 0,2 0 0 15,-1-1 0-15,1 2 0 0,0 1 0 0,-2 1 0 16,-1 0 0-16,-1 1 0 0,-3-3 0 0,-1 1 0 15,0 0 0-15,-3 2 0 0,-1 2 0 0,-2 0 0 16,-2 0 0-16,-1-2 0 0,-2 4 0 0,-3-1 0 16,-2 0 0-16,-2 3 0 0,-2-5 0 0,-2 2 0 15,-2 2 0-15,-1-1 0 0,0 2 0 0,0-2 0 16,0 0 0-16,-1-3 0 0,-3 1 0 0,2 0 0 16,0 0 0-16,4-2 0 0,0 0 0 0,2-1-128 15,2 0 128-15,1-4 0 16,4 1-1056-16,6-2-96 0,0 0-32 0,0 0 0 15,2-7-2528-15,6-1-496 0,4 1-96 0</inkml:trace>
  <inkml:trace contextRef="#ctx0" brushRef="#br0" timeOffset="1868.8">3069 2864 24879 0,'0'0'2208'0,"0"0"-1760"0,0 0-448 0,0 0 0 16,0 0 5568-16,0 0 1024 0,0 0 192 0,0 0 64 15,0 9-3776-15,-1 0-768 0,-2 1-128 0,-1 2-48 16,-1-3-1392-16,0 2-288 0,-2 0-48 0,-1 4-16 15,-1 0-208-15,3 3-48 0,-3 1-128 0,2-1 192 0,2-2-192 0,1 1 0 16,1 2 0-16,2-2 0 0,1-3 0 0,1 1 0 16,3-2 0-16,1 0 0 0,3-4 0 0,3-1 0 15,3-2 0-15,0 1 64 0,2-2-64 0,1-4 0 16,1 1 0-16,2-2 0 0,-1-2 0 0,2 1 0 16,0 1 0-16,-1-3 0 0,-3 0 0 0,-2-4 0 15,0-2 0-15,-2 2-160 0,-3 1 160 0,-1-2-160 16,-2-4 160-16,-3 2-160 0,-1-1 160 0,-3 1 0 15,-2 0 0-15,-2-2-128 0,-1 0 128 0,-2 0 0 16,-3 1-144-16,-2 2 144 0,-2-3-160 0,-2 1 160 16,-1 1-208-16,-1-1 80 15,-2 2-576-15,1 0-128 0,-1 1 0 0,-1 3-16 16,2 0-512-16,2 2-112 0,1 2 0 0,2 1-16 16,2 1-176-16,3 2-48 0,0 1 0 0,4 0 0 15,5-4-944-15,-2 8-192 0,2-1-32 0,3 1-16 16,2-1 0-16,4 1 0 0,3-2 0 0</inkml:trace>
  <inkml:trace contextRef="#ctx0" brushRef="#br0" timeOffset="2227.57">3390 2998 12895 0,'9'-4'1152'0,"1"-1"-928"0,2-1-224 0,1 0 0 15,0-1 5248-15,-1 2 1024 0,-1-1 192 0,0 1 32 16,-3 1-2528-16,-2 1-512 0,-6 3-112 0,0 0-16 16,5-5-1104-16,-5 5-240 0,0 0-32 0,0 0-16 15,0 0-896-15,0 0-176 0,0 0-32 0,-9 5-16 16,-1 2-496-16,-1 3-112 0,-2 0-16 0,0 2 0 0,0 1-192 15,-1 3 0-15,0 1 0 0,3 1 128 0,2-5-128 0,1 4 0 16,2 0 0-16,2 0 0 0,1 0 0 0,5-2 0 16,0 0 0-16,3-1 0 15,2-2 0-15,2-2 0 0,3-1 0 0,3 1 0 0,2-4 0 0,3 1 0 16,1-2 0-16,2-3 0 0,2-3 0 0,1 1 0 16,1-2 0-16,0-1 0 0,-4-1 0 0,0 0 0 15,0-2 0-15,-1-1 0 0,0-2 0 0,-2 0 0 16,-4 1 0-16,-1-2 0 0,-1-1 0 0,-3 1 0 15,-5-2 0-15,-2-1 0 0,-1-1 0 0,-2 1 0 16,-2-1 0-16,-5 3 0 0,-1-4 0 0,-4 1 0 16,-2 0 0-16,-3-1 0 0,-3 1 0 0,-1 1-160 15,-2 0 160-15,0 1-128 0,-1-1-64 0,-1 1 0 16,2 1 0-16,0 2 0 16,0 1-960-16,1 0-208 0,0 3-48 0,3 0-14928 15,1-1-2992-15</inkml:trace>
  <inkml:trace contextRef="#ctx0" brushRef="#br0" timeOffset="2682.1">4293 2720 29487 0,'0'0'2624'0,"0"0"-2112"0,0 0-512 0,0 0 0 0,0 0 4544 0,0 0 816 16,0 0 144-16,-4 8 48 0,-5-3-3488 0,3 4-688 0,0 6-144 16,2 3-16-16,-1 1-160 0,3 5-32 15,0-1 0-15,1 3 0 0,1 2-592 0,1 1-128 16,1-2-32-16,-1 0 0 0,0-1-144 0,2 0-128 15,-1-3 144-15,2-3-144 0,0 0 0 0,3 0 0 16,-2-6 0-16,2-1 0 16,-2-1-480-16,1-3-144 0,2-3-16 0,0 0-16 15,2-4-1792-15,3-2-368 0,0-2-64 0</inkml:trace>
  <inkml:trace contextRef="#ctx0" brushRef="#br0" timeOffset="2934.17">4627 2841 29487 0,'0'0'1296'0,"0"0"288"0,-11-1-1264 0,1 1-320 16,0 1 0-16,-2 3 0 0,0-1 5280 0,0 1 992 0,-2 1 208 0,-2 2 48 0,1 0-4112 0,-2 2-816 16,0 2-176-16,1 2-16 15,-1 0-912-15,2 4-176 0,2-1-48 0,0 1 0 0,1-1-192 0,3 1-80 16,0-1 0-16,2 0 0 0,3-1 0 0,2 1 0 16,0-3 0-16,4-1 0 0,1-3 0 0,5 1 0 15,3 1 0-15,0 1 0 0,2-6 0 0,6-3 0 16,0 1 0-16,3-3 0 0,2 1 0 0,2-2 0 15,1-2 0-15,2-2 0 0,2 0 0 0,1-1 0 16,0-2 0-16,1 1 0 0,-1-1-176 0,4 2-16 16,-2 0-16-16,-2-2 0 15,-3 1-2576-15,-2-2-512 0</inkml:trace>
  <inkml:trace contextRef="#ctx0" brushRef="#br0" timeOffset="4898.18">975 4690 46703 0,'-12'-1'2064'0,"12"1"432"0,0 0-1984 0,-7 5-512 15,7-5 0-15,-6 9 0 0,2 2 736 0,2 2 48 16,-2 1 16-16,1 5 0 0,1 4 496 0,0 4 112 16,1 4 0-16,2 3 16 0,2 3-768 0,1-1-144 15,1-2-48-15,0 0 0 0,2-1-112 0,1-3-32 16,0 0 0-16,-2-11 0 0,3-1-320 0,-1 1 128 16,0-1-128-16,0-2 0 0,1-1 0 0,1-3 0 15,-1 0-160-15,-1-3 160 16,0-1-1056-16,0-3-96 0,-2-1-32 0,1-4 0 15,-2-3-1392-15,2-1-288 0,-2-2-48 0</inkml:trace>
  <inkml:trace contextRef="#ctx0" brushRef="#br0" timeOffset="5214.47">963 4710 46655 0,'-10'-8'2064'0,"10"8"432"0,-9-7-2000 16,4 2-496-16,5 5 0 0,0 0 0 0,0 0 1072 0,0 0 112 0,1-9 32 15,-1 9 0-15,6-8 64 0,5 3 32 0,2 1 0 0,3-1 0 16,2-2-800-16,4 2-176 0,4-1-16 0,-6 2-16 16,1-2-128-16,2 2-32 0,3-2 0 0,1 1 0 15,2 0-144-15,-2 1 128 0,2 1-128 0,0 2 128 16,-2 1-128-16,-2 0 0 0,-3 2 0 0,-1 2 0 16,-3 1 0-16,-1 2 0 0,-2-1 0 0,-5 2 0 0,-2 1 0 15,-3 1 0-15,-2 0 0 0,-3 0 0 0,-4 3 0 0,-1 0 128 16,-3 2-128-16,-1 0 0 0,-3-1 144 0,-1-3-144 15,-3 2 160-15,-1 2-160 0,-1-1 128 0,-9 6-128 16,2-4 0-16,0 1 0 0,-1-1 0 0,2 0 0 16,5-5 0-16,1 1 0 15,1-1-560-15,2-1-96 0,4-3-32 0,2-4 0 16,9-3-1680-16,0 0-320 0,-7 10-80 0</inkml:trace>
  <inkml:trace contextRef="#ctx0" brushRef="#br0" timeOffset="5769.77">1503 5079 34095 0,'0'0'3024'0,"-5"0"-2416"0,-2-2-480 0,7 2-128 16,0 0 3904-16,0 0 752 0,-5-2 144 0,5 2 48 16,0 0-2592-16,0 0-512 0,0 0-96 0,0 0-32 15,9-3-1056-15,2-1-224 0,2-1-32 0,1 0-16 16,1-1-128-16,1 3-32 0,3-3 0 0,-1 1 0 0,0 0-128 0,-1 1 0 16,-1 1 0-16,5-2 128 0,-6 0-80 0,1 2-48 15,-4 2 0-15,-12 1 0 0,0 0 0 0,0 0 0 16,0 0 0-16,0 0 0 0,0 0 0 0,0 11 0 15,-3-1 0-15,-2 2 0 0,-3-1 0 0,-1 1 0 16,-2 1 0-16,1 0 0 0,-2 2 0 0,1-1 0 16,-2 0 0-16,1-1 0 0,0-1 0 0,2 0 0 15,-1-1 0-15,3 0 0 0,3-2 0 0,5-9 0 16,-5 12 0-16,5-12 0 0,1 6 0 0,3 2 0 16,1-3 0-16,3-1 0 0,1 0 0 0,4-3 0 15,-1 2 0-15,1 0 0 0,0 1 0 0,2-1 0 16,0 0 0-16,9 2 0 0,-2-1 0 0,-7 0 0 15,1 0 0-15,0 0 0 0,-2-1 0 0,-1 0 0 16,-1 3 0-16,0-2 0 0,-3 1 0 0,-1 1 0 16,-2 2 0-16,-2-1 0 0,-1-1 0 0,-3 2 0 15,-2 1 0-15,-3 2 0 0,-3-1 0 0,-6 8 0 16,-3 0 0-16,-1 1 0 0,-3-1 0 0,-1-4 0 16,-2-1 0-16,1 2 0 0,-2-5 0 0,-1 2 0 15,0-2 0-15,9-4 0 0,-3-1-240 0,3-1-32 0,0-4-16 16,2 2 0-1,-1-2-1360-15,6-5-272 0,3-1-48 0,5-5-21792 0</inkml:trace>
  <inkml:trace contextRef="#ctx0" brushRef="#br0" timeOffset="5996.66">2036 4792 19343 0,'0'0'848'0,"0"0"192"0,0 0-832 0,0 0-208 0,0 0 0 0,0 0 0 0,10 2 7136 0,-3 0 1376 16,0-1 288-16,-1 0 48 0,1-1-6016 0,2 0-1200 16,1 0-240-16,4 0-48 0,0-1-832 0,3 1-176 15,-3-3-16-15,2 1-16 0,-1-1-304 0,4 2 160 16,-1 0-160-16,-1-3 128 0,0 1-128 0,0 3-176 16,1-5 48-16,0 3 0 15,-2-1-1632-15,-2 1-320 0,-1 1-64 0,-2 1-20992 0</inkml:trace>
  <inkml:trace contextRef="#ctx0" brushRef="#br0" timeOffset="6161.67">2087 4977 37775 0,'0'0'3360'0,"0"0"-2688"16,-4 5-544-16,0 0-128 0,2 2 2576 0,2-7 496 16,0 6 80-16,0-6 32 0,0 0-1136 0,0 0-240 0,6 6-32 0,3-3-16 15,2 1-1104-15,2-1-208 16,3 0-64-16,-1-2 0 0,1-2-256 0,1-5-128 15,0 1 128-15,4 0-128 0,-1 1 0 0,3-1 0 0,0 1 0 0,2-4-176 32,2-1-1856-32,1-3-368 0,0-1-80 0</inkml:trace>
  <inkml:trace contextRef="#ctx0" brushRef="#br0" timeOffset="7339.64">751 6406 25791 0,'0'0'2304'15,"0"0"-1856"-15,0 0-448 0,0 0 0 0,0 0 5376 0,0 0 960 16,0 0 208-16,3 11 48 0,-1 3-4192 0,1 1-832 15,1 6-160-15,1 4-48 0,1 2-368 0,1 4-80 16,-1 2-16-16,2-2 0 0,1 3-464 0,1 1-112 16,1 2 0-16,0-3-16 0,0-3-304 0,1-5 160 15,1-1-160-15,-1-2 128 0,0-3-80 0,-2-3-48 16,1-3 0-16,-2-2 0 0,0-3 0 0,0-2 0 16,-1-3 0-16,0-2 0 0,-1-2 0 0,-1-4 0 15,-1-1 0-15,0 1 0 0,2-5 0 0,-4-1 0 0,1-1 0 0,0-4 0 16,-1-2 0-16,2-3 0 0,-2-1 0 0,1-4 0 15,1 1 0-15,0-6 0 16,2 0 0-16,-1-2 0 0,1 1 0 0,-1 1 0 16,3-3 0-16,-2 2 0 0,-1 3 0 0,1-2 0 0,-1 2 0 15,1 5 0 1,-1 2-720-16,0 4-48 0,-1 3 0 0,0 2 0 0,-1 4-1280 16,0 1-256-16,-4 7-48 0</inkml:trace>
  <inkml:trace contextRef="#ctx0" brushRef="#br0" timeOffset="7933.38">1319 6794 21183 0,'0'0'1888'16,"-6"2"-1504"-16,-2-1-384 0,2-1 0 0,6 0 6992 0,0 0 1328 16,0 0 272-16,0 0 48 0,0 0-5744 0,0 0-1152 15,0 0-224-15,0 0-48 0,7-5-960 0,2-1-192 16,2 0-48-16,2-1 0 0,1 1-128 0,3-1-16 16,1 1-128-16,2 1 192 0,0-2-192 0,-1 1 0 0,1-4 0 0,-1 4 0 15,-1 1 0-15,1 1 0 16,-2 0 0-16,-3 3 64 0,0-3-64 0,-2 1 0 15,-1 0 0-15,-4 3 0 0,-7 0 0 0,0 0 0 0,6 4 0 0,-6-4 0 16,0 0 0-16,0 0 0 0,-2 10 0 0,-2-3 0 16,-1 1 0-16,-1 0 0 0,-2 1 0 0,0-1 0 15,-1 1 0-15,0 0 0 0,1 2 0 0,-1-2 0 16,-2 2 0-16,1 0 0 0,1-2 0 0,0 0 0 16,1 2 0-16,1-2 0 0,2 1 0 0,1-3 0 15,0-1 0-15,2 1 0 0,2-7 0 0,1 8 0 16,-1-8 0-16,4 9 0 0,1-3 0 0,2-2 0 15,-1 1 0-15,2 1 0 0,1-3 0 0,2 3 0 0,0 0 0 16,2-2 0-16,2 0 0 0,0 1 0 16,2-1 0-16,-1 0 0 0,0 0 0 0,-2 1 0 0,0 2 0 0,-1-3 0 15,-1-1 0-15,0 3 0 0,1-1 0 0,-4 1 0 16,-3-2 0-16,0 0 0 0,-2 1 0 0,-2 2 0 16,-2-7 0-16,-1 8 0 0,-3 0 0 0,-1-1 0 15,-2 1 0-15,-2 0 0 0,-1-1 0 0,-2-1 0 16,0-1 0-16,-1 2 0 0,-3 1 0 0,0-2 0 15,-4 1 0-15,0-5 0 0,0 2 0 0,-1-2 0 16,-1 1 0-16,-2 1 0 16,2-2-528-16,1 0-112 0,0 0 0 0,3-4-16448 15,1 0-3264-15</inkml:trace>
  <inkml:trace contextRef="#ctx0" brushRef="#br0" timeOffset="8883.17">541 6682 44223 0,'-12'3'3936'0,"2"-1"-3152"0,1 1-624 0,9-3-160 16,0 0 2448-16,0 0 464 0,0 0 96 16,0 0 0-16,0 0-1680 0,10-3-352 0,3 1-64 0,5-2-16 15,5-1-576-15,5-2-128 0,5 1-32 16,-12-1 0-16,4 1-160 0,3-2 0 16,4-1 0-16,1-1 112 0,3 1-112 0,0 0 0 0,2 0 0 0,30-9 0 31,-10 2-432-31,-8 1-80 0,-6 2 0 0,-14 2-16 0,2 2-2176 0,0 0-432 15,1 1-96-15,-1-4-16 0</inkml:trace>
  <inkml:trace contextRef="#ctx0" brushRef="#br0" timeOffset="9186.31">2107 6433 53151 0,'0'0'2368'0,"0"0"464"0,-5 1-2256 0,5-1-576 16,0 0 0-16,0 0 0 0,0 0 976 0,0 0 96 15,0 0 16-15,0 0 0 0,0 0-448 0,9-3-96 16,1-1-16-16,3 1 0 0,2-2-384 0,-1 1-144 0,2-1 0 0,-1 2 0 15,2-2 0-15,1 1 0 16,-2 0 0-16,1 0 0 0,1 1 0 0,-1 0 0 0,-1 0 0 0,-2-1 0 31,-1 1-768-31,-2 2-128 0,-2 0-48 0,-3 0-15952 0,-6 1-3200 0</inkml:trace>
  <inkml:trace contextRef="#ctx0" brushRef="#br0" timeOffset="9356.04">2064 6622 33167 0,'0'0'2944'0,"0"0"-2352"0,-5 4-464 0,5-4-128 16,0 0 4464-16,3 7 864 0,-3-7 176 0,0 0 48 16,0 0-3472-16,10 2-688 0,0 1-144 0,3-2-32 15,1-1-672-15,3-1-144 0,0-3-16 0,3 0-16 0,-2 1-368 0,2 2 128 16,1-5-128-16,2-1 96 0,3 1-96 0,1-2-240 16,2-1 80-16,2-2-17232 15,-2-1-3440-15</inkml:trace>
  <inkml:trace contextRef="#ctx0" brushRef="#br0" timeOffset="9772.9">2907 6205 45375 0,'0'0'2016'0,"0"0"416"0,0 0-1952 0,0 0-480 0,0 0 0 0,0 0 0 16,0 0 1696-16,-5 3 240 0,0 0 48 0,1 4 16 0,0 5-464 16,3 1-112-16,1 2-16 0,-2 5 0 0,2 0-832 0,-2 3-160 15,-1 3-32-15,1 3-16 0,0 1-272 0,1 1-96 16,0-4 0-16,1 2 0 0,1-2 0 0,0 0 0 16,-1-4 0-16,2-1 0 0,0-1 0 0,1-5 0 15,1-1 0-15,0 0 0 0,1-4 0 0,0 1 0 16,0-1 0-16,1-5 0 15,-6-6-1168-15,7 4-240 0,1-1-32 0,1-3-23328 16</inkml:trace>
  <inkml:trace contextRef="#ctx0" brushRef="#br0" timeOffset="9933.96">3228 6622 21183 0,'-7'4'1888'0,"1"-3"-1504"15,-1 5-384-15,7-6 0 0,-3 5 7312 0,-1 1 1392 16,0 1 288-16,0-1 48 0,0 0-6256 0,4-6-1248 0,0 0-256 0,0 0-64 15,0 0-816-15,0 0-160 0,0 0-48 0,0 0 0 32,0 0-608-32,8 2-128 0,2-2-32 0,3-2 0 15,2-5-2160-15,0-2-432 0,2-1-96 0</inkml:trace>
  <inkml:trace contextRef="#ctx0" brushRef="#br0" timeOffset="10164.73">3510 6165 32255 0,'0'0'2864'0,"0"0"-2288"0,0 0-576 0,0 0 0 16,0 0 4624-16,0 0 816 0,0 0 176 0,0 0 16 16,0 0-3296-16,0 0-672 0,4 7-128 0,-2 3-16 15,1 3-1008-15,-1 3-192 0,0 5-32 0,-1 3-16 16,-1 2-192-16,0 1-80 0,1 3 0 0,-1 0 0 0,-1 0 0 0,1 2 0 16,0-2 0-16,0-3 0 0,1 2 0 0,2-2 0 15,-1-1 0-15,1-4 0 0,0-1 0 0,-1-5 0 16,1-2 0-16,1-1 0 0,1 0-176 0,0-4-16 15,-1-1-16-15,-4-8 0 16,0 0-1712-16,8 0-320 0,0-3-80 0,2-3-21232 0</inkml:trace>
  <inkml:trace contextRef="#ctx0" brushRef="#br0" timeOffset="10496.23">3972 6188 45951 0,'0'0'2048'0,"0"0"400"0,0 0-1952 0,0 0-496 0,0 0 0 15,0 0 0-15,0 0 1760 0,0 0 256 0,0 0 48 16,0 0 16-16,0 0-544 0,-6 5-128 16,-3 0 0-16,0 3-16 0,-2 1-1008 0,1 2-192 0,-1 1-32 0,2 1-16 15,-1 1-96-15,-2 0-48 0,0 2 0 0,1-2 0 16,-1 1 0-16,0-1 0 0,0 0 0 0,1 1 0 16,0-1 0-16,2-1 0 0,1 0 0 0,0 0 0 15,1-1 0-15,0-2 0 0,3 1 0 0,3-2 0 16,-3-3-176-16,4-6-16 0,0 0-16 0,0 7 0 15,0-7 208-15,0 0 256 0,5 6-48 0,2 0-16 16,1-3-192-16,3 0 0 0,1-2 0 0,1-1 128 16,0-1-128-16,1-2 0 0,2 0 0 0,2-1 0 15,3-2 0-15,0 3 0 0,0-4 0 0,0 1 0 0,0-2 0 16,0 0 0-16,-3 0 0 0,0 2 0 0,-1-1-320 16,-1 0-64-16,-2 0-16 0,-1 0 0 15,-4-1-1200-15,-1 0-224 0,-3-1-48 16,-1 0-14048-16,-1 3-2800 0</inkml:trace>
  <inkml:trace contextRef="#ctx0" brushRef="#br0" timeOffset="10726.21">4038 6187 13823 0,'0'0'608'0,"0"0"128"0,0 0-592 0,0 0-144 16,0 0 0-16,0 0 0 0,0 0 7872 0,4 8 1552 15,-1-1 304-15,0 2 64 0,0 2-6016 0,-2 2-1200 16,0 1-240-16,1 3-48 0,-1 0-1456 0,0 1-304 15,-1 1-48-15,1 3-16 0,-2 0-336 0,1 1-128 16,-1 0 0-16,0 0 0 0,1 1 0 0,0-2 0 0,0-1 0 0,0-2 0 16,0-2 0-16,1 0 0 15,0-1 0-15,0-2 0 0,1-2 0 0,0-3 0 16,-2-9 0-16,2 9 0 16,2-2-432-16,0-1-16 0,-4-6-16 0,0 0 0 15,7 0-2080-15,2-3-400 0,1-3-96 0</inkml:trace>
  <inkml:trace contextRef="#ctx0" brushRef="#br0" timeOffset="11078.29">4447 6176 26719 0,'0'0'2368'0,"0"0"-1888"0,-7-1-480 0,7 1 0 16,0 0 5392-16,0 0 992 0,0 0 192 0,-5 3 32 16,-3-1-4048-16,1 3-800 0,-1 2-160 0,0 1-48 15,0 1-656-15,0 4-144 0,2 0-32 0,-1 0 0 0,-1 4-528 0,2-3-192 16,1 2 144-16,1 0-32 0,3-2-112 0,1 0 0 15,3 1 0-15,1-2 0 0,2-2 0 0,1 1 0 16,1-1 0-16,3-2 0 0,2-2 0 0,1-3 0 16,0 0 0-16,2-2 0 0,1-2 0 0,0-2 0 15,-1 1 0-15,-1-4 0 0,1 0 0 0,-2-2 0 16,-1 2 0-16,0-3 0 0,-1-1 0 0,-3 0-128 16,-1 0 128-16,0-3 0 0,-2-1-128 0,-1-1 128 15,-2 0-192-15,-2-1 192 0,1 1-128 0,-4 0 128 16,0 1 0-16,-1 0 0 0,-1 0-144 0,-1 0 144 15,-1 2 0-15,-4-1-144 0,0 1 0 0,-2 2 0 16,-2 0 0-16,0 1 0 0,-2 2-192 0,-1 2-48 0,-1 0 0 0,1 4 0 31,-2 1-912-31,3 3-192 0,-1 1-48 0,0 3 0 16,1 3-816-16,0 0-160 0,1 2-48 0,-1 3-10944 0,2 0-2176 0</inkml:trace>
  <inkml:trace contextRef="#ctx0" brushRef="#br0" timeOffset="11457.63">4575 6515 16575 0,'0'0'736'0,"8"-4"160"0,-1-1-720 0,0-1-176 0,-1-4 0 0,1 1 0 16,-1-1 6592-16,0 0 1280 0,-1 0 256 0,-2 1 48 16,-2 0-4944-16,-1 1-992 0,-1 0-192 0,-2 2-32 15,-1-1-928-15,-3 4-192 0,-2 1-48 0,-2 2 0 0,-4 3-208 0,-2 3-32 16,0 5-16-16,-2 3 0 0,-2 0-352 0,-1 3-80 15,-2 2-16-15,2 2 0 0,1-2-96 0,3 2-48 16,1-2 0-16,3 1 0 0,2-4 0 0,3-1 0 16,2 0 0-16,3-1 0 0,3 2 0 0,4-2 0 15,2-1 0-15,3 0 0 0,1-2 0 0,3-5 0 16,2-1 0-16,3-1 0 0,1 0 0 0,2-3 0 16,1 1 0-16,1-4 0 0,1-2 0 0,-1 1-208 15,1-4 64-15,-3 1 16 0,0-4-96 0,-2 3-16 16,-1-3 0-16,-1 0 0 0,-3-3-48 0,-1 0-16 0,-5-1 0 15,-1 1 0-15,-2-3 96 0,-3 2 16 16,-5 1 0-16,0-3 0 0,-1 2 192 0,-2-2 0 16,-1 0-160-16,-1 1 160 0,-1-1 0 0,-3 2-144 15,-1-1 144-15,-2 1 0 16,-1 1-992-16,1 2-96 0,1 1 0 0,-1 0-14704 0,2 0-2928 0</inkml:trace>
  <inkml:trace contextRef="#ctx0" brushRef="#br0" timeOffset="12272.68">5271 6314 39615 0,'0'0'3520'0,"0"0"-2816"16,0 0-560-16,0 0-144 0,0 0 2816 0,0 0 544 15,-7 2 96-15,3 2 32 0,6 5-1600 0,-1 3-320 16,3 5-64-16,-1 1-16 0,-1 5-864 0,-2 5-176 16,-2-8-48-16,0 3 0 0,4-1-400 0,-2 1 0 15,4 2 0-15,-1-4 0 0,1-2 0 0,0 0 0 16,0-2 0-16,1 1 112 0,1-2-112 0,-2-3 0 0,-1-2 0 0,3-2 0 15,-4-3 0-15,1-2 0 0,-3-4 0 0,0 0 0 16,0 0 0-16,0 0 0 0,0 0 0 0,4-6 0 16,1-3 0-16,-1-3 0 0,0-3 0 0,1 1 0 15,-1-3 0-15,1-2 0 0,2 1 0 0,-1-5 0 16,2-2 0-16,0 0 0 0,2-2 0 16,1 2 0-16,-1 4 0 0,3 1 0 0,-1 2 0 0,0 3 0 15,1 2 0-15,-2 5 0 0,-1 3 0 0,-1 1 0 16,1 2 0-16,-1 5 0 0,0 3 0 0,0 4 0 15,1 1 0-15,-1 5 0 0,-1 3 0 0,-1 1 0 0,-1 4 0 0,-1-1 0 16,0 0 0-16,0 0 0 0,-1-4 0 16,1-1 0-16,-1-1 0 0,1-1 0 0,1-2 0 0,-1-1 0 15,0-1 0-15,0-3 0 0,1-1 0 0,-6-8 0 16,0 0 0-16,0 0 0 0,6 1 0 0,-6-1 0 16,7 0 0-16,-2-1 0 0,0-5 0 0,0-4 0 15,-1-1 0-15,1-2 0 0,2 0 0 0,-1-3 0 16,1-2 0-16,1-4 0 0,0-3 0 0,1 0 0 15,0-4 0-15,1 3 0 0,2 1 0 0,0-1 0 16,-1 3 0-16,1 3 0 0,-1 5 0 0,-2 2 0 16,0 4 0-16,-3 2 0 0,1 4 0 0,-7 3 0 15,6 2 0-15,1 4 0 0,-2 5 0 0,0 2 0 16,-1 2 0-16,0 4 0 0,0-1 0 0,-1 1 0 16,-1 2 0-16,1 1 0 0,1 1 0 0,1-1 0 15,0-1 0-15,0 0 0 0,-1-7 0 0,2 0 0 16,0-3 0-16,1-1 0 15,0 0-960-15,1 0-176 0,1-4-32 0,2-2-16 16,-2-4-2832-16,1-5-560 0</inkml:trace>
  <inkml:trace contextRef="#ctx0" brushRef="#br0" timeOffset="12742.26">6163 6049 15663 0,'0'0'1392'15,"0"0"-1120"-15,-4-6-272 0,2 2 0 16,4-2 8480-16,0-1 1632 0,1 0 336 0,2 0 64 0,0 2-7504 15,2 1-1520-15,1-3-288 0,1 2-64 0,1 0-608 0,2 0-112 16,0 0-32-16,1-1 0 0,1 2-272 0,0 0-112 16,2 2 0-16,0-1 0 0,1 1 0 0,-2 0 0 15,0 2 0-15,-1-2 0 0,-1 0 0 0,0 2 0 16,-2 2 0-16,-1 0 0 0,-1-2 0 0,-9 0 0 16,8 0 0-16,-8 0 0 0,0 0 0 0,0 0 0 15,3 7 0-15,-3 1 0 0,0-8 0 0,-3 9 0 16,-1 0 0-16,-2 1 0 0,-2-2 0 0,-1 3 0 15,-2 0 0-15,1-2 0 0,-1 1 0 0,2-1 0 16,0 0 0-16,1 0 0 0,0-1 0 0,3 0 0 16,0-3 0-16,5-5 0 0,-1 8 0 0,1 0 0 15,1-1 0-15,3 0 0 0,-4-7 0 0,10 5 0 16,2 2 0-16,2 0 0 0,1 0 0 0,2-1 0 16,0-2 0-16,2 2 0 0,1 0 0 0,1-2 0 15,-3 0 0-15,-1 2 0 0,-2 1 0 0,-2-1 0 16,-1 1 0-16,-1-1 0 0,-4 0 0 0,-1 0 0 15,-2 2 0-15,-3 0 0 0,-1-8 0 0,-3 8 0 16,-2 0 0-16,-3-1 0 0,-2 2 0 0,-1-2 0 0,-3-3 0 16,-2 1 0-16,-2-1 0 0,0 0 0 0,1-1 0 15,-1 0 0-15,-2-1 0 0,2 3 0 0,-3-5 0 16,1 0 0-16,2 0 0 0,1-3 0 0,-1 1 0 0,2 0 0 16,1 2 0-16,0-5 0 0,2 0 0 0,0-1 0 15,0-1-2160-15,0-2-416 16</inkml:trace>
  <inkml:trace contextRef="#ctx0" brushRef="#br0" timeOffset="22243.91">8586 2741 13823 0,'0'0'1216'0,"0"0"-960"16,-6-8-256-16,6 8 0 0,0 0 7216 0,0 0 1392 16,-4-6 288-16,4 6 48 0,0 0-6064 0,0 0-1200 15,0 0-240-15,0 7-48 0,0 7-336 0,1 1-64 16,0 3-16-16,2 3 0 0,1 3-464 0,0 2-112 15,0 0-16-15,0 3 0 0,2 2-64 0,-1-1-32 16,2-1 0-16,-2 1 0 0,-1-4-160 0,1-2-128 16,-1 1 144-16,1-4-144 0,-2-1 0 0,0-6 128 15,1 2-128-15,-2-3 0 0,-1-2 0 0,2 1 0 16,-3-5-144-16,0-1 144 16,0-6-640-16,0 0-48 0,0 0 0 0,0 0 0 15,0 0-992-15,-5-5-208 0,1-2-32 0,-1 0-16 16,1-5-2624-16,-1-3-528 0</inkml:trace>
  <inkml:trace contextRef="#ctx0" brushRef="#br0" timeOffset="22486.26">8223 2711 12895 0,'-7'0'1152'0,"-2"-1"-928"16,-3-1-224-16,3 0 0 0,3 0 7424 16,6 2 1456-16,0 0 272 0,0 0 64 15,0 0-5696-15,0 0-1136 0,0 0-224 0,9-2-48 16,4-2-960-16,2 3-192 0,2-3-48 0,4 0 0 0,4-1-400 0,4-2-64 15,2 2-32-15,3-2 0 0,2 1-224 16,3-3-32-16,2 0-16 0,-1 1 0 0,-1 0-96 0,0 0-48 16,-1 0 0-16,0-1 0 0,-3 1 0 0,0-1 0 15,-1 3 0-15,-2 1 0 16,-5-1-384-16,-1 4-64 0,-2 2 0 0,-5 1-16 16,-2 0-1616-16,-3 5-320 0,-2 3-64 0,-4 2-13024 15,-3 5-2624-15</inkml:trace>
  <inkml:trace contextRef="#ctx0" brushRef="#br0" timeOffset="22716.14">9011 3119 46191 0,'0'0'2048'0,"0"0"416"0,8-1-1968 0,-8 1-496 16,8 1 0-16,0 3 0 0,0-1 1968 0,-2 3 288 15,-1 2 64-15,1 2 16 0,-3 3-1040 0,0 3-208 0,0-2-32 16,-2 3-16-16,0 0-704 0,1 2-144 0,-2-1-16 0,0 0-16 16,0 0-160-16,0 1 0 0,0-4 0 0,0 0 112 15,0-2-240-15,0-3-32 0,0-2 0 0,1 0 0 16,-1-8-1184-16,4 7-224 16,2-3-48-16,1-2-14704 0,1-5-2944 0</inkml:trace>
  <inkml:trace contextRef="#ctx0" brushRef="#br0" timeOffset="22932.03">9426 2862 46991 0,'0'0'4176'0,"0"0"-3344"16,0 0-656-16,0 0-176 16,6-4 1920-16,-6 4 336 0,0 0 80 0,10-2 16 0,0-2-1104 0,2 0-224 15,-1 0-32-15,2-1-16 0,2 0-784 0,-1 2-128 16,2-1-64-16,1 1 0 0,0-3 0 0,1 1 0 15,0 3 0-15,0-3 0 0,-1 3 0 0,0 0-240 16,-1 1 80-16,0 0 16 16,-3-1-1488-16,-2 1-288 0,-1 0-64 0,-10 1-14144 15,1 8-2816-15</inkml:trace>
  <inkml:trace contextRef="#ctx0" brushRef="#br0" timeOffset="23084.28">9444 3024 47743 0,'0'0'2112'0,"0"0"448"0,0 0-2048 0,0 0-512 15,0 0 0-15,0 0 0 0,0 0 1584 0,5 4 208 16,1 0 64-16,1-3 0 0,3-1-768 0,0 0-160 16,2 0-32-16,1-1 0 0,1-2-592 0,2 1-128 0,2-1-32 0,1 0 0 15,1-2-144-15,2 0 0 0,2 1 0 16,2-1 0 0,0-2-1984-16,0-1-336 0</inkml:trace>
  <inkml:trace contextRef="#ctx0" brushRef="#br0" timeOffset="23859.21">10320 2688 26719 0,'0'0'2368'0,"0"0"-1888"0,-6-4-480 0,-1-2 0 0,2 1 6096 0,5 5 1136 15,0 0 208-15,1-6 48 0,2-2-5488 0,1 1-1104 16,1 2-208-16,3-1-48 0,0-1-64 0,2 2-16 16,2 0 0-16,1 1 0 0,-1 1-400 0,2 2-160 0,2 1 128 0,-2-4-128 15,-2 0 0-15,-1 4 0 0,2 1 0 0,-1 1 0 16,0-1 0-16,-2 0 0 0,-1 2 0 0,1-3 0 16,-1 1 0-16,0 0 0 0,-1-1 0 0,-1 0 0 15,1 2 0-15,-1 0 0 0,-7-2 128 0,8 0-128 16,-8 0 0-16,7 2 0 0,-7-2 0 0,8 2 0 15,-8-2 0-15,0 0 0 0,0 0 0 0,7 5 0 16,-3 1 0-16,-4-6 0 0,0 0 0 0,0 8 0 16,-3-1 144-16,-1 1-144 0,-2 0 160 0,-1 1-160 0,-2 2 160 0,0-1-160 15,-2 2 160-15,0-2-160 0,-2 2 0 0,0 1 128 16,0-3-128-16,-2 1 64 16,-2-1-64-16,0 2 0 0,2 0 0 0,0-1 0 0,2-1 0 0,2-3 0 15,0 1 0-15,2 0 0 0,3-1 0 0,0-2 0 16,6-5 0-16,0 0 0 0,0 0 0 0,0 0 0 15,0 0 0-15,2 8 0 0,-2-8 0 0,6 6 0 16,3-1 0-16,2-1 0 0,0-1 0 0,2-2 0 16,2 0 0-16,0 1 0 0,2-1 0 0,2 0 0 15,-1 2 0-15,0 0 0 0,-1-2 0 0,0 1 0 16,0 2 0-16,-1 0 0 0,-2 1 0 0,0 1 0 16,-1-1 0-16,-1 1 0 0,-1 1 0 0,-4 1 0 15,0 1 0-15,-2 1 0 0,-2 1 0 0,-3 0 0 16,-3-4 0-16,-1 1 0 0,-2 1 0 0,-2 1 0 15,-1 2 0-15,-2-1 0 0,0-4 0 0,-4 2 0 16,0-1 0-16,-4 1 0 0,0 1 0 0,-2 0 0 0,-3-3 0 0,-2 0 0 16,-1 0 0-16,-2-1 0 15,1 0 0-15,-1-2 0 0,0-1 0 0,2 0 0 16,2 0 0-16,6-2 0 16,4-1-1216-16,5-1-256 0,2-2-32 0,8 3-16 15,8-9-3456-15,6-3-688 0,24-17-144 0,1 1-16 0</inkml:trace>
  <inkml:trace contextRef="#ctx0" brushRef="#br0" timeOffset="24158.68">10912 2754 34095 0,'0'0'3024'0,"0"0"-2416"16,0 0-480-16,1 7-128 0,1-1 4384 0,-2 2 864 15,-3 1 160-15,-2 4 32 0,-2 3-3392 0,0 2-672 16,-4-1-144-16,1 2-16 0,-1 1-768 0,0 0-160 16,-1 0-32-16,3 0 0 0,1-3-176 0,1 0-80 15,2 0 0-15,5-2 0 0,1-1 0 0,2-1 0 16,1 0 0-16,2-3 0 0,4-1 0 0,0-2 0 15,3-3 0-15,1-1 0 0,2 0 0 0,2 1 0 16,4-7 0-16,-1-1 0 0,-1-2 0 0,-1-1 0 16,0 1 0-16,-1-2 0 0,-1-1 0 0,-1 1 0 15,-3-2 0-15,-3-1 0 0,-2 1 0 0,-2-1 0 16,-2 0 0-16,-1-1-160 0,-3-1 160 0,-1-1 0 16,-3-1-144-16,-2 2 144 0,-1 0-144 0,-3 1 144 15,-1 2-192-15,-2 0 192 0,-3 0-272 0,-1 0 48 16,-1 4 16-16,1-1 0 15,0-1-816-15,3 3-144 0,-1 5-48 0,4-3 0 16,1 1-1184-16,4 0-240 0,6 2-48 0,0 0-18240 0</inkml:trace>
  <inkml:trace contextRef="#ctx0" brushRef="#br0" timeOffset="24486.29">11362 2763 8287 0,'0'0'368'0,"0"0"80"0,0 0-448 0,0 0 0 0,0 0 0 0,0 0 0 16,0 0 9840-16,0 0 1872 0,0 0 384 0,-3 9 80 15,-5 2-8544-15,-1 2-1712 0,-2 2-352 0,-4 2-64 16,-2 0-880-16,-1 0-176 0,-1 0-48 0,0 1 0 16,2-2-288-16,3 1-112 0,1 0 0 0,1-4 0 0,4-1 0 0,3-1 0 15,3-1 0-15,2 0 0 0,2 0 0 0,5-2 0 16,2 1 0-16,3-3 0 0,3-2 0 0,3-2 0 16,2-1 0-16,2 1 0 0,2-2 0 0,-2 0 0 15,0 0 0-15,-1-3 0 0,-2-2 0 0,1-3-160 16,-3 0 160-16,0 0-192 0,-2 2 64 0,0-3 0 15,-3 1 0-15,-2-2 0 0,-2 0 128 0,-4-1-128 16,0 0 128-16,-3 1-128 0,-1-1 128 0,-3 1 0 16,-1 0 0-16,-1 0 0 0,0-4 0 0,-2 2 0 15,0-1 0-15,-1 2 0 0,-3 0 0 0,1 1-192 16,1-1 192-16,0 2-192 16,1 1-384-16,1 1-96 0,1 0-16 0,2 1 0 15,0-1-928-15,3 0-192 0,1 1-48 0,4 1-13360 0,2 0-2672 16</inkml:trace>
  <inkml:trace contextRef="#ctx0" brushRef="#br0" timeOffset="24718.79">11917 2569 14735 0,'0'0'1312'0,"0"0"-1056"0,0 0-256 0,8-5 0 16,0 2 8496-16,1 2 1632 16,-1-1 336-16,0 5 64 0,-2 1-7344 0,1 4-1472 15,-2 2-304-15,0 2-48 0,-1 1-768 0,0 3-144 0,-1 2-48 0,1 3 0 16,-3 2-400-16,-1 5 0 0,-1-1 0 0,-1 0 0 15,0-2 0-15,-2 0 0 0,2-2 0 0,1 1 112 16,-2-2-112-16,1-1 0 0,-1 0 0 0,1-3 0 16,-1-1 0-16,2-4 0 0,-1 0 0 0,1-1 0 15,1-1 0-15,0-11-128 0,0 0 128 0,0 0 0 16,0 0-1584-16,0 0-208 0,0 0-32 0,8-2-14480 16,1-1-2896-16</inkml:trace>
  <inkml:trace contextRef="#ctx0" brushRef="#br0" timeOffset="24956.34">12243 2710 32255 0,'0'0'2864'0,"0"0"-2288"16,0 0-576-16,0 0 0 0,0 0 4224 0,0 0 720 16,-4-6 160-16,4 6 16 0,-6-2-2752 0,-2 2-576 15,-1 2-96-15,-3 2-32 0,-1 2-832 0,-1 1-192 16,-2 0-16-16,0 5-16 0,-1 2-480 0,-1 3-128 16,-3 0 0-16,3 0 96 0,1 0-96 0,2-2 0 15,-1 2 0-15,3-2 0 0,2-1 0 0,4 0 0 16,0-1 0-16,3-1 0 0,3 0 0 0,2 1 0 15,3-4 0-15,3 0 0 0,2 0 0 0,4 0 0 16,2 1 0-16,5-3 0 0,1 1 0 0,1-3 0 16,3-2 0-16,1 1 0 0,3-4 0 0,-1 0 0 0,0-4 0 15,0 1 0-15,1 1 0 0,-3-2 0 0,-3 4 0 0,2-5-17488 16,0 1-3488 0</inkml:trace>
  <inkml:trace contextRef="#ctx0" brushRef="#br0" timeOffset="25447.21">8157 4511 13823 0,'-2'-5'1216'0,"-1"0"-960"16,1-2-256-16,0 1 0 0,2-1 7376 0,0 2 1440 15,0-1 272-15,0 6 64 0,0 0-6016 0,0 0-1200 16,0 0-240-16,0 0-48 0,9 1-368 0,-1 4-80 0,0 2-16 0,0 3 0 16,0 2-544-16,-2 4-128 0,1 4 0 0,-2 5-16 15,-1 3-352-15,1 2-144 0,2 3 128 0,-2-1-16 16,-4 0-112-16,2 2 0 0,1 0 0 0,-2 0 0 15,1-4 0-15,1-3 0 0,0-1 0 0,-2-3 0 16,1-3 0-16,-1 0 0 0,1-4 0 0,1-2 0 16,0-4-208-16,1 0-48 0,-5-10 0 0,0 0 0 15,0 0-1552-15,0 0-320 0,0 0-64 0,0-7-21408 16</inkml:trace>
  <inkml:trace contextRef="#ctx0" brushRef="#br0" timeOffset="25729.42">8110 4513 32255 0,'0'0'2864'0,"0"0"-2288"16,-3-4-576-16,3 4 0 0,0 0 4800 0,1-4 832 16,1-3 192-16,2 3 16 0,-4 4-3728 0,9-2-768 15,2-1-128-15,1-1-48 0,1-1-608 0,2 1-128 16,4 0-32-16,1 2 0 0,3-2-288 0,1 1-112 16,2-1 0-16,2 2 0 0,-1 0 0 0,1 2 0 15,-1 0 0-15,0 2 0 0,1 0 0 0,-2 2 0 16,-3 1 0-16,-2 2 0 0,-5 1 0 0,-2 1 0 15,-2 1 0-15,-4 2 0 0,-2 0 0 0,-3 1 0 16,-3 0 0-16,-4 3 0 0,-4 2 0 0,-4 0 0 16,-5 2 0-16,-1 0 0 0,0 0 0 0,-3 0 0 15,0-1 0-15,-1-1 0 0,0 1 0 0,-2-1 0 16,1-3 0-16,1 0 0 0,1-1-272 0,4 1-48 0,1-2-16 16,3-2 0-1,3-2-1952-15,3 1-384 0,3-3-80 0</inkml:trace>
  <inkml:trace contextRef="#ctx0" brushRef="#br0" timeOffset="25889.11">8718 4836 21183 0,'0'0'1888'0,"5"5"-1504"0,0 2-384 0,2 1 0 15,1 2 7072-15,0 0 1344 0,-1 4 272 0,0 0 48 16,-2 0-5696-16,-1 1-1136 0,1-1-240 0,-1 2-32 16,0-2-1200-16,0 2-240 0,0-2-64 0,0-1 0 15,-2-1-80-15,2-2-48 0,-1 0 0 0,1 0 0 0,0-1-192 0,0-1-48 16,0-2 0-16,1 1 0 15,-5-7-1824-15,8 0-368 0,-1 0-80 0</inkml:trace>
  <inkml:trace contextRef="#ctx0" brushRef="#br0" timeOffset="26068.78">9212 4725 21183 0,'0'0'944'0,"7"-4"192"0,-5-1-912 0,2-1-224 15,3 0 0-15,0 2 0 0,1-2 7616 0,0 2 1472 16,0-1 288-16,1 1 64 0,0 1-6720 0,0 1-1344 15,2-1-272-15,0 1-48 0,2-1-848 0,2 0-144 16,-2-1-64-16,0 2 0 0,0 0 0 0,0 2-240 16,0-2 80-16,-1 1 16 15,-2-1-1280-15,-1 2-256 0,-1 2-48 0,-8-2-22528 0</inkml:trace>
  <inkml:trace contextRef="#ctx0" brushRef="#br0" timeOffset="26205.2">9266 4836 43423 0,'0'0'1920'0,"0"0"400"0,0 0-1856 0,0 0-464 0,9 3 0 0,0-3 0 16,0-2 832-16,3 1 80 0,1-2 16 0,2 0 0 15,4-1-528-15,0-2-96 0,3 0-32 0,2-1 0 16,-1 0-2080-16,3-1-432 0,3-1-64 0</inkml:trace>
  <inkml:trace contextRef="#ctx0" brushRef="#br0" timeOffset="26509.71">9882 4519 4607 0,'0'0'192'0,"0"0"64"0,-9 4-256 0,0 0 0 0,1 1 0 0,0 2 0 0,-1 2 11296 0,0 0 2208 15,0 3 448-15,-3 3 96 16,-1 2-10400-16,-1 3-2096 0,-2 2-400 0,1 6-96 0,-1-4-848 0,3 1-144 16,1 0-64-16,2-2 0 0,2 2 0 0,3 0 0 15,1-2 0-15,4-1 0 0,2-3 0 0,4-4 0 16,3 2 0-16,1-4 0 0,3 0 0 0,1-1 0 15,2-1 0-15,1-4 0 0,1-1 0 0,2-6 0 16,-1 0 0-16,2 0 0 0,-1-6 0 0,-1 1 0 0,1-3 0 0,0-2 0 16,-2-3 0-16,-1-1 0 0,-3-2 0 0,0-1 0 15,-1 0-144-15,-1 0-32 0,-3-3 0 0,-1 4 0 16,-1-5-32-16,-2 2-16 0,-3 1 0 0,0 0 0 16,-4-2-64-16,0 2-16 0,-2 0 0 0,-3 1 0 31,1 3-640-31,-1 1-128 0,-2 1-16 0,0 0-16 15,-1 2-1392-15,-2 2-256 0,3 1-64 0</inkml:trace>
  <inkml:trace contextRef="#ctx0" brushRef="#br0" timeOffset="26667.36">10168 4757 32255 0,'0'0'1424'0,"0"7"304"15,0 2-1392-15,1 1-336 0,2 0 0 0,1 0 0 0,-1 0 4864 0,1-3 896 16,-1 3 176-16,1-4 32 0,-4-6-4144 0,6 7-832 15,1-1-160-15,1-2-48 16,1-3-1296-16,1-2-272 0,5-2-48 0,-1-2-15440 16,-1-3-3088-16</inkml:trace>
  <inkml:trace contextRef="#ctx0" brushRef="#br0" timeOffset="27014.98">10457 4521 51711 0,'0'0'2304'0,"0"0"448"0,0 0-2192 0,0 0-560 15,0 0 0-15,0 0 0 0,0 0 1072 0,4-6 96 16,3 2 32-16,0 2 0 0,2-1-336 0,3 2-64 16,3-2-16-16,0 2 0 0,2 0-608 0,3 1-176 15,2 1 0-15,3-1 0 0,-1 0 0 0,1 1 0 16,0 2 0-16,-3 0 0 0,-1 0 0 0,-3-1 0 16,-2 2 0-16,-2 1 0 0,-2 0 0 0,-3 0 0 15,-9-5 0-15,5 9 0 0,-3 4 0 0,-4-1 0 16,-3 3 0-16,-3-1 0 0,-1 2 0 0,-3 0 0 0,-2 4 0 15,-3-2 128-15,-1 1-128 0,0 1 0 0,-1 0 0 16,1 0 0-16,1-4 0 0,2 1 0 0,0 0 0 0,2-1 32 16,1 1-32-16,5-1 0 0,0-3 0 0,2 0 0 15,2-3 0-15,2 1 0 0,2-5 0 0,3 2 0 16,1 0 0-16,4 0 0 0,2-5 0 0,2 0 0 16,1 0 0-16,3-3 0 0,1-3 0 0,3-1 0 15,3 0 0-15,1-4 0 0,1 1 0 0,1-5 0 0,0-1 0 0,1-2 0 16,-1 1 0-16,2 0 0 15,2-1-2192-15,0 1-432 0</inkml:trace>
  <inkml:trace contextRef="#ctx0" brushRef="#br0" timeOffset="27533.32">11294 4866 17503 0,'0'0'1552'0,"-5"7"-1232"15,5-7-320-15,0 0 0 0,1 6 7984 0,2 1 1536 16,-1-1 304-16,-2-6 64 0,0 0-6736 0,0 0-1344 15,0 0-272-15,0 0-48 0,3 0-1072 0,1 0-224 16,-4 0-32-16,3-5-16 0,-1-2-96 0,-1-2-48 0,-1-2 0 0,2-2 0 16,-1 1 0-16,0-3 0 15,-2 0 0-15,-2-2 0 0,0-1 0 0,-3-2 0 16,0-5 0-16,1 0 0 0,-2-2 0 0,3-2 0 16,-1 2 0-16,1 1 0 0,-1-3 0 0,2 5 0 0,-2-1 0 0,2 3 0 15,2 2 0-15,0 4 0 0,-1 1 0 16,0 4 0-16,1 3 0 0,1 8 0 15,0 0 0-15,0 0 0 0,0 0 0 0,0 0 0 0,5 8 0 0,0 4 0 16,0 2 0-16,2 2 0 0,1-2 0 0,-1 1 0 16,2-2 0-16,3 0 0 0,3 0 0 0,0 0 0 15,1 0 0-15,-2 0 0 0,3-5 0 16,1 0 0-16,2-5 0 0,0 0 0 0,-2-3 0 0,0-1 0 16,2-2 0-16,-1 1 0 0,-2-4 0 0,0-1 0 15,-3-4 0-15,2-1 0 0,-2-1 0 0,-1 0 0 0,-1 0 0 0,-1-1 0 16,-1 0 0-16,-1-2 0 0,-1-1 0 15,0-1 0-15,0-2 0 0,-1 3 0 0,-1 3 0 0,0 1 0 16,-1 1 0-16,1 4 0 0,-3 0 0 0,1 3 0 16,-1 3 0-16,-3 2 0 0,1 6 0 0,1 6 0 15,-4 1 0-15,1 4 0 0,0 1 0 0,-2 2 0 16,-1 1 0-16,2 2 0 0,-1 0 0 0,0 2 0 16,1 0 0-16,-1-1 0 0,2 0 0 0,1 1 0 15,1 1 0-15,0-1 0 0,-1-2 0 0,2-2 0 16,0-1 0-16,1-2 0 15,-2-5-592-15,2-1-64 0,-3-12-16 0,4 12 0 16,-4-12-1680-16,0 0-336 0,5 3-64 0,-5-3-12320 16,7-1-2464-16</inkml:trace>
  <inkml:trace contextRef="#ctx0" brushRef="#br0" timeOffset="28027.79">11829 4532 11967 0,'6'-17'528'0,"-3"8"112"0,-2-4-512 0,-1 1-128 15,1-1 0-15,3 2 0 0,1 4 9040 0,1 2 1776 16,-6 5 368-16,0 0 64 0,4-3-7760 0,-4 3-1552 0,7-1-304 15,-7 1-64-15,10 8-1056 0,-4 2-224 0,1 2-32 0,-1 1-16 16,-1 1-176-16,-1 5-64 0,0-1 0 0,-3 1 0 16,1 5 0-16,-1-3 0 0,2 4 0 0,-1-3 0 15,1-1 0-15,1-1 0 0,-3 0 0 0,3-2 0 16,0 1 0-16,0-4 0 0,-2-1 0 0,1 0 0 16,-2-5 0-16,-1-9 0 0,0 0 0 0,0 0 0 0,0 0 0 0,0 0 0 15,4 4 0-15,-4-4 0 16,2-3 0-16,-4-4 0 0,1 0 0 0,0-3 0 0,-3-4 0 0,-1 0-128 15,-3-4 128-15,0-2-160 0,0-2-144 16,0-2-16-16,2 0-16 0,-2-2 0 0,-1-1 32 16,1 3 16-16,4-1 0 0,1 3 0 0,0 0 288 0,3-1 0 15,0 4 176-15,3 2-176 0,3 1 384 0,-1 3-16 16,1 0-16-16,1 1 0 0,2 2-96 0,1 1 0 16,2 2-16-16,1 1 0 0,2-1-240 0,2 2 0 15,-2 1 0-15,5 2 128 0,1-1-128 0,-2 0 0 16,1 2 0-16,1 1 0 0,-5 0 0 0,1 1 0 15,0 2 0-15,0 0 0 0,0 1 0 0,-1-1 0 16,-2 1 0-16,-1 3 0 0,-2-1 0 0,-2 2 0 16,-1 0 0-16,0 4 0 0,-5-2 0 0,-3 1 0 15,-2 0 0-15,-5 2 0 0,-2-1 0 0,-3 1 0 16,1-1 0-16,-2-2 0 0,-2-1 0 0,0 1 0 16,-2-3 0-16,-2 3 0 0,1 1 0 0,-1 1 0 15,-1-2 0-15,-5 5 0 0,3-2-192 0,1 0-16 16,3 0-16-16,2 0 0 15,2 0-832-15,4 0-160 0,2-1-48 0,3-1 0 16,2 0-2624-16,6-2-528 0</inkml:trace>
  <inkml:trace contextRef="#ctx0" brushRef="#br0" timeOffset="28423.61">12503 4607 46015 0,'0'0'2048'0,"4"-4"400"0,1 1-1952 0,-1-1-496 0,-4 4 0 0,0 0 0 16,0 0 2240-16,0 0 368 0,0 0 64 0,0 0 16 0,-8 1-1440 15,-1 3-288-15,-4 2-48 0,-3 1-16 0,-1 4-704 0,-1 1-192 16,-2 2 0-16,1 0 0 0,-1 1 0 0,3 0 0 16,0 1 0-16,-2 3 112 0,2 1-112 0,4-4 0 15,0-1 0-15,4 1 0 0,2 0 0 0,3 1 0 16,3-6 0-16,1 1 0 0,1 1 0 0,3-5 0 16,0-2 0-16,1 1 0 0,2-2 0 0,2-1 0 15,4-4 0-15,1-4 0 0,3 2 0 0,1-6 0 16,-2 0 0-16,1 0 0 0,1-2 0 0,1-1 0 15,0-1 0-15,1-1 0 0,-1-1 0 0,-1 1 0 16,1 0 0-16,2-3 0 0,-2 3 0 0,-6 3 0 16,-6 3 0-16,-2 3 0 0,0-1 0 0,-5 5 0 15,0 0 0-15,0 0 0 0,0 0 0 0,4 7 0 16,0 1 0-16,0 2 0 0,-2-1 0 0,1 5 0 16,1-3 0-16,-1 1 0 0,-2-1 0 0,1 2 0 15,4 2 0-15,-1-1 0 0,-1 0 0 0,0 1 0 0,-2-2 0 16,1-1 0-16,1-1 0 0,0 1 0 0,-2-4 0 15,1 4 0-15,2-2 0 0,-1-2 0 0,-4-8 0 0,0 0 0 16,0 0 0-16,0 0-160 0,-5 8 160 0,-2-4-17504 16,-2-4-3392-16</inkml:trace>
  <inkml:trace contextRef="#ctx0" brushRef="#br0" timeOffset="29551.55">8097 6354 11055 0,'0'0'976'0,"0"0"-784"0,-1-7-192 0,1 1 0 0,0-2 6880 0,1 1 1328 16,2 2 272-16,-3 5 48 0,5-5-5456 0,-5 5-1088 16,0 0-208-16,8 0-48 0,0 1 64 0,-2 4 32 15,1 3 0-15,1 4 0 0,0 4-896 0,-1 4-176 16,1 6-48-16,1 3 0 0,0 2-224 0,-1 2-48 15,-1-2-16-15,1 1 0 0,1-1-240 0,-1-2-48 16,1-3-128-16,0-3 192 0,0-2-128 0,0 0-64 16,-2-3 0-16,0-4 0 0,0-3 0 0,-1-3 0 15,2-3 0-15,-1-3 0 0,-1-2 0 0,1-1 0 16,-1-1 0-16,1-6 0 0,-1-1 0 0,2-4 0 16,0-4 0-16,1-2 0 0,0 1 0 0,0-1 0 15,-1-1 0-15,0-3 0 0,0-5 0 0,-2-2 0 16,2-2 0-16,0-1 0 0,0 3 0 0,0 0 0 15,-1 0 0-15,1 4 0 16,0 3-544-16,0-1-96 0,0 4-32 0,-2 5 0 16,2 3-1504-16,0 3-320 0,-2 5-48 0,-6 4-20032 0</inkml:trace>
  <inkml:trace contextRef="#ctx0" brushRef="#br0" timeOffset="29743.85">8700 6629 11967 0,'0'0'528'0,"0"0"112"15,0 0-512-15,0 0-128 0,0 0 0 0,0 0 0 0,0 0 9216 0,0 0 1792 16,8 5 384-16,-3 0 64 0,0 2-8048 0,-1 3-1600 16,0 0-320-16,-2 4-64 0,1 0-992 0,0 3-208 15,-2-2-32-15,0 1-16 0,2 1-128 0,-1-1-48 16,0-2 0-16,0-1 0 16,1 0-368-16,0 0-64 0,0-1-16 0,0-3 0 15,1-2-1696-15,-4-7-352 0,6 3-64 0,2 0-20352 16</inkml:trace>
  <inkml:trace contextRef="#ctx0" brushRef="#br0" timeOffset="29973.28">9348 6285 17503 0,'0'0'768'0,"0"0"176"0,0 0-752 0,0 0-192 16,0 0 0-16,7-2 0 0,-7 2 8896 0,0 0 1728 15,8-2 368-15,0-1 64 0,1 3-8496 0,0-3-1680 16,2 2-352-16,-1 0-64 0,2 1-336 0,1-2-128 16,0 0 0-16,1-1 0 0,1 2 0 0,0-3 0 15,-2 1 0-15,3 1 0 0,1-1 0 0,-1 1 0 0,-1-2 0 0,1 1 0 32,0 0-576-32,-2 2-96 0,-1 0-32 0,-3 1 0 0,0-1-2992 0,-10 1-592 15,0 0-128-15</inkml:trace>
  <inkml:trace contextRef="#ctx0" brushRef="#br0" timeOffset="30152.87">9404 6371 4607 0,'-13'10'400'0,"6"-6"-400"0,1 0 0 0,6-4 0 0,0 0 9296 16,0 0 1776-16,-6 2 368 0,6-2 64 0,0 0-7440 0,0 0-1488 15,0 0-288-15,0 0-64 0,7 3-1008 0,2-3-192 16,1 0-32-16,2 0-16 0,1-4-592 0,3 1-112 16,1 0-16-16,0 0-16 0,1-4-240 0,2 2 0 15,0 0 0-15,1 0 0 0,0 0-320 0,1-1 0 16,1 0 0-16,-1-1 0 15,1 1-1504-15,1-1-304 0,-4 1-64 0,0-1-20992 16</inkml:trace>
  <inkml:trace contextRef="#ctx0" brushRef="#br0" timeOffset="30635.48">10479 6120 27647 0,'0'0'2448'15,"-2"-5"-1952"-15,-2-1-496 0,1-1 0 0,1 0 5280 0,-1 1 960 16,-1-1 192-16,-1 4 32 0,-3 1-3808 16,0 2-768-16,-1 2-160 0,-1 1-16 0,-2 4-1008 0,-2 3-208 15,-5 3-48-15,2 4 0 0,-1 4-288 0,-1 3-160 16,-2 2 160-16,1 2-32 0,1-1-128 0,4 0 0 16,2-4 0-16,3 1 0 0,3-2 0 0,3 0 0 15,4-1 0-15,4-4 0 0,3 0 0 0,3-1 0 16,3-3 0-16,3-3 0 0,1-3 0 0,1-4 0 15,3 1 0-15,1-4 0 0,4-4 0 0,-1-2 0 16,-3-3 0-16,-1-2 0 0,0 1-224 0,-3 0-32 16,-1-2-16-16,-1 0 0 0,-3-1 96 0,-3 0 32 15,-1-4 0-15,-1 1 0 0,-3 1-32 0,-2-2 0 16,-2 2 0-16,-2-3 0 0,-2 3 176 0,-1-1 0 16,-1 2 0-16,0 1-128 0,-3-2 128 0,0 3-192 15,0-1 192-15,1 2-192 16,-2 4-432-16,1 3-80 0,-1 3-32 0,2 1 0 15,2-4-1776-15,0 3-368 0,-2 1-64 0</inkml:trace>
  <inkml:trace contextRef="#ctx0" brushRef="#br0" timeOffset="30800.72">10739 6311 12895 0,'0'0'1152'0,"-2"9"-928"0,1 0-224 0,1 1 0 15,3 2 9152-15,-1-3 1792 0,1 2 368 0,-2-1 64 16,1-2-8112-16,0 1-1600 0,-2-9-336 0,4 6-64 15,-4-6-880-15,5 6-192 0,2-2-16 0,-1-1-16 16,2-3-528 0,0-2-96-16,0-2-32 0,1-3 0 0,1-2-2112 0,2 1-416 0,0-3-96 0</inkml:trace>
  <inkml:trace contextRef="#ctx0" brushRef="#br0" timeOffset="31137.05">11179 5991 14735 0,'0'0'1312'0,"0"0"-1056"0,0 0-256 0,6 5 0 0,-6-5 8112 0,0 0 1552 16,0 0 320-16,4 7 64 0,-2-2-6736 0,1 3-1360 16,-1-2-272-16,1 1-48 0,-2-2-816 0,1 2-176 15,-4 2-16-15,1-1-16 0,-2-1-480 0,-1 1-96 16,-1 1-32-16,-1-1 0 0,-1 4 0 0,1 2 0 16,-1-1 0-16,-1 0 0 0,-1 0 0 0,0-1 0 15,-1 0 0-15,-2 1 0 0,0-3 0 0,3 5 0 16,-3-1 0-16,2-1 0 0,-2-1 0 0,0-2 0 15,3 2 0-15,0-3 0 0,0 2 0 0,3-1 0 16,2-4 0-16,1 1 0 0,-1 1 0 0,4-8 0 16,0 0 0-16,3 6 0 0,2 0 0 0,1-3 0 15,4 0 0-15,1 1 0 0,2-4 0 0,3 1 0 16,2-2 0-16,3 1 0 0,1-3 0 0,2 1 0 0,-1-2 0 16,2 0 0-16,1-4 0 0,1 2 0 0,-1-2 0 15,-1 0 0-15,-1 1-304 0,-3-2-48 0,-2 0-16 0,-1 0 0 31,-1 0-1568-31,-2-1-320 0,-5 2-64 0,-1-1-20976 0</inkml:trace>
  <inkml:trace contextRef="#ctx0" brushRef="#br0" timeOffset="31345.83">11351 6034 40767 0,'0'0'1808'15,"0"0"368"-15,0 0-1728 0,0 0-448 0,0 0 0 0,0 0 0 0,2 12 2784 0,-4 0 480 16,1-1 80-16,0 2 32 0,0 2-1472 0,-1 2-304 15,2 2-48-15,0 3-16 0,0-2-1104 0,0 3-240 16,0 2-32-16,0 0-16 0,0 0-144 0,2 0 0 16,-1-2 0-16,1 0 0 0,1-2 0 0,2 1 0 15,-1-2 0-15,0 0 48 0,-1-1-48 0,1-3 0 16,-2-2 0-16,2-2 0 16,1-3-1328-16,2-2-208 0,-7-7-32 0,10-3-14944 0,1-1-2976 0</inkml:trace>
  <inkml:trace contextRef="#ctx0" brushRef="#br0" timeOffset="31802.63">11608 6135 31327 0,'0'0'2784'0,"-1"-7"-2224"0,1-1-560 0,1 2 0 15,-1 6 4544-15,7-5 816 0,-2 2 144 0,2-5 48 16,0 0-3200-16,3 2-640 0,0-1-128 0,3 2-32 16,1 2-832-16,3-2-160 0,0 4-48 0,1-3 0 15,2 0-352-15,-2-1-160 0,1 0 128 0,-1 2-16 16,0 0-112-16,-2 3 0 0,-1 2 0 0,0-1 0 15,-4 0 0-15,-1-1 0 0,-10 0 0 0,0 0 0 16,0 0 0-16,6 9 0 0,-6-9 0 0,1 11 0 16,-2-3 0-16,-4 1 0 0,-3-1 0 0,-1 1 0 0,-2 3 0 0,1 1 0 15,-2 1 0-15,-1-1 0 0,-1 0 0 0,1-3 0 16,0 3 0-16,1-2 0 0,-1 1 0 16,3-2 0-16,2 0 0 0,1 1 0 0,3-2 0 15,2 1 0-15,0-3 0 0,4 1 0 0,2-2 0 0,0 0 0 16,-4-6 0-16,6 6 0 0,3 1 0 0,2-2 0 15,0 0 0-15,1-2 0 0,2 0 0 0,3 1 0 16,-1-1 0-16,2 0 0 0,2 1 0 0,1-1 0 16,0 1 0-16,-2 2 0 0,1-3 0 0,-3 4 0 15,0-3 0-15,-2 4 0 0,1-4 0 0,-4 2 0 16,-2 2 0-16,-2-2 0 0,-2 1 0 0,-2 0 0 16,-2 2 0-16,-4 0 0 0,-2 0 0 0,-2 0 0 15,-5 0 0-15,-2 2 0 0,-1 2 0 0,-2-2 0 16,1 2 0-16,-3-2 0 0,-2-3 0 0,-1-1 0 0,-1 0 0 0,-2 0 0 15,1 0 0-15,0 0-240 0,-1-2 80 0,1-1 16 32,0-4-1200-32,4-1-224 0,2-2-48 0,3 0-14720 15,2 0-2944-15</inkml:trace>
  <inkml:trace contextRef="#ctx0" brushRef="#br0" timeOffset="32044.63">12225 5966 52351 0,'0'0'2320'0,"0"0"480"0,0 0-2240 0,0 0-560 0,8 8 0 0,-2 0 0 16,-2 1 1216-16,0 3 144 0,0-3 32 0,0 5 0 0,-1 2-752 15,-1 2-160-15,1 2-32 0,-1 1 0 16,0 2-448-16,0 2 0 0,0 1 0 0,0 0 0 0,3 1 0 0,-1-2 0 16,-1 0 0-16,0-2 128 0,-1 1-128 0,2-1 0 15,1 1 0-15,-1-1 0 0,-1-3 0 0,-1-1 0 16,0 1 0-16,0-3 0 0,1-4 0 0,0 0 0 15,-5-3 0-15,2-2 0 0,2 0 0 0,-2-8 0 16,0 0 0-16,0 0 0 16,0 0-2048-16,0 0-384 0,0 0-96 0</inkml:trace>
  <inkml:trace contextRef="#ctx0" brushRef="#br0" timeOffset="33204.43">12834 6238 34095 0,'0'0'3024'0,"0"0"-2416"0,0-7-480 0,0 7-128 0,0 0 3504 0,0 0 672 15,0 0 144-15,0 0 32 0,0 0-2192 0,0 0-432 16,5 12-96-16,2 1-16 0,-2 2-560 0,-1 2-112 15,0 3-32-15,-2 2 0 0,2 2-912 16,0 0 0-16,-1 1-240 0,-1 0 48 0,3-2 192 0,1 1 0 16,-2-2 0-16,-2-4 0 0,3 1 0 0,1-6 0 15,-3 0 0-15,0-4 0 0,-2-1 0 0,-1-8 0 16,0 0 0-16,0 0 0 0,0 0 0 0,0 0 176 16,0 0-48-16,0 0 0 0,0 0-128 0,3-7 0 15,-2-1 0-15,1-1 0 0,0-7 0 0,0 1 160 16,1-3-160-16,1-1 160 0,0 1-112 0,3-5-48 15,1-2 0-15,1 1 0 0,-1 1 0 0,2-2 0 16,2 2 0-16,-2-2 0 0,2 1 0 0,0 2 0 16,-2 5 0-16,0 3 0 0,1 2 0 0,-2 4 0 15,0 1 0-15,-1 4 0 0,0 6 0 0,0 2 0 16,-2 4 0-16,1 4 0 0,-1 1 0 0,-1 2 0 16,-1 3 0-16,0 0 0 0,0 2 0 0,-1-2 0 15,-1-1 0-15,0 2 0 0,-1-3 0 0,2 0 0 16,-1 0 0-16,1-3 0 0,-2-1 0 0,2-1 0 0,1-3 0 15,-4-9 0-15,0 0 0 0,0 0 0 0,0 0 0 0,0 0 0 16,0 0 0-16,0 0 0 16,7 1 0-16,-7-1 0 0,7-5 0 0,-1-3 0 0,1-2 0 0,-1-1 0 15,1 1 0-15,1-4 0 0,1-2 0 0,1-1 0 16,3-2 0-16,2-5 0 0,-1-1 0 0,3 1 0 16,3-3 0-16,-1 1 0 0,1 3 0 0,-1 1 0 15,0 3 0-15,-1 6 0 0,-1 0 0 0,-2 7 0 0,-2 2 0 0,-2 5 0 16,1 3 0-16,-2 1 0 0,-2 5 0 15,0 1 0-15,-2 4 0 0,-1 3 0 0,-1 1 0 0,0 1 0 16,-1 0 0-16,1-1 0 0,0 1 0 0,0 0 0 16,1-3 0-16,0 0 0 0,1-1-176 0,2-2-16 15,0-1-16-15,1-2 0 16,2-3-1968-16,0-3-400 0,2-5-80 0</inkml:trace>
  <inkml:trace contextRef="#ctx0" brushRef="#br0" timeOffset="33714.31">13831 5813 32255 0,'-4'-6'2864'0,"0"0"-2288"16,0-1-576-16,3-1 0 0,1 2 4480 0,3-1 800 16,1 1 160-16,1-1 16 0,1 1-3280 0,3 1-640 15,3 1-144-15,3 0-32 0,2 0-816 0,1 0-160 16,1 0-48-16,2 3 0 0,1 1-144 0,2 0-16 0,-1-4-16 0,1 4 0 15,1 0-160-15,-2 0 128 0,-1 0-128 0,-1 4 128 16,-1-3-128-16,-2 2 0 0,-1-1 0 0,-4 1 0 16,-3 1 0-16,-1 1 0 0,-2 0 0 0,-7-5 128 15,4 7-80-15,-2-1-48 0,1 2 0 0,-3 0 0 16,-4 1 0-16,-4 3 0 0,-2-2 0 0,-1 1 0 16,0-1 0-16,-1 2 0 0,-2-3 0 0,1 1 0 15,1 1 0-15,0 2 0 0,0-3 0 0,2 1 0 16,-2-2 0-16,2-3 0 0,-1 1 0 0,2-2 0 0,5 2 0 15,4-7 0-15,-2 6 0 0,2-6 0 0,0 0 0 0,5 8 0 16,1-2 0-16,2 0 0 0,1-1 0 0,3-1 0 16,2 0 0-16,2 0 0 0,0 1 0 0,1-3 0 15,2 0 0-15,1 2 0 0,-1 1 0 0,0 1 0 16,-2 1 0-16,-1-1 0 0,0 0 0 0,-2 1 0 16,-3 1 0-16,-1-1 0 0,-2 1 0 0,-3 3 0 15,-1-3 0-15,-2 1 0 0,-2-1 0 0,-3 0 0 16,-4-1 0-16,0-1 0 0,-4 3 0 0,-2 2 0 15,-2-2 0-15,-2-1 0 0,-2-2 0 0,0-1 0 16,-2-1 0-16,-1 0 0 0,-2 1 0 0,2-1 0 16,-1-2 0-16,-1-1 0 0,1 1 0 0,-1-2 0 15,1 0 0-15,2 0 0 0,1-3 0 0,0 0 0 16,-1-4 0-16,2 2-160 16,2 1-1424-16,3-1-272 0,1-1-64 0</inkml:trace>
  <inkml:trace contextRef="#ctx0" brushRef="#br0" timeOffset="38464.48">18534 2586 7359 0,'0'0'656'0,"0"0"-528"16,6-5-128-16,1-2 0 0,1-2 6224 0,-1 0 1216 15,1 0 240-15,0 2 64 0,-2 3-4224 0,0 0-832 16,0 0-160-16,-6 4-32 0,0 0-608 0,0 0-112 0,0 0-32 0,3 11 0 15,-4 1-592-15,-2 3-112 0,-2 5-16 0,-3 1-16 16,-3 1-224-16,0 1-32 0,-4 1-16 0,0 2 0 16,-2-3-352-16,1 1-64 0,0 2 0 0,2-5-16 15,0-2-304-15,1 0 160 0,2-4-160 0,1-2 128 16,-1-2-128-16,4-2 0 0,0-3 0 0,2 0 0 0,5-6 0 0,0 0 0 16,0 0 0-16,0 0 0 15,0 0-256-15,0 0 32 0,4-10 0 0,2-1 0 0,3-1-128 16,2-5-32-16,1-1 0 0,1-2 0 15,2-2-32-15,2 0-16 16,0-2 0-16,1 0 0 0,1-2 16 0,-1 1 0 16,-1 1 0-16,0 2 0 0,-1 1 224 0,-2 4 32 0,-1 2 16 0,-1 3 0 0,-5 3 144 0,1 4 144 15,-8 5-16-15,0 0-128 0,0 0 576 0,7 6 16 16,-2 1 0-16,-1 4 0 0,-1 2 48 0,-1 2 16 16,-1 0 0-16,1 2 0 0,-1 0-320 0,2 3-64 15,-1-3-16-15,0 2 0 0,1 1-64 0,1 1-32 16,2-2 0-16,0 1 0 0,2-2-160 0,2 0 128 15,2-2-128-15,0 0 128 0,1-3-128 0,1 0 0 16,2 0 0-16,0-1 0 0,0-2 0 0,1-1 0 16,2-2 0-16,-2 2 0 0,-2 0 0 0,0 0 0 15,-1-1 0-15,-2 0 0 0,-2 1 0 0,-1-1 0 16,-1-1 0-16,-1 0 0 0,-4-1 0 0,0 1 0 16,-2-1 0-16,-2 2 0 0,1-8 0 0,-5 7 0 15,-3-1 0-15,-2 0 0 0,-3-1 0 0,-2 0 0 0,-3-1 0 0,-2-2 0 16,-2 0 0-16,-1-1 0 0,-2 0 128 0,-1 2-128 15,-3-3 0-15,1 0 0 0,-4 1 0 0,1 1 112 16,-2-2-112-16,1-2 0 0,-1 1 0 0,2 1 0 16,-2-4 0-16,2 1 0 0,0-2 0 0,1 4 0 15,1-4 0-15,3 1 0 0,1-1 0 0,4-1 0 16,3 3-1072 0,5-3-96-16,3 0-32 0,6-2-23760 0</inkml:trace>
  <inkml:trace contextRef="#ctx0" brushRef="#br0" timeOffset="39197.15">19599 2476 31327 0,'0'-17'1392'0,"0"11"272"0,-2-3-1328 0,2 1-336 0,3 1 0 0,0 1 0 0,-1-1 4016 0,-2 7 720 16,0 0 160-16,0 0 32 0,0 0-2672 0,0 0-528 15,-1 7-96-15,0 3-32 0,1 6-864 0,0 5-176 16,1 6-48-16,-1 6 0 0,-1 3-48 0,-1 7-16 16,1 3 0-16,0 1 0 0,1 6-224 0,1-3-48 15,2-4-16-15,1-2 0 0,2-4-160 0,2-3 0 16,1-5 0-16,2-3 0 0,0-3 0 0,1-5 0 16,1-4 128-16,0-3-80 0,1-2-48 0,2-4 0 15,0-3 0-15,-1-5 0 0,1-3-192 0,1 0 64 16,0-4 128-16,1-3-208 0,0-2 48 0,-1-3 16 15,-1 0 0-15,1-3 0 0,0-3 0 16,0-1 0-16,0-2 0 0,-2-2 0 0,0-4 144 0,-2-1-208 16,-1-3 80-16,-1-3 128 0,1 1-144 0,1-2 144 15,0-1 0-15,-1-1 0 0,-2-1 0 0,1 3 0 16,-4 3 0-16,0 5 0 0,1 5 0 0,-3 7 0 16,-1 4 0-16,-1 3 0 0,-2 5 0 0,-1 6 224 15,0 0-64-15,-1 6-16 0,-3 7 0 0,1 4 0 0,0 8 0 16,0 2 0-16,-4 5-144 0,2-1 160 15,1 2-160-15,0-1 160 0,-1 3-160 0,1-2 0 16,1-2 0-16,3-1 0 0,2 0 0 0,-1-4 0 0,0-2 0 16,2-2-176-1,-1-6-864-15,2-1-176 0,-2-2-48 0,-1-2 0 16,0-3-2160-16,-1-8-432 0,0 0-96 0</inkml:trace>
  <inkml:trace contextRef="#ctx0" brushRef="#br0" timeOffset="39414.04">19397 2362 26719 0,'0'0'1184'0,"0"0"240"0,0 0-1136 0,0 0-288 16,0 0 0-16,9-4 0 0,1-3 5760 0,3 3 1104 15,3-2 224-15,2 1 32 0,2 1-5328 0,3 0-1056 16,5-1-224-16,2-1-32 0,1 2-480 0,1 2 128 15,1-2-128-15,0 1 0 16,-1-1-912-16,0 0-240 0,0 1-32 0,1 0-14128 16,-2 0-2832-16</inkml:trace>
  <inkml:trace contextRef="#ctx0" brushRef="#br0" timeOffset="39570.68">20046 2294 13823 0,'0'0'608'0,"0"0"128"0,0 0-592 0,0 0-144 16,0 0 0-16,0 0 0 0,0 0 8096 0,9 0 1584 15,-1-3 320-15,4 1 64 0,3-2-6880 0,2 0-1392 0,1-3-256 0,2 3-64 16,2-2-928-16,2 1-176 0,0 1-48 0,3 0 0 16,0 0-320-16,2 0 0 0,-1 0-160 0,1 3 160 31,-2-2-2368-31,1 3-352 0,-1 3-80 0</inkml:trace>
  <inkml:trace contextRef="#ctx0" brushRef="#br0" timeOffset="39793.58">20801 2648 53279 0,'0'0'2368'0,"0"0"464"0,0 0-2256 16,0 0-576-16,8 7 0 0,-1-3 0 0,3-4 1056 0,0 1 96 16,0-1 32-16,3 0 0 0,3-1-624 0,1-2-128 15,1 1-32-15,1 0 0 0,-1-2-400 0,1 2 0 16,2-3 0-16,0 1 0 0,-1 0 0 0,-1 0 0 15,-1-1 0-15,1 1 112 0,-2 2-432 0,-3 0-64 16,-4-1-16-16,0 1 0 16,-3 0-2464-16,-7 2-480 0,0 0-112 0</inkml:trace>
  <inkml:trace contextRef="#ctx0" brushRef="#br0" timeOffset="39971.4">20724 2821 43311 0,'0'0'1920'0,"0"0"384"0,0 0-1840 0,0 0-464 16,12 1 0-16,1-1 0 0,1-1 2560 0,2-1 400 16,1 1 96-16,3-4 16 0,3 1-1600 0,1-1-320 0,4-1-64 0,0 2-16 15,1 1-864-15,0 0-208 0,-1-2 0 0,1 0 0 16,-1-1 0-16,-1 1-256 0,-1-1 48 0,-1 2-16944 16,0-2-3376-16</inkml:trace>
  <inkml:trace contextRef="#ctx0" brushRef="#br0" timeOffset="40950.07">22496 2506 9215 0,'9'-10'816'0,"-9"10"-656"0,1-7-160 0,0 1 0 15,-1-1 9328-15,0 1 1824 16,0 6 368-16,0 0 80 0,0 0-8400 0,-4-4-1664 0,4 4-352 16,-9 4-64-16,-2 2-192 0,-4 7-32 0,-2 6-16 0,-1 5 0 15,-1 4-528-15,-4 4-96 0,1 5-32 0,-1 3 0 16,-1 5-160-16,3-2-64 0,4-3 0 0,3-2 0 15,4 0 0-15,4-3 0 0,4-1 0 0,4-3 0 16,5-1 0-16,3-1 0 0,6-5 0 0,4-3 0 0,2-4 0 16,4-5 0-16,3-3 0 0,3-1 0 0,2-7 0 15,0-1 0-15,0-4 0 0,0-1 0 0,0-3 0 16,-2 1-208-16,-3-7 64 0,-2-1 16 0,1 0 128 16,-5-4-192-16,-2-2 192 0,-3 0-192 0,-1-1 192 0,-5 0 0 15,-3 0 0-15,-2-2-128 0,-4-3 128 16,-3 0 0-16,-2 0 0 0,-3 3 128 0,-5-1-128 0,1 1 0 15,-1 1 128-15,-2 3-128 0,-2 0 0 0,-2 1 0 16,-1 2 0-16,-1 2 0 0,-3 0 0 0,0 2-160 16,-1 2 160-16,0 0 0 15,1 3-688-15,0-1-16 0,2 0-16 0,-1 4 0 16,1 5-1584-16,2 0-320 0,2 0-64 0</inkml:trace>
  <inkml:trace contextRef="#ctx0" brushRef="#br0" timeOffset="42916.17">21560 3213 49695 0,'0'0'2208'0,"0"0"448"0,0 0-2128 0,0 0-528 0,0 0 0 0,0 0 0 16,0 0 400-16,0 0-16 0,0 0-16 15,7-4 0-15,5-2 288 0,1-1 64 16,3-1 16-16,1 0 0 0,2 1-608 0,1 0-128 0,-2-2 0 0,2 2 0 15,-1 1 0-15,-1 2-192 0,-1 1 192 0,-2 2-160 16,-2 1-32-16,-3 3 0 0,-1 1 0 0,-2-2 0 16,-7-2 192-16,2 7-192 0,0 0 192 0,-4 1-192 15,-1 0 192-15,-1 0 0 0,-2 1 128 0,-1 2-128 16,-4-4 256-16,-1 1-32 0,1 0 0 0,-1 1 0 0,2 2 80 0,-1-5 16 16,1 1 0-16,1-1 0 0,1-1-48 15,1-1 0-15,7-4 0 0,0 0 0 0,0 0-128 0,0 0-16 16,0 0-128-16,0 0 192 0,0 0-192 0,7 5 0 15,-7-5 0-15,10 4 0 0,3 2 0 0,2-5 0 16,0 0 0-16,1 0 0 0,1-1 0 0,-2 3 0 16,2 0 0-16,-1 1 0 0,-2-3 0 0,1 3 0 15,-4 0 0-15,-1 1 0 0,-1 0 0 16,-9-5 0-16,5 8 0 0,-1 1 0 0,-3 0 224 0,-3 0 0 16,-5 0 0-16,-2 2 0 0,-3-1 128 0,-2 2 32 15,-3-4 0-15,-3 1 0 0,-1-1-384 0,-1 0 0 16,-1-3 0-16,1 1 0 0,2 0-192 0,2-2 64 15,1-2 0-15,3-2 0 16,2 0-1440-16,5-4-288 0,5-1-48 0,3-3-13936 16,6-4-2784-16</inkml:trace>
  <inkml:trace contextRef="#ctx0" brushRef="#br0" timeOffset="43187.49">22561 2891 46655 0,'0'0'2064'0,"0"0"432"0,0 0-2000 0,0 0-496 0,0 0 0 0,0 0 0 16,2 8 1392-16,2 2 176 0,2 1 32 0,0 3 16 0,2-1-64 16,0 1-16-16,1 5 0 0,-1-1 0 0,1 1-1024 0,0 2-192 15,0 0-64-15,1 0 0 0,1-1-256 0,-2-1 0 16,0-2 0-16,0 0 144 0,-1-1-144 0,0-2 0 15,0 0 0-15,0-2 0 0,-2 1 0 0,1-5 0 16,-1 0 0-16,-1 1 0 16,1-3-1280-16,-1 0-192 0,1-1-32 0,0-1-16 15,-6-4-2688-15,3 4-528 0</inkml:trace>
  <inkml:trace contextRef="#ctx0" brushRef="#br0" timeOffset="43458.83">23131 3081 24879 0,'0'0'2208'0,"0"0"-1760"0,0 0-448 0,0 0 0 16,5 8 6416-16,0 3 1200 0,0-1 256 15,-1 4 32-15,-1 1-5216 0,-2 2-1024 0,0 2-224 0,2 5-32 16,-2 0-1008-16,1 1-192 0,-1 0-32 0,0-2-16 16,-1 1-160-16,1-2 0 0,1-1 0 0,-2 0 0 15,0-4-192-15,0 0 0 0,0-3-16 0,0-1 0 16,0-1-2656-16,1-2-528 0</inkml:trace>
  <inkml:trace contextRef="#ctx0" brushRef="#br0" timeOffset="44597.51">23917 2884 27647 0,'0'0'2448'0,"0"0"-1952"15,-7 0-496-15,1-1 0 0,6 1 6336 0,0 0 1184 0,0 0 224 0,0 0 64 16,0 0-6080-16,0 0-1200 16,0 0-240-16,0 0-48 0,10-1 160 0,4-1 48 0,2 1 0 0,4-1 0 15,3-1-448-15,6 0 0 0,3 1 128 0,4 0-128 32,3-3-448-32,1 4-112 0,3 1-16 0,-2-4-16 0,-4 1-2736 0,0-2-528 15</inkml:trace>
  <inkml:trace contextRef="#ctx0" brushRef="#br0" timeOffset="45372.78">24797 3278 36863 0,'-12'-2'1632'0,"7"-1"336"0,0-2-1584 0,-2 1-384 0,1 0 0 0,0 0 0 0,6 4 4160 0,0 0 768 16,-5-7 128-16,5 7 48 0,0-7-3248 0,3 1-656 15,2 0-128-15,3-1-32 0,1 0-832 16,3 1-144-16,2 0-64 0,2-1 0 0,1 2 0 0,2 1 0 16,1 2 0-16,-2-1 0 0,-1 0 0 0,0 2 0 15,-3 1 0-15,-1 0 0 0,-2 0-160 0,-2 1-32 16,-9-1 0-16,0 0 0 0,0 0 192 0,0 0 176 15,0 0-48-15,-2 9 0 0,-2 1-128 0,-1 0 128 16,-6 4 0-16,1-4-128 0,0 0 0 16,0 0 0-16,-1 1-176 0,1-1 176 0,-1 2 0 15,2-2 128-15,-1 2-32 0,1-1-96 0,2-5 0 0,2 1 0 16,2-1 0-16,3-6 0 0,2 8 0 16,0-2 0-16,3 0 0 0,3-2 0 0,3-2 0 0,2 2 0 15,2-4 0-15,1 1 0 0,1 1 0 0,1 2 0 0,2-3 0 16,-1-1 0-16,1 0-128 0,-1 1 128 15,0 2 0-15,-2-1 0 0,-2 2 0 16,0 0 0-16,-4 0 0 0,-2 0-160 0,-2 3 160 0,-7-7-128 16,0 0 128-16,0 9 0 0,-4 1 0 0,-5 1 192 15,-4-1-64-15,-3 2-128 0,-3-2 0 0,-5 1 0 16,-1-1 0-16,-1 3 0 0,2-1-160 0,0 0 160 0,2-3-208 16,1-2-48-16,3 0-16 0,0-3 0 0,2-1 0 15,3-1-2096 1,4-2-432-16,2 0-80 0</inkml:trace>
  <inkml:trace contextRef="#ctx0" brushRef="#br0" timeOffset="45903.99">25674 2552 28559 0,'0'0'2544'0,"-5"6"-2032"15,-2-2-512-15,1 3 0 0,-1 3 5376 0,2 3 992 16,-1 4 192-16,-2 4 32 0,-3 3-4208 0,1 4-848 15,-2 6-160-15,3 3-32 0,1 2-672 0,3 1-128 16,2 2-32-16,2 1 0 0,0-4-368 0,3 0-144 16,4 0 0-16,0-2 0 0,3-2 0 0,0-8 0 15,3-3 0-15,2 1 0 0,1-3 0 0,-1 0 0 16,0-2 0-16,1-5 0 0,-2-2 0 0,0-1 0 16,-1-2 0-16,2-2 0 0,0-5 0 0,-1-3 0 15,0-3 0-15,0-3 0 0,-1-3 0 0,0-2 0 0,0-2 0 16,-1-3 0-16,0-2 0 0,-3 3 0 15,1-4 0-15,0-4 0 0,0-3 0 0,-1-2 0 0,0-3 0 16,-1 1 0-16,1-1 0 0,1-10 0 16,-2 1 0-16,-1 1 0 0,1-2 0 0,-2 5 0 0,-1 1 0 15,1 5 0-15,1 6 0 0,-1 5 0 16,-1 4 0-16,0 6 0 0,-1 1 0 0,-3 8 0 0,0 0 0 0,8 8 0 16,0 3 0-16,0 6 0 0,0 5 0 0,0 4 0 15,1-1 0-15,0 3 0 0,1 1 0 0,2-2 0 0,0 2 0 16,-1 1 0-16,0 1 0 0,1-1 0 15,1-1 0-15,1-3 0 0,-4-6 0 0,3 1 0 0,2-6 0 0,-1 1 0 16,-1-2 0-16,2-2 0 0,-1-3 0 16,0 0 0-16,1-4 0 0,3-2 0 0,-1-2 0 0,-2-1 0 15,0-4 0-15,-2-1 0 0,-1-4 0 16,-2 2 0-16,-1-2 0 0,0-1 0 0,-1-3 0 16,0-3 0-16,0-2 0 0,-1-2 0 0,0-2 0 0,0-1 0 15,-2-5 0-15,0 2 0 0,-1-1 0 0,-2-7 0 16,-3-1 0-16,-1 2 0 15,-2 2-512-15,-4 1-112 0,-4 3-16 16,-4 2 0-16,-3 5-3136 0,-5 3-640 0</inkml:trace>
  <inkml:trace contextRef="#ctx0" brushRef="#br0" timeOffset="46126.89">25280 2420 35935 0,'0'0'1600'0,"0"0"320"0,0 0-1536 0,0 0-384 16,7 0 0-16,3-4 0 0,2 2 4336 0,4-2 784 0,2 3 176 0,4-2 16 15,3 0-3584-15,4 1-736 0,3-1-144 0,3 2-16 16,2-6-624-16,2 3-208 16,3 2 144-16,2-2-144 0,3 1 0 0,0 1 0 0,0-1 0 0,-3 2 0 31,-3-4-1136-31,-4 1-208 0,-1 2-32 0,-1-2-15024 0,-1 2-3008 0</inkml:trace>
  <inkml:trace contextRef="#ctx0" brushRef="#br0" timeOffset="46296.54">26541 2341 11967 0,'0'0'528'0,"0"0"112"16,0 0-512-16,8 1-128 0,1-1 0 0,3 0 0 0,2-1 9088 0,-1 1 1792 15,0-4 368-15,2 3 64 0,1-1-8048 0,1 1-1600 16,-2 0-320-16,0 1-64 0,4-3-912 0,-1 0-192 15,0 1-48-15,2-1 0 16,1 3-736-16,-2 2-160 0,1-1-16 0,3 1-16 16,-2 1-2272-16,-3 1-448 0,-1 5-80 0</inkml:trace>
  <inkml:trace contextRef="#ctx0" brushRef="#br0" timeOffset="46562.58">26892 3162 34095 0,'0'0'3024'0,"9"1"-2416"0,0-1-480 0,1 3-128 16,1-2 4400-16,-1 5 848 0,1 0 192 0,-1-1 16 16,-1 4-3264-16,-1 3-656 0,-1 2-128 0,-1 3-16 15,1 3-1072-15,-2 0-192 0,0-1-128 0,-2 5 128 0,-2-4-96 0,-1 3-32 16,0-4 0-16,-1 1 0 15,-2-2 0-15,-1-1 0 0,-1-3 0 0,0 1 0 0,-2-1 0 0,2-1 0 16,-1-4 0-16,0 0 0 16,2-1-768-16,0 1-128 0,2-2-48 0,2-7-24336 15</inkml:trace>
  <inkml:trace contextRef="#ctx0" brushRef="#br0" timeOffset="50632.93">16492 5862 23951 0,'-3'7'2128'0,"-2"-1"-1696"16,-3 2-432-16,2 0 0 0,-1 0 5280 0,1-1 976 16,-2-1 192-16,0-1 32 0,0-5-3360 0,1 1-688 0,-1-1-128 15,0-1-16-15,1 1-1184 0,-3-5-224 0,1-2-48 0,1-1-16 16,-1-2-544-16,1-1-96 0,-1 2-32 15,1-5 0-15,2-2-96 0,-2-3-48 0,0-2 0 0,1-1 0 16,1-2 0-16,-1-3 0 0,1-4 0 0,-1-3 0 16,0-3 0-16,1-2 0 0,1-4 0 0,0 0 0 15,-2-1 0-15,2 1 0 0,1-3 0 0,0 7 0 16,-2 4 0-16,1 6 0 0,-1 6 0 0,2 3 0 16,2 7 0-16,-1 4 0 0,3 9 0 0,0 0 0 0,0 0 0 15,0 0 0-15,3 14 0 0,2 3 0 0,3 1 0 16,2 3 0-16,3 1 0 0,3 1 0 0,1-3 0 15,-3-5 0-15,5 0 0 0,1 1 0 0,3-3 0 0,-1 0 0 16,2-4 0-16,3-1 0 0,-3-1 0 0,2-5 0 16,-1-3 0-16,0-2 0 0,-2 1 0 0,0-3 0 15,-5-3 0-15,0-4 0 0,-1-2 0 0,-1-3 0 16,-1 0 0-16,-2-3 0 0,-2 1 0 0,-2-2 0 16,-1-3 0-16,-2 2 0 0,-1-4 0 0,-1 1 0 15,-1 3 0-15,0-4 0 0,-2 3 0 0,0-1 0 16,-1 6 0-16,-1 4 0 0,1 3 0 0,0 5 0 15,0 6 0-15,0 0 0 0,0 0 0 0,0 9 0 16,0 8 0-16,1 6 0 0,1 3 0 0,-1 9 0 16,0 3 0-16,0 3 0 0,2 2 0 0,0 1 0 15,1 0 0-15,1-1 0 0,0 0 0 0,2 0 0 16,0 0 0-16,4-1 0 0,-2 0 0 0,1-4 0 16,2-3 0-16,1-3 0 0,4-2 0 0,-1-1 0 15,-2-5 0-15,2-4 0 16,-1-1-448-16,1-4-96 0,0-2-16 0,-1-4 0 15,2 1-2288-15,0-5-464 0</inkml:trace>
  <inkml:trace contextRef="#ctx0" brushRef="#br0" timeOffset="56118.33">17824 5423 49695 0,'-9'-16'2208'0,"5"10"448"0,-2-4-2128 0,1 1-528 0,1 0 0 0,1 3 0 15,1-5 272-15,-2 2-48 0,0 0-16 0,-3 1 0 16,1 2 800-16,-2 0 144 0,-3 3 48 0,1 0 0 16,-2 3-528-16,1 4-96 0,-3 4-32 0,-1-1 0 15,-2 5-208-15,-3 5-32 0,-1 3-16 0,-1 3 0 0,-1 3-80 0,-2 3-16 16,0-2 0-16,2 2 0 0,2 1-64 0,3 0 0 15,2 1-128-15,6-6 192 0,3 0-192 16,6-2 0-16,3-3 128 0,5-2-64 0,3-1-64 16,6-4 0-16,2-1 0 0,4-6 0 0,3 0 0 15,3-4-128-15,2-3 128 0,0-2 0 0,0 1 0 0,1-5 0 16,0-1 0-16,0-1 0 0,-3-1-192 0,-2 1 192 16,-1-3-192-16,-3 0 192 0,-1-1-384 0,-2 1 16 15,1 2 16-15,-2 0 0 16,-2-2-544-16,-5 1-96 0,1 1-32 0,-1 2 0 15,-2 2 448-15,-3 0 96 0,-1 0 16 0,-5 6 0 16,0 0 176-16,0 0 32 0,0 0 16 0,0 0 0 0,0 0 560 0,0 0 96 16,0 0 32-16,0 0 0 0,0 0 320 0,6 8 80 15,-2 1 16-15,-1 1 0 0,1 6-160 0,-1 2-48 16,0 4 0-16,-1-2 0 0,1 1-304 0,1 0-64 16,0-2-16-16,1 1 0 0,0-1-192 0,-1-1-80 15,2-1 0-15,1 0 0 0,1-2 0 0,0-2 0 16,-1-3 0-16,1-1 0 0,0-1 0 0,0-3 0 15,0-1 0-15,0-1 0 0,-8-3 0 0,7 0 0 16,1-5 0-16,-1 1 0 0,-7 4 0 0,6-7 0 0,-2-1 0 0,0-1 0 16,0-1 0-16,0-2 0 0,0-1 0 0,0 1 0 15,-3-2 0-15,3 0 0 0,0-1 0 0,-2-2 0 16,1 2 0-16,0-2 0 0,1 0 0 0,1-3 0 31,1 3-576-31,1-1-128 0,1 1 0 0,-1 3-16 0,1-1-2368 0,1 4-480 0,2 2-80 16</inkml:trace>
  <inkml:trace contextRef="#ctx0" brushRef="#br0" timeOffset="56799.7">18942 5343 28559 0,'0'0'2544'0,"0"0"-2032"15,-4-5-512-15,1 0 0 0,3 5 4608 0,0 0 832 16,0 0 176-16,-6 4 16 0,-2 0-3104 0,0 5-624 15,-2 2-128-15,-2 4-32 0,-1 2-656 0,-2 2-144 16,1 3-32-16,0 1 0 0,-1-1-608 0,2-1-128 0,0 0-32 0,2-3 0 16,0-1-96-16,2-4-48 0,1-2 0 0,2 1 0 15,-2 1 0-15,3-2 0 0,0-2 0 0,1-3 0 16,4-6 0-16,0 0 0 0,0 0 0 16,0 0 0-16,0 0 0 0,0 0 0 0,0 0 0 0,2-6 0 15,2-3-128-15,1-2-32 0,-1-4 0 0,4-1 0 16,2-2 160-16,4-2-208 0,0-2 80 0,2-3 128 15,0-1-224-15,1-1 80 0,2 1 16 0,-1 0 0 16,-1 2 128-16,-1 3 0 0,-2 6 0 0,-1-1 0 16,0 4 0-16,-3 4-128 0,-1 5 128 0,-1 1-128 0,0 2 256 0,-1 4 48 15,-2 3 16-15,0 2 0 0,2 1 64 0,-1 2 0 16,2 2 16-16,-2 2 0 0,0 2-192 0,-2 0-80 16,2 1 0-16,2-1 0 0,0 0 0 0,2-1 0 15,2-1 0-15,1 1 0 0,1-2 0 0,1 1 0 16,0-2 0-16,0 1 0 0,-1-6 0 0,0 1 0 15,-1 1 0-15,0-1 0 0,-2 1 0 16,-1-2 0-16,-1-1 0 0,-1 1 0 0,-1-3 0 0,-2 1 0 16,-5-7 0-16,0 0 0 0,0 0 0 0,0 0 0 15,0 0 0-15,-5 5 0 0,-3-2 0 0,-1-2 0 16,-2 0 0-16,0 2 0 0,-6-2 0 0,-3-1 0 16,-2-1 0-16,-3 1 0 0,-2 0 0 0,-2 1 0 0,-1 0 0 15,-1-1 0-15,-2 0 0 0,1 2-128 16,0-1 128-16,4-1-160 0,2 0-48 0,3 0-16 15,4 0 0-15,3 0 0 16,4 0-944-16,5 0-192 0,7 0-48 0,0 0 0 16,0 0-896-16,7-4-192 0,7-1-48 0,4-4-18384 0</inkml:trace>
  <inkml:trace contextRef="#ctx0" brushRef="#br0" timeOffset="57066.68">19673 5124 35007 0,'0'0'3120'0,"0"0"-2496"0,-1-6-496 0,1 6-128 16,0 0 3840-16,0 0 736 0,0 0 160 0,0 0 16 0,0 0-2720 0,0 0-560 16,1 10-96-16,2 3-32 0,-3 4-640 0,0 4-128 15,0 2-16-15,0 2-16 0,0 1-544 0,0 2 0 16,0 2 0-16,0 1 0 0,0 0 0 0,1 0 0 16,0 1 0-16,1-4 144 0,0 1-144 0,1-3 0 15,-1-4 0-15,1 2 0 0,0-1 0 0,-1 1 0 16,1-6 0-16,-2 0 0 0,0-3 0 0,-1-4 0 15,-1 0 0-15,0-3 0 16,0-3-576-16,1-5-64 0,0 0-16 0,0 0 0 16,0 0-1008-16,-7-7-208 0,-1 1-48 0,0-3 0 15,-1-2-2704-15,-1 0-560 0</inkml:trace>
  <inkml:trace contextRef="#ctx0" brushRef="#br0" timeOffset="57256.78">19257 5125 38703 0,'0'0'3440'0,"0"0"-2752"16,0 0-560-16,0 0-128 0,0 0 2944 0,0 0 544 0,9-1 112 0,2 0 32 16,0 1-1680-16,4 1-336 15,2-1-64-15,2 1-16 0,7-2-848 0,0 0-176 0,2 0-48 0,2 1 0 16,2-3-336-16,4 3-128 16,0-1 0-16,3-2 0 0,4-1 0 0,2 0 0 0,0-1 0 0,1 1 0 15,0 0 0-15,-1 2 0 0,-1-5-160 0,2 1-17296 16,-2-4-3456-1</inkml:trace>
  <inkml:trace contextRef="#ctx0" brushRef="#br0" timeOffset="57653.63">20836 5404 43311 0,'0'0'1920'0,"0"0"384"0,0 0-1840 0,0 0-464 0,0 0 0 0,9 0 0 16,-1-3 2336-16,4 0 368 0,3 2 80 0,5-2 16 16,1-2-1616-16,0 2-320 0,2 2-64 0,3-2-16 15,3 3-544-15,1 0-112 0,0 0-128 0,0 0 176 16,-2 0-672-16,1-1-128 0,-3 1-16 15,0 0-16-15,-1 0-2288 0,-3 0-464 0,-2 1-96 0,-6-1-16 16</inkml:trace>
  <inkml:trace contextRef="#ctx0" brushRef="#br0" timeOffset="57790.41">21064 5548 49071 0,'-27'4'2176'0,"15"-3"448"0,-1-1-2112 0,1 0-512 16,2 0 0-16,2 3 0 0,8-3 704 15,0 0 48-15,0 0 0 0,0 0 0 0,0 0 272 0,0 0 48 16,9-4 16-16,3 3 0 0,5 1-912 0,1-2-176 15,3 1 0-15,2-3 0 16,2-1-1504-16,4 1-224 0,3 1-32 0,4-2-13616 16,-1 1-2736-16</inkml:trace>
  <inkml:trace contextRef="#ctx0" brushRef="#br0" timeOffset="58211.44">21653 5532 24879 0,'0'0'2208'0,"0"0"-1760"16,0 0-448-16,0 0 0 0,0 0 6080 0,0 0 1120 15,0 0 224-15,0 0 64 0,7-5-4928 0,1 0-960 16,2 2-208-16,1-1-48 0,0 0-720 0,2 0-160 16,3 1-16-16,0 1-16 0,1 4-432 0,0-2 0 15,0 1 0-15,-2 0 0 0,0 4 0 0,-2 1 0 0,-2-1 128 0,-2-1-128 16,-1-2 0-16,-8-2 0 16,0 0 0-16,0 0 0 0,2 8 0 0,-4-1 0 0,-2 1 0 15,-2-2 0-15,-2 1 0 0,-2-2 128 0,-2 0-128 0,0 1 128 16,0 2-128-16,2 3 0 0,0-2 0 0,-1-1 128 15,1-3-128-15,2 1 192 0,3 2-192 0,1-1 192 16,0-1-144-16,4-6-48 0,0 0 0 0,4 6 0 16,1 1 0-16,1-1 0 0,2-1 0 0,4 1 0 0,1-2 0 15,3 1 0-15,2-1 0 0,1 2 0 0,2-1 0 16,2 0 0-16,-1 0 0 0,0 2 0 0,-3-2 0 0,1 0-128 16,-2 0 128-16,-2 2 0 0,-2 1 0 15,-1 1 0-15,-2-3 0 0,-4 2 0 0,0 0 0 16,-4 0 0-16,-2 0 0 0,-2 1 0 0,-5 0 0 0,-1 0 0 15,-4 0 0-15,-3 3 0 0,-6-3 0 0,-2 1 0 16,-3 1 0-16,-1-3 128 0,-2 1-128 0,-2-1 0 16,-2-1 0-16,1 0 0 0,1-2 0 15,3 0 0-15,1-3 0 0,3-1 0 16,4-1-1280-16,2-3-240 0,4-1-48 0,5-1-14944 16,4-3-3008-16</inkml:trace>
  <inkml:trace contextRef="#ctx0" brushRef="#br0" timeOffset="58589.86">22716 5122 7359 0,'0'0'656'0,"0"0"-528"16,-8 0-128-16,0 2 0 0,1 2 10400 0,-3 3 2048 0,-1 2 416 16,-4 4 64-16,-3 4-9664 0,-5 4-1952 0,-5 2-384 0,-2 6-80 15,-2 2-288-15,0 4-64 0,1 3-16 0,2-1 0 16,3-2-336-16,4-1-144 0,5-2 128 0,5-2-16 15,5 3-112-15,5-3 0 0,5-3 0 0,7-1 0 16,5-2 0-16,4-3 0 0,6-4 0 0,5-3 0 16,5-1 0-16,3-3-208 0,1-2 64 0,2-4 16 0,0-4-208 15,2-1-48-15,-2-6 0 0,0-2 0 16,0-1-48-16,-2-3-16 16,-3-2 0-16,-2-3 0 0,-2-1 176 0,-5-4 16 0,-2-1 16 0,-4-1 0 15,-7 0 240-15,-2 0 0 0,-3-5 0 0,-5 0 0 0,-6 0 336 16,-1 0-32-16,-4 0-16 0,-2 0 0 0,-3 2 32 0,-2-1 0 15,-3 0 0-15,-1 3 0 0,-3 3-176 0,-1 1-16 16,-2 2-128-16,-2 2 192 0,-1 2-192 0,-1 0 0 16,0 5 0-16,-1 3 0 0,2 4-208 0,-2 1 16 15,-1 5 0-15,-1 2 0 16,-2 2-1152-16,-1 5-208 0,2-1-48 0,-1 4-16 16,2 6-2512-16,1 1-496 0,1 2-112 0</inkml:trace>
  <inkml:trace contextRef="#ctx0" brushRef="#br0" timeOffset="58806.16">22782 5540 51375 0,'0'0'2272'0,"0"0"480"0,10 1-2208 0,0 2-544 16,2 1 0-16,-1 0 0 0,0 0 1376 0,-1 0 160 15,2 5 48-15,-1 0 0 0,0 5-864 0,-2 2-160 16,0 2-48-16,1 0 0 0,0 2-384 0,-1 1-128 0,-1-2 0 0,0 0 80 15,1 0-80-15,-3-1 0 0,1-2 0 0,0 2 0 16,-2-5-240-16,1 0-32 0,1-2-16 0,-1-1 0 16,2-1-2656-1,0-1-512-15</inkml:trace>
  <inkml:trace contextRef="#ctx0" brushRef="#br0" timeOffset="58976.97">23364 5764 21183 0,'0'13'1888'0,"-3"-5"-1504"16,-2 3-384-16,1 0 0 0,5 2 7744 0,-1 4 1472 16,2 0 288-16,-2 3 64 0,-2-2-7072 0,4 0-1408 15,-1-1-272-15,2 3-64 0,-1-1-464 0,1-2-96 16,-2 0 0-16,3-1-16 16,-1-3-544-16,1 1-96 0,1-2-32 0,-1-2-16672 15,0 1-3344-15</inkml:trace>
  <inkml:trace contextRef="#ctx0" brushRef="#br0" timeOffset="59475.9">24464 5472 55807 0,'0'0'2480'0,"0"0"496"15,0 0-2384-15,0 0-464 0,0 0-128 0,0 0 0 0,0 0 192 0,7-6 0 16,-1-2 16-16,5 3 0 0,2-2 160 0,5 2 16 16,3 0 16-16,5 0 0 0,3-1-400 0,3 1 0 15,3-1 0-15,2-1 0 16,1 1-656-16,0-1-224 0,-2 1-32 0,-2 0-16 16,-4 1-1936-16,-1 1-384 0,23-6-80 0,-14 7 0 0</inkml:trace>
  <inkml:trace contextRef="#ctx0" brushRef="#br0" timeOffset="59943.6">25203 5652 43311 0,'0'0'3840'0,"-6"2"-3072"0,-1-4-608 0,1-2-160 0,2-1 2880 0,1 0 528 16,5-2 112-16,0 2 32 15,2 0-2528-15,4 0-512 0,1 1-112 0,4 0-16 16,4 1-80-16,1-2-32 0,1-1 0 0,0 2 0 0,1 1-272 0,-1 0 0 16,0 1 0-16,-2 0 0 0,-4 1 0 15,-3 2 0-15,0 2 0 0,-2-2 0 0,-8-1 0 0,0 0-144 16,0 0 144-16,0 0 0 0,0 0 0 0,-1 8 0 16,-4 1 0-16,-3 2-128 0,-3-5 128 0,1 3 0 0,-4-1 0 15,-2 0 0-15,0 1 0 0,1 0 128 16,-1-1-128-16,2 1 0 0,-1 0 0 0,4 1 128 0,2-1-128 15,2 0 0-15,3-1 0 0,2-1 0 16,2 3 0-16,2-3 128 0,-2-7-128 0,9 7 0 16,3-1 0-16,1 1 0 0,1-1 0 0,3 2 0 0,2 0 0 15,0 0 0-15,1-3 0 0,-1 2 0 0,0-1 0 0,-1 1 0 16,0 2 0-16,-1-1 0 16,-3-1 0-16,1 1 0 0,-2-1 0 0,-3 1 0 0,-2 1 0 0,-2 0 0 15,1-1 0-15,-4 1 0 0,-5 1 0 0,-2 1 0 16,-2-2 0-16,-5 0 0 0,-2 1 0 0,-2-1 128 15,-2 2-128-15,-3-1 0 0,-2-1 128 0,-3 2-128 16,-1-5 0-16,0 2 0 0,0-1 0 0,1-1 0 31,2-1-576-31,1-1-64 0,2-2-32 0,3-1 0 0,4-1-1728 0,4-1-352 16,4-5-64-16,5-3 0 0</inkml:trace>
  <inkml:trace contextRef="#ctx0" brushRef="#br0" timeOffset="60448.86">26027 4966 50847 0,'0'0'2256'0,"0"0"464"0,0 0-2176 0,0 0-544 16,2 6 0-16,-1 4 0 0,-1 4 992 0,-1 6 96 16,-2 5 0-16,-1 0 16 0,-1 7-32 0,1 1-16 15,-1 7 0-15,1-2 0 0,3 5-768 0,1-1-160 0,1 1-128 0,2-2 192 16,2-1-144-16,1-1-48 15,3-3 0-15,3 1 0 0,1 6 0 0,2-8 0 0,-1-4 0 16,0-6 0-16,-1-4 0 0,-1-4 0 16,-2-7 0-16,1-1 0 0,-1-1 0 0,-1-3 0 15,-2-2 0-15,-1-3 0 0,0-4 0 0,-2-1 0 16,-1-4 0-16,1-2 0 0,-1-2 0 0,0-1 0 0,1-3 0 16,1-5 0-16,1-6 0 0,1 0 0 0,1-2 0 15,1-4 0-15,1-3 0 0,3 0 0 16,0-1 0-16,2 1 0 0,-1 3 0 0,2 2 0 0,-3 6 0 15,-3 2 0-15,-1 3 0 0,-1 7 0 0,-2 6 0 0,1 2 0 16,-7 6 0-16,8 7 0 0,0 6 0 0,-2 6 0 16,-1 3 0-16,-1 4 0 0,0 4 0 0,0 1 0 0,1 2 0 15,2-1 0-15,1 0 0 0,1-2 0 16,0-7 0-16,1-1 0 0,1-2 0 0,-1-2 0 16,2 0 0-16,-2-2 0 0,1-4 0 0,1-4 0 0,-1-1 0 0,1-1 0 15,0-2 0-15,1-4 0 0,-2-2 0 16,1-6 0-16,-1-1 0 0,-1-1 0 0,1 1 0 0,-1-4 0 15,-1-2 0-15,0 0 0 0,-1-2 0 0,0-3 0 16,-2-6 0-16,1-1 0 0,-1 1 0 0,0 0 0 16,-1-3 0-16,0 2 0 15,0 0-624-15,-2 1-112 0,-2 2-32 0,-1 0 0 16,-2-1-2720-16,-4 3-544 0</inkml:trace>
  <inkml:trace contextRef="#ctx0" brushRef="#br0" timeOffset="60640.43">25803 5025 38703 0,'0'0'1712'0,"0"0"352"0,0 0-1648 0,0 0-416 16,0 0 0-16,8-6 0 0,4 3 3280 0,2-1 576 0,0 0 112 16,5-1 32-16,3 0-2752 0,4 0-544 0,3-1-128 15,1 1 0-15,1 0-576 0,3 0 0 16,1-1 0-16,1 1-144 15,2-4-1904-15,1 3-384 0,3-4-80 0</inkml:trace>
  <inkml:trace contextRef="#ctx0" brushRef="#br0" timeOffset="60800">26570 4879 45263 0,'0'0'2000'0,"0"0"432"0,0 0-1952 0,10-1-480 0,3-2 0 0,2 1 0 15,-1-1 1440-15,0 2 192 0,2-1 32 0,1 1 16 0,0-2-240 16,2 2-48-16,2 0-16 0,1 0 0 0,2 1-976 15,-1 0-192-15,-2 0-32 0,0-3-16 16,0 6-704-16,-2-3-144 0,0 1-16 0,-2 1-16 16,0 2-2992-16,-3 2-608 0</inkml:trace>
  <inkml:trace contextRef="#ctx0" brushRef="#br0" timeOffset="61049.42">27196 5455 45151 0,'0'0'4016'0,"0"0"-3216"15,5 7-640-15,0-1-160 0,1 2 2528 0,0 1 480 16,-2 2 80-16,-2-2 32 0,3 5-1920 0,-1 1-384 16,-1 3-80-16,0 3-16 0,-2 0-576 0,-1 2-96 15,0 2-48-15,0 2 0 0,-1-2 0 0,-1 0 0 16,2 1 0-16,-1-3 0 0,-2-1 0 0,1-1 0 0,-1 0 0 0,1 4 0 15,-1-4 0-15,0-4 0 0,1-2 0 0,0-2 0 32,1-4-704-32,0 1-128 0,-1-3-16 0,2-7-24496 0</inkml:trace>
  <inkml:trace contextRef="#ctx0" brushRef="#br0" timeOffset="65443.82">16354 6745 10127 0,'-3'-5'896'0,"1"-2"-704"16,-2 0-192-16,1 2 0 0,0 0 5536 0,3 5 1072 0,-1-9 224 0,1 9 32 15,-1-5-4880-15,1 5-992 16,0 0-192-16,0 0-32 0,0 0 640 0,0 0 144 16,0 0 32-16,0 9 0 0,0 1-656 0,0 2-128 0,0 5-32 0,-1 1 0 15,-1 4 0-15,0 3-16 0,-1 1 0 0,2 0 0 16,-1-1-304-16,1 6-48 0,2-1-16 0,2-2 0 16,0-2-240-16,2-3-144 0,1-3 160 0,4-3-160 15,0-3 0-15,3-2 0 0,3-4 0 0,3-2 0 16,5 1 128-16,4-3-128 0,6-3 0 0,4-1 144 0,5-3-144 15,3-1 0-15,2 0 0 0,3-3 128 0,1-4-128 16,3 1 0-16,1-1 0 0,0 4 0 0,2 0 0 0,2 0 0 16,0 2 0-16,-1 0 0 0,-3 0 0 0,0 1 0 15,-1 3 0-15,-2-1 0 0,0 0-224 0,-3 2 80 16,-1 0 16-16,-4 0 0 0,-2 2 128 0,-2 2-208 16,-5 0 80-16,-3 1 128 0,-6-1-256 0,-3 0 80 15,-5 3 16-15,-2-1 0 0,-3-2 160 0,-2 3-128 16,-3-1 128-16,-1 1-128 0,-1-1 128 0,-2-2 0 15,-1 1 0-15,0 2 0 0,-4-7 0 0,0 0 144 0,0 0-144 16,0 0 0-16,0 0 144 0,4 5-144 16,-4-5 0-16,0 0 144 0,6 3-144 0,2-2 0 15,0-1 144-15,1 0-144 0,1 0 0 0,3 0 0 16,2 0 0-16,0-1 0 0,4-2 0 0,1 0 0 16,1 1 0-16,4 2 0 0,1 1 0 0,3 2 0 15,2-1 0-15,3 2 0 0,3 0 224 0,2 0-32 16,1 0 0-16,3 1 0 0,0-3 0 0,4 3 0 0,1-3 0 0,4 2 0 15,1-2-64-15,0-1 0 0,2-1-128 0,-2-1 192 16,-1-2-192-16,1-1 144 0,-4 0-144 0,-1 0 128 16,-2-5-128-16,-2 3 0 0,-2-1 0 0,-2-1 0 15,-2-2 160-15,-3 1-160 0,-3-4 192 0,-4 2-192 16,-2 2 432-16,-2-1-32 0,-2-3 0 0,2 0 0 16,-4 2 112-16,0 1 32 0,-3-1 0 0,-1 0 0 15,-1-2-176-15,0-2-48 0,-2 0 0 0,-2-1 0 0,0 0-112 16,-2 1-16-16,-1-2-16 0,-2-2 0 0,-2 2-176 0,-1 1 0 15,-3-1 0-15,0 0 128 0,-4-2-128 0,-3 2 0 16,0 0 0-16,-3 2 128 0,0 0-128 0,-2 2 0 16,-2 2 0-16,-2 2 0 15,-1-3-656-15,-1 3-112 0,-2 0-32 16,-3 2-15712-16,-6 1-3136 0</inkml:trace>
  <inkml:trace contextRef="#ctx0" brushRef="#br0" timeOffset="66415">17023 8340 28559 0,'0'0'2544'0,"0"0"-2032"16,0 0-512-16,0 0 0 0,2-3 2688 0,-2 3 432 15,0 0 80-15,0 0 32 0,0 0-784 0,-1 6-144 16,-2 7-48-16,-1 3 0 0,-1 5-720 0,-3 5-160 15,-2 4-32-15,-2 2 0 0,-1 5-464 0,-1-1-112 16,1 2 0-16,0-1-16 0,-2-1-288 0,1 1-48 0,1-2-16 0,0-1 0 16,3-6-240-16,2 1-160 0,-1-5 192 0,1-2-192 15,1-3 128-15,5-2-128 16,-2-2 0-16,1-4 0 0,2-4 0 0,1-7 0 0,0 0 0 0,0 0 0 16,0 0 0-16,6-7-256 0,5-2 80 0,-1-1 16 15,1-7-144-15,0-1-16 0,1-3-16 0,1-3 0 16,0-3-80-1,2-3-16-15,-2-3 0 0,0 1 0 0,1-1 48 0,0-1 0 0,1-1 0 0,-2 1 0 16,0 0 208-16,-2 3 176 0,-1 0-208 0,-4 3 80 0,2 5 128 16,-2 4 0-16,-2 3 0 0,0 5 0 0,-1 2 272 15,-3 9-16-15,0 0 0 0,0 0 0 0,0 0 80 16,0 0 16-16,0 0 0 0,2 9 0 0,2 3-160 0,2 1-16 16,-1 1-16-16,1 3 0 0,1 3 16 0,1-1 0 15,0 2 0-15,2 1 0 0,2 2-176 0,2-1 160 16,2 1-160-16,2-1 160 0,1 1-160 0,2-2 0 15,-1-1 0-15,1 0 0 0,0-2 0 0,2 1 0 16,-1 0 128-16,0-1-128 0,-2-2 0 0,-2-2 0 16,-1 1 0-16,-1 0 0 0,-1-1 0 0,-3-2 0 15,-1 0 0-15,-4 0 0 0,-1-1 0 0,-4 0 0 16,-2 1 0-16,-4-1 0 0,-3-1 0 0,-3 1 0 16,-4-1 0-16,-4-1 0 0,-4 0 208 0,-3 1-32 15,-1-2-16-15,-4 0 0 0,-4-1 0 0,-3-2 0 16,-2 0 0-16,-1-1 0 0,-2-4-160 0,0 2 0 15,1-2 0-15,-1-1 0 0,3-3 0 0,2 1 0 0,2-5-224 0,4 2 80 32,5-3-1712-32,4-1-320 0,2-3-80 0</inkml:trace>
  <inkml:trace contextRef="#ctx0" brushRef="#br0" timeOffset="67149.19">18368 8148 44063 0,'4'-14'1952'0,"-4"14"400"0,3-6-1888 0,-1-1-464 16,0 0 0-16,-2 0 0 0,1 7 1600 0,-1 0 208 15,0 0 48-15,0 0 16 0,-1 12-272 0,-2 3-48 16,-2 5-16-16,-2 6 0 0,-1 5-784 0,-1 9-176 15,-3 4-16-15,-1 4-16 0,0 3-288 0,2 2-48 0,2 2-16 16,-1 0 0-16,3 1-128 0,1-1-64 16,2 1 0-16,4-3 0 0,2-2 0 0,2-3 0 0,2-1 0 0,3-4 0 15,2-2 0-15,0-5 0 0,3-2 0 0,-1-5 0 16,1-6 0-16,0-2 0 0,1-1 0 0,-1-6 0 16,0-2 0-16,1-3 0 0,-2 0 0 15,1-4 0-15,-2-4 0 0,-1-1 0 0,0-1 0 16,-1-5 0-16,-1-2 0 0,1-5 0 0,-4-3 0 0,2-2 0 15,0-4-128-15,1-4-32 0,0-2 0 0,1-6 0 16,2 2 160-16,0-7-208 0,1-2 80 0,0-2 128 16,0-2-288-16,1 2 64 0,1 2 16 0,-1 3 0 15,-2 1 208-15,-1 4 0 0,0 3-160 0,-1 3 160 0,1 1 0 16,-1 1 128-16,1 1 0 0,-1 2 0 0,0 0-128 16,2 4 0-16,-1-2 0 0,0 2 0 0,1 2 128 0,1 2 0 15,2 1 0-15,-2 0 0 0,0 1-128 0,-2 2 0 16,0 1 0-16,-2 2 0 0,0 2 0 0,0 2 0 15,-9 3 0-15,0 0 0 0,7 5 0 0,-2 6 0 16,-3 2 144-16,0 6-144 0,-2 6 240 0,-2 3-32 16,-1 3 0-16,-1 1 0 0,0 4-208 0,1-1 0 15,1-1 0-15,0 0 128 0,1 0-128 0,1-1 0 16,1 0 0-16,2-3 0 0,-1-1 0 0,1-3 0 16,1-1 0-16,1-2 0 0,-1-1 0 0,0 0 0 15,0-3 0-15,0-2 0 0,0-2 0 0,-2 0 0 16,1-2 0-16,0-2 0 0,-1 0-224 0,1-3-304 15,-3-8 256 1,0 0-1632-16,0 0-320 0,0 0-64 0</inkml:trace>
  <inkml:trace contextRef="#ctx0" brushRef="#br0" timeOffset="67401.14">18033 8261 54143 0,'-12'-9'2400'0,"12"9"480"0,0 0-2304 0,0 0-448 0,0 0-128 0,0 0 0 0,0 0 384 0,9-3 64 16,3 1 16-16,4-2 0 16,2-2 112-16,3 3 0 0,2-4 16 0,3 2 0 15,3-2-400-15,1 1-192 0,0 1 160 0,3-2-160 0,1 1-144 0,1-4-128 16,0 3-32-16,1-1 0 15,2-1-1552-15,0 0-304 0,0-2-64 0,-2-2-20928 16</inkml:trace>
  <inkml:trace contextRef="#ctx0" brushRef="#br0" timeOffset="67558.74">18861 8085 34095 0,'0'0'1504'0,"0"0"320"0,0 0-1456 0,0 0-368 15,0 0 0-15,8-3 0 0,1-1 3792 0,3 1 688 16,-2-1 144-16,4 1 32 0,2-2-2672 0,4 1-512 0,-1 1-128 0,2-1 0 15,1 0-896-15,3-1-192 0,1 3-16 0,3-1-16 16,1 0-496-16,-2 1-112 0,4 0 0 0,-1 2-16 31,0 0-2096-31,0 0-400 0</inkml:trace>
  <inkml:trace contextRef="#ctx0" brushRef="#br0" timeOffset="67795.75">19556 8614 54591 0,'0'0'2432'0,"0"0"480"16,0 0-2336-16,0 0-448 0,9-1-128 0,0 0 0 0,0-5 880 0,2 3 144 16,0-1 48-16,4-2 0 0,0 1-752 0,2 0-128 15,1 0-48-15,1 0 0 0,0-2-96 0,2 2-48 16,0-2 0-16,1 2 0 0,-1 1 0 0,0-2 0 15,-2 0 0-15,0 1 0 16,-4 0-704-16,0 1-128 0,-2 0-16 0,-3-1-16 16,-2 4-2848-16,-8 1-576 0</inkml:trace>
  <inkml:trace contextRef="#ctx0" brushRef="#br0" timeOffset="67934.92">19557 8721 21183 0,'0'0'1888'0,"0"0"-1504"16,0 0-384-16,0 0 0 0,9 1 6272 0,2-1 1168 0,2 2 240 0,1-2 64 15,2-2-5456-15,2 0-1088 16,0-3-224-16,4 1-32 0,3 0-544 0,2-1-96 0,3-2-32 16,2 1 0-1,-1-1-832-15,2-1-160 0,1 2-48 0,1-6-14592 0,-1 0-2912 0</inkml:trace>
  <inkml:trace contextRef="#ctx0" brushRef="#br0" timeOffset="68262.25">20416 8365 39615 0,'0'0'3520'0,"-6"3"-2816"16,-2 1-560-16,0 0-144 0,-1 0 2752 0,-2-1 512 16,0 7 96-16,-2 1 32 0,-2 4-1536 0,-2 2-320 15,-1 2-48-15,-1 3-16 0,-2 3-816 0,0 0-160 16,0 2-48-16,4 2 0 0,0 0-304 0,3-3-144 16,1 0 128-16,2 1-16 0,2 1-112 0,5 0 0 15,6-2 0-15,2 2 0 0,2-5 0 0,4-1 0 16,4-2 0-16,4-2 0 0,4-2 0 0,3-2 0 15,3-2 0-15,4-2 0 0,2-6 0 0,2-1-128 16,3-3 128-16,0-5-160 0,-1-1-48 0,0 0-16 16,0-5 0-16,-3 0 0 0,-2-6 80 0,-4-3 16 0,-2-2 0 15,-3 0 0-15,-3-2 128 0,-4 0 0 16,-4-1-144-16,-5 0 144 0,-4-2 0 0,-4-1 0 0,-5 1 0 0,-3 0 0 16,-4 0 0-16,-4 3 0 15,-3-1 0-15,-5 0 0 16,-3 0-384-16,-4 1-176 0,-6-1-16 0,-7 1-16080 15,-8 1-3216-15</inkml:trace>
  <inkml:trace contextRef="#ctx0" brushRef="#br0" timeOffset="68700.2">16231 7623 36863 0,'0'0'3264'16,"-6"-5"-2608"-16,6 5-528 0,0 0-128 0,0 0 2752 0,0 0 512 15,0 0 96-15,0 0 32 0,0 0-2496 0,4 13-480 16,2 3-96-16,1-3-32 0,2 4 416 0,1 9 64 16,1 8 32-16,0 11 0 0,1 15-352 0,1 7-64 15,-1 7 0-15,-2 11-16 0,3 8 16 0,-1 7 0 16,-1 6 0-16,-2-1 0 0,-1-4 0 0,-1 2 0 16,-1 0 0-16,-3-2 0 0,0-7-112 0,0-5-16 15,-1-6 0-15,1-5 0 0,-1-3-256 0,1-8 128 16,0-5-128-16,-1-4 0 0,1-3 128 0,1-7-128 15,0-5 0-15,1-6 0 0,-1-4 0 0,-2-6 0 16,1-6 0-16,-3-6 0 0,0-2 0 0,0-13-192 0,0 0 16 0,0 0 16 31,0 0-768-31,0 0-160 0,-4-5-16 0,2-6-16 16,-1-8-1616-16,2-8-320 0,-1-10-64 0,0-7-16 0</inkml:trace>
  <inkml:trace contextRef="#ctx0" brushRef="#br0" timeOffset="69582.25">16514 7599 45551 0,'7'-12'2016'0,"-7"12"416"0,9-4-1936 0,6 0-496 0,12 0 0 0,4-1 0 0,4-2 512 0,4 0 0 16,3-4 0-16,4 2 0 0,2 0 400 0,5 1 96 15,5 0 16-15,3 0 0 0,7 1-176 0,6-1-16 16,7-1-16-16,-20 2 0 0,11 1-496 0,11-1-112 16,11 2-16-16,8 0 0 0,6-2-192 0,9 1 144 15,10 0-144-15,6 3 128 0,5-3-128 0,5 2 0 16,6 2 0-16,23 2 0 0,-1 0 0 0,-2 0 0 16,-2 0 0-16,61 0 0 0,-24 0 0 0,-14 0 0 15,-6-3 0-15,-7 2 0 0,-5 1 0 0,-5-1 0 16,-4-1 0-16,-8 0 0 0,-7 4 0 0,-10 1 0 15,-7 1 0-15,-9-3 0 0,-9 2-144 0,-11-1 144 16,-12 1 0-16,-9 2 0 0,-12 2 0 0,-12 2 0 0,-9-5 0 16,-9 2 0-16,-5-1 0 0,-8-1 0 15,-5-1 144-15,-5 0-144 0,-3 2 288 0,-3-3-32 0,-10-2 0 0,9 4 0 16,-9-4 32-16,0 0 0 0,10-2 0 0,-10 2 0 16,0 0-96-16,11 2-32 0,-11-2 0 0,11 0 0 15,-11 0-160-15,0 0 0 0,8 0 144 0,-8 0-144 16,0 0 0-16,0 0 0 0,7 4 0 0,-7-4 0 15,7 7 0-15,-1 2 0 0,-6-9 0 0,6 18 0 16,-2 3 0-16,-1 6 0 0,1 3 0 0,-2 7 0 0,-4 7 0 16,1 11 0-16,0 11 0 0,-2 9 0 15,-1 7 0-15,-1 8 0 0,1 12 0 0,-1 1 0 0,0 5 0 16,3 3 0-16,1 1 0 0,4-3 0 0,2-1 0 16,1-3 0-16,4-4 0 0,-1-4 0 0,2-9 0 0,4-3 0 15,-1-3 0-15,3-5 0 0,0-2 0 0,-1-6 0 16,-3-2 0-16,-2-9 0 0,0-3 0 0,-2-7 0 15,-4-4 0-15,0-3 0 0,1-4 0 0,-4-1 128 16,0-6-128-16,-1-4 128 0,-2-3-128 0,-1-3 0 16,1-2 0-16,-2-4 128 0,-1 1 0 0,0-6 0 15,-1-1 0-15,1-1 0 0,4-7-128 0,-9 6 0 0,0-4-128 16,-1-2 128-16,-3 0 0 0,-2-1 0 16,0 0 0-16,-4-5 0 0,-3 1 0 0,-5-1 0 15,-7-1 0-15,-9-2 0 0,-10 0-192 0,-9 2 64 16,-8 1 0-16,-8 1 0 0,-10-5-64 0,-11 4 0 0,-12 1 0 15,-9 0 0-15,-5-2 48 0,-12 3 0 16,-9-1 0-16,-5 0 0 0,-5-3 144 0,-5-1-128 16,-4 0 128-16,-1-1-128 0,-2 0 128 0,1-2 0 0,2 1 128 0,-4-5-128 15,-1 2 192-15,-4 1-48 0,2 2 0 16,4-2 0-16,5 0-144 0,1-3 192 0,2 2-192 16,47 6 192-16,-9 3-192 0,-4 0 192 0,-5 0-192 0,-42-1 192 15,24 0-64-15,19 3 0 0,14 2 0 0,44 1 0 16,2 0 48-16,7 0 0 0,9 3 0 0,-13-1 0 15,18-1-176-15,15-1 0 0,10 0 0 0,10 2 128 16,5-2-80-16,9 0-48 0,0 0 0 0,0 0 0 0,13 2 0 0,4 1 0 16,1 1 0-16,2 2 0 15,2 1-624-15,2-1-16 16,1-2 0-16,5 0 0 0,5 2-1888 0,8-6-384 0,7 0-80 0</inkml:trace>
  <inkml:trace contextRef="#ctx0" brushRef="#br0" timeOffset="70123.88">23266 8642 7359 0,'0'-21'320'0,"0"12"80"15,0-2-400-15,0 1 0 0,0 1 0 0,1 0 0 0,-2 2 8336 0,1 7 1584 16,0 0 320-16,0 0 64 0,0 0-6592 0,0 0-1312 16,4 10-272-16,0 5-48 0,0 3-800 0,-2 4-144 15,1 2-48-15,1-1 0 0,-1 5-528 0,-2 0-112 16,-1-2-32-16,0 2 0 0,0 0-288 0,0-2-128 16,0-1 0-16,0-3 128 15,0-1-432-15,0-1-80 0,0-5-32 0,0-2 0 16,0-2-1856-16,0-11-368 0,0 0-80 0</inkml:trace>
  <inkml:trace contextRef="#ctx0" brushRef="#br0" timeOffset="70278.64">23423 8390 39615 0,'0'0'3520'0,"-3"-10"-2816"0,0-1-560 0,2 3-144 15,1 8 2240-15,0 0 400 0,-1-7 96 0,1 7 16 16,0 0-2352-16,0 0-400 0,0 0-192 0,5 2 0 15,1 5-1936-15,2 2-400 0,1 1-80 0,3 2-10304 16,3 0-2064-16</inkml:trace>
  <inkml:trace contextRef="#ctx0" brushRef="#br0" timeOffset="70619.07">23812 8539 5519 0,'0'0'240'0,"0"0"64"0,0 0-304 0,0 0 0 16,0 0 0-16,0 0 0 15,0 0 8752-15,0 0 1680 0,-4 4 352 0,-1 2 64 0,-3-2-6960 0,-2 1-1392 16,0 0-288-16,-5 1-48 0,0 0-992 0,-2 1-192 15,-2-1-32-15,1 1-16 0,-1 2-416 0,0-1-64 16,1-2-32-16,0 1 0 0,1-1-160 0,1 1-48 16,3-2 0-16,3 1 0 0,2 0-208 0,3 0 144 15,5-6-144-15,0 0 128 0,0 0-128 0,5 7 0 16,3-1 0-16,2-1 0 0,3 1 0 0,3 0 0 16,1-3 0-16,1 1 0 0,2 2 0 0,1-3 0 15,1 1 0-15,-1 0 0 0,-2-2 0 0,-1 2 0 16,1 1 0-16,-2-1 0 0,-2 1 0 0,0 1 0 15,-2 0 0-15,-3-1 0 0,-2 2 0 0,-2 1 0 16,0 2 0-16,-4-2 0 0,-1 0 0 0,-2 1 0 16,-3-1 0-16,-1 2 0 0,-3-1 0 0,-2 2 0 15,-2-1 0-15,-4 1 0 0,-1-2 0 0,-1-1 0 0,-1 1 0 16,-2-3 0 0,0 2-528-16,1-1 16 0,2-2 0 0,1-1 0 15,3-2-1168-15,2 0-240 0,3-1-32 0,9-1-13504 0,0 0-2704 16</inkml:trace>
  <inkml:trace contextRef="#ctx0" brushRef="#br0" timeOffset="70882.41">24129 8600 28559 0,'0'0'1264'0,"0"0"272"0,0 0-1232 0,0 0-304 0,0 0 0 0,-1 12 0 16,-3 1 5120-16,-1 0 960 0,-4 1 192 0,-3 2 32 16,-1 2-3792-16,-1 0-752 0,-1 3-160 0,2 1-16 0,0-2-976 0,1-1-192 15,3 2-32-15,1-4-16 0,5 1-240 0,1-2-128 16,2-2 128-16,4 1-128 0,3-6 0 0,2 1 0 15,1-2 0-15,3-3 0 0,3-2-192 0,2-3 32 16,2-3 16-16,-1-1 0 0,1-1-48 0,-2-1-16 16,-1-2 0-16,-1-1 0 0,-1-3 64 0,-3 0 16 15,-2-3 0-15,-2 0 0 0,-3 0-64 0,-2-1-16 16,-3 0 0-16,-3 1 0 16,-2 0-32-16,-1 4 0 0,-3 0 0 0,-4-1 0 0,-4-2-128 0,0 1-16 15,-3 1-16-15,1 2 0 16,-1 5-1024-16,0-2-208 0,1 1-32 0,3 0-16 15,3 3-1440-15,3 0-272 0</inkml:trace>
  <inkml:trace contextRef="#ctx0" brushRef="#br0" timeOffset="71144.06">24748 8363 38703 0,'0'0'3440'16,"4"-7"-2752"-16,0-2-560 0,0 2-128 0,0 1 2960 0,-4 6 560 0,5-7 128 0,-5 7 0 15,0 0-1696-15,0 0-352 0,0 0-64 0,2 7 0 16,-2 2-976-16,-2 4-192 0,0 4-48 0,-2 4 0 16,0 5-176-16,0 3-144 0,-1 1 192 0,0 1-192 15,-1 0 128-15,2 3-128 0,1-3 0 0,0 1 144 0,2-2-144 0,1 1 0 16,2-1 0-16,1-3 0 0,1-2-224 0,0-1-32 16,0-2-16-16,-1-5 0 15,1-2-528 1,0-2-96-16,0-1-32 0,0-3 0 0,-1-2-1296 0,-3-7-256 0,0 0-48 15,0 0-16-15,0 0-2304 0,0 0-464 0</inkml:trace>
  <inkml:trace contextRef="#ctx0" brushRef="#br0" timeOffset="72169.42">24342 8530 30399 0,'0'0'2704'0,"0"0"-2160"16,0 0-544-16,0 9 0 0,0-3 4352 0,1 3 752 15,2 0 144-15,2 1 48 0,3 0-2928 0,2-1-576 0,3-1-112 0,3-2-16 16,2 0-944-16,4-2-176 16,3-2-32-16,2-2-16 0,3 1-224 0,3-1-32 0,1-1-16 0,0-3 0 15,0-2-96-15,-1-3-128 0,0-2 176 0,-2 1-176 16,-1-1 128-16,-1 2-128 0,-2 0 0 0,-1 0 0 16,-2-1 0-16,-1 0 0 0,1 3 0 15,-3 0 0-15,-4 3 0 0,-2 4 0 0,1 0 0 0,-4 4 0 16,-2 1 0-16,-1 4 0 0,-1 3 128 15,-3 4-128-15,-1 1 160 0,0 4-32 0,0-2 0 0,-1 1 0 16,-1-2-80-16,2 0-48 0,0-2 0 0,0 1 0 16,1 1 0-16,0-2 0 0,2-2 0 0,-1-2 0 15,1-3 0-15,1-1 0 0,0-6 0 0,1 2 0 16,0-2 0-16,0-1 0 0,0-4 0 0,2-1 0 0,-1-2 0 0,0-2 0 16,1-1 0-16,-1 0 0 0,1-6 0 0,-1 1 0 15,1 0 0-15,-1-5 0 0,0 1 0 0,0 0 0 16,-1 1-160-16,0 0 160 0,-1 1-128 0,-2 5 128 15,-1-1-128-15,-1 4 128 0,0 2 0 0,-4 6-160 16,0 0 160-16,0 0 0 0,0 0 0 0,0 0 0 16,-2 7 0-16,-1 5 0 0,0-1 0 0,1 3-128 15,-1 4 128-15,1-2 0 0,0 1 0 0,2 0 0 16,3-2 0-16,1 2 0 0,1 0 0 0,3 0 0 16,1-1 0-16,1-2 0 0,3-1 0 0,0 0 0 15,0-4 0-15,3-1 0 0,1-1 0 0,1-3-128 16,1-2 128-16,0 0 0 0,3-4 0 0,0 2 0 15,-2-5 0-15,1 1 0 0,-2-2-176 0,1-1 176 16,-2-1-160-16,-1-1 160 0,-2 0-192 0,-1-1 48 16,-2-1 16-16,-1 1 0 0,-2-2-32 0,-1-1 0 15,-1-1 0-15,-2-1 0 0,-1 0 0 0,-1 0 0 16,-2 1 0-16,1 2 0 0,-2-1 160 0,-1 0-160 16,0 1 160-16,-3 5-160 0,0 3 160 0,-1-2 0 15,0 5 0-15,-2 2 0 0,-1 2 0 0,0 4 0 0,1 2 0 0,0 2 0 16,1 2 0-16,0 0 176 0,1 2-176 0,1-1 192 15,2 1-64-15,0-2 0 0,2-2 0 16,3 2 0-16,1 0-128 0,1-1 0 0,2 0 0 0,0-2 128 16,2-3-128-16,2-2 0 0,2 0 0 0,0-1 0 15,0-1 0-15,1-3 0 0,2-4 128 0,0 1-128 16,1-3 0-16,-2-2 0 0,1-3 0 0,0 2 0 16,1 0 0-16,-2 0 0 0,-1-1 128 0,1-1-128 15,-1-2 0-15,-1-1 0 0,-1 1 0 0,-2 1 0 16,1 2 128-16,-1 0-128 0,-2 3 128 0,0 0-128 0,0 3 240 15,-8 4-48-15,0 0 0 0,0 0 0 0,8 5 0 0,-2 3 0 16,-1 3 0-16,-1-2 0 0,-1 0-192 16,-1 3 128-16,2-3-128 0,-1 3 128 0,-2-1-128 0,2 1 0 15,1 1 0-15,0-1 0 0,0-2 0 0,-1-3 0 16,1 1 0-16,2 1 0 0,-1-1 0 0,0-2 0 16,2-1 0-16,-2 0 0 0,-5-5 0 0,0 0 0 15,0 0 0-15,0 0 0 0,8-2 0 0,-8 2 0 16,6-4 0-16,1-1 0 0,-2-2 0 0,0-3 0 15,-2-1 0-15,2-2 0 0,0 4 0 0,0-4 0 16,2 0 0-16,1-4 0 0,1-2 0 0,0-2 0 16,0-1 0-16,0 1 0 0,0 1 0 0,0 2 0 15,-2 1 0-15,1 3 0 0,-2 1 0 0,1 1 0 16,-3 3 0-16,0 1 0 0,-1 1 0 0,-3 7 0 16,0 0 0-16,0 0 0 0,0 0 0 0,0 0 0 15,0 0 0-15,0 0 0 0,0 0 0 0,0 0 0 16,0 0 0-16,0 0 0 0,0 0 0 0,0 0 0 0,0 0 0 0,10 2 0 31,-10-2-1136-31,10 4-112 0,3-3-32 0,1 2 0 16,1-1-3104-16,2-2-624 0</inkml:trace>
  <inkml:trace contextRef="#ctx0" brushRef="#br0" timeOffset="75958.84">26512 8573 40543 0,'0'0'3600'0,"0"0"-2880"15,-2-4-576-15,2 4-144 0,0 0 1760 0,0 0 320 16,0 0 64-16,0 0 16 0,0 0-656 0,0 0-128 0,5 6-32 0,0 1 0 15,0 3-432-15,-1 2-80 0,0 0-32 0,0 3 0 16,-1 0-304-16,-1 1-64 0,0 0-16 0,-2 1 0 16,0 3-128-16,-2-3-32 0,1-2 0 0,1-2 0 15,-3 0-256-15,1-2 0 0,1-1 0 0,-1-3 0 16,2-7 160-16,0 0-32 0,0 0 0 0,0 0 0 0,0 0-128 0,0 0 0 16,0 0 0-16,0 0 112 0,-1-9-112 15,1-2 0-15,1-2 0 0,1 0 0 0,-1-1 0 0,1-3 0 16,2-1 0-16,3-2 0 0,1-2 0 0,1-2 0 15,1 2-128-15,-1-4 128 0,3 1-160 16,1 3 32-16,2 0 0 0,0 4 0 0,1 2 128 16,-2 3 0-16,2 4 0 0,-2 2 0 15,-1 2 0-15,-1 4-128 0,-2 2 128 0,1 4-192 0,-1 3 192 0,-2 4 0 16,-1 4 160-16,-4-1-160 0,1 6 128 0,0-1-128 16,-1 3 0-16,-1-1 0 0,1 3 128 0,-2 0-128 15,1-2 0-15,-1-1 144 0,0-1-144 0,1 0 0 16,-1-3 0-16,2 1 0 0,-1-4 0 0,1 0 0 15,1-2 128-15,-2-5-128 0,0-2 0 0,-2-6 0 16,0 0 0-16,0 0 0 0,0 0 0 0,0 0 0 16,0 0 0-16,7-1 0 0,1-3 0 0,-1-3 0 15,-2-2 128-15,1 1-128 0,2-3 0 0,0-2 0 0,-1-2 0 16,0-2 0-16,4-2 0 0,-1-3 0 16,3-3 0-16,3 0 0 0,1 2-192 0,0 0 192 0,0 3-160 0,0 0 160 15,0 2 0-15,-2 3 0 0,-2 4-128 0,0 3 128 16,-1 3 0-16,-1 2-192 0,-4 3 192 0,-7 0-192 15,7 8 192-15,-2 1 0 0,-1 1-160 0,-1 5 160 16,-2 3 0-16,0 4 0 0,2-4 0 0,0 2 0 16,0-2 0-16,3 0 0 0,1 1 0 0,3-1 0 0,-3 0 0 15,4-1 0-15,2-1 0 0,3-3 0 0,0-3 0 16,4 1-224-16,0-6 80 0,0 0 16 0,3 0-64 16,-1-3 0-16,0-2 0 0,0-3 0 0,0-2 192 15,-1-3-128-15,1 0 128 0,-2-1-128 0,-2-1 128 0,-2-1 0 16,-2-2 0-16,0-2 0 0,-1-2 0 0,-1-2 0 15,-3-2 0-15,-1 2 128 0,-3 2-128 0,-1 0 0 16,-1 1 128-16,-3 2-128 0,-3 2 176 0,-1 3-48 16,-1 3 0-16,-4 0 0 0,-5 5 96 0,-3 2 16 15,-2 5 0-15,-1-2 0 0,-3 5-112 0,0 1 0 16,-3 3-128-16,1 2 192 0,0 0-192 0,2 2 176 0,2 3-176 16,3-6 160-16,2-1-160 0,3 0 0 15,3 0 0-15,3 0 128 0,3 0-128 0,4-2 0 16,3-1 0-16,2-1 0 0,3-1-208 0,1-3 80 15,3-1 128-15,1 0-208 0,2 0 32 0,2-1 16 16,0-1 0-16,0-2 0 0,3-4-32 0,-3 0 0 16,0-1 0-16,-2 1 0 0,1-5 16 0,0 1 0 15,-1-1 0-15,1-1 0 0,-3-1 32 0,0-2 0 0,0-2 0 0,0 0 0 16,0 1 144-16,0 0-208 0,0-2 80 16,0 0 128-16,0 1-192 0,-1-2 192 0,-3 4-160 0,-1 0 160 15,0 3-144-15,-2 3 144 0,-2 1-128 0,-4 6 128 16,0 0 0-16,0 0 0 0,0 0 0 0,0 0 0 15,0 0 0-15,-5 11 128 0,1 2-128 0,-1 1 176 16,-2 1-176-16,2 2 160 0,1-1-160 0,2 3 160 16,0-2-160-16,4 0 128 0,2-2-128 0,2 1 128 15,4 0-128-15,2-1 0 0,1 0 0 0,3-2 0 0,1-4 0 16,2-1 0-16,1-3 0 0,1-1 0 0,1-3 0 0,1-1 0 16,2-3 128-16,3-2-128 0,-2-3 0 0,0-1 0 15,-2-3 0-15,3 1 0 0,-1-2 0 0,-2-4 0 16,0-1 0-16,-2-3 0 0,-1-2 0 0,0-1 0 15,-2-2 0-15,1-4 0 0,-2 0 0 0,0-2 0 16,2-3 0-16,-3-1 0 0,-3-3 0 0,-2-1 0 16,-2 1 0-16,0 3 0 0,-5 5 0 0,-1 3 0 15,-4 2 0-15,-2 7 128 0,-2-1 0 0,-3 7-128 16,-5 5 192-16,-2 6-64 0,-2 5 32 0,-1 7 0 16,-3 5 0-16,1 6 0 0,-2 5-32 0,1 5 0 15,-3 3 0-15,2 3 0 0,4 2 48 0,3 0 0 0,1 0 0 16,2 0 0-16,6-2-48 0,4-2-128 15,2 0 192-15,4-5-64 0,4-1-128 0,4-2 0 16,2-1 0-16,0-2 128 0,2-5-128 0,2-2 0 0,2-4 0 0,-1-1 0 31,1-3-464-31,0-1 16 0,1-3 16 0,-1-1 0 16,0-1-864-16,-1-6-176 0,-1 0-48 0,-1 0-14480 0,1-3-2880 16</inkml:trace>
  <inkml:trace contextRef="#ctx0" brushRef="#br0" timeOffset="97325.13">28249 5337 33167 0,'6'-13'1472'16,"-6"13"304"-16,0 0-1424 0,0 0-352 0,0 0 0 0,6-6 0 0,2 5 4352 0,-1-1 816 15,2 0 144-15,2 1 48 0,1 0-4256 0,2-1-848 16,2 1-256-16,1 0 128 0,2-2-128 0,3 2 192 16,2 0-192-16,1-1 192 15,-1 2-640-15,2-2-128 0,0-1-32 0,1-1 0 16,-3 1-2656-16,-2 2-512 0</inkml:trace>
  <inkml:trace contextRef="#ctx0" brushRef="#br0" timeOffset="97524.19">28276 5489 34095 0,'0'0'3024'0,"0"0"-2416"16,-1-5-480-16,1 5-128 0,0 0 4128 0,0 0 800 15,9 0 176-15,2 0 16 0,0-1-3856 0,4 1-784 0,2 1-160 0,2 0-16 16,3 1 176-16,3-2 32 0,1 0 16 0,2 0 0 16,-1 0-368-16,2 2-160 0,2-4 128 0,-1 4-128 15,0 0 0-15,0-1 0 0,0-2-224 0,0-1 80 16,0 5-1360-16,0-2-272 0,-2-2-48 0,1 1-16 31,0 0-2160-31,-2-1-432 0,-1-1-96 0</inkml:trace>
  <inkml:trace contextRef="#ctx0" brushRef="#br0" timeOffset="97887.36">29356 5307 36159 0,'8'-12'1600'0,"-4"7"336"0,1 0-1552 0,1-2-384 15,2 1 0-15,-1-1 0 0,-1 0 1728 0,-6 7 272 16,0 0 48-16,0 0 16 0,1-7 0 0,-1 7 0 15,0 0 0-15,0 0 0 0,-9 0-1040 0,-1 2-224 16,-3 5-32-16,-3 2-16 0,-5 3-128 0,-2 1-32 16,-3 5 0-16,0 3 0 0,-2 1-96 0,1 1-32 15,0 2 0-15,2 0 0 0,1 1-192 0,3-2-32 16,5-1-16-16,1 2 0 0,5-3-96 0,3 0-128 16,5 0 176-16,4-2-176 0,5-1 0 0,3 1 0 15,3-4 0-15,4-2 0 0,5-1 0 0,2-1 0 16,2-3-128-16,4-3 128 0,1-2 0 0,2-1 0 15,-2-3 0-15,2-5 0 0,-1-1 0 0,1 0 0 0,1-3 0 16,-2-2 0-16,-2 1 0 0,0-2-176 16,-1-1 176-16,-2-1-160 0,-2-6 160 0,-3 3-160 15,-2-1 160-15,-3 0-160 0,-4-6 160 0,-4 2 0 16,-5 0 0-16,-4 1-128 0,-3 0 128 0,-5 2 0 0,-5-1 0 16,-2 1 0-16,-2-1 0 0,-5 2 144 15,-7 1-16-15,-2 1-128 0,-2-1 0 0,-1 4-320 0,-1 3 32 0,0 1 16 31,-2 1-1200-31,3 1-256 0,2 2-32 0</inkml:trace>
  <inkml:trace contextRef="#ctx0" brushRef="#br0" timeOffset="98913.19">18196 11923 37599 0,'0'0'1664'0,"-7"-4"352"0,0 0-1616 0,7 4-400 15,-9-5 0-15,2 1 0 0,7 4 2576 0,-7-5 432 16,7 5 96-16,0 0 16 0,-3-8-1040 0,3 8-208 16,0 0-32-16,3-8-16 0,4 2-992 0,3-1-192 15,2-1-32-15,3 2-16 0,1 2-272 0,4-1-48 16,1-3-16-16,1 3 0 0,0 0-256 0,0 2 0 16,-2 2 0-16,-1 1 0 0,-2-3 0 0,-1 3 0 15,-4 3 0-15,0-1 0 0,-1 2 0 0,-2-1 0 0,-9-3 0 0,0 0 0 16,7 10 0-16,-3 1 0 15,-4-11 0-15,-1 13 0 0,-2-3 0 0,-2 2 0 0,-3 0 0 0,-3 1 0 16,-2-2 144-16,0 4-144 0,-2-2 0 0,-4-2 144 16,-3 1-144-16,1 1 160 0,2 0-160 0,-1-1 160 15,2 0-112-15,4-3-48 0,1 1 0 0,2 1 0 0,2-4 0 16,9-7 0-16,-6 8 0 0,6-8 0 0,0 0 0 16,1 12 0-16,-1-12 0 0,8 12 0 0,3-2 0 15,3-3 0-15,0-1 0 0,4-1 0 0,3-2 0 16,2 0 0-16,2-1 0 0,0 0 0 0,-2 0 0 15,1-1 0-15,1 5 0 0,-10-4 0 0,2 2 0 0,0 3 0 16,0-3 0-16,-1 2 0 0,-3 1 0 0,-1 1 0 16,-3-1 0-16,-1 2 0 0,-2 1 0 15,-2-1 0-15,-4 8 0 0,-4-8 0 0,-4 1 0 16,-2 3 0-16,-8 4 0 0,-2-4 0 0,-3 0 0 16,-4-4 0-16,0 2 0 0,0-1 0 0,-5-3 0 15,-4 1 0-15,-1-2 0 0,4 2 0 0,-1 0 0 16,0-6 0-16,4 2 0 0,2-4-256 0,4 0-64 15,3-2 0-15,4-1 0 16,4-3-1472-16,5-4-320 0,5-1-48 0,7-4-21360 0</inkml:trace>
  <inkml:trace contextRef="#ctx0" brushRef="#br0" timeOffset="99319.85">19131 11584 6447 0,'11'-13'576'0,"-7"8"-576"0,-4 5 0 0,2-8 0 15,-2 2 9136-15,-2-2 1712 0,2 8 352 0,-5-6 64 16,-1 3-7296-16,-3 1-1440 0,-2 4-288 0,-2 3-64 16,-1 7-960-16,-3 1-176 0,-3 2-32 0,-2 7-16 15,0 3-672-15,0 4-128 0,0 5-16 0,-1 1-16 0,3 0-112 16,0 2-48-16,2-3 0 0,5 1 0 0,4 0 0 16,5 1 0-16,4 0 0 0,5-2 0 15,7-3 0-15,5-3 0 0,1-1 0 0,5-3 0 16,3-3 0-16,3-5 0 0,2-2 0 0,2-3 0 0,2-2 0 0,0-7 0 15,1 0 0-15,-1-4 0 0,-1 0 0 0,0-3 0 16,-2-5 0-16,-1 0 0 0,-1-2 0 16,-2-1 0-16,-2-5 0 0,-4 0 0 0,-2-4 0 0,-2-2 0 15,-4 1 0-15,-2-2 0 0,-3-3 0 0,-2 0 0 16,-4-1 0-16,-1-1 0 0,-5 0 0 0,-2 0 0 16,-3 0 0-16,-2-1 0 0,-5 1 0 0,-2 1 0 15,-3 3 0-15,-5 1 0 0,-1 1 0 0,-3 3 0 16,-4 2 0-16,2 4 0 0,-1 3 0 0,-1 0 0 15,-2 5 0-15,3 4 0 16,2 3-448-16,2 4-96 0,0 1-16 0,2 4 0 16,3 3-816-16,2 4-160 0,1 3-48 0,3 11-9136 15,4 1-1824-15,3 2-384 0</inkml:trace>
  <inkml:trace contextRef="#ctx0" brushRef="#br0" timeOffset="99565.3">19226 11977 31327 0,'-3'-14'2784'0,"2"9"-2224"0,-2-1-560 0,2-2 0 15,1 0 4160-15,1 3 704 0,-1 5 160 0,0 0 32 16,0 0-2480-16,0 0-480 0,0 0-112 0,0 0 0 16,10 6-1088-16,-1 4-224 0,0 1-32 0,0 4-16 0,0 0-496 0,0 4-128 15,0 0 0-15,2 2 0 0,-2 1 0 0,0 2 0 16,0-2 0-16,0-1 128 0,0 1-96 0,0-1-32 15,2-2 0-15,-2 1 0 0,-1-3 0 0,-2 0 0 16,0 0 0-16,0-3-160 16,-1-4-640-16,1 1-128 0,-4-3-32 0,2-2 0 15,-4-6-1824-15,0 0-368 0,0 0-80 0</inkml:trace>
  <inkml:trace contextRef="#ctx0" brushRef="#br0" timeOffset="99802.64">19716 12037 50799 0,'0'0'2240'0,"0"0"480"0,0 0-2176 0,0 0-544 15,0 0 0-15,0 0 0 0,4 10 1664 0,-1 2 240 16,-2 1 32-16,0 1 16 0,1 2-1312 0,0 1-256 0,-1 2-48 0,2 1-16 16,0-2-224-16,-1 3-96 0,1 0 0 0,-1-2 0 15,1 2 0-15,1-1 0 0,0-3 0 0,0-2 0 16,1 0 0-16,-1-2 0 0,0-3 0 0,0 1 0 15,-2-4-320-15,2 0-48 0,0-1-16 0,-4-6 0 32,0 0-1776-32,9-1-352 0,2-3-80 0,2-4-20400 0</inkml:trace>
  <inkml:trace contextRef="#ctx0" brushRef="#br0" timeOffset="100012.07">20369 11767 25791 0,'0'0'2304'0,"0"0"-1856"0,0 0-448 0,0 0 0 0,0 0 6416 0,7-6 1200 16,-1 5 224-16,-6 1 48 0,7-4-5376 0,-1 2-1072 16,1-1-224-16,1 2-32 0,0-1-832 0,1 2-160 15,1 0-48-15,2 0 0 0,2 3-144 0,2 0 0 16,1-3 0-16,0 1 0 0,0-1 0 0,0 1 0 16,0-1 0-16,-2 2 48 0,1 0-48 0,-1-2 0 15,0 0 0-15,-3 0 0 16,-1 1-400-16,-2 2-80 0,-1 0-16 0,-8-3 0 15,0 0-2096-15,0 0-416 0,2 6-96 0</inkml:trace>
  <inkml:trace contextRef="#ctx0" brushRef="#br0" timeOffset="100184.55">20295 11952 49007 0,'0'0'2176'0,"0"0"448"0,0 0-2112 16,0 0-512-16,0 0 0 0,0 0 0 0,0 0 1488 0,10-2 192 15,2 1 48-15,2 1 0 0,2-2-576 0,4-1-96 16,1-1-32-16,2 0 0 0,2-1-800 0,0 1-224 15,1 1 0-15,-2-2 112 0,1-1-112 0,0 0 0 0,0 3 0 0,-1 0 0 16,0-1 0-16,1 0 0 0,-1-1 0 0,1 1 0 31,0 3-1904-31,-2-3-368 0</inkml:trace>
  <inkml:trace contextRef="#ctx0" brushRef="#br0" timeOffset="100960.04">21162 12090 32255 0,'0'0'2864'0,"0"0"-2288"0,0 0-576 0,0 0 0 16,10-3 4208-16,1-1 720 0,-3 1 160 0,-2-1 32 15,1 2-2704-15,0 0-544 0,1-4-96 0,3 3-32 16,2-3-944-16,1 0-192 0,0 1-32 0,3 1-16 0,0-3-560 0,2 2 0 15,-1 1 0-15,0 1 0 0,0 0 0 0,-1 1 0 16,-1 1 0-16,-3 1 144 0,-1 0-144 0,-3 1 0 16,-1 3 0-16,-8-4 0 0,0 0 0 0,0 0 0 15,0 7 0-15,-3 1 0 0,-1-1 0 0,-4 1 0 16,-3 1 0-16,-1 2 0 0,-1-1 0 0,-2 1 0 16,0-1 0-16,-2 2 0 0,-1 1 0 0,1-2 0 15,1 1 0-15,2-1 0 0,-1-2 0 0,2 1 0 16,2-2 0-16,-1 5 0 0,5-2 0 0,3-5 0 15,1-1 0-15,3-5 0 0,0 0 0 0,2 8 0 16,2 0 0-16,3-2 0 0,0 0 0 0,4-4 0 16,2 2 0-16,0 0 0 0,4-1 0 0,1-1 0 15,2 1 0-15,0 1 0 0,3-2 0 0,-2 2 0 16,-1-1 0-16,0 1 0 0,-3 0 0 0,-1 2 0 16,-2-3 0-16,-1 2 0 0,-1 0 0 0,-2 2 0 15,-3-3 0-15,-3 1 0 0,-4-5 0 0,-2 6 0 16,-3 2 0-16,-3-1 0 0,-2 3 0 0,-5-3 0 0,-2-1 0 0,-2 1 0 15,-3-1 0-15,-2 1 0 0,-2-2 0 16,1 0 0-16,-2-1 0 0,-11 1 0 0,4-1 0 0,4 0 0 16,3-1 0-16,6-3-240 0,5-3 80 0,5 2 16 15,11 1-896 1,0 0-176-16,-4-9-48 0,6 0 0 16,5-3-2656-16,5-4-544 0,2-3-96 0</inkml:trace>
  <inkml:trace contextRef="#ctx0" brushRef="#br0" timeOffset="101719.43">21977 11580 28559 0,'0'0'2544'0,"-4"-5"-2032"0,-1 1-512 0,5 4 0 0,0 0 5568 0,0 0 1008 16,0 0 208-16,0 0 32 0,-8 1-4336 0,1 6-880 16,2 1-160-16,0 6-32 0,0 0-960 0,1 9-176 15,1-3-32-15,1 7-16 0,0 1-160 0,2 2-64 16,0-1 0-16,2 2 0 0,0-3 0 0,2 3 0 15,1-1 0-15,3-2 0 0,3-1 0 0,-1-1 0 16,0-4 0-16,1-1 0 0,-2-2 0 0,1-2 0 16,-1-3 0-16,1-2 0 0,-3-1 0 0,1-2 0 15,0-3 0-15,-1 0 0 0,-1-4 0 0,1 2 0 16,-1-4 0-16,-6 0 0 0,0 0 0 0,0 0 0 16,7-4 0-16,-7 4 0 0,0 0 0 0,5-4 0 15,-1-2 0-15,-4 6 0 0,0 0 0 0,0 0 0 16,0 0 0-16,0 0 0 0,0 0 0 0,0 0 0 15,0 0 0-15,0 0 0 0,0 0 0 0,0 0 0 16,0 0 0-16,0 0 0 0,0 0 0 0,0 0 0 16,0 0 0-16,0 0 0 0,0 0 0 0,0 0 0 15,0 0 0-15,0 0 0 0,-5 4 0 0,1 2 0 0,0 1 0 16,4-7 0-16,-2 6 0 0,1 1 0 16,1-7 0-16,-1 7 0 0,1 1 0 0,1-1 0 0,-1-7 0 0,0 0 0 15,0 0 0-15,0 0 0 0,3 6 0 16,-3-6 0-16,0 0 0 0,0 0 0 0,0 0 0 0,0 0 0 15,0 0 0-15,0 0 0 0,0 0 0 0,5-5 0 0,0 1 0 16,0-5 0-16,1-1 0 0,0-2 0 0,3-2 0 16,-1-3 0-16,1-3 0 0,0-2 0 0,0-2 0 15,2 0 0-15,-1-4 0 0,1 0 0 0,0-2 0 16,0 0 0-16,-1-6 0 0,1 1 0 0,1 0 0 0,-2 2 0 16,-1 2 0-16,-1 5 0 0,-2 0 0 0,-2 4 0 15,0 4 0-15,-1 5 0 0,-2 0 0 16,0 5 0-16,-1 8 0 0,0 0 0 0,0 0 0 0,0 9 0 15,0 5 0-15,0 4 0 0,2 5 0 0,-1 0 0 16,2 4 0-16,1 3 0 0,1 2 0 0,3-2 0 16,2-2 0-16,3 0 0 0,1 0 0 0,3-1 0 15,2-3 0-15,1 0 0 0,1-3 0 0,1-2 0 16,-1-6 0-16,2 0 0 0,-1-2 0 0,-3-5 0 16,-2 1 0-16,1-7 0 0,1 0 0 0,-2-5 0 15,-3-2 0-15,2-1 0 0,-5-1 0 0,1-3 0 0,-1-1 0 16,-2-2 0-16,-3-5 0 0,1 1 0 15,-2-2 0-15,-1-3 0 0,0-2 0 0,-2-3 0 16,1-2 0-16,-2-3 0 0,-1 0 0 0,0 0 0 0,-1 1 0 0,0 3 0 16,-2 0 0-16,0 4 0 0,-2 3 0 0,0 1 0 31,0 1-608-31,-2 6-112 0,-2 2-32 0,-1 4-16272 16,-2 2-3248-16</inkml:trace>
  <inkml:trace contextRef="#ctx0" brushRef="#br0" timeOffset="101933.85">21669 11464 30399 0,'0'0'2704'0,"0"0"-2160"0,-3-5-544 0,2-2 0 0,1 0 5424 0,3 0 976 15,2 2 192-15,2-3 32 0,0 0-4832 0,5 0-960 16,4 2-192-16,3 2-32 0,3-4-192 0,3 3-32 15,1 0-16-15,2 1 0 0,-1 0-368 0,2 0 0 16,2 0 0-16,0 1 0 16,2-2-1088-16,-1 4-176 0,2-4-32 0,-1 1-15008 15,0-3-2992-15</inkml:trace>
  <inkml:trace contextRef="#ctx0" brushRef="#br0" timeOffset="102096.18">22639 11269 4607 0,'0'0'400'0,"0"0"-400"15,0 0 0-15,8-3 0 0,4 3 10512 0,-1-1 2032 16,1-2 384-16,0 0 96 0,0 2-9088 0,2-1-1824 16,2-1-352-16,2 0-80 0,1 1-1120 0,1 0-240 0,-1-1-32 15,2 0-16-15,1 3-272 0,1 0 0 16,-1 0 0-16,-1 0 0 16,0 3-1072-16,-2 0-208 0,-2 4-64 0,-4 1-15168 0,-4 4-3024 0</inkml:trace>
  <inkml:trace contextRef="#ctx0" brushRef="#br0" timeOffset="102354.24">23140 11980 18431 0,'0'0'816'0,"0"0"160"0,0 0-784 0,0 0-192 15,0 0 0-15,8 6 0 0,-2 0 8464 0,1 1 1648 16,-2 1 336-16,-1 1 64 0,0 4-7824 0,-1 0-1552 15,1-2-320-15,0 8-64 0,0-4-608 0,0 4-96 16,-1-2-48-16,-2-1 0 0,-1 3 0 0,1-1 0 16,-2-2 0-16,0 1 0 0,-1 0 0 0,1-1 0 15,-1 3 0-15,-1-5 0 0,-1 0 0 0,0 1 0 16,0-5 0-16,0 1 0 16,0-2-560-16,2-1-96 0,2-8-32 0,-4 6-16368 15,4-6-3280-15</inkml:trace>
  <inkml:trace contextRef="#ctx0" brushRef="#br0" timeOffset="103648.17">24009 11662 35935 0,'0'0'1600'0,"-6"-4"320"0,-3 1-1536 0,1-1-384 16,1 1 0-16,2 0 0 0,5 3 3520 0,0 0 640 0,0 0 128 0,0 0 32 15,0 0-2512-15,8-1-496 0,2-3-96 0,3 3-32 16,3 0-560-16,4 1-112 0,2-3-32 0,2 2 0 16,3-2-304-16,-1 0-176 0,0 1 192 0,2-1-192 15,1-1 0-15,0 2 0 0,-2-1 0 0,1-1 0 31,-1-1-1024-31,0 1-272 0,-1-2-48 0,0 0-14960 0,-1 1-2976 0</inkml:trace>
  <inkml:trace contextRef="#ctx0" brushRef="#br0" timeOffset="103807.17">24153 11760 30399 0,'-25'8'1344'0,"13"-5"288"0,-2-1-1312 0,-1 1-320 0,2-1 0 0,3 2 0 0,1 1 5056 0,4-2 960 15,5-3 176-15,0 0 32 0,0 0-4128 0,0 0-832 16,7 4-176-16,4-1-16 15,3-6-768-15,5 2-160 0,3 1-16 0,4-3-128 0,4-1 0 0,2-1-144 16,1-3-16-16,2 2 0 16,2-3-1504-16,2-1-288 0,2 1-64 0,2-1-13504 15,2-2-2704-15</inkml:trace>
  <inkml:trace contextRef="#ctx0" brushRef="#br0" timeOffset="104254.39">25636 10876 23951 0,'0'-12'2128'0,"-1"-1"-1696"15,0 0-432-15,1 0 0 0,-2-6 6592 0,2 2 1248 0,0 0 240 0,-1 1 48 16,-3-1-5808-16,-1 0-1168 0,-3 2-224 0,2-1-48 16,-2 4-384-16,-1 3-80 0,-2 1-16 0,1 3 0 15,-2 1-240-15,-1 4-160 16,-1 2 192-16,-2 3-192 0,0 3 288 0,1 3-48 0,-1 6-16 0,0 3 0 15,1 1-160-15,0 3-64 0,2 3 0 0,2 4 0 16,0 5 0-16,2 3 0 16,0 3 0-16,3 2 0 0,2 3 0 0,2 3 0 0,4 1 0 0,3 1 0 15,1-2 0-15,3 3 0 0,2 2 0 0,1 6 0 16,1 0 0-16,2 3 0 0,2 1 0 0,-1 1 0 0,0-3 0 0,-2 1 0 16,-1 0 0-16,0-3 0 0,-1 2 0 0,-3-4 0 15,-3-3 0-15,-2-3 0 0,-2 1 0 0,-2-6 0 16,-2-4 0-16,-3-3 0 0,-3-2 0 0,-1-4 0 15,-1-1 0-15,-2-4 0 0,0-3 0 0,-1-1 0 16,-1-2 0-16,-1-3 0 0,0-3 0 16,-1-3 0-16,1 0 0 0,-1-2 0 0,0-4 0 0,1-1 0 15,-1-2 0-15,2 1 0 0,-1-5 0 0,2 2 0 16,0-2 0-16,1-2 0 0,2-2 0 0,1 2 0 16,0-4 0-16,1 2 0 0,1-5 0 0,2 2 0 15,0-1 0-15,2 0 0 16,1 0-2544-16,2-1-496 0,8-11-96 0,2 4-32 0</inkml:trace>
  <inkml:trace contextRef="#ctx0" brushRef="#br0" timeOffset="104951.85">25065 13059 24879 0,'4'-16'1088'0,"-3"9"256"0,-1 0-1088 0,2-1-256 0,-1 0 0 0,0 1 0 16,-1 1 5360-16,0 6 1008 16,0 0 208-16,0 0 32 0,0 0-3920 0,7 9-768 0,-2 4-176 15,2 4-16-15,0 7-848 0,0 0-176 0,0 4-16 0,0 2-16 16,2 0-208-16,1 4-32 0,-1-3-16 0,2 1 0 15,1 1-288-15,0-3-128 0,-2-1 0 0,1-3 128 16,-1-3-80-16,-1-2-48 0,-1-4 0 0,-1-1 0 16,-1-2 0-16,-1-1 0 0,-1-5 0 0,-4-8 0 15,3 6 0-15,-3-6 0 0,0 0 0 0,0 0 0 16,0 0 0-16,0 0 0 0,0 0 0 0,0 0 0 16,0-10 0-16,0-2 0 0,-1-1 0 0,1-2 0 0,0-5 0 0,0-2 0 15,0-2 0-15,2-3 0 0,1-4 0 0,2-3 0 16,0 0 0-16,2-3 0 0,1 1 0 0,-2 2 0 15,1 4 0-15,-1 0 0 0,1 4 0 0,0 4 0 16,0 2 0-16,-2 5 0 0,-1 3-336 0,0 3-16 16,-1 1 0-16,-1 4 0 15,-2 4-1216-15,0 0-240 0,3 7-48 0,-2 3-14112 16,-1 3-2816-16</inkml:trace>
  <inkml:trace contextRef="#ctx0" brushRef="#br0" timeOffset="105171.57">25003 13218 44223 0,'0'0'3936'0,"-8"-3"-3152"16,-3-3-624-16,11 6-160 0,0 0 2528 0,0 0 480 0,0 0 80 0,0 0 32 15,0 0-1744-15,0 0-352 0,0 0-64 0,10-4 0 16,3 1-752-16,1 0-208 0,2 2 0 0,2 0 128 16,1-2-96-16,2 2-32 0,1 0 0 15,2-1 0-15,-1 1 0 0,0 1 0 0,-1 0 0 0,0 0 0 16,0 1 0-16,0 1-240 0,0-1 80 0,-1 0 16 31,-1-1-832-31,-1 2-176 0,0 0-16 0,-1 2-16 16,-1-4-1888-16,-2 3-368 0,0 1-80 0,-2-3-17024 0</inkml:trace>
  <inkml:trace contextRef="#ctx0" brushRef="#br0" timeOffset="105709.02">25536 13463 44223 0,'0'0'1968'0,"0"0"400"0,0 0-1904 0,8-4-464 0,-2-4 0 15,3 2 0-15,2 2 1968 0,-1-3 288 16,2 2 64-16,0 0 16 0,1-1-864 0,0 3-160 16,1 0-32-16,0 2-16 0,-1-5-768 0,1 5-160 15,-1 1-16-15,0 0-16 0,-2-3-96 0,1 3-16 0,-1 0 0 0,-1 0 0 16,-2 3-128-16,-2-3-64 16,-6 0 0-16,0 0 0 0,0 0 0 0,0 0 0 0,3 7 0 0,-3-7 0 15,-1 6 0-15,-1 2 0 16,-4-2 0-16,-2 4 0 0,-1-1 0 0,0-1 0 0,0-3 0 0,-1 3 0 15,1-2 0-15,0 1 0 0,1-1 0 0,2-1 0 16,2 2 0-16,1-1 0 0,2 4 0 0,4-4 0 16,-3-6 0-16,6 7 0 0,3-2 0 0,2 1 0 15,-1 2 0-15,3-1 0 0,0-1 0 0,2 1 0 16,-1-1 0-16,0 1 0 0,2-1 0 0,-3-1 0 16,0 1 0-16,0 0 0 0,-1 1 0 0,-2 1 0 0,-1 1 0 0,-1-2 0 15,-3 1 0-15,1 0 0 0,-4 0 0 0,-1 0 0 16,-1-2 0-16,-1 1 0 0,-1 1 0 0,-1-1 0 15,-4 0 0-15,0-1 0 0,-3 0 0 0,0-2 0 16,-3 0 0-16,0 2 0 0,-5-1 0 0,-2-1 0 16,-3 0 0-16,-1-1 0 0,-1-2 0 0,-1 4 0 15,-1-2 0-15,1 1 0 16,0-4-1056-16,2 0-208 0,2 0-32 0,3-3-23600 0</inkml:trace>
  <inkml:trace contextRef="#ctx0" brushRef="#br0" timeOffset="106370.58">25275 10089 5519 0,'0'0'240'0,"-6"-3"64"0,-2-1-304 0,0-1 0 16,-1-3 0-16,2 2 0 0,1-2 2368 0,-1 0 432 15,2-1 80-15,1 1 0 0,0-5-368 0,3 1-80 16,0 2 0-16,2-3-16 0,0-1 224 0,2-1 48 15,2 2 16-15,0 0 0 0,2 1-512 0,1 2-96 16,1 1-32-16,0 2 0 0,-1 6-368 0,1 0-80 16,-1 2-16-16,1 4 0 0,0 6-288 0,0 3-64 15,0 4-16-15,-1 7 0 0,-1 2-208 0,-1 5-32 16,1 2-16-16,-1-1 0 0,1 3-384 0,-1-2-80 16,1-2 0-16,-1-4-16 0,-1 0-256 0,3-3-48 15,-1-3-16-15,-2-2 0 0,0-2-48 0,0-4-128 16,-1-3 192-16,0-3-64 0,0-2 0 0,-4-6 0 0,0 0 0 0,0 0 0 15,0 0-128-15,7-8 0 16,-2-2 144-16,0-2-48 0,0-2-96 0,0-2 0 0,1-3 0 0,-1-2 0 16,0-3 0-16,2-2 0 0,-1-4 0 0,1 0 0 15,2-5 0-15,0 0 0 0,0-3 0 0,0 0 0 16,0 2 0-16,0 3 0 0,1 3 0 0,-3 3 0 16,-1 5-512-16,0 3-80 0,-1 4-32 15,1 3 0-15,-3 3-1104 0,0 4-240 0,-3 5-32 0,0 0-13600 16,0 0-2704-16</inkml:trace>
  <inkml:trace contextRef="#ctx0" brushRef="#br0" timeOffset="106600.33">25249 10128 27647 0,'0'0'2448'0,"0"0"-1952"15,-5-3-496-15,5 3 0 0,0 0 5664 0,0 0 1040 16,0 0 208-16,0 0 32 0,6-6-4976 0,4-1-1008 15,1 1-192-15,5-1-32 0,2 1-128 0,2-1-32 16,2 1 0-16,1-1 0 0,2 1-384 0,1-1-64 16,3 1-128-16,-2-1 176 0,-1 3-176 0,-1-2 0 0,0 0 0 0,0 2 0 31,-2 2-352-31,-1 1-160 0,-3 1-16 0,-3 0-16 16,0 0-1632-16,-3 0-320 0,-2 1-64 0,-4 4-19664 0</inkml:trace>
  <inkml:trace contextRef="#ctx0" brushRef="#br0" timeOffset="106770.14">25807 10185 30399 0,'0'0'1344'0,"0"0"288"0,0 0-1312 0,0 0-320 0,1 11 0 0,1-5 0 15,-1 3 4848-15,0 0 896 0,-1 1 176 0,0 1 32 16,2 2-3472-16,-1 2-704 0,0-1-144 0,1 2-32 16,0 1-1088-16,1 0-240 0,-1 1-32 0,2-1-16 15,-1 0-224-15,-1-3 0 0,1 2 0 0,0-2 0 16,-2-1-256-16,2-1-128 0,-2-2-48 0,2-2 0 15,-1 0-2768-15,2-2-544 0</inkml:trace>
  <inkml:trace contextRef="#ctx0" brushRef="#br0" timeOffset="107924.63">25979 11412 14735 0,'0'0'640'0,"3"-6"160"0,-3-5-640 0,1 2-160 0,0 4 0 0,-1 5 0 15,0-8 7840-15,0 8 1536 0,0 0 304 0,0 0 64 16,0 0-6800-16,0 0-1344 0,0 0-288 0,6 13-48 16,-2 7-512-16,-1 0-112 0,4 6 0 0,-2 2-16 15,0 2-336-15,2 0-64 0,1 1-16 0,0-1 0 0,-2-4-64 16,2 3-16-16,0-2 0 0,0 1 0 15,-1-5-128-15,1-1 0 0,-1-2-160 0,-1-3 160 16,1-3-1088-16,-2-4-128 0,0 0-32 0,-1-3 0 16,-4-7-2960-16,0 0-592 0</inkml:trace>
  <inkml:trace contextRef="#ctx0" brushRef="#br0" timeOffset="108233.24">25939 11389 29487 0,'0'0'2624'0,"-2"-8"-2112"15,-1-4-512-15,-1 3 0 0,2 0 5136 0,2 1 928 16,0 1 176-16,2 3 32 0,-1-6-4688 0,3 4-944 16,0 0-192-16,2 2-48 0,3 2 176 0,3 1 16 15,1-1 16-15,4 1 0 0,1 1-432 0,1 0-176 16,0 0 128-16,2 0-128 0,3 1 176 0,-1 2-48 0,0 1-128 0,2 0 192 16,0-2-192-16,0 0 0 15,1 3 128-15,-1 0-128 0,-1 1 0 0,0-2 0 0,-3 2 0 0,0 0 0 16,-3 3 0-16,-1-1 0 15,-4 3 0-15,-1-4 0 0,-3 1 0 0,-4 3 0 0,-3-1 0 0,-2 2 0 16,-1-1 128-16,-4-1-128 16,-3 0 176-16,-4 0-176 0,-2 1 272 0,-3-1-48 0,-2 1-16 15,-5-1 0-15,-3 2-208 0,-2-2 144 0,0 1-144 16,1-2 128-16,-1 0-128 0,3 0 0 0,2-1-160 0,4 1 160 31,0-4-1472-31,4 1-208 0,5 0-48 0,5-2-14272 0,6-4-2880 0</inkml:trace>
  <inkml:trace contextRef="#ctx0" brushRef="#br0" timeOffset="108674.05">26902 11572 13823 0,'-2'-6'1216'0,"-4"-1"-960"16,0 1-256-16,-1-2 0 0,2-1 8240 0,-3 1 1600 15,-2-1 320-15,-1 2 64 0,0 1-7280 0,-1 1-1440 16,-2 1-288-16,-2 5-64 0,0 2-512 0,-3 3-112 15,-2 5-16-15,-3 2 0 0,-2 2-128 0,0 5-16 16,-1 1-16-16,2 1 0 0,2 1-160 0,2 0-48 16,3-1 0-16,2 0 0 0,3 0-144 0,4-1 0 15,1-2 0-15,4 0 0 0,1-1 0 0,3-2 0 16,3-2 0-16,4-2-176 0,-1-5-96 0,5 0-32 16,2-2 0-16,1-2 0 15,3-2-144-15,1-2-48 0,0-3 0 0,5 0 0 16,-1-3 0-16,0 0 0 0,-1-2 0 0,1-5 0 0,-1 0 80 0,0-3 16 0,-3-2 0 15,0-4 0-15,-2-1 400 0,-1-4-160 16,0-2 160-16,-4-1 0 0,0-3 0 0,-1-2 144 0,1-2 16 0,-2 1 0 16,-3 1 160-16,0 1 48 15,-4 1 0-15,1 4 0 0,-2 2 16 0,-1 8 16 0,0 3 0 0,-1 4 0 16,0 2-16-16,-2 6 0 0,-1 4 0 0,4 1 0 16,-5 7-96-16,-2 6-32 0,1 2 0 0,1 2 0 15,1 7-96-15,1 0-32 0,3 3 0 0,1 2 0 16,1 1-128-16,2-3 0 0,1 3-192 0,1 0 192 15,3 0-160-15,4-1 160 0,3-3 0 0,1-1-144 16,0-2-928-16,0-2-176 16,0-3-32-16,0-1-16 0,0-2-2800 0,-2-5-544 15</inkml:trace>
  <inkml:trace contextRef="#ctx0" brushRef="#br0" timeOffset="109050.36">27296 11273 49983 0,'-4'-23'2224'0,"4"16"448"0,0 0-2144 0,0 1-528 16,1-2 0-16,-1 8 0 0,0 0 1472 0,0 0 192 16,0 0 48-16,0 0 0 0,7 4-864 0,-1 5-160 15,1 2-48-15,-1 5 0 0,1 5-400 0,1-1-96 16,-3 3-16-16,1 0 0 0,1 5-128 0,0 2 0 0,-2 2 0 0,1 1 0 16,2 1 0-16,1 1 0 15,0-2 0-15,0-2 0 0,1-1 0 0,-1-1 0 0,1-1 0 0,1-2 112 16,-2-2-112-16,0-5 0 0,0-3 0 15,-1-2 0-15,0 1 0 0,-2-6 0 0,-1-4 0 0,-5-5 0 16,7 7 0-16,-2-5 0 16,-5-2 0-16,0 0 0 0,7-5 0 0,-1-2 0 15,-1 0 0-15,1-4 0 0,-1-3 0 0,0-3 0 0,1-3 0 16,1-2 0-16,-1-3 0 0,2-2 0 0,1-3 0 0,1-4 0 16,-1-4 0-16,-1-1 0 0,-1-1 0 15,1-1 0-15,1 1 0 0,0 0 0 0,-1 0 0 0,-1 4 0 16,-2 1 0-16,-1 5 0 0,-2 2 0 0,0 5 0 15,-2 3 0-15,0 5-240 0,-2 0 80 0,1 5 16 16,-1 2-1040-16,0 3-208 16,2 5-32-16,0 0-16 0,0 0-3232 0,-2 10-640 0</inkml:trace>
  <inkml:trace contextRef="#ctx0" brushRef="#br0" timeOffset="109337.01">27190 11479 50111 0,'-14'-3'2224'0,"9"3"448"0,5 0-2144 0,0 0-528 16,0 0 0-16,0 0 0 0,0 0 1216 0,0 0 128 16,0 0 16-16,0 0 16 0,0 0-400 0,10-1-80 0,3-1 0 15,4 1-16-15,0-2-544 0,1 1-96 16,2-1-32-16,2 1 0 0,2-2-208 0,-1-2 0 0,1 3 0 0,2-4 0 15,-2 0 0-15,2 1 0 16,2-2 0-16,-1 0 64 0,1 1-64 0,2 0 0 0,1 2 0 0,1 0 0 16,-3-2 0-16,1 1 0 0,0 0 0 0,0 2 0 31,-1 2-352-31,-2 0-64 0,-2 2-16 0,-3 0-16784 0,-1 0-3344 0</inkml:trace>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9:08:45.186"/>
    </inkml:context>
    <inkml:brush xml:id="br0">
      <inkml:brushProperty name="width" value="0.05292" units="cm"/>
      <inkml:brushProperty name="height" value="0.05292" units="cm"/>
      <inkml:brushProperty name="color" value="#0070C0"/>
    </inkml:brush>
  </inkml:definitions>
  <inkml:trace contextRef="#ctx0" brushRef="#br0">3047 3513 44975 0,'0'0'1984'0,"0"0"432"0,0 0-1936 0,0 0-480 0,-5-4 0 0,5 4 0 16,0 0 368-16,0-7-32 0,0 2 0 0,2-1 0 15,3-1 656-15,3 2 128 0,3 1 32 0,2-3 0 16,2 0-656-16,2 0-128 0,2 1-32 0,-1-1 0 16,1-1-160-16,2 3-48 0,0 0 0 0,-1 2 0 15,-2 1 0-15,0 2-128 0,-2 0 192 0,-2 0-64 0,-1 4-128 0,0-1 0 16,-4 3-160-16,-1-1 160 0,-1 0 0 0,-3 2 0 16,-4-1-128-16,-2 1 128 0,2 2 0 0,-4 1 0 15,-2 1 0-15,-2 2 0 0,-1 1 0 0,1 2 160 16,-2-2-160-16,-2-1 128 0,-1-1 0 15,-1 1 0-15,0 1 0 0,0-1 0 0,0-1 32 0,-1 0 0 16,2-5 0-16,3 3 0 0,1-1-32 0,2-1 0 16,2-3 0-16,5-5 0 0,0 0-128 0,0 0 0 15,0 0 0-15,5 5 128 0,3-2-128 0,3-1 0 16,2-2 0-16,1 1 0 0,2-1 0 0,-1 0 0 0,1 0 0 16,1 0 0-16,2 0 0 0,0 2 0 15,-2 2 0-15,0-3 0 0,-2 2 0 0,0 2 0 16,-2-1 0-16,-3 1 0 0,-2 0 0 0,-2 2 0 15,0-3 144-15,-3 2-144 0,-1 1 256 0,-4 0-32 16,0 3 0-16,-5 0 0 0,-2 0 112 0,-4 2 32 16,-2 1 0-16,-4 0 0 0,-3 2-112 0,-3 0-32 0,-2-2 0 15,-3 2 0-15,-3 0-224 0,-2 0 0 0,-1 0 0 16,0-3 0 0,3-3-448-16,1 2-192 0,5-4-48 0,2 0 0 15,4-3-1824-15,7-4-368 0,5-4-80 0,8-5-16 0</inkml:trace>
  <inkml:trace contextRef="#ctx0" brushRef="#br0" timeOffset="548.67">3817 3203 33167 0,'5'-15'2944'0,"-5"15"-2352"0,0 0-464 0,3-12-128 0,1 2 3440 0,-4 10 656 16,0 0 144-16,0 0 32 0,0 0-1984 0,0 0-400 15,0 0-80-15,0 0-16 0,0 0-800 0,5 8-160 16,2 5-48-16,1 4 0 0,-3 5-432 0,1 5-96 15,2 3 0-15,1 3-16 0,0 2-240 0,1-1 176 16,1 1-176-16,2 2 160 0,0 3-112 0,0-1-48 16,2-2 0-16,-2-1 0 0,0-2 0 0,1-4 0 15,-2-2 0-15,0-4 0 0,-2-2 0 0,0-2 0 16,0-2 0-16,-1-3 0 0,0-5 0 0,-3-2 0 16,1-3 0-16,-7-5 0 0,6 0 0 0,1-3 0 15,-1-2 0-15,0-4 0 0,-1-1 0 0,0-6 0 16,-1-2-160-16,1-3 160 0,0-3-128 0,1 0 128 15,-2-6-128-15,1-3 128 0,0-3-128 0,3-3 128 16,2-2-128-16,1-1 128 0,-1-1-128 0,2 0 128 16,0 0-128-16,-1 4 128 0,2 4 0 0,0 4 0 15,-1 3 0-15,-2 6-128 0,1 3 128 0,-2 6 0 0,-1 5 0 16,-2 4 0-16,-6 4 0 0,8 5 0 0,-1 4 0 16,-1 7 0-16,-1 5 0 0,1 3 0 0,-2 6 128 0,0 3-128 15,-1-2 0-15,3 1 128 0,-1-1-128 16,0 0 0-16,2-1 0 0,-1 0 128 0,2-2-128 0,0-1 0 15,0 0 0-15,-1-5 0 0,3-2 0 0,-3-3 0 16,1-1 0-16,1-3 0 0,-1-3 0 0,1-2 0 16,-4-2 0-16,2 1 0 0,-2-2 0 0,-5-5 0 0,0 0 128 15,0 0-128-15,0 0 128 0,7-5-128 16,-2-2 0-16,-1-2 0 0,0-2 0 0,-2-5 0 0,1-1 0 0,1-4 0 16,-3-2 0-16,2-6-128 15,-1-2-352-15,1-3-64 0,0-4-16 16,-1-4 0-16,-2-2-800 0,0-2-176 0,-1-1-16 15,-2 3-16-15,-2-2-1296 0,-3 7-256 0,-2 5-48 0,-8-10-9968 16,-5 9-2000-16</inkml:trace>
  <inkml:trace contextRef="#ctx0" brushRef="#br0" timeOffset="763.87">3528 3027 28559 0,'0'0'2544'0,"0"0"-2032"15,0 0-512-15,0 0 0 0,0 0 4016 0,8-3 704 16,1-1 144-16,3 0 16 0,1 1-2480 0,4 1-496 16,2-1-112-16,3-2 0 0,3-3-880 0,4 0-160 15,1 2-48-15,0-2 0 0,-2-1-256 0,2 0-48 0,2 1-16 0,-2-2 0 16,0 2-256-16,1 0-128 16,-1 0 128-16,0 0-128 15,0 0-512-15,0-2-192 0,0 1-48 0,0 0 0 16,1 1-2096-16,0 1-416 0,1 0-96 0</inkml:trace>
  <inkml:trace contextRef="#ctx0" brushRef="#br0" timeOffset="908.81">4504 2857 31327 0,'0'0'2784'0,"0"0"-2224"0,0 0-560 0,0 0 0 0,9 4 3024 16,2-3 496-16,1-1 112 0,-1 0 16 16,0-1-1600-16,-1 1-304 0,2-3-64 0,2 1-16 15,2 0-864-15,1-1-176 0,1-1-48 0,0 2 0 16,1 4-912-16,-1 2-192 0,0 1-48 0,0 1 0 15,1 2-2816-15,-4 2-576 0</inkml:trace>
  <inkml:trace contextRef="#ctx0" brushRef="#br0" timeOffset="1105.63">4838 3535 45903 0,'0'0'2032'0,"0"0"416"0,3 8-1952 0,1 0-496 15,1-1 0-15,0 5 0 0,0 0 1824 0,-1 2 272 16,0 1 48-16,0 0 16 0,1 5-816 0,-2-2-144 16,-1 0-48-16,1 2 0 0,0 1-800 0,-1 0-160 15,1 1-48-15,-2-3 0 0,-1 2-144 0,0-3 0 16,1-1 0-16,1-1 0 16,0-4-1632-16,2-4-304 0,3-1-64 0</inkml:trace>
  <inkml:trace contextRef="#ctx0" brushRef="#br0" timeOffset="1313.53">5234 3375 35935 0,'0'0'3200'16,"0"0"-2560"-16,0 0-512 0,0 0-128 0,11 0 3504 0,-1-3 672 16,-1 0 144-16,2-1 32 0,-1 3-2272 0,2 0-448 15,0 1-96-15,2-1 0 0,2-5-1008 0,-1 2-192 16,1 2-32-16,1-2-16 0,0-1-288 0,0-1 0 15,-1 3 0-15,0-4 0 16,0 3-560-16,-2 2-112 0,-1-4-32 0,-1 4 0 16,-1-1-2032-16,-2 2-400 0,-9 1-96 0</inkml:trace>
  <inkml:trace contextRef="#ctx0" brushRef="#br0" timeOffset="1494.24">5229 3578 35007 0,'0'0'1552'0,"0"0"320"0,0 0-1488 0,0 0-384 16,0 0 0-16,7 5 0 0,3-1 4096 0,-1-1 768 16,2 1 128-16,0-4 48 0,2 0-3168 0,4-3-624 15,2 0-128-15,0 0-32 0,3-1-720 0,1 0-160 16,0-2-16-16,3 0-16 16,1-2-496-16,3-2-112 0,3-2-16 0,2 0-16384 0,2 0-3264 15</inkml:trace>
  <inkml:trace contextRef="#ctx0" brushRef="#br0" timeOffset="2069.34">6931 2751 13823 0,'0'0'1216'0,"-6"-5"-960"15,-3-1-256-15,-1 0 0 0,-1 1 7072 0,1 0 1376 16,1 0 256-16,1 1 64 0,0 1-5936 0,2 3-1184 16,-1 0-240-16,-2 2-64 0,-1-1 32 0,0 2 0 15,3 0 0-15,0 4 0 0,2 1-688 0,1 4-144 16,0 2-32-16,1 3 0 0,2 0-288 0,1 2-64 16,0 5-16-16,0 2 0 0,1 3-16 0,2 4 0 15,1 1 0-15,2 4 0 0,0 3-128 0,2 3 0 16,-1 2 144-16,4-1-144 0,1 5 0 0,1 1 0 0,1-2 0 15,0 1 0-15,2 3 0 0,0 3 128 0,-1 0-128 0,1 2 0 16,-1-4 0-16,0 1 0 0,-2 1 0 0,-1-4 0 16,-3-2 0-16,0 1 0 0,-3-4 0 0,-2-2 0 15,-2 0 0-15,-1-5 0 0,-4-1 0 0,-1-4 0 16,-1-2 0-16,0-3 0 0,-3-3 0 0,0-2 128 0,-1-2-128 16,-1 1 0-16,-3-3 0 0,0-3 128 0,-2-2 0 0,0-5 0 15,-2-1 0-15,-2 0 0 0,1 0-96 0,0-3-32 16,-3-3 0-16,0-2 0 0,0 0 0 15,2-4 0-15,-1 1 0 0,2-3 0 0,1-1-256 0,1-2-32 16,1 2-16-16,2-4 0 16,1-3-1232-16,4-1-240 15,4-1-48-15,4 0-22064 0</inkml:trace>
  <inkml:trace contextRef="#ctx0" brushRef="#br0" timeOffset="2544.92">6524 4860 12895 0,'2'-19'576'0,"-2"11"112"0,0-1-560 0,2-1-128 0,0-1 0 16,1 2 0-16,0 3 8160 0,-1 1 1600 0,3-1 320 0,-5 6 64 16,0 0-6624-16,8 0-1312 0,0 4-272 0,0 3-48 15,0 3-1024-15,1 3-208 0,1 6-32 0,-1 0-16 16,0 6-352-16,2 1-80 0,-1 1-16 0,-1-1 0 16,-1-1-112-16,0 0-48 0,1 0 0 0,0-1 0 15,-1 0 0-15,0-1 0 0,-2 0 0 0,1-1 0 0,1-4 0 0,-3-1 0 16,0-3 0-16,-1 1 0 0,-1-5 0 15,-1 0 0-15,0-2 0 0,-2-8 0 0,0 0 0 0,0 0 0 16,0 0 0-16,0 0 0 0,0 0 0 0,0 0 0 16,0 0 0-16,0 0 0 0,-3-6 0 0,2-3 0 15,-1-4 0-15,2-6 0 0,2 1 0 16,0-4 0-16,1 1 0 0,1-5 0 0,1-1 0 16,2-3 0-16,-1-3 0 0,1-3 0 0,2 0 0 15,1 4 0-15,-1 0 0 0,0 5 0 0,-2 2 0 0,1 3 0 16,1 3 0-16,-1 2 0 15,-2 2-640-15,-2 4-128 0,1 1-32 0,-5 10-10592 16,0 0-2112-16,0 0-416 0</inkml:trace>
  <inkml:trace contextRef="#ctx0" brushRef="#br0" timeOffset="2765.8">6477 5019 52527 0,'0'0'2320'0,"0"0"496"0,0 0-2256 0,0 0-560 0,0 0 0 0,0 0 0 16,0 0 1088-16,6-6 128 0,1 1 0 0,2 0 16 16,3 1-544-16,2-1-112 0,2 0-32 0,2-2 0 15,3-3-544-15,1-1 0 0,1-1 0 0,1 2 0 16,-1 0 128-16,2-1-128 0,1-1 0 0,0 2 80 16,0-3-80-16,2 3 0 0,-1 0 0 0,-1 1 0 15,0 3-1792-15,0 1-288 0,0-1-64 0,-2 2-21888 16</inkml:trace>
  <inkml:trace contextRef="#ctx0" brushRef="#br0" timeOffset="3207.23">6996 5049 35935 0,'0'0'3200'0,"0"0"-2560"16,0 0-512-16,0 0-128 0,0 0 3952 0,0 0 768 15,0 0 144-15,0 0 48 0,0 0-2896 0,10 0-576 16,-1 0-112-16,2-3-32 0,0 0-880 0,3 1-176 15,0-1-48-15,0 2 0 0,1-3-128 0,-1 1-64 16,2 1 0-16,0-1 0 0,0-1 0 0,-2 2 0 16,-2-2 0-16,-1 4 0 0,-2 1 0 0,-3 2 0 15,-6-3 0-15,0 0 0 0,0 0 0 0,0 0 0 16,2 7 0-16,-2 1 0 0,0-1 0 0,-2 1 0 16,-3-1 0-16,-1 4 0 0,-2-1 0 0,0 1 0 15,0-1 0-15,-1-2 0 0,0 1 0 0,2 0 0 16,2 2 0-16,0-2 0 0,1-3 0 0,3 1 0 0,1-7 0 15,0 8 0-15,0-2 0 0,0-6 0 0,4 9 0 16,-1-1 0-16,3-1 0 0,0-1 0 0,2 1 0 16,0-5 0-16,1 2 0 0,0-1 0 0,-1 1 0 0,1-3 0 15,1 3 0-15,1-2 0 0,-1 1 0 0,1 0 0 16,-1-1 0-16,1 1 0 0,-1 0 0 0,0 0 0 16,-2 3 0-16,0-2 0 0,0 1 0 0,-3 1 0 15,-1 1 0-15,-3 1 0 0,-1 1 0 0,-2 1 0 16,-3-2 0-16,-2 1 0 0,-2 0 0 0,-2 2 0 0,-2 0 0 0,-1 1 0 15,-2-3 0-15,0 2 0 16,-3-2 0-16,0 0 0 0,-1 0 0 0,2 0 0 0,0-5 0 0,-2 0-240 16,1-3 80-16,2-1 16 15,1-2-3200-15,0-2-640 0</inkml:trace>
  <inkml:trace contextRef="#ctx0" brushRef="#br0" timeOffset="3885.34">6541 2195 15663 0,'1'-20'688'0,"-1"11"144"0,-1-1-656 0,1 1-176 16,1-2 0-16,-1 1 0 0,0-1 5264 0,0 2 1024 15,0 1 208-15,0 8 32 0,0 0-3008 0,0 0-592 16,0 0-128-16,0 0-32 0,4 5-1168 0,1 5-224 16,2 3-48-16,-2 6-16 0,1 2-416 0,1 8-96 15,1 1-16-15,-2 2 0 0,1 2-272 0,-1 1-64 16,2 1-16-16,0-4 0 0,1-2-240 0,-1 3-64 16,-2-7 0-16,2 0 0 0,0-3-128 0,1-2 0 15,-2-5 0-15,-1-3 128 0,1-3-128 0,-1-3 0 16,-1-3 0-16,-5-4 128 0,8 1-80 0,-8-1-48 15,7-5 0-15,-1-4 0 0,1-2 0 0,-2-3 0 0,-1-2 0 16,0-1 0-16,-1-2 0 0,-1-5 0 16,-1 1 0-16,2-2 0 0,0-1 0 0,-1-4 0 15,1-1 0-15,-1-6 0 0,0 1 0 0,0 1 0 0,0 3 0 0,0 4 0 16,1 2 0-16,1 3-208 0,-2 4 64 0,1 2 16 31,-2 3-768-31,2 3-128 0,0 1-48 0,-1 4 0 16,-2 6-1904-16,0 0-384 0,0 0-80 0</inkml:trace>
  <inkml:trace contextRef="#ctx0" brushRef="#br0" timeOffset="4096.97">6556 2354 11055 0,'0'0'976'0,"-7"4"-784"0,0-2-192 0,-1 1 0 0,2-3 8400 0,0 1 1648 15,6-1 320-15,0 0 64 0,0 0-6912 0,0 0-1360 16,0 0-288-16,0 0-48 0,0 0-1008 0,0 0-208 15,10-4-32-15,0-1-16 0,2 1-368 0,2 0-192 16,3-2 192-16,1-1-192 0,1 1 0 0,0 1 0 16,1-1 0-16,1-3 0 15,-1 1-368-15,3 1-176 0,0 0-32 0,1 2-16 16,-2 1-1792-16,1 1-368 0,1 1-64 0,-2 2-18976 0</inkml:trace>
  <inkml:trace contextRef="#ctx0" brushRef="#br0" timeOffset="4240.47">7019 2433 13823 0,'0'0'608'0,"-2"7"128"0,-1 1-592 0,2 2-144 16,-1 2 0-16,1 0 0 0,0 3 7968 0,-1 2 1568 16,1 1 304-16,1 1 64 0,0 0-6464 0,1-2-1296 0,2-1-256 0,1-1-48 15,-1 1-1200-15,-1 2-256 0,1-5-32 0,-1 0-16 16,2-1-336-16,0-3 0 0,0 0 0 0,0-1 0 16,0-1-2112-16,-4-7-384 15</inkml:trace>
  <inkml:trace contextRef="#ctx0" brushRef="#br0" timeOffset="4737.1">7311 3166 43247 0,'0'0'1920'0,"0"0"384"0,0-9-1840 0,0 9-464 0,0 0 0 16,0 0 0-16,0 0 1376 0,8 5 176 0,0 3 48 0,-2 4 0 15,1 3 224-15,-1 4 48 0,0 3 16 0,0 4 0 16,1 5-1008-16,-1 0-208 0,2 5-32 0,0-4-16 15,0-1-352-15,0-1-64 0,-1 2-16 0,1-2 0 16,0 0-192-16,0-3 144 0,0-1-144 0,-2-5 128 0,1-1-128 0,-2-2 0 16,0-4 0-16,-1-3 0 15,0-1-512-15,0-1 0 0,-2-2 16 0,-2-7 0 16,0 0-960-16,0 0-192 0,0 0-32 0,0 0-16 16,0 0-2704-16,-5-4-528 0</inkml:trace>
  <inkml:trace contextRef="#ctx0" brushRef="#br0" timeOffset="5040.08">7258 3222 38703 0,'0'0'3440'0,"0"0"-2752"15,-5-4-560-15,5 4-128 0,0 0 3264 0,0 0 640 16,0 0 112-16,0 0 16 0,0 0-2368 0,0 0-496 16,0 0-80-16,0 0-32 0,7-2-544 0,5-1-96 15,4 0-32-15,2 2 0 0,3-3-384 0,4 2 0 16,3-1 0-16,2 2 0 0,0-1 0 0,2 1 0 15,-1 0 0-15,0 1 0 0,0 4 0 0,-2 0 0 16,-3-3 0-16,-1 4 0 0,-2-1 0 0,-2 1 0 0,-4 2 0 16,-2 2 0-16,-4 0 0 0,0 0-144 15,-5 0 144-15,-2 2 0 0,-4-1 0 0,-2 3 0 0,-4-2 0 16,-1 2 0-16,-6-3 0 0,-2 2 0 0,1-3 0 0,-3 3 0 16,-1-5 0-16,-2 4-160 0,-2-2 32 0,-2 0 0 31,-2-1-416-31,0 0-80 0,0-2-16 0,1 2 0 0,2-1-1008 0,2-1-208 15,4 1-32-15,4-1-16 0,4-1-2832 0,9-5-560 16</inkml:trace>
  <inkml:trace contextRef="#ctx0" brushRef="#br0" timeOffset="5492.42">8052 3598 21183 0,'19'-7'1888'15,"-10"3"-1504"-15,1-1-384 0,-1-2 0 0,0 2 4016 0,0-1 720 16,-1-1 160-16,-2-2 32 0,-1 0-2096 0,-1-2-400 15,-1 1-96-15,-2 0-16 0,-2 0-656 0,-2 3-128 16,-1-2-16-16,-2 2-16 0,-3 0-672 0,-4 4-128 16,-3 3-16-16,-2 2-16 0,-3 2-256 0,-2 4-48 15,-5 5-16-15,0 3 0 0,-1 1-80 0,0 2-16 16,2 3 0-16,1 0 0 0,2 1 64 0,5-1 0 16,2-1 0-16,5-1 0 0,3-1-320 0,4-2 0 15,2-3-176-15,4 0 176 0,5-2-320 0,1-1 64 16,4-2 0-16,2-3 0 15,3-2-176-15,2-3-16 0,3-2-16 0,2-2 0 16,2 0-48-16,1-4 0 0,0-1 0 0,0-1 0 16,-1-1 16-16,-2-1 0 0,-1-2 0 0,-2-2 0 0,-3-2 176 0,-1 0 16 15,-3 0 16-15,-3-2 0 0,-2 1 288 0,-2-1 0 0,-2-2 0 0,-1 1 0 16,-2-2 304-16,1 1 64 0,-2 2 16 0,-2-1 0 16,0 3 64-16,-1-1 32 0,-1 4 0 0,2 3 0 15,-2-2-48-15,1 5-16 0,2 2 0 0,1 6 0 16,0 0-160-16,0 0-48 0,0 0 0 0,-2 8 0 15,1 2-208-15,1 3 0 0,1 0 0 0,1 4 0 16,2 3 0-16,0 0 0 0,1 1 0 0,1 0 0 16,1 1 0-16,1 0 0 0,1 3 0 0,0-3 0 15,-1-1-448-15,1-1-128 0,1-3-16 16,2 0-16-16,0-6-1120 16,-2 1-208-16,-1-3-48 0,0-2-16 0,1-5-2256 0,0-2-448 0</inkml:trace>
  <inkml:trace contextRef="#ctx0" brushRef="#br0" timeOffset="5838.78">8422 3365 21183 0,'3'-27'944'0,"-2"15"192"0,0-2-912 0,1 0-224 0,0-2 0 0,1 4 0 0,-1 2 6272 0,1 3 1216 15,0 0 256-15,-3 7 32 0,0 0-4576 0,0 0-928 16,0 0-176-16,6 3-48 0,-1 7-1216 0,1 0-256 16,-1 6-64-16,1 3 0 0,1 3-288 0,1 3-64 15,-2 1-16-15,-1 4 0 0,2 4-96 0,-1-3-48 16,1-1 0-16,1 2 0 0,1-1 0 0,-1-1 0 15,-1-1 0-15,1-3 0 0,3-2 0 0,-1-3 0 16,-1 0 0-16,-1-5 0 0,-1-2 0 0,-1 1 0 16,1-5 0-16,-1-4 0 0,1-2 0 0,-1 0-160 15,-6-4 160-15,7-1-128 0,-7 1 128 0,6-5 0 16,-1-3 160-16,1-1-32 0,-2 0-128 0,0-6 0 16,-2 0 0-16,-1-1 0 0,1-1 0 0,-1-2 0 15,-1-5 0-15,0 2 0 0,0 0 0 0,0 0 0 0,-1-2 0 16,1 2 0-16,0-2 0 0,0 4 0 0,0-4 0 0,1 2 0 15,2 0 0-15,-1 1 0 0,1 0 0 16,-1 2 0-16,2-2 0 0,0 0 0 0,0 1 0 0,0 2 0 16,1 2-224-16,1 3-32 0,-1 3-16 15,0 1 0-15,-1 1-1168 16,1 4-224-16,-5 4-64 0,0 0-14416 0,0 0-2896 0</inkml:trace>
  <inkml:trace contextRef="#ctx0" brushRef="#br0" timeOffset="6103.25">8341 3527 50799 0,'-6'-10'2240'0,"6"10"480"0,-4-4-2176 0,4 4-544 16,-2-7 0-16,2 1 0 0,2-1 1456 0,0 1 176 15,1 1 32-15,1 1 16 0,2-3-864 0,2 3-176 16,3 0-48-16,2 0 0 0,1-1-464 0,3 0-96 15,1 1-32-15,0 0 0 0,3 0 0 0,0 0 0 16,1 0 0-16,2 0 0 0,-1 1 0 0,2-1 0 16,1 1 0-16,-1 0 0 0,0 0 0 0,-2 0 0 15,1 2 0-15,-1-2 0 0,2 0-224 0,-2 2-32 16,1 1-16-16,-1 0-17040 0,-1-4-3408 16</inkml:trace>
  <inkml:trace contextRef="#ctx0" brushRef="#br0" timeOffset="14808.29">10470 1598 38415 0,'0'0'1696'0,"-5"-6"352"0,-2-1-1632 0,2-3-416 15,1 0 0-15,0 0 0 0,0-2 144 0,-1-2-144 16,0-5 160-16,1 2-160 0,-2 0 752 0,-2 3 48 16,-3 1 16-16,1 0 0 0,1 1-336 0,0 3-64 15,-2 3-16-15,0 3 0 0,-3 3-192 0,0 7-32 16,-2 0-16-16,-2 6 0 0,-3 3 48 0,-1 4 16 15,0 3 0-15,1 3 0 0,2 1 80 0,0 2 16 16,1 1 0-16,4-4 0 0,5-2-128 0,5-3 0 0,1-1-16 0,6 0 0 16,5 0-176-16,2-5 0 0,2-4 0 0,1-5 0 15,0-1-128-15,2-1-64 0,1-1-16 0,1-3 0 16,1-3 208-16,-2-2-144 0,-2-4 144 0,1 1-128 16,-1-4 128-16,-2 1 0 0,-1-5 160 0,1-1-160 15,-1 0 240-15,-1-4-48 0,0-1-16 0,1-4 0 16,-1-3-48-16,-2 8-128 0,0-5 192 0,0-2-64 0,1-4-128 15,0-2 0-15,-1-2 0 0,1-1 0 16,0 1 0-16,-1-1 0 0,-2 1 0 0,1 1 0 0,-2 3 144 0,-1 4-144 16,-1 3 160-16,-1 4-160 0,0 6 512 15,-1 3 0-15,-1 3 0 0,0 2 0 0,0 7 32 16,0 0 16-16,0 0 0 0,1 12 0 0,-1 1-400 0,2 6-160 16,-1 6 128-16,0 4-128 0,2-2 144 0,1 6-144 15,0 1 160-15,1 1-160 0,0 2 0 0,2-1 0 16,-1 1 0-16,2-1 0 0,0-5 0 0,1 1-160 15,0-4 32-15,0-2 0 16,1-2-1520-16,1-3-288 0,-2-3-64 0,1-2-16 16,1-7-1840-16,-1-1-368 0</inkml:trace>
  <inkml:trace contextRef="#ctx0" brushRef="#br0" timeOffset="15132.18">10825 1167 29487 0,'0'0'2624'0,"0"0"-2112"0,0 0-512 0,0 10 0 16,2 0 3616-16,1 3 608 16,0 1 128-16,-1 3 32 0,-1 3-2272 0,2 1-464 0,0 1-96 0,1 4-16 15,1 5-528-15,1 2-112 0,1 2-32 0,1-2 0 16,0 1-464-16,1 2-80 0,0-6-32 0,1 0 0 16,2-1-96-16,-2-2-32 0,1-3 0 0,-3-4 0 15,-1 0-160-15,1-4 128 0,-1-3-128 0,-1-6 128 16,0 0 0-16,-6-7-128 0,6 9 192 0,-6-9-64 15,0 0 80-15,7-4 16 0,-1-1 0 0,1-4 0 0,-2-3-48 0,0-4-16 16,-1-2 0-16,1-3 0 0,2-2-160 0,-1-5 0 16,-1-3 0-16,2-5 128 0,1-5-128 15,1-2 0-15,0 0 0 0,3-2-176 16,-1-4-400-16,1 2-64 16,0 2-32-16,0 4 0 0,-1 5-768 0,0 3-160 0,-1 3-16 0,-1 7-16 15,-3 3-1872-15,-1 9-368 0,-1 4-80 16</inkml:trace>
  <inkml:trace contextRef="#ctx0" brushRef="#br0" timeOffset="15354.95">10590 1428 39615 0,'0'0'3520'16,"0"0"-2816"-16,0 0-560 0,0 0-144 0,0 0 2240 0,8 0 432 15,2-1 80-15,3-3 0 0,4-3-1152 0,3 1-256 16,3-1-32-16,2 1-16 0,3 1-752 0,0-2-160 16,2-1-16-16,1 0-16 0,3-1-224 0,2 2-128 0,1-1 128 15,1 0-128 1,1-1-448-16,2 1-176 0,0-2-16 0,1 0-16 0,1 1-3184 0,-2-1-640 16</inkml:trace>
  <inkml:trace contextRef="#ctx0" brushRef="#br0" timeOffset="15695.95">11730 1156 35007 0,'0'0'3120'15,"0"0"-2496"-15,0 0-496 0,-2 8-128 0,2-8 2928 0,0 0 560 16,0 0 112-16,-2 7 32 0,-2 2-2144 0,0-2-416 16,0 1-96-16,-1 1-16 0,-1 0-112 0,0 1-16 15,-1-3-16-15,0 2 0 0,-3 3-384 0,1 0-80 16,-1-1-16-16,-2 2 0 0,-1-2 48 0,1 1 0 15,-2-1 0-15,0 1 0 0,-2 0-208 0,0-1-48 16,2 2 0-16,-2-2 0 0,1 1-128 0,0-2 0 16,4 1 0-16,0-4 0 0,1 0 0 0,2 1 128 15,2-1-128-15,0 1 0 0,2-2 128 0,4-6-128 16,-3 6 0-16,3-6 128 0,-2 7-128 0,2-7 0 16,0 0 0-16,0 0 128 0,4 5-128 0,1 3 0 15,3-2 0-15,0 1 0 0,0-2 0 0,1 0 0 16,0-1 0-16,0 0 0 0,2-1 0 0,2-2 0 15,-2 0 0-15,1 0 0 0,1 2 0 0,0-3-224 16,2 0 48-16,-1-3 16 16,0 1-1824-16,2 1-384 0,0 1-64 0</inkml:trace>
  <inkml:trace contextRef="#ctx0" brushRef="#br0" timeOffset="16103.17">12142 1135 3679 0,'0'0'320'0,"0"0"-320"16,0 0 0-16,-2-7 0 0,2 7 10128 0,0 0 1968 15,0 0 384-15,0 0 64 0,-5-4-8816 0,-2 4-1760 16,0 0-368-16,-1 7-64 0,-1-1-592 0,-2 5-128 16,1 2-32-16,-3 4 0 0,-3 1-512 0,1 3-96 15,1 2-32-15,0 1 0 0,0 2 48 0,1 0 0 16,1 1 0-16,2 1 0 0,0-2-192 0,4 1 0 15,3-1 0-15,2-1 0 0,2-1 0 0,3-4 0 16,3 0 0-16,2 0 0 0,1-6 0 0,5 2 0 16,3-6 0-16,0-1 0 0,0-1 0 0,3-3-176 15,3-2 48-15,1-2 0 0,-1-2 128 0,4-3-208 16,-1-1 80-16,0-2 128 0,1 1-192 0,-2-6 192 16,-1-3-160-16,-3 1 160 0,-1-2-160 0,-2 0 160 15,-2-1-160-15,-2-3 160 0,-5-1 0 0,-2 0 0 16,-3-1 0-16,-2 0 0 0,-6 0 0 0,0 1 0 15,-2-2 0-15,-3-2 0 0,-2 3 0 0,-3 1 160 16,-3 0-160-16,-1 1 128 0,-4 2-128 0,1 1 0 16,-1 1 0-16,0 0 128 0,-1-1-128 0,1 2 0 0,0 2 0 0,1 1-176 31,2 1-1376-31,1 0-288 0,0 2-48 0</inkml:trace>
  <inkml:trace contextRef="#ctx0" brushRef="#br0" timeOffset="16624.5">13319 1340 32255 0,'0'0'1424'0,"0"0"304"0,-5-6-1392 0,5 6-336 0,-2-5 0 0,2 5 0 15,0 0 3712-15,0 0 688 0,5-3 128 0,2 0 16 16,2-3-2432-16,0 4-512 0,-2-1-80 0,6-1-32 15,6 2-672-15,6-1-144 0,4 0-32 0,1 1 0 16,2 0-304-16,4 0-64 0,-1-1-16 0,1 2 0 0,1-3-256 0,1 1 160 16,2 1-160-16,2 1 128 0,1 1-128 0,1-2 0 15,0 1 0-15,1 0 0 16,-4-2-512-16,1 0-176 0,-1-1-32 16,-4 1-16-16,-1 0-1440 0,-5-2-304 0,-2 0-48 0,-5-1-19328 15</inkml:trace>
  <inkml:trace contextRef="#ctx0" brushRef="#br0" timeOffset="16896.97">14227 1110 50399 0,'0'0'1104'0,"0"0"240"0,0 0 32 0,0 0 32 0,0 0-1120 0,0 0-288 16,0 0 0-16,0 0 0 0,0 0 880 0,12 1 112 15,-12-1 32-15,9 4 0 0,2 1-576 0,0-1-128 16,3 0 0-16,0 2-16 0,0 0 224 0,2 1 48 15,1-1 16-15,0 1 0 0,-2 0-592 0,2-3 0 16,0 2 0-16,0-1 0 16,-1 3-432-16,-2-1-144 0,-1 3-48 0,-1-4 0 0,-4 1 624 0,0-1 0 15,-2-1 0-15,-2 2 0 0,-4-7 0 0,0 9 0 0,-1-3-192 0,-3 1 192 16,-4 2-128-16,-1 0 128 0,-7-1 0 0,-1 2 0 16,-1-3 0-16,-3 2 0 0,0 0 0 0,-2 3 0 31,-2-4-1248-31,-1 1-128 0,-1 1-32 0,-1 2-21504 0</inkml:trace>
  <inkml:trace contextRef="#ctx0" brushRef="#br0" timeOffset="17945.81">14998 1458 6447 0,'0'0'576'0,"0"0"-576"16,-8-2 0-16,2-4 0 0,0 1 8704 0,6 5 1648 15,0 0 320-15,0 0 64 0,-1-8-7520 0,-3 0-1488 16,2 3-320-16,0 0-48 0,4 0-160 0,1 0-48 0,3 2 0 0,0-2 0 16,3 1-736-16,2 0-160 0,2-1-16 0,4 0-16 15,0 2-96-15,1 2-128 0,0-2 176 0,0-1-176 16,1 4 0-16,-2-1 0 0,-2-1 0 0,1 4 0 15,1 4 0-15,-3 0 0 0,-2-4 0 0,-2 2 0 16,0 1 0-16,-3 0 0 0,-1 2 0 0,-3 0 0 16,-1 0 0-16,-2 1 0 0,-2 1 0 0,-1 0-144 15,-4-2 144-15,2 1 0 0,-3 1 0 0,-1 0 0 0,0-2 0 16,0 0 0-16,0 0 0 0,1-1 128 16,0 1-128-16,1-2 144 0,1-1-144 0,6-4 160 0,-5 3-160 0,5-3 0 15,0 0 0-15,-2 7 128 0,2 0-128 16,0-7 0-16,6 8 0 0,0-2 0 0,3 0 0 0,3 0 0 15,2-5 128-15,1 2-128 0,0 0 0 0,3-1 0 16,-2-2 0-16,1 1 0 0,-1 2 0 0,-2-2 0 16,-1 3 0-16,-1-1 0 0,-3-2 0 0,-9-1 0 15,6 3 0-15,-6-3 128 0,0 0 16 0,0 0 0 16,0 0 0-16,0 0 0 0,-5 6 128 0,-3 1 32 16,-2-1 0-16,-2 1 0 0,-2-1-144 0,-2 1-32 15,-3-1 0-15,-2 4 0 0,-1-4-128 0,0 2 0 16,-1-2 144-16,0 1-144 0,-2-2 0 0,2 0 0 15,-1 2 0-15,2-2 0 16,1-1-496-16,4-1-112 0,3-3-32 0,5 1 0 16,2 0-2160-16,7-1-432 0,0 0-96 0,11-9 0 15</inkml:trace>
  <inkml:trace contextRef="#ctx0" brushRef="#br0" timeOffset="18468.59">15775 994 40543 0,'0'0'3600'0,"0"0"-2880"0,0 0-576 0,0 0-144 16,0 0 2544-16,0 0 464 0,0 0 112 0,-4 7 16 15,-2 0-1568-15,0 4-304 0,1 3-64 0,1 4-16 16,0 2-512-16,3 3-96 0,1 2-32 0,1 3 0 0,1 2-304 0,2-2-64 16,1 1-16-16,3 0 0 15,-1-2-160-15,2 0 192 0,1-1-192 0,0-2 192 0,-1-2-144 0,3-4-48 16,-3-1 0-16,0-4 0 0,0 0 0 0,0-2 0 15,-1-2 0-15,0-3 0 0,0-3 0 0,1-3 0 16,0 0 0-16,0-3 0 0,-1-3 0 0,0-2 0 16,0-1 0-16,1-2 0 0,0 0 0 0,0-4 0 15,-1 0 0-15,-2-3 0 0,4-2 0 0,-1-3 0 16,0-5 0-16,0 1 0 0,-1-2 0 0,2-1 0 16,1-1 0-16,-1 0 0 0,0-1 0 0,0 2 0 15,-3 2 0-15,1 3 0 0,-1 5 0 0,-2 6 0 16,-1 3 0-16,0 4 0 0,-2 0 0 0,-2 7 0 15,0 0 0-15,0 0 0 0,4 12 0 0,-1 3 0 16,0 4 0-16,0 3 0 0,1 3 0 0,0 1 0 16,2 0 0-16,0 0 0 0,1 0 0 0,0-3 0 15,4-2 0-15,1 1 0 0,-1-2 0 0,4 0 0 16,-2-3 0-16,0-3 0 0,0-4 0 0,1-1 0 16,-1-2 0-16,1 1 0 0,1-3 0 0,-1-1 0 0,-1-2 0 15,0 0 0-15,-1-2 0 0,1-2 0 0,-3-4 0 0,1 1 0 16,-1 1 0-16,-1-4 0 0,0-2 0 15,1 0 0-15,-3-3 0 0,0 0 0 0,-2-2 0 0,-1-2 0 16,1-3 0-16,-1-1 0 0,0-1 0 0,-1 0 0 16,-2 0 0-16,-2-2-160 0,-2 1 160 0,-1-1-192 31,-2 1-1216-31,-5 0-240 0,-2 3-48 0,-5 4-22656 0</inkml:trace>
  <inkml:trace contextRef="#ctx0" brushRef="#br0" timeOffset="18673.82">15327 834 48607 0,'0'0'2160'0,"0"0"432"0,0 0-2080 0,0 0-512 16,0 0 0-16,5-7 0 0,0-1 768 0,1 2 64 16,4 1 0-16,3 1 0 0,2 1-160 0,5 0-32 15,1 1 0-15,3-1 0 0,5 1-640 0,2 0 0 16,2-2 0-16,1 2 0 15,0-5-864-15,1 2-160 0,2 0-16 0,2 0-16 16,-3-3-1600-16,3 1-320 0,0 1-64 0</inkml:trace>
  <inkml:trace contextRef="#ctx0" brushRef="#br0" timeOffset="18826.18">16354 633 20271 0,'0'0'896'0,"0"0"192"0,6-1-880 0,3-1-208 15,3 2 0-15,1-2 0 0,2 0 6272 0,0 1 1200 16,1 0 240-16,1 1 48 0,0 0-4816 0,1-3-960 0,-1 2-192 0,1 1-32 15,2 0-992-15,1 0-208 0,-1 0-48 0,1 1 0 16,0-1-640-16,0 0-144 0,0 0-32 0,-2 0 0 31,1 0-2656-31,-3 3-544 0</inkml:trace>
  <inkml:trace contextRef="#ctx0" brushRef="#br0" timeOffset="19094.5">16913 1184 20271 0,'0'0'1792'0,"0"0"-1424"0,0 0-368 0,0 0 0 0,0 0 6256 0,0 0 1168 16,8 0 256-16,-8 0 32 0,6 6-4752 0,0 0-944 15,-2 2-192-15,-2 2-32 0,2 2-704 0,1 2-144 16,-2 3-32-16,-2 3 0 0,-1 1-528 0,0 1-96 15,-1 3-32-15,0-1 0 0,-3 1-256 0,0 0 160 16,0 1-160-16,0-2 128 0,0-1-128 0,0-2 0 16,2 1 0-16,-1-4 0 0,-1 1 0 0,0-4 0 15,0 0 0-15,3-5 0 16,0-1-1312-16,-1 2-240 0,1-2-48 0,1-9-22960 0</inkml:trace>
  <inkml:trace contextRef="#ctx0" brushRef="#br0" timeOffset="19647.12">17674 1024 48319 0,'0'0'1072'0,"10"14"208"0,4-11 64 0,-2-2 0 0,-6-2-1088 0,-6 1-256 16,0 0 0-16,0 0 0 0,0 0 1584 0,0 0 256 16,0 0 48-16,-8 6 16 0,-2 2-1008 0,0 1-208 0,-1 1-48 0,-1-1 0 15,-1 2-256-15,-1-3-48 16,0 0-16-16,-1 1 0 0,0 0-176 0,0 0-144 15,1 1 192-15,0-1-48 0,-1-3-144 0,2 1 0 0,0-1 0 0,3 2 0 16,2 0 0-16,0 0 0 0,0 1 0 0,3 0 0 16,5-9 0-16,-2 6 0 15,2-6 0-15,0 8 0 0,2 0 0 0,3 0 0 0,-5-8 0 16,11 6 0-16,2 1 0 0,1-2 0 0,2 3 0 0,1-1 0 16,2-4-144-16,2-3-32 0,1 2 0 0,2 0 0 31,-1 1-1040-31,5-2-224 0,3 2-32 0,0-3-14928 0,-2-3-2992 15</inkml:trace>
  <inkml:trace contextRef="#ctx0" brushRef="#br0" timeOffset="20024.71">18139 1034 22111 0,'0'0'1968'0,"0"0"-1584"15,-6-3-384-15,2 0 0 0,4 3 4480 0,0 0 800 16,0 0 160-16,-6 1 48 0,-2 2-2448 0,-1 1-480 15,-1 1-112-15,-1 3-16 0,-1 2-848 0,-1 6-176 16,-1-2-48-16,0 3 0 0,-2 3-608 0,0 2-128 16,-1 4-32-16,1-3 0 0,0 3-240 0,2-2-48 15,2-2-16-15,1 3 0 0,4 1-160 0,4-4-128 16,0-1 144-16,5 1-16 0,0-1-128 0,5-1 0 0,2-2 0 0,3-3 0 16,2-2 0-16,2 1 0 0,1-4 0 0,1-2 0 15,-3-3 0-15,2-2 0 0,2-3 0 16,0-2 0-16,3 0 0 0,-1-1 0 0,0-3 0 0,1-1 0 15,0-2 0-15,1-2 0 16,-3 0-160-16,3-6 160 0,-3-1-128 0,-1-2 128 16,-4-1-128-16,-2 0 128 0,-3 0 0 0,-4 1-160 15,-3-3 160-15,-3 1 0 0,-4-1-144 0,-3 1 144 0,-2 2 0 0,-4 2-144 16,-4 0 144-16,0 2 0 0,0 0 0 0,-1 3 0 16,-2-1-144-16,1 2 144 0,3 4-160 0,1 0 160 15,-2 2-1072 1,1 1-112-16,2 0-32 0,-1 1-15184 0,2 1-3056 15</inkml:trace>
  <inkml:trace contextRef="#ctx0" brushRef="#br0" timeOffset="27399.34">9959 3609 31327 0,'-13'-5'2784'0,"7"4"-2224"16,-2-1-560-16,1 2 0 0,1-1 3968 0,6 1 672 0,-4-4 144 0,4 4 16 15,0 0-3072-15,0 0-640 0,0 0-112 0,9-2-16 16,3-4 80-16,5 3 32 0,3-3 0 0,7 2 0 15,4 0-544-15,5-1-96 0,5-1-32 0,2-1 0 16,2 1-144-16,1-2-16 0,2-3-16 0,3 4 0 16,3-4-96-16,0 3-128 0,2 1 176 0,0 0-176 0,0 3 0 15,1-2 0-15,-3 0 0 0,0 2 0 0,-2 1 0 16,-1-1 0-16,-3 1 0 0,-1 2 0 0,-3-2 0 0,-1 1 0 16,-1-1-176-16,-3 2 176 15,-4 1-992-15,-2 0-96 0,-4 0 0 0,-3 0-16 16,-3 0-1440-16,-3 0-272 0,-5 1-64 0,-3-1-18304 15</inkml:trace>
  <inkml:trace contextRef="#ctx0" brushRef="#br0" timeOffset="27704.38">11331 3369 16575 0,'0'0'1472'0,"0"0"-1168"16,0 0-304-16,0 0 0 0,0 0 7264 0,0 0 1392 15,0 0 288-15,0 0 48 0,0 0-6080 0,-2 8-1216 16,0-3-240-16,2-5-48 0,0 0-352 0,0 0-64 15,-2 7-16-15,2-1 0 0,0-6-592 0,4 7-128 16,0-2-32-16,1 0 0 0,2 2-224 0,2-3 128 16,2-2-128-16,0 1 0 0,2 0 0 0,2 1 0 15,-1-2 0-15,3 2 0 0,2-1 0 0,2 1 0 0,-1-3 0 16,1 2 0-16,0-1-272 0,-1-2 48 0,-4 1 16 16,0 2 0-16,-2 0-48 0,-2 1 0 15,-2-1 0-15,-2 1 0 0,-8-4 112 0,0 0 16 0,1 8 0 16,-2 3 0-16,-4-5 128 0,-4 2 0 0,-4 1 0 0,-4 0 0 15,-5 2 0-15,-3-1 0 0,-5 3 0 0,0 0 0 0,-1-1 0 16,-3 1 0-16,-4 0 0 0,1 0 128 16,2 0-640-16,3 0-112 15,2-1-16-15,5-3-15664 0,5-3-3120 0</inkml:trace>
  <inkml:trace contextRef="#ctx0" brushRef="#br0" timeOffset="29271.46">12710 3502 11055 0,'0'0'976'0,"1"9"-784"0,-2-2-192 0</inkml:trace>
  <inkml:trace contextRef="#ctx0" brushRef="#br0" timeOffset="32673.47">13217 3375 42383 0,'-6'-6'3776'0,"-1"1"-3024"15,2-1-608-15,1 2-144 0,4 4 2672 0,0 0 496 16,0 0 96-16,0 0 32 0,0 0-2240 0,1 9-448 16,3 3-96-16,0 2 0 0,0 4 16 0,1 3 16 15,0 3 0-15,1 2 0 0,0 2-336 0,-1 2-64 0,2 2-16 0,-3 0 0 16,0 2-128-16,-2-3 128 0,1-1-128 0,0 0 128 16,-2-2-128-16,0-2 128 0,-1-3-128 0,0-3 128 15,0-2-128-15,-1-4-176 0,1-2 48 0,-1-3 0 16,1-9-704-16,0 0-144 0,0 0-32 15,0 0 0-15,-7-5-928 0,2-1-192 0,0-5-48 0,-1-3-12752 16,1-6-2560-16</inkml:trace>
  <inkml:trace contextRef="#ctx0" brushRef="#br0" timeOffset="32942.51">13083 3350 12895 0,'0'0'576'0,"0"0"112"0,0 0-560 0,0 0-128 15,0 0 0-15,0 0 0 0,8-1 8640 0,-2-2 1680 16,1 0 352-16,0 1 64 0,1 0-7600 0,4 1-1504 15,2-4-304-15,3 1-64 0,2 1-688 0,3 2-144 16,3-3-32-16,3 3 0 0,0-4-400 0,2 1 0 16,1 0 0-16,1 1 0 0,1 2-128 0,-2 1 128 15,-1 0 0-15,-1 1 0 0,-3 1 0 0,-2 1-144 16,-5 3 144-16,1 0 0 0,-5 2-224 0,-2 1 64 16,-4 2 16-16,-2-1 0 0,-3-1 144 0,-5 2-160 15,-5 0 160-15,-12 18-160 0,4-12 160 16,-3 1 0-16,-3-2 0 0,-2 1 0 0,-1-2 0 0,-2 0 0 0,-1-1 0 31,1 0-640-31,2-1-80 0,-1 0-32 0,3-2 0 16,3-2-1520-16,2-2-304 0,3-2-64 0,3-1-11632 0,3-2-2336 15</inkml:trace>
  <inkml:trace contextRef="#ctx0" brushRef="#br0" timeOffset="33261.03">13724 3278 24879 0,'0'0'2208'0,"0"0"-1760"0,8 4-448 15,1 4 0-15,0-2 4624 0,0 5 848 0,-1 2 160 0,0 5 48 16,0-2-2576-16,0 5-512 0,-2-1-96 0,1 4-32 16,2 1-1232-16,-3 1-240 0,1 1-48 0,1 3-16 15,0 3-544-15,1-2-96 0,2-1-32 0,1 0 0 0,0-1-96 16,-2-5-32-16,-1 1 0 0,1-1 0 0,0-6-128 0,-1 0 0 16,-1-2 0-16,0-1 112 0,0-3-112 0,-2-3 0 15,-2-1 0-15,3-3 0 0,-7-5 0 0,7 2 0 16,0-5 0-16,-1-2 0 0,1-2 0 0,-2 0 0 15,0-5 0-15,1-1 0 0,-1-6 0 0,0 0 0 16,-1-2 0-16,1-4 0 0,0-1 0 0,1-5 0 16,-1-4 0-16,0-2 0 0,2 1 0 0,-1-2 0 15,2-2 0-15,1-1 0 0,-1-2 0 0,1 3-240 16,-1 4 80-16,0 6 16 16,-1 6-816-16,0 2-144 0,-3 5-48 0,0 5 0 15,-2 5-1024-15,-2 7-192 0,0 0-64 0,-1 8-12192 16,-3 4-2448-16</inkml:trace>
  <inkml:trace contextRef="#ctx0" brushRef="#br0" timeOffset="33483.35">13692 3515 46767 0,'-15'-5'2064'0,"15"5"432"0,-5 3-1984 0,5-3-512 0,0 0 0 0,0 0 0 16,0 0 1488-16,0 0 208 0,0 0 32 0,7-2 16 15,2 0-464-15,2-1-112 0,4-1-16 0,3 2 0 16,4-1-640-16,3 1-128 0,1-1-16 0,3 2-16 16,3-3-352-16,1 1 0 0,0-3 0 0,-1 0 0 0,1 1 0 0,-2 1 0 15,2 0 0-15,-2-1 0 16,1-1-1424-16,0-1-368 0,2-2-64 0,-2 0-22256 16</inkml:trace>
  <inkml:trace contextRef="#ctx0" brushRef="#br0" timeOffset="33678.87">14591 3445 30399 0,'0'0'2704'0,"0"0"-2160"15,0 0-544-15,0 0 0 0,8-1 4976 0,0-1 880 16,-2 1 176-16,2-2 48 0,3 3-3824 0,0 0-752 16,1-1-160-16,2 0-16 0,2-2-816 0,1 1-144 15,0-1-48-15,1 2 0 0,0-1-320 0,2 1 0 16,0 1 0-16,-2-1 0 15,-1-2-320-15,0 2-128 0,-3 0-16 0,-1 1-16 16,-1 0-1056-16,-4 0-224 0,-8 0-32 0,0 0-13856 16,0 0-2768-16</inkml:trace>
  <inkml:trace contextRef="#ctx0" brushRef="#br0" timeOffset="33845.76">14619 3611 29487 0,'0'0'2624'0,"0"0"-2112"0,0 0-512 0,0 0 0 16,0 0 3024-16,9-2 496 0,0 1 112 0,1 0 16 15,1-3-1488-15,0 2-304 0,4 1-48 16,0-3-16-16,2 2-1280 0,2-4-272 0,0 3-48 0,3-3-16 16,0 1-176-16,2 1 0 0,1-5 0 0,1 3 0 15,1-1-1392-15,1 0-144 0,2 1-48 0,0-1-18848 16</inkml:trace>
  <inkml:trace contextRef="#ctx0" brushRef="#br0" timeOffset="34352.01">15337 3638 14735 0,'0'0'640'0,"0"0"160"0,0 0-640 16,0 0-160-16,8 5 0 0,0-5 0 0,-8 0 8064 0,7 0 1600 15,0 0 304-15,-1-5 64 0,1 0-6864 0,-2-2-1376 16,-1 1-256-16,1-1-64 0,-1-3-912 0,0 1-176 16,0-4-48-16,-1 0 0 0,-1-2-208 0,0 0-128 15,-1 0 160-15,-1 0-160 0,-1-2 0 0,-1-4 0 16,0-1 0-16,-1-2 0 0,0-1 0 0,0 1 0 15,-1-2 0-15,0 2 0 0,0-2 0 0,0 5-128 16,0 3 128-16,0 4 0 0,0 1-192 0,2 3 64 16,-2 3 128-16,4 7-208 0,0 0 208 0,0 0 0 15,-6 6 0-15,4 3-144 0,-1 6 144 0,1 0 0 16,2 3 0-16,2 2 0 0,3 0 0 0,2-1 0 0,1 1 144 16,2-2-144-16,2-1 0 0,2-1 0 0,3-3 0 15,1-2 0-15,1-2 0 0,0-2 0 0,2-2 0 0,0-1 0 16,-1-3 0-16,-1-1 0 0,-1-2 0 0,1-3 0 15,-1-3 0-15,-1-1 0 0,-2-4 0 0,0 2 0 16,-1-2 0-16,-1-3-144 0,-1 2 144 0,-2-4-128 16,-1-3 128-16,-1 0 0 0,-1-1 0 0,-1-2 0 0,1 2 0 15,-1 0 0-15,0-1 0 0,-1 1 0 16,-1 2 0-16,0 3 0 0,-1 1 0 0,0 6 0 0,0 1 0 16,-3 9 0-16,0 0 0 0,0 0 0 0,0 0 0 0,1 9 0 15,0 4 0-15,1 1 0 0,-1 5 0 0,0 0 176 16,1 3-176-16,0 3 192 0,1-1-192 0,1 3 128 15,-2 2-128-15,3-2 128 16,3-2-128-16,-1-3 0 0,-2 0 0 0,2-1 0 0,-1 1 0 0,2-1 0 16,0-1 0-16,0-5-176 15,-1-3-704-15,1 0-144 0,-1-3-16 0,-1-1-16 16,1-3-1504-16,-2-1-320 0,0-2-48 0,2-2-17808 0</inkml:trace>
  <inkml:trace contextRef="#ctx0" brushRef="#br0" timeOffset="34890.24">16037 3167 46527 0,'0'0'2064'0,"0"0"432"0,0 0-2000 0,0 0-496 15,0 0 0-15,0 0 0 0,0 0 1344 0,0 0 192 16,0 0 16-16,3 9 16 0,-1 2-160 0,1 2-48 16,-1 3 0-16,1-1 0 0,0 6-784 0,1 0-144 0,-1 4-48 0,3-1 0 15,-1 0-192-15,1-1-32 0,2 0-16 0,0 0 0 16,-1-1-96-16,-1 0-48 0,-1-1 0 0,2-3 0 15,-2-3 0-15,-1-3 0 0,-1-2 0 0,-1-1 0 16,2-1 0-16,-1-2 0 0,-3-6 0 0,0 0 0 16,0 0 0-16,0 0 0 0,0 0 0 0,0 0 0 15,0 0 0-15,2-7 0 0,1-3 0 0,-2-1 0 0,-2-4 0 0,1-2 0 16,3-3 0-16,0-1-160 0,0-1-96 0,4-2 0 16,2-3-16-16,2-2 0 0,2-1 32 0,2 1 16 15,-1 3 0-15,2 2 0 0,1 1 80 16,0 3 16-16,-2-3 0 0,2 5 0 0,2 4 128 0,-4 2 0 15,0-1 0-15,-2 4-128 0,0 4 128 0,-2 1 0 16,0 0 0-16,-2 3 0 0,-9 1 0 0,9 2 0 16,-1 3 0-16,-2 1 0 0,-6-6 0 0,3 7 128 15,-3 3-128-15,-1 0 0 0,-1-1 0 0,0 3 144 16,-2-3-144-16,-1 1 0 0,-2 2 128 0,-1 0-128 16,0 1 0-16,-1 0 0 0,-1-1 0 0,-1 1 128 15,0 0-128-15,-4 4 0 0,1 0 0 0,1 0 0 16,0-3 0-16,1 0 0 0,2-2 0 0,2-3 0 15,-1-1 0-15,0 1 0 0,0 1 128 0,2 1-128 16,2 1 0-16,1-5 0 0,0 1 0 0,1 0 0 16,2 0 0-16,2 1 0 0,2 0 0 0,2 4 0 15,3-1 0-15,1-2 0 0,0-2 0 0,3-3 0 16,2 3 0-16,2-1 0 0,0-1 0 0,3 1 0 0,-3-3 0 16,1-2 0-1,0 1-624-15,1-2-16 0,0 1-16 0,2-2 0 16,-1 0-1968-16,1 0-400 0,-2 0-80 0</inkml:trace>
  <inkml:trace contextRef="#ctx0" brushRef="#br0" timeOffset="35134.23">16866 3146 48543 0,'0'0'2160'0,"0"0"432"0,0 0-2080 0,0 0-512 0,0 0 0 0,0 0 0 15,0 0 1136-15,0 0 112 0,0 0 32 0,0 0 0 0,0 0-128 0,5 7 0 16,2 2-16-16,-2 3 0 0,0 2-640 0,1 2-128 15,-1 2-32-15,-1 0 0 0,0 4-336 0,0 2 0 16,-1-4 0-16,1 0 0 0,0 1 0 0,0 0 0 16,1 0 0-16,2 1 128 0,-1 2-128 0,1-2 0 15,-1-1 0-15,0-2 0 0,-4-2-128 0,1-1 128 16,1-5-128-16,-2 1 128 16,0-1-640-16,-2-2-32 0,-2-1-16 0,1-3 0 15,1-5-1104-15,0 0-240 0,0 0-32 0,-5 0-13184 16,0-4-2640-16</inkml:trace>
  <inkml:trace contextRef="#ctx0" brushRef="#br0" timeOffset="35359.66">16588 3103 19343 0,'0'0'1728'0,"7"-3"-1392"15,0-4-336-15,2 2 0 0,4 3 7456 0,2-3 1424 16,5 0 272-16,2 2 64 0,-1 1-6672 0,1-1-1344 0,2 1-272 0,2-1-48 15,2-1-192-15,2 1-48 0,2 1 0 0,-1-1 0 16,1 2-352-16,1-3-80 0,1 3-16 0,0-2 0 16,1 1-192-16,-1-1 0 0,-1 0 0 0,-3 2 0 15,-2 0 0-15,-2 1 0 0,-2 0 0 0,-2 0-160 32,-3 0-1152-32,-2 1-224 0,-2-1-64 0,-2 1-22784 0</inkml:trace>
  <inkml:trace contextRef="#ctx0" brushRef="#br0" timeOffset="37478.03">13118 5037 11055 0,'0'0'480'0,"0"0"112"0,-3-8-464 0,2 0-128 0,0 2 0 0,2-1 0 0,2 1 7824 0,-3 6 1552 16,0 0 304-16,0 0 64 0,0 0-6848 0,0 0-1360 16,8 5-288-16,-2 4-48 0,1 1-304 0,0 6-64 15,3 5-16-15,-1 2 0 0,0 3-272 0,1 3-48 16,1 2-16-16,0 2 0 0,1-3-160 0,-1 0-48 15,-1 0 0-15,0-1 0 0,-2-3-272 0,0 0 0 16,-1-3 0-16,-2-2 0 0,-1-1 0 0,0-5 0 16,-2 0 0-16,1-1 0 0,-3-5 0 0,-2-1-192 15,2-8 0-15,0 0 0 16,-6 4-1344-16,-1-3-272 0,1-2-48 0,-2-2-13456 16,-1-1-2688-16</inkml:trace>
  <inkml:trace contextRef="#ctx0" brushRef="#br0" timeOffset="37779.86">13023 4960 51423 0,'0'0'2288'0,"-4"-4"464"0,-1-3-2208 0,1 4-544 0,4 3 0 0,0 0 0 16,1-7 272-16,-1 7-48 0,4-6-16 0,1-1 0 16,3-1 560-16,4 0 96 0,3 2 32 0,2-1 0 15,2 2-560-15,3 0-96 0,3-2-32 0,2 2 0 16,3 1-208-16,1 2 128 0,3 0-128 0,0 1 0 15,0-2 0-15,1 3 0 0,0 3 0 0,-2-2 0 16,-3 2 0-16,-3 1 0 0,-2 0 0 0,-3 2 0 16,-2 3 0-16,-5 2-160 0,-2-1 160 0,-2 2-192 15,-5 1 192-15,-2 0-192 0,-4 4 192 0,-4-1-192 0,-3-1 192 0,-5 4 0 16,-3-1 0-16,-3 1 128 16,-5 0-128-16,-3 0 144 0,-2-2-144 0,-2 0 160 0,-1 0-160 15,1-1 0-15,0 1 0 0,3-6 128 16,2 1-704-16,3-4-160 0,4 0-32 0,4-3 0 15,5-2-3312-15,9-3-656 0</inkml:trace>
  <inkml:trace contextRef="#ctx0" brushRef="#br0" timeOffset="37943.18">13812 5067 43311 0,'0'0'1920'0,"9"1"384"0,0-2-1840 0,4 0-464 15,4-1 0-15,1 1 0 0,0 0 2560 0,1 1 400 16,-2-3 96-16,-1 2 16 0,1-2-1968 0,0-1-384 15,-1 2-80-15,0-1 0 0,-3 2-512 0,0 1-128 16,-2 4 0-16,0-4 0 16,-2-3-928-16,-1 2-256 0,0-1-48 0,-8 2-14816 15,6 6-2960-15</inkml:trace>
  <inkml:trace contextRef="#ctx0" brushRef="#br0" timeOffset="38123.32">13802 5262 43311 0,'0'0'3840'0,"0"0"-3072"0,0 0-608 0,0 0-160 15,0 0 1936-15,0 0 368 0,10 6 64 0,-1-4 0 16,2-2-1088-16,2 2-240 0,2-1-32 0,3-1-16 0,2-1-368 16,2-1-80-16,3 0-16 0,1-1 0 0,1-1-304 0,0 0-64 15,1 0-16-15,-1 2 0 0,-1-5-144 0,0 2 0 16,0 0 0-16,-1-2 0 16,-1 1-2176-16,-1 0-384 0</inkml:trace>
  <inkml:trace contextRef="#ctx0" brushRef="#br0" timeOffset="39134.81">15205 5320 31327 0,'0'0'1392'0,"0"0"272"0,-1 10-1328 0,2-3-336 0,1-1 0 0,-2 2 0 15,0-8 3952-15,0 0 720 0,6 10 128 0,-1-2 48 16,-2 1-2400-16,-3-9-464 0,3 7-112 0,-3-7-16 16,0 0-912-16,0 0-192 0,0 0-48 0,0 0 0 15,0 0-352-15,0 0-80 0,0 0-16 0,0 0 0 16,1-8-256-16,-1-1 0 0,-1 1 0 0,-1-2 144 15,-2-3-144-15,-1-3 0 0,-1-1 0 0,-1 0 0 0,-1-6 0 0,-1-2 0 16,1 0 0-16,-1-5 0 16,-1-2 0-16,1-2 0 0,-2 1 0 0,2-3 0 0,0-4 0 0,1 3 0 15,-1 0 0-15,2 5 0 0,2 2 0 0,1 6 0 16,0 6 0-16,2 4 0 0,-1 3 0 0,2 3 0 16,1 8 0-16,0 0 0 0,0 0 0 0,4 12 0 15,2 1 0-15,2 5 0 0,3 7 0 0,0 0 0 16,2 1 0-16,2 0 0 0,0 0 0 0,4-1 0 15,1 0 0-15,3-6 0 0,1 1 0 0,1-3 0 16,0-3 0-16,0-2 0 0,-1-2 0 0,1-2 0 16,-3-3 0-16,1-1 0 0,-3-7 0 0,1 0 0 15,-1-5 0-15,-2 0 0 0,-1 0-144 0,-1-4 144 0,-2 1 0 16,-1-2-144-16,-1-7 144 0,-2 1 0 16,1-1 0-16,-2-1-128 0,-1-4 128 0,-1 2 0 15,1-2 0-15,-1 3 0 0,-1 2 0 0,-1 3 0 16,1 3 0-16,-2 4 0 0,-2 2 0 0,-2 8 0 0,0 0 0 0,0 0 0 15,0 0 0-15,2 9 0 16,-2 4 0-16,1 7 0 0,0 2 0 0,0 4 0 16,1 1 0-16,0 1 0 0,2 0 0 0,0 0 0 0,1-2 0 15,2 1 0-15,1-1 0 0,0 0 0 0,1-1 0 0,1-3 0 32,-1-4-384-32,0 1-160 0,0-5-32 0,1 0 0 15,-3-3-832-15,3-3-192 0,-3-3-16 0,1-3-16 0,0-2-2352 0,0-1-480 16</inkml:trace>
  <inkml:trace contextRef="#ctx0" brushRef="#br0" timeOffset="39622.48">15931 4763 48831 0,'0'0'2176'0,"0"0"432"0,0 0-2096 0,0 0-512 0,0 0 0 0,-2 10 0 16,1-3 992-16,-1 5 96 0,1 1 0 0,1 5 16 0,1 0 64 0,1 4 16 15,0 5 0-15,1-4 0 0,1 0-624 0,0 1-128 16,1-1-32-16,1 1 0 0,2 1-256 0,1-2-144 15,0-1 160-15,0-1-160 0,-1-4 128 0,0-3-128 16,0-1 0-16,0-1 144 0,0-1-96 0,-3-4-48 16,-1 0 0-16,-4-7 0 0,0 0 0 0,0 0 0 15,0 0 0-15,0 0 0 0,0 0 0 0,0 0 0 16,1-8 0-16,-1-5 0 0,0-1 0 0,-1-2-128 16,-1-3 128-16,2-1-160 0,2-1 16 0,0-2 0 15,4-3 0-15,0-3 0 0,3-2-16 0,4-1 0 16,2 1 0-16,2 2 0 0,1 3-48 0,0 2-16 15,2 0 0-15,0 4 0 0,0 2 0 0,0 4 0 16,-2 1 0-16,0 2 0 0,-1 2 224 0,-1 3 0 16,-2 1 0-16,-2 2 0 0,-2 3 0 0,-2 3 0 0,0 0 128 15,-2 4-128-15,-2-2 256 0,-1 4-64 0,-2 2-16 16,-2 1 0-16,-4 1-16 0,-2 1 0 0,1 2 0 0,-4 0 0 16,0 4-32-16,-2-3 0 0,1 3 0 0,-1-4 0 15,-1 4 0-15,-2-2-128 0,1 2 192 0,0-2-64 16,-2-1-128-16,2-4 128 0,1-1-128 15,1 1 128-15,3 0-128 0,1 1 0 0,2 1 0 0,2-2 0 16,2-4 0-16,4 0 0 0,0 0 0 0,3 0 0 16,2 0 0-16,2 0 0 0,3-1 0 0,1-1 0 0,1-3 0 15,2 0 0-15,1-2-128 0,2 1 128 16,1-2-544-16,2 0-32 16,2 2-16-16,0-3 0 0,2-3-1200 0,0-1-224 0,1 3-48 0,0-5-20848 15</inkml:trace>
  <inkml:trace contextRef="#ctx0" brushRef="#br0" timeOffset="39854.26">16738 4700 37775 0,'0'0'3360'0,"0"0"-2688"15,-5-5-544-15,5 5-128 0,0 0 3056 0,0 0 576 16,0 0 112-16,0 0 32 0,0 0-1984 0,0 0-400 16,5 9-80-16,1 3-16 0,-2 2-592 0,1 2-112 15,0 1-16-15,0 3-16 0,0 0-384 0,2 4-176 16,-2 2 160-16,2-1-160 0,-1 1 0 0,1 0 128 15,-1 0-128-15,2 0 0 0,-1-6 0 0,-1 3 0 16,1-2 0-16,-2 0 0 0,0-2-192 0,-1-3 0 16,0-2 16-16,-2-1 0 15,0-1-688-15,-1-5-144 0,-1-7-16 0,0 0-16 16,-3 6-880-16,3-6-192 0,0 0-16 0,0 0-16 16,-6-4-2912-16,-1-2-576 0</inkml:trace>
  <inkml:trace contextRef="#ctx0" brushRef="#br0" timeOffset="40073.62">16581 4730 32255 0,'-13'-11'2864'0,"7"6"-2288"0,0-2-576 0,1 2 0 16,2 0 3584-16,3 5 624 0,0-7 112 0,1 2 32 15,-1 5-2032-15,0 0-400 0,10-4-64 0,1 1-32 16,2 1-704-16,3 0-144 0,2 1-16 0,3 0-16 16,1 0-560-16,2-2-96 0,0 2-32 0,4 1 0 0,3-2-256 0,2 1 128 15,1 1-128-15,-1-3 144 0,0 1-144 0,1 0 0 16,-1 2 0-16,0-2 0 0,0 2 0 0,0 0 0 15,-3 0 0-15,-2 2 0 16,-2-2-352-16,0 3-64 0,-2 1-16 0,-4 3 0 16,-5-1-2064-16,-3 3-432 0,-3 3-80 15</inkml:trace>
  <inkml:trace contextRef="#ctx0" brushRef="#br0" timeOffset="40371.33">15436 5564 25791 0,'-9'7'2304'0,"9"-7"-1856"15,-7 4-448-15,3 1 0 0,3 2 6592 0,4 1 1232 16,3 0 240-16,6-3 64 0,4-4-6080 0,7 2-1200 16,7-3-240-16,8 0-48 0,5 0-48 0,4-4 0 0,2 1 0 0,6-2 0 15,5 0-384-15,4-2-128 0,1-1 0 16,3 1 144-16,0-1-144 0,1 0 0 0,1 0 0 0,2-2 0 15,1-3 0-15,-1-2 0 0,-1 0 0 0,-4-1 0 16,-6 2 0-16,-6 1 0 0,-6 0 0 0,-5 1 0 16,-8 2 0-16,-5-1-160 0,-5 3 160 0,-5 0-192 15,-5 3-416 1,-6 0-96-16,-10 5 0 0,0 0-16 0,-6 0-1008 0,-7 4-192 0,-4 1-32 0,-7 3-16 31,-4 4-2768-31,-6-1-576 0</inkml:trace>
  <inkml:trace contextRef="#ctx0" brushRef="#br0" timeOffset="40770.19">15793 5857 22111 0,'0'0'1968'0,"11"1"-1584"15,-2 0-384-15,3 1 0 0,-1 0 6512 0,2 2 1216 16,-1 3 240-16,0 1 48 0,-2 1-5168 0,2 4-1040 15,-2 2-208-15,1 4-32 0,-1 3-800 0,1-1-144 16,-2 1-48-16,0 3 0 0,-1 1-384 0,0 2-192 16,-2-3 160-16,1 3-32 0,-1-1-128 0,-1 0 0 15,1 2 0-15,-1 0 0 0,0-3 0 0,0-1 0 16,-1-2 0-16,0 0 0 0,0-3 0 0,0 0 0 16,-2-2 0-16,2-1 0 0,-1-3 0 0,0-1 0 0,-2-1 0 15,0-2 0-15,-1-2 0 0,0-8 0 0,0 0 0 0,0 0 0 16,0 0 0-16,0 0 0 0,0 0 0 0,0 0 0 15,0 0 0-15,0 0 0 0,3-9 0 0,-1-1 0 16,0-3 0-16,2-4 0 0,-1-2 0 0,1-2 0 16,0-2 0-16,3-3 0 0,-1-4 0 0,3 0 0 15,-1-4 0-15,3 0 0 0,-2 0 0 0,1 0 0 16,-1-2 0-16,2-1 0 0,-2 1 0 0,0 2 0 16,-1 4-320-16,-2 3-64 0,1 2-16 0,-1 5 0 15,-2 3-544-15,2 4-96 16,-2 2-32-16,-1 3 0 0,-1 1-2192 0,2 1-448 0</inkml:trace>
  <inkml:trace contextRef="#ctx0" brushRef="#br0" timeOffset="41058.56">15576 6283 30399 0,'-11'0'2704'0,"-1"-1"-2160"16,1-2-544-16,3 2 0 0,8 1 5312 0,0 0 944 16,0 0 192-16,0 0 32 0,5-7-4304 0,5 1-848 15,5-1-176-15,3 1-48 0,4-2-608 0,4 2-128 16,4-2-32-16,3 0 0 0,3-1-240 0,3 0-96 16,3 3 0-16,4-3 0 0,-1 2 0 0,2-3 0 15,0 3 0-15,0-1 0 0,0 1 0 0,-1-1 0 16,-2 1 0-16,-2 0 0 0,-2 1 0 0,-1 0 0 15,0 0 0-15,-2 2 0 16,-4-4-384-16,-5 2-80 0,-3-2-16 0,-4 1-16704 0,-4 2-3344 16</inkml:trace>
  <inkml:trace contextRef="#ctx0" brushRef="#br0" timeOffset="44245.23">5589 7522 32255 0,'0'0'2864'0,"0"0"-2288"0,-5-3-576 0,5 3 0 0,0 0 4656 0,0 0 816 16,0 0 160-16,0 0 48 16,0 0-4256-16,6-1-848 0,2 1-160 0,1-3-32 15,2 1 48-15,2-1 16 0,2 0 0 0,2 1 0 0,3-2-448 16,-3 0 0-16,2-1 0 0,2 1-176 16,3-3-1152-16,1 1-224 0,1-2-48 0,1 1-13824 15,0 2-2768-15</inkml:trace>
  <inkml:trace contextRef="#ctx0" brushRef="#br0" timeOffset="44416.69">5676 7693 35935 0,'0'0'3200'0,"0"0"-2560"16,0 0-512-16,0 0-128 0,0 0 3328 0,13 2 640 16,0-2 128-16,0-1 16 0,1 0-2768 0,2 1-544 15,-1 0-112-15,4-2-32 0,4-2-144 0,3 0-16 16,-2-1-16-16,4 0 0 0,-1 0-480 0,1 0 128 15,-4-1-128-15,4 1 0 16,0 0-1216-16,-7 0-272 0,3-3-64 0</inkml:trace>
  <inkml:trace contextRef="#ctx0" brushRef="#br0" timeOffset="45047.04">7350 6938 41183 0,'-13'-11'1824'0,"8"7"368"0,0-1-1744 0,-2 0-448 16,0 0 0-16,-3-1 0 0,0 1 544 0,1 0 32 15,0 1 0-15,0-1 0 0,-1 2 832 0,4 3 192 16,6 0 16-16,-8 3 16 0,0 2-592 0,2 2-112 16,-1 0-32-16,2 5 0 0,0 5-288 0,2 3-64 15,-1 3-16-15,0 2 0 0,2 4 0 0,-1 3 0 0,2 5 0 0,2 1 0 16,3 3-144-16,0 0-16 0,3 2-16 16,2 2 0-16,-1 2-80 0,2 3-16 0,2-1 0 0,2 2 0 15,2 1-256-15,-1-1 0 0,2 3 0 0,-1 0 0 16,1 2 128-16,-2 0-128 0,1-1 0 0,0 1 0 15,1 0 0-15,-3-1 0 0,-1-4 0 0,-1 0 0 16,-3 0 128-16,-3-3-128 0,0-1 0 16,-2-2 0-16,-4-3 128 0,-3-1-128 0,-1-2 0 0,-2-3 0 15,-4-2 0-15,0-4 0 0,-2-3 0 0,-1 0 0 0,-1-5 0 16,-2-3 0-16,2-2 0 0,-2 0 0 16,-1-4 0-16,2-2 0 0,-1-4 0 0,0 0 0 0,1-2 128 0,2-2-128 15,0-3 0-15,-4-2 0 16,2 1-304-16,2 1-160 0,0-6-48 0,3-3 0 15,5-4-1136-15,1-2-224 16,1-6-48-16,3 2-21504 0</inkml:trace>
  <inkml:trace contextRef="#ctx0" brushRef="#br0" timeOffset="45536.97">6924 9067 46991 0,'1'-17'2080'0,"1"8"432"0,0-2-2000 0,3 3-512 0,2-1 0 0,0 3 0 16,-1 2 1600-16,1 0 240 0,-7 4 32 0,7 0 16 16,2 1-624-16,2 3-128 0,1 4-32 0,-3 4 0 15,0 2-608-15,0 4-128 0,0 4-32 0,2 2 0 16,-2 2-240-16,0 1-96 0,0 1 0 0,1 0 0 0,1-2 0 0,1 2 0 16,-3-1 0-16,-1 2 0 0,-1-6 0 0,2 1 0 15,-2-2 0-15,-1-1 0 0,2-3 0 0,-1-2 0 16,-2-2 0-16,0 0 0 0,-2-6 0 0,-1 0 0 15,-2-8 0-15,0 0 0 0,0 0 0 16,0 0 0-16,0 0 0 0,0 0 0 0,0 0 0 0,0 0 0 16,0-9 0-16,2-3 0 0,-1-3 0 0,0-4 0 15,1-2 0-15,0-1 0 0,2-3 0 0,1-1 0 16,1-1 0-16,1-2 0 0,0-5 0 0,2 3 0 16,0-1 0-16,0 0 0 0,-2 4 0 0,1 3 0 15,0 0 0-15,-2 7 0 16,1 0-704-16,-4 3-144 0,1 2-32 0,-1 4 0 15,0 0-1472-15,-3 4-288 0,0 5-64 0,0 0-19376 0</inkml:trace>
  <inkml:trace contextRef="#ctx0" brushRef="#br0" timeOffset="45729.23">6884 9211 13823 0,'0'0'608'0,"0"0"128"0,0 0-592 0,0 0-144 0,0 0 0 0,0 0 0 16,0 0 9072-16,0 0 1776 0,11 0 352 0,2 0 80 15,2-4-8144-15,3 2-1648 0,4-5-320 16,3 2-64-16,0 2-752 0,2-2-160 0,-1 0-16 0,0-3-16 16,-1-1-112-16,-5 4-48 0,0-3 0 0,4 0 0 15,1-1-432-15,-1-1-80 0,1-1 0 0,0 1-16 16,0 1-3216-16,-2 1-640 0</inkml:trace>
  <inkml:trace contextRef="#ctx0" brushRef="#br0" timeOffset="46096.1">7353 9237 34095 0,'0'0'1504'0,"0"0"320"0,0 0-1456 0,0 0-368 16,9 4 0-16,-1-4 0 0,0 2 4080 0,1-2 736 15,0-2 160-15,3 2 16 0,1-4-3040 0,0 2-608 16,0-1-128-16,0 1-32 0,0-1-592 0,0 2-112 16,-3-1-32-16,1 2 0 0,-2-1-192 0,1 1-64 15,-2 0 0-15,-1 0 0 0,-7 0-192 0,0 0 176 16,0 0-176-16,0 0 160 0,0 0-112 0,0 0-48 15,-3 7 0-15,-1 0 0 0,-2 1 0 0,-2 3 0 16,0-2 0-16,2 0 0 0,-1-1 0 0,0 1 0 16,2-1 0-16,3 1 0 0,0-1 0 0,2-8 0 15,0 0 0-15,3 9 0 0,1 0 0 0,1-1 0 16,2-3 0-16,3 0 0 0,2 0 0 0,1-1 0 0,0-1 0 0,0 1 0 16,1 0 0-16,-2 1 0 15,0-1 0-15,-2 1 0 0,1 0 0 0,-2 2 0 0,-2-1 0 16,1 1 0-16,-2-1 0 0,-1 2 0 0,-1 0 0 0,0 2 0 15,-4-3 0-15,-3 1 0 0,-1 1 0 0,-2-1 0 16,-1 1 0-16,-2 0 0 0,-2 0 0 0,0 0 0 16,-4 0 0-16,-2 2 0 0,-1-5 0 0,0 2 0 15,0 0 0-15,-1 0 0 0,0-2 0 0,-1-1 0 16,-2-1-1120-16,1-2-160 0,0-5-48 16</inkml:trace>
  <inkml:trace contextRef="#ctx0" brushRef="#br0" timeOffset="46744.9">6918 6149 42847 0,'0'0'1904'0,"-2"-9"384"0,0-3-1840 0,4 3-448 0,2-1 0 0,-4 10 0 0,0 0 1200 0,0 0 144 16,0 0 16-16,11-2 16 0,-1 4 416 0,-1 3 96 16,0 3 16-16,2 7 0 0,0 6-960 0,1 6-192 15,1 1-48-15,-1 3 0 0,-2-1-256 0,2-1-48 16,-1-2-16-16,-4-6 0 0,2-1-208 0,1-1-48 16,-1-1-128-16,0-1 192 0,-3-2-128 0,1-2-64 15,1-3 0-15,-3 1 0 0,-1-8 0 0,-4-3 0 16,0 0 0-16,6 2 0 0,1-1 0 0,-1-4 0 15,-2-3 0-15,0-4 0 0,0-4 0 0,1-1 0 16,1-2 0-16,0-3 0 0,-2-1 0 0,0-2 0 16,-3-7 0-16,2 0 0 0,-1-1 0 0,2-1 0 15,0 0 0-15,0 1 0 0,0-1 0 0,-1 5 0 16,-1-2 0-16,0 8 0 16,-2 6-544-16,1 2-96 0,0 2-32 0,0 5 0 15,-1 6-1808-15,0 0-352 0,0 0-80 0</inkml:trace>
  <inkml:trace contextRef="#ctx0" brushRef="#br0" timeOffset="46974.34">6893 6296 35935 0,'0'0'1600'0,"-7"0"320"0,-3 0-1536 0,2-1-384 0,8 1 0 0,0 0 0 0,0 0 4512 15,0 0 832-15,0 0 160 0,0 0 48 0,0 0-3808 16,9-5-752-16,3 1-160 0,3-1-16 0,4-2-624 0,2-1-192 15,2 0 0-15,1-1 0 0,-1 0 128 0,3-1-128 16,-1-1 0-16,1 1 80 0,1 1-80 0,1 1 0 16,-2-1 0-16,-3 2 0 15,1 1-896-15,-2 1-160 0,-1 2-32 0,-2 0-16 16,-3 2-3312-16,-4 2-640 0</inkml:trace>
  <inkml:trace contextRef="#ctx0" brushRef="#br0" timeOffset="47165.36">7335 6363 31327 0,'0'0'1392'0,"0"0"272"0,0 0-1328 0,4 6-336 15,3 2 0-15,-1 0 0 0,-2 1 4832 0,1 0 896 16,0 0 176-16,0 3 48 0,2 1-3568 0,-1 0-704 16,1 1-144-16,-1-1-16 0,0 0-1104 0,-3 1-224 15,1-5-32-15,0 1-16 0,0 2-144 0,0 0 0 16,-3-3 0-16,2 0 0 15,-2-1-768-15,1-1-224 0,-2-7-48 0,-3 11-24016 0</inkml:trace>
  <inkml:trace contextRef="#ctx0" brushRef="#br0" timeOffset="48188.01">7990 7570 23039 0,'0'0'2048'0,"0"0"-1648"16,-5 4-400-16,5-4 0 0,0 0 6336 0,-5 2 1200 16,5-2 224-16,-5 3 48 0,-2-2-5040 0,1-1-1008 15,-1-1-208-15,2-2-32 0,0 1-752 0,0-5-128 16,-2 1-48-16,2-3 0 0,0-2-416 0,-1 1-176 16,0-6 128-16,1 1-16 0,0-4-112 0,-1 0 0 15,1-3 0-15,0-2 0 0,0-1 0 0,-1 1 0 16,0-2 0-16,1-2 0 0,0-2 0 0,-1 3 0 15,1-2 0-15,0 4 0 0,-2 4 0 0,2 3 0 16,1 4 0-16,0 2 0 0,2 2 0 0,0 2 0 0,1 3 0 16,1 5 0-16,0 0 0 0,1 7 0 15,2 5 0-15,1 1 0 0,2 2 0 0,2 0 0 16,1 2 0-16,3 3 0 0,2-2 0 0,5 0 0 0,-1-1 0 0,3-2 0 16,1-2 0-16,1-3 0 0,0-2 0 0,-1-3 0 15,3-2 0-15,-3-1 0 0,-3-6 0 0,1-1 0 16,-2-1 0-16,2-2 0 0,-3-4 0 0,5-5 0 15,-5 3 0-15,-2-4 0 0,0 1 0 0,-6 4 0 16,-3-3 0-16,2 0 0 0,0-3 0 0,-2-1 0 16,1 1 0-16,-2 0 0 0,0 1 0 0,1 1 0 15,-2 1 0-15,-1 2 0 0,0 4 0 0,0 3 0 16,-3 7 0-16,0 0 0 0,0 0 0 0,1 8 0 0,-1 5 0 0,0 3 0 16,0 3 0-16,0 2 0 0,0 3 0 15,1 0 0-15,2 4 0 0,1-4 0 0,0 3 0 16,1-1 0-16,1 0 0 0,1 0 0 0,1-5-272 0,1 0-48 15,0-3-16-15,0-3 0 16,0-2-896-16,0-2-176 0,1-1-48 0,-1-3 0 16,-2-5-2080-16,1 0-432 0,0-4-64 0</inkml:trace>
  <inkml:trace contextRef="#ctx0" brushRef="#br0" timeOffset="48649.93">8576 7054 27647 0,'0'0'1216'0,"0"0"256"0,0 0-1168 0,0 0-304 15,0 0 0-15,4 8 0 0,-2 1 4864 0,1 1 896 0,0 2 192 0,-1 2 48 16,3 3-3376-16,1 3-656 0,-1-1-144 0,0 2-32 16,0 1-960-16,2 2-192 0,-1 2-32 0,1-1-16 15,-1-1-320-15,2 0-64 0,-3-2-16 0,1-1 0 16,-1-4-192-16,-1 0 144 0,0-2-144 0,0-2 128 16,-2-2-128-16,1-2 0 0,-2-3 0 0,-1-6 0 15,0 0 0-15,0 0 0 0,0 0 0 0,0 0 0 0,0 0 0 0,0 0 0 16,-1-9 0-16,-1-1 0 0,2-3-288 0,2-3 64 15,-1-1 16-15,3-5 0 16,1-1-80-16,2-1-16 0,1 1 0 0,1-1 0 0,1-2-16 16,2 1-16-16,0 3 0 0,1-1 0 0,0 5-48 15,0 2 0-15,-2 0 0 0,2 3 0 0,-1 3 144 0,-1 3 32 16,-2 1 0-16,0 2 0 0,-1 1 208 0,-8 3 0 16,0 0 0-16,0 0 0 0,4 9 432 0,-3 2-32 15,-4 0 0-15,-1 3 0 0,-1-1 16 0,0 2 0 16,-3 0 0-16,-2 1 0 0,-2 3-128 0,0 0-32 15,0 2 0-15,-1 0 0 0,0-1-64 0,3-3-32 16,-2-2 0-16,2 0 0 0,2-1-160 0,1 0 128 16,2 1-128-16,1-4 128 0,2 0-128 0,0-2 0 15,2 0 144-15,3 0-144 0,2-1 0 0,2 0 128 16,1 0-128-16,2-2 0 0,2-1 0 0,2 2 0 16,2-3 0-16,2-2 0 0,0 0 0 0,3-2-192 15,3-2 64-15,0-2 0 16,2-1-1120-16,2-1-224 0,0-2-32 0,1-3-16 15,0 0-2320-15,-2-1-480 0</inkml:trace>
  <inkml:trace contextRef="#ctx0" brushRef="#br0" timeOffset="48866.68">9277 7060 15663 0,'0'0'1392'0,"0"0"-1120"0,-6 0-272 0,6 0 0 16,0 0 7792-16,0 0 1488 0,-5 3 320 0,5-3 48 15,-7 4-6560-15,7-4-1296 0,-4 8-272 0,1 2-48 16,2 3-752-16,1 1-144 0,3 2-16 0,-2 4-16 15,-1 2-272-15,1-3-48 0,1 2-16 0,0 3 0 0,2 0-208 0,0 4 0 16,0-6 128-16,3 0-128 16,-4 0 0-16,3-2 0 0,-1-1-144 0,-1-2 144 15,-2-1-640-15,0-2-16 0,-1-5-16 0,0 1 0 16,-1-10-880-16,0 0-176 0,0 0-48 0,0 0 0 16,0 0-2656-16,0 0-544 15</inkml:trace>
  <inkml:trace contextRef="#ctx0" brushRef="#br0" timeOffset="49082.46">9019 7081 48143 0,'-14'-5'2128'0,"9"2"448"0,-2 1-2064 0,1 0-512 15,6 2 0-15,0 0 0 0,0 0 1504 0,0 0 192 16,0 0 32-16,0 0 16 0,0 0-496 0,0 0-96 16,9 0-32-16,4 0 0 0,2 0-800 0,4 2-176 15,0-2-16-15,5 0-128 0,2 1 128 0,2-2-128 16,2-2 0-16,3 0 144 0,1 1-144 0,1-1 0 15,2-3 0-15,-1 2 0 0,1 1 0 0,-2-2 0 0,0 0 0 16,-2 1 0 0,-2 1-528-16,-2 2-112 0,-3 0 0 0,-4 1-16 15,-3 1-2048-15,-4 3-416 0,-5 1-80 0,-5 2 0 0</inkml:trace>
  <inkml:trace contextRef="#ctx0" brushRef="#br0" timeOffset="49353.44">8233 7803 32255 0,'0'0'2864'0,"-7"0"-2288"15,0 3-576-15,7-3 0 0,0 0 5504 16,0 0 976-16,0 0 208 0,10 1 32 0,6 1-4816 0,5-2-976 16,5 0-192-16,5-2-32 0,4 1-576 0,4-4-80 15,3 3-48-15,2-1 0 0,5 0 0 0,-1-2 0 16,1 1 0-16,0 0 0 0,-3-1 0 0,1 1 0 15,-2 0 0-15,-2 0 0 0,-2 1 0 0,-1 2 0 16,-4 0 0-16,-2 1 0 0,-3 0 0 0,-2 0 0 16,-4 1 0-16,-3 0 0 0,-3 2-208 0,-2-3-48 15,-4 3 0-15,-3 0 0 16,-10-3-1248-16,2 6-256 0,-2 1-48 16,-5 4-14304-16,-5 2-2848 0</inkml:trace>
  <inkml:trace contextRef="#ctx0" brushRef="#br0" timeOffset="49728.42">8517 8041 4607 0,'0'0'192'0,"0"0"64"0,0 0-256 0,9 1 0 0,-1-1 0 0,1 1 0 16,-1 2 9840-16,1 1 1920 0,-1 0 384 0,0 3 80 15,-2 4-8016-15,3 3-1600 0,-1 2-320 0,1 1-64 16,2 0-1296-16,-2 2-256 0,0 1-48 0,0 2-16 15,-1 3-448-15,1 2-160 0,-1 2 0 0,1 0 144 16,2 1-96-16,-1-3-48 0,0 2 0 0,2-5 0 0,-3 0 0 0,0-2 0 16,1-1 0-16,-4-3 0 0,1-1 0 0,-1-1 0 15,2-5 0-15,-3 1 0 0,-1-4 0 0,-1-3 0 16,-3-5 0-16,0 0 0 0,0 0 0 0,0 0 0 16,0 0 0-16,0 0 0 0,0 0 0 0,1-9 0 15,-1-1 0-15,0-3 0 0,-1 0 0 0,1-2 0 16,1-3 0-16,2-2 0 0,-1-2 0 0,3-2 0 15,1-4 0-15,-1-2 0 0,0-2 0 0,3-1 0 16,0 0 0-16,1 2 0 0,0-3 0 0,1 2 0 16,1-1 0-16,-1 3 0 0,-1 0-224 0,-1 4-32 15,-1 4-16-15,-2 4 0 16,0 4-1600-16,0 5-320 0,-1 2-64 0,-4 7-21248 0</inkml:trace>
  <inkml:trace contextRef="#ctx0" brushRef="#br0" timeOffset="49945.02">8422 8286 42383 0,'0'0'3776'0,"0"0"-3024"0,0 0-608 0,0 0-144 16,9-7 3296-16,3 2 624 0,1 1 128 0,3-1 32 15,2 1-2848-15,4 0-560 0,3-1-112 0,1 0-32 16,2-2-384-16,2 1-144 0,0-1 0 0,2 1 0 15,2-1 0-15,0 0 0 0,1 0 0 0,0-1 0 16,1-3 0-16,1 1 0 0,-1 0 0 0,1-3 0 16,1 3-1824-16,-2 0-352 0,-1-3-80 0</inkml:trace>
  <inkml:trace contextRef="#ctx0" brushRef="#br0" timeOffset="50650.71">9890 7872 7359 0,'0'0'320'0,"0"0"80"0,3-6-400 0,-1-3 0 0,2 1 0 0,0-1 0 15,-3 0 2208-15,2-2 352 0,-2 0 80 0,-1 1 16 16,0 0 800-16,-2 0 144 0,0-2 48 0,0 1 0 16,-2-3-80-16,-1 4-16 0,-3-1 0 0,0 1 0 0,-2-1-1232 15,0 2-240-15,0 1-48 0,-2 3-16 16,-1 0-800-16,-1 4-144 0,-4 3-48 0,-1 3 0 0,-1 3-288 0,-3 4-64 16,-1 4-16-16,-1 1 0 0,-1 3-208 0,2 4-64 15,1 1 0-15,3 1 0 0,3-1-112 0,4-2-16 16,4 1-16-16,4-1 0 0,2-5-240 0,5 0 0 15,3-1 0-15,4-1 0 0,3-3 0 0,3-2-160 16,4-5 32-16,0-2 0 0,2-3-96 0,1-2-16 16,2-4 0-16,-1-2 0 0,-2-3-128 0,0-1-16 15,-2-2-16-15,1-1 0 0,-3-4 128 0,1-2 16 16,0 2 16-16,-2-6 0 0,-3-3 16 0,-1-2 0 16,-2-3 0-16,-1-1 0 0,-1 2 96 0,-1-3 128 15,-2-2-208-15,0-2 80 0,-1-3 128 0,-1 2 0 16,-1 3 0-16,0 2 0 0,-2 4 0 0,-2 1 192 15,0 6-64-15,-1 4 0 0,0 5 208 0,1 4 48 16,-1 4 16-16,3 6 0 0,0 0-64 0,0 0-16 16,-6 10 0-16,0 4 0 0,3 4-144 0,0 4-48 15,-1 4 0-15,1 3 0 0,2 4-128 0,1-2 0 16,0 3 0-16,1-3 128 0,2 2-128 0,1 1 0 0,1 0 0 16,2-1 0-16,-1-3 0 0,3-2-192 15,2-2 32-15,-1 0 16 16,1-4-1344-16,-1-1-272 0,0-7-48 0,2-2-16 15,0-2-2624-15,-2-6-528 0</inkml:trace>
  <inkml:trace contextRef="#ctx0" brushRef="#br0" timeOffset="50982.91">10166 7503 40191 0,'-5'-15'1792'0,"5"8"352"0,3-2-1712 0,-1 1-432 0,1 2 0 0,-3 6 0 0,0 0 2400 0,0 0 400 15,0 0 80-15,0 0 0 0,1 8-864 0,2 3-176 16,1 4-48-16,0 4 0 0,0 7-1024 0,1 2-192 15,-1 0-64-15,1 2 0 0,0 0-384 0,2 0-128 16,-1 3 0-16,1-3 80 0,2 0-80 0,0 0 0 16,0 0 0-16,0-4 0 0,0-3 0 0,2 1 0 15,-2-6 0-15,-1 0 0 0,0-3 0 0,-2-1 0 16,1 0 0-16,0-6 0 0,-1-1 0 0,-2-2 0 16,-4-5 0-16,0 0 0 0,0 0 0 0,0 0 0 15,0 0 0-15,5-5 0 0,-1-3 0 0,0-4 0 16,0 1 0-16,1-3 0 0,-1-2 0 0,0-4 0 15,-2-2 0-15,2-2 0 0,1-2 0 0,2-1 0 16,1-3 0-16,1 0 0 0,-1-1 0 0,1 1 0 0,0 1 0 16,0 0 0-16,0-2 0 0,0 2 0 0,-1 2 0 0,0 2 0 31,-3 4-784-31,0 4-160 0,0 0-16 0,-1 4-16 16,-1 3-1792-16,0 2-368 0,-3 8-64 0</inkml:trace>
  <inkml:trace contextRef="#ctx0" brushRef="#br0" timeOffset="51201.55">10062 7723 31327 0,'0'0'2784'0,"0"0"-2224"0,0 0-560 0,0 0 0 0,0 0 4960 0,8 3 880 16,1-3 176-16,3 2 48 0,2-2-3696 0,3-2-752 15,3-1-144-15,3 0-16 0,3 3-1024 0,0-4-208 16,0-1-32-16,0 0-16 0,3-3-128 0,0 1-48 15,-1 1 0-15,2-1 0 0,-1-1 0 0,0-1 0 16,-2 4 0-16,-1-2 0 16,0-2-352-16,0-4-64 0,-1 2-16 0,-1-1-25360 0</inkml:trace>
  <inkml:trace contextRef="#ctx0" brushRef="#br0" timeOffset="51784.11">5680 10630 15663 0,'0'0'688'0,"0"0"144"0,0 0-656 0,0 0-176 0,8-7 0 0,1 1 0 15,3-1 8304-15,0 2 1616 16,-1 0 336-16,1 0 64 0,1-1-7424 0,2 4-1488 0,-1-3-288 16,2 1-64-16,-1 0-688 0,3 1-144 0,-1 2-32 0,2 1 0 15,0-1-192-15,1 1-160 0,-1-2 32 0,1 4 0 31,-3 0-1952-31,-2 3-384 0,0 1-80 0,-7-1-20160 0</inkml:trace>
  <inkml:trace contextRef="#ctx0" brushRef="#br0" timeOffset="51937.36">5722 10862 35935 0,'0'0'1600'0,"0"0"320"0,0 0-1536 0,0 0-384 0,0 0 0 0,0 0 0 0,0 0 3744 15,0 0 672-15,0 0 144 0,0 0 32 0,12 1-2880 0,2-1-576 16,3-1-112-16,3-3-32 0,0 3-720 0,3-3-144 15,-1 0-128-15,3-3 192 0,2 2-448 0,2 0-64 16,-3-2-32-16,2 1 0 16,2-1-1984-16,2 1-400 0,2-2-80 0</inkml:trace>
  <inkml:trace contextRef="#ctx0" brushRef="#br0" timeOffset="52531.42">6679 11216 49071 0,'0'0'2176'0,"3"12"448"0,0 3-2112 0,1-1-512 16,2-2 0-16,-1-2 0 0,-1 0 1408 0,0-3 192 16,-4-7 16-16,0 0 16 0,0 0-416 0,0 0-64 15,0 0-32-15,0 0 0 0,0 0-896 0,0 0-160 0,0 0-64 16,-4-9 0-16,0 0 0 0,-1-2 0 0,-2 0 0 0,-2-8 0 15,0 1 0-15,0-1 0 0,-2-1 0 0,1-2 0 16,-2 2 0-16,0-3 0 0,1-1 0 0,-1-2 0 16,0-4 0-16,0-2 0 0,1 0 0 15,0-2 0-15,0 2 0 0,1 1 0 0,1 1 0 0,0 5 0 16,0-3 0-16,1 8 0 0,4 1 0 0,0 6 0 0,2 4 0 16,-1 3 0-16,3 6 0 0,0 0 0 0,0 0 0 15,11 15 0-15,0 2 0 0,2 5 0 16,2 1 0-16,2-4 0 0,2 3 0 0,3 0 0 0,-5-6 0 15,3 0 0-15,2-1 0 0,2 0 0 0,-1 0 0 16,2-3 0-16,-2 0 0 0,-1-6 0 0,-1 1 0 16,-1-6 0-16,-1-1 0 0,0-1 0 0,-1-3 0 15,-1-3 0-15,-3 0 0 0,0-4 0 16,0-1 0-16,-1-2 0 0,-2-2 0 0,0-2 0 0,-2 0 0 16,-1-3 0-16,-1-1 0 0,0 0 0 0,-2-4 0 15,-1-2 0-15,-1 0 0 0,-2 0 0 0,2 1 0 16,-1 2 0-16,-2 4 0 0,0 4 0 0,0 3 0 15,0 4 0-15,0 3 0 0,0 7 0 0,0 0 0 16,0 0 0-16,0 0 0 0,-1 12 0 0,1 5 0 16,0 2 0-16,1 6 0 0,2 2 0 0,1 2 0 15,1 1 0-15,0 0 0 0,0 0 0 0,2 1 0 16,-1-1 0-16,2 0 0 0,0-1 0 0,1 0 0 16,2-1 0-16,-1-4 0 0,1-1 0 0,-1-2 0 15,-1-3 0-15,2-1 0 16,-1-4-784-16,-1-5-160 0,-2-1-16 0,-1-2-16 15,1-4-1744-15,0-1-352 0,0-4-64 0,-2 0-18368 0</inkml:trace>
  <inkml:trace contextRef="#ctx0" brushRef="#br0" timeOffset="53002.35">7245 10640 47519 0,'0'0'2112'0,"0"0"416"0,0 0-2016 0,0 0-512 0,0 0 0 0,0 0 0 15,2 11 1728-15,1 2 240 0,1 1 48 0,1 4 16 16,0 1-704-16,2 3-144 0,1 1-32 0,1 1 0 0,-3-1-912 15,2 2-176-15,0 1-64 0,1 1 0 0,0-3 0 0,0 2 0 16,0-1 0-16,1-2 0 0,-3-3 0 0,0-2 0 16,-2-1 0-16,0-1 0 0,-1-5 0 0,0-2 0 15,-3-1 0-15,-1-8 0 0,0 0 0 0,0 0 0 16,0 0 0-16,0 0 0 0,0 0 0 0,0 0 0 16,-3-8 0-16,0-1 0 0,0-2 0 0,2-4 0 15,1-3 0-15,3-2 0 0,1-3 0 0,1-3-240 16,0 0 80-16,5-2 16 0,2-3-112 0,2 1 0 15,1 0-16-15,0 1 0 0,1 2 32 0,0 2 16 16,1 3 0-16,-3 3 0 0,0 2 224 0,-1 4-176 16,-2 2 176-16,-1 3-160 0,-3 3 160 0,-7 5 256 0,0 0-64 15,0 0-16-15,0 0 112 0,0 0 32 16,-3 8 0-16,-2 2 0 0,-4 3-80 0,0 2-16 16,0-1 0-16,-2 2 0 0,-1 1-160 0,1 1-64 15,0-1 0-15,1 0 0 0,-1 0 0 0,2 0 0 16,0 1 0-16,1-1 0 0,2 0 0 0,1 1 0 15,1 0 0-15,0 1 0 0,0-1 0 0,1-2 0 0,2 0 0 16,1 1 0-16,3 0 0 0,2-4 0 0,1 2 0 0,3 0 0 16,3-2 0-16,3-2 0 0,3-3 0 0,3-1 0 15,3 1 0-15,1-2 0 0,1-3 0 0,0-3 0 32,2-2-656-32,-2 1-128 0,0-2-32 0,-1-4 0 0,-1 1-864 15,2-2-176-15,-2-1-48 0,-2 0-13552 0,-2-4-2720 0</inkml:trace>
  <inkml:trace contextRef="#ctx0" brushRef="#br0" timeOffset="53241.05">7979 10643 32255 0,'0'0'1424'0,"-3"-5"304"0,-3-2-1392 0,0 2-336 0,2 0 0 0,4 5 0 0,0 0 4736 0,0 0 896 16,0 0 160-16,0 0 32 0,0 0-3648 0,-1 9-752 16,0 0-144-16,1 5-16 0,0 2-752 0,0 5-128 15,0 1-48-15,1 3 0 0,-1-1-240 0,1 3-96 16,1-1 0-16,0 0 0 0,1 0 0 0,2 1 0 15,2 1 0-15,1-2 0 0,-3-2 0 0,0 1 0 16,0-3 0-16,0-2 0 0,2-3 0 0,-3 0 0 16,0-4 0-16,0-1 0 0,-3-3-256 0,0-3-64 15,-1-6 0-15,0 0 0 16,0 0-752-16,0 0-144 0,0 0-48 0,-6-4 0 16,-1 0-1472-16,1-3-288 0,-1-3-64 0,-1-5-10832 15,-2-2-2160-15</inkml:trace>
  <inkml:trace contextRef="#ctx0" brushRef="#br0" timeOffset="53455.54">7649 10580 34095 0,'0'0'3024'0,"0"0"-2416"0,-7 0-480 15,7 0-128-15,0 0 3840 0,0 0 768 0,0 0 128 0,0 0 48 16,0 0-2416-16,8 3-464 0,4 1-112 0,1-2 0 16,3 0-1152-16,1-2-240 0,1-2-32 0,3 1-16 15,1 0-256-15,4-3-96 0,3 1 0 0,2-2 0 16,1 1 0-16,2-1 0 0,0 0 0 0,1-2 0 0,2-1 0 0,-1 2 0 15,0 1 0-15,-2-1 0 0,-2 0 0 0,-2 1 0 16,-1 1 0-16,-2-1 0 0,-2 1 0 0,-3 0-240 16,-1-1 80-16,-1-1-17232 15,-3 2-3440-15</inkml:trace>
  <inkml:trace contextRef="#ctx0" brushRef="#br0" timeOffset="54157.49">9262 10057 42095 0,'-13'-11'1856'0,"3"6"400"0,1-2-1808 0,0 3-448 16,0-1 0-16,0 4 0 0,-3-3 752 0,0 2 48 15,1 1 16-15,-1 2 0 0,3 1 544 0,0 2 112 16,0-4 32-16,0 3 0 0,1 4-864 0,0 3-192 16,1 3-16-16,1 3-16 0,-2 2 32 0,1 5 16 0,1 3 0 0,1 4 0 15,1 2 64-15,1 5 16 0,1-1 0 0,0 7 0 16,1 3-160-16,4 5-16 16,1 2-16-16,3 6 0 0,2 2-128 0,3 4-32 15,1-1 0-15,2-1 0 0,2-1-32 0,-1 2-16 16,4 1 0-16,0 1 0 0,0-1-144 0,0 0 160 0,-2-6-160 15,-1-2 160-15,-1-5-160 0,1-1 0 0,-2-2 0 16,-3-3 128-16,-1-3-128 0,-5-5 0 0,-3-3 0 0,-2-1 0 16,-1-4 0-16,-4-3 128 0,-2-1-128 15,-1-5 0-15,-2-2 0 0,-1-2 0 0,-1-6 0 16,-1 0 0-16,-1-1 0 0,0-6 0 0,0-1 0 0,2-1 0 16,0 1 0-16,-1-3 0 0,2-1-192 0,0-2 192 15,-1-2-384-15,2 0 64 0,1 1 0 0,2-3 0 16,-1-2-1216-16,6-1-256 0,1-3-32 15,2-2-13984-15,2 1-2784 0</inkml:trace>
  <inkml:trace contextRef="#ctx0" brushRef="#br0" timeOffset="54947.65">8884 12139 25791 0,'0'0'2304'0,"-4"-7"-1856"16,4 7-448-16,-2-9 0 0,4 1 5184 0,-2 8 960 15,0 0 176-15,0 0 32 0,9-7-3888 0,-9 7-784 16,13 2-144-16,-4 3-48 0,0 5-464 0,1 3-80 16,2 3-32-16,0 5 0 0,0 3-416 0,-1 5-96 0,2 1-16 0,0 1 0 15,1 2-256-15,-1-2-128 16,1-1 128-16,-2-4-16 0,-3 0-112 0,-1-1 0 0,1-3 0 0,-1-1 0 15,-1-3 0-15,1-1 0 16,-3-2 0-16,1-3 0 0,-1-3 0 0,0-3 0 16,-5-6 0-16,0 0 0 0,0 0 0 0,0 0 0 0,0 0 0 15,0 0 0-15,0 0 0 0,1-6 0 0,-1-1 0 0,0-2 0 16,0-3 0-16,-1-2 0 0,-2-2 0 0,2-1 0 16,1-5 0-16,1-1 0 0,1-3 0 0,0-4 0 15,4-4 0-15,-1-3 0 0,1-1 0 0,2 2 0 16,1 2 0-16,0 3 0 0,0 2 0 0,-1 3 0 0,-1 3-224 15,-1 3-32-15,1 4-16 0,-1 3 0 16,0 3-512-16,-1 2-112 16,0 2 0-16,-5 6-16 0,0 0-1488 0,0 0-288 0,0 0-64 0,0 0-18816 15</inkml:trace>
  <inkml:trace contextRef="#ctx0" brushRef="#br0" timeOffset="55162.93">8863 12343 14735 0,'0'0'640'0,"-7"8"160"0,7-8-640 0,0 0-160 16,0 0 0-16,0 0 0 0,0 0 8704 0,0 0 1728 15,0 0 320-15,14 4 80 0,2-6-7776 0,2-2-1568 16,3 2-304-16,3-5-64 0,2 1-688 0,1-2-144 16,2-1-32-16,-10 2 0 0,4 2-256 0,0-1 0 15,3-4 128-15,-1 1-128 16,0 0-400-16,-1 1-144 0,1 1-32 0,-1-3 0 15,0 1-2368-15,0 0-496 0,-2 1-80 0,-1 1-32 0</inkml:trace>
  <inkml:trace contextRef="#ctx0" brushRef="#br0" timeOffset="55580.93">9427 12329 11967 0,'0'0'1072'0,"-6"5"-864"0,-2 1-208 0,1-2 0 16,2 1 8960-16,5-5 1728 0,0 0 368 0,-3 8 64 15,3-8-7840-15,0 0-1552 0,0 0-320 0,6 7-64 16,2-2-640-16,2-1-128 0,3 0-32 0,3-4 0 15,1-3-400-15,2 1-144 0,3-4 0 0,2 2 144 16,-1-1-96-16,-1 1-48 0,1-1 0 0,-4 1 0 16,-2 2 0-16,-3 0 0 0,-3 0 0 0,-2 2 0 0,1 0 0 0,-10 0 0 15,0 0 0-15,0 0 0 0,0 0 0 0,-5 5 0 16,-4 0 0-16,1 4 0 0,-1 0 0 0,-1 2 0 16,-2-1 0-16,-1 1 0 0,-1-1 0 0,1 2 0 15,-1-3 0-15,4 1 0 0,1-1 0 0,1 1 0 16,2-1 0-1,-1-1 0-15,3-2 0 0,2 1 0 0,0 0 0 0,2-7 0 0,2 8 0 0,-2-8 0 16,7 9 0-16,1-3 0 0,0 0 0 0,1-1 0 16,-1-1 0-16,2 0 0 0,2 1 0 0,0-2 0 15,0 1 0-15,1 0 0 0,0 0 0 0,0 2 0 0,-2-1 0 16,4 1 0-16,-3-1 0 0,-2 1 0 16,-1 0 0-16,-1 0 0 0,-2 1 0 0,-2-1 0 0,2 2 0 0,-5-2 0 15,-1-6 0-15,-1 8 0 0,-3 1 0 0,-2 2 0 16,-4-2 0-16,-2 0 0 0,-1-1 0 15,-2 2 0-15,-1-3 0 0,-1-1 0 0,-1 1 0 0,-1-2 0 16,1 0 0-16,0-1 0 16,1 0 0-16,0-1 0 15,0-1-448-15,1-2-96 0,2-2-16 0,0-2-25104 0</inkml:trace>
  <inkml:trace contextRef="#ctx0" brushRef="#br0" timeOffset="56247.52">8797 9374 10127 0,'3'-13'896'0,"-2"7"-704"15,1-2-192-15,0 0 0 0,1 3 6960 0,0-2 1360 0,-3 7 256 16,5-5 64-16,-5 5-5488 0,0 0-1104 0,0 0-208 0,8 3-48 16,-1 6-64-16,1 1 0 0,1 5 0 0,0 4 0 15,-1 5-800-15,1 2-160 0,1 1-48 0,-1 2 0 0,-2 1-208 0,1 0-64 16,0 0 0-16,0-2 0 0,0-3-192 16,-2-3-64-16,1-2 0 0,-2-6 0 0,0 1-192 0,0-4 128 15,-1-2-128-15,-4-9 128 0,0 0-128 0,0 0 0 16,0 0 0-16,0 0 0 0,0 0 0 0,6-6 0 15,-3-2 0-15,1-2 0 0,0-5 0 0,0-3 0 16,-1-1 0-16,-1-4 0 0,1 0 0 0,0-4 0 16,-1-1 0-16,3 0 0 0,-2-2 0 0,2 0 0 15,1 1 0-15,1 1 0 0,-3 0-320 0,3 2-64 16,-1 5-16-16,-1 3 0 16,1 3-1040-16,-1 5-208 0,-1-1-32 0,-4 11-16 15,0 0-2656-15,-1 8-512 0</inkml:trace>
  <inkml:trace contextRef="#ctx0" brushRef="#br0" timeOffset="56450.21">8760 9548 38703 0,'0'0'1712'0,"0"0"352"0,0 0-1648 0,0 0-416 0,0 0 0 16,0 0 0-16,0 0 3744 0,6-8 672 0,5 3 128 0,-2 1 16 15,0-3-2912-15,5 2-592 0,2-1-112 0,2-1-32 16,2-2-688-16,2 1-224 0,1 0 128 0,1 2-128 15,1-1 0-15,-2 1 0 0,2-1 128 0,0 2-128 16,-2-2-304-16,0 1-112 0,0 1-32 0,-2 2 0 16,-1 2-1472-16,0 1-288 0,-4 2-64 0,-2 0-20832 15</inkml:trace>
  <inkml:trace contextRef="#ctx0" brushRef="#br0" timeOffset="56591.86">9263 9566 21183 0,'0'0'1888'0,"-1"10"-1504"0,-1 0-384 0,1 1 0 0,1 2 6224 0,0 3 1184 15,0 1 224-15,1 1 48 0,1 0-4672 0,-1 2-928 16,0-1-192-16,2 1-32 0,1-3-896 0,0 0-160 16,0 0-32-16,1-1-16 0,-1-3-560 0,1 0-192 15,1-3 0-15,0 0 144 16,-1 0-1200-16,0-3-240 0,0 0-48 0</inkml:trace>
  <inkml:trace contextRef="#ctx0" brushRef="#br0" timeOffset="57608.44">10050 10269 47391 0,'0'0'2112'0,"0"0"416"0,0 0-2016 0,0 0-512 0,0 0 0 0,0 0 0 16,0 0 1152-16,0 0 128 0,-1 6 16 0,-2 5 16 15,1 2-32-15,-1 1 0 0,1 4 0 0,-1 2 0 16,-1 3-800-16,1 1-160 0,2 1-48 0,0 1 0 16,0-2-272-16,1 0 0 0,1-2 0 0,0 0 0 15,0-1-288-15,2-1-112 0,-2-3-32 0,2 1 0 16,0-4-1792-16,-1 2-352 0,0-2-80 0,-1 2-16 0</inkml:trace>
  <inkml:trace contextRef="#ctx0" brushRef="#br0" timeOffset="57822.25">9701 10926 53567 0,'0'0'2368'0,"0"0"496"0,0 0-2288 0,0 0-576 16,0 0 0-16,0 0 0 0,0 0 656 0,0 0 32 16,9-2 0-16,2 0 0 0,2-1 16 0,2 2 16 15,3 0 0-15,3-2 0 0,1-1-496 0,3 1-96 16,3 1-128-16,2-3 176 0,1-1-128 0,3 1-48 0,2 1 0 0,2 2 0 15,0-2 0-15,2 1 0 16,1 2 0-16,-2 0 0 16,-4-1-384-16,-1 2-80 0,-3 2-16 0,-1 0 0 15,-2 2-2528-15,-6 4-512 0</inkml:trace>
  <inkml:trace contextRef="#ctx0" brushRef="#br0" timeOffset="58356.83">10019 11132 41295 0,'0'0'1824'0,"0"0"384"0,0 0-1760 0,0 0-448 15,0 0 0-15,0 0 0 0,0 0 2016 0,4 8 320 16,0-1 64-16,-2 4 16 0,1 2-368 0,1 4-64 16,0 2 0-16,1 2-16 0,2 1-1152 0,0 2-240 15,1 1-32-15,0-1-16 0,1 2-384 0,0 1-144 0,-1-3 0 16,1 2 0-16,2 0 0 0,-2 1 0 15,0-3 0-15,0 1 0 0,-1 1 0 0,1-4 0 0,-2-1 0 0,-1-3 0 16,-1-1 0-16,1 2 0 16,-3-5 0-16,0 2 0 0,-3-7 0 0,0 0 0 15,0-3 0-15,0-6 0 0,0 0 0 0,0 0 0 16,0 0 0-16,0 0 0 0,0 0 0 0,0 0 0 16,0 0 0-16,1-9 0 0,3-2 0 0,0-3 0 15,1 0 0-15,1-2 0 0,-1-4 0 0,3-4 0 0,1-2 0 0,0-1 0 16,1-2 0-16,1-1 0 0,-1-4 0 15,1 0 0-15,-1-2 0 0,0-1 0 16,1 1 0-16,-1 2 0 0,-1 1 0 0,1 6 0 0,-4 3-160 0,-1 5 160 16,-1 4-896-1,-1 5-112-15,-2 1-16 0,-1 9 0 0,0 0-848 16,0 0-176-16,0 0-48 0,-4 10 0 0,0 3-1872 0,-2 0-384 16</inkml:trace>
  <inkml:trace contextRef="#ctx0" brushRef="#br0" timeOffset="58571.31">9984 11395 16575 0,'-14'-1'1472'0,"6"2"-1168"16,-1 0-304-16,-2 2 0 0,2-3 7312 0,1 0 1408 15,8 0 288-15,0 0 48 0,0 0-5776 0,0 0-1152 16,0 0-224-16,0 0-48 0,0 0-832 0,0 0-176 16,0 0-16-16,11 1-16 0,0 1-624 0,4-2-192 15,0-2 128-15,4 1-48 0,1-2-80 0,4 1 0 16,1-2 0-16,2-1 0 0,3-2 0 0,1 1 0 15,2-1 0-15,0 1 0 0,-1-4 0 0,2 0 0 16,0-2 0-16,1 1 0 16,0-4-1280-16,-1 0-256 0,-1-2-64 0,-2-2-23008 0</inkml:trace>
  <inkml:trace contextRef="#ctx0" brushRef="#br0" timeOffset="59103.45">11066 10769 45727 0,'0'0'2032'0,"0"0"400"0,-1-8-1936 0,-2-1-496 0,2-1 0 0,-1 1 0 16,1-3 1328-16,-1 0 160 0,-2 1 48 0,0-1 0 15,0-1-240-15,-1 0-32 0,1 1-16 0,-3 0 0 16,-1 2-752-16,1 1-160 0,-3-3-16 0,0 4-16 15,-3 0-80-15,0 3-16 0,-3 1 0 0,-1 4 0 0,-1 0-80 0,-2 2-128 16,1 4 176-16,-3 3-176 0,-2 4 208 16,1 4-64-16,-1 3-16 0,2 2 0 0,0 1-128 0,2 2 192 15,2 0-192-15,4-2 192 0,2 0-192 16,6-3 0-16,0 1 0 0,6-1 0 0,3-3 0 0,4 0 0 16,2-2 0-16,2-2 0 0,4-3-288 0,2-3 64 15,2-3 16-15,2-1 0 0,0-2-112 0,0-2 0 16,0-2-16-16,-2-1 0 0,-1-5 80 0,1 0 0 15,-2-3 16-15,0 1 0 0,-2-2 240 0,0-2-176 16,-2-3 176-16,-2-2-160 0,1-2 160 0,-1-4 0 16,-2-1-144-16,0-6 144 0,0-1 0 0,-1 2-144 15,-2-2 144-15,1-3 0 0,-1-2 0 0,1 0 0 16,-5-1 0-16,2 3 0 0,0 1 0 0,-1 3 0 16,-2 3 0-16,-1 4 0 0,0 5 0 0,-2 2 176 15,0 6-32-15,1 3 0 0,0 4 80 0,1 6 16 16,0 0 0-16,-6 8 0 0,1 4-112 0,1 4-128 15,0 5 176-15,0 7-176 0,1 3 144 0,-1 4-144 0,1 3 0 16,0 1 144-16,2 0-144 0,1 2 0 0,1-1 0 16,3-1 0-16,0 0 0 0,0-5 0 0,1 1 0 15,2-5 0 1,1-5-800-16,0-1-96 0,2-2 0 0,0-3-16 0,1-3-1712 16,-1-4-352-16,1-3-64 0</inkml:trace>
  <inkml:trace contextRef="#ctx0" brushRef="#br0" timeOffset="59533.63">11365 10355 24879 0,'0'0'2208'0,"0"0"-1760"16,0 0-448-16,0 0 0 0,0 0 4800 0,0 0 896 15,2 8 160-15,1 2 32 0,-1 3-2608 0,1 4-528 16,0 4-96-16,-1 2-32 0,1 3-1344 0,1 2-288 16,0 0-48-16,-1 4-16 0,1 2-736 0,2 1-192 0,-1-1 0 0,1-2 112 15,2-3-112-15,0-2 0 0,1-1 0 0,-1-1 0 16,-2-1 0-16,0-2 0 0,-1-5 0 0,0 0 0 16,2-2 0-16,-2-3 0 15,-1-3 0-15,0 0 0 0,-4-9 0 0,0 0 0 0,0 0 0 16,0 0 0-16,2 4 0 0,-2-4 0 0,0 0 0 0,0 0 0 15,0 0 0-15,5-4 0 0,-1-5 0 0,0 0 0 16,0-3 0-16,0-1 0 0,0-4 0 0,0-1 0 16,1-3 0-16,2-2 0 0,1-7 0 0,1 0 0 15,0-7 0-15,4-2 0 0,0-1 0 0,1-1 0 16,1-2 0-16,-1 2 0 0,2 0 0 0,-2 5 0 16,-1 2-144-16,-1 5-32 0,-3 6 0 0,-3 2 0 31,-1 5-720-31,-1 4-128 0,-1 3-48 0,-3 4 0 0,0 5-880 0,0 0-176 0,-5 8-48 15,-2 4-12656-15,1-2-2528 0</inkml:trace>
  <inkml:trace contextRef="#ctx0" brushRef="#br0" timeOffset="59810.19">11295 10630 19343 0,'0'0'848'0,"-7"1"192"0,-5-2-832 0,1-3-208 0,2 1 0 0,1-1 0 0,2 2 7872 0,6 2 1536 16,0 0 320-16,0 0 48 0,0 0-6848 0,0 0-1376 16,0 0-272-16,0 0-48 0,0 0-992 0,8-4-240 15,2 1 0-15,5-1 0 0,3 2 0 0,4-2 0 16,1-1 0-16,4 1 80 0,2 0-80 0,1-3 0 15,2 1 0-15,-1-1 0 0,2-1 0 0,-2 1 0 16,-1-1 0-16,1 1 0 16,2-2-896-16,-2 1-160 0,-1 2-32 0</inkml:trace>
  <inkml:trace contextRef="#ctx0" brushRef="#br0" timeOffset="60508.75">12423 10570 23039 0,'0'0'2048'0,"0"0"-1648"15,0 0-400-15,0 0 0 0,0 0 7168 0,0 0 1360 16,0 0 272-16,8 0 48 0,1-1-6672 0,2-1-1344 16,2 1-272-16,2 0-48 0,2-3 0 0,4 1 16 15,4 0 0-15,1 0 0 0,0-3-400 0,3 4-128 16,-3-2 0-16,0 3 0 16,-1-1-384-16,-2 2-128 0,-1-2-16 0,-2 2-16 15,-5 0-1248-15,-2 2-256 0,-1 0-64 0,-3 3-13424 16,-9-5-2688-16</inkml:trace>
  <inkml:trace contextRef="#ctx0" brushRef="#br0" timeOffset="60668.5">12503 10713 47343 0,'0'0'2096'0,"0"0"432"0,-7 3-2016 0,7-3-512 0,0 0 0 0,0 0 0 16,0 0 928-16,0 0 96 0,0 0 0 0,0 0 16 16,0 0 176-16,8 2 48 0,1 0 0 0,3-2 0 15,2-2-720-15,3 1-144 0,1-1-16 0,2-1-16 16,1 0-240-16,1-1-128 0,1-1 128 0,2 1-128 15,1-2-256-15,0-3-128 0,2 1-32 0,2 1-16288 16,2 1-3248-16</inkml:trace>
  <inkml:trace contextRef="#ctx0" brushRef="#br0" timeOffset="61626.26">13628 10987 20271 0,'0'0'1792'0,"0"0"-1424"16,0 0-368-16,0 0 0 0,0 0 6144 0,0 0 1168 15,2 8 240-15,-2-8 32 0,0 0-4672 0,0 0-928 16,0 0-192-16,0 0-48 0,0 0-512 0,0 0-96 16,0 0-32-16,0-7 0 0,-1-1-752 0,0-1-160 15,-2 0-16-15,1-1-16 0,-2-3-16 0,-2-3 0 16,0-2 0-16,-1 0 0 0,0-2-96 0,-1-2-48 15,0-4 0-15,1-3 0 0,0-2 0 0,-1-4 0 16,0-3 0-16,0-1 0 0,0-2 0 0,2 0 0 16,-1-4 0-16,1 2 0 0,1 0 0 0,-2 2 0 15,2 4-160-15,1 6 160 0,1 5 0 0,-1 5 0 16,3 5 0-16,0 6-128 0,-2 3 128 0,3 7 0 0,0 0 0 0,1 15 0 16,2 3 0-16,2 5 0 0,3 6 0 0,3 1 0 15,0 1 0-15,2 2 0 0,3-2 0 0,3-1 0 16,5-1 0-16,-1-3 0 0,1-4 0 0,1-2 0 15,-1-2 0-15,1-5 144 0,-1-3-144 0,-2-6 144 16,-3 0-144-16,1-4-160 0,-2-1 160 0,0-6-192 16,-3-2 192-16,-2-1 0 0,-1-3-144 0,-2-2 144 15,-1-3 0-15,-1-1 0 0,-2-2-144 0,1 0 144 0,-2-1 0 16,-1-3 0-16,-1-1 0 0,-1 0 0 0,2-2 0 16,-1 1 0-16,-1 4 0 0,1 2 0 0,-2-3 0 15,1 7 0-15,-2 3 0 0,1 3 0 0,0 4 0 16,-1 7 0-16,0 0 0 0,0 0 0 0,-2 10 0 0,0 6 0 15,1 5 0-15,0 5 0 0,-1 0 128 0,2 4-128 16,0 2 0-16,2 2 0 0,0 0 0 0,2-1 0 16,0-2 0-16,1 0 0 0,2-1 0 0,1 0 0 15,1-5 0-15,0 0 0 16,0-6-512-16,0 0-160 0,0-4-32 0,0-2 0 16,-1-4-1024-16,-1-1-192 0,-1-3-64 0,1-2 0 15,-7-3-2416-15,8-1-480 0</inkml:trace>
  <inkml:trace contextRef="#ctx0" brushRef="#br0" timeOffset="62114.18">14156 10330 23951 0,'0'0'2128'0,"0"0"-1696"15,0 0-432-15,0 0 0 0,0 0 5104 0,5 9 928 16,1 3 192-16,1 1 48 0,-2 4-3456 0,3 4-704 16,-1 5-128-16,0 0-16 0,-3 2-736 0,2 4-144 15,0-5-16-15,1 3-16 0,-1 0-544 0,1-1-128 0,-2-2 0 0,1-1-16 16,0 0-240-16,-1-6-128 0,-1-2 160 0,-2-4-32 15,1-2-128-15,-2-1 0 0,0-4 0 0,-1-7 0 16,0 0 0-16,0 0 0 0,0 0 0 0,0 0 0 16,0 0 0-16,-6-2 0 0,-1-3 0 0,1-3 0 15,-1-3 0-15,2-2-208 0,0-4 64 0,2-2 16 16,2-5-48-16,1-2 0 0,3-1 0 0,2-2 0 16,1-5-80-16,4 2-32 0,1-3 0 0,4 2 0 15,2 3-128-15,1 3-32 16,-1-1 0-16,2 6 0 0,3 2 32 0,-1 6 0 15,0-1 0-15,0 4 0 0,-3 3 224 0,-1 6 32 0,-2 2 16 0,-2 0 0 0,-4 2 144 0,0 5 176 16,-4 2-48-16,-2 4 0 16,-5 3 256-16,-1 1 64 0,-3 1 0 0,-3 1 0 0,-1 2 32 0,-2-1 16 15,0 1 0-15,-1-1 0 0,-1 0-176 16,0 0-48-16,-1-1 0 0,1 2 0 0,1-1-96 0,-2-1-32 16,2 1 0-16,0-1 0 0,0 1-144 0,2-2 128 15,-1-2-128-15,3-1 128 0,1 1-128 0,1-2 0 16,2-1 144-16,3 0-48 0,2-2-96 0,2-1 0 15,2 1 0-15,4-2 0 0,0-3 0 0,5 1 0 16,1-1 0-16,4-4 0 0,2 0 0 0,2 1-192 16,2-2 192-16,2-1-208 0,0-1-64 0,1-2-16 0,2-1 0 0,-2 0 0 31,-1-2-1120-31,-1-2-240 0,-3-1-32 0,-1-3-16 16,0-2-1600-16,-2-2-320 0,0-1-64 0</inkml:trace>
  <inkml:trace contextRef="#ctx0" brushRef="#br0" timeOffset="65066.95">15205 10428 39743 0,'0'0'1760'0,"-8"-9"352"0,1-3-1680 0,0 1-432 0,3 1 0 0,0 2 0 15,2 0 1824-15,0 2 288 0,2 6 48 0,0 0 16 16,0 0-256-16,0 0-64 0,0 0 0 0,0 0 0 16,0 0-896-16,0 0-176 0,4 14-32 0,1 1-16 15,1 3-288-15,-1 5-48 0,-2 1-16 0,-1 3 0 16,1 2-208-16,-1-8-48 0,0 2-128 0,-1 2 192 0,0 2-192 0,1 2 176 16,-1-2-176-16,0-1 160 0,2-2-112 15,-2-3-48-15,0-2 0 0,1-3 0 0,-2-4 0 0,1-2 0 16,0-2-160-16,-1-8 160 15,0 0-656-15,0 0-48 0,0 0-16 0,0 0 0 16,0 0-880-16,-4-8-192 0,-1-2-16 0,0-3-16 16,0-4-2416-16,-2-4-496 0</inkml:trace>
  <inkml:trace contextRef="#ctx0" brushRef="#br0" timeOffset="65273.29">14712 10290 36863 0,'0'0'3264'0,"0"0"-2608"15,0 0-528-15,0 0-128 0,0 0 3552 0,0 0 672 16,13 2 144-16,-2-2 32 0,1 0-2864 0,3 0-560 16,5 0-112-16,3-1-32 0,5-2-96 0,3 1-32 15,4-2 0-15,3 0 0 0,2-1-432 0,2-2-80 16,-1-1-32-16,20-3 0 0,-5 0-160 0,-21 5 0 0,0-1 144 16,3 1-48-16,-1-1-96 0,-2 2-240 15,-1 0 80-15,0 1 16 16,-3 0-1264-16,0 1-256 0,-2-1-64 0,-3 3-14544 0,-3 2-2928 0</inkml:trace>
  <inkml:trace contextRef="#ctx0" brushRef="#br0" timeOffset="65515.26">15778 10153 39615 0,'0'0'3520'0,"0"0"-2816"16,0 0-560-16,6 6-144 0,2 3 2416 0,-2 3 448 15,1 4 80-15,-2-1 32 16,-1 6-912-16,-1 3-176 0,1 4-32 0,-3 2-16 0,0 2-1072 0,-1 3-224 16,0 0-32-16,-1 0-16 0,0 2-352 0,1-2-144 15,0 0 128-15,0-1-16 0,-2-1-112 0,1-1 0 16,1-2 0-16,-3-2 0 16,-1-2-448-16,2-3-96 0,-2-1-16 0,1-2 0 15,1-6-1216-15,-1-1-240 0,2-1-48 0,1-2-13568 16,1-3-2720-16</inkml:trace>
  <inkml:trace contextRef="#ctx0" brushRef="#br0" timeOffset="65873.57">16054 10464 31327 0,'0'0'2784'0,"0"0"-2224"16,0 0-560-16,5 7 0 0,-5-7 4720 0,4 9 832 0,0 5 160 0,-1 1 48 15,-1 1-3408-15,1 3-688 0,-1 0-128 0,0 2-16 16,-1 3-880-16,0 2-192 0,1 0-16 0,0 1-16 15,1-1-416-15,-1-2 0 0,2-5 0 0,0 1 0 16,0-2 0-16,0-2 0 0,0-5 0 0,0-1 112 16,-1-3-112-16,0 0 0 0,-3-7 0 0,0 0 0 15,0 0 0-15,0 0 0 0,0 0 0 0,7-5 0 0,-2-3 0 0,0-1 0 16,-1-2 0-16,0-2 0 16,0-1 0-16,0-4 0 0,1-3-160 0,3-1 160 15,-1-3-160-15,0 0 160 0,3-1-192 0,0 1 192 0,0-2-176 0,1 5 176 16,-1 0-160-16,1 5 160 0,-2 2 0 0,-1 5 0 15,-2 2 0-15,2 7 0 0,0 1 0 0,-2 4 0 16,0 2 0-16,-1 5 0 0,0 2 0 0,0 2 128 16,-1 4-128-16,-1 0 160 0,-1 3-160 0,1-1 0 15,0 1 0-15,0 0 128 0,1-1-272 0,0-1-64 16,1-3-16-16,1-2 0 16,0-2-1264-16,1-2-256 0,-1-3-48 0,1-3-14272 15,1-2-2832-15</inkml:trace>
  <inkml:trace contextRef="#ctx0" brushRef="#br0" timeOffset="66210.89">17071 9941 22111 0,'0'0'1968'0,"0"0"-1584"0,0 0-384 0,-4-3 0 16,0-4 5680-16,4 7 1040 15,-5-3 224-15,-2 2 32 0,-1 1-4080 0,-1 1-816 0,0 3-160 0,-1 4-48 16,-2 3-784-16,0 3-144 0,-3 5-48 0,-2 5 0 16,-3 5-384-16,1 3-96 0,-2 10-16 0,-1 2 0 15,-2 2-256-15,1 3-144 0,-1 6 160 0,1 0-32 16,1 1-128-16,1 3 0 0,1 3 0 0,3 1 0 16,3 1 0-16,1-2 0 0,1-2 0 0,4 3 0 0,2-3 0 15,2 0 0-15,3 0 0 0,2 0 0 0,3-4 0 16,2-4 0-16,0-3 0 0,1-3 0 0,2-4 0 15,1-4 0-15,-1-3 0 0,1-4 0 0,1-4 0 0,-1-3 0 16,-1-5 0-16,0-2 0 0,-1-5-320 16,0-3-64-16,0-2-16 0,1-5 0 15,0-2-1936-15,0-2-384 0,2-6-80 0</inkml:trace>
  <inkml:trace contextRef="#ctx0" brushRef="#br0" timeOffset="66611.86">17338 9957 29487 0,'0'0'2624'0,"0"0"-2112"0,0 0-512 0,-2 7 0 15,0 0 4800-15,1 5 864 0,0 2 160 0,1 3 48 16,0 0-3488-16,1 4-688 0,0 3-144 0,2 3-16 15,-1 4-752-15,2 1-144 0,0-1-16 0,1 0-16 16,2-1-368-16,1-1-80 0,0 0-16 0,-2-3 0 0,-1 0-144 0,1-1 0 16,0-3 144-16,-1-3-48 0,1-2-96 15,-3-1 0-15,1-4 0 0,0-3 0 0,0-3 0 0,0 1 0 16,-4-7 0-16,0 0 0 0,0 0 0 0,0 0 0 16,0 0 0-16,3-11 0 0,1 0 0 0,0-4 0 15,-1 0 0-15,1-2 0 0,-1-3 0 0,1-3 0 16,1-3 0-16,2-4 0 0,0-3 0 0,3-4 0 15,0 0 0-15,3-5 0 0,-1 4 0 0,1 2 0 16,0 2 0-16,-1 2 0 0,-2 4 0 0,0 3 0 16,0 4 0-16,-1 4 0 0,-2 2 0 0,0 1-192 15,0 4 192-15,-2 1-208 16,1 5-752-16,-6 4-160 0,0 0-32 0,0 0 0 16,0 0-1984-16,4 8-384 0,-3 4-96 0</inkml:trace>
  <inkml:trace contextRef="#ctx0" brushRef="#br0" timeOffset="66827.71">17289 10155 46703 0,'-23'2'2064'0,"14"0"432"0,-1-2-1984 0,1 1-512 16,2 1 0-16,7-2 0 0,-6 1 1664 0,6-1 256 16,0 0 32-16,0 0 16 0,0 0-768 0,0 0-160 0,0 0-16 0,11 1-16 15,4-1-608-15,0-1-112 0,2 0-32 16,2-2 0-16,1 1-256 0,4-2 0 0,3-3 128 0,1 1-128 15,-1-2 0-15,2 0 0 0,1 0 0 0,-2-1 0 16,1 0-320-16,-1 1-112 0,-4 0-16 0,1 2-16 16,-1 0-1520-16,-2 3-320 0,-1-3-48 0,-3 4-20512 15</inkml:trace>
  <inkml:trace contextRef="#ctx0" brushRef="#br0" timeOffset="67244.2">17621 10269 35935 0,'0'0'3200'0,"0"0"-2560"15,0 0-512-15,0 0-128 0,0 0 2960 0,0 0 576 16,5 4 112-16,3-2 32 0,1 1-1456 0,2-2-304 16,0 0-48-16,2 1-16 0,2-2-1152 0,-1 0-224 15,0-2-48-15,2 1-16 0,-2-2-208 0,1 2-32 16,-2 1-16-16,0 0 0 0,-1-2-32 0,-3 2-128 16,-3 0 192-16,-6 0-64 0,0 0-128 0,0 0 128 15,0 0-128-15,0 0 128 0,0 0 0 0,-1 7-128 16,-3 0 192-16,-3-1-64 0,-2 0-80 0,0 0-48 15,0 2 0-15,0 0 0 0,0-2 0 0,1 2 0 16,0-4 0-16,2 3 0 0,0-1 0 0,3 1 0 16,3-7 0-16,-3 7 0 0,2 1 0 0,1-1 0 15,1 1 0-15,2-2 0 0,-3-6 0 0,6 7 0 0,2-1 0 0,2 1 0 16,1-1 0-16,0-2 0 0,1 1 0 0,0-1 0 16,-2 0 0-16,1 1 0 0,-1 1 0 15,1-1 0-15,-2 1 0 0,0 1 0 0,-1-1 0 0,1 1 0 16,-3 1 0-16,0-2 0 0,-2 1 0 0,-2-1 0 15,-2-6 0-15,1 8 0 0,-1 0 0 0,-2 0 0 16,-2-2 0-16,-3 2 0 0,0-1 0 0,-3 2 0 16,-1-1 0-16,-2-1 0 0,-3 1 0 0,-1 1 0 15,0 0 0-15,-2 1 0 0,-2-1 0 0,-1-3 0 16,-1 1-608-16,3-2-112 16,-1-1-32-16,2-2 0 0,2 0-2576 0,3-1-512 15,2-2-96-15</inkml:trace>
  <inkml:trace contextRef="#ctx0" brushRef="#br0" timeOffset="67496.57">18175 10235 34095 0,'0'0'3024'0,"0"0"-2416"16,-1 8-480-16,0 1-128 0,1 2 4608 0,-2 4 912 16,0 2 176-16,-5 4 48 0,-2 2-3744 0,0-1-736 15,-2 6-160-15,0 2-16 0,-6 5-800 0,-3 1-160 16,-2 6-128-16,-1 0 192 0,-4 2-144 0,3 4-48 15,0-5 0-15,1 2 0 0,-2-1 0 0,0 0 0 16,0-1 0-16,3 0 0 0,0-4 0 0,-5 8 0 16,2-4 0-16,3-2 0 0,2-5 0 0,2-3 0 15,1-3 0-15,3-4 0 0,2-3-256 0,3-6 0 16,0-4 0-16,4 0 0 16,5-13-1904-16,0 0-368 0,0 0-80 0,9 0-13008 15,2-3-2592-15</inkml:trace>
  <inkml:trace contextRef="#ctx0" brushRef="#br0" timeOffset="67812.09">18232 10643 11055 0,'10'-11'976'0,"0"2"-784"0,0-2-192 0,1 1 0 0,-1 3 8128 15,-1 1 1568-15,-1 1 320 0,-8 5 64 0,8 0-6272 0,-8 0-1248 16,7 8-256-16,-2 6-64 0,-3 7-1072 0,1 5-208 16,-3 4-64-16,-1 3 0 0,-3 2-640 0,1 3-256 15,-1 1 176-15,-1 0-48 0,0 1-128 0,1 0 0 16,1-1 0-16,1-1 0 0,0-2 0 0,1 1 0 15,2-2 0-15,1-3 0 0,0-3 0 0,1-4 0 16,0-3 0-16,-1-6 0 0,2-2 0 0,0-1 0 16,0-5 0-16,1 0 0 0,-5-8 0 0,0 0 0 15,0 0 0-15,0 0 0 0,7-6 0 0,0-3 0 16,1-2 0-16,0-4 0 0,-1-3 0 0,0-3 0 16,1-2 0-16,1-3 0 0,-1-2 0 0,1-3 0 15,2-3 0-15,-1-3 0 0,-1 0 0 0,2 0 0 0,-2 2 0 16,3 2 0-16,-2-2-192 0,0 4-16 15,0 1-16-15,-1 4 0 16,1-2-752-16,-2 5-160 0,-3 2-16 0,-1 3-16 16,-1 2-2320-16,-1 2-464 0,-2 3-80 0</inkml:trace>
  <inkml:trace contextRef="#ctx0" brushRef="#br0" timeOffset="68009.53">18129 10928 33167 0,'0'0'2944'0,"0"0"-2352"0,2 7-464 0,0 1-128 15,4-2 3648-15,1-1 704 0,1-1 128 16,3-1 48-16,2 1-2080 0,1-3-400 0,4-2-96 0,2 1-16 16,1-3-1216-16,2 1-240 0,2-2-48 15,0-1-16-15,0-1-256 0,-1 0-160 0,0-2 192 0,-1 0-192 0,-1 0 128 16,-1 0-128-16,0 1 0 0,-1 0 0 16,-2 1-608-16,-1 0-176 0,-1 3-48 0,-3 0 0 15,-2 0-2112-15,0 3-416 0,-2 2-96 0</inkml:trace>
  <inkml:trace contextRef="#ctx0" brushRef="#br0" timeOffset="68167.62">18664 11021 48831 0,'-6'10'2176'0,"3"-2"432"0,2 1-2096 0,-1 2-512 15,1 2 0-15,2 0 0 0,-2 2 1664 0,1 1 240 16,0 2 32-16,1 1 16 0,-1-1-864 0,3 0-192 16,0 3-16-16,0-5-16 0,1 1-688 0,0-2-128 15,1-3-48-15,-1-2 0 0,2-1 0 0,0-1 0 16,-6-8 0-16,0 0 0 15,0 0-576-15,0 0-96 0,11 0-32 0,-1-1 0 16,0-6-2560-16,0-4-512 0</inkml:trace>
  <inkml:trace contextRef="#ctx0" brushRef="#br0" timeOffset="68540.59">18781 9975 14735 0,'0'0'1312'0,"0"0"-1056"0,0 0-256 0,0 0 0 16,6 7 8208-16,0-2 1584 0,5 2 320 0,-1 0 64 15,0 3-7152-15,5 3-1424 0,3-3-304 0,3 7-48 0,1 2-432 16,1 5-96-16,2 1-16 0,1 2 0 0,2 7-432 0,-6-7-80 16,1 2-32-16,2 4 0 0,0 3-112 0,1 2-48 15,-3 6 0-15,0 3 0 0,-4 1 0 0,2 5 0 16,1 0 0-16,-1 3 0 0,-3-1 0 15,-3 0 0-15,-4-1 0 0,0 1 0 0,-2-4 0 0,-3 1 0 16,0-2 0-16,-4-2 0 0,-2 0 0 16,-1-4 0-16,0-2 0 0,-3-4 0 0,-2-3 0 0,-3 6 0 15,-1-6 0-15,-1-5 0 0,1-1 0 0,0-13 0 16,-2 4 0-16,-1-3 0 0,-1-3 0 0,-2-1 0 16,0-1 0-16,1 0 0 0,-1-4 0 0,0-1 0 15,1 0 0-15,0-2 0 0,2-1 0 0,-2 0 0 16,0-4 0-16,2 0 0 15,3-3-480-15,1 1-96 0,1-3 0 0,1-1-16544 0,5 1-3296 16</inkml:trace>
  <inkml:trace contextRef="#ctx0" brushRef="#br0" timeOffset="74233.77">12526 12906 21183 0,'0'0'1888'0,"0"0"-1504"0,0 0-384 0,0 0 0 0,0 0 6512 16,0 0 1232-16,0 0 240 0,5 5 48 0,-5-5-5472 0,12 3-1088 15,2-2-208-15,5 1-48 0,2-4-384 0,1 1-64 16,1-2 0-16,2 2-16 0,0-2-560 0,1 1-192 16,0-2 144-16,0 0-144 0,0 0-144 0,0 1-112 15,0 0-32-15,0 0 0 16,-1-1-1120-16,-3 3-240 0,-4-1-32 0,-1 2-16 16,-2 0-2288-16,-4 0-464 0</inkml:trace>
  <inkml:trace contextRef="#ctx0" brushRef="#br0" timeOffset="74397.94">12666 13102 32255 0,'0'0'2864'0,"0"0"-2288"16,0 0-576-16,0 0 0 0,0 0 3408 0,0 0 576 15,0 0 112-15,9 4 32 0,-1-3-2272 0,1 0-448 16,1-2-80-16,2 0-32 0,0-1-336 0,3 1-64 16,2-2 0-16,3 2-16 0,-1-3-672 0,2 2-208 0,1-5 128 15,2 2-128 1,1 0-896-16,1-2-256 0,0 1-32 0,1-4-22112 0</inkml:trace>
  <inkml:trace contextRef="#ctx0" brushRef="#br0" timeOffset="75454.34">13639 12705 40479 0,'0'0'1792'0,"0"0"384"0,0 0-1744 0,0 0-432 0,0-4 0 0,0-1 0 0,0 5 1264 0,0 0 160 16,0 0 48-16,0 0 0 0,-6 3 352 15,-1 6 80-15,0 0 16 0,-2 7 0 0,-3 3-880 0,0 6-160 16,-2 5-48-16,-2 3 0 0,-1 0-160 0,-1 4-32 16,-2 1-16-16,2 1 0 0,1 0-272 0,3 0-48 15,2 0-16-15,3 0 0 0,2-1-288 0,3-1 0 16,2-2 0-16,2 1 0 0,1-3 0 0,3-3 0 15,3-3 0-15,2-1 80 16,2-1-464-16,2-4-80 0,1-1-16 0,1-5 0 16,1 2-1200-16,1-4-240 0,0-2-64 0,1-4-13776 15,2-1-2768-15</inkml:trace>
  <inkml:trace contextRef="#ctx0" brushRef="#br0" timeOffset="75682.99">14081 12983 32255 0,'0'0'1424'0,"0"0"304"0,-5-5-1392 0,5 5-336 0,0 0 0 0,0 0 0 15,0 0 4576-15,0 0 848 0,0 0 160 16,-4 10 48-16,2 5-3568 0,-1 2-704 0,2-2-144 0,0 6-16 16,1 2-784-16,0-2-160 0,1 3-16 0,0-1-16 15,2-1-224-15,1-1 0 0,0-1 0 0,1-1 0 16,0 0-592-16,0-4-112 0,0 0-32 0,1-4 0 15,-1-1-1264-15,-1-5-256 0,-4-5-48 0,0 0-12576 16,0 0-2512-16</inkml:trace>
  <inkml:trace contextRef="#ctx0" brushRef="#br0" timeOffset="75959.88">14252 12699 26719 0,'0'0'1184'0,"0"0"240"0,0 0-1136 0,0 0-288 15,0 0 0-15,0 0 0 0,3 9 5248 0,-1-3 976 16,1 5 208-16,1-1 32 0,1 2-4000 0,2 1-800 16,2 1-176-16,1 2-16 0,1 2-832 0,3 2-144 15,2-1-48-15,2 1 0 0,1 1-160 0,2 0-32 16,2 0-16-16,-1 1 0 0,0 2-240 0,0-1 0 16,0 0 0-16,20 28 0 0,-26-24 0 15,-2-1 0-15,-2-1 0 0,-2 0 0 0,-2 1 0 16,-2 0 0-16,-2 0 0 0,-1 2 0 0,-3-5 0 15,-3 0 0-15,-1 1 0 0,-1-2 0 0,-1-4-192 16,-3 1 192-16,-2-2-160 16,-1-2-592-16,1-2-112 0,-1-4-32 0,1-2 0 15,2-2-1488-15,2-1-304 0,-1-1-64 0</inkml:trace>
  <inkml:trace contextRef="#ctx0" brushRef="#br0" timeOffset="76221.67">15087 12765 43599 0,'0'0'1920'0,"0"0"416"0,0 0-1872 0,0 0-464 0,-4-6 0 0,4 6 0 0,0 0 1856 0,0 0 288 15,-8 1 48-15,-1 7 16 0,-2 1-672 0,0 7-144 16,-2 5-32-16,-2 2 0 0,0 3-640 0,-2 4-128 16,-3 4-16-16,2 4-16 0,-2 0-336 0,1 2-64 15,-2-1-16-15,4 2 0 0,0-1-96 0,3 0-48 16,2-2 0-16,3-1 0 0,1-2 0 0,5-1 0 15,1-6 0-15,3-2 0 0,2-3 0 0,2-4 0 16,1-2 0-16,2-2 0 0,3-4-320 0,0 0-48 16,2-2-16-16,2-4 0 15,20-2-2016-15,-16-7 1104 0,4-3-16 16,0-3-1904-16,1-5-384 0,0 0-80 0,4-6-16 0</inkml:trace>
  <inkml:trace contextRef="#ctx0" brushRef="#br0" timeOffset="76545.92">15243 12974 36863 0,'0'0'3264'0,"-1"-4"-2608"16,1-1-528-16,0 5-128 0,0 0 3296 0,2-5 624 0,2 1 128 15,-4 4 32-15,7-3-2160 0,1 0-416 16,1 1-96-16,1 0 0 0,2 1-784 0,1 0-160 0,1 2-16 0,1 0-16 16,0 1-208-16,1-1-32 0,-2 0-16 0,2 2 0 15,-2 1-176-15,1-1 0 0,-4 2 144 0,0 1-144 16,-2 1 0-16,-1 1 0 0,-3 2 0 0,-2 0 0 15,-3 4 0-15,-3-1 0 0,-2 3 0 0,-3 0 128 16,-3 5-96-16,-3 0-32 0,-3 1 0 0,0 1 0 16,-2 1 0-16,-1 2 0 0,-1-3 0 0,2 4 0 0,-1-4 0 0,3 1 0 15,3-4 0-15,3 0 0 0,2-2 0 0,4-1 0 16,1-1 0-16,3-2 0 0,2-3 0 16,3-1 0-16,-3-1 0 0,6-2 0 0,3-1 0 0,2-2 0 15,0-1 0-15,0-3 0 0,3-3 0 0,1 0 0 16,1 0 0-16,1-4 0 15,0-3-704-15,2-2-144 0,1-3-32 0,3-3 0 16,3-3-2560-16,1-1-512 0,2 0-96 0</inkml:trace>
  <inkml:trace contextRef="#ctx0" brushRef="#br0" timeOffset="76867.31">15839 12978 16575 0,'0'0'736'0,"0"0"160"0,-5-4-720 0,-1 0-176 15,0-3 0-15,1 2 0 0,-1 1 7808 0,1 2 1520 16,5 2 304-16,-8-2 64 0,1 2-6480 0,-1 2-1296 15,0 2-256-15,0 0-48 0,-1 2-928 0,0 2-192 16,-3 1-48-16,2 3 0 0,1 1-448 0,-1 1 128 16,1 0-128-16,0 2 64 0,1 0-64 0,2-1 0 0,1 1 0 0,1-2 0 15,1 2 0-15,4-3 0 0,3 0 0 0,2 0 0 16,0-2 0-16,5-5 0 0,-1 2 0 0,4-3 0 16,2-1 0-16,1-1 0 0,0-2 0 0,1-2 0 15,2-2 0-15,-1-1 0 0,-1-1 0 16,1-2 0-16,-4 0 0 0,1-4 0 0,-2-1 0 0,-1-1 0 0,-1-1 0 15,-3 0 0-15,-1-2 0 0,-4 3 0 16,-1-3 0-16,-2 2 0 0,-2-3-160 0,-3 3 160 16,-2 2-192-16,0 0 32 0,-2 2 16 0,-2 2 0 15,-2-2-112-15,-1 3-32 0,-1 2 0 0,-5 1 0 16,0 3-992-16,-2 1-208 16,0 1-48-16,0 5 0 0,0 2-1920 0,2 5-384 0,-1 2-64 15</inkml:trace>
  <inkml:trace contextRef="#ctx0" brushRef="#br0" timeOffset="77184.56">15908 13252 39279 0,'0'0'1728'0,"6"-4"384"0,-2-3-1696 0,2 2-416 16,-2 0 0-16,-4 5 0 0,3-6 2624 0,-3 6 432 16,0 0 80-16,0 0 32 0,-5-3-1248 0,-1 1-240 15,-3 2-48-15,-3 4-16 0,-3 3-848 0,-3 2-192 16,-3 3-16-16,-1-1-16 0,0 5-320 0,0 1-64 15,0 1-16-15,1-1 0 0,1 0-96 0,3-1-48 16,3-2 0-16,2 0 0 0,3 1 0 0,3-2 0 16,2-3 0-16,2 1 0 0,5-2 0 0,2-1 0 15,3-2 0-15,3 1 0 0,2-3 0 0,1-2 0 0,2-6 0 0,2 2 0 16,3 2 0-16,-1-4-208 0,0-2 64 16,1 0 16-16,0-2-96 0,0-4-16 0,-2-1 0 15,-1-1 0-15,-2-2 16 0,-2-1 0 0,-1 0 0 0,-2-1 0 16,-2 0-32-16,-1 0-16 0,-3-1 0 0,-1 3 0 15,-1 1-544-15,-2 1-96 16,-2-2-32-16,-1 1 0 0,2-1-912 0,-2 2-176 0,-1 2-32 16,0-1-19184-16</inkml:trace>
  <inkml:trace contextRef="#ctx0" brushRef="#br0" timeOffset="77478.67">16182 13001 17503 0,'0'0'1552'0,"0"0"-1232"16,0 0-320-16,6-2 0 0,2-1 6352 0,1-1 1216 15,3 0 240-15,0 0 64 0,-2-1-4848 0,2 0-960 16,1 1-192-16,1-3-32 0,2 1-688 0,1-2-144 16,1-1-32-16,2 2 0 0,-1-3-560 0,1 2-112 15,-1 2-32-15,0 0 0 0,-3 1-80 0,0 1-32 16,-2 2 0-16,-2 2 0 0,-3 1 32 0,-1 3 16 16,-8-4 0-16,7 6 0 0,-5 4 0 0,1 1 0 15,-3 5 0-15,-3 0 0 0,-2 4-144 0,-1 1-64 16,-2 3 0-16,0 1 0 0,0 1 0 0,0 1 0 15,0-1 0-15,1-1 0 0,0 0 0 0,1-1 0 16,-1 1 0-16,2-1 0 0,1 0 0 0,0-1 0 0,-1-5 0 16,0 1 0-16,1 0 0 0,0-2-240 0,-3-3 80 15,3-1 16 1,-1-3-1136-16,0-2-208 0,0-3-48 0,5-5-14848 0,-6 4-2976 16</inkml:trace>
  <inkml:trace contextRef="#ctx0" brushRef="#br0" timeOffset="77655.42">16213 13185 43647 0,'0'0'1936'0,"0"0"400"0,0 0-1872 0,10 1-464 0,1-1 0 0,1 0 0 16,1 0 1536-16,2 0 224 0,4-1 32 0,0 0 16 0,3-2-640 0,2 1-128 16,1-1-16-16,1-1-16 0,0 0-768 15,2-2-240-15,1 0 128 0,1 0-128 16,3-2-656-16,-1-2-192 0,2-2-48 0,-3-1-14544 15,-2-1-2928-15</inkml:trace>
  <inkml:trace contextRef="#ctx0" brushRef="#br0" timeOffset="77938.69">16620 12631 23039 0,'0'0'1024'0,"0"0"192"0,0 0-960 0,0 0-256 16,5 7 0-16,3 0 0 0,2 1 5632 0,2 4 1088 15,1-2 224-15,1 5 32 0,3-1-3968 0,2 3-784 16,-2 3-176-16,2 2-16 0,2 1-1072 0,1 2-192 16,-1 1-64-16,2 0 0 0,1 1-336 0,-1 3-80 15,-2 3-16-15,-3-7 0 0,2 1-192 0,-2 2-80 16,-2 1 0-16,-2 4 0 0,-2-4 0 0,-2 3 0 16,-2-1 0-16,-1 9 0 0,-3-4 0 0,-4-4 0 0,-3-3 0 15,-2-3 0-15,0-1 0 0,-4-2 0 0,-1-2 0 0,0-2 0 16,-2-6 0-16,0 2 0 0,2-5 0 0,-2 1 0 15,1-1 0-15,0-2 0 0,-1-5 0 0,2-1 0 16,0 0 0-16,2 0-240 0,0-3 80 0,0-2 16 16,2 2-1952-16,6 0-384 0,0 0-80 0</inkml:trace>
  <inkml:trace contextRef="#ctx0" brushRef="#br0" timeOffset="78475.25">17555 12820 38927 0,'0'0'1728'0,"-3"-5"352"0,-1-2-1664 0,4 7-416 0,0 0 0 0,0 0 0 0,-5-4 2128 16,0 0 352-16,-1 3 64 0,0 2 16 15,-2 3-768-15,-1-1-128 0,-2 7-48 0,1 1 0 16,-4 8-704-16,-1 4-144 0,-2 0-16 0,0 4-16 0,-1 5-176 0,0 2-48 16,0 1 0-16,2 0 0 0,0 3-288 0,2-3-64 15,2-1-16-15,3 0 0 0,3 1-144 0,2 0 0 16,3-3 0-16,2-3 0 0,3-1 0 0,2-2 0 15,1-7 0-15,1 0 48 0,1-1-48 0,1-1 0 16,3-1 0-16,0-3 0 0,2-3 0 0,0 0 0 16,2 2 0-16,1-4 0 15,1-4-656-15,-1 0-128 0,0 0-32 16,0-3 0-16,2-1-1024 0,0-4-208 0,0-1-32 0,3-3-20736 0</inkml:trace>
  <inkml:trace contextRef="#ctx0" brushRef="#br0" timeOffset="78949.21">17830 13043 51311 0,'0'0'2272'0,"-3"-5"480"0,-2-3-2208 0,2 3-544 16,3 5 0-16,0 0 0 0,0 0 1232 0,4-5 144 16,-4 5 32-16,7-6 0 0,2-2-576 0,2 5-128 0,3 0 0 15,1 0-16-15,2 1-528 0,3 0-160 0,2-1 0 0,1 1 144 16,1 1-144-16,-1 0 0 0,1 2 0 0,-2-1 0 15,-3 0 0-15,0 0 0 0,-4 4 0 0,-2-3 0 16,-2 0 0-16,-3 1 0 0,-8-2 0 0,0 0 0 16,0 0 0-16,0 0 0 0,-2 8 0 0,0 2 0 15,-4-1 0-15,-1 0 0 0,-2 0 0 0,-1 0 0 0,-1 2 0 16,-2-1 0-16,-2 3 0 0,1-1 0 0,0-1 0 0,2 0 0 16,0 1 0-16,2-2 0 0,-1 1 0 15,2-2 0-15,0 0 0 0,3 2 0 0,2-5 0 0,2 2 0 16,1 1 0-16,2-2 0 0,1 0 0 0,3 0 0 15,3 1 0-15,-1-3 0 0,1 0 0 0,0 0 0 16,1 1 0-16,2-1 0 0,-1 0 0 0,2 0 0 16,0 0 0-16,1 2 0 0,0-1 0 0,-2 1 0 15,0 0 0-15,-1 0 0 0,-1 1 0 0,0 0 0 16,-1 1 0-16,-1-2 0 0,-2 2 0 0,-1-1 0 16,-4-8 0-16,1 9 0 0,-2 1 0 0,-2-2 0 15,-2-2 0-15,-3 4 0 0,-3-4 0 0,-2 1 0 16,-3-1 0-16,-2 2 0 0,-3-2 0 0,-1 1 0 15,-3 0 0-15,1-2 0 0,0-1 0 0,1 0 0 16,3-1 0-16,1 0 0 16,4-3-736-16,2-1-144 0,2-1-16 0,5-1-16 15,3-5-2672-15,4-1-544 0</inkml:trace>
  <inkml:trace contextRef="#ctx0" brushRef="#br0" timeOffset="79277.5">18444 13072 35007 0,'0'0'3120'0,"0"0"-2496"0,0 0-496 0,0 0-128 16,-7 5 3840-16,1 4 768 0,-3-1 128 0,-1 4 48 16,0-1-2736-16,-2 4-560 0,-1 2-96 0,-1 1-32 15,0-1-672-15,-1 1-144 0,2 2-32 0,3 0 0 16,1-3-368-16,1 3-144 0,0-2 0 0,5 0 0 16,3-1 0-16,3-2 0 0,1-4 0 0,4 1 0 0,3-1 0 0,4-4 0 15,0 0 0-15,2-3 0 0,0-2-256 0,2 1-32 16,-1-3-16-16,0-4 0 0,-1-1-16 0,0-2-16 15,0 1 0-15,-1-2 0 0,-2-4 128 0,-1 1 16 16,-1-1 16-16,-3 0 0 0,-1-2 176 0,-1 0-128 16,-3-2 128-16,-1 2-128 0,-2-1 128 0,-1 0 0 15,-1-2 0-15,-2 4 0 0,-1-3 0 0,-1 2-160 16,-1-3 160-16,-2 2 0 0,-1 1-288 0,-2 1 48 16,0 0 16-16,-2 1 0 15,1 4-704-15,0 2-144 0,-1 1-16 0,1 1-16 16,2 1-640-16,1 3-128 0,1 1-32 0,3 1 0 15,5-2-1584-15,0 0-320 0,0 0-64 0</inkml:trace>
  <inkml:trace contextRef="#ctx0" brushRef="#br0" timeOffset="79590.21">18779 13095 21183 0,'13'-1'1888'0,"-13"1"-1504"0,0 0-384 0,0 0 0 16,0 0 5440-16,0 0 1008 0,0 0 208 0,0 0 32 15,0 0-3280-15,0 0-656 16,-5 8-128-16,-3 2-16 0,-3 3-1264 0,0 1-256 0,-1 1-64 0,-1 3 0 15,-2-4-672-15,1 3-144 0,1-1-16 0,0 1-16 16,1 1-128-16,3-1-48 0,3 0 0 0,0-3 0 16,4 2 0-16,2-3 0 0,2 1 0 0,5-2 0 15,2 0 0-15,3-3 0 0,2-2 0 0,4-2 0 16,5 0 0-16,0-2-240 0,1-3 80 0,2-3 16 16,0 0-240-16,-2-1-64 15,0-1 0-15,-2-1 0 0,-2-1 128 0,-3-2 0 0,-2-1 16 0,-2-2 0 0,-2 0 304 0,-2-1-160 16,-3 0 160-16,0 0-128 0,-4 0 128 0,1 0 0 15,-2 0 0-15,-1 0 0 0,-3-1 0 16,0 1 0-16,-1-3 0 0,-2 3 128 0,0-1-272 0,-1-1-48 16,1 0-16-16,-1-1 0 15,1 0-2144-15,-1 1-416 0,1-1-96 0,2-1-16 0</inkml:trace>
  <inkml:trace contextRef="#ctx0" brushRef="#br0" timeOffset="79858.96">19011 12615 32255 0,'0'0'2864'0,"6"7"-2288"15,3 3-576-15,3 2 0 0,3 2 3024 0,1-1 496 16,4 2 112-16,2 0 16 0,2 2-1216 0,-1 3-256 16,3 3-32-16,3 2-16 0,1 1-1104 0,1 2-240 0,0 2-32 0,1 1-16 15,0 1-192-15,-3 0-32 16,-2 3-16-16,-3 1 0 0,-3 2-128 0,-2 0-32 0,-2 0 0 0,-2 1 0 15,-5 3-208-15,-2-2-128 0,-4 1 160 0,-2-2-32 16,-3-3-128-16,-3-3 0 0,-2-2 0 0,-4-2 0 16,0-1 0-16,-2 0 0 0,-1-3 0 15,0-2 0-15,0-3 0 0,-1-2 0 0,0-1 0 0,-1-3 0 16,1-3-192-16,-1-2-48 0,2 0 0 0,0-1-17088 16,2-4-3408-16</inkml:trace>
  <inkml:trace contextRef="#ctx0" brushRef="#br0" timeOffset="80340.83">19846 12699 21183 0,'0'0'1888'0,"6"-4"-1504"0,-6 4-384 0,0 0 0 16,0 0 6272-16,0 0 1200 0,0 0 224 0,0 0 48 0,0 0-5232 0,6 8-1040 16,-2 5-224-16,0 4-32 0,0 4-48 0,0 6 0 15,0 3 0-15,0 3 0 0,-2 0-688 0,2 4-144 16,0-1-16-16,1 4-16 0,2-4-304 0,-1-1 160 15,1-1-160-15,-1 0 128 0,1-4-80 0,-2-4-48 16,0 0 0-16,1-2 0 0,-3-2-208 0,1-4-48 16,-1-5 0-16,0-1 0 15,-1-3-1040-15,1-3-224 0,-3-6-32 0,0 0-14704 16,0 0-2944-16</inkml:trace>
  <inkml:trace contextRef="#ctx0" brushRef="#br0" timeOffset="80717.5">20142 13001 48383 0,'0'0'2144'0,"0"0"432"0,0 0-2064 0,0 0-512 16,8 3 0-16,0 1 0 0,-1 1 1296 0,-1 3 160 15,1 4 16-15,-2 1 16 0,0 2-144 0,0 3-16 16,0 3-16-16,1 2 0 0,-2 0-928 0,0-1-192 0,-1 0-48 16,1 0 0-16,0 1-96 0,0-3-48 0,0 1 0 0,0-2 0 15,0-4 0-15,-1 0 0 0,0-6 0 0,0 0 0 16,-2-1 0-16,-1-8 0 0,0 0 0 0,0 0 0 15,0 0 0-15,0 0 0 0,0 0 0 0,0 0 0 16,6-7 0-16,-1-1 0 0,0-3 0 0,2-4 0 16,-1 0 0-16,2-5 0 0,1-1 0 0,3-2 0 15,-1-2 0-15,4-1 0 0,0-2 0 0,2 2 0 16,2 0 0-16,-1 2-192 0,-1 4 192 0,0 2-208 0,0 3 208 16,0 5 0-16,0 1-160 0,-3 4 160 0,-1 2 0 0,-1 4 0 15,-3 5 0-15,0 4 0 0,-1 0 176 0,-4 6-48 16,0 2-128-16,0 4 192 0,-2 1-128 15,-1 0-64-15,-1 2 0 0,0 0 0 0,0-1 0 0,0 1 0 16,2 0 0-16,-2 1 0 0,1-5 0 0,0-2 0 16,1-2 0-16,0-1 0 15,1-3-1056-15,1-4-208 0,0-1-32 0,-4-8-16 16,6 5-3264-16,2-3-656 0</inkml:trace>
  <inkml:trace contextRef="#ctx0" brushRef="#br0" timeOffset="81101.99">21691 12267 30399 0,'0'0'2704'16,"3"-6"-2160"-16,-3 6-544 0,1-8 0 0,0 1 4480 0,-1 7 800 15,0 0 160-15,0 0 16 0,-3-5-3072 0,-3 3-608 0,-1 2-128 0,-1 2-32 16,-1 3-768-16,-2 3-144 0,-2 3-48 0,-3 3 0 15,-2 4-384-15,-1 2-80 0,-2 6 0 0,-3 4-16 16,0 2-176-16,-4 8 0 0,-2 3 0 0,-1 5 0 16,-2 4 0-16,-1 4 0 0,2 5 0 0,-3 2 112 15,-1 1-112-15,4 4 0 0,-1-1 0 0,3 4 0 16,3 2 0-16,2 0 0 0,2 2 0 0,3-3 0 16,2-3 0-16,3-1 0 0,4-3 0 0,0 2 0 0,3-2 0 15,2-3 0-15,2 0 0 0,1-6 0 0,3-3 0 0,2-1 0 16,2-3 0-16,0-4 0 0,1 0 0 0,1-5 0 15,2-2 0-15,1-2 0 0,0-2 0 0,2-3 0 16,-1-2 0-16,1-4 0 0,-1-4 0 0,1-2 0 16,-1-3 0-16,0-4 0 0,1-3 0 0,-1-5 0 15,1-3 0-15,-1-2 0 16,1-6-640-16,-1-3-112 0,2-5-16 0,1-1-24672 16</inkml:trace>
  <inkml:trace contextRef="#ctx0" brushRef="#br0" timeOffset="81723.03">21959 12720 21183 0,'0'0'944'0,"2"-11"192"16,2 1-912-16,0-1-224 0,-3 1 0 0,3-2 0 0,-1 2 5008 0,1-1 960 16,0 2 192-16,-3 1 48 0,0 2-3200 0,-1-1-640 15,0 1-128-15,0 6-32 0,0 0-864 0,-4-4-160 16,4 4-32-16,-9 4-16 0,-1 2-448 0,-2 2-96 15,-2 5-16-15,-2 4 0 0,0 3-160 0,-1 4-32 16,2 3-16-16,-1 1 0 0,2 4-272 0,1-2-96 16,1-2 0-16,4 0 0 0,3-4 0 0,4 2 0 15,3-3 0-15,3-3 0 0,3 1 0 0,3-4 0 16,2-1 0-16,2-3 0 0,2-3 0 0,2-1 0 16,0-5 0-16,2-1 0 0,0-3 0 0,0 0 0 15,-2-5 0-15,0 0 0 0,-2-5 0 0,-2 0-240 16,-3-2 80-16,0-1 16 0,-2-1 144 0,-2-3-208 0,-2-1 80 15,0-3 128-15,-2-1-256 0,-2-2 80 0,-3-1 16 16,-2-1 0-16,1 3-160 0,-4-2-16 0,0 2-16 0,-1 4 0 31,0 1-928-31,-3 4-176 0,-1 1-32 0,-1 4-16 16,0 1-784-16,0 4-144 0,-1 3-48 0,2 1-11088 0,0 0-2208 0</inkml:trace>
  <inkml:trace contextRef="#ctx0" brushRef="#br0" timeOffset="81889.25">22324 12764 28559 0,'0'0'2544'0,"0"0"-2032"16,-2 10-512-16,0 0 0 15,-1 1 4736-15,0 1 832 0,-2 2 192 0,0-1 16 0,0 0-3680 0,1-3-752 16,0 0-128-16,0-2-48 0,1 1-816 0,1 0-160 16,2-9-48-16,0 8 0 15,0-8-1840-15,0 0-368 0,5 6-80 0,-5-6-19760 0</inkml:trace>
  <inkml:trace contextRef="#ctx0" brushRef="#br0" timeOffset="82216.48">22767 12532 46879 0,'0'0'2080'0,"0"0"416"0,4-5-1984 0,-4 5-512 15,5-6 0-15,-5 6 0 0,5-6 1456 0,-5 6 192 16,0 0 32-16,0 0 16 0,0 0-384 0,0 0-80 15,0 0-16-15,0 0 0 0,0 0-752 0,0 0-144 16,0 0-48-16,-5 6 0 0,-2 5-112 0,0-1-32 0,-4-1 0 16,1 3 0-16,-1 4-128 0,1-2 0 0,-3 2 144 15,-1-3-48-15,-1 0-96 0,1 1 0 0,-1 2 0 0,2-3 0 16,0 1 0-16,0-1 0 0,2-1 0 0,2 0 0 16,1-2 0-16,1-1 0 0,2 0 0 0,1-1 0 15,1 1 0-15,2-2 0 0,1-7 0 0,1 9 0 16,2-1 0-16,1-2 0 0,-4-6 0 0,9 7 0 0,2-1 0 15,0 1 0-15,2-2 0 0,2-1 0 0,0-3 0 16,2 1-208-16,0-1 64 0,3-2 16 16,-1-3-384-16,1 0-80 0,-2 0-16 15,2-1 0-15,0-3-1088 0,0 1-224 0,-3-3-32 0,-1 1-13552 16,-2 0-2720-16</inkml:trace>
  <inkml:trace contextRef="#ctx0" brushRef="#br0" timeOffset="82425.89">22822 12537 21183 0,'0'0'1888'0,"0"0"-1504"16,0 0-384-16,0 0 0 0,-3 5 5744 0,-1 4 1072 15,-1 2 224-15,1 2 32 0,0 3-4272 0,1 2-864 16,1 3-160-16,-1 1-48 0,-1 1-320 0,2 3-80 16,-1-1-16-16,0 3 0 0,1-1-880 0,-1-4-176 15,2 0-48-15,1 0 0 0,0-1-208 0,1-2 0 16,1-3 0-16,0-3 0 15,1-1-640-15,1-1-192 0,1-3-16 0,0-3-16 16,2 1-1760-16,-7-7-368 0,9 0-64 0,0 0-18448 0</inkml:trace>
  <inkml:trace contextRef="#ctx0" brushRef="#br0" timeOffset="82871.39">23024 12604 4607 0,'9'-11'192'0,"-9"11"64"0,4-5-256 0,0-3 0 0,1 0 0 0,0 1 0 16,2 0 10304-16,0 0 2032 0,0 2 400 0,1 1 64 15,1-1-8944-15,0 4-1792 0,0-3-352 0,2 1-80 16,-1 2-928-16,0 1-192 0,1-1-48 0,-1 1 0 0,1 0-256 16,-1 1-48-16,2 0-16 0,-2 2 0 0,-2 1-144 0,0-3 0 15,-2 4 144-15,0-2-48 0,-6-3-96 0,0 0 0 16,4 8 0-16,-3 0 0 0,-2 1 0 0,-3 0 0 16,-3 1 0-16,-1 2 0 0,-3 0 0 0,-1 3 0 15,0-3 0-15,0 1 0 0,-1-1 0 0,2 0 0 16,-1-1 0-16,0 2 0 0,2-2 0 0,2 1 0 15,0-1 0-15,2 0 0 0,0-2 0 0,4-1 0 16,0-1 0-16,2-7 0 0,2 11 0 0,0-5 0 16,2 1 0-16,1-1 0 0,2 0 0 0,2-1 0 15,2 1 0-15,0-3 0 0,1 1 0 0,1-4 0 16,3 3 0-16,-2-1 0 0,0-1 0 0,-1 1 0 16,0-2 0-16,-1 1 0 0,-1 2 0 0,-1 1 0 15,-2 1 0-15,0-1 0 0,-2 1 0 0,-6-5 0 16,3 6 0-16,-2 1 0 0,-1-7 0 0,-1 9 0 15,-3 0 0-15,-3 0 0 0,-2 0 0 0,-1 1 0 16,-3-3 0-16,-3 3 0 0,-2 0 0 0,0-2 0 16,-1-2 0-16,0 1 0 0,-2-1 0 0,0 0 0 0,-1 0 0 15,1-2 0-15,3 0 0 0,0-1 0 0,2-1 0 16,3-1 0 0,2 1-816-16,4-2-144 0,0-2-48 0,3 1 0 15,4 1-1744-15,0 0-336 0,5-6-80 0,3-4-18256 0</inkml:trace>
  <inkml:trace contextRef="#ctx0" brushRef="#br0" timeOffset="83158.67">23488 12524 19343 0,'10'-9'1728'0,"-10"9"-1392"0,5-7-336 0,1 2 0 0,-1 1 6208 0,1-1 1152 16,1 1 256-16,-7 4 32 0,6-2-4624 0,-6 2-912 16,0 0-192-16,0 0-48 0,7 5-496 0,-2 1-96 15,-1 3-32-15,-1 3 0 0,-1-1-816 0,1 0-176 16,-3 2-16-16,-1 2-16 0,-1 0-160 0,1 2-64 15,-2 3 0-15,1-1 0 0,-1 2 0 0,1 0 0 16,2 1 0-16,-3 2 0 0,0 1 0 0,1 2 0 16,-1-2 0-16,0-1 0 0,1 0 0 0,-1-3 0 15,1-2 0-15,-1 0 0 0,0-4 0 0,2 0 0 16,0-2 0-16,0-2 0 0,-1 1 0 0,1-1 0 16,0-2 0-16,2-2 0 0,-1-7 0 0,0 7 0 15,0-7 0-15,0 0 0 0,0 0 0 0,0 0 0 16,0 0 0-16,0 0 0 15,0 0-752-15,0 0-144 0,0 0-16 0,0 0-16000 0,0 0-3200 16</inkml:trace>
  <inkml:trace contextRef="#ctx0" brushRef="#br0" timeOffset="84366.11">21883 13336 12895 0,'0'0'1152'0,"-8"-4"-928"0,0 0-224 0,-1 2 0 0,0-2 5920 0,0 0 1136 16,-2 0 240-16,2 2 32 0,1-1-3920 0,2 0-784 15,1 2-144-15,5 1-48 0,0 0-480 0,0 0-96 16,0 0-32-16,0 0 0 0,8-1-912 0,3-1-176 16,4 2-32-16,4 0-16 0,5 2-304 0,3-1-64 15,6-1-16-15,4 0 0 0,5 0-112 0,3 0-32 16,1-1 0-16,7-2 0 0,5 1-160 0,5-1 0 16,3 2 144-16,3-3-48 0,2 1-96 0,1-3 0 15,1 0 0-15,1 1 0 0,0 1 0 0,0 2 0 16,-1 0 0-16,-5 1 0 0,-6 0 0 0,-6 2 0 15,-6-1 0-15,-4 1 0 0,-6-1 0 0,-6 0 0 16,-4 0 0-16,-4 2 0 0,-3-1 0 0,-5 0 0 16,-4 1 0-16,-2-1 0 0,-4 0 0 0,-8-1 0 15,0 0 0-15,0 0 0 0,0 0 0 0,0 0 0 16,0 0 0-16,0 0 0 16,0 0-832-16,0 0-144 0,-7 1-48 0,-1 3-15824 0,-5-2-3184 15</inkml:trace>
  <inkml:trace contextRef="#ctx0" brushRef="#br0" timeOffset="85014.41">21363 13832 51087 0,'0'0'2256'15,"0"0"480"-15,-7 2-2192 0,1 2-544 0,-1 3 0 0,-1-1 0 0,1 6 1120 0,-3 2 112 16,1 1 32-16,0 2 0 0,-3 2-272 0,2 3-48 16,-2 1-16-16,2 1 0 0,1 2-736 0,0-1-144 15,-2-1-48-15,3 0 0 0,0 0 0 0,2-1 0 16,1-2 0-16,2-1 0 0,1-1 0 0,0-3 0 16,2-2 0-16,3-1 0 15,1 0-960-15,4-4-192 0,-1-1-48 0,3-2-15552 16,1-3-3104-16</inkml:trace>
  <inkml:trace contextRef="#ctx0" brushRef="#br0" timeOffset="85168.81">21636 14150 49695 0,'0'0'2208'0,"0"0"448"0,0 0-2128 0,-5 6-528 16,0 1 0-16,1-1 0 0,0 1 1280 0,0 1 160 0,2 1 32 15,-1-3 0-15,1 1-704 0,-1-1-128 0,2 1-16 16,1-7-16-1,0 0-848-15,1 10-160 0,-1-10-48 0,5 7 0 16,3-6-1920-16,2 2-400 0,1-3-80 0</inkml:trace>
  <inkml:trace contextRef="#ctx0" brushRef="#br0" timeOffset="85440.25">22091 13833 43311 0,'0'0'3840'0,"0"0"-3072"15,0 0-608-15,0 0-160 0,0 0 2368 0,0 0 448 16,0 0 96-16,0 7 16 0,-1 0-1392 0,1 4-256 16,0 1-64-16,-1 4-16 0,-2 3-944 0,1 0-256 15,-1 1 0-15,-1 2 0 0,0 3 240 0,2 0-48 16,-2 2 0-16,-1 0 0 0,-1-3-192 0,1 2 0 16,1-3 0-16,0 1 128 0,-1-3-128 0,1-1 0 15,-1 1 0-15,1-2 0 0,0-1 0 0,0-5 0 16,0 0 0-16,2-3 0 0,-1-1-208 0,0-1 16 15,3-8 0-15,0 0 0 16,0 0-1504-16,0 0-288 0,0 0-64 0,0 0-13968 16,10-2-2800-16</inkml:trace>
  <inkml:trace contextRef="#ctx0" brushRef="#br0" timeOffset="85774.09">22653 13815 31327 0,'0'0'1392'0,"0"0"272"0,0 0-1328 0,0 0-336 0,0 0 0 16,0 0 0-16,4-5 4992 0,-4 5 912 0,0 0 192 0,0 0 48 16,0 0-3824-16,0 0-752 0,0 0-160 0,0 0-16 15,-5 6-992-15,-1 1-192 0,-2 2-32 0,-1-1-16 16,-1 2-112-16,0 2-48 0,0 1 0 0,-2-2 0 16,-1 3 0-16,-3 0 0 0,1 0 0 0,-4-1 0 0,1 2 0 0,0-2 0 15,0-2 0-15,1 1 0 0,0 0 0 0,1 1 0 16,3 1 0-16,0-2 0 0,0-2 0 15,2 1 0-15,2-3 0 0,3 1 0 0,1-1 0 0,1-2 0 16,4-6 0-16,1 7 0 0,0-1 0 0,3 1 0 16,1 0 0-16,3-1 0 0,3-4 0 0,0 1 0 15,4-1 0-15,0 0 0 0,4-2 0 0,0 0 0 16,2 0 0-16,1 0 0 0,0-3 0 0,1-1 0 16,-1 0 0-16,1 0 0 15,1-1-368-15,-3-1-64 0,-2-1-16 0,-1 1 0 16,1-2-1168-16,-2-1-240 0,-3-2-64 0,-1 2-13920 15,-1 0-2784-15</inkml:trace>
  <inkml:trace contextRef="#ctx0" brushRef="#br0" timeOffset="85974.63">22656 13838 28559 0,'0'0'2544'0,"0"0"-2032"16,0 0-512-16,0 0 0 0,0 0 3968 0,-1 8 704 15,-2 2 144-15,2 2 32 0,-1-1-1840 0,1 3-384 16,-1 2-64-16,-1 2 0 0,0 3-1344 0,1-2-272 15,-1 2-48-15,1 1-16 0,-1-1-560 0,0 1-128 0,2 2 0 0,0-5-16 16,-1 1-128-16,2-1-48 0,2 0 0 16,-1-2 0-16,2 0-144 0,-1-3-32 0,1 0 0 0,1-6 0 31,1-1-896-31,-5-7-176 0,8 5-32 0,1-3-16 0,3 0-2912 0,1-5-576 0</inkml:trace>
  <inkml:trace contextRef="#ctx0" brushRef="#br0" timeOffset="86288.11">23067 13845 7359 0,'0'0'656'0,"2"-7"-528"16,1-2-128-16,-3 9 0 0,2-8 9344 0,-2 8 1856 16,2-5 352-16,-2 5 80 0,0 0-7696 0,0 0-1536 15,0 0-304-15,0 0-64 0,-8 3-1088 0,0 3-224 16,-2 1-32-16,-1 6-16 0,0-2-544 0,-1 3-80 16,0-1-48-16,2 1 0 0,-1 2 0 0,3-1 0 15,2 0 0-15,1-1 0 0,3 0 0 0,2-1 0 16,2 0 0-16,0-4 0 0,4 1 0 0,1-1 0 15,4 0 0-15,0-3 0 0,3 1 0 0,0-3 0 16,0-3 0-16,2-1 0 0,1 0 0 0,-2 0-192 16,0-3 192-16,-1-2-160 0,-1-1 16 0,0-2 0 15,2-1 0-15,-2-2 0 0,0-2-32 0,-3 0 0 16,-1-1 0-16,-1 0 0 0,-1-1-128 0,-2 1-16 16,-3 0-16-16,0 1 0 15,-2-1-192-15,-2 3-48 0,0 2 0 0,-3 1 0 16,-3 1-272-16,-4 5-64 0,-2 0-16 0,-3 4 0 15,-3-1-1376-15,-2 3-288 0,-3 2-48 0,0 2-17312 0</inkml:trace>
  <inkml:trace contextRef="#ctx0" brushRef="#br0" timeOffset="86614.05">23146 14141 24879 0,'0'0'2208'0,"8"-4"-1760"0,-3-1-448 0,2-2 0 0,-1-1 4352 16,-1 2 800-16,1-1 160 0,-2 3 16 0,-3-4-2224 0,-1 8-448 15,0 0-96-15,0 0 0 0,0 0-1152 0,-7-2-240 16,0 2-32-16,-4 2-16 0,-3 2-560 0,-3 3-112 16,-3 1-32-16,-2 2 0 0,-3 2-288 0,2 1-128 15,1 3 0-15,1-3 128 0,1 0-80 0,5 0-48 16,2 0 0-16,2-3 0 0,5-1 0 0,3 0 0 16,3 2 0-16,4-2 0 0,3-1 0 0,3-2 0 15,3 0 0-15,4-3 0 0,4 1 0 0,2-2 0 16,3-2 0-16,-1-2 0 0,1 0-256 0,2-2 48 15,-1-1 16-15,-1-1 0 0,-1-5 0 0,0-1 0 16,-2-1 0-16,-1-3 0 0,-1 1-16 0,-1-2 0 16,-3-2 0-16,-3 1 0 0,-1 0-80 0,-3 0-16 15,-3-1 0-15,-2 0 0 16,-2-1-464-16,-1 1-112 0,0-5-16 0,-2 3 0 16,-2 2-1312-16,1-3-272 0,0-4-48 0,1-4-16 0</inkml:trace>
  <inkml:trace contextRef="#ctx0" brushRef="#br0" timeOffset="87031.26">24001 12057 47567 0,'0'0'2112'0,"0"0"432"16,0 0-2032-16,7 2-512 0,2 2 0 0,3 5 0 0,2-1 608 0,3 2 32 16,1 3 0-16,3 3 0 0,0 3 704 0,6 6 128 15,0 2 48-15,0 5 0 0,0 3-800 0,1 5-144 16,-2-3-48-16,0 6 0 0,0 6-192 0,-1 2-32 16,-2 5-16-16,-6-4 0 0,0 3-160 0,-4 6-128 15,-3 6 144-15,-2 2-144 0,-2 4 0 0,-4 3 128 16,-2 3-128-16,-1-1 0 0,-4 3 0 0,-2-1 0 15,-1 1 128-15,-1-3-128 0,-4-1 0 0,-1-3 0 0,-3-1 0 16,-1-5 0-16,-3-4 128 0,-5 9-128 16,-2-7 0-16,2-7 144 0,-1-8-96 0,2-4-48 15,-2-6 0-15,2-7 0 0,1-4 0 0,2-5 0 16,7-7 0-16,-2-1 0 0,0-1 0 0,2-6 0 16,4 2 0-16,0-3 0 0,2-2 0 0,1-2 0 15,2 1 0-15,-2-3 0 0,1 1 0 0,7-4 0 16,0 0 0-16,0 0 0 15,-4-7-1072-15,3 1-208 0,1-5-32 0,7-7-23584 0</inkml:trace>
  <inkml:trace contextRef="#ctx0" brushRef="#br0" timeOffset="89530.21">25385 13150 18431 0,'0'0'1632'0,"0"0"-1312"0,-2-7-320 0,2 7 0 16,2-6 7056-16,-2 6 1344 0,4-7 272 0,-4 7 48 16,6-5-6544-16,2 3-1296 0,1-2-272 0,3 4-48 15,2 1 192-15,2 2 32 0,2-1 16 0,3 2 0 16,1 0-416-16,2 1-64 0,-1 2-32 0,2-2 0 16,0 0-112-16,-1-1-32 0,0 0 0 0,-1 0 0 15,1 1-144-15,-3-4 0 0,-3 2 0 0,-1 1 0 16,0 0-1536-16,0 0-192 0,-2-2-48 0,0 1-13776 15,-4 0-2768-15</inkml:trace>
  <inkml:trace contextRef="#ctx0" brushRef="#br0" timeOffset="89696.87">25481 13370 24879 0,'-2'-2'2208'0,"-1"-1"-1760"16,3 3-448-16,0 0 0 0,0 0 6528 0,0 0 1232 15,3-4 240-15,2 1 64 0,1 0-6208 0,5-3-1248 16,4 2-240-16,5-1-48 0,2-1-48 0,3-1 0 15,4-1 0-15,3 2 0 0,5-1-432 0,2 0-96 16,1-3 0-16,2 0-16 16,1 0-2032-16,-1-1-416 0,-2-1-80 0,-1-1-18832 0</inkml:trace>
  <inkml:trace contextRef="#ctx0" brushRef="#br0" timeOffset="89962.52">26211 13123 4607 0,'0'0'400'0,"-8"-3"-400"0,-1 0 0 0,0 1 0 16,1-1 10976-16,1 3 2112 0,0 0 416 0,0 0 96 15,7 0-10384-15,0 0-2064 0,0 0-432 0,0 0-80 16,0 0-48-16,0 0-16 0,0 0 0 0,7 8 0 16,2 1-448-16,3-1-128 0,2 0 0 0,4-1 0 0,3 1 0 0,3 4 0 15,2-5 0-15,0 0 0 0,-1 0 0 0,-1-1 0 16,0 1 0-16,-2 2 0 0,-2-5 0 0,-3 2 0 16,-2 1 0-16,-2 0 0 0,-4-1 0 15,-1-2 0-15,-1 1 0 0,-7-5 0 0,0 0 0 0,0 8 0 16,-2 0 0-16,-1-2 0 0,-3 1 0 15,-2-1 0-15,-3 1 0 0,-2 1 0 0,-2 1 0 0,-2-1 0 16,-2-3 0-16,-1 3 0 16,-1 0 0-16,-1 1 0 0,-1 1 0 0,2-3 0 15,1 0-832-15,3 1-144 0,2 0-32 16,2-1-15536-16,2-1-3104 0</inkml:trace>
  <inkml:trace contextRef="#ctx0" brushRef="#br0" timeOffset="90427.84">26562 13484 43311 0,'0'0'1920'0,"0"0"384"0,-7-6-1840 0,2 3-464 16,5 3 0-16,0 0 0 0,0 0 3104 0,0 0 528 0,0 0 96 16,0 0 32-16,0 0-2544 0,0 0-496 0,5-4-96 0,3 0-32 15,1 1-464-15,4 3-96 0,2 0-32 0,2 3 0 16,0 1 0-16,1-3 0 0,0 0 0 0,0 3 0 15,1 3 0-15,-1-5 0 0,-2 2 0 0,-2-3 0 16,-2 3 0-16,-2 2 0 0,-2-1 0 0,-3-1 0 16,-5-4 0-16,0 0 0 0,0 8 0 0,-1-2 0 15,-3 1 0-15,-1 2 0 0,-2 1 0 0,-2 1 0 16,-3-2 0-16,1-2 0 0,0 3 0 0,1 0 0 0,-1 2 0 16,1-2 0-16,1 1 0 0,2-2 0 0,2-1 0 15,1-1 0-15,3 3 0 0,1-1 0 0,2-3 0 16,4 2 0-16,0-1 0 0,3-2 0 0,3 0 0 0,1 1 0 15,1 1 0-15,2-2 0 0,1 2 0 0,1-3 0 16,0 0 0-16,1-1 0 0,-4 3 0 0,1-4 0 16,0 5 0-16,-3-2 0 0,-3 0 0 0,-1 2 0 15,-1-1 0-15,-3 1 0 0,-2-1 0 0,-3 5 0 16,-3-3 0-16,-1 2 0 0,-2 2 0 0,-3 1 0 16,-3 0 0-16,-2 0 0 0,-3-1 0 0,-2-1 0 15,0 1 0-15,-1 0 0 0,-1-2 0 0,2-1 0 16,-2-1 0-16,1 1 0 15,2-2-576-15,3-1-96 0,0-2-32 0,4-1 0 16,1-2-1472-16,3-1-288 0,1-2-64 0,4-4-20016 0</inkml:trace>
  <inkml:trace contextRef="#ctx0" brushRef="#br0" timeOffset="90939.7">27219 13079 4607 0,'8'-10'192'0,"-8"10"64"0,2-6-256 0,-2 6 0 0,0 0 0 0,0 0 0 16,0 0 10384-16,0 0 2032 0,0 0 416 0,0 0 80 16,2 9-9072-16,-1 5-1792 0,0 3-384 0,1 4-64 15,-1 2-896-15,0 2-176 0,1 2-32 0,-1 3-16 0,1 4-288 16,1 3-64-16,0 1-128 0,2-1 192 0,1-4-128 0,2 0-64 16,0-3 0-16,0-3 0 0,0 2 0 0,1-6 0 15,-1-2 0-15,-1-3 0 0,3 0 0 0,-3-3 0 16,0-5 0-16,-2 1 0 0,0-5 0 15,-5-6 0-15,0 0 0 0,0 0 0 0,7-4 0 0,-2-2 0 16,0-2 0-16,-1 0 0 0,-1-4 0 0,-1 1 0 16,2-6 0-16,0-2 0 0,0-1 0 15,0-4 0-15,1-2 0 0,2-3 0 0,-1-2 0 0,3-4 0 16,2 0 0-16,-1 2 0 0,1 1 0 0,-1 3 0 16,1 4 0-16,-2 4 0 0,-1 6 0 0,-1 3 0 15,0 4 0-15,-1 4 0 0,-6 4 0 0,8 4 0 16,0 5 0-16,-1 4 0 0,-1 4 0 0,1 7 0 0,-1 0 0 0,1 5 0 15,-1 1 0-15,1 0 0 16,1 0 0-16,1-3 0 0,1-6 0 0,1 0 0 16,0 0 0-16,2-4 0 0,-1-4 0 0,1 0 0 15,1-1 0-15,-1-2 0 0,-1-3 0 0,0-3 0 16,0 2 0-16,-2-3 0 0,0-3 0 0,0-3 0 16,-3 0 0-16,1-2 0 0,-1-1 0 0,-1-5 0 0,0 0 0 15,-3 0 0-15,1-5 0 0,-1 2 0 0,0-3 0 0,-1-2 0 16,1-1 0-16,-1-3 0 0,1-5 0 0,0 1 0 15,-1-2-384 1,1-1-64-16,-2 2 0 0,-1 0-16 16,-2 2-1584-16,-1 1-320 0,-2 1-64 0,-3-1-20608 0</inkml:trace>
  <inkml:trace contextRef="#ctx0" brushRef="#br0" timeOffset="91124.11">27083 12937 53903 0,'0'0'2384'0,"0"0"496"0,0 0-2304 0,0 0-448 16,11-1-128-16,1 1 0 0,-1 0 496 0,4 1 80 16,3-1 0-16,4 0 16 0,4 0-112 0,3 0-32 15,1 3 0-15,5-3 0 0,0-3-448 0,3 3 0 16,0-1 0-16,0-2 0 16,-1-2-1472-16,1-3-192 0,-4-1-48 0,0-1-14272 15,-3 1-2848-15</inkml:trace>
  <inkml:trace contextRef="#ctx0" brushRef="#br0" timeOffset="91259.76">27798 12797 11055 0,'0'0'976'0,"0"0"-784"16,0 0-192-16,0 0 0 0,0 0 7952 0,0 0 1552 0,0 0 304 0,0 0 64 16,8-2-6464-16,1 2-1296 15,1 0-256-15,5 2-48 0,0-2-592 0,3 0-128 16,3 0-32-16,1 0 0 0,2 0-592 0,-1 0-112 0,2 0-32 0,0 1 0 16,0-1-320-16,-2 1 0 15,1 0 0-15,-2 3 128 16,-1-1-1920-16,-3 4-368 0,-2 3-80 0</inkml:trace>
  <inkml:trace contextRef="#ctx0" brushRef="#br0" timeOffset="91493.95">28207 13355 27647 0,'0'0'2448'0,"4"6"-1952"0,-1 3-496 0,1 2 0 0,2 0 5392 16,1 2 992-16,1 2 192 0,-3 2 32 0,-1-3-3888 0,-2 3-784 15,1 3-144-15,-1-1-48 0,1-2-1120 0,-2 1-240 16,1-1-32-16,-1 1-16 0,-1-1-240 0,0 0-96 16,1-2 0-16,-1 2 0 0,-1-6 0 0,0 1 0 15,-1 1 0-15,1-2 0 16,-2-4-640-16,1 1-80 0,-1-3-16 0,2 2 0 16,1-7-1792-16,0 0-352 0,0 0-80 0,0 0-19072 0</inkml:trace>
  <inkml:trace contextRef="#ctx0" brushRef="#br0" timeOffset="91754.5">28701 13261 50687 0,'0'0'2240'0,"0"0"464"0,0 0-2160 0,0 0-544 0,0 0 0 0,0 0 0 15,0 0 1632-15,0 0 224 16,8-2 32-16,0 1 16 0,0 1-1200 0,2-1-256 0,3-1-32 0,-1 1-16 16,0 0-288-16,1 0-112 0,1-2 0 0,0 3 0 15,1-3 0-15,-1 2 0 0,0 1 0 0,0-3 0 16,-3 1 0-16,0 1 0 0,-2 1 0 0,-1 0 0 16,-1 0-848-16,-7 0-176 0,0 0-16 0,0 0-16 15,0 0-2064-15,0 0-400 0,0 0-96 0</inkml:trace>
  <inkml:trace contextRef="#ctx0" brushRef="#br0" timeOffset="91955.69">28650 13456 42783 0,'0'0'1904'0,"0"0"384"0,0 0-1840 0,0 0-448 16,0 0 0-16,0 0 0 0,0 0 2048 0,0 0 304 16,0 0 64-16,0 0 16 0,8 2-768 0,1-2-160 15,2 0-32-15,-1-2 0 0,2 0-944 0,2-2-192 16,2 4-32-16,0-3-16 0,-1-1-128 0,2 2-32 15,2-1 0-15,-1 0 0 0,0-1-128 0,0 1 0 16,1-1 0-16,-3 1 0 16,0 0-320-16,0 1-80 0,-1-1-32 0,1 2 0 15,-2 0-2048-15,-1-3-400 0,8-3-96 0,-4 2-16 0</inkml:trace>
  <inkml:trace contextRef="#ctx0" brushRef="#br0" timeOffset="93549.82">29490 13322 9215 0,'0'0'816'0,"0"0"-656"0,0 0-160 0,0 0 0 15,0 0 5952-15,0 0 1168 0,0 0 240 16,0 0 32-16,0 0-3568 0,0 0-720 0,0 0-144 0,-6 0-16 16,6 0-752-16,0 0-144 0,0 0-16 0,0 0-16 15,0 0-864-15,0 0-192 0,0 0-16 0,0 0-16 0,0 0-416 16,0 0-96-16,0 0-16 0,0 0 0 0,9-1-208 0,2 1-32 15,2 0-16-15,3 0 0 0,1-3-96 0,1 3-48 16,2-4 0-16,-1 4 0 0,0-1 0 0,0 0 0 16,1 1 0-16,-1 0 0 0,-2-2 0 0,2 4 0 15,-3-2 0-15,0 0 0 0,-2 0 0 0,0 0 0 16,-3 0 0-16,0 0 0 0,-4 1 0 0,-7-1 0 16,8 0 0-16,-8 0 0 0,0 0-176 0,0 0 176 15,0 0-160-15,0 0 160 0,0 0-128 0,0 0 128 16,0 0 0-16,0 0-144 0,-9 1 144 0,0 0 0 15,-1 2 0-15,-2-3-128 0,-1 1 128 0,0 1 0 16,-2-1 0-16,0-1 0 0,-1 0 0 0,-1 3 0 16,-2-3 0-16,0 1 0 0,0 0 0 0,-1 0 0 0,-1 2 0 15,2-2 0-15,-1 2 0 0,1 0 0 0,1-2 0 16,1 2 0-16,0-1 0 0,1 1 0 16,2-2 0-16,1 0 0 0,0 2 0 0,2 0 0 15,1-2 0-15,1 0 0 0,1 0 0 0,8-1 0 0,-7 3 0 0,7-3 0 16,0 0 0-16,0 0 0 15,0 0 0-15,0 0 0 16,0 0-576-16,0 0-16 0,0 0-16 0,0 0 0 16,0 0-1392-16,0 0-288 0,0 0-48 0</inkml:trace>
  <inkml:trace contextRef="#ctx0" brushRef="#br0" timeOffset="95140.69">30413 13179 39039 0,'0'0'1728'0,"0"0"368"0,5-7-1680 0,1-2-416 0,-1 1 0 0,-1-1 0 0,-2 0 1312 0,0 1 176 16,-1-4 48-16,-2 3 0 15,-2 1 288-15,-1 1 64 0,0 1 16 0,-1 1 0 0,-3-1-944 0,-1 2-176 16,-1 1-32-16,-1 3-16 0,-1 0-176 0,-1 3-48 15,-1 1 0-15,0 2 0 0,-2 5-128 0,-1-1-48 16,0 3 0-16,0 3 0 0,0 2-176 0,3 1-32 16,0 1-128-16,2 1 192 0,1 0-192 0,5 1 0 15,1 0 128-15,5-1-128 0,4-2 0 0,3 1 0 16,4 0 0-16,3-6 0 0,2-4 0 0,1 1 0 16,1-3 0-16,2-2 0 0,-1 1-192 0,3-5 64 15,0 1 128-15,1-3-208 0,-1-3 32 0,0 1 16 0,0-5 0 0,-1 1 0 16,-3-4 160-16,-1 0-208 0,-1 0 80 0,-3-3 128 15,-1-2-144-15,-3 2 144 0,-1-1 0 0,-2 0 0 16,1-1 0-16,-4 1 0 16,0-1 0-16,-2 1 0 0,-1-4 0 0,0 4 0 0,-2-2 0 0,-2 3 0 15,-3-1 0-15,1-2 0 0,-3 2-128 0,0 1 128 16,-3 1-144-16,-1 1 144 0,-2 4-208 0,0 0 80 31,-2 0-496-31,-1 4-80 0,-2 1-32 0,1 2 0 0,-1 2-1184 16,0 3-256-16,2 3-32 0,0-1-19072 0</inkml:trace>
  <inkml:trace contextRef="#ctx0" brushRef="#br0" timeOffset="95510.76">30473 13468 23951 0,'0'0'2128'0,"0"0"-1696"0,0 0-432 0,3-8 0 0,-1-1 5104 0,0 3 928 16,-2 6 192-16,0 0 48 0,-3-7-3856 0,-1 3-768 16,-2 4-160-16,-2 0-16 0,-1 1-320 0,-3 7-48 15,-2 3-16-15,-2-2 0 0,0 3-512 0,-1 3-96 0,0 2-32 16,3 3 0-16,1-3-80 0,3 2-32 16,0-1 0-16,4 1 0 0,2-1-336 0,3 0 144 15,2-3-144-15,4 0 0 0,2-2 0 0,3-1 0 16,3-2 0-16,3-1 0 0,2-3 0 0,3 0-224 15,2-3 64-15,2-1 16 0,0-2-96 0,1-2-16 16,-1-1 0-16,1-1 0 0,0-2 64 0,-3-2 0 16,-2 0 0-16,-1-1 0 0,-1-4 16 0,0 1 16 15,-4-1 0-15,-3-2 0 0,-5-4-32 0,-1 4 0 0,1-5 0 16,-4 3 0-16,-1-5 0 0,-2 2-16 0,-2 2 0 0,0 0 0 31,-2-3-880-31,-1 2-192 0,-2 0-16 0,-1 1-16 0,2 1-1840 16,-1 0-368-16,2 4-80 0</inkml:trace>
  <inkml:trace contextRef="#ctx0" brushRef="#br0" timeOffset="96032.66">31408 13027 23039 0,'0'0'2048'0,"0"0"-1648"0,0 0-400 0,0 0 0 15,0 0 6400-15,0 0 1184 0,0 0 240 0,0 0 48 16,0 0-5312-16,0 0-1088 0,0 0-192 0,0 0-64 16,-7 0-384-16,2 3-64 0,-1 1-32 0,-1 2 0 15,-1 0-512-15,-1 0-96 16,0 2-128-16,0 1 176 0,-2 1-176 0,0 1 0 0,-1 1 144 0,-1-1-48 16,-1 5-96-16,-1-6 0 0,1 2 0 0,0 0 0 15,-1 1 0-15,1-1 0 0,-2-2 0 0,1 1 0 16,0-1 0-16,2 0 0 0,0 0 0 0,3-3 0 15,1 1 0-15,2 0 0 0,1-1 0 0,2-1 0 16,1 1 0-16,3-7 0 0,0 0 0 0,4 9 0 16,3-1 0-16,3-2 0 0,3 1 0 0,3-1 0 0,1-2 0 15,2 0 0-15,2 1 0 0,2-4 0 0,2 2 0 0,1-2 0 16,-1-1 0-16,0-1 0 0,-2 1 0 0,1-1-160 16,-1-2 160-16,-4 0-192 15,-1 0-608-15,0-1-128 0,-1-2-32 0,-1 0 0 16,-3-1-1008-16,-2 1-208 0,-2-1-32 0,2 0-12800 15,-5-4-2560-15</inkml:trace>
  <inkml:trace contextRef="#ctx0" brushRef="#br0" timeOffset="96231.04">31446 13119 44751 0,'0'0'1984'0,"0"0"400"0,0 0-1904 0,-4 6-480 0,0 1 0 0,0 2 0 15,0 0 1632-15,-1 3 224 16,0 1 64-16,-1 1 0 0,1 3-256 0,-1 6-64 0,-2 2 0 0,1 3 0 15,2-4-944-15,1 2-192 0,0 0-32 0,2 1-16 16,-1 0-416-16,2-2 0 0,1-1 0 0,0 0 0 16,0-3 0-16,2-3-144 15,1 0 144-15,1-3-160 16,0-1-800-16,0-2-144 0,1-2-48 0,1-3 0 16,1-1-1776-16,2-3-352 0,2-2-80 0</inkml:trace>
  <inkml:trace contextRef="#ctx0" brushRef="#br0" timeOffset="96750.43">31821 13159 25791 0,'0'0'1152'0,"-1"-5"224"0,-2 0-1104 0,3 5-272 0,2-6 0 0,0 1 0 0,-2 5 5824 0,0 0 1120 16,0 0 224-16,7-2 32 0,-1-5-4592 0,2 4-928 15,0 1-176-15,2 1-32 0,1 1-1024 0,0 0-192 16,1 0-32-16,1 1-16 0,0 0-208 0,2 3 144 15,-2-1-144-15,0 1 128 0,-2-2-128 0,0 2 0 16,-2 0 0-16,-1 0 128 0,-8-4-128 0,6 5 160 16,-6-5-160-16,3 7 160 0,-3-7-160 0,-1 6 128 15,-3 1-128-15,-2 0 128 0,0 1-128 0,-2 0 0 16,-2 0 0-16,-2 1 128 0,0 0-128 0,-1 2 0 16,0-1 0-16,0 0 0 0,-1 0 0 0,1 0 0 15,0 0 0-15,1 1 0 0,0-2 0 0,0 4 0 0,2 0 128 16,2-5-128-16,2 0 0 0,2-3 0 15,4-5 0-15,-3 9 0 0,3-2 0 0,1-1 0 16,2 2 0-16,1-2 128 0,3 0-128 0,0-1 0 16,2 0 0-16,2-1 0 0,1 3 0 0,2-2 0 15,2-1 0-15,1 0 0 0,0 2 0 0,1-2 0 16,0 0 0-16,-1 1 0 0,0 2 0 0,-1-3 0 0,-2 1 0 0,-2 0 0 16,-2-1 0-16,-2 1 0 15,-3-2 0-15,0 1 0 0,-1 2 0 0,-1-1 0 16,-3 3 0-16,-1 0 48 0,-2-1-48 0,-2 2 0 0,-2 1 0 15,-2 3 0-15,-5-5 0 0,-1 1 0 0,0 0 0 0,-2 3 0 16,-3 0 0-16,1-5 0 0,-2 1 0 0,-1 0 0 16,-2 1 0-16,6-4 0 0,-2 1 0 0,2-2 0 15,-1 1 0-15,0-3 0 0,1 1 0 0,1 0 0 16,0-3-896-16,-1-3-160 16,2-1-32-16,3 0-16 0,3 0-2544 0,3-1-496 0</inkml:trace>
  <inkml:trace contextRef="#ctx0" brushRef="#br0" timeOffset="97135.51">32536 13136 15663 0,'0'0'688'0,"0"0"144"0,0 0-656 0,0 0-176 16,0 0 0-16,0 0 0 0,6-6 7744 0,-6 6 1504 15,0 0 304-15,0 0 64 0,0 0-6416 0,0 0-1296 16,0 0-256-16,0 7-48 0,-3-1-960 0,0 1-192 15,-3 2-48-15,0 0 0 0,-3 2-128 0,0-2-16 16,-2 2-16-16,-1 1 0 0,1 0-112 0,-2 0-128 16,-2-1 176-16,1 1-176 0,-2 0 176 0,1 0-176 15,-1 1 160-15,0-2-32 0,1 4-128 0,0-4 0 16,1 0 0-16,-2-2 0 0,-1 0 0 0,2 0 0 16,0 2 0-16,4-2 0 0,-1-1 0 0,2-2 0 0,0 1 0 0,3-2 0 15,1-1 0-15,6-4 0 0,-2 6 0 16,2-6 0-16,0 0 0 0,4 8 0 0,1-1 0 15,3-3 0-15,2-1 0 0,3 3 0 0,2-5 0 0,0 0 0 16,1 1 0-16,2-1 0 0,2-1 0 0,1 0 0 16,-1-1 0-16,3 1 0 0,-3-4 0 0,3 4 0 15,-3-3 0-15,1 3 0 0,0-1 0 0,0-2-160 16,-3-1-352 0,-3 2-64-16,0-1 0 0,1-1-16 0,-2-1-672 0,-1 0-128 15,-1-2-16-15,-3 1-16 0,-1-1-1456 0,0 1-304 16,-4-5-48-16</inkml:trace>
  <inkml:trace contextRef="#ctx0" brushRef="#br0" timeOffset="97371.54">32503 13166 16575 0,'0'0'1472'0,"0"0"-1168"0,0 0-304 0,0 0 0 0,-3 7 7168 0,1 2 1392 15,-2 1 272-15,-1 0 48 0,-2 3-5328 0,1-1-1056 16,-2 3-224-16,0 5-32 0,0 1-1280 0,0 2-240 0,0 2-48 0,-1 1-16 15,0 2-528-15,0-1-80 0,1-1-48 0,0 1 0 16,2-1 0-16,1-1 0 0,1-3 0 0,0 3 0 16,0-3 0-16,0-1 0 15,0-1 0-15,2-3 0 0,0-2 0 0,2 0 0 16,0-1 0-16,2-4 0 16,0-2-512-16,1 0-112 0,-3-8-16 0,6 5 0 15,2-1-1920-15,1-4-384 0,2-4-64 0</inkml:trace>
  <inkml:trace contextRef="#ctx0" brushRef="#br0" timeOffset="97763.41">32912 13295 35007 0,'3'-7'3120'15,"1"1"-2496"1,1-5-496-16,-1 3-128 0,0-1 3104 0,-1 0 608 0,-2 0 112 0,0 1 16 0,-1 0-1408 0,-1 0-272 16,-2 2-64-16,-1 2-16 0,-1-2-1184 0,-3 2-256 15,-3 2-32-15,-4 2-16 0,-2 3-368 0,-1 2-80 16,-2 2-16-16,0 3 0 0,-1-1-80 0,0 6-48 15,-1-2 0-15,1 1 0 0,1 3 0 0,2 2 0 16,2 0 0-16,3-1 0 0,3 0 0 0,1-1 0 16,2-1 0-16,3-2 0 0,3 2 0 0,2-2 0 15,3-3 0-15,3-1 0 0,-1-1-288 0,3-1 48 16,2 0 16-16,1-2 0 0,1-2-32 0,0-1 0 16,0-2 0-16,1-1 0 0,2-1 112 0,-1-2 16 15,0-3 0-15,0 0 0 0,1 1 128 0,0-3-160 16,-2-1 160-16,0 0-160 0,-2 0 288 0,-2 1 64 15,1 0 16-15,-3 3 0 0,-8 5 112 0,0 0 32 16,0 0 0-16,0 0 0 0,5-4-160 0,-5 4-16 0,0 0-16 0,0 0 0 16,0 0-112-16,-1 8-48 15,-2 1 0-15,-1 2 0 0,-1-1 0 0,0 0 0 16,-2 2 0-16,1 1 0 0,-2 0 0 0,0 2 0 0,0 0 0 0,0 2 0 16,1-2 0-16,-1-1-128 0,0-1 128 15,1 0 0 1,2 3-1360-16,1-3-176 0,0 0-16 0</inkml:trace>
  <inkml:trace contextRef="#ctx0" brushRef="#br0" timeOffset="97925.84">32968 13716 22111 0,'0'0'976'0,"0"0"208"0,-6 1-944 0,-1 2-240 0,0 1 0 0,1-1 0 0,0 1 7456 0,1 0 1440 16,-1 0 304-16,1 0 48 0,5-4-6624 0,-5 5-1312 15,5-5-272-15,0 0-48 0,-4 7-800 0,4-7-128 16,0 0-64-16,0 0 0 15,0 0-896-15,0 0-192 0,8 1-16 0,1-1-16 16,1 0-3040-16,1-2-624 0</inkml:trace>
  <inkml:trace contextRef="#ctx0" brushRef="#br0" timeOffset="98277.55">33331 13458 19343 0,'0'0'1728'0,"1"-8"-1392"16,-1 0-336-16,-1 1 0 0,1 7 6768 0,-1-6 1280 15,-2-1 256-15,-1 2 48 0,0 1-5264 0,-1 2-1040 0,0-1-224 0,-1 2-32 16,0-1-1024-16,-1 4-192 16,1 2-32-16,-1-3-16 0,2 2-336 0,0 2-64 0,-2 1 0 0,2 2-128 15,0 0 128-15,1 1-128 0,0 0 0 0,0 2 0 16,2 2 144-16,0-4-144 16,2 0 0-16,2 3 144 0,0-3-144 0,2 1 0 15,0 1 144-15,3-1-144 0,0 0 0 0,3 1 144 0,0-1-144 0,0 1 0 16,1-1 144-16,1-1-144 0,-1 0 0 0,2 3 144 15,0-3-96-15,0 2-48 0,-1-1 0 0,-1 1 0 16,-1-1 0-16,-1 0 0 0,-1 2 0 0,-2-1 0 16,0-2 0-16,-2 0 0 0,-3 0 0 0,0 0 0 15,1 0 0-15,-4-4 0 0,2-5 0 0,-5 8 0 16,-2-1 0-16,1-2 0 0,-2-2 0 0,-1-1 0 0,-1-2 0 16,-2 0 0-16,0 0 0 0,0-4 0 0,1 2 0 15,-2-5-160-15,0 1 160 0,0-2-192 16,-2-1-1344-16,1-2-288 0,0 0-48 15</inkml:trace>
  <inkml:trace contextRef="#ctx0" brushRef="#br0" timeOffset="98450.55">33268 13428 8287 0,'0'0'368'0,"0"0"80"16,5-4-448-16,2 0 0 0,0 0 0 0,0 1 0 0,2 2 9888 0,1 0 1888 15,-1-2 384-15,1 0 80 0,2 2-8640 0,2 1-1728 16,3 1-336-16,1 1-80 0,2-1-992 0,1 2-192 15,1-1-32-15,1 1-16 0,2-1-224 0,0 1 128 16,0 1-128-16,-4 0 0 0,1 1 0 0,3-2 0 16,1 1 0-16,1 2-160 15,-1 1-1648-15,-1 2-336 0,-4 0-64 0</inkml:trace>
  <inkml:trace contextRef="#ctx0" brushRef="#br0" timeOffset="98857.63">33474 14077 49407 0,'0'0'2192'0,"0"0"448"0,0 0-2112 0,0 0-528 0,7 4 0 0,-1 0 0 16,-6-4 1088-16,5 6 128 0,1 1 0 0,-1-1 16 0,0 3-224 0,0-1-48 15,-1 1-16-15,0 2 0 0,0 0-576 0,-1 4-112 16,-2 2-32-16,0 2 0 0,-1 2-64 0,0 4-16 16,-1 1 0-16,-2 1 0 0,-1 1-16 0,-1-1-128 15,0 0 192-15,-1 1-64 0,-1-6-80 0,-1 0-48 16,0 0 0-16,1-1 0 0,-3-1 0 0,1-2 0 16,0-2 0-16,-3-2 0 0,-1-1 0 0,-1-3 0 15,-2 0 0-15,2-3 0 0,0 0 0 0,-1-4 0 16,1-2 0-16,-2 1 0 0,-1-2 0 0,1-3 0 15,-3 0 0-15,1-4 0 0,0 1 0 0,-2-1 0 16,1 0 0-16,3-3 0 0,0-1 0 0,1 0 0 0,-1 0 0 0,0-2 0 16,1-2 0-16,0 0 0 0,2 0-128 0,0-3 128 31,3-2-1088-31,3 3-144 0,5-2-48 0</inkml:trace>
  <inkml:trace contextRef="#ctx0" brushRef="#br0" timeOffset="100045.73">26478 12497 23951 0,'0'0'1056'0,"2"-7"224"0,-4-2-1024 0,1 3-256 15,1 6 0-15,0 0 0 0,0 0 1888 0,0 0 320 16,0 0 64-16,-1 7 16 0,-2 6-1760 0,-1 6-336 15,-1 3-192-15,-1 8 192 0,-3 10 512 0,-2 10 128 16,-1 5 0-16,1 8 16 0,-4 4 16 0,1 9 0 16,1 4 0-16,-4 38 0 0,3-10-224 0,1 0-32 15,1-4-16-15,1 3 0 0,2 0-272 0,-1 0-64 16,-3-4-16-16,0-1 0 0,1-6-240 0,0-2 0 16,1-5 128-16,-1-4-128 0,0-9 0 0,3-3 176 15,0-3-176-15,0-5 160 0,1-8-160 0,0-5 0 16,2-6 144-16,-1-6-144 0,2-3 0 0,0-6-160 15,-3-5 16-15,3-6 0 16,-2-3-1712-16,1-7-352 0,-2-6-64 0</inkml:trace>
  <inkml:trace contextRef="#ctx0" brushRef="#br0" timeOffset="100537.24">27014 12009 31327 0,'12'-14'1392'0,"-2"9"272"0,4-3-1328 0,6 3-336 16,9 1 0-16,8 1 0 0,4-1 1184 0,9 0 160 16,7 0 48-16,3 2 0 0,7-1-1088 0,2 0-304 0,2-3 0 0,9 1 128 15,6 1 160-15,7 1 32 0,4 1 0 16,5-5 0-16,4-2 256 0,7 2 48 0,7 4 16 16,4-1 0-16,4-6-48 0,6 4 0 0,7 2 0 0,1 0 0 15,3-1-128-15,2 0-16 0,5 3-16 0,4 0 0 16,0 1-64-16,2-2-16 0,1 2 0 0,5-1 0 15,6 2 0-15,0 0 0 0,-3 2 0 0,0-2 0 16,-3 2-16-16,1 0 0 0,-2-1 0 0,-4 0 0 16,-7 2-128-16,-2 1-16 0,-3-4-16 0,-3 1 0 15,-5-2-48-15,-3 2 0 0,-2 4 0 0,-65-2 0 16,8 1-128-16,5-3 128 0,3 2-128 0,-1-1 128 16,-4-1-128-16,-3 1 0 0,-4-1 0 0,52-1 0 15,-31 0 0-15,-53 0 0 0,-2 0 0 0,-5 1 0 0,-7-1-320 16,-3 0-64-16,-6 0 0 0,-4 0 0 15,-3 0-2016-15,2 0-416 0,-13 0-64 0</inkml:trace>
  <inkml:trace contextRef="#ctx0" brushRef="#br0" timeOffset="101201.59">26768 15115 23951 0,'-9'-13'2128'0,"1"2"-1696"0,0 1-432 16,8 10 0-16,-5-13 3088 0,2 2 544 0,3 11 96 0,0 0 32 15,8-5-3056-15,4 1-704 0,2-1 0 0,4 4 0 0,3 3 480 0,5 2 112 16,4 3 32-16,4-1 0 0,5-1 336 0,4 1 64 16,3 0 0-16,10 1 16 0,8-1-240 0,9 2-48 15,7 0-16-15,4 1 0 0,2-3-304 0,9 0-64 16,8-4-16-16,8 2 0 0,7 0-112 0,4 1-32 16,5-1 0-16,4 0 0 0,8 0 112 0,4 3 0 15,6-4 16-15,3 3 0 0,3 0 96 0,8-2 16 16,5 3 0-16,3 0 0 0,-1 1-176 0,3 0-16 15,3 0-16-15,1 0 0 0,3-2-240 0,-2 1 128 16,-5-1-128-16,-1 1 0 0,-2-1 128 0,2 0-128 16,-3-3 0-16,-7 3 144 0,-8-2-144 0,-6-1 128 15,-4 0-128-15,-9 1 128 0,-8 1-128 0,-9-2 0 16,-4 1 0-16,-9 0 128 0,-7-2-128 0,-12 1 0 16,-10 1 144-16,-38 0-144 0,2-4 128 15,2 1-128-15,-1-1 128 0,-1 0-128 0,-5 0 128 0,-4 0-128 0,-4-1 160 0,16 1-160 16,-11-3 288-16,-10 2-32 0,-8-2-16 0,-2 2 0 15,-12 1-240-15,9-3 144 0,-9 3-144 0,0 0 128 16,0 0-128-16,0 0 0 0,0 0 0 0,0 0 0 31,0 0-1264-31,0 0-176 0,-13 5-32 0</inkml:trace>
  <inkml:trace contextRef="#ctx0" brushRef="#br0" timeOffset="107934.94">4293 15932 24879 0,'9'-14'1088'0,"-4"3"256"0,1-2-1088 0,-1-1-256 16,-1-2 0-16,0 2 0 0,-2 1 3632 0,0-5 656 15,-4-1 144-15,0 2 32 0,-2 6-1904 0,-1-1-368 16,-2 0-80-16,-2 3 0 0,0 3-896 0,-2 0-160 15,0 2-32-15,-1 3-16 0,-2 1-240 0,-3 5-32 16,-4 6-16-16,-3 6 0 0,0 5-256 0,-5 5-48 16,-2 6-16-16,-5 7 0 0,-3 7-16 0,0 3-16 15,1 2 0-15,4 0 0 0,4 4-128 0,6 1-32 0,3 0 0 0,8-4 0 16,5-6-208-16,7-3 0 0,5-5 128 0,5-2-128 16,4-6 0-16,4-5 0 0,4-5 0 0,-3-11 0 15,4 4 0-15,5-8 0 0,2 1 0 0,4-6 0 16,1-2 0-16,2-5 0 0,2 0 128 0,0-6-128 15,-1-4 0-15,3 0 0 0,-1-1 0 0,-2-6 0 16,-3 3 0-16,0-5-128 0,-1 0 128 0,-3-5 0 16,-1 0-240-16,-3-3 64 0,-3-2 16 0,-2-1 0 15,-4-2 0-15,-3-2 0 0,-3 0 0 0,-5 1 0 0,-5-1 160 16,-3 1-192-16,-3 0 192 0,-3 2-192 0,-4 3 192 0,-4 2 0 16,-4 0-144-16,-4 4 144 0,-2 2 0 0,-3 3 0 15,-2 5-144-15,0 3 144 0,-2 4-160 0,1 5 32 16,-2 4 0-16,-12 2 0 15,6 7-1120-15,6 3-224 0,6 10-32 0,5-1-16 16,3 6-2576-16,5 4-528 0,3 3-112 0,7-7 0 16</inkml:trace>
  <inkml:trace contextRef="#ctx0" brushRef="#br0" timeOffset="108566.28">3135 16623 52351 0,'-10'-8'2320'0,"10"8"480"0,0 0-2240 0,0 0-560 0,0 0 0 0,0 0 0 0,0 0 832 0,4-6 64 15,1 0 16-15,4 3 0 0,4-5-304 0,3 2-64 16,2 3-16-16,3-4 0 15,1 2-400-15,2 0-128 0,2-1 0 0,1 1 0 0,1 1 0 0,-1 2 0 16,0-1 0-16,-2 3 0 0,-1-3 144 0,-4 3-16 16,-1 3-128-16,-4 1 192 0,-2-1-192 0,-1-1-128 15,-3 1 128-15,-9-3-208 0,7 5 208 0,-7-5 0 16,0 0 0-16,0 9 0 0,-2 2 0 0,-2-4 0 16,-1 3 0-16,-1-3 0 0,-2 1 0 0,-1 3 0 15,-2-2 0-15,1 1 0 0,-1-2 0 0,1 1 0 16,1 2 176-16,0-1-48 0,-2-1-128 0,4 0-128 15,1-1 128-15,2-1-192 0,1 2 192 0,0-2 0 16,3-7 0-16,3 10 0 0,0-1 0 0,3 0 128 16,-1-1-128-16,4 0 128 0,-1 1-128 0,1-3 0 15,1 1 0-15,1-2 128 0,-1 4-128 0,1 0 0 16,-1-5 0-16,-2 4 0 0,2 0 0 0,-2 2 0 16,-1-2 0-16,-2 1 0 0,-1 0 0 0,-3 2 0 0,-1-4-176 0,-2 4 176 15,-4-1 0-15,-2-1 240 16,-2 1-32-16,-2-1 0 0,-2 1-208 0,-3-1 0 0,-1 2 0 0,0-5 0 15,-2 2 0-15,2 0 0 0,1 0 0 0,-4-2 0 32,4 1-384-32,4-6-112 0,4-1-16 0,9 0-16 0,0 0-2032 0,4-10-384 0,4-3-96 15</inkml:trace>
  <inkml:trace contextRef="#ctx0" brushRef="#br0" timeOffset="108819.43">4362 16254 40543 0,'0'0'1792'0,"0"0"384"0,0 0-1744 0,0 0-432 15,0 0 0-15,0 0 0 0,0 0 3744 0,0 0 672 16,2 8 128-16,-1 5 16 0,0 1-3216 0,3 4-640 16,1-2-128-16,2 2-16 0,-1 1-416 0,2 1-144 15,1 1 0-15,0 2 0 0,1-3 0 0,-1 3 0 16,0-4 0-16,0 1 0 0,1 1 0 0,1-2 0 15,-1-3 0-15,1 1 0 0,-2-4-320 0,0-2-48 16,-1 0-16-16,2 2 0 16,-1-4-1776-16,-1-2-352 0,-8-7-80 0,10 1-20400 0</inkml:trace>
  <inkml:trace contextRef="#ctx0" brushRef="#br0" timeOffset="109001.54">4807 16506 33167 0,'0'0'2944'0,"0"0"-2352"0,0 0-464 0,0 0-128 16,0 0 4192-16,4 9 816 0,0-1 176 0,0 2 16 16,1-1-2992-16,0 3-608 0,0 0-112 0,3 1-16 15,-1 1-1104-15,-1 0-224 0,-1-1-144 0,2 2 192 16,-1-1-192-16,1 0 0 0,-1 3 0 0,3 3 0 16,-1-4-960-16,0-2-112 15,1-2-16-15,-1-7-15264 0,0 1-3040 0</inkml:trace>
  <inkml:trace contextRef="#ctx0" brushRef="#br0" timeOffset="109272.97">5378 16178 53503 0,'0'0'2368'0,"0"0"496"0,0 0-2288 0,0 0-576 16,0 0 0-16,0 0 0 0,0 0 1104 0,9-3 112 0,4 3 32 0,0-3 0 15,3-1-784-15,3 3-144 16,3 2-48-16,1-1 0 0,-1-3-192 0,4 1-80 16,1-1 0-16,1 2 0 0,-2 1 0 0,0 0 0 15,-2-1 0-15,0 1 0 16,-3 2-688-16,-3 1-128 0,-4-1-16 0,-1 1-16 15,-1-3-2624-15,-12 0-528 0</inkml:trace>
  <inkml:trace contextRef="#ctx0" brushRef="#br0" timeOffset="109454.09">5435 16339 35007 0,'0'0'3120'0,"0"0"-2496"0,0 0-496 0,0 0-128 0,0 0 3056 0,0 0 592 15,0 0 112-15,13 5 16 0,0-5-1568 0,2 0-320 16,0 0-64-16,4-3-16 0,1 1-1280 0,4 0-256 15,1-1-48-15,1-1-16 0,0 0-208 0,0-1 0 16,0 1 128-16,0-2-128 16,-1 0-368-16,2 2-112 0,2 0-32 0,-2 1-15776 15,-1 3-3168-15</inkml:trace>
  <inkml:trace contextRef="#ctx0" brushRef="#br0" timeOffset="110460.23">6366 16287 21183 0,'0'0'1888'0,"0"0"-1504"15,0 0-384-15,0 0 0 0,0 0 6016 0,0 0 1120 16,0 0 224-16,0 0 64 0,0 0-4992 0,0 0-1008 15,0 0-192-15,0 0-32 0,-1 14-144 0,-1-1-32 0,4 0 0 0,-4-1 0 16,2-12-496-16,-1 13-96 0,0-1-32 16,2-2 0-16,2-1-80 0,-3-9-32 15,0 0 0-15,1 11 0 0,-1-11-144 0,0 0-16 16,0 0-128-16,0 0 192 0,0 0-192 0,0 0 144 0,0 0-144 0,0 0 128 16,0 0-80-16,0 0-48 15,0 0 0-15,0 0 0 0,0 0 0 0,0 0 0 16,0 0 0-16,0 0 0 0,0 0 0 0,0 0 0 15,0 0 0-15,0 0 0 0,-9-7 0 0,9 7 0 16,0 0 0-16,0 0 0 0,-7-7 0 0,7 7 0 0,-6-6 0 0,6 6 0 16,0 0 0-16,0 0 0 0,0 0 0 0,4-9 0 15,-4 9 0-15,5-7 0 0,0 0 0 0,2 0 0 16,2 0 0-16,0 2 0 0,1 0 0 0,1 0 0 16,1-3 0-16,2 3 0 0,2 1 0 0,2 0 0 15,0 0 0-15,2 1 0 0,-1 3 0 0,2-2 0 0,0 1 0 16,-2 1 0-16,-2 3 0 0,2-1 0 0,0 0 0 15,-3 1 0-15,-3 0 0 0,-1 2 0 0,-2 0 0 16,-10-5 0-16,0 0 0 0,7 8 0 0,-7-8 0 0,0 10 0 16,0-10 0-16,-6 12 0 0,0-3 0 0,-3 0 0 15,-4 0 0-15,0 0 0 0,-2-2 0 0,0 2 0 16,-2 2 0-16,0-1 0 0,0-2 0 0,0 0 0 16,0-2 0-16,0 2 0 0,1-1 0 0,2-1 0 15,0 1 0-15,2-2 0 0,5 0 0 0,7-5 0 16,-6 5 0-16,6-5 0 0,0 0 0 0,0 0 0 15,0 8 0-15,0-8 0 0,6 8 0 0,5-3 0 16,2-1 0-16,1 0 0 0,2 0 0 0,2-3 0 16,2-1 0-16,1 0 0 0,-2 3 0 0,2-1 0 15,1 2 0-15,-1 0 0 0,-1 0 0 0,-2 3 0 16,-3-4 0-16,-2 5 0 0,-1 0 0 0,-3 0 0 16,0-2 0-16,-9-6 0 0,6 12 0 0,-4-1 0 0,-2-11 0 0,-2 11 0 15,-2 1 0-15,-3-1 0 16,-3-2 0-16,-2-2 0 0,-2 0 0 0,-5 2 0 0,-3-5 0 0,-1 1 0 15,-1 0 0-15,1 1 0 0,-1-2 0 0,0-1 0 16,-1 1 0-16,1-1 0 0,4 0 0 0,1-3 0 31,2-3-1024-31,4 0-112 0,2-1-16 0,3 1 0 0,3-8-2496 16,3-1-512-16,6-2-112 0</inkml:trace>
  <inkml:trace contextRef="#ctx0" brushRef="#br0" timeOffset="110977.86">6981 15955 19343 0,'0'0'848'0,"12"-6"192"0,-12 6-832 0,0 0-208 16,0 0 0-16,11-3 0 0,-11 3 7360 0,0 0 1408 15,10 7 304-15,-2-1 48 0,-3 7-6128 0,-1 2-1232 16,0 2-240-16,0 5-48 0,0 1-896 0,0 5-160 16,-2 2-32-16,2 2-16 0,1 4-368 0,2 4 144 15,1-2-144-15,2 3 144 0,3-4-144 0,1-2 0 16,2-2 0-16,-2-2 0 0,-2-5 0 0,1-2 0 15,2-5 0-15,-2-1 0 0,-4-2 0 0,0-6 0 16,-1-3 0-16,0-1 0 0,-8-6 0 0,9 3 0 16,-9-3 0-16,0 0 0 0,10-9 0 0,-2-1 0 0,-2-2 0 15,0-3 0-15,-2-1 0 0,-1-4 0 16,0-3 0-16,0-1 0 0,-1-5 0 0,2-2 0 16,1-5 0-16,2-2 0 0,1-3 0 0,0 2 0 15,1-1 0-15,0 1 0 0,-1 1 0 0,-1 4 0 16,1 3 0-16,0 6 0 0,-1 5 0 0,-1 5 0 15,-1 4-160-15,-5 11 160 0,0 0 0 0,0 0 0 0,0 0 0 0,7 17 0 16,-2 3 0-16,2 3 0 0,-1 5 0 16,-1-1 128-16,1 0-96 0,-1 3-32 0,0 3 0 0,4 0 0 15,3-2 0-15,0 1 0 0,-1-2 0 0,2-5 0 16,2-3 0-16,2-2 0 0,1-1 0 0,0-5 0 16,-2-3 0-16,-2-2 0 0,0-3 0 0,-1-2 0 15,1-7 0-15,-3 0 0 0,0-1 0 0,-1 0 0 16,-1-1 0-16,-1-1 0 0,-1-5 0 0,-1 0 0 15,-2-2 0-15,0 0 0 0,-1-7 0 0,-1-1 0 0,-1-4 0 16,1-1 0-16,-1 1 0 0,0-5 0 0,-1-1 0 0,0 0 0 16,0 1 0-16,0-3 0 15,-1 2-512-15,0 2-80 0,-2-1-32 16,-3 2 0-16,-5 3-2624 0,-4 1-528 0,-14-12-96 0,0 12-32 0</inkml:trace>
  <inkml:trace contextRef="#ctx0" brushRef="#br0" timeOffset="111170.02">6639 15828 30399 0,'0'0'1344'0,"0"0"288"0,9-7-1312 0,1 1-320 16,4-1 0-16,2 1 0 0,5-2 5200 0,4-1 976 15,2-2 192-15,6 1 32 0,2 1-4544 0,3 1-928 16,-1 0-176-16,3 3-48 0,4 0-544 0,-1-1-160 0,-3 4 0 0,3-5 0 31,3 2-2160-31,-2 1-496 0,-1 0-96 0,0 2-32 0</inkml:trace>
  <inkml:trace contextRef="#ctx0" brushRef="#br0" timeOffset="111327.98">7683 15650 37775 0,'0'0'3360'0,"0"0"-2688"0,12-5-544 0,2 1-128 16,2 0 3024-16,2 2 576 0,-3-2 112 0,4 1 32 15,0-2-1696-15,2 2-352 0,1 2-64 0,0 2-16 16,-1-1-1184-16,-1 2-240 0,-1 0-64 0,2 2 0 16,0 3-624-16,0-1-128 0,1 1-16 0,-1 3-16 15,-3 3-2688-15,0 0-544 0,-1 0-96 0</inkml:trace>
  <inkml:trace contextRef="#ctx0" brushRef="#br0" timeOffset="111616.73">8194 16268 29487 0,'0'0'2624'0,"0"0"-2112"0,0 0-512 0,0 0 0 15,0 0 5184-15,2 13 912 0,1 0 192 0,0 3 48 16,-2 1-3792-16,2 3-752 0,1 0-160 0,-2 4-32 15,2 2-1072-15,-1 1-208 0,-1 1-64 0,0 0 0 16,-1 1-176-16,0 0-80 16,-1-4 0-16,1 1 0 0,2 0 0 0,-2 1 0 0,-1-3 0 0,0-5 0 15,0-1 0-15,0 1 0 0,-1-2 0 0,1-3 0 16,0-1-288-16,0-1-48 0,0-2-16 0,0-10 0 31,0 0-2432-31,0 0-480 0</inkml:trace>
  <inkml:trace contextRef="#ctx0" brushRef="#br0" timeOffset="112201.65">9117 16065 15663 0,'0'0'1392'0,"0"0"-1120"16,-5-8-272-16,5 8 0 0,0 0 7520 0,0 0 1440 16,0 0 304-16,0 0 48 0,10-10-6336 0,4 3-1264 15,3 2-256-15,4 0-48 0,1 1-592 0,3-1-112 16,1-1-32-16,3 4 0 0,1-1-480 0,1 2-192 15,-1-2 128-15,1 2-128 0,-1 1 0 0,0 3 0 16,-1-2 0-16,-1 2 0 16,-4-1-608-16,1 3-208 0,-1-1-32 0,-4 1-16 15,-3 1-1744-15,-2 0-336 0,-5 1-80 0</inkml:trace>
  <inkml:trace contextRef="#ctx0" brushRef="#br0" timeOffset="112382.46">9299 16202 26719 0,'0'0'1184'0,"0"0"240"0,0 0-1136 0,0 0-288 0,0 0 0 0,0 0 0 16,0 0 5088-16,0 0 960 0,0 0 192 0,0 0 32 16,15 2-3760-16,0 0-752 0,1-2-160 0,2 0-16 15,1 0-1120-15,-1 0-208 0,0-2-64 0,0 1 0 16,-1 0-192-16,0 1 0 0,-1 0 0 0,-1-1 0 31,1-1-576-31,0 1-224 0,-2 1-32 0,0 0-16 16,-1 1-1824-16,2-1-352 0,-1 0-80 0</inkml:trace>
  <inkml:trace contextRef="#ctx0" brushRef="#br0" timeOffset="113322.09">10299 16148 19343 0,'0'0'1728'0,"0"0"-1392"0,-10 3-336 0,1-2 0 16,0 2 4736-16,9-3 896 0,-11 0 160 0,2 1 32 16,9-1-2224-16,-8-1-448 0,8 1-80 0,0 0-32 15,0 0-1168-15,0 0-224 0,0 0-48 0,0 0-16 16,0 0-832-16,0 0-176 0,0 0-16 0,0 0-16 16,15 0-400-16,3-3-144 0,3 3 0 0,4 0 0 15,2-4 0-15,7 1 0 0,4 0 0 0,3-2 0 16,2 2 0-16,2-2 0 0,-2 0 0 0,0 1 0 15,-2 2 0-15,1 0 0 0,-1-2 0 0,-5 0 0 16,-5 1 0-16,-2 3 0 0,-4 0 0 0,-3 0 0 16,-2-4 0-16,-4 3 0 0,-2 1 0 0,-3 0 0 15,-11 0 0-15,0 0 0 0,0 0 0 0,0 0 0 16,0 0 0-16,0 0 0 0,0 0 0 0,0 0 0 16,0 0 0-16,0 0 0 0,0 0 0 0,0 0 0 0,0 0 0 0,0 0 0 15,0 0 0-15,0 0 0 0,0 0 0 0,-8-1 0 16,8 1 0-16,0 0 0 0,0 0 0 0,0 0 0 15,-7-5 0-15,7 5 0 0,0 0 0 0,0 0 0 16,0 0 0-16,0 0 0 16,0 0-896-16,0 0-160 0,0 0-32 0,0 0-15728 15,0 0-3136-15</inkml:trace>
  <inkml:trace contextRef="#ctx0" brushRef="#br0" timeOffset="114290.3">11959 15937 44223 0,'9'-13'1968'0,"-2"5"400"0,-1-1-1904 0,1 0-464 15,-2-1 0-15,-1-1 0 0,-2 1 1312 0,0 1 160 16,-2 0 48-16,0 9 0 0,-5-11-32 0,-2 3 0 15,-1 3 0-15,-1 0 0 0,-1 0-816 0,-2 3-160 16,-2 2-48-16,-3 3 0 0,-3 1-96 0,0 4-32 16,0 2 0-16,0 3 0 0,-1 3-208 0,2-1-128 15,-1 4 160-15,2-1-160 0,1 0 144 0,3-1-144 16,2 0 128-16,4 1-128 0,4-2 0 0,3-2 0 16,3-1 0-16,5 0 0 0,1 2 0 0,3-2 0 15,4-3 0-15,4-2 0 0,4 0 0 0,1-2 0 16,2 1 0-16,2-4 0 0,-1-3-128 0,2 0 128 15,-1-2-160-15,0 1 160 0,-1 1-256 0,-1-5 64 0,-1-1 0 0,-1 1 0 16,-2 0-48-16,-3-3 0 0,-2 0 0 16,-2-3 0-16,-4 0 0 0,-3 1 0 15,-3-1 0-15,-2-2 0 0,-3-4 64 0,-3 2 16 16,-3-1 0-16,-3 2 0 0,-3-2-32 0,-2 0-16 0,-3 1 0 16,-2-1 0-16,-1 3-160 0,-4 1-16 15,-1 1-16-15,2 2 0 16,-2-1-192-16,0 4-48 0,-2 3 0 0,-2-1 0 15,-1 3-976-15,0 2-208 0,0 3-32 0,-1 0-16 16,0 7-1808-16,2 2-352 0,3 2-80 0</inkml:trace>
  <inkml:trace contextRef="#ctx0" brushRef="#br0" timeOffset="114667.73">11877 16319 26719 0,'8'-15'1184'0,"-3"5"240"0,-1 0-1136 0,0-3-288 15,-2 0 0-15,0-3 0 0,-4 2 4336 0,0 1 800 16,-1-1 176-16,-2 1 16 0,-3 1-2624 0,-1 3-528 16,-1 0-96-16,-1 2-32 0,-1 2-960 0,-1 1-192 15,-1 1-32-15,-3 3-16 0,-1 6-256 0,0 1-48 16,-2 4-16-16,-1 2 0 0,0 2-272 0,0 1-48 16,1 2-16-16,0 2 0 0,3 1-128 0,4 1-64 15,3 1 0-15,2 0 0 0,4-3 0 0,3 0 0 16,3 0 0-16,3-2 0 0,3 0 0 0,5-2 0 0,5-2 0 0,3-2 0 15,4-1 0-15,4 0-240 0,2-2 80 16,2-2 16 0,-1-4-224-16,3 0-32 0,1 0-16 0,-1-5 0 15,-1-2-96-15,-2 1-32 0,1-7 0 0,-2 4 0 16,-2-2-272-16,-2-1-48 0,-2-1-16 0,-3-3 0 16,-4-2-192-16,-2 0-32 0,-4-2-16 0,-3-2 0 15,-3 0 0-15,-2 1 0 0,-5-3 0 0,-3 1 0 16,-4-1 144-16,-3 0 16 0,-5 1 16 0,-1 0 0 15,-1 0 176-15,-2 1 16 0,-2-3 16 0,0 3 0 16,0 2-2080-16,1 4-432 0,-6-6-80 0,7 3 0 0</inkml:trace>
  <inkml:trace contextRef="#ctx0" brushRef="#br0" timeOffset="115050.34">12780 15817 41183 0,'0'0'1824'0,"0"0"368"0,0 0-1744 0,0 0-448 16,0 0 0-16,0 0 0 0,0 0 1888 0,0 0 288 15,0 0 64-15,-7 8 16 0,-3 0-656 0,1 0-128 16,0 1-16-16,-1 1-16 0,-2 1-800 0,0 0-144 16,1 1-48-16,-1 4 0 0,-1-2-64 0,0 1 0 15,0-1-16-15,-3-1 0 0,-2 4-240 0,0-1-128 16,1-2 128-16,0 0-128 0,0 2 160 0,0-2-32 15,1-1-128-15,0 0 192 0,-1-2-192 0,3 0 176 16,0-1-176-16,1 0 160 0,1 2-160 0,3-3 0 16,0-3 144-16,2 2-144 0,2 0 0 0,5-8 128 0,-3 10-128 0,3-10 0 15,2 8 0-15,-2-8 0 16,4 9 0-16,3-1 0 0,5-3 0 0,3-1 0 16,0 0 0-16,3-1 0 0,3-1 0 0,4-2 0 15,2 0 0-15,2-2 0 0,2 4 0 0,2-4 0 0,0-1 0 0,-1 2-128 31,-1-2-512-31,1 2-112 0,0-2-16 0,-3-1 0 0,-3-1-1424 16,-1 0-304-16,-3 2-48 0,-4-3-19616 0</inkml:trace>
  <inkml:trace contextRef="#ctx0" brushRef="#br0" timeOffset="115283.26">12806 15906 19343 0,'0'0'1728'0,"0"0"-1392"15,0 0-336-15,0 0 0 0,0 0 5168 0,4 10 960 16,-4-10 192-16,4 16 32 0,-1 0-2944 0,-2 2-592 16,-2 1-112-16,1 4-16 0,0-1-1168 0,0 1-240 15,-1 1-32-15,-1 0-16 0,1 1-608 0,0 1-128 16,-1 0-32-16,2 2 0 0,0-2-464 0,0 1 128 16,0-2-128-16,2 0 0 0,0-4 0 0,1 0 0 15,-1-5 0-15,1 0 0 16,1-2-448-16,1-1-64 0,0-2-32 0,-5-11 0 15,0 0-1552-15,12 6-304 0,0-3-64 0,2-6-19968 0</inkml:trace>
  <inkml:trace contextRef="#ctx0" brushRef="#br0" timeOffset="115777.48">13260 15954 38703 0,'0'0'3440'0,"0"0"-2752"0,7-10-560 0,0 2-128 15,4 1 3248-15,1 1 608 0,1-1 128 0,1 1 32 16,3 1-2240-16,1-1-448 0,2 1-96 0,1 3-16 16,-1-1-816-16,1 2-160 0,0-1-48 0,0 2 0 15,1 0-192-15,-2 0 0 0,-3 2 0 0,-3 0 0 16,-1 1 0-16,-2 1 0 0,-11-4 0 0,0 0 0 16,0 0 0-16,6 9 0 0,-6-9 0 0,0 10 0 15,0-10 0-15,-8 11 0 0,-2-1 0 0,-2 1 0 0,-1-2 0 0,-1 0 0 16,-2 0 0-16,2 1 0 0,-2 1 0 0,2 1 0 15,1-3 0-15,0 1 0 0,1 2 0 16,1-2 128-16,2-1-128 0,3 2 0 0,1-3 0 0,1 0 0 16,1-1 0-16,3 2 0 0,0-9 0 0,4 12 0 15,0-1 0-15,1-2 0 0,2 0 0 16,2-3 0-16,1 1 0 0,2 1 0 0,0 0 0 0,2 1 0 16,3-1 0-16,1 1 0 0,-1-3 0 0,1 1 0 15,-1-1 0-15,-1 1 0 0,0 1 0 0,-2-1 0 16,0 1 0-16,-1 0 0 0,-1 0 0 0,-3 1 0 15,-9-9 0-15,8 13 0 0,-4-1 0 0,-4-1 0 16,-3 0 0-16,-2-1 0 0,-1-1 0 0,-5 1 0 16,-2-3 0-16,-1 3 0 0,-3-3 0 0,-3 2 0 0,-3-2 0 15,-2 1 0-15,-1 1 0 0,0-1 0 0,-1-2 0 16,-1 1 0-16,-2-2 0 0,0-1 128 0,0 0-128 0,2-2 0 16,-1-2-208-16,3 0-96 0,2 0-16 0,5-1 0 31,3-1-992-31,3-2-208 0,3-2-32 0,3 0-16 15,5-3-2976-15,4-3-576 0,7-11-128 0,8 0-32 0</inkml:trace>
  <inkml:trace contextRef="#ctx0" brushRef="#br0" timeOffset="116159.66">14100 15824 46527 0,'0'0'2064'0,"0"0"432"0,0 0-2000 0,0 0-496 16,0 0 0-16,0 0 0 0,0 0 1744 0,0 0 256 15,0 0 48-15,0 0 16 0,-6 9-848 16,1-1-192-16,0 0-16 0,-1 1-16 0,-2 0-544 0,0 0-128 16,-1 3 0-16,0-1-16 0,-2 1-176 0,1 0-128 15,-1-3 192-15,0 3-48 0,-1-1-144 0,0 4 0 16,0-2 0-16,1 0 0 0,-2-4 0 0,0 5 0 16,-2-3 0-16,2-1 0 0,0-1 0 0,0 0 0 15,0-1 0-15,3-1 0 0,-1-1 0 0,2 0 0 16,3-1 0-16,6-5 0 0,-7 5 0 0,7-5 0 15,-5 10 0-15,5-10 0 0,0 0 0 0,0 0 0 16,0 10 0-16,0-10 0 0,0 0 0 0,10 6 0 16,2-1 0-16,1-1 0 0,0-1 0 0,1 1 0 15,2-2 0-15,2 1 0 0,3-3 0 0,0 0 0 16,1 0 0-16,2 1 0 0,-1-2 0 0,-1-2 0 16,-1 1 0-16,-1-1 0 0,-2-1 0 0,0 2 0 15,1-1 0-15,-4 0 0 16,-2-1-720-16,0 1-144 0,0-3-32 0,-2 2 0 15,-3-2-1408-15,-8 6-304 0,6-9-48 0,-2-3-19456 0</inkml:trace>
  <inkml:trace contextRef="#ctx0" brushRef="#br0" timeOffset="116386.4">14036 15828 41983 0,'0'0'1856'0,"0"0"384"0,0 0-1792 0,0 0-448 0,0 0 0 0,1 10 0 16,2-1 2400-16,-1 2 384 0,0-1 80 0,0 2 16 15,0 1-1024-15,0 1-208 0,-1 2-48 0,2 2 0 16,0 2-1088-16,-1 2-208 0,0 0-48 0,0 0-16 0,0 2-176 16,0 3-64-16,-1 0 0 0,2-1 0 0,-2 1 0 0,2 1 0 15,0 1 0-15,-1-3 0 0,1 0 0 0,-1-1 0 16,0-2 0-16,0-1 0 0,1-3 0 0,1-1 0 16,0-2 0-16,0-2 0 15,1-1-768-15,3 0-128 0,1-6-48 0,3-1-15952 16,1-2-3200-16</inkml:trace>
  <inkml:trace contextRef="#ctx0" brushRef="#br0" timeOffset="116791.59">14818 16053 30399 0,'8'-18'2704'0,"-3"6"-2160"16,-1-1-544-16,0 2 0 0,1-3 4480 0,-1 3 768 15,-1-1 176-15,-2 0 16 0,-1 2-3072 0,-1 1-608 16,1 9-128-16,-6-12-32 0,1 3-800 0,-3 0-160 0,-3 4-48 0,-2 2 0 15,-4 2-272-15,-4 3-48 0,-5 2-16 0,-4 5 0 16,-3 4-256-16,-1 3 0 0,-2 1 128 0,2 2-48 16,3 1-80-16,2 2 0 0,2 0 0 0,3 0 0 15,3-3 0-15,4 0 0 0,4 1 0 0,3-1 0 16,2 1 0-16,4-2 0 0,4-3 0 0,4-1 0 16,1-1 0-16,2 0 0 0,2-7 0 0,3 2 0 15,2-2 0-15,2-3 0 0,-1 0 0 0,5-3-160 16,2-3 16-16,1 0 0 0,2-3 0 0,0-2 0 0,0-1 16 15,-1-1 0-15,1-3 0 0,-1 2 0 0,-2 2 128 0,-1 2 0 16,-3-3 0-16,-2 5 0 0,-2 1 0 0,-2 3 0 16,-12 1 0-16,0 0-128 0,0 0 128 0,7 9 256 15,-3 3-64-15,-1 0-16 0,-4-1 0 0,-2 2 0 16,-1 0 0-16,0 3 0 0,-1 2-128 0,1 0-48 16,0-1 0-16,2 3 0 0,-2-3 0 0,1 0 0 15,1-3 0-15,2 1 0 16,1-2-640-16,1-2-112 0,1 1-16 0,2 0-16 15,2-3-3488-15,-7-9-688 0,19 5-144 0,-3-6-16 0</inkml:trace>
  <inkml:trace contextRef="#ctx0" brushRef="#br0" timeOffset="116924.15">15188 16234 48207 0,'0'0'2128'0,"-5"10"448"0,-1-1-2064 0,-1 2-512 0,-1-1 0 0,0 0 0 15,-1-2 1520-15,0 2 192 0,1 2 32 0,2-2 16 16,1 3-1136-16,1-3-240 0,4-10-32 0,-3 10-16 31,3-10-1104-31,0 0-240 0,7 9-32 0,-7-9-14848 0,13 4-2976 0</inkml:trace>
  <inkml:trace contextRef="#ctx0" brushRef="#br0" timeOffset="117320.15">15736 15916 28559 0,'0'0'1264'0,"0"0"272"15,0 0-1232-15,0-9-304 0,0 9 0 0,0 0 0 0,0 0 5280 0,-3-8 992 16,3 8 208-16,0 0 48 0,-8-6-4112 0,8 6-816 16,-10-3-176-16,0 3-16 0,-2 3-992 0,1 1-192 15,0 0-32-15,-1 1-16 0,-1 1-16 0,1 2 0 16,2-1 0-16,-1 2 0 0,2 1-160 0,1-2 0 16,2 1 144-16,1 2-144 0,1-2 0 0,1 0 0 15,3-9 0-15,1 13 128 0,2 1-128 0,2-1 0 16,2-1 0-16,2 0 0 0,1 1 0 0,3-3 0 15,2-1 0-15,0 2 0 0,4-1 0 0,-1 2 0 16,0 1 0-16,2 1 0 0,-1-3 0 0,2 2 0 16,0 0 0-16,-2-1 0 0,-2 2 0 0,-1 0 128 15,0-1-128-15,-3 0 0 0,-2 0 0 0,-1 0 144 16,-4-1-144-16,-1 0 0 0,-1 1 128 0,-4-13-128 0,-1 12 0 0,0-1 144 16,1-11-144-16,-7 11 0 0,-2-3 0 0,0-2 0 15,0-1 0-15,-4-1 0 0,-4-1 0 0,-1 0 0 16,-3-2 0-16,0-1 0 0,-1 0 0 0,-1-1 0 15,0-2 0-15,0-1 0 0,-2 0 0 0,0-1 0 32,2-3-368-32,-1-1-64 0,-1 0-16 0,2-2 0 15,1 1-2096-15,2-3-416 0,2 0-96 0</inkml:trace>
  <inkml:trace contextRef="#ctx0" brushRef="#br0" timeOffset="117504.69">15716 15898 23039 0,'4'-12'2048'0,"0"6"-1648"0,-4 6-400 0,5-7 0 0,3 1 5712 0,3-2 1072 16,2 3 192-16,1-2 64 0,2 3-3920 0,1-1-784 16,1 4-160-16,3-3-16 0,3 1-1232 0,3 1-240 15,0-1-48-15,2 3-16 0,-1-1-368 0,2 1-64 16,0-3 0-16,2 3-16 0,0 0-128 0,2 0-48 16,0 0 0-16,0 3 0 15,0-3-1184-15,2 0-224 0,2 0-64 0</inkml:trace>
  <inkml:trace contextRef="#ctx0" brushRef="#br0" timeOffset="118013.7">17109 15824 33167 0,'0'0'2944'0,"0"0"-2352"0,0 0-464 0,4-7-128 0,-4 7 3568 0,0 0 688 16,0 0 144-16,0 0 16 0,0 0-2240 0,0 0-448 16,0 0-80-16,9 8-32 0,-1 0-720 0,-1 4-128 15,1 2-48-15,0 4 0 0,0 1-464 0,1-1-80 16,0 0-32-16,2 4 0 0,-1 3-144 0,3 1 160 16,0 1-160-16,0-2 160 0,-1 1-160 0,1 3 0 15,-1 1 0-15,-2-4 0 0,-1-3 0 0,-2 1 0 16,-2-2 0-16,-1-1 0 0,-4-3 0 0,-3-2 0 15,-1-3 0-15,-4-1 0 0,-3-2 0 0,-4-2 0 16,-3-3 128-16,-4-1-128 0,-4-4 0 0,-4-3 0 16,-3-1 0-16,-2 1 128 0,-3-4-128 0,-1-2 128 15,0-2-128-15,0-2 128 0,0-1-128 0,1 0 0 16,3-1 144-16,4 4-48 0,3-1-96 0,5 0 0 0,3 2 0 16,6-2 0-16,3 3 0 0,6-1 0 0,5 10-160 0,0 0 160 31,12-12-2016-31,9 4-320 0,9-1-64 0</inkml:trace>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5-16T19:10:52.030"/>
    </inkml:context>
    <inkml:brush xml:id="br0">
      <inkml:brushProperty name="width" value="0.05292" units="cm"/>
      <inkml:brushProperty name="height" value="0.05292" units="cm"/>
      <inkml:brushProperty name="color" value="#0070C0"/>
    </inkml:brush>
  </inkml:definitions>
  <inkml:trace contextRef="#ctx0" brushRef="#br0">2375 3326 28559 0,'-4'-5'2544'0,"1"-3"-2032"0,-3-2-512 0,2-1 0 0,2 1 3936 0,-1-3 688 15,1 3 144-15,0-2 32 0,2 4-2432 0,0 2-496 16,2-1-80-16,-2 7-32 0,0 0-672 0,0 0-144 15,6 0-32-15,2 8 0 0,0 5-432 0,1 5-96 16,0 7 0-16,0 5-16 0,2 5-48 0,-1 8-16 16,2 0 0-16,-2 4 0 0,1 6-144 0,-1 2-32 15,-2-1 0-15,2 0 0 0,-1-1-128 0,1-5 128 16,-1-5-128-16,1-1 128 0,-2-6-128 0,0-1 0 16,1-5 0-16,-1-5 0 0,-2-4 0 15,2-3 0-15,-3-2 0 0,0-6 0 0,2-2 0 0,-3-4 0 16,-4-4 0-16,0 0 0 0,6-4 0 0,0-1 0 15,-4-8 0-15,1-2 0 0,-1-3-128 0,2-3 128 16,-1-1 0-16,1-4 0 0,-3-4 0 0,0-5 0 16,1-5-144-16,0-2 144 0,1-1 0 0,2-3 0 0,-1-1-128 15,1 0 128-15,1 2 0 0,0-2 0 0,-2 4-128 16,2 4 128-16,1 3 0 0,0 5 0 0,-2 5 0 16,0 5 0-16,0 5 0 0,0 7 0 0,-5 9 0 0,0 0 0 15,10 9-128-15,-1 6 128 0,0 4 0 0,0 7 0 16,1 7 0-16,1 6 0 0,0 7 0 0,3 2 0 15,0 4 0-15,0-4 0 0,1 2 0 0,0-2 0 0,2-2 0 16,0-6 0-16,1-3 0 0,1-3 0 0,0-6 0 16,1-3 0-16,-2-3 0 0,-1-3 0 0,-3-5 0 15,2-2 0-15,-2-3 0 0,-1-3 0 0,-1-2 0 16,-2-3 0-16,0-1 0 0,-1-2 0 0,0-3 0 0,-3-3 144 16,0-1-144-16,-1-2 192 0,0-2-64 0,-1-2 0 15,0-1 0-15,0-5 0 0,-2-4-128 0,1-5 128 16,0-5-128-16,-1-3 128 0,-1-1-80 0,3-6-48 15,-2-4 0-15,0-2 0 0,0 1 0 16,0-4 0-16,1 2 0 0,-2 1 0 0,-2 2 0 0,1 3-208 16,-2 3 64-16,0 6 16 15,1 5-752-15,-1 5-144 0,1 4-16 0,0 6-16 16,1 4-1728-16,-2 8-352 0,2 5-64 0</inkml:trace>
  <inkml:trace contextRef="#ctx0" brushRef="#br0" timeOffset="384.83">1995 3289 22111 0,'0'0'1968'0,"0"0"-1584"16,0 0-384-16,0 0 0 0,5-10 6512 0,3 4 1216 15,2-2 240-15,2 2 48 0,2-1-5632 0,3 1-1120 16,4-2-240-16,4 0-32 0,0 0-448 0,1 2-96 16,1-1 0-16,4-2-16 0,1 2-432 0,2 1 0 15,2-2 0-15,2 2 0 16,1-5-1168-16,3 2-272 0,1 0-48 0,2-2-21920 0</inkml:trace>
  <inkml:trace contextRef="#ctx0" brushRef="#br0" timeOffset="549.57">3009 3094 42383 0,'0'0'1872'0,"0"0"400"0,0 0-1824 0,0 0-448 15,6-5 0-15,2 0 0 0,0 2 2304 0,1-1 384 0,3-1 64 0,2-1 0 16,5-4-1392-16,1 1-272 16,3 2-64-16,1-1-16 0,4-1-800 0,-1 1-208 0,1 0 0 0,0 0 0 31,2 2-1120-31,0 2-304 0,0 4-64 0,0 6-14208 0,-4 3-2848 0</inkml:trace>
  <inkml:trace contextRef="#ctx0" brushRef="#br0" timeOffset="1403.86">3457 3983 16575 0,'0'0'736'16,"0"0"160"-16,0 0-720 0,0 0-176 0,4-6 0 0,-4 6 0 0,0 0 7936 0,8-1 1568 16,-8 1 304-16,9 4 64 0,-1 1-6704 0,1 3-1344 15,0 3-272-15,1 2-48 0,-3 2-880 0,1 0-176 16,0 2-48-16,0 3 0 0,0-1-288 0,-2 1-112 16,1-3 0-16,-2 0 0 0,-1 0 0 0,-2-2 0 15,1-2 0-15,-2-1 0 0,1-1 0 0,0-2 0 16,0-1 0-16,-2-8 0 0,0 0 0 0,0 0 0 15,0 0 0-15,0 0 0 0,0 0 0 0,0 0 0 16,0 0 0-16,0 0 0 0,-4-6 0 0,1-5 0 16,0-2 0-16,3-4 0 0,2-4 0 0,0-1-160 15,2-3 160-15,1-1-192 0,3-2 192 0,3 1-160 0,-1 0 160 0,2 2-160 16,0 0 160-16,-1 4-128 0,0 2 128 16,-1 3-128-16,-1 3 128 0,-1 5-160 0,0 4 160 15,-2 0-160-15,1 4 160 0,0 6 0 0,-1-1 0 0,-1 4 0 16,0 5 0-16,-1 1 128 0,0 2-128 0,1 1 176 15,1 1-176-15,0 1 128 0,1 1-128 0,2-2 128 16,-1 1-128-16,1-1 0 0,1 2 0 0,3-4 0 0,0-1 0 16,0-3 0-16,0 0 0 0,0-4 0 15,2-1-128-15,-1-2 128 0,-1-2-160 0,0-1 160 16,2-3-224-16,-2-1 48 0,-2-3 16 0,1-3 0 16,0-1-96-16,-2-1-32 0,-1-1 0 0,0-2 0 15,1-1-112-15,-3-1-32 16,0-1 0-16,-2 1 0 0,-2 0 48 0,1-1 0 0,-2 0 0 0,0 0 0 0,-2 1 128 0,0 2 16 15,-2-1 16-15,0 2 0 0,-2 3 224 16,-1 1 0-16,-2 6 0 0,0 1 0 0,0 2 0 16,-2 4 256-16,-1 3-48 0,1 3-16 0,0 3 144 0,0 5 32 15,1-2 0-15,0 3 0 0,3 1-112 0,0 0 0 16,2-1-16-16,2 0 0 0,4 0-240 0,1-2 128 16,2 0-128-16,5-4 0 0,2-2 0 0,4-2 0 0,2-2 0 15,2-3 0 1,2-2-448-16,2-1 0 0,0-6 16 0,1-1 0 15,0-2-176-15,1-2-32 0,1 0-16 0,-2 0 0 16,-3-5 32-16,-2-2 16 0,-3 0 0 0,2-4 0 16,-3-2-32-16,-3-1-16 0,-2 0 0 0,0-2 0 0,-2-2 208 0,-2-1 64 15,-1-3 0-15,-2-3 0 0,-1-1 384 0,-2-1 0 16,1-3 0-16,-2 4 128 0,-1 2 224 0,-1 2 48 0,0 1 16 16,-2 4 0-16,-1 6 416 0,0 2 96 0,0 4 16 15,0 4 0-15,2 2 80 0,2 7 0 0,0 0 16 0,-3 11 0 16,-1 2-448-16,2 2-80 0,0 3-32 0,1 5 0 15,1 3-96-15,1 0-32 0,1 4 0 0,0-3 0 16,2 2-160-16,0 1-48 0,1 0 0 0,0-5 0 16,2 2-144-16,1 0 0 0,1-2 0 0,0 0 0 0,0 1 0 15,0-3 0-15,0 0 0 0,1-3 0 16,-3-1-720-16,0-2-32 0,-1-3 0 16,0-2 0-16,-4-2-1088 0,0-1-208 15,-2-2-64-15,0-7-12944 0,0 0-2608 0</inkml:trace>
  <inkml:trace contextRef="#ctx0" brushRef="#br0" timeOffset="1596.36">4253 4012 41471 0,'0'0'3680'0,"0"0"-2944"16,0 0-592-16,0 0-144 0,0 0 2624 0,6-2 512 15,2-2 80-15,2 0 32 0,2 1-1552 0,3 2-304 16,0-3-64-16,2 1-16 0,1-3-864 0,3-1-160 15,0 1-32-15,3-1-16 0,2-1-240 0,1 1 0 16,0-1 128-16,3-1-128 16,2-2-928-16,2-3-224 0,1-4-64 0</inkml:trace>
  <inkml:trace contextRef="#ctx0" brushRef="#br0" timeOffset="2180.34">5474 3513 48671 0,'0'0'2160'0,"-5"-2"432"0,0-1-2080 0,0 0-512 0,-2-1 0 0,7 4 0 15,0 0 1040-15,0 0 112 0,0 0 0 0,0 0 16 0,0 0 224 0,0 0 32 16,0 0 16-16,7-3 0 16,0 2-944-16,4-3-192 0,2 2-48 0,1-1 0 0,5 0-176 0,-3 2-80 15,3-1 0-15,-2 0 0 0,4 0 0 16,-1-1 0-16,0-2 0 0,1 2 0 0,0 2 0 0,0 1 0 16,-1 0 0-16,1 0 0 15,-1 0-816-15,-1 1-144 16,-2 0-48-16,-1 2 0 0,-4 1-1952 0,-3 1-400 0,-3 2-80 15</inkml:trace>
  <inkml:trace contextRef="#ctx0" brushRef="#br0" timeOffset="2381.58">5447 3729 48959 0,'0'0'2176'0,"0"0"432"0,0 0-2096 0,0 0-512 16,-3 5 0-16,3-5 0 0,0 0 1056 0,0 0 96 15,0 0 32-15,6 6 0 0,1-4 160 0,4 0 48 16,2-2 0-16,2-2 0 0,2 1-944 0,3-2-192 15,2 2-48-15,3-3 0 0,1 0-144 0,3-1-64 0,1 0 0 0,0 0 0 16,0-2 0-16,0 1 0 16,0-1 0-16,0 2 0 0,-2 0 0 0,0 1 0 15,-2-3 0-15,-3 2 0 16,-2 1-608-16,-3 3-112 0,-2-1-32 0,-3 1 0 16,-3 1-3184-16,-2 0-640 0</inkml:trace>
  <inkml:trace contextRef="#ctx0" brushRef="#br0" timeOffset="4542">6712 3710 36863 0,'0'0'1632'0,"0"0"336"0,0 0-1584 0,0 0-384 0,-2 7 0 0,1 3 0 0,-2-1 3424 16,1 2 608-16,-2 5 112 0,0 2 16 0,-1 3-2624 0,-1 1-512 15,1 1-128-15,1 0 0 0,0 0-576 0,2-2-128 16,1-2 0-16,1-4-16 16,-3 0-496-16,3-2-80 0,1-2-32 0,1 0 0 15,-2-11-1904-15,0 0-384 0,6 2-80 0,2 0-18448 16</inkml:trace>
  <inkml:trace contextRef="#ctx0" brushRef="#br0" timeOffset="5049.68">7094 3191 41471 0,'0'0'3680'0,"0"0"-2944"15,0 0-592-15,0 0-144 0,0 0 2256 0,0 0 432 16,-2 8 64-16,2 2 32 0,0 3-1328 0,2 4-272 15,-1 3-48-15,0 3-16 0,0 6-480 0,2 1-112 16,0 4-16-16,1-3 0 0,-1 4-224 0,3-1-48 0,-1 1-16 0,1 2 0 16,1-5-96-16,2 0-128 0,0-2 176 0,0-4-176 15,0-4 128-15,2 0-128 0,-3-2 0 0,0-4 0 16,-3 0 0-16,0-4 0 0,1-3 0 0,0-1 0 16,-2-3 0-16,-4-5 0 0,0 0 128 0,0 0-128 15,6-1 0-15,-1-5 0 0,1-1 0 0,-1-1 0 16,-1-1 0-16,0-4 0 0,-1-6 0 0,1 1 0 0,0-5 0 0,2-2 0 15,-1-2 0-15,1-3-144 0,1-3 144 0,1-1-128 16,-1 0 128-16,3 2-128 0,-1-5 128 0,0 7-128 16,0 0 128-16,0 8-128 0,-1 5 128 0,0 7 0 15,0 0-144-15,-1 9 144 0,1 6 0 0,0 7 0 16,0 6 0-16,-3 5 0 0,2 3 0 16,-1 2 0-16,1 5 0 0,0 2 0 0,3 0 0 15,-1 2 128-15,0-2-128 0,3-2 128 0,-1-5-128 0,4 0 0 16,-1-2 0-16,2-4 0 0,-2-4 0 15,0-2 0-15,1-3 0 0,-2-3 0 0,0-2 0 16,-2-4 0-16,1-3 0 0,0-2 0 0,0-3 0 0,-1-4 0 16,0-2 0-16,-2-2 128 0,0-1-128 0,0 0 0 15,0-4 0-15,-1-1 128 0,-3-3-128 0,1-1 0 16,-4-2 0-16,2-2 0 0,-3-2 0 0,1 0 0 16,-2-2 0-16,-2 3 0 15,-2 1-688-15,-1-2-16 0,-1-2 0 0,-3 2 0 16,-1-2-1872-16,0 2-384 0,-2 4-80 0</inkml:trace>
  <inkml:trace contextRef="#ctx0" brushRef="#br0" timeOffset="5231.66">6872 3111 5519 0,'0'0'240'0,"-8"0"64"0,-1-2-304 0,9 2 0 15,0 0 0-15,0 0 0 0,0 0 10560 0,10-7 2064 0,2 5 416 16,4-4 80-16,3 2-9776 0,3 0-1936 0,3-3-400 0,-4 1-80 15,4-1-544-15,1-3-96 0,3 4-32 0,1-6 0 0,4 1-256 0,-1-3 0 16,3 0 0-16,0 2 0 16,2 2-1744-16,1 0-256 0,0-1-48 0,0-1-21168 15</inkml:trace>
  <inkml:trace contextRef="#ctx0" brushRef="#br0" timeOffset="5387.22">7671 2983 48383 0,'0'0'2144'0,"0"0"432"0,0 0-2064 0,0 0-512 15,0 0 0-15,7-2 0 0,-7 2 816 0,9-3 48 16,0-2 16-16,4 2 0 0,1 0 272 0,3-3 64 16,3 0 16-16,-1 1 0 0,2 2-880 0,0-2-176 15,0 1-48-15,1 0 0 16,1 0-576-16,1 1-112 0,-1 3-16 0,1 0-16 16,-1 2-2624-16,0 3-528 0</inkml:trace>
  <inkml:trace contextRef="#ctx0" brushRef="#br0" timeOffset="5731.24">8044 3693 49535 0,'0'0'2192'0,"0"0"448"0,0 0-2112 0,9 1-528 0,3 0 0 0,1-1 0 15,0-1 1152-15,1 0 128 0,1-3 32 0,0-1 0 16,1 1-288-16,-1-3-64 0,1 3-16 0,1 0 0 15,0-1-624-15,1 1-112 0,-3 0-16 0,-4 3-16 16,-2 1-176-16,-2 1 0 0,0 3 0 0,-4 0 128 0,0 1-128 16,-4 4 0-16,-3 1 0 0,-3 1 0 0,-2 5 160 15,-1 0-160-15,-3 1 192 0,-2 1-192 0,1 0 0 0,0 0 0 16,1 1 0-16,1-2 0 0,1 2 0 16,2-1 0-16,2-1 0 0,1-2 0 0,1-2 0 0,2-2 0 15,3 1 0-15,2-1 0 0,-1-2 0 0,-1-9 0 16,9 5 0-16,3 0 0 0,1-1 0 0,1-1 0 15,2-2 0-15,4-2 0 16,2-3-448-16,2-3-112 0,3-1-16 0,1-1 0 16,4-4-1200-16,1 3-240 0,4-7-48 0,1-3-13472 15,2-4-2688-15</inkml:trace>
  <inkml:trace contextRef="#ctx0" brushRef="#br0" timeOffset="5963.58">9058 3184 53327 0,'0'0'2368'0,"0"0"480"0,0 0-2272 0,0 0-576 16,0 0 0-16,-2 8 0 0,-1 3 688 0,0 2 16 15,2 4 16-15,1 2 0 0,0 5 32 0,0 0 0 0,0 1 0 16,1-1 0-16,2 2-528 0,0 0-96 0,1 0-128 0,-1-1 176 16,3 1-128-16,0-4-48 15,1 0 0-15,1-1 0 0,-2 1 0 0,1-2 0 16,-1-5-160-16,1-1 160 15,-2 0-832-15,-1-4-96 0,-4-10-16 0,0 0 0 16,0 0-1296-16,0 0-272 0,0 0-48 0,0 0-12288 0,-8 3-2464 16</inkml:trace>
  <inkml:trace contextRef="#ctx0" brushRef="#br0" timeOffset="6108.32">8770 3457 39615 0,'0'0'3520'0,"0"0"-2816"0,0 0-560 0,0 0-144 0,9-2 2656 0,-1 1 496 16,1-3 112-16,2 2 0 0,0 2-1440 0,2-4-288 15,3 1-64-15,2-1-16 0,3 0-880 0,3 0-160 16,2-1-32-16,4 0-16 16,2-2-368-16,3 0 0 0,3-3 0 0,1 1 0 15,2 0-672-15,2 0-208 0,1-4-32 0</inkml:trace>
  <inkml:trace contextRef="#ctx0" brushRef="#br0" timeOffset="6542.69">9821 3573 19343 0,'-7'4'1728'0,"0"-3"-1392"0,-1-1-336 0,0 0 0 15,1 3 7840-15,7-3 1504 0,0 0 288 0,0 0 64 16,0 0-7136-16,0 0-1408 0,0 0-304 0,0 0-48 0,6-4-240 16,1-2-48-16,3 5-16 0,1-4 0 0,2 1-496 0,3 0 128 15,2-2-128-15,-1 2 64 0,-1 0-64 0,-2 1 0 16,-1 2 0-16,-2 2-160 0,-4 0 160 0,-7-1 0 16,0 0 0-16,0 0 0 0,2 10 0 0,-4 3 0 15,-1-2 0-15,-7 4 0 0,-4 2 0 0,-2 0 0 16,1 0 0-16,-2 1 0 0,0-1 0 0,1 0 0 15,1-2 0-15,2 2 128 0,1-2-96 0,3-1-32 16,1-1 0-16,4 1 0 0,3-2 0 0,2-1 0 16,2-2 0-16,3 0 0 0,3-1 0 0,3-2 0 15,2-2 0-15,2 1 0 0,2-3 0 0,2-1 0 16,2 0 0-16,1-3 0 0,1-2 0 0,1 0 0 16,-1-3 0-16,2-1 0 15,1-1-1040-15,3-1-160 0,3-5-16 0</inkml:trace>
  <inkml:trace contextRef="#ctx0" brushRef="#br0" timeOffset="7182.43">10594 3021 44575 0,'1'-21'1984'0,"-1"14"384"0,-1-1-1888 0,2 0-480 15,2 1 0-15,0 2 0 16,-3 0 1552-16,0 1 224 0,0 4 32 0,0 0 16 0,3 9-144 0,0 6-16 16,-2 3-16-16,-1 7 0 0,0 5-1008 0,0 3-192 15,0 4-32-15,-1 1-16 0,0 4-208 0,-1-2-64 16,2-1 0-16,0 4 0 0,0-4-80 0,3-4-48 16,0-5 0-16,1-4 0 0,-1-1 0 0,3-5 0 15,2-5 0-15,-3 0 0 0,-1-6 0 0,0-3 0 16,1-2 0-16,0 0 0 0,-5-4 0 0,8-4 0 15,-2-4 0-15,1-2 0 0,-1 0 0 0,1-6 0 16,-1 2 0-16,1-9 0 0,1 0 0 0,0-3-208 16,-1-4 64-16,1-3 16 0,0-1 128 0,1 1-192 0,2-4 192 15,-1 2-192-15,0 4 16 0,1 4 0 16,-1 5 0-16,-1 5 0 0,-1 6 176 0,0 5 0 16,0 5-144-16,0 6 144 0,0 8 0 0,-1 6 0 15,1 4 128-15,1 6-128 0,0 2 256 0,2 3-16 0,-2 0-16 16,3-3 0-16,2-2-224 0,2-2 176 0,-1-2-176 15,2-3 160-15,0-4-160 0,2-2 0 0,-3-3 0 0,3-2 128 16,-2-5-128-16,1-1 0 0,-1-1 0 16,0-4 0-16,-3-4 0 0,2-1 0 0,-1-3 0 0,0-1 128 15,-1-3-80-15,-2-2-48 0,0 0 0 0,-2-3 0 16,-1-5 0-16,-1-2 0 0,-2-2 0 0,1-3 0 16,-2-1 0-16,0-1 0 0,1-2 0 0,-4 1 0 15,1-1-736 1,-2 2-32-16,-3 1-16 0,-1 0 0 0,-2 7-1616 0,-2 3-320 0,-3 2-64 0,-7 3-19328 15</inkml:trace>
  <inkml:trace contextRef="#ctx0" brushRef="#br0" timeOffset="7368.58">10455 2922 4607 0,'0'0'192'0,"0"0"64"0,0 0-256 0,0 0 0 16,7-5 0-16,4-3 0 0,2 0 10592 0,2-1 2080 15,4 4 400-15,3-3 96 0,-1-1-10080 0,5 0-2000 16,2 0-416-16,2-2-80 0,2 1-448 0,0 0-144 16,1-2 0-16,1 0 0 15,0-1-1424-15,2 0-400 0,2 1-80 0,0-1-20288 0</inkml:trace>
  <inkml:trace contextRef="#ctx0" brushRef="#br0" timeOffset="7532.71">11260 2714 11055 0,'0'0'976'0,"0"0"-784"16,0 0-192-16,0 0 0 0,0 0 8704 0,0 0 1680 0,0 0 352 0,8-3 64 16,0 0-7936-16,2 1-1584 0,3-2-320 0,3 1-64 15,2 1-16-15,2 0 0 0,-1-2 0 0,2 3 0 16,0 0-880-16,1 0 0 0,0 2-176 0,2 0 32 31,-3 2-976-31,-2 2-192 0,1 1-32 0,-3 2-14384 0,-3 3-2864 0</inkml:trace>
  <inkml:trace contextRef="#ctx0" brushRef="#br0" timeOffset="7926.91">11479 3196 44463 0,'0'0'1968'0,"0"0"400"0,9 7-1888 0,2-5-480 0,-1 2 0 0,2-3 0 0,0 2 1344 0,1 0 192 16,1-3 16-16,2 0 16 0,-1 0-64 0,2 0-16 15,0 0 0-15,0 1 0 0,-1-1-656 0,-1 1-144 16,1 0-32-16,-2 2 0 0,0-3-288 0,-4 3-64 15,-2-1-16-15,-2 1 0 0,-6-3-288 0,7 3 0 16,-7-3 128-16,0 0-48 0,4 6-80 0,-2 1 0 16,-2-7 0-16,0 7 0 0,-1 4 0 0,-2-2 0 15,-1 1 0-15,2-1 0 0,1 1 0 0,-1-1 0 16,1-1 0-16,1-8 0 0,0 0 0 0,3 14 0 0,0-1 0 0,0 0 0 16,2-1 0-16,2-1 0 0,1-1 0 0,1 0 0 15,0-1 0-15,3 2 0 0,1-1 0 0,1-1 0 16,2-2 0-16,-1-1 0 0,0-1 0 15,0 3 0-15,0 0 0 0,-1 1 0 0,-1-1 0 0,-1 1 0 16,-3 0 0-16,-1 2 0 0,-2-2 0 16,-2 1 0-16,-4 1 0 0,-1-1 0 0,-3 0 0 15,-3 2 0-15,-2 0 0 0,-4 1 0 0,-4 1 0 0,-2-2 0 16,-1-3 0-16,-3 0 0 0,-2 0 0 0,-1 3 0 16,0-5 0-16,0 0 0 0,0 0 0 0,2 0 0 15,1-4-496-15,2-1-80 0,4-2-32 16,3-2 0-16,2 0-2608 0,4-2-528 0,4-1-96 0</inkml:trace>
  <inkml:trace contextRef="#ctx0" brushRef="#br0" timeOffset="8134.17">12423 3036 47919 0,'0'0'2112'0,"0"0"448"0,0 0-2048 0,0 0-512 15,9 0 0-15,-1 1 0 0,-8-1 2064 0,0 0 304 16,3 10 64-16,-2 3 16 0,-1 2-1472 0,-1 3-288 15,-2 2-64-15,2 3-16 0,-2 0-480 0,2 2-128 16,0 1 0-16,-1 0 96 0,2-1-96 0,2 0 0 16,-1 0 0-16,1-3 0 0,1-3 0 0,0 0 0 15,-1-1 0-15,2-2 0 16,-1-3-704-16,1-2-128 0,-4-11-16 0,0 0-16 16,4 9-2464-16,-4-9-512 0,0 0-80 0</inkml:trace>
  <inkml:trace contextRef="#ctx0" brushRef="#br0" timeOffset="8302.98">12199 3184 35007 0,'0'0'3120'0,"0"0"-2496"0,0 0-496 0,0 0-128 15,0 0 3936-15,0 0 768 0,0 0 160 0,0 0 16 0,9-1-2832 16,0 1-560-16,2-1-112 0,2-2-32 0,4 0-768 16,2 0-176-16,3 0-16 0,3-1-16 0,1 0-368 0,3 0 0 15,2 0 0-15,3-1 0 16,1 0-784-16,3-3-240 15,2-1-32-15</inkml:trace>
  <inkml:trace contextRef="#ctx0" brushRef="#br0" timeOffset="8822.99">13196 3424 31327 0,'-22'-1'2784'0,"10"0"-2224"16,-5-2-560-16,2 2 0 0,2-2 5872 0,2 0 1056 15,3-2 224-15,1 0 32 0,-2 1-5536 0,2-1-1120 16,2 1-208-16,1 0-64 0,4 4-16 0,0 0-16 16,0 0 0-16,5-8 0 0,2 0-224 0,3 1 0 0,4 0 0 0,3 2 0 15,3-2 0-15,1 2 0 16,2 0 0-16,1 4 64 0,-1-3-64 0,-1 2 0 0,-1 1 0 15,-1 1 0-15,-2 3 0 0,-2 1 0 0,-3-3 0 16,-3 4 0-16,-1-1 0 0,-2 1 0 0,-7-5 0 0,0 0 0 16,1 9 0-16,-4 0 0 0,-2 1 0 0,-3-1 0 15,-2 1 0-15,-2 1 0 0,-1-2 0 0,0 1 0 16,0-2 0-16,0 1 0 0,0-2 0 0,1 2 0 16,2 0 0-16,1 0 0 0,1 0 0 0,1-1 0 15,2 4 0-15,3-5 0 0,2-7 0 16,0 0 0-16,1 10 0 0,3-1 0 0,1 0 0 0,3-1 0 0,1-3 0 0,3 1 0 15,1 0 0-15,1 0 0 0,2 1 0 16,1 1 0-16,0 1 0 0,1-3 0 0,-1 1 0 0,-3-1 0 16,-1 2 0-16,-2 1 0 0,-2 2 0 0,-1-2 0 15,-2 1 0-15,-3 3 0 0,-3-4 0 0,-2 2 0 16,-4 0 0-16,-3 1 0 0,-4 1 0 0,-3-2 0 16,-1 2 0-16,-1-3 0 0,-3 2 0 0,-1-2 0 15,-2 1 0-15,0-3 0 0,-1-1 0 0,-3 1 0 16,0-1 0-16,2-1 0 15,1-4-640-15,3-1-128 0,1-4-32 0,3-1 0 16,2-2-3296-16,4-2-640 0</inkml:trace>
  <inkml:trace contextRef="#ctx0" brushRef="#br0" timeOffset="9328.93">13771 2849 26719 0,'0'0'1184'0,"0"0"240"15,0 0-1136-15,0 0-288 0,0 0 0 0,9 3 0 0,-2 1 6128 0,-2 2 1168 0,-2 3 224 0,-2 4 48 16,0 4-5104-16,-1 6-1024 0,-1 4-208 0,-2 3-32 16,1-1-816-16,0 2-144 0,-1 3-48 0,0 0 0 15,0 1-128-15,3 0-64 0,0 2 0 0,4-4 0 16,0 1 0-16,3-4 0 0,0-1 0 0,1-3 0 16,4 7 0-16,0-7 0 0,-1-5 0 0,1-3 0 0,1-2 0 0,-1-5 0 15,0-3 0-15,-1-3 0 0,0-1 0 16,-1-3 0-16,1-2 0 0,-1-1 0 0,1-5 0 15,-1-2 0-15,-1-3 0 0,0-1 0 0,2-2 0 0,-1-2 0 16,1-4 0-16,-1-3 0 16,2-4 0-16,-1-2 0 0,0-3 0 0,-1 0 0 0,-1 0 0 15,2 3 0-15,-1 3 0 0,-1 5 0 0,-1 1 0 0,0 6 0 16,-1 3 0-16,-2 7 0 0,-5 5 0 0,0 0 0 16,5 6 0-16,-1 5 0 0,0 4 0 0,0 2 0 15,0 2 0-15,0 0 0 0,-1 2 0 0,3 1 0 16,-1 0 0-16,1 1 0 0,4-1 0 0,-1-1 0 15,-3-8 0-15,2 1 0 0,1-2 0 0,2-2 0 16,-1 1 0-16,2-5 0 0,-1-1 0 0,1 0 0 16,1-1 0-16,0 2 0 0,-1-6 0 0,0-4 0 15,-1 1 0-15,0-2 0 0,-3 0 0 0,1-4 0 0,0-2 0 16,1-5 0-16,1-3 0 0,-3-2 0 16,-3-1 0-16,0-2 0 0,0 1 0 0,-1-3 0 15,-1-3 0-15,-2-1 0 0,3-1 0 0,-3 4 0 16,-2-3 0-16,0 2 0 15,-2 3-448-15,-2 2-48 0,-4-1 0 0,0 4 0 16,-2 0-1280-16,-2 4-256 0,-2 2-48 0,-4 0-21216 0</inkml:trace>
  <inkml:trace contextRef="#ctx0" brushRef="#br0" timeOffset="9519.44">13452 2784 34095 0,'0'0'3024'0,"-7"-1"-2416"0,-1-1-480 0,8 2-128 0,0 0 4224 0,0 0 816 15,0 0 160-15,0 0 48 0,0 0-3328 0,13 0-672 16,6 2-128-16,3-2-32 0,3-2-592 0,2 0-128 16,3-1-32-16,3 2 0 0,2-3-336 0,1 1 0 15,1-1 0-15,1 1 128 0,-1-4-336 0,4 2-64 16,2-2-16-16,0-1 0 16,-1-1-1696-16,-3-1-320 0,-1 1-80 0</inkml:trace>
  <inkml:trace contextRef="#ctx0" brushRef="#br0" timeOffset="9696.23">14317 2611 50159 0,'0'0'2224'0,"0"0"464"15,0 0-2160-15,0 0-528 0,8 2 0 0,0 1 0 0,1-2 1104 0,2 0 112 16,0 1 32-16,2 0 0 0,3 1-224 0,2 1-64 16,3 0 0-16,3 1 0 0,2-2-672 0,1 1-144 15,-2-2-16-15,0 3-128 0,1-2 0 0,1 2 0 0,2 0 0 0,-2 2 0 31,-1-1-1024-31,-1 2-192 0,-2 1-64 0,-2 4-23392 0</inkml:trace>
  <inkml:trace contextRef="#ctx0" brushRef="#br0" timeOffset="9898.26">14891 3265 51887 0,'0'0'2304'0,"0"0"464"0,0 0-2208 0,4 17-560 0,0-1 0 0,0-1 0 15,0 4 1568-15,0-1 208 0,1 0 32 0,-3 3 16 16,2-1-1360-16,0 2-272 0,0 1-48 0,0 1-16 16,-1-1-128-16,-1 1 0 0,0-2 0 0,-1-1 112 0,-1-1-112 0,1 0 0 15,-2-3 0-15,0-1 0 0,-1 1 0 16,1-2 0-16,-2-4 0 0,1 0 0 0,-1 1 0 0,-2-3 0 16,-2-1 0-16,1-3-26256 15</inkml:trace>
  <inkml:trace contextRef="#ctx0" brushRef="#br0" timeOffset="11633.57">6762 4972 17503 0,'0'0'768'0,"0"0"176"16,-1-11-752-16,0 2-192 0,-2-1 0 0,3 10 0 0,0 0 5296 0,0 0 1024 15,0 0 208-15,0 0 32 0,0 0-3328 0,0 0-672 16,0 0-128-16,9-6-16 0,-9 6-960 0,12-1-192 15,-12 1-48-15,12 4 0 0,-1 3-544 0,1-1-112 16,-1-1-32-16,0 1 0 0,1 1-256 0,1 0-48 16,2 1-16-16,0-2 0 0,1-1-208 0,1 2 0 15,1-2 0-15,2 2 0 0,-2-3 0 0,1-2 0 16,0-2 0-16,-4 2 0 0,0 1-240 0,-4 1 16 16,0 0 0-16,-11-4 0 0,9 3-144 0,-9-3-16 15,6 6-16-15,-6-6 0 0,0 0 64 0,0 0 16 16,-4 9 0-16,-2 2 0 0,-3-2 320 0,-3 0-176 15,-2 2 176-15,-2-5-128 0,0 1 128 0,0 0 0 16,-3 4 0-16,1-2 0 0,0 0 0 0,1-2 0 0,0 2 128 0,3 0-128 16,1-1 0-16,1 1 0 15,0-1 0-15,2 0 0 16,0 1-736-16,4-3-160 0,6-6-48 0,0 0 0 16,0 0-2944-16,0 0-592 0</inkml:trace>
  <inkml:trace contextRef="#ctx0" brushRef="#br0" timeOffset="12003.83">7585 4863 31327 0,'0'0'1392'0,"-8"-2"272"0,-2 1-1328 0,-1 1-336 16,1 1 0-16,1 1 0 0,-2 1 3584 0,1 1 656 15,-2 1 128-15,0 2 32 0,-1 2-2496 0,-1 4-496 16,-2 4-112-16,2 1-16 0,0 0-480 0,1 2-96 15,0-1-32-15,1 4 0 0,0 0-192 0,3 2-32 16,1 1-16-16,3-3 0 0,4 0-256 0,1-1-48 16,1-4-128-16,4-1 192 0,2 1-192 0,2-4 0 15,3-2 0-15,1-1 0 0,2-5 0 0,4-2-160 16,0-1 160-16,2-3-192 0,1-2-80 0,2 0-32 16,-2-5 0-16,-1 1 0 15,-2-2-96-15,-1-1-32 0,1 0 0 0,-5-3 0 0,-1-2 96 0,-4-1 16 16,-2 1 0-16,-2 0 0 0,-1-2 320 0,-3 2 0 15,-1-7-144-15,-1 5 144 0,-3 0 0 0,-3 5 0 16,1-1 0-16,-2 0 0 0,-2-1 128 0,-1 1-128 0,1 3 0 0,-2 0 144 16,-2-3-144-16,-1 2-192 15,1-2 32-15,-3 2 16 16,0 2-2656-16,0-1-528 0</inkml:trace>
  <inkml:trace contextRef="#ctx0" brushRef="#br0" timeOffset="13286.23">10174 4702 30399 0,'0'0'1344'0,"-8"-2"288"0,-1 2-1312 0,9 0-320 0,-8 2 0 15,8-2 0-15,0 0 4976 0,0 0 912 0,0 0 192 0,0 0 48 16,0 0-3824-16,0 0-752 16,0 0-144-16,0 0-48 0,10 0-816 0,1 0-160 0,2-2-48 0,3 0 0 15,4-1-336-15,-1 2 144 0,3-7-144 0,0 4 0 16,2 2 0-16,1-2 0 0,1 0 0 0,-8 3 0 16,3-3-656-16,1 2-192 0,0 1-48 0,-1-2 0 15,0 2-2528-15,-4 1-512 16,-5 0-96-16</inkml:trace>
  <inkml:trace contextRef="#ctx0" brushRef="#br0" timeOffset="13451.25">10176 4903 36863 0,'0'0'1632'0,"0"0"336"0,-10 5-1584 16,10-5-384-16,0 0 0 0,0 0 0 0,0 0 3392 0,0 0 608 16,0 0 112-16,0 0 32 0,15 0-2544 0,2-2-512 15,2-1-112-15,2-1-16 0,0 1-624 0,1-2-128 16,0-2-16-16,4 2-16 0,2 1-448 0,-7 0-96 15,2-1-16-15,4 0 0 16,3 0-1792-16,2-1-384 0,0 0-64 0</inkml:trace>
  <inkml:trace contextRef="#ctx0" brushRef="#br0" timeOffset="13806.99">10951 4671 10127 0,'0'0'448'0,"0"0"96"0,-5-4-544 0,0 1 0 0,0-2 0 0,5 5 0 15,0 0 8624-15,-8-2 1616 0,0 2 320 0,0 0 64 16,0 7-7232-16,0 0-1456 0,-1 2-272 0,-1 5-64 16,-2 0-832-16,0 3-144 0,-1 2-48 0,0 3 0 15,-1 1-128-15,2 2-48 0,1 2 0 0,1-2 0 16,3-1-160-16,1-5-48 0,4-1 0 0,3 1 0 16,4-1-192-16,3 0 0 0,3-5 0 0,2-1 0 0,1-3 0 0,3-2 0 15,4-5 0-15,2-1-160 0,5-1-64 16,-2-1-16-16,1-4 0 0,0-2 0 0,0 1-112 0,-3-3-32 15,0-2 0-15,-2 0 0 0,-1-5 80 16,-4-1 16-16,-3 0 0 0,-1 0 0 0,-2 0 288 0,-4-1-192 16,-3-2 192-16,-2 2-160 0,-4-1 160 0,-2 0 0 15,-1 1 0-15,-3 2 128 0,-1 2 0 0,-3-3 16 16,-2 1 0-16,-2 2 0 0,0 0 16 0,-3 2 0 16,-2 3 0-16,-1 0 0 0,0 0-160 0,0 2 0 15,0 2 0-15,1 1 0 16,1 0-624-16,2 1-48 0,2-2-16 0,3 4 0 15,2-2-2784-15,2 2-560 0</inkml:trace>
  <inkml:trace contextRef="#ctx0" brushRef="#br0" timeOffset="16800.3">13737 4635 44799 0,'0'0'1984'0,"0"0"416"0,0 0-1920 0,8-1-480 16,3-4 0-16,2 0 0 0,0 2 512 0,-4 0 0 0,-9 3 0 16,0 0 0-16,0 0 768 0,0 0 144 15,0 0 48-15,-4 6 0 0,-3-1-528 0,-1 1-112 0,-1 3 0 0,-1-1-16 16,-3 0-384-16,1 3-80 0,0-2-16 0,-3 5 0 16,-2-4-64-16,1 1-16 0,-1-2 0 0,2 0 0 15,-1 2-80-15,2-5-32 0,-1 3 0 0,4-2 0 16,-1-2-16-16,1 0 0 0,1 0 0 0,2 1 0 15,2-4 0-15,6-2 0 0,0 0 0 0,0 0 0 16,0 0-128-16,0 0 0 0,1 7 0 0,1-1 0 0,4-1 0 16,2-1 0-16,1-2 0 0,2 2 0 0,2-3 0 0,4 1 0 15,2 1 0-15,0-2 0 0,2-1 0 0,1 0 0 16,2 0 0-16,0 2 0 0,0-1-192 16,-1 2 192-16,1-3-160 0,-3 1 160 15,-2-1-944-15,-2 1-80 16,-2 0-32-16,-2-1 0 0,-2 0-2352 0,0-1-480 0</inkml:trace>
  <inkml:trace contextRef="#ctx0" brushRef="#br0" timeOffset="17171.28">14260 4698 46879 0,'0'0'2080'0,"0"0"416"0,0 0-1984 0,0 0-512 16,0 0 0-16,0 0 0 0,0 0 1088 0,0 0 112 15,0 0 16-15,0 0 16 0,0 0 144 0,-5 6 32 16,-2 1 0-16,0 1 0 0,-4 3-832 0,-1 0-144 16,1 1-48-16,-1 2 0 0,-1 2-128 0,1 1-16 0,2 0-16 0,1 1 0 15,1 0-224-15,3 0 144 16,1 1-144-16,2-3 128 0,4-1-128 0,2-1 0 0,1 0 0 0,4-2 0 16,4-3 0-16,4-2 0 0,2-2 0 15,4-1 0-15,0 0 0 0,2-3-144 0,1-2 144 0,0 0-160 16,0-1 0-16,-1 0 0 0,-2-4 0 15,1-1 0-15,-3-2 160 0,-2-2-208 0,-3-1 80 0,-2 1 128 16,-2-4-192-16,-2 1 192 0,-4-2-160 0,-3-1 160 16,-1 3 0-16,-4-3 0 0,-1 0 0 0,-3 1 0 0,-3 2 0 15,-1 0 0-15,-2-2 0 0,-4 2 0 0,-2 1 0 0,-1 0 128 16,-4 2-128-16,1 0 0 0,-3-1 0 0,2 1 0 16,-2 1 0-16,3 1 0 15,0 1-1008-15,2 2-256 0,1-1-48 16,2 2-22912-16</inkml:trace>
  <inkml:trace contextRef="#ctx0" brushRef="#br0" timeOffset="20046.88">16087 3290 37775 0,'-4'-1'3360'0,"-3"1"-2688"16,2 0-544-16,5 0-128 0,0 0 2048 0,0 0 384 16,0 0 80-16,0 0 16 0,0 0-1344 0,9 6-272 15,3-5-48-15,5 2-16 0,1 0-128 0,7-2-16 16,2-1-16-16,6 0 0 0,3 0-272 0,6-3-48 15,5-1-16-15,5 0 0 0,4 1-112 0,5-1-32 16,3-2 0-16,1 3 0 0,1-1-208 0,-1 1 128 16,0-1-128-16,-2 3 0 0,-3-2 0 0,-3 2 0 15,-4 1 0-15,-2 0 0 0,-4 0-128 0,-6 0-32 16,-6 0 0-16,-5 0 0 16,-4 1-416-16,-4 0-64 0,-4-2-32 0,-3 0 0 15,-5 0-1264-15,-2-2-256 0,-3-1-48 0,-5 4-11664 16,0 0-2336-16</inkml:trace>
  <inkml:trace contextRef="#ctx0" brushRef="#br0" timeOffset="20299.5">17212 3182 41807 0,'0'0'1856'0,"0"0"384"0,0 0-1792 0,0 0-448 0,0 0 0 0,0 0 0 15,0 0 960-15,0 0 96 0,0 0 32 0,0 0 0 16,0 0 112-16,0 0 16 0,6 5 16 0,2 1 0 16,1 1-608-16,2-1-128 0,-1 0-32 0,2-1 0 0,-1 0-208 0,3 0-32 15,0 1-16-15,0-3 0 0,2 1-208 0,1-1 176 16,0 0-176-16,0-2 160 0,-3 4-160 0,0-4 0 15,1 2 0-15,-2 0 0 0,0-1 0 0,-1 1 0 16,-2-1 0-16,-2 2 0 0,-8-4 128 0,0 0-128 16,0 0 128-16,0 0-128 0,0 0 304 0,0 0-32 15,-5 8 0-15,-5 0 0 0,-3 1 0 0,-2-2 0 16,-5 0 0-16,-2 3 0 0,-1 0-128 0,-6 3-16 16,-4 0-128-16,1 0 192 0,-2-2-192 15,1-1 0-15,2 0 0 0,2 2 0 16,3-3-2416-16,5-1-368 0</inkml:trace>
  <inkml:trace contextRef="#ctx0" brushRef="#br0" timeOffset="21303.34">18462 2950 25791 0,'5'-23'2304'0,"-4"12"-1856"0,1-1-448 0,-1 2 0 16,2 0 4448-16,1 3 800 0,2 0 144 0,-1 2 48 0,2 2-3648 0,-7 3-704 15,0 0-160-15,0 0-32 16,5 13 224-16,0 9 32 0,-3-2 16 0,1 10 0 15,1 3-368-15,2 4-80 0,-1 4-16 0,-1 1 0 0,2 2-192 0,1 0-32 16,-1 2-16-16,1-3 0 0,-2-1-192 0,2-6-32 16,-1 1-16-16,1-4 0 0,2 8-224 0,0-7 144 15,-1-6-144-15,-1-3 128 0,3-5-128 16,-4-3 0-16,1-6 0 0,-2-1 0 0,-1-5 0 0,-4-5 0 16,5 4 0-16,-5-4 0 0,0 0 0 0,5-6 0 15,0-1 0-15,-1-4 0 0,-1 0 0 0,0-4 0 16,0-2 128-16,1-2-128 0,-1-4 0 0,1-1 0 15,1-5 0-15,3-2 0 0,1-3 0 0,0-4 0 16,0-4 0-16,3-2 0 0,2-2-192 0,2 2 192 16,1 4-192-16,-1 3 192 0,-2 1-192 0,0 7 192 15,-1 7-160-15,-1 5 160 0,-3 4-128 0,0 6 128 16,-1 6 0-16,-1 9-144 0,-2 7 144 0,-1 12 0 16,-2 4 0-16,1 7 0 0,0 3 0 0,-1 4 176 15,2-1-48-15,1 0 0 0,3-3-128 0,0-3 160 16,1-5-160-16,3 0 160 0,1 0-160 0,4-7 0 0,-2-5 0 15,2-3 128-15,-1-1-128 0,1-4 0 16,0-4 0-16,1-4 0 0,-1-4 0 0,0-1 0 0,-1-1 128 0,-1-5-128 16,0-5 128-16,-1-2-128 0,-2-3 128 0,0 0-128 15,-2-4 0-15,0-1 0 0,0-6 0 0,-1-2 0 16,-3-6 0-16,2-2 0 0,-1-3 0 0,-1-3 0 16,1-4 0-16,-2-1 0 0,1 0-144 0,-1 1 144 15,-2 1-1024 1,0 3-80-16,-3 4-32 0,-2 5 0 0,-3 4-2384 0,-1 3-464 15</inkml:trace>
  <inkml:trace contextRef="#ctx0" brushRef="#br0" timeOffset="21510.88">18192 2867 51887 0,'-22'-5'2304'0,"14"4"464"0,2-3-2208 0,6 4-560 15,0 0 0-15,0 0 0 0,0 0 384 0,0 0-16 16,10-5-16-16,4 0 0 0,5-2 96 0,5 2 0 16,6 1 16-16,3-3 0 0,1-2-464 0,2 0 0 15,5 0 0-15,-1 0 0 16,1 2-880-16,0-2-208 0,1 0-64 0,2 0 0 16,3 0-2592-16,-2 0-528 0</inkml:trace>
  <inkml:trace contextRef="#ctx0" brushRef="#br0" timeOffset="21666.55">19225 2672 49295 0,'0'0'2176'0,"0"0"464"0,11-5-2112 15,1 1-528-15,0 0 0 0,1 0 0 0,0-1 752 0,0 0 32 0,1-2 16 16,2 2 0-16,2 1-304 0,6 0-64 0,-2 1-16 0,1-1 0 16,2 2-1632-16,-2 2-320 0,0 4-64 15,-1 1-13328-15,1 3-2672 0</inkml:trace>
  <inkml:trace contextRef="#ctx0" brushRef="#br0" timeOffset="22238.23">19461 3461 11967 0,'0'0'1072'0,"0"-7"-864"0,2 2-208 0,-2 5 0 0,7-4 8128 0,-1 1 1600 15,-6 3 304-15,0 0 64 0,8 0-6608 0,0 2-1312 16,0 2-272-16,0 2-48 0,-1 2-880 0,1 5-160 15,-1 4-48-15,-1-1 0 0,1-2-400 0,-1 2-96 16,1 3-16-16,1-1 0 0,-5 1-256 0,1-6 160 16,-1-2-160-16,0 0 128 0,-1-1-128 0,0-2 0 15,-2-8 0-15,0 0 112 0,2 7-112 0,-2-7 0 16,0 0 0-16,0 0 0 0,0 0 0 0,0 0 0 16,1-7 0-16,2-3 0 0,0-5 0 0,-1 0 0 15,1-6 0-15,1 0 0 0,1-1 0 0,2 1 0 16,0-3 0-16,1 4 0 0,1-1 0 0,2 1 0 15,-1 2 0-15,1 1 0 0,-2 1 0 0,0 2-128 16,0 4 128-16,-1 0 0 0,-2 7 0 0,-6 3 0 0,0 0 0 0,0 0 0 16,7 9 0-16,-5 4 0 0,1 2 0 15,-2 4 0-15,1-4 0 0,0 3 0 0,1 5 0 16,1 0 128-16,0-3-128 0,2 3 0 0,2-3 0 16,1-1 0-16,2 0 0 0,2-3 0 0,1-3 0 0,2-1 0 15,1-1 0-15,2-5 0 0,-1 1 0 0,2-6 0 16,-1 0-128-16,2-1 128 0,-1-1 0 0,-1 0 0 15,1-8-160-15,-3 1 160 0,0-1-128 0,0-1 128 0,-3 0-192 16,2 0 64-16,-2-6 0 0,1 2 0 16,-4-3-80-16,1 0-16 0,-3-2 0 0,-1 1 0 15,0 0-16-15,-3 1 0 0,-1 0 0 0,-2 1 0 0,0 2 96 0,-2 2 16 16,-3 1 0-16,-1 4 0 0,-1 3 128 0,-3 3 0 16,-4 2 128-16,1 4-128 0,-2 3 256 0,0 3-32 15,0 2 0-15,1 2 0 0,0 4 32 0,2 0 16 16,-1 5 0-16,3-5 0 0,2 2-128 0,2-1-16 15,1-1-128-15,3-1 192 0,4 1-192 0,3-4 0 16,2 0 0-16,3-5-160 16,2 1-800-16,3-4-144 0,3-1-48 0,2-4 0 15,1-6-1936-15,2 0-400 0,0-2-80 0</inkml:trace>
  <inkml:trace contextRef="#ctx0" brushRef="#br0" timeOffset="22494.38">20663 3027 49871 0,'0'0'2208'0,"-6"-4"464"0,1 1-2144 0,5 3-528 15,0 0 0-15,0 0 0 0,-6-3 1408 0,0 6 192 0,6-3 16 16,-5 8 16-16,1 2-688 0,2 5-144 0,-1 3-32 0,2 1 0 16,-2 1-512-16,2 2-96 0,1 2-32 0,0 0 0 15,0 2-80-15,1 2-48 0,2-1 0 0,1 1 0 16,1-5 0-16,1 0 0 0,2 1 0 0,0-2 0 15,-1 2 0-15,-1-5 0 0,1 2 0 0,-1-1 0 16,-1-1-304-16,-1-5-48 0,0 1-16 0,0-3 0 16,-3-2-656-16,-1-2-128 15,0-2-16-15,0-6-16 0,0 0-1712 0,0 0-352 0,0 0-64 16,-6-2-17088-16</inkml:trace>
  <inkml:trace contextRef="#ctx0" brushRef="#br0" timeOffset="22679.67">20424 3352 27647 0,'-12'-1'1216'0,"12"1"256"0,0 0-1168 0,0 0-304 16,0 0 0-16,0 0 0 0,0 0 5312 0,0 0 992 16,0 0 208-16,0 0 32 0,0 0-4112 0,8-2-832 15,3-1-176-15,0 2-16 0,2 1-928 0,3-2-176 16,1 0-48-16,1-1 0 0,0 3-256 0,2-3 128 16,1 1-128-16,1 1 0 0,1-3 0 0,2 1 0 15,1-2 0-15,0 1 0 16,0-3-896-16,1 1-176 0,-1-2-32 0,1-4-23216 0</inkml:trace>
  <inkml:trace contextRef="#ctx0" brushRef="#br0" timeOffset="23042.57">21502 3040 9215 0,'0'0'400'0,"0"0"96"0,-5 0-496 0,5 0 0 15,-5-6 0-15,5 6 0 0,0 0 10192 0,0 0 1952 16,0 0 384-16,8-1 80 0,1-2-9360 0,2 1-1872 16,4 1-368-16,3-3-80 0,3 1-560 0,2 0-112 15,3 1-32-15,3 0 0 0,1-1-224 0,0 0 0 16,0-4 0-16,-4 5 0 0,2 1-192 0,0 1-144 16,0 1-32-16,-2 1 0 15,-2-2-1344-15,0 0-272 0,-2-1-48 0,2 2-13776 16,-5 2-2752-16</inkml:trace>
  <inkml:trace contextRef="#ctx0" brushRef="#br0" timeOffset="23185.99">21723 3113 25791 0,'0'0'1152'0,"-7"2"224"0,-1-1-1104 0,8-1-272 0,-4 4 0 0,4-4 0 16,0 0 5088-16,0 0 960 0,0 0 192 0,0 0 32 16,8 0-4080-16,4 0-816 0,2 0-160 0,4 3-48 15,2-3-928-15,2-3-240 0,2 1 0 0,2 0 0 16,2 1-1136-16,2 0-272 0,4-3-48 15,1 0-13264-15,2-2-2640 0</inkml:trace>
  <inkml:trace contextRef="#ctx0" brushRef="#br0" timeOffset="23560.62">22725 2815 39615 0,'0'0'3520'0,"-4"-4"-2816"16,4 4-560-16,-5-6-144 0,-2 1 2512 0,1 1 480 15,-3 0 80-15,0 3 32 0,-3 1-1472 0,-1 0-288 16,0 1-64-16,-1 1-16 0,-1 2-688 0,0 2-128 16,-1-1-16-16,0 1-16 0,1 3-160 0,0 2-48 15,2-2 0-15,2 1 0 0,0-2-80 0,3 1-128 16,3 2 176-16,2-1-176 0,2 3 128 0,1 0-128 16,1 0 0-16,3 3 0 0,3-2 0 0,2 2 0 15,3-3 0-15,1 1 0 0,2 2 128 0,2 0-128 16,2-2 0-16,3 3 0 0,0-1 144 0,1 1-144 15,0-3 0-15,0 2 144 0,2-2-144 0,1 0 0 16,0 1 0-16,-1-1 128 0,-2 2-128 0,-2-2 0 16,-1-1 0-16,-3 0 0 0,-2 0 0 0,-3-1 0 15,-3-1 128-15,-4 0-128 0,-2-1 0 0,-3-1 0 0,-4 1 0 0,-1-3 0 16,-4 0 0-16,-3-2 0 0,-4-2 128 16,-2-1-128-16,-3 1 0 0,-2 0 0 0,-2-1 0 15,-1-2 0-15,0-2-288 0,-3-1-32 0,-1-1-16 16,-1-4 0-1,-1-4-1280-15,3-1-256 0,-3-1-48 0,5-2-21680 0</inkml:trace>
  <inkml:trace contextRef="#ctx0" brushRef="#br0" timeOffset="24079.52">22515 2854 36863 0,'0'0'3264'16,"0"0"-2608"-16,4-7-528 0,3 1-128 0,2 2 3184 0,0 2 592 15,0 1 128-15,1-2 32 0,0 0-2016 0,1 2-416 16,2 1-80-16,2 0-16 0,2 0-832 0,0 0-192 15,-2 0-16-15,3 1-16 0,1 3-352 0,3 0 0 16,0-1 0-16,3-1 0 0,3 2 0 0,4-1 0 16,0-2 0-16,2 1 0 0,1-2-192 0,3-2 0 15,1 0 0-15,1 0 0 16,-3 0-192-16,-1-1-32 0,-3 0-16 0,-1 1 0 0,-4-1 192 0,-3 2 48 16,-4-4 0-16,-1 3 0 0,-3-1 192 0,-4 1 0 15,-4 1 0-15,-1 1 0 0,-8 0 400 0,0 0-16 16,0 0-16-16,0 0 0 0,0 0 48 0,-7 1 16 15,-2 4 0-15,-4-1 0 0,-3 4-112 0,1 0 0 16,-5 2-16-16,-1 1 0 0,-1 2-144 0,0 0-32 0,1 1 0 16,1-1 0-16,1-2-128 0,1-2 0 15,2 4 0-15,3 0 0 0,1 1 0 0,3-1 0 0,3-1 0 16,0 0 0-16,4 1-128 0,0-4 128 0,2-3 0 16,4 2 0-16,2 1 0 0,3 1 0 0,1-7-144 0,6 0 144 15,1-2 0-15,1-1-160 0,1-1 160 0,2-2-128 16,3 0 128-16,-2 0-208 0,0-1 80 0,-1 0 128 15,0-1-144-15,-2 1 144 0,1 4 0 0,-3 0 0 16,-3 3 0-16,-2 0 0 0,-2 5 0 0,0 3 0 16,-4 2 256-16,-2 2-64 0,-3 2 0 0,-3 6 0 15,-4-3-192-15,0 5 128 0,-2-1-128 0,0 3 0 16,-1 2 0-16,0-2 128 0,0 0-128 0,1-3 64 16,2-2-64-16,-1-1 0 0,1-4 0 0,0 0 0 0,1 1 0 15,0-4 0-15,0-1 0 0,1-2 0 16,1-5 0-16,2 0 0 0,1-6 0 0,0 0 0 15,0 0-944-15,0 0-176 0,0 0-32 0,0 0-16 16,9-9-3120-16,3-5-608 0</inkml:trace>
  <inkml:trace contextRef="#ctx0" brushRef="#br0" timeOffset="24420.35">23790 2964 33167 0,'0'0'2944'0,"3"-5"-2352"15,-1 0-464-15,0-1-128 0,-2 6 4208 0,0 0 816 16,0 0 160-16,0 0 48 0,0 0-2848 0,-8 4-560 15,-2 3-112-15,-2 4-32 0,-4 0-1136 0,0 5-224 16,1 2-64-16,-2 1 0 0,-1 1-176 0,1-1-80 16,1 5 0-16,2-1 0 0,1 0 0 0,0 0 0 15,3-2 0-15,5 1 0 0,3-5 0 0,2 0 0 16,1 1 0-16,4-1 0 0,4-3 0 0,4 1 0 16,2-2 0-16,3-1 0 0,4-6 0 0,2-1 0 15,-2 1 0-15,1-4 0 0,2-1 0 0,-2-2 0 16,1-1 0-16,-1-4 0 0,3-2 0 0,-2-1 0 0,-5 2 0 0,0-5 0 15,-4 0-160-15,0-4 160 0,-2 1-128 0,-3-2 128 16,-3 0 0-16,-2-1-128 0,-1-3 128 0,-3 3 0 16,-2-3 0-16,-2 1-128 0,-3-1 128 0,-2 3 0 15,-1-2-160-15,-3 3 160 0,-4-2-192 0,1 2 192 16,-2 4-624-16,-1-1-16 16,-2 1 0-16,2 1 0 0,1 1-736 15,1 2-160-15,2 3-16 0,2 2-16 0,3 3-1232 0,2 1-240 0,7 0-48 0,0 0-9904 16,0 0-1968-16</inkml:trace>
  <inkml:trace contextRef="#ctx0" brushRef="#br0" timeOffset="24802.9">24446 2954 33167 0,'0'0'1472'0,"5"-3"304"0,-1-4-1424 0,1 3-352 15,-1-2 0-15,1-1 0 0,-5 7 4544 0,0 0 848 16,0 0 176-16,0 0 16 0,-5-6-3344 0,5 6-656 15,0 0-144-15,-8-4-32 0,-2 0-992 0,0 3-208 16,-3-2-32-16,0 2-16 0,-2 3-160 0,1 1 0 16,-1 0 0-16,-3 2 0 0,3 1 0 0,0 2 0 15,2 1 0-15,3 1 0 0,-1-3 0 0,2 2 0 16,4 1 0-16,0-1 0 0,1 0 0 0,4 0 0 16,1 0 0-16,2 2 48 0,1 2-48 0,4-2 0 15,1 1 0-15,2 0 0 0,0-4 0 0,4 2 0 0,2 0 0 0,3 1 0 16,0-1 0-16,0 2 0 0,1-3 0 0,0 3 0 15,1 0 0-15,3-1 0 0,-2 0 0 0,1 1 0 16,3 2 0-16,-2-1 0 0,-1-1 0 0,-5-1 0 16,-3 1 0-16,-2 0 0 0,-2 0 0 0,-4-2 0 15,-6-2 0-15,-2 0 0 0,-4-1 0 0,-2 0 0 16,-6-1 0-16,-2 1 0 0,-1-3 0 0,0 0 0 16,-6 0 0-16,-3-2 0 0,-2 1 0 0,2 0 0 15,0-3-448-15,-2 0-96 0,-7-3-16 16,4 0 0-16,-1-1-1824 0,-3-2-368 15,-4-2-80-15</inkml:trace>
  <inkml:trace contextRef="#ctx0" brushRef="#br0" timeOffset="25248.17">24338 3000 23951 0,'13'-10'2128'0,"-7"5"-1696"0,2-3-432 0,5-1 0 0,3-2 5888 0,1 4 1104 15,1 0 224-15,3 1 32 0,1-1-4720 0,3 2-944 16,1 0-192-16,3 1-48 0,2-2-448 0,3 1-112 15,0 1-16-15,1 2 0 0,-6 0-448 0,1 2-80 16,0-3-32-16,0 1 0 0,0 1-208 0,-1 1 0 16,0-3 128-16,-1 2-128 0,-4 0 0 0,0-1 0 15,-1 1 0-15,-1 1 0 0,-2 1 0 0,-2 2 0 16,-2-2 0-16,-3 2 0 0,-1 0 0 0,-3 0 0 16,-4 4 0-16,-2-2 0 0,-3 2 0 0,-3 4 0 0,-4-1 0 0,0 3 0 15,-5 2 144-15,-1 1-144 0,0 0 128 16,0 2-128-16,-2 0 0 0,1 3 128 0,0 0-128 0,1 1 112 15,1 0-112-15,0-1 0 0,-1-3 0 0,4-1 0 16,4 3 0-16,2-3 0 0,3 1 0 0,2-1 0 16,0-4 0-16,3 0 0 0,3 0 0 0,3-1 0 15,0-2 0-15,4-2 0 0,2-2 0 0,4 0 0 16,2-2 0-16,3-4 0 0,0 0 0 0,2-3 0 16,-1-1 0-16,-1-2 0 0,-1-4 0 0,5-1 0 0,-5-1 0 0,-2-2 0 15,-6 3 0-15,-3-2 0 0,-2-1 0 16,-2-2 0-16,-2 1 0 0,-3-5 0 0,-1 3 0 0,-2-3 0 15,-2 1 0-15,-3 2-160 0,-2 1 160 0,-3 1-128 16,-1-4 128-16,-5 4-128 0,-3-2-80 0,0 0-16 16,-2 1 0-16,-4-1 0 15,0 4-688-15,2 5-144 0,5 2-32 0,2 3 0 16,-2 2-1824-16,2 2-368 0,1 5-80 0</inkml:trace>
  <inkml:trace contextRef="#ctx0" brushRef="#br0" timeOffset="25492.76">25660 3103 49247 0,'0'0'2176'0,"0"0"448"0,0 0-2096 0,4 7-528 0,-4-7 0 0,4 8 0 15,-1 1 1488-15,0 0 192 16,0-2 48-16,-1 0 0 0,1 1-720 0,0 0-144 0,-1 0-32 15,1 0 0-15,-1-1-576 0,1 1-112 0,0 0-16 0,-2-1-128 16,-1-7 0-16,0 0 0 0,0 0 0 0,0 0 0 31,4 5-928-31,-4-5-192 0,0 0-32 0,0 0-16 0,6 1-2544 16,2-1-496-16</inkml:trace>
  <inkml:trace contextRef="#ctx0" brushRef="#br0" timeOffset="25962.92">26149 2788 48543 0,'0'0'2160'0,"0"0"432"0,0 0-2080 0,0 0-512 15,0 0 0-15,0 0 0 0,0 0 1488 0,0 0 192 16,0 0 48-16,0 0 0 0,-7-3-624 0,1 2-112 15,-1 1-32-15,1 0 0 0,-4 0-592 0,1 1-128 16,0 2-32-16,0 0 0 0,-1 2-144 0,-2-1-64 16,-1 0 0-16,0 1 0 0,1 1 0 0,0 3 0 15,5-2 0-15,-1-1 0 0,1 0 0 0,1-1 0 16,0 1 0-16,5 1 0 0,-1 1 0 0,2-2 0 16,0-6 0-16,2 9 0 0,5 2 0 0,1-1 0 15,1 1 0-15,2 0 0 0,4 4 0 0,2-2 0 16,0-1 0-16,1-1 0 0,7 5 0 0,-1 0 0 0,1 1 0 15,0-1 0-15,0 0 0 0,-2 0 0 0,1-2 0 0,-3 2 0 16,-3-1 0-16,-3 1 0 0,0 1 0 16,-4 0 0-16,0 0 0 0,-2 0 0 0,-1-2 0 0,-3 1 0 15,-2 1 0-15,-2 1 0 0,-2-2 0 16,-2-2 0-16,-2-1 0 0,-2-1 0 0,-3-2 0 16,-2 0 0-16,-1-1 0 0,-3 0 0 0,-2-3 0 15,-1 0 0-15,-2-6 0 0,0 0 0 0,-1 0 0 0,0-4 0 16,-1-2 0-16,0 0 0 0,-2-2 0 0,0-4 0 15,1-2-672-15,0-4-128 16,2 0-32-16,3-2 0 0,2-3-3072 0,1-4-608 16</inkml:trace>
  <inkml:trace contextRef="#ctx0" brushRef="#br0" timeOffset="26127.1">25990 2748 35935 0,'0'0'3200'0,"0"0"-2560"15,4-6-512-15,1 2-128 0,4 0 3872 0,1 2 752 16,2 2 160-16,1 0 16 0,0 0-2960 0,3 0-608 15,1 0-112-15,4 1-32 0,2 2-512 0,2 1-128 16,2 1 0-16,8-1-16 0,-1 1-304 0,0-1-128 16,-1 0 128-16,-2-2-16 0,-1 2-112 0,-1-1 0 15,-1-2 0-15,0-1 0 16,-2-1-736-16,3-2-144 0,1-1-16 0</inkml:trace>
  <inkml:trace contextRef="#ctx0" brushRef="#br0" timeOffset="26647.42">27639 2757 29487 0,'0'0'2624'0,"0"0"-2112"0,0 0-512 0,0 0 0 0,0 0 4800 0,0 0 864 15,0 0 160-15,0 0 48 0,0 0-3776 0,2 6-752 16,1 1-160-16,1 2-32 0,1 1-416 0,2 3-96 16,10 20 624-16,-8-14-1072 0,1 6-64 15,3 6-128-15,2 1 176 0,-1 0-176 0,2 5 0 16,-1-1 0-16,0 1 128 0,-1-2-128 0,-1 2 0 16,-1 0 0-16,-3 0 0 0,-1-6 0 0,-3-1 0 15,-3-6 128-15,-2-1-128 0,-2-5 0 0,-3 1 128 0,-3-4-128 0,-1 0 128 16,-2-2 48-16,-2 0 0 15,-2-3 0-15,-8-2 0 0,1-3-32 0,-3-2 0 0,3-3 0 0,-3-2 0 16,-1 1-96-16,-2-4-48 0,-4 0 0 16,-1-2 0-16,-3 1 0 0,1-3 0 0,0-2 0 0,-8-6 0 15,3 0 0-15,4 2 0 0,5-2 0 0,5 1 0 16,4 0-128-16,4 1-32 0,2 3 0 0,4-1 0 16,4 0-1568-16,4 0-304 15,6 0-64-15</inkml:trace>
  <inkml:trace contextRef="#ctx0" brushRef="#br0" timeOffset="28081.74">28735 2789 35935 0,'0'0'1600'0,"0"0"320"0,0 0-1536 0,0 0-384 0,0 0 0 0,0 0 0 0,4 8 2224 0,4 0 368 15,4 1 80-15,1-1 16 0,1-2-1904 0,3 1-368 16,1-1-80-16,1 2-16 0,1 4 144 0,3-4 32 16,0 1 0-16,2 1 0 0,0 1-256 0,-2 2-48 15,0 2-16-15,-3-2 0 0,-2-6-176 0,-5 1 160 16,-2 0-160-16,-3-1 160 0,-3 3 160 0,-4 0 16 16,-2-1 16-16,-4 2 0 0,-5 0 0 0,-1 1 0 15,-5 1 0-15,-3-1 0 0,-1 2-128 0,-1-2-32 16,0-3 0-16,0 0 0 0,1 0-192 0,1 0 0 15,4 1 0-15,3-4 0 16,0-3-1584-16,6 1-400 0,6-4-96 16</inkml:trace>
  <inkml:trace contextRef="#ctx0" brushRef="#br0" timeOffset="28410.19">29669 2912 46079 0,'0'0'2048'0,"-4"-4"400"0,-1 0-1952 0,-2-1-496 0,-1 3 0 0,-1 2 0 16,-1 0 768-16,-2 2 64 0,-2 3 16 0,-3-1 0 0,-4 4 400 0,-3 3 80 15,-2 4 16-15,-1 2 0 0,-1 1-640 0,2 0-128 16,2 7-32-16,1-3 0 0,4 0-352 0,3 0-64 16,3-1 0-16,3 2-128 0,3-5 0 0,3 0 0 15,4-2 0-15,3-2 0 0,2 2 0 0,4-2 0 16,6-1 0-16,2-3 0 0,3-3-208 0,5-1 48 15,3-2 16-15,2-1 0 0,1-2-112 0,2-2 0 16,-1-2-16-16,-1-2 0 0,1-1-96 0,-4-3-16 16,-2-3 0-16,-2 0 0 0,-5-5 32 0,-4 1 0 15,-2 1 0-15,-4-2 0 0,-4 0 160 0,-4 0 16 16,-3-1 16-16,-5 2 0 0,-2 3 160 0,-3 1 0 16,-1 2 0-16,-2-1 0 15,-1 0-496-15,-1 0-112 0,0 3-32 0,-1-3-21568 0</inkml:trace>
  <inkml:trace contextRef="#ctx0" brushRef="#br0" timeOffset="32663.57">3002 7038 19343 0,'-6'-6'1728'0,"-1"-2"-1392"16,2 1-336-16,1-3 0 0,3-1 3424 0,1 0 608 0,4-4 128 15,2-2 32-15,2-1-3616 0,1 0-736 0,2-2-144 16,-1-1-16-16,-1-1 656 0,0 1 144 0,-2 3 32 0,1 0 0 16,1 1 832-16,0 3 192 0,-4 2 16 0,1 1 16 15,-3 4-320-15,1 0-64 0,-4 7-16 0,0 0 0 16,0 0-288-16,-4 8-64 0,-2 8-16 0,-5 7 0 0,-3 10-416 0,-3 4-96 15,-2 5-16-15,-1 1 0 0,-2 0-80 16,1 0 0-16,0-6-16 0,4 2 0 0,3-1-176 0,2-4 160 16,-1-5-160-16,3-1 160 0,2-3-160 0,3-6 0 15,1-3 0-15,2-4 0 0,2-3 0 0,0-9 0 16,0 0 0-16,0 0 128 0,7-4-128 0,3-7 0 16,2-2 0-16,1-4 128 0,3-5-128 0,1-1 0 15,1-1 0-15,2-2 0 0,0-2 0 0,3-2 0 16,-1-2-128-16,9-9 128 0,-2 4 0 0,-2 6 0 15,-2 5-144-15,0 2 144 0,-1 6 0 0,-1 6 0 16,-4 3 0-16,-1 6 0 0,1 6 0 0,-4 4 0 16,0 0 0-16,-1 5 0 0,0 3 0 0,1 1 0 15,-2 1 0-15,0 2 0 0,0-2 0 0,-2 0 0 16,1 1 0-16,-1 0 0 16,-1-1-656-16,-1-1-128 0,-1-2-32 0,0 2 0 15,-2 2-2368-15,0 0-464 0,-4 0-112 0,-2 1-16 0</inkml:trace>
  <inkml:trace contextRef="#ctx0" brushRef="#br0" timeOffset="33114.53">2958 6994 23951 0,'0'0'2128'0,"0"0"-1696"0,0 0-432 0,0 0 0 15,0 0 1984-15,0 0 304 0,0 0 64 0,5 17 16 16,-1 0-1200-16,0 3-224 0,1 3-48 0,1 4-16 0,-2 6 272 0,-1 6 48 16,3 4 16-16,0 5 0 0,1 7-368 0,0 3-64 15,0 4-16-15,0 3 0 0,-2 4-240 0,1 10-48 16,-1 6-16-16,3 6 0 0,0 6-176 0,1 1-32 16,3 3-16-16,-2 5 0 0,0 4-240 0,0 0 176 15,2 4-176-15,1-1 160 0,0 3-160 0,4 0 128 16,1-2-128-16,2 2 128 0,-1-2-128 0,-2 6 0 15,0 3 0-15,-3-2 128 0,1-3-128 0,-4-4 0 16,-3 1 144-16,0-2-144 0,-3-3 0 0,-1-2 0 16,-3-2 0-16,-1-2 128 0,2-2 240 0,-1-3 48 0,2-7 16 0,-2 2 0 15,2-3 304-15,1 2 64 16,1-3 16-16,4-4 0 0,-1-8-320 0,2 2-64 16,4-2-16-16,-1-2 0 0,1-2-224 0,0-4-64 15,2-4 0-15,-1-4 0 0,1-2-128 0,-1-4 128 0,-3-6-128 16,-1-1 128-16,-2-3-128 0,-1-2 0 15,-3-5 0-15,-1 2 128 0,-2-9-128 0,0-2 0 16,-2-4 0-16,-2-2 128 0,1-3-128 0,-2-3 0 0,1-4 0 16,-1-3 0-16,1-1-128 0,2-10-64 15,0 0-16-15,-3 9 0 16,3-9-1888-16,0 0-368 0,0 0-80 0</inkml:trace>
  <inkml:trace contextRef="#ctx0" brushRef="#br0" timeOffset="33669.57">3536 12313 29487 0,'0'0'2624'0,"0"0"-2112"16,0 0-512-16,0 0 0 0,11 8 3472 0,1-2 592 0,0 1 112 0,4-3 32 15,3-2-3376-15,5 0-656 0,2 3-176 0,6-3 0 16,1-2 0-16,1-1 0 0,0 0 0 0,-6-2 128 15,7-1-128-15,10 0 0 16,4-1 0-16,7 0 0 0,6 0 256 0,4 1-48 0,5-5 0 0,34-2 0 16,-2 0-208-16,-1 0 0 0,2 1 0 15,2 1 0-15,-1-2 0 0,9 1 0 0,6-1 0 16,2 1 0-16,2-1 0 0,5 2 0 0,7-2 0 0,2-1 0 16,3 0 0-16,3 0 0 0,4 3 0 0,2-4 0 15,2 0 0-15,6 3 0 0,1-2 0 0,-4 0 0 16,-5 0 0-16,3 2 0 0,-1 0 0 0,-1 1 0 15,-2 2 0-15,-3 2 0 0,-4-3 0 0,-5 4 0 0,-5 3 0 16,-4 1 0-16,-3 1 0 0,-9 3 0 16,-11-1 0-16,-3 0 0 0,-8 3 0 0,-4 0 0 0,-4 1 0 15,-8-2 0-15,-8-2 0 0,-6-1 0 0,-6 1 0 16,-5-1 0-16,-5 1 0 0,-5 2 0 0,-3-4 0 0,-5 2 0 16,-5 0 0-16,-3-3 0 15,-5 0-1008-15,-6-3-144 0,-6 2-16 0,-10 1-17840 16</inkml:trace>
  <inkml:trace contextRef="#ctx0" brushRef="#br0" timeOffset="33961.43">9384 11867 38703 0,'0'0'3440'0,"0"0"-2752"15,0 0-560-15,0 0-128 0,0 0 2624 0,0 0 480 16,0 0 96-16,0 0 32 0,0 0-2544 0,0 0-512 15,5 7-176-15,1-1 0 0,0 1 608 0,2 0 16 16,0 1 0-16,3 3 0 0,0-2-352 0,2 3-64 16,0-2-16-16,3 2 0 0,2-1-192 0,1 1 0 15,1-1 0-15,-2-1 0 0,-1 0 0 0,0 2 0 16,-1-3 0-16,-2 2 0 0,-2-1-160 0,-4 1 160 16,-2-2-128-16,-1 1 128 0,-2 1-176 0,-3-2 176 0,-4 0-208 0,-2 0 80 15,-4 1 128-15,-3 1 0 0,-4-1 0 16,-5 1 0-16,-1 0 0 0,-2 1 0 0,-2 0-128 0,-2 0 128 15,-1-2-960-15,-12 6-128 16,6-2 0-16,5-2-21136 0</inkml:trace>
  <inkml:trace contextRef="#ctx0" brushRef="#br0" timeOffset="34448.65">9226 12791 44799 0,'0'0'1984'0,"0"0"416"0,0 0-1920 0,-5 8-480 16,3 5 0-16,0 4 0 0,4 4 1088 0,0 8 112 0,3 2 16 0,-1 8 16 16,0 7 208-16,1 8 32 0,3 0 16 0,1 2 0 15,2 0-608-15,1-1-128 0,-1-3-32 0,2-5 0 16,2-5-416-16,-2-3-96 15,-2-5-16-15,2-3 0 0,-1-4-64 0,0 1-128 0,0-9 176 0,-2-2-176 16,-1-4 128-16,-1-2-128 0,-1-2 0 0,-7-9 0 16,0 0 128-16,0 0-128 0,0 0 0 0,0 0 0 15,5-9 160-15,-1-4-32 0,-2-2 0 0,1-3 0 16,-2-3-128-16,2-5 0 0,-2-5-160 0,4-3 160 0,1-4 0 0,0-8 0 16,1-7 0-16,3-4 160 15,2-3-336-15,1-2-64 0,0 1-16 0,0 4 0 16,0 2-832-16,-3 7-192 0,1 6-16 0,-3 9-16 15,-3 3-992-15,-3 11-208 0,1 7-48 0,-3 12-11664 16,0 0-2352-16</inkml:trace>
  <inkml:trace contextRef="#ctx0" brushRef="#br0" timeOffset="34664.05">9020 13180 35007 0,'0'0'3120'0,"0"0"-2496"15,0 0-496-15,6-8-128 0,3-1 4080 0,4 0 784 16,4 0 176-16,4 0 16 0,6-1-3312 0,2-1-656 16,1-1-144-16,5-1-32 0,1 0-272 0,2 1-64 15,1-2-16-15,3 2 0 0,1 0-368 0,0 2-64 16,-1-1 0-16,1 2 16 0,0 2-144 0,2 0 0 0,-2-3 0 16,0 3 0-1,-3 2-896-15,-13 2-160 0,2 1-32 0,-1-1-15728 0,0-1-3136 16</inkml:trace>
  <inkml:trace contextRef="#ctx0" brushRef="#br0" timeOffset="35453.03">1428 7316 30399 0,'0'0'2704'0,"-2"-9"-2160"16,1 1-544-16,1 8 0 0,0 0 2000 0,0 0 304 0,0 0 48 0,8 8 16 15,-8-8-736-15,5 19-144 16,2 6-16-16,-2 5-16 0,-3 4-64 0,2 4-16 16,0 1 0-16,3 1 0 0,-1 2-608 0,1-3-128 0,-2-5-32 0,1-2 0 15,1 0-416-15,1-4-64 0,-3-3-128 0,2-3 176 16,-2-5-176-16,0-2 0 0,-1-4-160 0,-4-11 160 31,0 0-1456-31,0 0-192 0,0 0-32 0,0 0-12528 0,0 0-2496 0</inkml:trace>
  <inkml:trace contextRef="#ctx0" brushRef="#br0" timeOffset="35777.44">1261 7281 32255 0,'0'0'2864'0,"0"0"-2288"15,-9-6-576-15,9 6 0 0,0 0 3760 0,0 0 640 16,-4-10 128-16,4 10 16 0,0 0-3168 0,5-9-640 16,4-2-128-16,3 4-32 0,2-3 16 0,4 1 0 15,2 0 0-15,1 3 0 0,1 2-272 0,4-2-48 16,3 3-16-16,2-3 0 0,3 0-256 0,1 1 0 0,4 2 0 0,-4 2 0 16,-2 1 0-16,0 0 0 15,-2 0 0-15,0 2 0 0,-2 2 0 0,-2 1 0 16,-2 2 0-16,-4 2-144 0,-4 2-16 0,-3 0 0 0,-3-3 0 15,-5 3 0-15,-3 0 160 0,-3 2-208 16,-4 0 80-16,-4 0 128 0,-4 2 0 0,-3 0 0 0,-5 2 0 0,-2-1 128 16,-6 0 0-16,0-1 0 0,-2 2 0 15,-2-1 0-15,-3 1-128 0,0-2 160 0,-1-2-160 16,-2 2 160-16,0-2-160 0,1-1-272 0,4-3 64 0,3 0 16 31,5 0-2752-31,5-4-560 0</inkml:trace>
  <inkml:trace contextRef="#ctx0" brushRef="#br0" timeOffset="36852.39">4176 8154 23951 0,'0'0'1056'0,"0"0"224"0,0 0-1024 0,0 0-256 0,0 0 0 0,10 1 0 16,2-2 2944-16,1 1 544 0,3 0 96 0,2 0 32 16,3 1-2720-16,1 1-560 0,3-2-96 0,1 0-32 0,2 0 432 0,5 4 96 15,4-3 16-15,3 1 0 0,4-4-304 0,6 2-48 16,3 1-16-16,3-1 0 0,3 0-192 0,0 0-64 15,3-1 0-15,5 0 0 0,4 1-128 0,8-6 0 16,4 1 0-16,10 3 0 0,-1-2 0 0,3 2 0 16,3-2 0-16,1 0 0 0,0 1 0 0,0 0 0 15,-1 3 0-15,3-1 0 0,-4-2 0 0,0 0 0 16,-1 1 0-16,33 1 0 0,-15-2 0 0,-10 3 0 16,-7 0 0-16,-7-1 0 0,0-2 0 0,-10 3 0 15,-5-4-144-15,-8 3 144 0,-7-1-208 0,-4 2 16 16,-3-2 0-16,-8 1 0 15,-4-1-272-15,-7 1-48 0,-6-2-16 0,-6 3 0 16,-6 2-144-16,-6-2-32 0,-10 0 0 0,0 0 0 16,0 0 192-16,0 0 16 0,0 0 16 0,0 0 0 15,0 0-1120-15,0 0-240 0</inkml:trace>
  <inkml:trace contextRef="#ctx0" brushRef="#br0" timeOffset="37763.79">7464 8108 15199 0,'0'0'672'0,"0"0"144"0,0 0-656 0,0-6-160 16,0 6 0-16,0 0 0 0,0 0 2464 0,0 0 464 0,0 0 80 0,0 0 32 15,0 0-1056-15,0 0-192 0,0 0-64 0,2 9 0 16,0 3-256-16,0 2-48 0,2 4-16 0,-2 2 0 16,-1 2-240-16,-1 2-48 0,0 0-16 0,0 5 0 0,0 4-400 0,0 16-64 15,1 1-32-15,2-2 0 16,-2 0-240-16,3-1-48 0,0 3-16 0,2 2 0 15,0 4-112-15,0 0 0 0,1 1-16 0,-1 3 0 0,-2 3 64 16,1-3 16-16,2 4 0 0,1-3 0 0,-1-1 32 0,3 0 16 16,-4 0 0-16,-1-2 0 0,1 0-32 0,-3-2 0 15,1 0 0-15,-1-4 0 0,1 0-144 0,-3-3-128 16,-1-4 144-16,-1-2-144 0,-2 0 128 0,1-1-128 16,0-3 0-16,-2 0 144 0,1-2-144 0,0-1 128 15,0-1-128-15,1 1 128 0,-2 0-128 0,0-2 0 16,-1-3 0-16,-2 1 128 0,2-1 32 0,0 1 0 15,-1-3 0-15,1-3 0 0,-3-1 32 0,1 0 16 16,0-6 0-16,2 2 0 0,1-1-208 0,0-1 176 16,1 1-176-16,1-2 160 0,1 0-160 0,-1-1 0 15,2-4 0-15,0-1 0 0,0 1 0 0,2-1 128 16,-1 0-128-16,1-1 0 0,0-2 176 0,-1 3-48 16,0-1-128-16,-1 0 192 0,0-11 80 0,0 9 16 15,0-9 0-15,0 11 0 0,0-11 16 0,0 0 0 16,0 9 0-16,0-9 0 0,0 0-304 0,0 0 160 15,0 0-160-15,0 0 128 0,0 0-128 0,0 0 0 0,0 0 0 0,0 0-176 16,0 0-96-16,0 0-32 0,0 0 0 0,0 0 0 16,0 0-16-16,0 0-16 0,0 0 0 0,0 0 0 15,0 0-32-15,0 0 0 0,0 0 0 0,0 0 0 16,-6-1-2064-16,6 1-432 16,0 0-80-16</inkml:trace>
  <inkml:trace contextRef="#ctx0" brushRef="#br0" timeOffset="38884.26">7468 10737 11055 0,'0'0'480'0,"0"0"112"0,0 0-464 0,0 0-128 16,0 0 0-16,0 0 0 0,-7 2 4784 0,1-2 928 15,-1 0 192-15,1 0 48 0,0 0-4064 0,0 0-800 16,-1 0-176-16,0 0-16 0,-3-2 256 0,1 2 48 16,0 0 16-16,-5 0 0 0,-2-3-368 0,2 2-64 0,-1-3-16 0,1 0 0 15,-1 0-448-15,-2-1-80 0,-2 0-32 0,0-1 0 16,-2 1-208-16,-1 1 0 0,-2-1 0 0,-1 0 0 16,2-2 0-16,-2 0 0 0,-1-1 128 0,-1 4-128 15,-3-3 0-15,-1 2 0 0,-1-3 128 0,-2 0-128 16,-2-1 0-16,-2 0 0 0,-1-1 0 0,9 3 0 15,-3-2-192-15,-3 1-96 0,-3-3-16 0,-19-6 0 0,5 2 144 16,-1-4 32-16,-2-1 0 0,0 1 0 16,0-1 272-16,2 0 64 0,-1 0 16 0,1-1 0 15,2-1 16-15,0 1 0 0,1-4 0 0,-1 0 0 0,-1-1-48 0,-1-1-16 16,1-2 0-16,-1-1 0 0,1-1-176 0,1-2 0 16,2 1 0-16,3-1 0 0,4 0 128 0,-1 2-128 15,-2-4 0-15,2 1 128 0,2-5-128 0,2 0 128 16,-1 0-128-16,2-2 128 0,0-2 128 0,3-1 0 15,-1-3 16-15,3 1 0 0,2-1-64 0,2 2-16 16,1 0 0-16,2 2 0 0,0-2-64 0,1 0-128 16,0 1 176-16,0 1-176 0,0 1 176 0,0 1-176 15,3-2 160-15,-1 2-160 0,1 2 144 0,1 1-144 16,1-1 128-16,1 1-128 0,2 1 0 0,-2 0 0 0,2 1 128 0,1 2-128 16,-1 0 0-16,-2 3 0 0,2 1 0 0,0 0 0 15,1-2 0-15,0 2 0 0,-1 2 0 0,1 0 0 16,0 3 0-16,2 1 0 0,2 1 0 0,2 3 0 15,-1-3 0-15,1 4 0 0,2 1 0 0,0 1 0 16,0 4 0-16,1 0 128 0,2 2-128 0,-1 2 128 16,1 3-128-16,6 6 128 0,-7-7-128 0,7 7 128 15,-5-8-128-15,5 8 0 0,0 0-160 0,0 0 160 16,0 0-1792 0,0 0-272-16,0 0-48 0,0 0-16992 0</inkml:trace>
  <inkml:trace contextRef="#ctx0" brushRef="#br0" timeOffset="40022.4">3945 8307 11055 0,'0'0'976'0,"1"-11"-784"16,2-2-192-16,2 0 0 0,3-1 6720 0,2 1 1312 16,5 1 256-16,2 3 48 0,-4 0-5648 0,2 2-1152 15,1 2-208-15,2 1-48 0,1-2-48 0,0-1 0 16,-1 4 0-16,-2 3 0 0,-2 4-400 0,1 2-96 0,-2 0-16 0,-2 2 0 16,1 0-272-16,-3 1-64 0,-1-1-16 0,-4 2 0 15,-3 3-48-15,-1 0 0 0,-1 0 0 0,0-2 0 16,-1-1-64-16,2-10-32 0,-5 10 0 0,0 1 0 15,-3-1-96-15,-1-2-128 0,-1 0 176 0,-1-3-176 0,1-1 144 0,-1-4-144 16,-2 1 0-16,2-1 144 16,0-1-144-16,2-1 0 0,1-2 0 0,2-3 0 0,0-2 0 0,4-1 0 15,-1-1 0-15,3-1 0 0,3 1-144 16,1-1 144-16,2-2-192 0,2 1 192 0,3 2-176 16,-1-1 176-16,4 5-160 0,1-1 160 0,-1 0 0 0,0 3-144 15,-1-1 144-15,0 5 0 0,-1 1 0 0,-1 4 0 16,-11-4 0-16,11 5 0 0,0 3 0 0,-3 3 0 15,-3-1 0-15,-1 2 128 0,-3 1 32 0,0 1 16 16,-3-1 0-16,-1 0 0 0,0-2-32 0,0-1 0 16,3-10 0-16,-6 12 0 0,0-2-144 0,-1-2 160 15,1-1-160-15,6-7 160 0,-11 3-160 0,11-3 128 16,0 0-128-16,-10 0 128 0,2 0-128 0,8 0 0 16,0 0 0-16,0 0 0 0,-5-10 0 0,5-3 0 15,2-1 0-15,5-2 0 0,1-1-160 0,4 0-16 0,1-2 0 0,2 2 0 16,1-3 0-16,0 4 0 15,-3 3 0-15,-3 3 0 0,-2 2 176 0,-8 8-128 0,0 0 128 0,0 0-128 16,0 0 128-16,0 0 0 16,-9 8 0-16,-3 4 0 0,-5 3 0 0,-1 4 176 15,-3-3-176-15,-1 3 192 0,-2-4-192 0,1 1 0 0,-1-2 0 0,2 1 0 32,1-4-1088-32,0 0-240 0,2-2-48 0,2-4-14496 0,3-1-2880 15</inkml:trace>
  <inkml:trace contextRef="#ctx0" brushRef="#br0" timeOffset="40302.39">4111 7365 38351 0,'0'0'1696'0,"-4"-9"352"0,-2 3-1632 0,6 6-416 15,0 0 0-15,0 0 0 0,0 0 1408 0,0 0 208 16,0 0 48-16,0 0 0 0,0 0 64 0,0 0 32 16,0 0 0-16,-1 15 0 0,1-2-832 0,0 6-160 15,0 1-48-15,0 3 0 0,-1 1-304 0,0 2-64 0,-2 2-16 0,2-1 0 16,1-1-336-16,1 0 144 16,0-5-144-16,2 1 0 15,1-2-400-15,1-1-192 0,2 1-48 0,3-3 0 16,3-3-1776-16,5-1-352 0,7 0-80 0,2-6-17568 0</inkml:trace>
  <inkml:trace contextRef="#ctx0" brushRef="#br0" timeOffset="40682.92">5451 7900 48143 0,'-14'-7'2128'0,"14"7"448"0,0 0-2064 0,0 0-512 0,0 0 0 0,0 0 0 0,0 0 1344 16,0 0 144-16,0 0 48 0,0 0 0 0,-6 6-320 0,6-6-48 15,-2 6-16-15,2 2 0 16,1 1-688-16,2-3-144 0,1 1-16 0,2 1-16 0,3 1-288 0,3-3 0 16,1 2 128-16,3 1-48 0,2-1-80 0,3 0 0 15,1 0 0-15,4-2 0 0,0 0 0 0,3-2 0 16,-1-1 0-16,1 0 0 0,-2 1 0 0,1 2 0 15,-2-2 0-15,-3 3 0 0,-4-1 0 0,-4 2 0 16,-2 1 0-16,-1 1 0 0,-3 0 0 0,-2 3 0 16,-3 0 0-16,-3 0 0 0,-4 0 0 0,-2 0 0 15,-3 0 0-15,0 2 0 0,-1 0 0 0,-2 2 0 16,-4 0 0-16,0-1 0 0,-4-1 0 0,2 1 0 16,-2-3 0-16,-1 0 0 0,1 0 0 0,-1 0 0 0,1-1 0 0,0 0 0 31,2-5-1024-31,2 1-80 0,2-3-32 0,2-1-23888 15</inkml:trace>
  <inkml:trace contextRef="#ctx0" brushRef="#br0" timeOffset="41695.98">7444 8084 25791 0,'0'0'2304'0,"0"0"-1856"16,3-7-448-16,1-1 0 0,0 0 2960 0,0-1 496 15,-3 0 112-15,1 1 16 0,4 2-1200 0,-2-1-224 16,-4 7-48-16,0 0-16 0,0 0-368 0,0 0-64 15,0 0 0-15,0 0-16 0,0 0-688 0,0 0-144 16,0 0-32-16,0 0 0 0,-2 9-304 0,-2-2-64 16,0 1-16-16,-2 0 0 0,2-1-176 0,-2 0-32 15,-4-3-16-15,3 1 0 0,-1 0-176 0,-1 1 160 16,-2 0-160-16,1-2 160 0,-1-3-160 0,1 1 0 16,-1-2 144-16,1 0-144 0,4 0 0 0,-1 0 0 15,2 0 0-15,5 0 0 0,0 0 0 0,0 0 0 0,0 0 0 16,4-8 0-16,1-1-144 0,4 1 144 0,1 0-160 0,2 1 160 15,1 1 0-15,0-1 0 0,2 2 0 0,-2 3 0 16,-2 2-208-16,1 0 48 0,-1 1 16 0,-2 2 0 16,-3-1 144-16,-6-2 0 0,4 8 0 0,-1-2 0 15,-3-6 144-15,0 8-144 0,-2 0 192 0,-1-1-192 0,-3-3 208 0,-3-1-64 16,-3 1-16-16,-2 2 0 0,0-1-128 0,-2 1 0 16,-1 2 144-16,-2-1-144 0,-2-2 0 0,0-1 0 15,1-2 0-15,2 1 0 16,2 0-464-16,3 1-64 0,3-4-16 0,3 0 0 15,4-7-1952-15,4-2-384 0,5-5-64 16,6-3-32-16</inkml:trace>
  <inkml:trace contextRef="#ctx0" brushRef="#br0" timeOffset="42087.94">7859 7367 49935 0,'0'0'2208'0,"0"0"464"0,0 0-2144 0,0 0-528 0,0 0 0 0,0 0 0 16,0 0 1024-16,0 0 112 15,0 0 16-15,6-4 0 0,5 0-288 0,-1-3-48 16,3 1-16-16,2 1 0 0,2 1-528 0,1 0-96 16,0 0-32-16,2-1 0 0,0 3-144 0,1-3 0 0,0 1 0 0,-3 3 0 15,-3 1 176-15,-2 0-48 0,-3 1-128 0,-3 3 192 16,-7-4-192-16,2 7 0 0,-2 2 0 0,-5 2 0 15,-4 1 0-15,-3 4 0 0,-3 2 192 0,-2 0-48 16,-3 1-144-16,-2-1 160 0,-2 1-160 0,1 1 160 16,1-1-160-16,2 0 160 0,1-2-160 0,2 0 160 15,1 1-160-15,3-5 0 0,3 0 144 0,3-3-48 16,3 2-96-16,3-3 0 0,2 0 0 0,4-2 0 0,3-2 0 16,4 0 0-16,2-1 0 0,6-1 0 0,1-1 0 15,2 0 0-15,2-2 0 0,2-2 0 0,2 1 0 16,1-3 0-16,-1-2 0 0,-1 0 0 0,0 1 0 0,-1-1 0 15,1-2 0-15,-2 1 0 16,0 1-448-16,0 1-96 0,0-1-16 16,0-1-25104-16</inkml:trace>
  <inkml:trace contextRef="#ctx0" brushRef="#br0" timeOffset="42903.18">7204 9386 12895 0,'0'0'576'0,"0"0"112"0,0 0-560 0,4-6-128 0,1 0 0 0,2 2 0 16,2 0 6544-16,0 3 1280 0,2 2 256 0,0 3 48 15,1 0-4832-15,1 4-976 0,3 3-192 0,-1 3-32 16,1 0-752-16,1 5-128 0,1 1-48 0,1 3 0 16,0 0-592-16,2 0-112 0,1-3-16 0,9 10-16 0,-4-5-192 0,-3-3-48 15,-4-5 0-15,-2-5 0 0,0-3-64 0,-2-3-128 16,-3-1 176-16,-1-2-176 0,-12-3 256 0,13-3-64 15,-1-3-16-15,-1-3 0 0,1-2-32 0,-5 2 0 16,-2-2 0-16,1-2 0 0,1-3-144 16,1 0 128-16,-2 1-128 0,2-1 128 0,0-4-128 0,0-2 0 15,1-1 0-15,1-1 0 0,2-2 0 0,1 1 0 16,0-2 0-16,-1 2-176 16,-1 2-768-16,0 3-144 0,-2 1-48 0,0 4-15264 15,-2 5-3056-15</inkml:trace>
  <inkml:trace contextRef="#ctx0" brushRef="#br0" timeOffset="43485.79">7489 10791 27647 0,'-11'-9'1216'0,"5"3"256"0,-2-1-1168 0,-1-2-304 0,0 0 0 0,-1 0 0 16,0 0 1168-16,1-2 176 0,0 1 48 0,5 3 0 16,0 1 672-16,0-1 144 0,1 1 32 0,2-1 0 15,0 1-96-15,1-1-16 0,0 1 0 0,0-1 0 0,0 7-608 0,1-6-128 16,0-1-32-16,3 2 0 15,2 0-592-15,0 0-128 0,2-1-32 0,1 1 0 0,-1 1-320 16,1 0-64-16,1 2-16 0,7 0 0 0,-4 1-208 0,2 2 128 16,-1 2-128-16,-2 2 0 0,-3 2 128 0,-1 1-128 15,-8-8 0-15,4 13 144 0,0 0-16 16,-6 2-128-16,-2-2 192 0,-5 4-64 0,-3-4 32 0,-2 2 0 16,-2 0 0-16,1-2 0 0,-2-1-32 0,-1 0-128 15,-1-4 192-15,1-1-64 0,-1 0-128 0,0-3 0 16,0-5 0-16,2 1 128 0,1 1-128 0,3-2 0 15,1-3 0-15,6 1 128 0,-2 0-128 0,3 1 0 16,5 2 0-16,-1-5 0 0,1-3 0 0,3 1 0 16,4-2 0-16,2-1 0 0,2-3 0 0,3 0 0 15,3 1 0-15,2 0 0 0,4 2 0 0,-1-1 0 16,0 4 0-16,-1 1 0 0,-2 1 0 0,0 4 0 16,-4 2 0-16,0 4 0 0,-2 1 0 0,-3 0 0 15,-2 2 0-15,1 5 0 0,-5 0 0 0,-3 0 208 16,-3-1-48-16,-2-1-16 0,-3 1-144 0,-2 0 192 15,0-2-192-15,0-1 192 0,-2-1-144 0,0 0-48 16,-1 0 0-16,0-2 0 0,0-2-160 0,2 0-32 0,-1-1 0 16,2-1 0-1,0-2-1152-15,9 0-256 0,0 0-32 0,0 0-22624 0</inkml:trace>
  <inkml:trace contextRef="#ctx0" brushRef="#br0" timeOffset="43910.59">8125 10599 19343 0,'0'0'1728'0,"0"0"-1392"0,-4-4-336 0,4 4 0 0,0 0 8368 0,0 0 1600 15,0 0 320-15,4-6 64 0,0 0-7824 0,1 1-1568 16,1 1-304-16,4-3-64 0,0 3-416 0,2 0-176 16,1 0 128-16,1 2-16 0,0 1-112 0,2-1 0 15,-3 2 0-15,3 0 0 0,-2 0 0 0,0 2 0 16,-1-1 0-16,-2 1 0 0,-1 2 0 0,-1 0 0 15,-2 0 0-15,-7-4 0 0,4 8 0 0,-3 0 0 16,-2 0 0-16,-2 1 0 0,-1 1 0 0,-2 1 0 16,-3 0 0-16,0 0 0 0,-2 1 0 0,1 1 0 15,-1 0 0-15,1 2 0 0,-3-2 0 0,0-1 0 16,1 0 0-16,3 1 0 0,0-4 0 0,2 0 0 16,2-1 0-16,1 2 0 0,2-2 0 0,0 0 0 15,2-8 0-15,0 0 0 0,5 9 0 0,2-1 0 16,1-3 0-16,1 0 0 0,1 1 0 0,1 0 0 15,-1 1 0-15,2-1 0 0,0 1 0 0,-2-1 0 0,1 2 0 0,-1 0 0 16,-1 0 0-16,-1-1 0 16,-3 4 0-16,-2-5 0 0,1 2 0 0,-4 1 0 0,-3-1 0 0,-1 1 0 15,-1-1 0-15,-3 1 0 0,-2 2 0 0,-1-2 0 16,2-1 0-16,-4-1 0 0,-1 1 0 0,-2 1 0 16,-1-2 0-16,-1-2 0 0,0-1 0 0,-1 0-160 15,4 1-1808-15,-4 0-352 16,0-3-80-16</inkml:trace>
  <inkml:trace contextRef="#ctx0" brushRef="#br0" timeOffset="44701.6">5186 9814 44863 0,'0'0'1984'0,"0"0"416"0,0 0-1920 0,0 0-480 0,0 0 0 0,0 0 0 0,0 0 1376 0,0 0 176 15,0 0 48-15,1 9 0 0,2 5-128 0,-2 2 0 16,1 2-16-16,-1-1 0 0,-1 3-832 0,1 0-176 16,-1 3-16-16,2-5-16 0,0 1-240 0,2 0-48 15,-1-2-128-15,-1-2 192 0,1 0-192 0,0-2 128 16,-3-3-128-16,1-1 0 0,0-2 128 0,-1-7-128 15,0 0 0-15,0 0 0 0,0 0 0 0,0 0 128 16,0 0-128-16,0 0 0 0,-4-7 0 0,0-2 0 16,2-1 0-16,-1-5 0 0,2 1-176 0,0-4 32 15,-1-2 0-15,1-3 0 0,0-3-96 0,-1-2-16 16,0-2 0-16,0 2 0 0,1-2 16 0,0 0 0 16,-3-2 0-16,1 4 0 0,1 1 240 0,-2 1 0 15,-1 7-160-15,-1 3 160 0,2 4 0 0,1 1 192 16,-1 2-32-16,1 3 0 0,3 6 144 0,0 0 16 15,-3-3 16-15,3 3 0 0,0 0-80 0,0 0 0 16,0 0-16-16,6 9 0 0,-1 0-80 0,1 2-16 16,2 3 0-16,1-3 0 0,3-2-144 0,2 2 160 0,2-1-160 0,1 2 160 15,1-4-112-15,2 1-48 0,1-3 0 0,11 4 0 16,-1-5 0-16,-1 0 0 0,0-5 0 16,-2 0 0-16,-2 0 0 0,-8 0 0 0,2 0 0 15,-1 0 0-15,0 0 0 0,0 0 0 0,-1-3 0 0,-1 3 0 16,-2 3-640-1,-4-2-112-15,-2-1-16 0,-9 0-16240 16,0 0-3232-16</inkml:trace>
  <inkml:trace contextRef="#ctx0" brushRef="#br0" timeOffset="45976.78">4821 8484 6447 0,'-10'9'576'0,"-3"7"-576"0,-4 5 0 0,-2 3 0 0,-1 4 2048 0,-3 2 320 16</inkml:trace>
  <inkml:trace contextRef="#ctx0" brushRef="#br0" timeOffset="46240.69">5566 8114 25791 0,'-10'9'2304'0,"-5"4"-1856"16,-5 6-448-16,-2 5 0 0,-3 3 752 0,-3 3 48 15,-6 4 16-15,-3 3 0 0,-1 7-256 0,-2 3-48 0,-3 1-16 0,0 2 0 16,-1-1-48-16,2-1 0 0,3 1 0 0,2 0 0 16,3 1-448-16,-6 14 0 0,9-10 0 15,9-7 0-15,5-8-1744 0,6-7-352 0,3-9-64 16</inkml:trace>
  <inkml:trace contextRef="#ctx0" brushRef="#br0" timeOffset="46466.41">6004 8035 15663 0,'0'0'1392'0,"0"0"-1120"15,-4 7-272-15,-3 5 0 0,-3 6 1408 0,-6 4 208 16,-6 5 48-16,-4 6 16 0,-4 0 112 0,-5 8 32 16,-6 8 0-16,-2 5 0 0,-5 5-592 0,-2 4-112 15,-2 2-32-15,-2 5 0 0,-4 6-448 0,-20 31-80 16,9-10-32-16,9-10 0 0,5-13-256 0,7-8-48 15,4-7-16-15,7-6 0 0,6-3-352 0,9-3-80 16,6-5-16-16,7-10 0 16,4-8-2880-16,5-9-576 0</inkml:trace>
  <inkml:trace contextRef="#ctx0" brushRef="#br0" timeOffset="46660.1">6221 8279 26607 0,'-28'22'1168'0,"12"-5"256"0,-15 19-1136 16,-4 7-288-16,-8 6 0 0,11-10 0 0,-4 8 528 0,-5 4 48 0,-2 2 16 0,-4 9 0 15,-4 2 16-15,-22 28 0 0,7-7 0 16,5-7 0-16,5-5-224 0,5-5-32 0,5-7-16 0,7-6 0 0,6-7-336 0,9-6 0 16,7-8 0-16,6-9 0 15,6-10-2320-15,5-15-432 0</inkml:trace>
  <inkml:trace contextRef="#ctx0" brushRef="#br0" timeOffset="46853.99">6698 8142 21183 0,'-9'12'944'0,"2"2"192"0,-6 11-912 0,-8 12-224 16,-9 10 0-16,-7 3 0 0,-6 6 704 0,-5 6 112 15,-3 2 16-15,-4 0 0 0,-3 3 352 0,-24 31 80 16,6-5 16-16,4-6 0 0,0-2-448 0,3-8-96 15,0-6-16-15,7-3 0 0,4-3-432 0,9-9-96 16,6-5 0-16,9-8-16 0,8-6-384 0,8-7-80 16,5-4-16-16,5-11-8992 15,8-15-1808-15</inkml:trace>
  <inkml:trace contextRef="#ctx0" brushRef="#br0" timeOffset="47055.83">6915 8429 24351 0,'-25'47'1088'0,"10"-21"208"0,-9 11-1040 0,-5 3-256 0,-6 10 0 0,-4 3 0 16,-4 7 1184-16,-22 25 176 0,1-6 48 0,1-6 0 15,1 0-512-15,-3-4-112 0,-3-2-16 0,0 5 0 16,0 3-368-16,2-3-80 0,2-6 0 0,4-4-16 16,4-9-304-16,8-6 160 0,8-7-160 0,9-7 128 0,8-9-288 0,7-6-64 15,8-5-16-15,8-13 0 16,0 0-2960-16,15-1-576 0,8-13-128 0</inkml:trace>
  <inkml:trace contextRef="#ctx0" brushRef="#br0" timeOffset="47246.67">7075 8781 24879 0,'-31'33'1088'0,"2"-3"256"0,-9 10-1088 0,-5 8-256 15,-5 6 0-15,-3 2 0 0,-2 4 1792 0,-1-3 320 16,0 3 48-16,-4 5 16 0,-3 2-896 0,0 3-160 15,1 2-32-15,2-6-16 0,2-6-544 0,4-4-96 16,4-3-32-16,9-6 0 0,9-7-272 0,6-6-128 16,6-5 0-16,9-10 128 15,8-2-1648-15,1-17-336 0,12 0-64 0,8-12-8224 16,13-6-1648-16</inkml:trace>
  <inkml:trace contextRef="#ctx0" brushRef="#br0" timeOffset="47433.63">7345 9056 32703 0,'-25'33'1456'0,"8"-14"288"0,-7 11-1392 0,-5 7-352 0,-4 6 0 0,-3 4 0 16,-5 6 960-16,-19 24 128 0,1-4 32 0,1-4 0 15,2-1-32-15,0-1 0 0,-5-4 0 0,18-16 0 16,-3 7-576-16,-1-1-112 0,2 2-16 16,3-8-16-16,4-1-208 0,5-9-32 0,5-1-128 0,-2 7 192 15,10-7-896-15,10-12-176 0,6-10-32 16,4-14-16-16,16 5-2096 0,8-11-432 15,8-15-64-15,-5 0-32 0</inkml:trace>
  <inkml:trace contextRef="#ctx0" brushRef="#br0" timeOffset="47603.61">7262 9672 23039 0,'0'0'2048'0,"0"0"-1648"16,-4 6-400-16,-1 5 0 0,-3-4 2368 0,-1 5 384 16,-3 2 64-16,-1 6 32 0,-3 6-1120 0,-2 4-240 15,-6 4-32-15,-2 2-16 0,-2 4-784 0,-4 3-144 16,0 1-48-16,-1 2 0 0,2-3-288 0,0 0-176 15,-1-3 192-15,4-2-192 0,2-3 0 0,2 0 0 16,3-5 0-16,-5 7 0 16,7-7-1184-16,6-7-288 0,4-3-64 0,3-11-9520 15,2 1-1888-15</inkml:trace>
  <inkml:trace contextRef="#ctx0" brushRef="#br0" timeOffset="47819.86">7176 10219 19631 0,'-13'4'864'0,"5"3"192"0,-5 4-848 0,-2 5-208 0,-3 2 0 0,0 2 0 15,-2 3 1600-15,-2 5 256 0,-3 2 64 0,-1 3 16 0,-2 1-304 16,-2 3-64-16,-2 2-16 0,1 1 0 0,0 1-1216 0,0-2-336 15,1-1 128-15</inkml:trace>
  <inkml:trace contextRef="#ctx0" brushRef="#br0" timeOffset="49810.78">6918 9248 15663 0,'0'0'1392'0,"0"0"-1120"16,0 0-272-16,0 0 0 0,0 0 5696 0,5-7 1072 0,3-6 208 0,3 0 64 16,4-4-5616-16,0-1-1104 0,4-3-320 0,-1-2 0 15,0-3 416-15,3 0-32 0,1-2 0 0,3 0 0 16,1-2 0-16,1-2-16 0,2 2 0 0,2 0 0 16,2 0-176-16,-2 6-16 0,3 0-16 0,0 7 0 15,0 4-160-15,-2 5 192 0,0 4-192 0,-1 4 192 16,0 6-192-16,-2 4 0 0,-2 6 144 0,-1 3-144 15,-1 5 0-15,3 3 0 0,-2-1 0 0,0 0 0 16,-2 0 0-16,3-1 144 0,-1 0-144 0,2-7 0 0,1 0 128 16,2-5-128-16,1-4 0 0,-1-1 0 0,-1-5 0 15,-1-2 0-15,-1-2 0 0,1-2 0 0,-4-5 0 0,-2-2 0 16,-2-2 0-16,-1-3 0 0,-2-2 0 0,-1 0-176 16,-4 1 176-16,-1-2-160 0,-3 0 160 0,-2-1 0 15,0 1 0-15,0-8 0 16,-5 1-1312-16,1 4-176 0,1 3-48 0,-2 8-10784 15,1-5-2160-15</inkml:trace>
  <inkml:trace contextRef="#ctx0" brushRef="#br0" timeOffset="50303.9">8899 8446 10127 0,'0'0'448'0,"0"0"96"0,0 0-544 0,0 0 0 16,-2 7 0-16,-2 2 0 0,1 4 7680 0,0 5 1408 0,1 4 304 0,-2 6 48 16,0 4-6400-16,0 5-1280 0,0-3-256 15,0 3-48-15,2 1-336 0,0 1-64 0,2 0-16 0,4-2 0 16,1-3-624-16,2-3-128 0,1-2-32 0,1-6 0 16,0-1-256-16,2-2 0 0,-2-4 0 0,0-3 0 15,1-3 0-15,-1-3 0 0,-1-5 0 0,0-2-144 16,1-2 144-16,0-4 0 0,2-1-144 0,-2-3 144 15,0 1 0-15,0-5 0 0,1-4-144 0,2-3 144 16,0-3-144-16,0 0 144 0,-2-4-208 0,3-2 80 16,0-4-32-16,3-2 0 0,-1-3 0 0,1-2 0 15,0 0 160-15,-1 1-192 0,1 4 192 0,0 6-192 0,-2 5 192 0,-2 7 0 16,-3 5 0-16,0 5 0 0,-1 5 0 0,0 6 0 16,-8-3 0-16,6 14 0 0,-1 7 256 0,1 4 0 15,-2 4-16-15,-1 2 0 0,1 2 96 16,3 1 32-16,-1 1 0 0,2-1 0 0,0-2-144 15,1-2-32-15,2-4 0 0,2-1 0 0,0-3-192 0,1-2 128 16,0-5-128-16,1 0 0 0,0-5 128 0,1-2-128 16,1-4 0-16,-3-3 144 0,1-2-144 0,-1-3 0 15,-1-1 144-15,-1-2-144 0,-2-3 144 0,-1-2-144 16,-1-1 192-16,0-1-192 0,-3-3 160 0,2-1-160 16,-1-2 128-16,-1-4-128 0,-1 0 0 0,-1-6-144 15,1-2 0-15,-2 1 0 16,1-5-1392-16,0-1-256 0,-2 1-64 0,0-1-13552 0,-1 1-2704 15</inkml:trace>
  <inkml:trace contextRef="#ctx0" brushRef="#br0" timeOffset="50515.57">8507 8423 22111 0,'0'0'1968'0,"0"0"-1584"0,-5-3-384 0,5 3 0 16,0 0 6688-16,9-4 1248 0,1-1 256 0,4 0 64 16,3-1-6656-16,3 1-1344 0,3 0-256 0,3 1 0 15,3-2 0-15,2-4 208 0,3 1-32 0,4 0-16 16,4 0-720-16,2-3-144 0,3 1-16 0,3-1-14304 16,2 1-2848-16</inkml:trace>
  <inkml:trace contextRef="#ctx0" brushRef="#br0" timeOffset="50670.16">9561 8316 45263 0,'0'0'2000'0,"7"0"432"0,2-2-1952 0,4-2-480 15,3 1 0-15,2-4 0 0,2 1 832 0,-1-1 80 16,3-1 16-16,-2 0 0 0,-2 1-160 0,2-1-16 16,-1 0-16-16,3 1 0 15,2 1-1296-15,-2 1-256 0,-2 2-48 0,-2 3-21040 0</inkml:trace>
  <inkml:trace contextRef="#ctx0" brushRef="#br0" timeOffset="51265.77">9829 8876 28559 0,'0'0'2544'0,"0"0"-2032"0,0 0-512 0,8 8 0 15,-2 3 4304-15,1 0 768 0,-2 1 160 16,0 2 16-16,0 2-2528 0,0 2-512 0,-1-2-96 0,0 2-32 16,1 0-1136-16,-1 1-240 0,0-1-32 0,0 0-16 15,0 0-432-15,-1-2-96 0,-1-3 0 0,1-1-128 16,-3-3 128-16,1-1-128 0,-1-8 0 0,0 0 0 16,0 0 128-16,0 0-128 0,0 0 0 0,0 0 0 15,0 0 0-15,-1-7 0 0,0-3 0 0,1-2-144 0,1-2-80 0,2-2-16 16,-1-1 0-16,2-1 0 0,1-3-16 15,2 0-16-15,1-1 0 0,1-1 0 16,1-1 64-16,1 3 16 0,-1 2 0 0,-1 2 0 0,3 0 48 0,-2 4 16 16,-1 2 0-16,1 5 0 0,-3 2 128 0,-7 4-192 15,8 1 192-15,0 3-192 0,-3 1 192 0,0 6 0 16,-1-1 0-16,0 5 0 0,2 0 0 0,-3 1 144 16,0 1-144-16,1 0 0 0,2 0 160 0,2 0-160 15,0-2 128-15,3 1-128 0,-1-2 0 0,2-2 128 16,-1-3-128-16,5-1 0 0,1-3 0 0,0-1 0 0,0-3 0 15,1-1 0-15,-1-4 0 0,1-1 0 16,1-3 0-16,-1-1 0 0,0-1-144 0,-1-2 144 0,0 0-192 0,-3 1 192 16,-1-4-288-16,-1 0 48 0,-1-2 16 15,-1 0 0-15,-1 0 32 0,-1 1 16 16,-2 2 0-16,-2 1 0 0,-2 0 176 0,-4 2-128 0,1 1 128 16,-2 2-128-16,0 2 128 0,-3 2 0 0,0 2 0 0,-2 4 128 15,-1 2 16-15,-2 3 16 0,2 4 0 16,-2 2 0-16,-1 2 32 0,0 4 16 0,2-4 0 0,2 4 0 15,1-1-48-15,2 0-16 16,1-1 0-16,3 0 0 0,1-1-144 0,4-1 0 0,1-2 0 16,2 0 0-16,2-1 0 0,2-3-176 0,4-1 48 0,2-1 0 15,0-2-832 1,4-5-144-16,2 0-48 0,2-5 0 0,0-1-832 0,1 0-192 16,0-2-16-16,1-2-11376 0,-2-3-2256 0</inkml:trace>
  <inkml:trace contextRef="#ctx0" brushRef="#br0" timeOffset="51479.14">10870 8606 13823 0,'-4'-14'1216'0,"2"8"-960"0,-2-1-256 0,-1 3 0 0,1-1 6640 0,0 1 1280 16,4 4 256-16,0 0 48 0,0 0-4832 0,-7 5-960 15,2 3-192-15,1 1-32 0,2 0-864 0,0 2-160 16,-3-1-32-16,4 6-16 0,2 2-592 0,-1 2-112 16,0 0-32-16,1 3 0 0,1 0-272 0,-1 1-128 15,0-1 0-15,3 3 128 0,-1-1-128 0,1 2 0 16,1-3 0-16,2 0 0 0,-2 1 0 0,0-4-192 15,0 1 64-15,0-3 128 16,1-1-912-16,-1-4-64 0,-1 2-16 0,-2-6 0 16,0 1-864-16,-2-4-192 0,0-7-16 0,0 0-12400 15,0 0-2496-15</inkml:trace>
  <inkml:trace contextRef="#ctx0" brushRef="#br0" timeOffset="51662.36">10589 8880 35935 0,'0'0'1600'0,"0"0"320"0,0 0-1536 0,0 0-384 0,10-1 0 0,3 0 0 16,2-1 3792-16,2 1 688 0,1-2 144 0,3 1 32 0,1-2-2864 0,1 1-576 15,2-1-128-15,0 2 0 0,0-2-640 0,-2 1-128 16,1-2-32-16,-1 1 0 0,0 1-288 16,0 1 0-16,-3-2 0 0,1 0 0 15,-1 0-928-15,-2 0-288 0,-1 2-64 0</inkml:trace>
  <inkml:trace contextRef="#ctx0" brushRef="#br0" timeOffset="53125.11">11809 8588 34095 0,'0'0'1504'0,"0"0"320"0,-9-5-1456 16,1 4-368-16,2-3 0 0,6 4 0 0,0 0 3552 0,0 0 640 15,0 0 128-15,0 0 32 0,0 0-2880 0,0 0-576 16,0 0-128-16,1 6 0 0,-1-6-176 0,5 7-16 16,3 1-16-16,4-2 0 0,-1 1-352 0,4-1-64 15,0 1-16-15,2 0 0 0,0 0-128 0,2-2 0 16,0-1 0-16,1 3 0 0,-1-1 0 0,1 1 0 16,-2-2 0-16,-1 0 0 0,-1 0 0 0,-3 3 0 15,-3-1 0-15,-2-1 0 0,-2-2 0 0,-3 4 0 0,-3 0 0 16,-4 2 0-16,-2 3 0 0,-5 3 0 0,-1 0 128 15,-3 0-128-15,-2 0 256 0,-1 1-48 0,-1 1 0 0,1-1 0 16,0-1-208-16,1-2 144 0,3 1-144 16,1-1 128-1,2-2-448-15,3-1-112 0,2 1-16 0,3-3 0 0,2-1-1440 0,5-1-288 16,4-1-64-16,2-2-12544 0,4-3-2512 0</inkml:trace>
  <inkml:trace contextRef="#ctx0" brushRef="#br0" timeOffset="53433.74">12516 8695 18431 0,'0'0'816'0,"0"0"160"0,0 0-784 0,0 0-192 0,0 0 0 0,0 0 0 0,-6 3 7168 0,-1-1 1376 15,-1 2 288-15,-1 4 48 0,-3 2-6080 0,-1 5-1216 16,0 0-240-16,-3 4-64 0,-1 0-480 0,0 2-96 16,0 1-32-16,3-1 0 0,1 0-352 0,4-1-80 15,1-2-16-15,3 0 0 0,4-2-224 0,2-2 0 16,1 0 128-16,5 1-128 0,2-5 0 0,5-1 0 15,3-2 0-15,3-1 0 0,1-4-192 0,2-2 64 16,2-2 128-16,2 0-208 0,1-2-16 0,-2-3 0 16,0 1 0-16,-1-3 0 0,-3-2 48 0,-3 1 16 15,-2-5 0-15,-2 1 0 0,-2 0 160 0,-4-2 0 16,-3-1 0-16,-3 2-128 0,-3-2 128 0,-4 0 0 16,-2 2 0-16,-4 0 128 0,-3-2-128 0,-1 0 0 0,-3 4 0 15,-2 0 128-15,-4 4-128 0,1 1-128 16,0-4 128-16,1 4-192 15,2 0-1920-15,0 2-384 0,4-1-64 0</inkml:trace>
  <inkml:trace contextRef="#ctx0" brushRef="#br0" timeOffset="56398.73">3700 14130 26719 0,'3'-23'2368'0,"-2"12"-1888"0,-1 0-480 0,1 3 0 0,2 1 3296 0,-3 7 560 16,0 0 112-16,0 0 32 0,0 0-3200 15,9 11-640-15,-1 3-160 0,0 7 0 0,-2 6 752 0,2 6 112 16,0 5 32-16,0 7 0 0,-1 0 48 0,2 3 16 15,-1-4 0-15,0 4 0 0,-3 2-480 0,1 1-96 16,-1-2 0-16,0 0-16 0,-1-4-368 0,0-3 128 16,-2-2-128-16,2-4 0 0,2-4 0 0,-3-1 128 15,0-3-128-15,1 7 0 16,0-9-896-16,0-6-256 0,0-7-64 0,-2-3 0 16,1 1-1984-16,-3-11-416 0,0 0-80 0</inkml:trace>
  <inkml:trace contextRef="#ctx0" brushRef="#br0" timeOffset="56689.63">3581 14236 29487 0,'-1'-13'2624'0,"0"-3"-2112"0,1 2-512 16,1 1 0-16,3 1 3776 0,1 0 656 0,3-1 128 0,1 2 32 16,2-1-3328-16,2 3-672 0,1 2-128 0,0 1-16 15,1-1 416-15,0 2 96 0,1 1 0 0,2 0 16 16,3 0-496-16,1 0-96 0,2-1-32 0,2 4 0 15,0 1-96-15,2 1 0 0,4 4-16 0,0 2 0 0,0-2-240 0,-2 2 128 16,-2 0-128-16,0 4 0 0,-4 2 0 0,-1-3 0 16,-5 3 0-16,-4 0 0 0,-2 3 0 15,-4 0 0-15,-3-2 0 0,-4 0 0 16,-2-1 0-16,-4 0 0 0,-4 4 0 0,-4-2 0 0,-6-1 128 0,-2 2-128 16,-1-1 176-16,-2 1-176 0,-3-4 0 15,1-1 0-15,0 0 0 0,2-2 0 16,-1 1-848-16,5-6-128 0,3 0-32 0,3 0 0 15,2 0-2288-15,12-4-464 0,0 0-80 0</inkml:trace>
  <inkml:trace contextRef="#ctx0" brushRef="#br0" timeOffset="56946.93">4302 14147 36975 0,'0'0'1632'0,"0"0"352"0,0 0-1600 0,0 0-384 0,0 0 0 0,-8 5 0 15,-1 1 1536-15,0 5 208 16,0 6 48-16,0-1 16 0,-1 0 144 0,-1 3 32 15,2 5 0-15,-1-2 0 0,-2-1-1088 0,1-2-192 16,4 3-64-16,1-6 0 0,2-2-320 0,3-1-64 16,1 0 0-16,3-2-16 0,-3-11-240 0,8 8 144 15,1-3-144-15,2 1 128 0,2-3-128 0,3-4 0 16,1-4 0-16,-1-3 0 0,-1-3 0 0,1 0 0 0,1-1 0 0,-3-3-176 16,-2 1 16-16,-2 2 0 0,-3-2 0 15,-2 0 0-15,-4-1-32 0,-1 1-16 0,0 0 0 16,-1 1 0-1,-3 1-240-15,-1 0-32 0,-1 2-16 0,-1 1 0 0,0-1-1712 0,0 3-352 16,-4-1-64-16,2 1-17264 0</inkml:trace>
  <inkml:trace contextRef="#ctx0" brushRef="#br0" timeOffset="57335.69">4448 14143 6447 0,'0'0'272'0,"7"11"80"15,-3-2-352-15,0 4 0 0,1 4 0 0,-1-3 0 0,1 2 7936 0,-1-1 1504 16,0 2 304-16,0 2 64 0,1-4-6032 0,0 2-1216 15,0 0-256-15,1 0-32 0,0-4-1136 0,2-1-240 16,1-2-32-16,0-1-16 0,0-1-400 0,0-2-64 16,-9-6-32-16,13 2 0 0,-1-1-80 0,0-2-16 15,0 0 0-15,-1-4 0 0,0-3-128 0,1-3-128 16,-1 0 192-16,1-1-192 0,-2-4 0 0,0-2 0 16,-1-3 0-16,0 0 0 0,-1 2 0 0,-3-2 0 15,-1-1-128-15,0 3 128 0,-2 4-288 0,0 3 32 16,-2 3 16-16,0 9 0 0,0 0 240 0,0 0-192 15,0 0 192-15,0 0-192 0,-8 8 192 0,3 2 0 16,1 2 0-16,2 1 0 0,1-1 0 0,1 3 0 16,1 1 0-16,3 1 160 0,1 0-32 0,2 0 0 15,1-4 0-15,1 0 0 0,0-1-128 0,1-1 0 0,2-3 0 0,0-1 0 16,0-2 0-16,-1-1 0 0,1-3 0 16,0-1 0-16,-12 0 0 0,13-1 0 0,-1-3 0 0,-12 4 0 15,10-4 0-15,-10 4 0 16,9-9 128-16,-2-2-128 0,-2 0 0 0,0-2 0 0,-2-2 0 0,1 0 0 15,-2-2-496-15,1-3-128 16,-1-1-16-16,1-1-16 0,-2-1-2016 16,-1-1-400-16,0 2-64 0</inkml:trace>
  <inkml:trace contextRef="#ctx0" brushRef="#br0" timeOffset="57637.52">4958 14300 37263 0,'0'0'1648'0,"4"9"336"16,2-3-1584-16,1 0-400 0,0 1 0 0,0-1 0 0,-7-6 1360 0,12 0 192 15,0-2 48-15,0 0 0 0,1-1 144 0,1-2 48 16,2-2 0-16,-1-2 0 0,1-1-1088 0,1-4-224 16,-2-1-32-16,1 0-16 0,-2-1-224 0,-1-1-32 15,-1-3-16-15,-1 1 0 0,-4-1-160 0,-1 3 0 16,-2 4 0-16,-2 3 128 0,-2-2-128 0,0 12 0 16,-4-8 0-16,-2 2 0 0,-3 3-176 0,-3 6 176 15,-1 3-128-15,-1 3 128 0,-2 6 0 0,-1 4 0 16,0 0 0-16,1 3 0 0,3 0 128 0,0-1 16 0,0-2 0 15,3 1 0-15,3-1-144 0,5 0 128 16,0-2-128-16,6-2 128 0,3 1-128 0,3-4 0 16,2 1 0-16,2-4 0 15,2-4-800-15,2-1-32 0,2-1-16 0,1-2 0 16,1-4-1184-16,0-2-224 0,1-4-48 0,1-4-16 16,-2 1-1568-16,-1 0-304 0,-4-5-64 0</inkml:trace>
  <inkml:trace contextRef="#ctx0" brushRef="#br0" timeOffset="57899.55">5369 14201 33631 0,'-4'-12'1488'0,"4"12"304"0,-4-9-1424 0,4 9-368 0,-4-4 0 0,4 4 0 15,0 0 2352-15,0 0 400 0,0 0 64 0,-7 10 32 16,4 2-992-16,0-2-192 0,3-10-32 0,0 15-16 16,0 0-464-16,4 1-112 0,1 2-16 0,0-3 0 15,0 0-512-15,2-4-96 0,1 1-32 0,0-2 0 0,-2 0-224 0,2-2-160 16,0 0 192-16,-8-8-192 0,8 7 192 0,-2 0-192 16,-6-7 192-16,8 4-192 0,-8-4 192 0,0 0-192 15,0 0 192-15,0 0-192 0,8-9 240 0,-2 0-64 16,0 0-16-16,-1-4 0 0,-3 2-16 0,1-2 0 15,0 0 0-15,-1-1 0 0,1-4-144 0,-1 1 0 16,1 0 144-16,2 0-144 0,0-4 0 0,3 3 0 16,1 2-160-16,2 2 160 15,-1-6-1088-15,2 6-96 0,2 5-32 16,3-3 0-16,2 3-784 0,0 4-176 0,1 2-16 16,-1 4-16-16,-1 2-1616 0,1 4-320 0,-4 0-64 0,4 1-16 0</inkml:trace>
  <inkml:trace contextRef="#ctx0" brushRef="#br0" timeOffset="58580.85">6073 14203 16575 0,'14'-5'736'0,"-4"0"160"0,1-4-720 0,1 1-176 0,1 0 0 0,-2-1 0 15,0-3 4816-15,-1 2 944 16,-1 2 176-16,-1 0 32 0,-3 0-3120 0,-5 8-624 16,0 0-128-16,0 0-32 0,2-11-896 0,-2 11-176 0,0 0-32 0,-9-4-16 15,-2 4-96-15,-1 2-16 0,-1 5 0 0,-1-1 0 16,-3 6-128-16,-1 2-16 0,-2 3-16 0,-1 2 0 15,2 0-128-15,-1-1-32 0,3 1 0 0,2 0 0 16,0 1-304-16,4-2-64 0,2 3-16 16,2-5 0-16,3-1-128 0,3-2 0 0,3-2 0 0,2 0 0 15,3 0 0-15,2-1 0 0,3-3 0 0,1-2 0 16,1-1-144-16,6-2-16 0,-1 0 0 0,1-6 0 16,-1-4-224-16,3-2-32 15,1-1-16-15,-1-2 0 0,-1-2-160 0,0-1-48 0,-2-4 0 16,1-1 0-16,-3-2-96 0,0 1-32 0,-2 1 0 0,-2 0 0 15,-1-2 256-15,-2 2 64 16,-2 4 0-16,-3 0 0 0,-2 4 448 0,-3 4 0 0,0 9 0 0,-4-4 0 0,4 4 368 0,0 0 64 16,-10 0 16-16,-1 0 0 0,1 4 48 0,1 1 16 15,1 3 0-15,0 3 0 0,-1 4-112 0,2 0-16 16,2 2 0-16,1 0 0 0,2 0-256 0,0-1-128 16,1-2 128-16,2 2-128 0,3 0 0 0,2-2 128 15,0-2-128-15,2-1 0 0,0 0 0 0,2-1 0 16,2-1 0-16,2-2 0 0,-2-4 0 0,2 0 0 15,1 3-160-15,0-4 160 0,1-4-320 0,1-2 16 16,-2-1 16-16,1-1 0 16,0 0-128-16,-1-2-32 0,0-2 0 0,-1 0 0 15,0-3 192-15,-1 0 16 0,-2-1 16 0,-1 1 0 0,-1 0 224 0,-1 2 0 16,-3 2 0-16,1-1 0 0,-1 2 0 0,-1 0 0 16,-2 0 0-16,-2 8 0 0,0 0 0 0,0 0 128 15,3-7-128-15,-3 7 160 0,0 0 0 0,0 0 0 0,0 0 0 16,0 0 0-16,0 0 48 0,0 0 16 15,-1 9 0-15,-1 2 0 0,0 4 160 0,-2-2 48 0,0 3 0 0,0 4 0 16,-1 4 64-16,-2 1 16 0,0 2 0 0,-1 3 0 16,0 4-32-16,0 0 0 0,2 0 0 0,0 1 0 15,2-3-176-15,2 1-48 0,1 4 0 0,-1-2 0 16,2 0-128-16,2-4-128 0,-1-3 144 0,1-1-144 16,0-4 128-16,0-3-128 0,2-4 0 0,0-2 144 0,0-4-144 15,0 0 0-15,-4-10 0 0,0 0 0 0,0 0-208 16,0 0-32-16,0 0 0 0,0 0 0 15,9-11-1392-15,0-2-288 0,2-5-48 16,-1-2-16-16,1-1-2320 0,3-5-480 0</inkml:trace>
  <inkml:trace contextRef="#ctx0" brushRef="#br0" timeOffset="59168.36">6865 14270 5519 0,'0'0'496'0,"7"-11"-496"15,-2-3 0-15,-1 5 0 0,-4 9 6976 0,4-12 1312 16,0 0 256-16,-4 12 48 0,0-9-4928 0,0 9-976 15,0 0-208-15,0 0-48 0,0 0-880 0,-9 2-176 16,0 3-32-16,-2 3-16 0,1-1-400 0,-2 5-80 16,-1 5-16-16,-3 1 0 0,-1-1-320 0,2 3-64 15,2 3 0-15,1 0-16 0,2-3-224 0,0 0-32 16,3-1-16-16,1 0 0 0,2-1-160 0,3-1 0 16,2-4 0-16,3-1 128 0,2-1-128 0,0-3 0 15,1 0 0-15,2-3 0 0,2-2-160 0,4 0 160 0,2-5-208 16,2 0 80-1,1-4-368-15,3-1-64 0,2-6-16 0,1-3 0 16,-1-1-832-16,1-7-192 0,1-6-16 0,2-2-16 16,1-1-496-16,-1-1-112 0,-1-3 0 0,-1-4-16 15,-3-2 528-15,0 3 96 0,-2 2 32 0,-4 4 0 16,-2 3 320-16,-6 3 64 0,-3 9 0 0,-5 8 16 16,-2 4 2608-16,-1 1 528 0,0 2 112 0,1 4 0 0,-7 2 16 0,-1 2 0 0,1 5 0 0,-3 0 0 15,0 5-720-15,0 3-128 0,-1 1-48 0,1 5 0 0,-1 0-400 16,2 4-64-16,0 1-32 0,1 2 0 0,3-3-240 0,1 2-48 15,2-3-16-15,0 0 0 0,4-1-128 0,3 1-32 16,1-5 0-16,2-3 0 0,2-2-80 0,4-1-128 16,0-2 176-16,2-2-176 0,2-5 128 15,0-2-128-15,2-3 0 0,0-2 0 0,3-3 128 0,0-2-128 16,1-2 0-16,-1-4 0 0,-1-1 0 0,0-1 0 16,0-3 0-16,1-3 0 0,-1-3-416 0,0-1 16 15,-1-2 0-15,2-6 0 16,-7 4-112-16,-7 7 0 0,-5 6-16 0,-5 6 0 0,-3 2 528 15,-3 3 0-15,-2 3 0 0,-3 1 0 0,-3 3 416 0,-1 2 192 16,0 8 32-16,1 0 16 0,-1 2 176 0,2 4 16 16,1 0 16-16,2 2 0 0,4-1-336 0,1-1-64 15,2 0-16-15,3-1 0 0,2 0-192 0,5 3-32 16,1-5-16-16,4-1 0 0,1 0-208 0,2-1 176 16,2 0-176-16,2-2 160 0,1-6-160 0,2 1 0 15,1-2-192-15,10 2 192 16,-5-5-1984-16,-1 1-256 0,-1-7-64 0</inkml:trace>
  <inkml:trace contextRef="#ctx0" brushRef="#br0" timeOffset="63155.05">16167 6949 39615 0,'0'0'3520'0,"-6"-5"-2816"0,-1-1-560 0,7 6-144 16,0 0 1008-16,0 0 160 0,0 0 48 0,0 13 0 16,0 4-944-16,3 2-272 0,0 7 128 0,-2 8-128 0,-1 3 944 0,0 3 112 15,0 6 32-15,0-7 0 0,1-1-288 0,0-2-48 16,1-3-16-16,-1-12 0 0,2 1-384 0,1-3-80 16,-2 0-16-16,1-4 0 0,-1-3-96 0,1-2-32 15,1 1 0-15,0-5 0 0,-4-6-128 0,0 0 128 16,0 0-128-16,9-4 128 0,-1 2-128 0,1-7 0 15,0-4 144-15,9-8-144 0,-1-4 0 0,0-4 0 16,1-5 0-16,1-6 0 0,-2-6 0 0,4-4-128 0,1-5 128 16,0-4-192-16,4-3 0 0,1-2 0 15,1-5 0-15,-1 3 0 0,-2 5 192 0,1 2-208 16,-1 11 80-16,-4 10 128 0,-5 11-128 0,-2 11 128 0,-5 10 0 0,-9 6 0 16,10 15 0-16,-3 12 0 15,-5 3-144-15,0 13 144 0,-2 11 128 0,-3 14 96 16,-2 8 16-16,-1 12 0 0,1 10 128 0,3-26 16 15,-2 11 16-15,1 14 0 0,1 2-16 0,-1 8 0 16,2 5 0-16,1 4 0 0,4-1-48 0,-2-2-16 0,2-2 0 16,0-3 0-16,2-4-144 0,0-5-48 0,0-5 0 15,3-8 0-15,-1-5-128 0,0-8 0 0,2-6 0 0,0-3 0 32,-1-6-560-32,0-4-192 0,-3-7-32 0,1-7-16 0,-2-5-1232 15,0-9-240-15,-2-2-48 0,-2-6-12080 0,0-6-2432 0</inkml:trace>
  <inkml:trace contextRef="#ctx0" brushRef="#br0" timeOffset="63404.97">17088 8215 28559 0,'0'0'2544'0,"0"0"-2032"15,0 0-512-15,0 0 0 0,0 0 3456 0,0 0 576 16,0 0 128-16,1 12 32 0,-1 1-2832 0,0 1-560 15,0 5-112-15,1 2-32 0,-2 1 496 0,1 5 112 0,0 0 16 16,0 3 0-16,0 0-768 0,0 2-128 16,0-1-48-16,0-1 0 0,0-1-336 0,3-3 0 15,-2 0 0-15,0-3 0 16,1-2-624-16,0-1-192 0,0-3-32 0,-1-3-16 16,0-2-1120-16,-1-3-208 0,0-9-48 0,0 0-16 15,-2 6-1712-15,2-6-320 0</inkml:trace>
  <inkml:trace contextRef="#ctx0" brushRef="#br0" timeOffset="63908.89">16858 8468 38991 0,'-7'17'1728'0,"4"-6"352"0,-2 3-1664 0,2 3-416 0,2 1 0 0,1-1 0 16,1 3 1120-16,2-3 144 0,2-3 16 0,1-1 16 0,2-3-144 0,1 1-48 15,2-3 0-15,1-2 0 16,2-5-672-16,2-1-144 0,-2-3-32 0,4-4 0 0,2 1-256 0,1-4 128 15,1-1-128-15,0-2 0 0,1-6 208 0,1 1-64 16,-1 0-16-16,1 0 0 0,-1-5-128 0,1 3 192 16,-2-4-192-16,1 1 192 0,-2-1-192 0,-1 2 0 15,-2 0 0-15,-1 1 0 0,-1 1 0 0,-2 5 0 16,-2 3 0-16,-2 0 0 0,-1 5 0 0,-1 4 0 16,-8 3 0-16,7 6 0 0,-2 6 256 0,0 4 64 15,-1 3 0-15,0 5 16 0,-2 3 304 0,1 2 48 16,0 1 16-16,-1 0 0 0,0 0-240 0,0-1-32 15,2-2-16-15,0-1 0 0,-1-3-224 0,-1 0-64 16,2-4 0-16,0-2 0 0,1-3-128 0,0 0 0 16,1-5 0-16,-1-2 0 0,-5-7 0 0,0 0 0 15,0 0 0-15,0 0 0 0,6 6 0 0,-6-6-144 16,0 0 144-16,8-3-160 0,-1-2 160 0,-1-3-160 16,1 0 160-16,-1-5-160 0,1-5 160 0,-2 0-160 15,2-5 160-15,-1 3-160 0,2-6 160 0,1-1-128 0,0 1 128 16,2 2-128-16,0 0 128 0,1 5-128 0,-2 3 128 0,1 4-128 15,-1 3 128-15,2 3 0 0,-2 0 0 0,0 8 0 16,-4 4 0-16,1 5 128 0,0-1 0 0,0 6 0 16,-2-1 144-16,0 1 48 0,-1 0 0 0,2 1 0 15,-1 2-176-15,-1-2-16 0,0 0-128 0,-1-3 192 16,3-1-192-16,0-1 0 0,1-1-144 0,1-4 144 16,-2-1-1952-1,3-2-288-15,2-2-64 0</inkml:trace>
  <inkml:trace contextRef="#ctx0" brushRef="#br0" timeOffset="78178.94">18794 7279 37775 0,'0'0'3360'0,"0"0"-2688"0,0 0-544 0,0 0-128 0,0 0 2912 16,0 0 544-16,0 0 128 0,13-2 0 0,2 2-2848 15,0-3-576-15,2-1-160 0,3 0 0 0,3 4 576 16,0-1 48-16,-1 0 16 0,-1-2 0 0,-2-1-512 0,3 3-128 16,0-3 0-16,2 3 0 15,-1-1-736-15,1 0-224 0,-2 0-32 0,0 2-16 16,-1 0-2704-16,-1 4-560 0</inkml:trace>
  <inkml:trace contextRef="#ctx0" brushRef="#br0" timeOffset="78355.46">18909 7519 42383 0,'-6'1'3776'0,"6"-1"-3024"16,-7 2-608-16,7-2-144 0,0 0 1616 0,0 0 304 15,0 0 48-15,0 0 16 0,8 0-1136 0,2-2-208 16,5 1-64-16,2 0 0 0,2-4-304 0,5-1-64 15,3 0-16-15,3-1 0 0,3 1-192 0,0-1 0 16,4-2 0-16,3 0 0 16,5 0-1024-16,2 0-128 0,1-6-48 0,25-3-13536 15,-8 4-2720-15</inkml:trace>
  <inkml:trace contextRef="#ctx0" brushRef="#br0" timeOffset="78936.7">20685 6629 50159 0,'0'0'2224'16,"0"0"464"-16,-4-6-2160 0,4 6-528 0,0 0 0 0,0 0 0 0,0 0 640 0,5 12 32 15,0 4 0-15,1 3 0 0,-1 4 208 0,1 4 32 16,2 2 16-16,0 3 0 0,1 3-432 0,0 2-96 16,2 2-16-16,0 0 0 0,1 0-192 0,1-1-64 15,-1-3 0-15,1-2 0 0,0-3-128 0,-1-1 128 16,1-5-128-16,-3-2 128 0,1-3-128 0,-2-2 0 16,0-6 0-16,-1 0 0 0,-1-3 0 0,1-3 0 15,0-1 0-15,0-2 0 0,-8-2 128 0,9-6 0 16,-1-3 0-16,0-2 0 0,-1 0-128 0,1-4 0 15,0-2 0-15,0-2 0 0,0-6 0 0,1-5 0 16,0-4 0-16,1 0 0 0,1-5 0 0,-1-1 0 16,1-3 0-16,0-2 0 0,1 2 0 0,1 3-176 15,-1 2 48-15,0 4 0 0,-2 2 0 0,-2 8 0 0,0 7 0 0,-2 5 0 16,1 6 128-16,-7 6 0 16,0 0 0-16,8 9 0 0,-3 5 0 0,0 6 128 0,-1 5-128 0,0 5 176 15,0 1-176-15,1 0 0 0,0 3 0 0,3-1 128 16,0 1-128-16,1-3 192 0,1 0-192 0,1-1 192 15,1-2-192-15,1-5 0 0,0-5 0 0,1-1 0 16,0 0 0-16,1-2 128 0,-1-4-128 0,-1-3 0 16,1-3 128-16,-1-1-128 0,0-6 128 0,1-1-128 0,-1-1 128 15,-2-1-128-15,1-2 128 0,0-2-16 16,-1-8-112-16,0-1 0 0,-2-2 0 0,0-2 0 16,0 0 0-16,-1-4 0 0,-1 1 0 0,-2-1 0 0,-1-2-240 0,-2 0-32 15,0 1-16-15,-5 1 0 16,0 0-928-16,-2 2-192 15,-3 1-48-15,-2 1-14832 0,-3-2-2976 0</inkml:trace>
  <inkml:trace contextRef="#ctx0" brushRef="#br0" timeOffset="79135.67">20360 6626 36863 0,'-8'-5'3264'0,"1"1"-2608"15,0 0-528-15,7 4-128 0,0 0 3088 0,0 0 592 16,5-4 112-16,4-1 32 0,4 0-2192 0,6-3-432 16,4 0-96-16,4-1-16 0,5 1-768 0,3-1-176 15,0-1-16-15,4-1-128 0,2 2 0 0,2-1 0 16,1-2-192-16,4-1 48 16,3-2-2768-16,1 0-544 0,2-1-128 0</inkml:trace>
  <inkml:trace contextRef="#ctx0" brushRef="#br0" timeOffset="79287.64">21460 6374 18431 0,'0'0'1632'0,"0"0"-1312"0,10-2-320 0,-1-2 0 15,2 0 6720-15,3 0 1280 0,-1 2 256 0,1-2 64 0,2-2-5536 16,0 2-1104-16,3-2-208 0,0 1-64 16,2 0-1088-16,1-1-320 0,0 2 0 0,2 0 128 15,-1 2-2720-15,1 2-544 16,-2 2-128-16</inkml:trace>
  <inkml:trace contextRef="#ctx0" brushRef="#br0" timeOffset="80051.24">21779 6801 23039 0,'0'0'2048'16,"0"0"-1648"-16,2 9-400 0,1 0 0 0,1 0 5440 0,1 2 992 15,0 2 208-15,0 0 32 0,2 2-3584 0,-1 4-720 16,1 0-128-16,1 3-48 0,0-1-1072 0,1 1-224 15,0 0-32-15,0-1-16 0,-1 0-560 0,0-5-112 16,-1 1-32-16,-1-3 0 0,-1-2-144 0,-1-2 192 16,-2-3-192-16,1-2 192 0,-3-5-192 0,0 0 0 15,0 0 0-15,0 0 112 0,0 0-112 0,0 0 0 0,0 0 0 0,6-5 0 16,1-4 0-16,0-2 0 0,-1-2 0 0,-1-2 0 16,0-4 0-16,2-2 0 0,0-2 0 15,0 0 0-15,4 2-192 0,-1-2 64 0,1 0 128 16,-1 2-208-16,-1 2 208 0,0 2-192 0,0 4 192 0,-1 1-192 15,0 5 192-15,-1 5 0 0,-7 2-160 0,6 2 160 16,-6-2 0-16,5 11 0 0,-1 3 0 0,-1 0 0 16,-1 6 0-16,1 1 0 0,1 1 128 0,-1 0-128 15,-1 2 144-15,3-3-144 0,3-2 160 0,1 1-160 16,2-3 0-16,1-2 0 0,-2 2-208 0,3-6 64 16,1-4 144-16,1-3 0 0,-1-1 0 0,2-2 0 0,1-2-208 15,0 0-16-15,1-2 0 0,0-1 0 0,-1-2 224 16,0-2 0-16,0-4 0 0,0 0 0 15,-2 3-512-15,1-4-96 0,0-1-32 0,-3-1 0 0,-1-3 384 16,-1 0 80-16,0 0 16 0,-2 1 0 16,-1 1-288-16,-2-2-48 0,-1 0-16 0,-1 1 0 0,-2 1 112 0,-2 2 16 15,0 2 0-15,-2 4 0 0,0-1 208 0,-2 5 176 16,4 4-208-16,-7 1 80 0,1 5 128 0,-1 0 224 16,1 1-48-16,-1 3-16 0,1 3 32 0,-1 1 16 15,2 2 0-15,1 0 0 0,0 2-32 0,3 2-16 16,1-1 0-16,2 1 0 0,4-2-160 0,1 0 0 15,3-5 0-15,1 0 0 16,4 0-912-16,3-1-112 0,3 0-32 0,1-4 0 16,0-6-352-16,2-2-80 0,-1 0-16 0,-1-5 0 15,-1 0 32-15,0-3 16 0,-3 1 0 0,0-4 0 16,-1-5 144-16,-1-2 32 0,-2-3 0 0,-1-1 0 0,0-2 1088 0,0 0 192 16,-1-3 0-16,0-1 144 0,-2-2 864 0,1-1 160 15,-3-2 48-15,-1 4 0 0,-1 3 512 0,-2 3 128 0,-2 4 0 16,-1 5 16-16,-2 1 32 0,1 4 0 0,0 9 0 0,0 0 0 15,-4-1-560-15,4 1-96 0,-5 5-32 0,1 7 0 16,-1-1-704-16,1 5-128 0,1 1-48 0,1 2 0 16,-1 1-176-16,2 1-32 0,1 1-128 0,1 0 192 15,0 0-192-15,3 1 0 0,-1 0 0 0,1-1 0 0,1 0 128 16,2 0 0-16,-2 1-128 0,1-2 192 16,2 1-1232-16,-1-3-256 0,-1-2-48 15,-1-2-16-15,1-5-976 16,-2-2-192-16,-4-8-32 0,0 0-11680 0,0 0-2336 0</inkml:trace>
  <inkml:trace contextRef="#ctx0" brushRef="#br0" timeOffset="80243.45">22476 6931 23951 0,'0'0'2128'0,"0"0"-1696"16,0 0-432-16,0 0 0 0,0 0 4720 0,0 0 848 15,8 0 192-15,2 0 16 0,2 0-2832 0,4 0-576 16,1 0-128-16,2 3 0 0,2-3-1056 0,3 0-208 15,2 0-32-15,1 0-16 0,0 0-496 0,2 0-112 16,2-2 0-16,2 1-16 0,0 1-128 0,-1-2-32 16,1 0 0-16,-1 1 0 0,0 0-400 0,-4-1-64 15,-2 1-32-15,-2 0 0 16,-2-1-2016-16,-2 4-416 0,-2-1-80 0</inkml:trace>
  <inkml:trace contextRef="#ctx0" brushRef="#br0" timeOffset="80624.23">20335 7837 40543 0,'-19'-1'1792'16,"11"-2"384"-16,0 1-1744 0,8 2-432 0,0 0 0 0,0 0 0 0,5-6 3312 0,6 1 576 15,6 0 112-15,8 1 32 0,6 0-2480 0,7 0-480 16,6 0-112-16,6 1 0 0,3 0-656 0,10-1-128 16,7 1-32-16,7 2 0 0,5 0-96 0,4 2-48 15,4 0 0-15,5 2 0 0,7-2 0 0,2 2 0 16,2-3 0-16,2 1 0 0,4 2 0 0,-23 1 0 16,3-3 0-16,6-1 0 0,5-1 0 0,0-1 0 15,-3 2 0-15,-4 0 0 0,-6-2 0 0,18-1 0 16,-9 2 0-16,-10 1 0 0,-13-3 0 0,-8 1 0 15,-8-1 0-15,-6 2 0 0,-7 2 0 0,-16-1 0 16,-2 0 0-16,-5 0 0 0,-1-1 0 0,-5-1 0 16,-4 2 0-16,-1 0 0 0,-1-1 0 0,-2 1-128 15,-10 0 128-15,0 0-160 16,0 0-1232-16,-13 1-240 0,-9 1-48 0</inkml:trace>
  <inkml:trace contextRef="#ctx0" brushRef="#br0" timeOffset="81242.12">21629 8562 35007 0,'0'-16'3120'0,"0"9"-2496"16,-2-8-496-16,1 1-128 0,1 0 2560 0,0-2 480 15,0-1 96-15,-1 0 32 0,-2 0-1824 0,-1-1-384 16,-1 0-64-16,-1 5 0 0,-4-2 288 0,0 6 64 16,-2 0 16-16,-2 5 0 0,-2-1-656 0,-2 4-128 15,-2 2-32-15,-3 4 0 0,-3 8-112 0,-3 5-16 16,-3 6-16-16,-4 5 0 0,-3 6-64 0,-1 5-16 16,-1 6 0-16,1 2 0 0,0 3 32 0,2 2 16 0,4 2 0 15,5-2 0-15,6-3-144 0,6 0-128 16,6-3 192-16,10-2-48 0,9 1-144 0,5-6 0 15,7-5 0-15,6-3 0 0,4-6 0 0,3-5 0 0,8-3 0 0,3-8 0 16,4-1 0-16,5-5 0 0,1-4 0 0,2-4 0 16,0-3 0-16,-1-5 0 0,-1-5 0 15,-2-3 0-15,-3-2 0 0,0-3 0 0,-4-2-160 0,-2-2 160 16,-2-1 0-16,-6-2 0 0,-1-5 0 0,-4 1 0 16,-4-1 0-16,-5-4-128 0,-6 0 0 0,-3-3 0 0,-4-1 128 15,-7 1 0-15,-5-1 0 0,-4 3 0 0,-2 3 0 16,-7 2 0-16,-5 5 0 0,-5 2 0 15,-5 1-128-15,-4 4 0 0,-5 6 0 0,-3-1 0 0,1 6 0 0,-3 2 0 16,-2 5 0-16,1 4 0 16,2 3-688-16,2 2-128 0,2 5-16 0,6 4-16 15,4 4-1616-15,3 3-320 0,6 3-64 0,5 4-18048 16</inkml:trace>
  <inkml:trace contextRef="#ctx0" brushRef="#br0" timeOffset="81520.39">21582 8911 45551 0,'0'0'2016'0,"4"-5"416"0,1-1-1936 0,0 1-496 15,3 3 0-15,-8 2 0 0,0 0 1952 0,8 7 288 16,1 4 64-16,0 3 16 0,0 1-848 0,0 3-160 0,-1 3-32 0,0 0-16 15,0 5-896-15,0 3-176 16,-1 0-48-16,1-2 0 0,-1 0-96 0,1-2-48 0,-1-1 0 0,1-2 0 16,0 0 0-16,1-3 0 0,0-2 0 0,0-2 0 31,-1-2-512-31,1-3-80 0,2-1-32 0,-2 0 0 0,1-2-1360 0,2-3-288 0,0-1-48 0,-1-3-13088 16,3-3-2608-16</inkml:trace>
  <inkml:trace contextRef="#ctx0" brushRef="#br0" timeOffset="81685.87">22158 8957 48719 0,'0'0'2160'0,"0"0"448"0,0 0-2096 0,0 0-512 15,0 0 0-15,0 0 0 0,0 0 1680 0,3 9 240 16,2-1 32-16,-1 3 16 0,0-1-880 0,0 4-192 16,-1 1-16-16,3 3-16 0,-2-1-672 0,1 1-192 15,-1 2 0-15,2-1 96 16,-2-3-480-16,0-1-64 0,0 0 0 0,0-2-16 15,-2-1-3072-15,0-5-624 0</inkml:trace>
  <inkml:trace contextRef="#ctx0" brushRef="#br0" timeOffset="81837.16">22227 8827 53679 0,'0'0'2368'0,"-4"-5"512"0,-1-2-2304 0,1 2-576 0,1 2 0 16,3 3 0-16,0 0 640 0,0 0 32 15,0 0 0-15,0 0 0 0,0 0-480 0,0 0-192 0,0 0 128 0,8 7-128 32,1 1-1920-32,1 2-448 0,-1 2-112 0</inkml:trace>
  <inkml:trace contextRef="#ctx0" brushRef="#br0" timeOffset="82225.74">22414 9017 47743 0,'0'0'2112'0,"0"0"448"0,0 0-2048 0,6 9-512 0,2 0 0 0,-2 3 0 0,1 1 2048 16,-1 3 304-16,1 3 64 0,-1 1 16 0,1 1-1408 0,-1-2-256 16,0 1-64-16,0-3-16 0,-1 2-560 0,1 0-80 15,-2-1-48-15,-1-3 0 0,1 0 0 16,-1-5 0-16,-2 1 0 0,1-3 0 0,-1-2 0 0,0 2 0 16,-1-8 0-16,0 0 0 0,0 0 0 0,0 0 0 15,0 0 0-15,0 0 0 0,0 0 0 0,0-8 0 16,0 0 0-16,3 0 0 0,-1-5 0 0,4 0 0 15,3 0 0-15,0-4 0 0,1-2 0 0,3-3 0 16,3-1 0-16,1-1 0 0,0-1 0 0,1 0 0 16,2 4 0-16,-1 0 0 0,0 6 0 0,-1 0 0 15,-1 6 0-15,0 3 0 0,0 2 0 0,-3 3 0 16,0 1 0-16,1 5 0 0,-1 1 0 0,-1 3 0 16,-3 2 0-16,0 2 0 0,-3 1 0 0,0 6 0 15,-1-2 0-15,1 2 0 0,-3-1 0 0,-2 1 0 16,1-2 0-16,-2 0 0 0,-1-1 0 0,0-1 0 15,0-2 0-15,0-1 0 0,0-2 0 0,0 0 0 0,0 0 0 16,0-2 0-16,0-9 0 0,0 0-208 0,0 0 64 16,0 0 16-1,0 0-3088-15,0 0-624 0</inkml:trace>
  <inkml:trace contextRef="#ctx0" brushRef="#br0" timeOffset="85328.62">23953 7690 30399 0,'0'0'1344'0,"0"0"288"0,-2-5-1312 0,-2-1-320 16,4 6 0-16,0 0 0 0,4-7 5440 0,2 0 1008 16,2 2 208-16,1 0 32 0,1-2-4992 0,4 2-992 15,0 2-208-15,3-2-48 0,2 4-448 0,-2-3 0 16,3 0 0-16,1 0 0 15,2 2-592-15,2-1-224 0,2 0-32 0,2-1-16 16,-2 0-1744-16,7-1-336 0,-2-1-80 0</inkml:trace>
  <inkml:trace contextRef="#ctx0" brushRef="#br0" timeOffset="85500.64">24213 7751 37775 0,'-7'1'3360'0,"-1"-1"-2688"0,-2 0-544 0,3 0-128 16,7 0 3600-16,0 0 688 0,0 0 144 0,0 0 32 0,0 0-3120 15,0 0-640-15,11-2-112 0,2-1-16 0,1 2-240 0,3 0-32 16,1-1-16-16,3 1 0 0,1-2-288 0,3 2 0 16,1 0 0-16,2-2 0 15,-1-1-464-15,3 2-160 0,3 0-16 0,0-1-16 16,3 1-2240-16,0 1-448 0</inkml:trace>
  <inkml:trace contextRef="#ctx0" brushRef="#br0" timeOffset="86038.39">25502 7249 6447 0,'0'0'576'16,"0"0"-576"-16,0 0 0 0,0 0 0 0,0 0 7936 0,0 0 1472 15,0 0 288-15,0 0 64 0,0 0-6016 0,0 0-1200 0,4 7-240 0,-1 5-64 16,0 6-768-16,-1-3-144 16,-2 4-48-16,-2 0 0 0,1 3-800 0,0-1-160 15,0-1-48-15,-1-2 0 0,1 0-272 0,1-1 0 16,0-1 0-16,1-2 0 16,1 1-1088-16,0-5-192 0,-2-10-16 0,0 0-16 15,0 0-1264-15,0 0-256 0,0 0-48 0,9-3-16656 0</inkml:trace>
  <inkml:trace contextRef="#ctx0" brushRef="#br0" timeOffset="86719.65">26040 6733 16575 0,'0'0'736'0,"0"-7"160"0,0 7-720 0,0 0-176 16,2-6 0-16,-2 6 0 0,0 0 6208 0,0 0 1200 16,0 0 240-16,2 13 48 0,0 4-4288 0,-1 5-848 15,0 3-192-15,-1 6-16 0,0 2-1200 0,2 3-256 16,-1 2-32-16,-1 1-16 0,0 0-432 0,1 2-96 16,2-5 0-16,1 1-16 0,0-7-176 0,0 0-128 15,2-2 192-15,-1 0-192 0,0-6 128 0,1-1-128 0,-1-4 0 0,0-3 0 16,0-2 0-16,-1-4 0 0,0-2 0 0,-4-6 0 15,5 5 0-15,2-2 0 0,-7-3 0 0,8-1 0 16,0-5 0-16,-1-1 0 16,4-5-128-16,-2-2 128 0,0-5-192 0,0-3 192 0,2-3-208 0,0-3 80 15,1-5 128-15,1-2-208 0,3-3 80 0,-1-1 128 16,2-1-208-16,0 2 80 0,2 1 128 0,-4 5-208 16,0 2 208-16,-2 6-176 0,-2 7 176 0,0 4-160 15,-5 5 160-15,-6 8 0 0,5 3 0 0,-1 7 0 0,-2 9 0 16,-2 4 0-16,-2 7 0 0,1 5 176 0,1 4 0 15,1 2 0-15,-1-2 0 0,2 1 0 16,-1 1-176-16,3-1 192 0,4-3-192 0,0-3 192 0,1-2-192 0,1-3 0 16,3-6 0-16,0-2 0 0,1-4 0 0,1-4 0 15,-1-4 0-15,2-1 0 0,-1-5 0 0,0-2 0 16,-2-4 0-16,-1-2 0 0,-1-4 0 0,0-1 0 16,0-3 0-16,0-2 0 0,-1-6 0 0,1 1 0 15,-2-4 0-15,0-1 128 0,-1-1-128 0,1-2 0 16,-1-2 0-16,0 0 0 0,-2 2 0 0,-1-2-176 15,1 2 48-15,-1 0 0 16,0 5-800-16,0-2-160 0,-2 1-16 0,-1 4-16 16,1 0-1440-16,-3 3-272 0,-1 1-64 0,-3 2-17456 0</inkml:trace>
  <inkml:trace contextRef="#ctx0" brushRef="#br0" timeOffset="86942.83">25864 6584 12895 0,'-6'-1'1152'0,"-1"-4"-928"0,0 1-224 0,1 1 0 15,6 3 6880-15,0 0 1328 0,0 0 272 0,0 0 48 16,8-6-5760-16,4-1-1152 0,2 2-224 0,3-1-48 16,3-1-688-16,5 1-128 0,1 0-16 0,5 0-16 15,2-3-336-15,3 1-160 0,3 0 160 0,2-1-160 0,3 4 0 0,1 1 0 16,1 1-176-16,-2 1 176 15,-1-5-3216-15,-2 3-528 0</inkml:trace>
  <inkml:trace contextRef="#ctx0" brushRef="#br0" timeOffset="87084.74">26709 6550 14735 0,'0'0'1312'0,"0"0"-1056"16,-1-3-256-16,1 3 0 0,0 0 6880 0,6-3 1312 15,1 0 272-15,2-1 48 0,3 1-5792 0,1-4-1168 16,1 2-224-16,3 0-48 0,1-2-688 0,3 2-128 15,1 1-16-15,2 0-16 16,1-1-1184-16,-2 2-224 0,-1 2-48 0,0 2-13632 0,-2 2-2704 16</inkml:trace>
  <inkml:trace contextRef="#ctx0" brushRef="#br0" timeOffset="87447.64">26960 7294 29487 0,'0'0'2624'0,"0"0"-2112"0,0 0-512 0,0 0 0 15,0 0 4144-15,7-2 720 0,1-2 128 0,1 2 48 16,0-5-2608-16,3 2-528 0,3-1-112 0,-1-1 0 16,0-1-1024-16,2-1-192 0,0 0-32 0,-1 2-16 15,-2 2-336-15,0 1-192 0,-1 2 192 0,-3-1-192 16,-1-1 144-16,-8 4-144 0,0 0 0 0,0 0 144 0,0 0 0 0,-4 11 0 15,-4 2 0-15,-2 2 0 0,-5 0 16 0,0 2 0 16,-2 1 0-16,-1 0 0 0,-1 2-160 0,2-1 0 16,0-1 0-16,2-1 0 0,2 0 128 0,1-4 0 15,3 0 0-15,4-1 0 0,2 0-128 0,3-3 0 16,3-1 0-16,2-2-176 0,3 1 176 0,2-5 0 16,3 2 0-16,2-4 0 0,1 0 0 0,3 0 0 15,0-5 0-15,1 4 0 0,-1-4 0 0,2-1 0 16,0 1-144-16,1 0 144 15,-1-2-576-15,0 1-32 0,0-2-16 0,0 0-16064 16,-3-2-3216-16</inkml:trace>
  <inkml:trace contextRef="#ctx0" brushRef="#br0" timeOffset="87885.7">27933 6763 28559 0,'0'0'2544'0,"0"0"-2032"16,-2-4-512-16,2 4 0 0,-4-4 4416 0,4 4 800 15,-7 1 160-15,2 2 16 0,4 5-3584 0,-2 4-720 16,2 2-128-16,-2 4-48 0,2-1 160 0,0 4 16 15,1 4 16-15,0 2 0 0,1 3-592 0,0-2-112 16,1 0-16-16,0 2-16 0,1 0-368 0,-1-1 0 16,2-2-160-16,2-2 160 15,-2 4-576-15,-1-7-16 0,0-4 0 0,1-2 0 16,-3-2-1328-16,1-5-256 0,-2-2-48 0,0-7-12464 16,0 0-2496-16</inkml:trace>
  <inkml:trace contextRef="#ctx0" brushRef="#br0" timeOffset="88028.74">27807 7056 4607 0,'0'0'400'0,"0"0"-400"16,0 0 0-16,0 0 0 0,4-6 9216 0,0-2 1744 0,1 0 368 0,3 0 64 16,2 6-8336-16,3-2-1664 0,2-1-336 0,0 1-64 15,4-3 0-15,0-1 0 0,2 2 0 0,1 1 0 16,3 1-704-16,0 1-144 0,-1 0-16 0,1 2-128 31,1-4-944-31,2 0-288 0,0 2-64 0,1 1-21024 0</inkml:trace>
  <inkml:trace contextRef="#ctx0" brushRef="#br0" timeOffset="88658.97">28456 7123 48095 0,'0'0'2128'0,"-6"-2"432"0,1 0-2048 0,5 2-512 15,0 0 0-15,0 0 0 0,-2-5 928 0,2 5 80 16,0 0 16-16,4-6 0 0,3 3-32 0,0-1 0 16,3 0 0-16,0 0 0 0,2 1-512 0,2 1-96 15,2-1-32-15,-1 2 0 0,1-3-352 0,0 1 0 16,-2 2 0-16,0 0 0 0,-2-1 176 0,0 1-48 16,-2 4 0-16,-1-3 0 0,0-2-128 0,-1 1 0 15,-8 1 0-15,0 0 0 0,8-1 0 0,-8 1 0 0,0 0 0 0,0 0 0 16,0 0 0-16,0 0 0 15,0 0 0-15,0 0 0 0,0 0 128 0,0 0 0 16,0 0 0-16,0 0 0 0,0 0-128 0,0 0 0 0,0 0 0 0,0 0 0 16,0 6 0-16,-2 2 0 0,-2-1 0 0,-2-1 128 15,1-1-128-15,-1 2 128 0,-3-1-128 0,-2 5 128 16,-1-5-128-16,1 3 0 0,-2 0 144 0,0 1-144 16,0-4 128-16,0 1-128 0,1 0 128 0,0 0-128 15,0-1 0-15,2 1 144 0,1 0-144 0,2-1 0 0,2-1 128 16,5-5-128-16,-5 3 0 0,5-3 0 0,0 0 128 15,0 0-128-15,1 6 0 0,2 1 0 0,2 1 0 16,0-4 0-16,-5-4 0 0,9 5 0 0,2 0 0 0,0 2 0 16,4-2 0-16,0 0 0 0,1 0 0 15,1-2 0-15,0 1 0 0,0 0 0 16,0 1 0-16,0 0 0 0,-2 0 0 0,1 1 0 0,-2 0 0 0,-1 2 0 16,-2-3 0-16,-2 2 0 0,-1 0 0 0,-3 3 0 15,-1-3 0-15,-3 1 0 0,-2 0 0 0,-2 1 160 16,-2 0-160-16,-1-2 128 0,-2 1-128 0,-1-1 0 15,-2 1 0-15,-2-1 0 0,-1-1 0 0,-3 1 0 16,-1-1 0-16,-2-2 0 0,-2 1 0 0,-2-1 0 16,1 0 0-16,-2-1 0 0,-2-2 0 0,-1 2 0 15,0-3 0-15,0 0 0 16,0-3-448-16,3 1-160 0,4-4-32 0,3 2-16 16,2-1-1152-16,6 1-240 0,2-5-32 0,7 0-16 15,5-1-2720-15,5-2-560 0</inkml:trace>
  <inkml:trace contextRef="#ctx0" brushRef="#br0" timeOffset="89170">29025 6767 22111 0,'0'0'1968'0,"-3"-5"-1584"0,-1-1-384 0,4 6 0 15,-2-6 5056-15,2 6 912 0,0 0 192 0,0 0 48 16,0 0-3408-16,0 0-688 0,0 0-128 15,-3 12-16-15,2 2-576 0,-1 6-112 0,2 2-32 0,0 2 0 0,2 5-608 0,2 2-128 16,-1 5-32-16,4-6 0 0,-1 0-256 0,2-2-48 16,3 1-16-16,-1 0 0 0,1-5-160 0,0 1 0 15,1-5 0-15,0-1 128 0,-2-4-128 0,2-2 0 16,-3-5 0-16,0-1 0 0,-1-3 0 0,0-1 0 16,-2-3 0-16,1-3 0 0,-2-2 0 0,0-3 0 15,1-2-144-15,0-2 144 0,-2-1 0 0,0-4-128 16,0-4 128-16,1-2 0 0,0-3-144 0,0-2 144 15,1-3 0-15,-1-2-144 0,1 0 144 0,1-3-160 16,-1 1 160-16,1 0-160 0,1 4 160 0,-2 1 0 16,1 6 0-16,-2 5 0 0,0 2 0 0,-1 5 0 15,-1 3 0-15,-3 9 0 0,0 0 0 0,0 0 0 0,0 13 128 16,1 5-128-16,-1 4 160 0,1 4-32 16,1 2-128-16,2 2 192 0,-1-2-64 0,4 4-128 15,2-1 176-15,3-1-176 0,2-3 128 0,1-2-128 16,0-3 0-16,2-2 0 0,1-2 0 0,1-2 0 0,-1-3 0 0,0-3 0 15,0-3 128-15,1-3-128 16,-1-2 0-16,0-2 0 0,-1 0 128 0,0-5-128 16,-3-2 0-16,1-3 0 0,-2-3 128 0,0-1-128 0,-1-6 0 15,-2 1 144-15,-1-2-144 0,-1-3 0 0,-2-1 0 0,1-2 0 16,-2-2 0-16,-1 2 0 0,1 0 0 0,-2-3-160 16,-2 0-448-1,-1 1-96-15,-1 2 0 0,-2-1-16 16,-2 3-1600-16,-3 3-320 0,-1 1-64 0</inkml:trace>
  <inkml:trace contextRef="#ctx0" brushRef="#br0" timeOffset="89368.81">28666 6404 46879 0,'0'0'2080'0,"0"0"416"0,0-6-1984 0,0 6-512 16,7-7 0-16,2 3 0 0,1-2 368 0,3 2-32 15,3 1 0-15,3 1 0 0,5 1 112 0,3-1 32 16,5 1 0-16,1 1 0 0,4-1-480 0,1 1 0 16,0 0 0-16,1 0 0 15,1 0-1760-15,-1 0-352 0,-2 0-64 0,-3 0-11232 16,-4 1-2256-16</inkml:trace>
  <inkml:trace contextRef="#ctx0" brushRef="#br0" timeOffset="89535.79">29583 6408 32015 0,'15'3'1408'0,"-4"-3"320"0,3 0-1392 0,3-1-336 0,0-1 0 0,1 1 0 16,2 1 2784-16,1-3 480 0,-2 0 112 0,2-1 16 15,0-2-1408-15,1 2-288 0,-1-2-48 0,0 1-16 16,0 0-1312-16,-2 1-320 0,-2 1 0 0,-1 2 0 31,-2-1-2016-31,-1 1-480 0,-4 2-80 0,-1 2-17088 0</inkml:trace>
  <inkml:trace contextRef="#ctx0" brushRef="#br0" timeOffset="89754.61">30077 6986 23951 0,'0'0'2128'0,"0"0"-1696"0,2 9-432 0,4 0 0 0,1-1 5952 0,1 5 1120 16,-1 3 224-16,-1-1 32 0,2 2-4592 0,-1 2-928 15,-3 1-176-15,-1 3-32 0,3-1-848 0,-4 1-176 16,-2 3-16-16,2-4-16 0,1 2-352 0,-1 1-64 16,-4 1 0-16,1-4-128 0,0-3 0 0,0 0 0 15,1-1 0-15,-2-2-144 16,-3-3-1696-16,0-3-336 0,1-1-64 0,-1-2-21360 0</inkml:trace>
  <inkml:trace contextRef="#ctx0" brushRef="#br0" timeOffset="90440.71">25614 7949 32255 0,'0'0'2864'0,"0"0"-2288"15,0 0-576-15,12 0 0 0,1-1 3408 0,1 0 576 16,3-1 112-16,5 0 32 0,6-1-2816 0,3 1-560 16,2-1-112-16,4 2-32 0,5-1 704 0,4 2 144 15,1 0 16-15,-9 0 16 0,7 0-848 0,11 0-160 16,8-1-32-16,8 1-16 0,5-1-112 0,5-1-32 0,5 1 0 16,8-1 0-16,7 0-64 0,6 1-16 15,6-2 0-15,6 1 0 0,6-3-208 0,4-1 0 16,5 2 0-16,3 1-160 0,5-1 160 0,5 2 0 0,2 0 0 0,-2 0 0 15,0 2 0-15,-2 2 0 16,1-1 0-16,-6 3 0 0,-8-1 0 0,-32-1 0 16,4 2 0-16,-5 0-128 0,-5-1 0 0,-4 0 0 0,-3 1 0 15,-5 0 0-15,-5 1-160 0,14 1-32 0,-11-1 0 0,-11 1 0 16,-7-2 128-16,-9 2 32 0,-5 0 0 16,-5-2 0-16,-4 0 160 0,-6 0 0 0,-6 0 0 0,-5 0 0 15,-2-2 0-15,-5 1 0 0,-6-3 0 0,0 2 0 16,1-2 224-16,-3 2-32 0,-8-2 0 0,0 0 0 15,0 0-16-15,0 0-16 0,0 0 0 0,0 0 0 16,0 0-32-16,0 0-128 0,0 0 192 0,0 0-64 16,0 0-128-16,0 0 0 0,0 0 0 0,0 0 0 0,0 0 0 0,0 0 0 15,0 0 0-15,0 0 0 0,0 0 0 16,0 0 0-16,0 0 0 0,0 0 0 0,0 0 0 0,-3 6 0 16,3-6-144-16,0 0 144 0,0 0-160 0,0 0 32 15,0 0 0-15,0 0 0 16,-4 5-656-16,4-5-128 0,0 0-32 0,0 0 0 15,0 0-1904-15,0 0-384 0</inkml:trace>
  <inkml:trace contextRef="#ctx0" brushRef="#br0" timeOffset="93327.11">26797 8880 21183 0,'14'-2'1888'0,"-14"2"-1504"15,0 0-384-15,0 0 0 0,0 0 6784 0,0 0 1280 16,0 0 256-16,0 0 48 0,5 5-6640 0,0 3-1312 16,1 2-272-16,-4 3-144 0,-3 4 768 0,1 1 64 15,1 1 16-15,1 0 0 0,-1 1-672 0,0-2-176 16,0 0 0-16,2-1 0 15,1-1-816-15,0-1-192 0,0 1-32 0,1-3-16 16,1-1-1920-16,1-4-384 0,-7-8-80 0,10 1-15728 0</inkml:trace>
  <inkml:trace contextRef="#ctx0" brushRef="#br0" timeOffset="93771.08">27798 8639 24879 0,'-3'-5'2208'0,"-1"-2"-1760"0,0-1-448 0,-1 2 0 0,0 1 4528 0,0 1 816 16,-2 0 160-16,-1 3 48 0,-1 1-3136 0,-2 4-624 15,-4 2-128-15,0 4-32 0,-4 2-480 0,1 4-112 16,-3 1-16-16,-1 5 0 0,-1 5-384 0,-2 3-96 15,-1 2-16-15,0 1 0 0,0 1-96 0,1 0-32 16,0 0 0-16,4-1 0 0,6-2-208 0,3 2-64 16,5-3 0-16,6 0 0 0,5-4-128 0,5-3 0 15,5-1 0-15,5-5 0 0,0-1-128 0,5-4 128 16,2-3-160-16,4-3 160 0,1 1-208 0,4-7 48 0,3-4 16 0,2-4 0 16,3-4 144-16,3-1 0 15,0-6 0-15,-1 2 0 16,0-4-736-16,-4-1-64 0,-3-4-16 0,-4 0 0 0,-5-4 352 0,-4 0 64 0,-3-3 16 15,-5-1 0-15,-4-1 384 0,-4 2-128 0,-4 1 128 16,-4-1 0-16,-3 1 144 0,-5-1 112 0,-3 2 32 0,-5 2 0 16,-4 4-16-16,-6 2 0 0,-5 3 0 0,-2 1 0 15,-5 3-272-15,-1 3 0 0,0 1 0 0,1 4 0 16,-1 5-976 0,1 1-208-16,2 5-32 0,3 2-16 0,0 4-2320 0,5 3-464 15</inkml:trace>
  <inkml:trace contextRef="#ctx0" brushRef="#br0" timeOffset="93995.87">27785 8930 3679 0,'0'0'160'15,"0"0"32"-15,0 0-192 0,8 2 0 0,-2 2 0 0,2 0 0 0,1 3 11168 0,-1 2 2192 16,0 4 432-16,0 1 96 0,-1 2-10224 0,0 3-2032 15,-1 4-416-15,2 0-64 0,-1 2-768 0,1 0-128 16,-1-1-48-16,1 0 0 0,0-5-208 0,0 1 0 16,-2-3 0-16,2 0 0 15,0-4-448-15,0 0-144 0,0-4-32 0,2 0 0 16,2-2-2048-16,1-2-400 0,0-4-96 0</inkml:trace>
  <inkml:trace contextRef="#ctx0" brushRef="#br0" timeOffset="94396.97">28285 9052 27759 0,'0'0'1216'0,"0"0"272"0,-2-4-1184 0,2 4-304 0,0 0 0 0,0 0 0 16,0 0 704-16,5-5 96 0,2 1 16 0,0 2 0 15,3 0 1952-15,0 1 400 0,0 0 80 0,2 1 16 16,1 0-1472-16,0 1-272 0,2-1-64 0,0 0-16 0,1 0 128 15,1 1 32-15,0 1 0 0,-2-1 0 0,1 0-752 0,-2-1-144 16,-1 2-16-16,0-1-16 0,-2 3-320 0,-2-3-64 16,-1 2-16-16,-8-3 0 0,5 5-80 0,-1 1 0 15,-4-6-16-15,-1 12 0 0,-3 1 80 0,-3 3 32 16,-1-2 0-16,-2 2 0 0,-4-1-112 0,-2 0-32 16,-2 0 0-16,-1 0 0 0,3-2-96 0,-1 0-48 15,1-3 0-15,3 3 0 0,2-4 0 0,4 2 0 16,0-2 0-16,3-1 0 0,4-8 0 0,0 0 0 15,4 8 0-15,4-2 0 0,4 1 0 0,3-3 0 16,5-2 0-16,2-2 0 0,1 0 0 0,2 0 0 16,0-1 0-16,0-2 0 0,0 1 0 0,-2 0 0 15,-1-3 0-15,0 4 0 0,-2-4 0 0,-1 3 0 16,1-2 0-16,0 3 0 16,-2 0-1024-16,-1 1-208 0,0-3-48 0,-4 2-23648 0</inkml:trace>
  <inkml:trace contextRef="#ctx0" brushRef="#br0" timeOffset="103544.65">19277 11132 28559 0,'0'0'2544'0,"0"0"-2032"0,0 0-512 0,0 0 0 0,0 0 4832 0,0 0 864 16,0 0 192-16,0 0 16 0,0 0-4064 0,10 1-816 16,-1-1-176-16,2 1-16 0,-1 2 0 0,3-2 0 15,2 1 0-15,2-2 0 0,1 0-640 0,1 1-192 16,2-2 0-16,0-1 0 0,0 2 0 0,1-1 0 16,0 1 0-16,0 0-144 15,1 0-1152-15,-3 0-240 0,-1 0-32 0,-2 0-16 16,-3 0-2208-16,-2 1-448 0</inkml:trace>
  <inkml:trace contextRef="#ctx0" brushRef="#br0" timeOffset="103724.86">19325 11297 28559 0,'-10'11'2544'0,"4"-7"-2032"0,-1-2-512 0,0 1 0 16,0-1 4688-16,7-2 848 16,0 0 160-16,0 0 48 0,0 0-4032 0,0 0-816 0,0 0-144 0,10 2-48 15,0 0 368-15,3 1 64 0,3-6 16 0,5 3 0 16,-1 0-784-16,4-1-160 0,-1-2-16 0,3 3-16 15,1-2-176-15,1-1 0 0,2 1 0 0,1 0 128 16,2-2-128-16,-2 1 0 0,2-1 0 0,0 1 0 16,-1-2-2096-16,2 0-288 15,4-3-64-15</inkml:trace>
  <inkml:trace contextRef="#ctx0" brushRef="#br0" timeOffset="104726.96">21454 10941 35935 0,'0'0'1600'0,"0"0"320"0,0 0-1536 0,0 0-384 16,0 0 0-16,-5-2 0 0,-4 0 3008 0,1 1 512 15,0 0 128-15,-1 1 0 0,-2 2-1968 0,-2 2-400 0,-1-2-64 0,0 3-32 16,-2 1-544-16,0 1-96 0,1-1-32 0,-1 2 0 16,2 1-304-16,1 1-64 0,0-3-16 0,2 2 0 15,2 2 16-15,3-5 0 0,2 2 0 0,1-1 0 16,3-7-144-16,3 9 0 0,2-3 0 0,4 1 128 0,4-1-128 0,3 2 0 15,2-1 144-15,4-2-144 0,2-1 192 0,2 0-16 16,2-2-16-16,2 2 0 0,0 0-160 16,0 1 128-16,-1 1-128 0,0-1 128 0,-2 1-128 15,-2 1 0-15,-3 1 0 0,-2 0 128 0,-3 1-128 0,-3 0 0 16,-4 1 0-16,-2 2 128 0,-4 1-128 0,-3 0 0 16,-2 1 144-16,-4 2-144 0,-4-2 160 0,-6 2-32 15,-3-2-128-15,-4 1 192 0,-4 0-192 0,-3 0 144 16,-2-5-144-16,-3 2 128 0,-1 0-128 0,1-3 0 15,-1-1 0-15,1-2 0 16,0-1-384-16,1 1-128 0,1-5 0 0,2-1-16 16,2-1-1840-16,4-5-352 0,1 1-80 0,4-7-16 0</inkml:trace>
  <inkml:trace contextRef="#ctx0" brushRef="#br0" timeOffset="105260.47">21308 10971 34095 0,'0'0'3024'0,"8"-6"-2416"16,-2 1-480-16,5-3-128 0,2 1 4160 0,2 1 800 15,4-1 160-15,0 1 48 0,1-2-3440 0,1 3-704 16,1 1-128-16,1 0-16 0,3 0-384 0,0 1-80 16,0 1-16-16,1 0 0 0,-3 1-272 0,2 1-128 0,0 0 0 0,2 0 128 15,2 3-128-15,0 1 0 0,1-2 0 16,2 2 0-16,1 0 0 0,2-1-176 0,3-1 48 0,2 0 0 31,0-2-240-31,0-2-32 0,-3 1-16 0,1-2 0 16,-3-1-112-16,1 2-32 0,-2-5 0 0,-1 3 0 0,-2 2 352 0,-2-1 64 0,-4 1 16 0,-3 0 0 15,-5 2 128-15,-2-2 0 0,-3 0 0 0,-4 2 0 0,-9 0 352 16,0 0 0-16,0 0 0 0,0 0 0 0,0 0 224 16,-7 4 64-16,-3 0 0 0,-3 1 0 0,-3 3-256 0,-1 0-32 15,-1 0-16-15,-2 0 0 0,-1 1-80 0,1 0-32 16,0 1 0-16,0 1 0 0,2-1-224 0,1 1 144 16,2 0-144-16,2 0 128 0,0-1-128 15,1-1 0-15,3 1 0 0,1-1 112 0,1-1-112 16,3-1 0-16,3 1 0 0,1-1-160 0,3-1 160 0,-3-6 0 15,0 0 0-15,10 5 0 0,3-2 0 0,2 1 0 16,0-4 0-16,5 0 0 0,1 0 0 16,1-4 0-16,1 1 0 0,2-1-192 0,1 2 192 0,-2 2 0 15,-2-5 0-15,-1 3-128 0,-3 2 128 0,-3 2 0 16,0 0 0-16,-3 2 0 0,-3 4 0 0,-3 2 128 16,-2 0-128-16,-3 4 128 0,-2 3-128 0,-3 4 0 15,-4 1 128-15,-1 4-32 0,-1 1-96 0,-3 2 0 16,-2-2 0-16,1 1 0 0,-2-2 0 0,2-1 0 15,0-1 0-15,2 1 0 0,0-4 0 0,1-1 0 16,-1-2 0-16,1-3 0 0,4 0 0 0,0-2 0 0,1-3 0 0,0-1 0 31,6-9-368-31,0 0-64 0,0 0-16 0,0 0 0 16,8 0-1216-16,4-4-256 0,2-3-64 0,4-2 0 16,3-6-2240-16,4 0-464 0</inkml:trace>
  <inkml:trace contextRef="#ctx0" brushRef="#br0" timeOffset="105581.91">22914 11063 42047 0,'0'0'1856'16,"0"0"384"-16,0 0-1792 0,0 0-448 0,5-4 0 0,-5 4 0 0,0 0 2416 0,0 0 384 16,0 0 80-16,0 0 0 0,-6 6-1152 15,-2 2-224-15,-1 2-48 0,-3 4-16 0,-1 1-864 0,-1 3-160 16,-3 3-32-16,-1 3-16 0,-1 1-272 0,2 1-96 16,2 1 0-16,0-2 0 0,2 0 0 0,3-2 0 15,2-2 0-15,3-2 0 0,2 0 0 0,3-1 0 16,0-2 0-16,5-2 0 0,3-2 0 0,3-3 0 15,0 0 0-15,6-3 0 0,3-2 0 0,2-2 0 16,0-2 0-16,2-3 0 0,2-1-128 0,0-2-32 16,0-4 0-16,0 1 0 0,0-2-64 0,-1-2-16 15,0 0 0-15,-3-4 0 0,-4-3 112 0,-2 2 128 16,-3-3-208-16,-3 1 80 0,-3 1 0 0,-3-1 0 16,-4-1 0-16,-2 2 0 0,-3-1 128 0,-3 1 0 15,-1 0 0-15,-4 1 0 0,-5 3 0 0,-2 0-160 16,-1 1 160-16,1 3-208 15,0 0-720-15,1 3-144 0,0 0-16 0,4 3-16 16,2 1-1104-16,2 1-224 0,3 2-32 0,3 1-11552 16,5 0-2320-16</inkml:trace>
  <inkml:trace contextRef="#ctx0" brushRef="#br0" timeOffset="105962.65">23584 11044 43775 0,'0'0'1936'0,"0"0"400"0,7-4-1872 0,-3-1-464 0,-4 5 0 0,1-5 0 0,-1 5 1984 16,0-6 288-16,0 6 64 0,-5-7 16 0,-3 4-704 0,0-2-144 16,-1 1-32-16,-3 2 0 0,-1 0-896 0,-1 2-176 15,-2 2-32-15,1 0-16 0,-1 1-352 0,-1 3 144 16,0 1-144-16,1-2 144 0,2 3-144 0,2 0 0 16,-2 1 0-16,4 0 0 0,2 0 0 0,1 0 0 15,1 0 0-15,3 2 0 0,6-1 0 0,1 1 0 16,2 0 0-16,3-1 0 0,2 1 0 0,3 2 0 15,4-1 0-15,3 0 0 0,1 0 0 0,3 1 0 16,2 0 0-16,1-2 0 0,1 2 0 0,-1-1 0 16,0 0 0-16,-1 0 0 0,-1-2 0 0,-3 0 0 15,-2 1 0-15,-2-1 0 0,-4 1 0 0,-2-2 0 16,-2 0 0-16,-3-1 0 0,-2 1 0 0,-2 0 0 16,-4-1 0-16,-1 1 0 0,-2-2 0 0,-3 2 0 15,-5 0 0-15,-2 0 0 0,-1-3 0 0,-5 0 0 16,-1-1 0-16,-4-3 0 15,-3 0-544-15,-3-2-96 0,-3-3-32 0,-1 1 0 16,-1-2-2368-16,0-2-480 0,-36-9-80 0,26 3-32 16</inkml:trace>
  <inkml:trace contextRef="#ctx0" brushRef="#br0" timeOffset="106368.52">23426 11201 16575 0,'16'-1'736'0,"-16"1"160"0,9-4-720 0,3-2-176 0,2 1 0 0,6 0 0 15,2-2 7920-15,3 1 1552 0,0-1 304 0,1 1 64 16,0 1-6832-16,2-1-1344 0,2 0-288 0,0 1-48 15,0 0-624-15,2-1-112 0,-1 1-16 0,2-1-16 16,-1 0-416-16,1 0-144 0,1 2 0 0,-3-3 144 0,-1 2-96 16,-3 0-48-16,-2 1 0 0,-4 3 0 15,-2-1 0-15,-2 2 0 0,-1-1 0 0,-2 2 0 16,-3 3 0-16,-3 0 0 0,-8-4 0 0,0 0 0 0,1 11 0 0,-2 2 0 16,-5 2 0-16,-1 2 0 15,-4 2 0-15,-1 3 0 0,-2 0 0 0,0 0 0 0,-2 0 0 0,0 0 0 16,2-1 0-16,1 0 0 0,0 0 0 0,3-3 0 15,1 2 0-15,2-2 0 0,2-1 0 0,3-1 0 16,2-1 0-16,4 0 0 0,3-4 0 0,2 0 0 16,1-2 0-16,5 0 0 0,2-5 0 0,2-1 0 15,3-3 0-15,3 0 0 0,0-3 0 0,0-1 0 16,-2-1 0-16,3-2 0 0,-1-2 0 0,-3-1 0 16,-3-2 0-16,-3 0 0 0,-1-1 0 0,-2 2 0 0,-3-4 0 15,-1 1 0-15,-2-1 0 0,-3 0 0 16,-3 0 0-16,-2-1 0 0,-3-1 0 0,0-2 0 15,-1 1 0-15,-3 0 0 0,-2 0-224 0,-3 2 64 16,-2-2 16-16,1 3 0 16,-3 1-496-16,1 2-112 0,2 2-16 0,-2 2 0 15,1 2-928-15,-1 3-192 0,2 3-32 0,1 0-13392 16,1 3-2672-16</inkml:trace>
  <inkml:trace contextRef="#ctx0" brushRef="#br0" timeOffset="106549.69">24578 11394 43311 0,'0'0'3840'0,"0"0"-3072"0,0 0-608 0,0 0-160 0,2 6 3088 0,1 0 592 15,-2 0 112-15,2-2 32 0,-1 1-2656 0,-2-5-528 16,2 5-96-16,-2-5-32 0,1 6-512 0,0-1 0 16,-1-5 0-16,0 0 0 0,0 0 128 0,0 0-128 15,0 0 0-15,0 0 80 16,0 0-1264-16,0 0-224 0,0 0-64 0</inkml:trace>
  <inkml:trace contextRef="#ctx0" brushRef="#br0" timeOffset="107083.02">25449 11097 48031 0,'0'0'2128'0,"0"0"432"0,1-7-2048 0,-1 2-512 0,-3 1 0 0,1-3 0 16,0 3 976-16,0 1 96 0,2 3 16 0,-5-3 0 16,-2 0 48-16,-1 1 16 0,-1 0 0 0,0 4 0 15,0-1-704-15,-2 2-128 0,0-2-16 0,-1 2-16 0,0 0-48 0,0 4-16 16,2-2 0-16,1 0 0 0,1 2-96 0,2-3-128 16,0 1 176-16,2 2-176 0,2 0 128 0,3 1-128 15,3 0 0-15,4 1 0 0,0 2 128 0,5 0-128 16,2 1 0-16,5 1 0 0,2 3 0 0,3-1 0 15,2 0 0-15,3 0 0 0,3 2 0 0,3 0 0 16,0 2 0-16,-1-3 0 0,-1 0 0 0,-3 1 0 16,-2 0 0-16,-3-3 0 0,-3 2 0 0,-3 0 0 15,-6-2 128-15,-4 0-128 0,-2-1 0 0,-4 0 160 16,-3-1-160-16,-2 0 128 0,-5-2-128 0,-6 2 0 16,-4-3 144-16,-2-1-48 0,-3-2-96 0,0 0 0 15,-1-4 0-15,0 1 0 0,0 0 0 0,-2-3 0 16,0-3 0-16,-1-1 0 15,1-3-496-15,2 2-80 0,0-3-32 0,1-1 0 16,2 0-2080-16,0-3-432 0,1-2-80 0</inkml:trace>
  <inkml:trace contextRef="#ctx0" brushRef="#br0" timeOffset="107268.75">25400 11051 36863 0,'0'0'3264'0,"0"0"-2608"0,9-3-528 0,4 1-128 16,3-2 3280-16,4 1 624 0,3 1 128 0,3 0 32 15,0 2-2224-15,3 0-448 0,1 0-96 0,3 2-16 16,2-1-416-16,1-1-96 0,-1 0 0 0,1 1-16 16,0 4-560-16,-1-2-192 0,-1 1 0 0,0-1 144 0,-1 0-96 15,-1 1-48-15,0 2 0 0,-8-1 0 16,2-1-368-16,-1 1-64 16,0 1-16-16,-2-2-16752 0,0 0-3344 0</inkml:trace>
  <inkml:trace contextRef="#ctx0" brushRef="#br0" timeOffset="107878.46">20816 12169 41471 0,'0'0'3680'0,"0"0"-2944"0,-5-3-592 0,1-3-144 16,4 6 1952-16,-1-6 352 0,2-1 80 0,5 1 16 0,0-1-2080 15,3 1-320-15,2-1-240 0,0 3 48 16,8-2 1152-16,1 3 224 0,4-2 48 0,5 4 16 16,5-3-416-16,3 2-96 0,5 1-16 0,4 1 0 15,3 1-448-15,5 1-80 0,2-4-32 0,6 1 0 0,6 0-160 0,8 0 0 16,6 2 144-16,13-2-144 0,16-2 0 15,9-2 144-15,6 2-144 0,28-1 0 0,8-1 192 0,9 1-64 16,5 1 0-16,5 0-128 0,4-3 0 16,7 2 0-16,7 2 0 0,6-1 0 0,-62 1 0 0,15 2 0 15,10 0 0-15,7 1 0 0,2 0 0 16,6 2 0-16,3-1 0 0,3 4 0 0,1 0 0 0,-6 1 0 16,-8-1 0-16,-2 2 0 0,-2 0 0 0,-9 0 0 15,-11 1 0-15,-6 1 0 0,-4-1 0 0,-13 2 0 16,-11-1 0-16,-13 1 0 0,-10-2 0 0,-10 1 0 15,-9-1 0-15,-10-1 0 0,-8 0 160 0,-9-1-160 16,-7-2 128-16,-8-1-128 0,-7 1 0 0,2 0 0 16,-7 0 0-16,-5-3 0 0,-5 0 0 0,-3-1 0 15,-1 1-192-15,-8-2 192 16,0 0-1488-16,0 0-176 0,0 0-48 0,0 0-22208 0</inkml:trace>
  <inkml:trace contextRef="#ctx0" brushRef="#br0" timeOffset="109239.3">21856 12711 48207 0,'0'0'2128'0,"0"0"448"0,-8-3-2064 0,0 0-512 0,-1 1 0 0,0 0 0 15,-1 0 736-15,0 2 32 16,-2 0 16-16,-1 2 0 0,-1 0 432 0,0 3 64 0,-2-2 32 0,2 2 0 16,-2 1-864-16,2 3-160 0,-2-2-32 0,2 2-16 15,1 0-96-15,1 3-16 0,1-4 0 0,2 3 0 16,3 0-128-16,-1-1 0 0,5 1 0 0,0-1 128 15,4 1-128-15,2-1 0 0,2 0 144 0,5-3-144 16,0 3 128-16,4 0-128 0,0-3 160 0,5 0-160 16,3-1 192-16,3 2-64 0,2 0-128 0,-1 2 192 15,2-3-64-15,-1-2 0 0,1 3-128 0,0 0 192 16,0 1-192-16,-3-3 0 0,-3 1 0 0,-2 1 0 16,-3 1 0-16,-1 0 0 0,-1-1 0 0,-3 0 0 15,-3 0 128-15,-3-1-128 0,-3 0 0 0,-3-1 0 0,-1 1 128 16,-3-1-128-16,-2 2 0 0,-3-1 0 0,-2-1 0 0,-4 0 128 15,-5 0-128-15,-3-2 0 0,-1 0 0 0,-3 0 128 16,-2 0-128-16,-2 0 128 16,0 0-480-16,-2-4-64 0,-2 1-16 0,1-2 0 15,2-2-1040-15,1-1-224 0,1-1-32 0,2-4-22064 16</inkml:trace>
  <inkml:trace contextRef="#ctx0" brushRef="#br0" timeOffset="109435.61">21687 12735 51423 0,'0'0'2288'0,"11"-1"464"0,-1-2-2208 0,5-2-544 16,1 1 0-16,5 0 0 0,2 0 1056 0,1 1 96 15,1 0 32-15,1-1 0 0,3 1-224 0,1-2-32 0,1 1-16 0,0 2 0 16,1 0-720-16,-2 2-144 16,0 0-48-16,0 0 0 0,0 0 0 0,-2 0 0 0,1-2 0 0,0 0 0 15,-2 1 0-15,0 1 0 0,-1-1 0 0,-1 1 0 31,-1-1-1552-31,-2-1-304 0,-1 1-64 0</inkml:trace>
  <inkml:trace contextRef="#ctx0" brushRef="#br0" timeOffset="111411.69">22676 12884 28559 0,'0'0'2544'0,"-6"-5"-2032"15,1-2-512-15,-1 2 0 0,-1 1 3872 0,1 3 672 16,-2-1 144-16,-3 2 32 0,1 3-2400 0,-3 0-464 15,-3 2-112-15,-1 3-16 0,-1 1-512 0,-2 4-128 16,0 1 0-16,-3 4-16 0,1-2-464 0,0 5-96 16,0 1 0-16,1 0-16 0,3-1-176 0,2 1-16 15,3 2-16-15,4-3 0 0,2 0-288 0,5-5 128 16,3 4-128-16,3-6 0 0,4-1 0 0,4-1 0 16,5-1 0-16,3-5 0 0,4-3 0 0,3-2 0 15,3-1-192-15,3-3 192 0,-1-1-192 0,2-2 48 16,-1-3 16-16,0-2 0 0,-2 1-112 0,-2-3-16 15,-2 0 0-15,-1-1 0 0,-3-5 64 0,-3 2 16 16,-2-1 0-16,-3 0 0 0,-4 0 176 0,-3 1-192 16,-4 1 192-16,-3-1-192 0,-2 1 192 0,-4 2 0 15,-3 0 0-15,-1-1 0 0,-3 1 0 0,-2 1 0 16,1 3 0-16,-2 0-128 0,0 0-80 0,-1 1-16 0,-3 0 0 0,2 2 0 16,0 3-1200-1,1 2-240-15,0 0-64 0,3-1 0 0,3 3-2416 16,3 1-480-16</inkml:trace>
  <inkml:trace contextRef="#ctx0" brushRef="#br0" timeOffset="113040.1">23391 12943 8287 0,'0'0'736'0,"0"0"-592"0,0 0-144 0,0 0 0 16,-5 3 3968-16,5-3 752 0,-4 3 144 0,-1-2 48 16,1 2-1520-16,0 0-320 0,4-3-48 0,0 0-16 15,-5 1-96-15,0 2-32 0,5-3 0 0,0 0 0 0,-7 1-848 0,7-1-176 16,0 0-48-16,0 0 0 0,0 0-656 0,0 0-128 16,0 0-16-16,0 0-16 0,0 0-496 0,0 0-112 15,0 0 0-15,11-3-16 0,-2-2-240 0,2 1-128 16,4 0 160-16,0-1-160 0,2-2 0 0,2 2 128 15,-1 0-128-15,0 0 0 0,0 0 0 0,-1 1 0 16,-1 0 0-16,0 0 0 0,-2 1 0 0,0 2 0 16,-1 1 0-16,-1 0 0 0,-4 0 0 0,-8 0 0 15,0 0 0-15,0 0 0 0,0 0 0 0,0 0 0 16,0 0 0-16,0 0 0 0,-1 8 0 0,-2-2 0 16,-2 2 0-16,-2 0 0 0,-2-2 0 0,-3 2 0 15,2-1 0-15,0-1 0 0,-1 0 0 0,-1 0 0 16,2 1 0-16,0-1 0 0,-2 1 0 0,1-1 0 15,1 2 0-15,1-2 0 0,1 1 0 0,1 1 0 16,1-2 0-16,1 1 0 0,1-1 0 0,4-6 0 16,-3 6 0-16,5 0 128 0,-2-6-128 0,3 7 0 15,3-2 0-15,1-1 0 0,3 0 0 0,3-2 0 16,0 1 0-16,2-1 0 0,4-2 0 0,0 2 0 0,2-1 0 16,0 3 0-16,0-4 0 0,0 1 0 0,-3 2 0 0,0 0 0 15,-1 0 0-15,0 0 0 0,-1 1 0 0,-3 1 0 16,-3 0 0-16,-1 1 0 0,-4-1 0 0,-1 0 0 15,-1 3 0-15,0 0 0 0,-5-1 0 0,-2 3 0 16,-2 0 0-16,-3-2 0 0,-3 2 0 0,-2-1 0 0,-3 2 0 16,0-2 0-16,-2 0 0 0,1 2 0 0,-4-5 0 15,0 2 0-15,-2 0 0 0,1 0 0 0,-1-2 0 0,2 1 0 16,0-6 0-16,3 1 0 16,0 1-832-16,4-3-144 15,2 0-48-15,2 0 0 0,3-5-2016 0,3 0-416 16,4-3-64-16</inkml:trace>
  <inkml:trace contextRef="#ctx0" brushRef="#br0" timeOffset="113649.36">24260 12794 20271 0,'0'0'896'0,"7"-1"192"0,0-3-880 0,1 1-208 0,-3-1 0 0,3 3 0 0,-2-2 6016 0,-6 3 1168 16,0 0 240-16,0 0 32 0,0 0-4224 0,0 0-848 15,0 0-160-15,0 0-48 0,0 0-1136 0,0 0-224 16,2 8-48-16,-4 0-16 0,-3 0-368 0,-1 1-80 16,-4-3-16-16,0 4 0 0,-2 1-288 0,-2 1 128 15,-2 0-128-15,1-1 0 0,-2 1 128 0,-3 0-128 16,1 0 0-16,0 1 80 0,0-2-80 0,2-1 0 16,0-3 0-16,3 1 0 0,0 0 0 0,4 0 0 15,1 1 0-15,1-2 0 0,3-1 0 0,0 1 0 16,5-7 0-16,0 0 0 0,0 0 0 0,5 10 0 15,3-2 0-15,2 1 0 0,2-4 0 0,4 0 0 16,2 1 0-16,3-3 0 0,2-1 0 0,2 0 0 16,0 1 0-16,3-3 0 0,0 0 0 0,-1 0 0 15,-1-3 0-15,0 1 0 0,-1 0-208 0,-2-1-48 16,0 0 0-16,-2-2 0 16,-1 0-1072-16,-1-1-208 0,-4 1-64 0,-2 3-14640 0,-2-5-2928 15</inkml:trace>
  <inkml:trace contextRef="#ctx0" brushRef="#br0" timeOffset="113866.88">24351 12854 29487 0,'0'0'2624'0,"0"0"-2112"0,0 0-512 0,0 0 0 16,1 8 4752-16,2 2 848 0,-1 2 160 0,0 1 48 15,-1 0-3184-15,0 4-640 0,1-1-128 0,-2 2-32 0,0 1-1008 0,1 1-208 16,0 1-32-16,0 1-16 0,-1 0-416 0,2 0-144 15,0 0 0-15,0 1 0 0,-1-4 0 0,2-1 0 16,-1-1 0-16,1-1 0 16,1-2-448-16,-2-1-96 0,0-1-16 0,0 0 0 15,1-3-2384-15,-1-1-496 0,2-3-80 0</inkml:trace>
  <inkml:trace contextRef="#ctx0" brushRef="#br0" timeOffset="114221.46">24917 12897 54767 0,'0'0'2432'0,"0"0"496"0,0 0-2352 0,0 0-448 15,0 0-128-15,-6 3 0 0,0 0 720 0,-1 4 128 16,0 0 32-16,-3 3 0 0,1-1-480 0,-2 4-80 16,-1-1-32-16,-4 5 0 0,2 1-288 0,1 0 0 15,2 1 0-15,4-1 0 0,1-1 0 0,5 1 0 0,0-2 0 0,2-1 80 16,3 0-80-16,4-1 0 0,2-1 0 0,3 0 0 15,3-3 0-15,1-2 0 0,2-2 0 0,1-3 0 16,1 0-384-16,-3-3 48 0,0 0 0 0,2-3 0 16,2 2-32-16,-1-3 0 0,0-2 0 0,-2 0 0 15,0 0 160-15,1-4 16 0,-3-4 16 0,-2 0 0 16,-2 0 176-16,-4 3 0 0,-4-2-144 0,-1-1 144 0,-3 0 0 16,-1-1 0-16,-2 1 0 0,-1 0 0 0,-1-2 0 15,-2 0 0-15,-2 2 0 0,-1-3 0 16,-3 1-192-16,-5-3-32 0,-1 1 0 0,0 3 0 15,-1 4-1040-15,2 1-208 0,2 4-32 16,-1 2-16-16,3 1-208 0,3 3-64 0,0 2 0 0,10-2 0 16,0 0-1696-16,2 9-352 0</inkml:trace>
  <inkml:trace contextRef="#ctx0" brushRef="#br0" timeOffset="114568.56">25528 12953 33167 0,'0'0'2944'0,"0"0"-2352"15,9-3-464-15,-1-1-128 0,0 1 3776 0,-8 3 752 16,0 0 144-16,0 0 16 0,0 0-2192 0,0 0-448 16,0 0-96-16,0 0-16 0,0 0-1120 0,-5 2-240 15,-3 2-32-15,-3 3-16 0,-2 0-384 0,-1 1-144 16,-2 1 0-16,2 2 0 0,1 1 0 0,-3 5 0 16,2-3 0-16,4 1 0 0,0-1 0 0,7-3 0 15,0 1 0-15,3 1 0 0,1-1 0 0,4 0 0 0,3-2 0 0,4 0 0 16,4-1 0-16,5 5 0 0,2-5 0 0,2 0 0 15,1 0 0-15,1-4 0 0,3-1 0 16,0-3 0-16,0-1 0 0,-1 0 0 0,0-1 0 0,-2-5 0 16,-1-1 0-16,-3-1-192 0,-2-1 192 15,-2-3-208-15,-4 1 208 0,-2-2 0 0,-2 0 0 0,-5-3-144 16,-3 2 144-16,-2-5 0 0,-2 4 0 0,-4-1 0 0,-3-2 0 16,-1 1 0-16,-4 0 0 0,-3-1 128 15,-4 1-128-15,0 1 0 0,-4-5 0 0,-1 3 0 16,-2 1-288-16,1-1-128 15,0 1-32-15,2 0 0 0,3 4-2240 0,1 1-464 0</inkml:trace>
  <inkml:trace contextRef="#ctx0" brushRef="#br0" timeOffset="117230.33">19020 15073 26719 0,'0'0'2368'0,"0"0"-1888"15,0 0-480-15,0 0 0 0,0 0 5520 0,0 0 1008 0,0 0 208 0,8-3 48 16,0-1-4544-16,1 3-896 0,2-2-176 0,1 2-32 16,0-3-304-16,2 2-48 0,2 2-16 0,2-3 0 15,3 0-480-15,1 2-96 0,2-2-32 0,2 1 0 16,2 1-32-16,1-2 0 0,-2-1 0 0,2 0 0 15,1 0-128-15,-3 0-176 0,0 2 48 0,8-1 0 16,-7-1-448-16,-3 2-96 16,-4-1-16-16,-3 2 0 0,-1 5-1456 0,-4-3-288 0,-2 4-64 15,-11-5-19904-15</inkml:trace>
  <inkml:trace contextRef="#ctx0" brushRef="#br0" timeOffset="117443.49">19058 15297 22111 0,'-5'0'1968'0,"-2"1"-1584"15,2 1-384-15,5-2 0 0,0 0 6080 0,0 0 1152 16,0 0 208-16,0 0 48 0,0 0-4992 0,0 0-1024 16,0 0-192-16,0 0-32 0,10 0-112 0,3-2-32 15,2 2 0-15,3-2 0 0,4 0-672 0,3-1-144 16,2-4-32-16,4 1 0 0,3-2-128 0,3 3-128 16,-1-2 144-16,5 0-144 0,0 0 0 0,0 0 128 15,-1 1-128-15,-1-1 0 0,-1 2 0 0,1 0 0 16,-2 1 0-16,-5 1 0 15,0 1-1136-15,-4 0-112 0,0 2-32 0,-2 2-15312 16,-3-2-3072-16</inkml:trace>
  <inkml:trace contextRef="#ctx0" brushRef="#br0" timeOffset="118724.12">20916 14949 23039 0,'7'-17'1024'16,"-3"5"192"-16,-1-1-960 0,-2 2-256 0,0 0 0 0,-1 3 0 0,-1-1 3584 0,-1 3 656 15,-2-1 144-15,-2 5 32 0,-1-5-1648 0,-3 2-320 16,0 2-64-16,-2 3-16 0,-1 3-704 0,-8 3-128 16,1 3-48-16,5 2 0 0,-2 5-672 0,-1 3-144 15,0 5-32-15,-11 8 0 0,4 2-112 0,6-3-16 16,2 1-16-16,5 0 0 0,3-3-224 0,5-2-32 15,3-2-16-15,6 0 0 0,4-3-224 0,2-8 0 16,2 1 0-16,4-2 0 0,3-4 0 0,4 0 0 16,1 0 0-16,2-4 0 0,2-1 0 0,-1-4 0 15,2 0 0-15,-1 0 0 0,-2-5-176 0,11-3 176 16,-7-2-160-16,-11 2 160 0,-2 0-192 0,-1-2 48 16,-2-2 16-16,3-6 0 0,-5-2 128 0,-4 3-160 0,-2-6 160 15,-4 1-160-15,-3-1 160 0,-1 8-160 0,-1-4 160 16,-4-8-160-16,-3-2-32 0,3 11 0 0,-2 1 0 0,-8-5 0 31,-2 4-240-31,4 7-48 0,-1 1-16 0,-6 1 0 0,1 5-1488 16,0 4-320-16,0 3-48 0,3 2-12144 0,3 5-2432 0</inkml:trace>
  <inkml:trace contextRef="#ctx0" brushRef="#br0" timeOffset="118890.54">21256 15070 23951 0,'0'0'1056'0,"0"0"224"15,0 0-1024-15,6 8-256 0,0-1 0 0,0 6 0 0,-1-4 5904 0,-2-3 1136 16,-1 2 208-16,0 1 48 0,-1-1-5168 0,-1 2-1040 16,0 0-192-16,0-3-64 0,0 0-624 0,1 2-208 15,2-2 128-15,1 2-128 16,-4-9-1344-16,8 6-336 0,-8-6-64 0,14 5-13040 16,0-3-2592-16</inkml:trace>
  <inkml:trace contextRef="#ctx0" brushRef="#br0" timeOffset="119302.53">21759 14871 51375 0,'0'0'2272'0,"0"0"480"0,0 0-2208 0,0 0-544 16,3-8 0-16,-3 8 0 0,0 0 928 0,6-4 80 16,1-2 16-16,1 2 0 0,2 1-176 0,2 0-16 15,3 2-16-15,1 0 0 0,1-1-560 0,1 2-96 0,3 0-32 16,0 0 0-16,1 0-128 0,0 2 0 0,0-1 0 0,1 3 0 15,-3-1 0-15,1 1 0 0,-1-1 0 0,-2 3 0 16,-2-1 0-16,-2 1 0 0,-2 1 0 0,-3 2 0 16,-1-1 0-16,-3 1 0 0,-2 1 0 0,-3 2 0 15,-3 4 0-15,-2-2 0 0,-3 0 0 0,-6 9 0 16,-2-3 0-16,4-5 0 0,-3 0 0 0,-2 1 128 0,-2 1 0 0,-8 7-128 16,0-2 192-16,2-3-64 0,0 0-80 15,9-4-48-15,-2-3 0 0,1 1 0 0,2 1 0 16,-4 7 0-16,2-7 0 0,10-4 0 0,-1-3 0 0,0 5 0 15,4-1 0-15,4-11 0 0,0 0 0 0,5 10 0 16,3-3 0-16,0-4 0 0,2 0 0 16,11 0 0-16,1-3 0 0,-5 0 0 15,3-6 0-15,12 3 0 0,1-3 0 0,-2-2 0 0,-2-2 0 16,-8 4 0-16,2-1 0 0,11-3 0 0,-5-1 0 0,-11 5 0 16,-1 0 0-16,-1 0 0 0,-2-1-192 0,4-2-16 15,-5 1-16-15,-2 3 0 16,-11 5-1408-16,0 0-288 0,0 0-48 0,0 0-21904 0</inkml:trace>
  <inkml:trace contextRef="#ctx0" brushRef="#br0" timeOffset="119737.91">21566 14847 8287 0,'0'0'368'0,"0"0"80"0,0 0-448 0,0 0 0 16,-4-5 0-16,2 1 0 0,2 4 9296 0,0 0 1776 16,0 0 368-16,0 0 64 0,0 0-7776 0,0 0-1552 15,0 0-304-15,-6 8-64 0,1 1-976 0,1 4-208 16,2 3-48-16,-2 2 0 0,1-1-304 0,1 4-64 16,-1 1-16-16,2-2 0 0,-1 3-192 0,2-1 0 15,0 0 0-15,2 1 0 0,-1-3 0 0,2 1 0 16,0 0 0-16,1-1 64 0,0-3-64 0,0 1 0 15,0 0 0-15,0-5 0 0,0 0 0 0,2 5 0 16,0-2 0-16,-2-8 0 16,-1-2-384-16,1 0-64 0,0 0 0 0,-4-6-16 15,0 0-1424-15,8 5-288 0,-8-5-48 0</inkml:trace>
  <inkml:trace contextRef="#ctx0" brushRef="#br0" timeOffset="121006.9">19976 16370 15663 0,'0'0'1392'0,"0"0"-1120"0,0 0-272 0,0 0 0 15,0 0 7168-15,0 0 1360 0,0 0 288 0,1 12 48 16,-2 2-6048-16,-2 3-1216 0,0 3-256 0,2 2-32 15,0 4-336-15,-1 0-64 0,2 0-16 0,-1 0 0 16,0 0-576-16,0 2-112 0,-1-8-16 0,2 4-16 16,2-1-176-16,-1 2 0 0,0-7 0 0,0 1 0 15,1-6-736-15,-2 0-224 0,0-2-64 16,1-1 0-16,-1-10-2368 0,0 0-496 0,0 0-80 0</inkml:trace>
  <inkml:trace contextRef="#ctx0" brushRef="#br0" timeOffset="121341.95">20252 16417 50799 0,'9'-13'2240'0,"-2"5"480"0,0-1-2176 0,4 0-544 15,2 0 0-15,1 2 0 0,1 1 1072 0,0 1 96 16,2-2 32-16,1 2 0 0,2-2-480 0,0 3-80 16,-1 3-32-16,2 0 0 0,1 1-448 0,0 2-160 15,-1 1 0-15,0 1 144 0,-1 0-144 0,-4 1 0 16,-1 2 144-16,-3-1-144 0,-6 2 0 0,-1 2 0 0,-5-10 0 0,0 17 128 15,-4 3-128-15,-3 1 0 0,-4 1 128 0,-2 1-128 16,-4 3 160-16,-2-1-32 0,-4 0-128 16,3 1 192-16,-4-3-32 0,2 0-16 0,2-3 0 0,1 3 0 15,1-3-144-15,1 0 0 0,1-4 144 0,4 1-48 16,2-4-96-16,2 0 0 0,3-2 0 0,5-11 0 16,0 13 0-16,4-2 0 0,2-5 0 0,5 1 0 15,3-2 0-15,3-2 0 0,2-3 0 0,5-2 0 16,2 1 0-16,4-4-192 0,3-3 192 0,-1-1-160 31,2-3-432-31,3 1-96 0,2-4-16 0,0-2 0 0,1-4-1328 16,2 1-272-16,0-3-48 0,1-1-12848 0,2-5-2576 0</inkml:trace>
  <inkml:trace contextRef="#ctx0" brushRef="#br0" timeOffset="121742.9">21252 16294 15663 0,'6'-13'1392'0,"-3"6"-1120"0,-3 7-272 0,1-10 0 0,-2 0 6352 15,0 1 1216-15,1 9 240 0,0 0 64 0,-7-5-4480 0,7 5-896 16,-10-6-192-16,-1 4-16 0,1 2-944 0,-3 2-192 15,0 2-48-15,-2 2 0 0,1 0-672 16,0 3-144-16,-2 3-32 0,1 1 0 0,-1 1-128 0,2-1-128 16,-1-1 144-16,2 0-144 0,0-2 0 0,3 1 0 15,1-1 0-15,2 1 0 0,2-4 0 0,5-7 0 16,-1 11 0-16,1-11 0 0,0 0 0 0,6 9 0 16,4-3 0-16,2-2-160 0,3-4-80 0,2 0-16 15,3-1 0-15,4-2 0 16,-1-2-320-16,3 0-64 0,3-3 0 0,-2 3-16 15,0-4-64-15,-1 1-16 0,0 0 0 0,-3 3 0 0,-2 1 496 0,-1 2 112 0,-5-4 128 0,0 5-208 16,-4-2 544-16,-11 3 112 0,0 0 32 0,0 0 0 16,0 0 160-16,0 0 16 0,0 0 16 0,-1 16 0 15,-3 4-128-15,-2-2-32 0,-5 0 0 0,-1 3 0 16,-1 0-176-16,-2 2-32 0,-2 5-16 0,0-1 0 16,-3-4-96-16,1 4-32 0,-3-5 0 0,-1 5 0 15,0 3-160-15,-1-4 192 0,1-1-192 0,-1 1 192 16,1 1-192-16,1-1 0 0,0 1 0 0,2-4 128 15,1-2-128-15,3-2 0 0,5 0 0 0,1-2 0 16,1-2-192-16,4 0-80 0,1-2-16 0,4-13 0 31,0 9-864-31,0-9-160 0,0 0-32 0,12 8-16 0,2-2-1712 16,4-3-320-16,3-6-80 0</inkml:trace>
  <inkml:trace contextRef="#ctx0" brushRef="#br0" timeOffset="122029.12">21565 16752 17503 0,'0'0'1552'0,"0"0"-1232"0,0 0-320 0,0 0 0 0,8-5 7488 0,-8 5 1424 16,0 0 304-16,0 0 48 0,0 0-5936 0,-3 9-1200 16,-5 0-224-16,0 2-48 0,-2 2-1168 0,0 2-240 15,-1 2-32-15,1 0-16 0,-1-1-400 0,3 2-256 16,3 2 48-16,0-2 0 0,2-1 336 0,2-2 64 16,2-2 0-16,3-1 16 0,1-1-144 0,2-2-64 15,2-1 0-15,3-2 0 0,1-1 0 0,1-1 0 16,2-3 0-16,2-2 0 0,0-1 0 0,1-2 0 15,-2-2 0-15,0 0 0 0,-2-3 0 0,0 0 0 16,-4-4 0-16,-2-2 0 0,-2 1 0 0,-2 0 0 0,-2-6 0 16,-3 3 0-16,-3-4 0 0,-2 3 0 0,-4-2 0 0,-2 2 0 15,-2 0 0-15,-2 4 0 0,-4-1-160 0,0 4 160 32,-3 0-576-32,1 2-16 0,1 1-16 0,2 4 0 15,1 3-2400-15,3 4-464 0,-6-2-112 0,20-1 0 0</inkml:trace>
  <inkml:trace contextRef="#ctx0" brushRef="#br0" timeOffset="122609.8">19661 17206 14735 0,'0'0'1312'0,"0"0"-1056"0,0 0-256 0,0 0 0 16,-9 1 4880-16,1 0 928 0,8-1 176 0,0 0 32 15,-7 4-3008-15,7-4-592 0,0 0-128 0,0 0-32 16,-8 5-256-16,8-5-48 0,0 0-16 0,1 8 0 16,-1-8-784-16,11 7-176 0,2-2-16 0,6-2-16 15,5-1-208-15,4 0-32 0,6-1-16 0,7-2 0 16,4-1-368-16,10 0-80 0,9-2-16 0,9-5 0 16,9 1-16-16,8-1 0 0,8 0 0 0,10-2 0 15,9-1-144-15,6 3-64 0,5 3 0 0,5-1 0 0,5-3 0 16,3 2 0-16,-1 3 0 0,0-2 0 0,-2 2 0 15,-5 4 0-15,-7-3 0 0,-7 4 0 0,-9 4 0 0,-10-3 0 16,-9 2 0-16,-10 1 0 0,-11 1 0 16,-11 0-240-16,-9-1 80 0,-10 0 16 15,-6-2-1200-15,-9 2-224 0,-8 0-48 0</inkml:trace>
  <inkml:trace contextRef="#ctx0" brushRef="#br0" timeOffset="123125.39">19566 17459 54479 0,'0'0'2416'0,"0"0"496"0,0 0-2336 16,0 0-448-16,13-2-128 0,2 1 0 0,0 0 240 0,6-2 16 0,5 2 16 0,7-3 0 16,7 1 320-16,6 3 64 0,5-4 16 0,5 2 0 15,4-1-352-15,6 1-80 0,6-2-16 0,6-2 0 16,4 0-224-16,4-1 176 0,3 5-176 0,5-5 160 16,5 1-112-16,3-1-48 0,1-1 0 0,0 3 0 15,-2 1 0-15,-2 2 0 0,-1-1 0 0,-4-1 0 16,-3 0 0-16,-3 2 0 0,-5 2 0 0,-5-2 0 15,-3 1 0-15,-6 1 0 0,-4-1 0 0,-7 1 0 16,-7 0 0-16,-5 0 0 0,-7 0 0 0,-5 0 0 0,-5 1 0 0,-5 2 0 16,-3-1 0-16,-5 0 0 0,-4-1 0 0,-12-1 0 15,10 1 0-15,-10-1 0 0,0 0 0 0,0 0 0 16,0 0 0-16,0 0 0 0,0 0 0 0,0 0 0 16,0 0 0-16,0 0 0 0,0 0 0 0,0 0 0 15,0 0 0-15,0 0 0 0,0 0 0 0,0 0 0 16,-9 9 0-16,1-2 0 0,-1-2 0 0,1 0 0 15,-1-1 0-15,1 0 0 0,8-4 0 0,-10 5 0 16,1-2 0-16,9-3 0 0,-11 4 0 0,11-4 0 16,-9 4 0-16,9-4 0 0,0 0 0 0,0 0 0 0,0 0 0 0,0 0 0 31,0 0-416-31,0 0-80 0,0 0-16 0,0 0-16640 0,0 0-3344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70E4C-9D73-450D-9ADE-73299D077C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32B76C-A4D1-4144-8DEA-7CD62ADC26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DDDC0C-1CF1-4BC6-A976-AA1A3371484E}"/>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5" name="Footer Placeholder 4">
            <a:extLst>
              <a:ext uri="{FF2B5EF4-FFF2-40B4-BE49-F238E27FC236}">
                <a16:creationId xmlns:a16="http://schemas.microsoft.com/office/drawing/2014/main" id="{161D4432-5901-495D-A74F-0142ACDD6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D3249-EA4C-4D9B-96A4-293C0DC81769}"/>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158938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C9A19-2082-4780-BC89-5B0084CF96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6BBBC7-396C-4863-A616-5B90D4619F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D48B50-CD4B-4BFA-9DEC-EF77330456B8}"/>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5" name="Footer Placeholder 4">
            <a:extLst>
              <a:ext uri="{FF2B5EF4-FFF2-40B4-BE49-F238E27FC236}">
                <a16:creationId xmlns:a16="http://schemas.microsoft.com/office/drawing/2014/main" id="{C828E2A7-A77B-4505-83FE-F98C65021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5BB7AC-9960-49B5-B417-A0CBDE008F9F}"/>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266507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AD0CA-0680-447D-ADE4-404E31E4C9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0395D7-EBEC-498A-8C42-29A83B88A5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AC524E-BB4F-49C2-8AAD-BD8ECD9331E0}"/>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5" name="Footer Placeholder 4">
            <a:extLst>
              <a:ext uri="{FF2B5EF4-FFF2-40B4-BE49-F238E27FC236}">
                <a16:creationId xmlns:a16="http://schemas.microsoft.com/office/drawing/2014/main" id="{92EE9CE6-DC33-41AE-BBAB-FF204F8EB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076099-742F-491D-827E-3DB98E104294}"/>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501397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6728-55EC-45E6-8EC0-232E32DAE7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77B97-FCCD-47F3-BC19-96CBE3D27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D2285D-C117-4E7F-9AF2-CD855C30DA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F6CB19-8168-4244-9B5D-BD0298BF632F}"/>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6" name="Footer Placeholder 5">
            <a:extLst>
              <a:ext uri="{FF2B5EF4-FFF2-40B4-BE49-F238E27FC236}">
                <a16:creationId xmlns:a16="http://schemas.microsoft.com/office/drawing/2014/main" id="{3E9205E6-0336-4312-81E9-C4D3DA46E2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44710C-FDD6-4DE8-AE37-D54F0C3DB37A}"/>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1868051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F5D34-E2F8-48C9-8BA9-6F08270BD7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30006E-64B6-4E13-91D5-12E66A105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406610-FA62-40CA-BC36-47FB63953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07CDD0-2C88-4B46-B2BD-99DB578882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78C7BC-F8A9-43B5-AA3F-7D3E9183B4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730D5C-3345-478F-9457-B9425A77DA8D}"/>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8" name="Footer Placeholder 7">
            <a:extLst>
              <a:ext uri="{FF2B5EF4-FFF2-40B4-BE49-F238E27FC236}">
                <a16:creationId xmlns:a16="http://schemas.microsoft.com/office/drawing/2014/main" id="{1905C6B7-1188-4C99-8EF1-BE47D9B421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4DF154-BB49-4099-A998-E892059F3C72}"/>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3098945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D2BF5-0872-4C17-A57E-AF03F75079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341CA2-801F-4D93-BE48-660B3D2C3B18}"/>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4" name="Footer Placeholder 3">
            <a:extLst>
              <a:ext uri="{FF2B5EF4-FFF2-40B4-BE49-F238E27FC236}">
                <a16:creationId xmlns:a16="http://schemas.microsoft.com/office/drawing/2014/main" id="{AEF88172-42E0-4726-924A-E413A060B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F3615D-C06B-4D13-B602-D7E31FD88931}"/>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225969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24F65-A81D-4F1E-B1A7-46EE21049102}"/>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3" name="Footer Placeholder 2">
            <a:extLst>
              <a:ext uri="{FF2B5EF4-FFF2-40B4-BE49-F238E27FC236}">
                <a16:creationId xmlns:a16="http://schemas.microsoft.com/office/drawing/2014/main" id="{EE3F4F4D-13BC-4E27-B168-02CF6D6B60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C0A1DD-76CE-44C8-86B3-F741D2A917D2}"/>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3326865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8229-0D62-4948-B670-AB6190D60F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22DD13-BCDE-4866-BACA-55151ECFDF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44C34F-1E4C-400F-8332-8FD4B341FF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89E918-D041-4959-B635-334F2853BA41}"/>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6" name="Footer Placeholder 5">
            <a:extLst>
              <a:ext uri="{FF2B5EF4-FFF2-40B4-BE49-F238E27FC236}">
                <a16:creationId xmlns:a16="http://schemas.microsoft.com/office/drawing/2014/main" id="{63F08CC5-F77A-4B7D-B7DC-B4C5684EDA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E381D5-B65D-4B6B-9BC3-994088BB4326}"/>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283839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072E-D4FA-40DA-955A-0270650F7E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29903C-7B01-4B7F-9FDE-164800773B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140D65-DAC1-4388-B18F-223159A16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C3DC8-3696-4A86-A859-2BEBFE405632}"/>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6" name="Footer Placeholder 5">
            <a:extLst>
              <a:ext uri="{FF2B5EF4-FFF2-40B4-BE49-F238E27FC236}">
                <a16:creationId xmlns:a16="http://schemas.microsoft.com/office/drawing/2014/main" id="{E0BEBA45-D87E-4681-AF8D-474CE8F68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E70EBE-E11D-4405-B782-A0A9C3FC9601}"/>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3518094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59773-B843-473E-91B6-0CCABAE542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CAA4BE-A114-40BC-AFC1-AC3C6F54D0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E0AE6-9B87-4F42-B208-A7DC2DA60269}"/>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5" name="Footer Placeholder 4">
            <a:extLst>
              <a:ext uri="{FF2B5EF4-FFF2-40B4-BE49-F238E27FC236}">
                <a16:creationId xmlns:a16="http://schemas.microsoft.com/office/drawing/2014/main" id="{36EC6C55-6C89-4F66-9A4F-CF93C5853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A2F8BC-1703-4C3F-AA3A-76A0E4873A1A}"/>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288018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F89530-174C-483E-96AA-3319BF3FF2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F9A32D-3399-4C03-91A9-EB89407D37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B8435-0793-4BBA-A1C9-BAAB5B25E605}"/>
              </a:ext>
            </a:extLst>
          </p:cNvPr>
          <p:cNvSpPr>
            <a:spLocks noGrp="1"/>
          </p:cNvSpPr>
          <p:nvPr>
            <p:ph type="dt" sz="half" idx="10"/>
          </p:nvPr>
        </p:nvSpPr>
        <p:spPr/>
        <p:txBody>
          <a:bodyPr/>
          <a:lstStyle/>
          <a:p>
            <a:fld id="{2269364A-81A1-4A2E-9432-502F5057D5A5}" type="datetimeFigureOut">
              <a:rPr lang="en-US" smtClean="0"/>
              <a:t>5/16/2021</a:t>
            </a:fld>
            <a:endParaRPr lang="en-US"/>
          </a:p>
        </p:txBody>
      </p:sp>
      <p:sp>
        <p:nvSpPr>
          <p:cNvPr id="5" name="Footer Placeholder 4">
            <a:extLst>
              <a:ext uri="{FF2B5EF4-FFF2-40B4-BE49-F238E27FC236}">
                <a16:creationId xmlns:a16="http://schemas.microsoft.com/office/drawing/2014/main" id="{B4CC3F7D-F4FE-478A-BF9F-EE2752294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54562-0E6C-4002-93DA-F450D565B67B}"/>
              </a:ext>
            </a:extLst>
          </p:cNvPr>
          <p:cNvSpPr>
            <a:spLocks noGrp="1"/>
          </p:cNvSpPr>
          <p:nvPr>
            <p:ph type="sldNum" sz="quarter" idx="12"/>
          </p:nvPr>
        </p:nvSpPr>
        <p:spPr/>
        <p:txBody>
          <a:bodyPr/>
          <a:lstStyle/>
          <a:p>
            <a:fld id="{F7838271-2CAD-4503-A9C3-44AC65765130}" type="slidenum">
              <a:rPr lang="en-US" smtClean="0"/>
              <a:t>‹#›</a:t>
            </a:fld>
            <a:endParaRPr lang="en-US"/>
          </a:p>
        </p:txBody>
      </p:sp>
    </p:spTree>
    <p:extLst>
      <p:ext uri="{BB962C8B-B14F-4D97-AF65-F5344CB8AC3E}">
        <p14:creationId xmlns:p14="http://schemas.microsoft.com/office/powerpoint/2010/main" val="3452658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0A50F2-109D-461A-AC66-7535CA7875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0DB84D-C63E-4D14-BB3A-3E508377C5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3E9A8C-4DD0-4DD9-9498-08165F5254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69364A-81A1-4A2E-9432-502F5057D5A5}" type="datetimeFigureOut">
              <a:rPr lang="en-US" smtClean="0"/>
              <a:t>5/16/2021</a:t>
            </a:fld>
            <a:endParaRPr lang="en-US"/>
          </a:p>
        </p:txBody>
      </p:sp>
      <p:sp>
        <p:nvSpPr>
          <p:cNvPr id="5" name="Footer Placeholder 4">
            <a:extLst>
              <a:ext uri="{FF2B5EF4-FFF2-40B4-BE49-F238E27FC236}">
                <a16:creationId xmlns:a16="http://schemas.microsoft.com/office/drawing/2014/main" id="{FA021CD0-B504-4950-8803-34652FB2A4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072B0B-E711-45D5-B65D-29656D9B22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838271-2CAD-4503-A9C3-44AC65765130}" type="slidenum">
              <a:rPr lang="en-US" smtClean="0"/>
              <a:t>‹#›</a:t>
            </a:fld>
            <a:endParaRPr lang="en-US"/>
          </a:p>
        </p:txBody>
      </p:sp>
    </p:spTree>
    <p:extLst>
      <p:ext uri="{BB962C8B-B14F-4D97-AF65-F5344CB8AC3E}">
        <p14:creationId xmlns:p14="http://schemas.microsoft.com/office/powerpoint/2010/main" val="3853659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1CB530-5890-4EC4-A65B-1ACAD7041B73}"/>
              </a:ext>
            </a:extLst>
          </p:cNvPr>
          <p:cNvSpPr txBox="1"/>
          <p:nvPr/>
        </p:nvSpPr>
        <p:spPr>
          <a:xfrm flipH="1">
            <a:off x="6275067" y="180975"/>
            <a:ext cx="5716907" cy="1200329"/>
          </a:xfrm>
          <a:prstGeom prst="rect">
            <a:avLst/>
          </a:prstGeom>
          <a:noFill/>
        </p:spPr>
        <p:txBody>
          <a:bodyPr wrap="square" rtlCol="0">
            <a:spAutoFit/>
          </a:bodyPr>
          <a:lstStyle/>
          <a:p>
            <a:r>
              <a:rPr lang="en-US" sz="3600" dirty="0"/>
              <a:t>ME 300:</a:t>
            </a:r>
          </a:p>
          <a:p>
            <a:r>
              <a:rPr lang="en-US" sz="3600" dirty="0"/>
              <a:t>Engineering Thermodynamics</a:t>
            </a:r>
          </a:p>
        </p:txBody>
      </p:sp>
      <p:sp>
        <p:nvSpPr>
          <p:cNvPr id="6" name="TextBox 5">
            <a:extLst>
              <a:ext uri="{FF2B5EF4-FFF2-40B4-BE49-F238E27FC236}">
                <a16:creationId xmlns:a16="http://schemas.microsoft.com/office/drawing/2014/main" id="{6FAFD24C-9782-4205-A52B-AFDCCF0D23FB}"/>
              </a:ext>
            </a:extLst>
          </p:cNvPr>
          <p:cNvSpPr txBox="1"/>
          <p:nvPr/>
        </p:nvSpPr>
        <p:spPr>
          <a:xfrm flipH="1">
            <a:off x="6275066" y="2367171"/>
            <a:ext cx="5716907" cy="3416320"/>
          </a:xfrm>
          <a:prstGeom prst="rect">
            <a:avLst/>
          </a:prstGeom>
          <a:noFill/>
        </p:spPr>
        <p:txBody>
          <a:bodyPr wrap="square" rtlCol="0">
            <a:spAutoFit/>
          </a:bodyPr>
          <a:lstStyle/>
          <a:p>
            <a:pPr algn="ctr"/>
            <a:r>
              <a:rPr lang="en-US" sz="5400" dirty="0"/>
              <a:t>Example:</a:t>
            </a:r>
          </a:p>
          <a:p>
            <a:pPr algn="ctr"/>
            <a:r>
              <a:rPr lang="en-US" sz="5400" dirty="0"/>
              <a:t>Energy Conservation and </a:t>
            </a:r>
            <a:r>
              <a:rPr lang="en-US" sz="5400"/>
              <a:t>Cycle Analysis</a:t>
            </a:r>
            <a:endParaRPr lang="en-US" sz="5400" dirty="0"/>
          </a:p>
        </p:txBody>
      </p:sp>
      <p:pic>
        <p:nvPicPr>
          <p:cNvPr id="1026" name="Picture 2" descr="Wind Farm, Wind Energy, Renewable Energy, Ecological">
            <a:extLst>
              <a:ext uri="{FF2B5EF4-FFF2-40B4-BE49-F238E27FC236}">
                <a16:creationId xmlns:a16="http://schemas.microsoft.com/office/drawing/2014/main" id="{093A554A-9FDC-48F3-9353-4FAA0D6C46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833"/>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655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161925" y="0"/>
            <a:ext cx="11839576" cy="5915025"/>
          </a:xfrm>
        </p:spPr>
        <p:txBody>
          <a:bodyPr>
            <a:normAutofit/>
          </a:bodyPr>
          <a:lstStyle/>
          <a:p>
            <a:r>
              <a:rPr lang="en-US" sz="3600" dirty="0"/>
              <a:t>Calculate P, v, and T at each state point of the cycle on the right. Also calculate the work and heat for each process, as well as the change in internal energy if the working fluid is air.</a:t>
            </a:r>
            <a:br>
              <a:rPr lang="en-US" sz="3600" dirty="0"/>
            </a:br>
            <a:br>
              <a:rPr lang="en-US" sz="3600" dirty="0"/>
            </a:br>
            <a:r>
              <a:rPr lang="en-US" sz="3600" dirty="0"/>
              <a:t>T1=300 K</a:t>
            </a:r>
            <a:br>
              <a:rPr lang="en-US" sz="3600" dirty="0"/>
            </a:br>
            <a:r>
              <a:rPr lang="en-US" sz="3600" dirty="0"/>
              <a:t>P1 = 0.2 MPa</a:t>
            </a:r>
            <a:br>
              <a:rPr lang="en-US" sz="3600" dirty="0"/>
            </a:br>
            <a:r>
              <a:rPr lang="en-US" sz="3600" dirty="0"/>
              <a:t>T2 = 800 K</a:t>
            </a:r>
            <a:br>
              <a:rPr lang="en-US" sz="3600" dirty="0"/>
            </a:br>
            <a:r>
              <a:rPr lang="en-US" sz="3600" dirty="0"/>
              <a:t>M = 1 kg</a:t>
            </a:r>
            <a:br>
              <a:rPr lang="en-US" sz="3600" dirty="0"/>
            </a:br>
            <a:r>
              <a:rPr lang="en-US" sz="3600" dirty="0"/>
              <a:t>R=287 J/kg-K</a:t>
            </a:r>
            <a:br>
              <a:rPr lang="en-US" sz="3600" dirty="0"/>
            </a:br>
            <a:r>
              <a:rPr lang="en-US" sz="3600" dirty="0" err="1"/>
              <a:t>Cv</a:t>
            </a:r>
            <a:r>
              <a:rPr lang="en-US" sz="3600" dirty="0"/>
              <a:t> = 720 J/kg-K</a:t>
            </a:r>
            <a:br>
              <a:rPr lang="en-US" sz="3600" dirty="0"/>
            </a:br>
            <a:r>
              <a:rPr lang="en-US" sz="3600" dirty="0"/>
              <a:t>Cp = 1001 J/kg-K</a:t>
            </a:r>
          </a:p>
        </p:txBody>
      </p:sp>
      <p:sp>
        <p:nvSpPr>
          <p:cNvPr id="5" name="TextBox 4">
            <a:extLst>
              <a:ext uri="{FF2B5EF4-FFF2-40B4-BE49-F238E27FC236}">
                <a16:creationId xmlns:a16="http://schemas.microsoft.com/office/drawing/2014/main" id="{69C653BD-42FA-4E03-BE0B-3F0444587FE6}"/>
              </a:ext>
            </a:extLst>
          </p:cNvPr>
          <p:cNvSpPr txBox="1"/>
          <p:nvPr/>
        </p:nvSpPr>
        <p:spPr>
          <a:xfrm>
            <a:off x="4793456" y="2157710"/>
            <a:ext cx="6550819" cy="1754326"/>
          </a:xfrm>
          <a:prstGeom prst="rect">
            <a:avLst/>
          </a:prstGeom>
          <a:noFill/>
        </p:spPr>
        <p:txBody>
          <a:bodyPr wrap="square">
            <a:spAutoFit/>
          </a:bodyPr>
          <a:lstStyle/>
          <a:p>
            <a:r>
              <a:rPr lang="en-US" sz="3600" dirty="0">
                <a:latin typeface="+mj-lt"/>
              </a:rPr>
              <a:t>1-2: isobaric heat addition</a:t>
            </a:r>
          </a:p>
          <a:p>
            <a:r>
              <a:rPr lang="en-US" sz="3600" dirty="0">
                <a:latin typeface="+mj-lt"/>
              </a:rPr>
              <a:t>2-3: isochoric heat removal</a:t>
            </a:r>
          </a:p>
          <a:p>
            <a:r>
              <a:rPr lang="en-US" sz="3600" dirty="0">
                <a:latin typeface="+mj-lt"/>
              </a:rPr>
              <a:t>3-1: isothermal heat removal</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51DFB4F-4D4A-4456-A8ED-0DEDF424F130}"/>
                  </a:ext>
                </a:extLst>
              </p14:cNvPr>
              <p14:cNvContentPartPr/>
              <p14:nvPr/>
            </p14:nvContentPartPr>
            <p14:xfrm>
              <a:off x="6400800" y="1004760"/>
              <a:ext cx="9000" cy="2520"/>
            </p14:xfrm>
          </p:contentPart>
        </mc:Choice>
        <mc:Fallback>
          <p:pic>
            <p:nvPicPr>
              <p:cNvPr id="2" name="Ink 1">
                <a:extLst>
                  <a:ext uri="{FF2B5EF4-FFF2-40B4-BE49-F238E27FC236}">
                    <a16:creationId xmlns:a16="http://schemas.microsoft.com/office/drawing/2014/main" id="{D51DFB4F-4D4A-4456-A8ED-0DEDF424F130}"/>
                  </a:ext>
                </a:extLst>
              </p:cNvPr>
              <p:cNvPicPr/>
              <p:nvPr/>
            </p:nvPicPr>
            <p:blipFill>
              <a:blip r:embed="rId3"/>
              <a:stretch>
                <a:fillRect/>
              </a:stretch>
            </p:blipFill>
            <p:spPr>
              <a:xfrm>
                <a:off x="6391440" y="995400"/>
                <a:ext cx="27720" cy="21240"/>
              </a:xfrm>
              <a:prstGeom prst="rect">
                <a:avLst/>
              </a:prstGeom>
            </p:spPr>
          </p:pic>
        </mc:Fallback>
      </mc:AlternateContent>
    </p:spTree>
    <p:extLst>
      <p:ext uri="{BB962C8B-B14F-4D97-AF65-F5344CB8AC3E}">
        <p14:creationId xmlns:p14="http://schemas.microsoft.com/office/powerpoint/2010/main" val="2717101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sk This Question for A Successful Agile Transformation | Agile ...">
            <a:extLst>
              <a:ext uri="{FF2B5EF4-FFF2-40B4-BE49-F238E27FC236}">
                <a16:creationId xmlns:a16="http://schemas.microsoft.com/office/drawing/2014/main" id="{51BA461C-E75F-47F3-9840-7312A7C2224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390" r="12625"/>
          <a:stretch/>
        </p:blipFill>
        <p:spPr bwMode="auto">
          <a:xfrm>
            <a:off x="0" y="1"/>
            <a:ext cx="7608815"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3">
            <a:extLst>
              <a:ext uri="{FF2B5EF4-FFF2-40B4-BE49-F238E27FC236}">
                <a16:creationId xmlns:a16="http://schemas.microsoft.com/office/drawing/2014/main" id="{E7DCECD0-7236-4C58-87DB-CD758162E457}"/>
              </a:ext>
            </a:extLst>
          </p:cNvPr>
          <p:cNvSpPr txBox="1">
            <a:spLocks/>
          </p:cNvSpPr>
          <p:nvPr/>
        </p:nvSpPr>
        <p:spPr>
          <a:xfrm>
            <a:off x="7608815" y="0"/>
            <a:ext cx="4583185" cy="685800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400" dirty="0"/>
              <a:t>Which of the following assumptions is </a:t>
            </a:r>
            <a:r>
              <a:rPr lang="en-US" altLang="en-US" sz="4400" b="1" i="1" u="sng" dirty="0"/>
              <a:t>NOT</a:t>
            </a:r>
            <a:r>
              <a:rPr lang="en-US" altLang="en-US" sz="4400" dirty="0"/>
              <a:t> appropriate for this problem?</a:t>
            </a:r>
            <a:endParaRPr lang="en-US" sz="4400" dirty="0"/>
          </a:p>
          <a:p>
            <a:endParaRPr lang="en-US" dirty="0"/>
          </a:p>
          <a:p>
            <a:pPr marL="289322" indent="-289322">
              <a:buFont typeface="+mj-lt"/>
              <a:buAutoNum type="alphaUcPeriod"/>
            </a:pPr>
            <a:r>
              <a:rPr lang="en-US" dirty="0"/>
              <a:t>Quasi-equilibrium</a:t>
            </a:r>
          </a:p>
          <a:p>
            <a:pPr marL="289322" indent="-289322">
              <a:buFont typeface="+mj-lt"/>
              <a:buAutoNum type="alphaUcPeriod"/>
            </a:pPr>
            <a:r>
              <a:rPr lang="en-US" dirty="0"/>
              <a:t> </a:t>
            </a:r>
            <a:r>
              <a:rPr lang="el-GR" dirty="0">
                <a:latin typeface="Calibri" panose="020F0502020204030204" pitchFamily="34" charset="0"/>
              </a:rPr>
              <a:t>Δ</a:t>
            </a:r>
            <a:r>
              <a:rPr lang="en-US" dirty="0"/>
              <a:t>KE = </a:t>
            </a:r>
            <a:r>
              <a:rPr lang="el-GR" dirty="0">
                <a:latin typeface="Calibri" panose="020F0502020204030204" pitchFamily="34" charset="0"/>
              </a:rPr>
              <a:t>Δ</a:t>
            </a:r>
            <a:r>
              <a:rPr lang="en-US" dirty="0"/>
              <a:t>PE = 0</a:t>
            </a:r>
          </a:p>
          <a:p>
            <a:pPr marL="289322" indent="-289322">
              <a:buFont typeface="+mj-lt"/>
              <a:buAutoNum type="alphaUcPeriod"/>
            </a:pPr>
            <a:r>
              <a:rPr lang="en-US" dirty="0"/>
              <a:t> Ideal gas</a:t>
            </a:r>
          </a:p>
          <a:p>
            <a:pPr marL="289322" indent="-289322">
              <a:buFont typeface="+mj-lt"/>
              <a:buAutoNum type="alphaUcPeriod"/>
            </a:pPr>
            <a:r>
              <a:rPr lang="en-US" dirty="0"/>
              <a:t> They are all appropriate</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414240F-5216-4F5A-A3A9-B58DD8D4B6EA}"/>
                  </a:ext>
                </a:extLst>
              </p14:cNvPr>
              <p14:cNvContentPartPr/>
              <p14:nvPr/>
            </p14:nvContentPartPr>
            <p14:xfrm>
              <a:off x="7591680" y="3956760"/>
              <a:ext cx="4164120" cy="2113200"/>
            </p14:xfrm>
          </p:contentPart>
        </mc:Choice>
        <mc:Fallback>
          <p:pic>
            <p:nvPicPr>
              <p:cNvPr id="2" name="Ink 1">
                <a:extLst>
                  <a:ext uri="{FF2B5EF4-FFF2-40B4-BE49-F238E27FC236}">
                    <a16:creationId xmlns:a16="http://schemas.microsoft.com/office/drawing/2014/main" id="{E414240F-5216-4F5A-A3A9-B58DD8D4B6EA}"/>
                  </a:ext>
                </a:extLst>
              </p:cNvPr>
              <p:cNvPicPr/>
              <p:nvPr/>
            </p:nvPicPr>
            <p:blipFill>
              <a:blip r:embed="rId4"/>
              <a:stretch>
                <a:fillRect/>
              </a:stretch>
            </p:blipFill>
            <p:spPr>
              <a:xfrm>
                <a:off x="7582320" y="3947400"/>
                <a:ext cx="4182840" cy="2131920"/>
              </a:xfrm>
              <a:prstGeom prst="rect">
                <a:avLst/>
              </a:prstGeom>
            </p:spPr>
          </p:pic>
        </mc:Fallback>
      </mc:AlternateContent>
    </p:spTree>
    <p:extLst>
      <p:ext uri="{BB962C8B-B14F-4D97-AF65-F5344CB8AC3E}">
        <p14:creationId xmlns:p14="http://schemas.microsoft.com/office/powerpoint/2010/main" val="2546880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C653BD-42FA-4E03-BE0B-3F0444587FE6}"/>
              </a:ext>
            </a:extLst>
          </p:cNvPr>
          <p:cNvSpPr txBox="1"/>
          <p:nvPr/>
        </p:nvSpPr>
        <p:spPr>
          <a:xfrm>
            <a:off x="133350" y="114300"/>
            <a:ext cx="6550819" cy="2862322"/>
          </a:xfrm>
          <a:prstGeom prst="rect">
            <a:avLst/>
          </a:prstGeom>
          <a:noFill/>
        </p:spPr>
        <p:txBody>
          <a:bodyPr wrap="square">
            <a:spAutoFit/>
          </a:bodyPr>
          <a:lstStyle/>
          <a:p>
            <a:r>
              <a:rPr lang="en-US" sz="3600" dirty="0">
                <a:latin typeface="+mj-lt"/>
              </a:rPr>
              <a:t>Draw the cycle on a P-V diagram:</a:t>
            </a:r>
          </a:p>
          <a:p>
            <a:endParaRPr lang="en-US" sz="3600" dirty="0">
              <a:latin typeface="+mj-lt"/>
            </a:endParaRPr>
          </a:p>
          <a:p>
            <a:r>
              <a:rPr lang="en-US" sz="3600" dirty="0">
                <a:latin typeface="+mj-lt"/>
              </a:rPr>
              <a:t>1-2: isobaric heat addition</a:t>
            </a:r>
          </a:p>
          <a:p>
            <a:r>
              <a:rPr lang="en-US" sz="3600" dirty="0">
                <a:latin typeface="+mj-lt"/>
              </a:rPr>
              <a:t>2-3: isochoric heat removal</a:t>
            </a:r>
          </a:p>
          <a:p>
            <a:r>
              <a:rPr lang="en-US" sz="3600" dirty="0">
                <a:latin typeface="+mj-lt"/>
              </a:rPr>
              <a:t>3-1: isothermal heat removal</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08F9C14-BB13-4FF5-85AD-02CC1F6BBA6A}"/>
                  </a:ext>
                </a:extLst>
              </p14:cNvPr>
              <p14:cNvContentPartPr/>
              <p14:nvPr/>
            </p14:nvContentPartPr>
            <p14:xfrm>
              <a:off x="5952240" y="460800"/>
              <a:ext cx="5703120" cy="4668840"/>
            </p14:xfrm>
          </p:contentPart>
        </mc:Choice>
        <mc:Fallback>
          <p:pic>
            <p:nvPicPr>
              <p:cNvPr id="2" name="Ink 1">
                <a:extLst>
                  <a:ext uri="{FF2B5EF4-FFF2-40B4-BE49-F238E27FC236}">
                    <a16:creationId xmlns:a16="http://schemas.microsoft.com/office/drawing/2014/main" id="{508F9C14-BB13-4FF5-85AD-02CC1F6BBA6A}"/>
                  </a:ext>
                </a:extLst>
              </p:cNvPr>
              <p:cNvPicPr/>
              <p:nvPr/>
            </p:nvPicPr>
            <p:blipFill>
              <a:blip r:embed="rId3"/>
              <a:stretch>
                <a:fillRect/>
              </a:stretch>
            </p:blipFill>
            <p:spPr>
              <a:xfrm>
                <a:off x="5942880" y="451440"/>
                <a:ext cx="5721840" cy="4687560"/>
              </a:xfrm>
              <a:prstGeom prst="rect">
                <a:avLst/>
              </a:prstGeom>
            </p:spPr>
          </p:pic>
        </mc:Fallback>
      </mc:AlternateContent>
    </p:spTree>
    <p:extLst>
      <p:ext uri="{BB962C8B-B14F-4D97-AF65-F5344CB8AC3E}">
        <p14:creationId xmlns:p14="http://schemas.microsoft.com/office/powerpoint/2010/main" val="1482498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123825" y="123825"/>
            <a:ext cx="10515600" cy="1325563"/>
          </a:xfrm>
        </p:spPr>
        <p:txBody>
          <a:bodyPr/>
          <a:lstStyle/>
          <a:p>
            <a:r>
              <a:rPr lang="en-US" dirty="0"/>
              <a:t>Process 1-2</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795CD21-DECE-4690-88A2-441BAC58F397}"/>
                  </a:ext>
                </a:extLst>
              </p14:cNvPr>
              <p14:cNvContentPartPr/>
              <p14:nvPr/>
            </p14:nvContentPartPr>
            <p14:xfrm>
              <a:off x="180720" y="671760"/>
              <a:ext cx="11486520" cy="5483160"/>
            </p14:xfrm>
          </p:contentPart>
        </mc:Choice>
        <mc:Fallback>
          <p:pic>
            <p:nvPicPr>
              <p:cNvPr id="2" name="Ink 1">
                <a:extLst>
                  <a:ext uri="{FF2B5EF4-FFF2-40B4-BE49-F238E27FC236}">
                    <a16:creationId xmlns:a16="http://schemas.microsoft.com/office/drawing/2014/main" id="{0795CD21-DECE-4690-88A2-441BAC58F397}"/>
                  </a:ext>
                </a:extLst>
              </p:cNvPr>
              <p:cNvPicPr/>
              <p:nvPr/>
            </p:nvPicPr>
            <p:blipFill>
              <a:blip r:embed="rId3"/>
              <a:stretch>
                <a:fillRect/>
              </a:stretch>
            </p:blipFill>
            <p:spPr>
              <a:xfrm>
                <a:off x="171360" y="662400"/>
                <a:ext cx="11505240" cy="5501880"/>
              </a:xfrm>
              <a:prstGeom prst="rect">
                <a:avLst/>
              </a:prstGeom>
            </p:spPr>
          </p:pic>
        </mc:Fallback>
      </mc:AlternateContent>
    </p:spTree>
    <p:extLst>
      <p:ext uri="{BB962C8B-B14F-4D97-AF65-F5344CB8AC3E}">
        <p14:creationId xmlns:p14="http://schemas.microsoft.com/office/powerpoint/2010/main" val="1306654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95250" y="85725"/>
            <a:ext cx="10515600" cy="1325563"/>
          </a:xfrm>
        </p:spPr>
        <p:txBody>
          <a:bodyPr/>
          <a:lstStyle/>
          <a:p>
            <a:r>
              <a:rPr lang="en-US" dirty="0"/>
              <a:t>Process 1-2</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F5203FB-5BF8-45E1-835E-5E7B69908F77}"/>
                  </a:ext>
                </a:extLst>
              </p14:cNvPr>
              <p14:cNvContentPartPr/>
              <p14:nvPr/>
            </p14:nvContentPartPr>
            <p14:xfrm>
              <a:off x="817920" y="657360"/>
              <a:ext cx="10639080" cy="3718440"/>
            </p14:xfrm>
          </p:contentPart>
        </mc:Choice>
        <mc:Fallback>
          <p:pic>
            <p:nvPicPr>
              <p:cNvPr id="2" name="Ink 1">
                <a:extLst>
                  <a:ext uri="{FF2B5EF4-FFF2-40B4-BE49-F238E27FC236}">
                    <a16:creationId xmlns:a16="http://schemas.microsoft.com/office/drawing/2014/main" id="{7F5203FB-5BF8-45E1-835E-5E7B69908F77}"/>
                  </a:ext>
                </a:extLst>
              </p:cNvPr>
              <p:cNvPicPr/>
              <p:nvPr/>
            </p:nvPicPr>
            <p:blipFill>
              <a:blip r:embed="rId3"/>
              <a:stretch>
                <a:fillRect/>
              </a:stretch>
            </p:blipFill>
            <p:spPr>
              <a:xfrm>
                <a:off x="808560" y="648000"/>
                <a:ext cx="10657800" cy="3737160"/>
              </a:xfrm>
              <a:prstGeom prst="rect">
                <a:avLst/>
              </a:prstGeom>
            </p:spPr>
          </p:pic>
        </mc:Fallback>
      </mc:AlternateContent>
    </p:spTree>
    <p:extLst>
      <p:ext uri="{BB962C8B-B14F-4D97-AF65-F5344CB8AC3E}">
        <p14:creationId xmlns:p14="http://schemas.microsoft.com/office/powerpoint/2010/main" val="3748823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95250" y="104775"/>
            <a:ext cx="10515600" cy="1325563"/>
          </a:xfrm>
        </p:spPr>
        <p:txBody>
          <a:bodyPr/>
          <a:lstStyle/>
          <a:p>
            <a:r>
              <a:rPr lang="en-US" dirty="0"/>
              <a:t>Process 2-3</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7A1A59D-C579-44D5-83BA-9BEC83FA6D93}"/>
                  </a:ext>
                </a:extLst>
              </p14:cNvPr>
              <p14:cNvContentPartPr/>
              <p14:nvPr/>
            </p14:nvContentPartPr>
            <p14:xfrm>
              <a:off x="125280" y="801000"/>
              <a:ext cx="11090880" cy="5418000"/>
            </p14:xfrm>
          </p:contentPart>
        </mc:Choice>
        <mc:Fallback>
          <p:pic>
            <p:nvPicPr>
              <p:cNvPr id="2" name="Ink 1">
                <a:extLst>
                  <a:ext uri="{FF2B5EF4-FFF2-40B4-BE49-F238E27FC236}">
                    <a16:creationId xmlns:a16="http://schemas.microsoft.com/office/drawing/2014/main" id="{E7A1A59D-C579-44D5-83BA-9BEC83FA6D93}"/>
                  </a:ext>
                </a:extLst>
              </p:cNvPr>
              <p:cNvPicPr/>
              <p:nvPr/>
            </p:nvPicPr>
            <p:blipFill>
              <a:blip r:embed="rId3"/>
              <a:stretch>
                <a:fillRect/>
              </a:stretch>
            </p:blipFill>
            <p:spPr>
              <a:xfrm>
                <a:off x="115920" y="791640"/>
                <a:ext cx="11109600" cy="5436720"/>
              </a:xfrm>
              <a:prstGeom prst="rect">
                <a:avLst/>
              </a:prstGeom>
            </p:spPr>
          </p:pic>
        </mc:Fallback>
      </mc:AlternateContent>
    </p:spTree>
    <p:extLst>
      <p:ext uri="{BB962C8B-B14F-4D97-AF65-F5344CB8AC3E}">
        <p14:creationId xmlns:p14="http://schemas.microsoft.com/office/powerpoint/2010/main" val="343243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95250" y="85725"/>
            <a:ext cx="10515600" cy="1325563"/>
          </a:xfrm>
        </p:spPr>
        <p:txBody>
          <a:bodyPr/>
          <a:lstStyle/>
          <a:p>
            <a:r>
              <a:rPr lang="en-US" dirty="0"/>
              <a:t>Process 3-1</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4905355-523C-4D54-B7F9-7C5FB2D672BE}"/>
                  </a:ext>
                </a:extLst>
              </p14:cNvPr>
              <p14:cNvContentPartPr/>
              <p14:nvPr/>
            </p14:nvContentPartPr>
            <p14:xfrm>
              <a:off x="183600" y="804600"/>
              <a:ext cx="10505520" cy="4149000"/>
            </p14:xfrm>
          </p:contentPart>
        </mc:Choice>
        <mc:Fallback>
          <p:pic>
            <p:nvPicPr>
              <p:cNvPr id="2" name="Ink 1">
                <a:extLst>
                  <a:ext uri="{FF2B5EF4-FFF2-40B4-BE49-F238E27FC236}">
                    <a16:creationId xmlns:a16="http://schemas.microsoft.com/office/drawing/2014/main" id="{F4905355-523C-4D54-B7F9-7C5FB2D672BE}"/>
                  </a:ext>
                </a:extLst>
              </p:cNvPr>
              <p:cNvPicPr/>
              <p:nvPr/>
            </p:nvPicPr>
            <p:blipFill>
              <a:blip r:embed="rId3"/>
              <a:stretch>
                <a:fillRect/>
              </a:stretch>
            </p:blipFill>
            <p:spPr>
              <a:xfrm>
                <a:off x="174240" y="795240"/>
                <a:ext cx="10524240" cy="4167720"/>
              </a:xfrm>
              <a:prstGeom prst="rect">
                <a:avLst/>
              </a:prstGeom>
            </p:spPr>
          </p:pic>
        </mc:Fallback>
      </mc:AlternateContent>
    </p:spTree>
    <p:extLst>
      <p:ext uri="{BB962C8B-B14F-4D97-AF65-F5344CB8AC3E}">
        <p14:creationId xmlns:p14="http://schemas.microsoft.com/office/powerpoint/2010/main" val="4209096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sk This Question for A Successful Agile Transformation | Agile ...">
            <a:extLst>
              <a:ext uri="{FF2B5EF4-FFF2-40B4-BE49-F238E27FC236}">
                <a16:creationId xmlns:a16="http://schemas.microsoft.com/office/drawing/2014/main" id="{51BA461C-E75F-47F3-9840-7312A7C2224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390" r="12625"/>
          <a:stretch/>
        </p:blipFill>
        <p:spPr bwMode="auto">
          <a:xfrm>
            <a:off x="0" y="1"/>
            <a:ext cx="7608815"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3">
            <a:extLst>
              <a:ext uri="{FF2B5EF4-FFF2-40B4-BE49-F238E27FC236}">
                <a16:creationId xmlns:a16="http://schemas.microsoft.com/office/drawing/2014/main" id="{E7DCECD0-7236-4C58-87DB-CD758162E457}"/>
              </a:ext>
            </a:extLst>
          </p:cNvPr>
          <p:cNvSpPr txBox="1">
            <a:spLocks/>
          </p:cNvSpPr>
          <p:nvPr/>
        </p:nvSpPr>
        <p:spPr>
          <a:xfrm>
            <a:off x="7608815" y="0"/>
            <a:ext cx="4583185" cy="6858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400" dirty="0"/>
              <a:t>What is the sign of work in process 3-1?</a:t>
            </a:r>
          </a:p>
          <a:p>
            <a:endParaRPr lang="en-US" dirty="0"/>
          </a:p>
          <a:p>
            <a:pPr marL="289322" indent="-289322">
              <a:buFont typeface="+mj-lt"/>
              <a:buAutoNum type="alphaUcPeriod"/>
            </a:pPr>
            <a:r>
              <a:rPr lang="en-US" dirty="0"/>
              <a:t>Positive</a:t>
            </a:r>
          </a:p>
          <a:p>
            <a:pPr marL="289322" indent="-289322">
              <a:buFont typeface="+mj-lt"/>
              <a:buAutoNum type="alphaUcPeriod"/>
            </a:pPr>
            <a:r>
              <a:rPr lang="en-US" dirty="0"/>
              <a:t>Negative</a:t>
            </a:r>
          </a:p>
          <a:p>
            <a:pPr marL="289322" indent="-289322">
              <a:buFont typeface="+mj-lt"/>
              <a:buAutoNum type="alphaUcPeriod"/>
            </a:pPr>
            <a:r>
              <a:rPr lang="en-US" dirty="0"/>
              <a:t>Work is zero</a:t>
            </a:r>
          </a:p>
        </p:txBody>
      </p:sp>
    </p:spTree>
    <p:extLst>
      <p:ext uri="{BB962C8B-B14F-4D97-AF65-F5344CB8AC3E}">
        <p14:creationId xmlns:p14="http://schemas.microsoft.com/office/powerpoint/2010/main" val="180184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104775" y="95250"/>
            <a:ext cx="10515600" cy="1325563"/>
          </a:xfrm>
        </p:spPr>
        <p:txBody>
          <a:bodyPr/>
          <a:lstStyle/>
          <a:p>
            <a:r>
              <a:rPr lang="en-US" dirty="0"/>
              <a:t>Process 3-1</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4A4191F-A98C-43FF-90D3-28F793D27026}"/>
                  </a:ext>
                </a:extLst>
              </p14:cNvPr>
              <p14:cNvContentPartPr/>
              <p14:nvPr/>
            </p14:nvContentPartPr>
            <p14:xfrm>
              <a:off x="1064160" y="223200"/>
              <a:ext cx="11085120" cy="5903640"/>
            </p14:xfrm>
          </p:contentPart>
        </mc:Choice>
        <mc:Fallback>
          <p:pic>
            <p:nvPicPr>
              <p:cNvPr id="2" name="Ink 1">
                <a:extLst>
                  <a:ext uri="{FF2B5EF4-FFF2-40B4-BE49-F238E27FC236}">
                    <a16:creationId xmlns:a16="http://schemas.microsoft.com/office/drawing/2014/main" id="{A4A4191F-A98C-43FF-90D3-28F793D27026}"/>
                  </a:ext>
                </a:extLst>
              </p:cNvPr>
              <p:cNvPicPr/>
              <p:nvPr/>
            </p:nvPicPr>
            <p:blipFill>
              <a:blip r:embed="rId3"/>
              <a:stretch>
                <a:fillRect/>
              </a:stretch>
            </p:blipFill>
            <p:spPr>
              <a:xfrm>
                <a:off x="1054800" y="213840"/>
                <a:ext cx="11103840" cy="5922360"/>
              </a:xfrm>
              <a:prstGeom prst="rect">
                <a:avLst/>
              </a:prstGeom>
            </p:spPr>
          </p:pic>
        </mc:Fallback>
      </mc:AlternateContent>
    </p:spTree>
    <p:extLst>
      <p:ext uri="{BB962C8B-B14F-4D97-AF65-F5344CB8AC3E}">
        <p14:creationId xmlns:p14="http://schemas.microsoft.com/office/powerpoint/2010/main" val="2644113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B59E4A-0D64-4CD0-865B-DD7979EC2EC0}"/>
              </a:ext>
            </a:extLst>
          </p:cNvPr>
          <p:cNvSpPr>
            <a:spLocks noGrp="1"/>
          </p:cNvSpPr>
          <p:nvPr>
            <p:ph type="title" idx="4294967295"/>
          </p:nvPr>
        </p:nvSpPr>
        <p:spPr>
          <a:xfrm>
            <a:off x="104775" y="85725"/>
            <a:ext cx="10515600" cy="1325563"/>
          </a:xfrm>
        </p:spPr>
        <p:txBody>
          <a:bodyPr/>
          <a:lstStyle/>
          <a:p>
            <a:r>
              <a:rPr lang="en-US" dirty="0"/>
              <a:t>Total Cycle</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CDF7BF2-4271-4936-9008-0A0C5710E6EC}"/>
                  </a:ext>
                </a:extLst>
              </p14:cNvPr>
              <p14:cNvContentPartPr/>
              <p14:nvPr/>
            </p14:nvContentPartPr>
            <p14:xfrm>
              <a:off x="449280" y="939960"/>
              <a:ext cx="10438920" cy="5345640"/>
            </p14:xfrm>
          </p:contentPart>
        </mc:Choice>
        <mc:Fallback>
          <p:pic>
            <p:nvPicPr>
              <p:cNvPr id="2" name="Ink 1">
                <a:extLst>
                  <a:ext uri="{FF2B5EF4-FFF2-40B4-BE49-F238E27FC236}">
                    <a16:creationId xmlns:a16="http://schemas.microsoft.com/office/drawing/2014/main" id="{9CDF7BF2-4271-4936-9008-0A0C5710E6EC}"/>
                  </a:ext>
                </a:extLst>
              </p:cNvPr>
              <p:cNvPicPr/>
              <p:nvPr/>
            </p:nvPicPr>
            <p:blipFill>
              <a:blip r:embed="rId3"/>
              <a:stretch>
                <a:fillRect/>
              </a:stretch>
            </p:blipFill>
            <p:spPr>
              <a:xfrm>
                <a:off x="439920" y="930600"/>
                <a:ext cx="10457640" cy="5364360"/>
              </a:xfrm>
              <a:prstGeom prst="rect">
                <a:avLst/>
              </a:prstGeom>
            </p:spPr>
          </p:pic>
        </mc:Fallback>
      </mc:AlternateContent>
    </p:spTree>
    <p:extLst>
      <p:ext uri="{BB962C8B-B14F-4D97-AF65-F5344CB8AC3E}">
        <p14:creationId xmlns:p14="http://schemas.microsoft.com/office/powerpoint/2010/main" val="1504706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195</Words>
  <Application>Microsoft Office PowerPoint</Application>
  <PresentationFormat>Widescreen</PresentationFormat>
  <Paragraphs>30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Calculate P, v, and T at each state point of the cycle on the right. Also calculate the work and heat for each process, as well as the change in internal energy if the working fluid is air.  T1=300 K P1 = 0.2 MPa T2 = 800 K M = 1 kg R=287 J/kg-K Cv = 720 J/kg-K Cp = 1001 J/kg-K</vt:lpstr>
      <vt:lpstr>PowerPoint Presentation</vt:lpstr>
      <vt:lpstr>PowerPoint Presentation</vt:lpstr>
      <vt:lpstr>Process 1-2 </vt:lpstr>
      <vt:lpstr>Process 1-2 </vt:lpstr>
      <vt:lpstr>Process 2-3 </vt:lpstr>
      <vt:lpstr>Process 3-1 </vt:lpstr>
      <vt:lpstr>PowerPoint Presentation</vt:lpstr>
      <vt:lpstr>Process 3-1 </vt:lpstr>
      <vt:lpstr>Total Cycle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O'Connor, Jacqueline Antonia</dc:creator>
  <cp:lastModifiedBy>O'Connor, Jacqueline Antonia</cp:lastModifiedBy>
  <cp:revision>33</cp:revision>
  <dcterms:created xsi:type="dcterms:W3CDTF">2021-04-07T00:38:07Z</dcterms:created>
  <dcterms:modified xsi:type="dcterms:W3CDTF">2021-05-16T19:13:37Z</dcterms:modified>
</cp:coreProperties>
</file>