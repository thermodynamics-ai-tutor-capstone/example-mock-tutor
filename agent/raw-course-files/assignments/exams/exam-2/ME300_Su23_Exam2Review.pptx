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AB737-B273-4034-A416-2FF981C48F7E}" v="251" dt="2023-07-18T22:59:19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86" d="100"/>
          <a:sy n="86" d="100"/>
        </p:scale>
        <p:origin x="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7BDAB737-B273-4034-A416-2FF981C48F7E}"/>
    <pc:docChg chg="modSld">
      <pc:chgData name="O'Connor, Jacqueline Antonia" userId="3b9bfa0c-75a1-427e-ae61-7069a76100c3" providerId="ADAL" clId="{7BDAB737-B273-4034-A416-2FF981C48F7E}" dt="2023-07-18T22:59:19.087" v="2106"/>
      <pc:docMkLst>
        <pc:docMk/>
      </pc:docMkLst>
      <pc:sldChg chg="addSp mod">
        <pc:chgData name="O'Connor, Jacqueline Antonia" userId="3b9bfa0c-75a1-427e-ae61-7069a76100c3" providerId="ADAL" clId="{7BDAB737-B273-4034-A416-2FF981C48F7E}" dt="2023-07-18T21:59:34.930" v="359" actId="9405"/>
        <pc:sldMkLst>
          <pc:docMk/>
          <pc:sldMk cId="2209115314" sldId="257"/>
        </pc:sldMkLst>
        <pc:inkChg chg="add">
          <ac:chgData name="O'Connor, Jacqueline Antonia" userId="3b9bfa0c-75a1-427e-ae61-7069a76100c3" providerId="ADAL" clId="{7BDAB737-B273-4034-A416-2FF981C48F7E}" dt="2023-07-18T21:50:57.604" v="0"/>
          <ac:inkMkLst>
            <pc:docMk/>
            <pc:sldMk cId="2209115314" sldId="257"/>
            <ac:inkMk id="2" creationId="{58100F82-E31F-7A3F-9E03-F974855C84F2}"/>
          </ac:inkMkLst>
        </pc:inkChg>
        <pc:inkChg chg="add">
          <ac:chgData name="O'Connor, Jacqueline Antonia" userId="3b9bfa0c-75a1-427e-ae61-7069a76100c3" providerId="ADAL" clId="{7BDAB737-B273-4034-A416-2FF981C48F7E}" dt="2023-07-18T21:59:34.930" v="359" actId="9405"/>
          <ac:inkMkLst>
            <pc:docMk/>
            <pc:sldMk cId="2209115314" sldId="257"/>
            <ac:inkMk id="3" creationId="{99D5ED87-94BE-84DB-1A8D-BEAA872D2F34}"/>
          </ac:inkMkLst>
        </pc:inkChg>
      </pc:sldChg>
      <pc:sldChg chg="addSp">
        <pc:chgData name="O'Connor, Jacqueline Antonia" userId="3b9bfa0c-75a1-427e-ae61-7069a76100c3" providerId="ADAL" clId="{7BDAB737-B273-4034-A416-2FF981C48F7E}" dt="2023-07-18T21:50:57.604" v="0"/>
        <pc:sldMkLst>
          <pc:docMk/>
          <pc:sldMk cId="4042527485" sldId="258"/>
        </pc:sldMkLst>
        <pc:inkChg chg="add">
          <ac:chgData name="O'Connor, Jacqueline Antonia" userId="3b9bfa0c-75a1-427e-ae61-7069a76100c3" providerId="ADAL" clId="{7BDAB737-B273-4034-A416-2FF981C48F7E}" dt="2023-07-18T21:50:57.604" v="0"/>
          <ac:inkMkLst>
            <pc:docMk/>
            <pc:sldMk cId="4042527485" sldId="258"/>
            <ac:inkMk id="2" creationId="{A06B555D-F404-CDA0-E00A-AC49E88BABD2}"/>
          </ac:inkMkLst>
        </pc:inkChg>
      </pc:sldChg>
      <pc:sldChg chg="addSp">
        <pc:chgData name="O'Connor, Jacqueline Antonia" userId="3b9bfa0c-75a1-427e-ae61-7069a76100c3" providerId="ADAL" clId="{7BDAB737-B273-4034-A416-2FF981C48F7E}" dt="2023-07-18T21:50:57.604" v="0"/>
        <pc:sldMkLst>
          <pc:docMk/>
          <pc:sldMk cId="1787989098" sldId="259"/>
        </pc:sldMkLst>
        <pc:inkChg chg="add">
          <ac:chgData name="O'Connor, Jacqueline Antonia" userId="3b9bfa0c-75a1-427e-ae61-7069a76100c3" providerId="ADAL" clId="{7BDAB737-B273-4034-A416-2FF981C48F7E}" dt="2023-07-18T21:50:57.604" v="0"/>
          <ac:inkMkLst>
            <pc:docMk/>
            <pc:sldMk cId="1787989098" sldId="259"/>
            <ac:inkMk id="2" creationId="{899AF418-6D98-42FD-558A-33C270622423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1:55:34.725" v="156" actId="9405"/>
        <pc:sldMkLst>
          <pc:docMk/>
          <pc:sldMk cId="1480862483" sldId="260"/>
        </pc:sldMkLst>
        <pc:grpChg chg="mod">
          <ac:chgData name="O'Connor, Jacqueline Antonia" userId="3b9bfa0c-75a1-427e-ae61-7069a76100c3" providerId="ADAL" clId="{7BDAB737-B273-4034-A416-2FF981C48F7E}" dt="2023-07-18T21:51:59.156" v="12"/>
          <ac:grpSpMkLst>
            <pc:docMk/>
            <pc:sldMk cId="1480862483" sldId="260"/>
            <ac:grpSpMk id="14" creationId="{3B81D063-CA4F-EF9C-9F11-C8569F527CAA}"/>
          </ac:grpSpMkLst>
        </pc:grpChg>
        <pc:grpChg chg="mod">
          <ac:chgData name="O'Connor, Jacqueline Antonia" userId="3b9bfa0c-75a1-427e-ae61-7069a76100c3" providerId="ADAL" clId="{7BDAB737-B273-4034-A416-2FF981C48F7E}" dt="2023-07-18T21:51:59.156" v="12"/>
          <ac:grpSpMkLst>
            <pc:docMk/>
            <pc:sldMk cId="1480862483" sldId="260"/>
            <ac:grpSpMk id="15" creationId="{B08CEC35-C363-19C1-9B06-B904F11C74EE}"/>
          </ac:grpSpMkLst>
        </pc:grpChg>
        <pc:grpChg chg="mod">
          <ac:chgData name="O'Connor, Jacqueline Antonia" userId="3b9bfa0c-75a1-427e-ae61-7069a76100c3" providerId="ADAL" clId="{7BDAB737-B273-4034-A416-2FF981C48F7E}" dt="2023-07-18T21:52:01.349" v="15"/>
          <ac:grpSpMkLst>
            <pc:docMk/>
            <pc:sldMk cId="1480862483" sldId="260"/>
            <ac:grpSpMk id="18" creationId="{DE3C530B-C63F-46EA-5063-8F6EC9481326}"/>
          </ac:grpSpMkLst>
        </pc:grpChg>
        <pc:grpChg chg="mod">
          <ac:chgData name="O'Connor, Jacqueline Antonia" userId="3b9bfa0c-75a1-427e-ae61-7069a76100c3" providerId="ADAL" clId="{7BDAB737-B273-4034-A416-2FF981C48F7E}" dt="2023-07-18T21:52:06.665" v="19"/>
          <ac:grpSpMkLst>
            <pc:docMk/>
            <pc:sldMk cId="1480862483" sldId="260"/>
            <ac:grpSpMk id="22" creationId="{ED5146DF-9DFA-76BC-A7F2-C43C938667E1}"/>
          </ac:grpSpMkLst>
        </pc:grpChg>
        <pc:grpChg chg="mod">
          <ac:chgData name="O'Connor, Jacqueline Antonia" userId="3b9bfa0c-75a1-427e-ae61-7069a76100c3" providerId="ADAL" clId="{7BDAB737-B273-4034-A416-2FF981C48F7E}" dt="2023-07-18T21:52:11.121" v="29"/>
          <ac:grpSpMkLst>
            <pc:docMk/>
            <pc:sldMk cId="1480862483" sldId="260"/>
            <ac:grpSpMk id="32" creationId="{E8BA32ED-EF6C-5BAB-B8EB-F394E3CF278E}"/>
          </ac:grpSpMkLst>
        </pc:grpChg>
        <pc:grpChg chg="del mod">
          <ac:chgData name="O'Connor, Jacqueline Antonia" userId="3b9bfa0c-75a1-427e-ae61-7069a76100c3" providerId="ADAL" clId="{7BDAB737-B273-4034-A416-2FF981C48F7E}" dt="2023-07-18T21:52:11.121" v="29"/>
          <ac:grpSpMkLst>
            <pc:docMk/>
            <pc:sldMk cId="1480862483" sldId="260"/>
            <ac:grpSpMk id="33" creationId="{A102D7DB-C1D5-804F-DB99-6C3DC83EDE17}"/>
          </ac:grpSpMkLst>
        </pc:grpChg>
        <pc:grpChg chg="mod">
          <ac:chgData name="O'Connor, Jacqueline Antonia" userId="3b9bfa0c-75a1-427e-ae61-7069a76100c3" providerId="ADAL" clId="{7BDAB737-B273-4034-A416-2FF981C48F7E}" dt="2023-07-18T21:52:11.121" v="29"/>
          <ac:grpSpMkLst>
            <pc:docMk/>
            <pc:sldMk cId="1480862483" sldId="260"/>
            <ac:grpSpMk id="34" creationId="{362D7D6F-8238-E355-AFCC-F98AD73E787E}"/>
          </ac:grpSpMkLst>
        </pc:grpChg>
        <pc:grpChg chg="mod">
          <ac:chgData name="O'Connor, Jacqueline Antonia" userId="3b9bfa0c-75a1-427e-ae61-7069a76100c3" providerId="ADAL" clId="{7BDAB737-B273-4034-A416-2FF981C48F7E}" dt="2023-07-18T21:52:42.338" v="38"/>
          <ac:grpSpMkLst>
            <pc:docMk/>
            <pc:sldMk cId="1480862483" sldId="260"/>
            <ac:grpSpMk id="43" creationId="{F4E35950-CD13-E8D4-5270-604D024240C3}"/>
          </ac:grpSpMkLst>
        </pc:grpChg>
        <pc:grpChg chg="mod">
          <ac:chgData name="O'Connor, Jacqueline Antonia" userId="3b9bfa0c-75a1-427e-ae61-7069a76100c3" providerId="ADAL" clId="{7BDAB737-B273-4034-A416-2FF981C48F7E}" dt="2023-07-18T21:52:44.267" v="41"/>
          <ac:grpSpMkLst>
            <pc:docMk/>
            <pc:sldMk cId="1480862483" sldId="260"/>
            <ac:grpSpMk id="46" creationId="{516252AC-9425-D1FA-72FF-9DB5488A7BF0}"/>
          </ac:grpSpMkLst>
        </pc:grpChg>
        <pc:grpChg chg="mod">
          <ac:chgData name="O'Connor, Jacqueline Antonia" userId="3b9bfa0c-75a1-427e-ae61-7069a76100c3" providerId="ADAL" clId="{7BDAB737-B273-4034-A416-2FF981C48F7E}" dt="2023-07-18T21:52:52.935" v="53"/>
          <ac:grpSpMkLst>
            <pc:docMk/>
            <pc:sldMk cId="1480862483" sldId="260"/>
            <ac:grpSpMk id="58" creationId="{C7053ABC-943F-89CF-2A3E-9B5386C1A60C}"/>
          </ac:grpSpMkLst>
        </pc:grpChg>
        <pc:grpChg chg="del mod">
          <ac:chgData name="O'Connor, Jacqueline Antonia" userId="3b9bfa0c-75a1-427e-ae61-7069a76100c3" providerId="ADAL" clId="{7BDAB737-B273-4034-A416-2FF981C48F7E}" dt="2023-07-18T21:53:39.769" v="69"/>
          <ac:grpSpMkLst>
            <pc:docMk/>
            <pc:sldMk cId="1480862483" sldId="260"/>
            <ac:grpSpMk id="63" creationId="{C953FAD1-A37F-57C4-1442-D7340CD1426C}"/>
          </ac:grpSpMkLst>
        </pc:grpChg>
        <pc:grpChg chg="mod">
          <ac:chgData name="O'Connor, Jacqueline Antonia" userId="3b9bfa0c-75a1-427e-ae61-7069a76100c3" providerId="ADAL" clId="{7BDAB737-B273-4034-A416-2FF981C48F7E}" dt="2023-07-18T21:53:39.769" v="69"/>
          <ac:grpSpMkLst>
            <pc:docMk/>
            <pc:sldMk cId="1480862483" sldId="260"/>
            <ac:grpSpMk id="74" creationId="{C7041D02-9F90-DDB2-53D0-301B19A3A939}"/>
          </ac:grpSpMkLst>
        </pc:grpChg>
        <pc:grpChg chg="del mod">
          <ac:chgData name="O'Connor, Jacqueline Antonia" userId="3b9bfa0c-75a1-427e-ae61-7069a76100c3" providerId="ADAL" clId="{7BDAB737-B273-4034-A416-2FF981C48F7E}" dt="2023-07-18T21:54:25.038" v="84"/>
          <ac:grpSpMkLst>
            <pc:docMk/>
            <pc:sldMk cId="1480862483" sldId="260"/>
            <ac:grpSpMk id="75" creationId="{32251C96-3E73-9906-4E76-07A98BD0C2BF}"/>
          </ac:grpSpMkLst>
        </pc:grpChg>
        <pc:grpChg chg="mod">
          <ac:chgData name="O'Connor, Jacqueline Antonia" userId="3b9bfa0c-75a1-427e-ae61-7069a76100c3" providerId="ADAL" clId="{7BDAB737-B273-4034-A416-2FF981C48F7E}" dt="2023-07-18T21:53:42.842" v="73"/>
          <ac:grpSpMkLst>
            <pc:docMk/>
            <pc:sldMk cId="1480862483" sldId="260"/>
            <ac:grpSpMk id="79" creationId="{24CB8356-D955-4670-11EC-BF2B2C77544D}"/>
          </ac:grpSpMkLst>
        </pc:grpChg>
        <pc:grpChg chg="mod">
          <ac:chgData name="O'Connor, Jacqueline Antonia" userId="3b9bfa0c-75a1-427e-ae61-7069a76100c3" providerId="ADAL" clId="{7BDAB737-B273-4034-A416-2FF981C48F7E}" dt="2023-07-18T21:54:25.038" v="84"/>
          <ac:grpSpMkLst>
            <pc:docMk/>
            <pc:sldMk cId="1480862483" sldId="260"/>
            <ac:grpSpMk id="90" creationId="{A3940FB3-A0AD-097D-06D8-7D8D79CE8A31}"/>
          </ac:grpSpMkLst>
        </pc:grpChg>
        <pc:inkChg chg="add">
          <ac:chgData name="O'Connor, Jacqueline Antonia" userId="3b9bfa0c-75a1-427e-ae61-7069a76100c3" providerId="ADAL" clId="{7BDAB737-B273-4034-A416-2FF981C48F7E}" dt="2023-07-18T21:50:57.604" v="0"/>
          <ac:inkMkLst>
            <pc:docMk/>
            <pc:sldMk cId="1480862483" sldId="260"/>
            <ac:inkMk id="2" creationId="{33E376DD-8C28-1E86-CA25-6906C5FDA9C3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3" creationId="{D5F9C49A-E1E7-98C9-CB2D-53FCA1962815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4" creationId="{D29688F5-0B23-2DDE-A660-5743DFA50834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5" creationId="{8E1900E0-1A06-E742-D76E-7B5B76C83958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6" creationId="{2A1422E8-B59F-89A6-EF46-04938B9F0B3D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7" creationId="{3AA3C8A6-0B49-6C7C-7386-BC6950EA87F8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8" creationId="{AD3D56A7-4E0C-EC9E-67E3-85C18FCA53E2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9" creationId="{9EEF7292-5794-2D9A-90AB-5EB94DEADBB9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10" creationId="{B4C317A6-85AD-B4F7-50CA-875E3B7616DD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11" creationId="{17E94863-0E48-928D-4FF5-B329A890D796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12" creationId="{4AF2286F-43F0-39C1-81C9-83E243DF412A}"/>
          </ac:inkMkLst>
        </pc:inkChg>
        <pc:inkChg chg="add mod">
          <ac:chgData name="O'Connor, Jacqueline Antonia" userId="3b9bfa0c-75a1-427e-ae61-7069a76100c3" providerId="ADAL" clId="{7BDAB737-B273-4034-A416-2FF981C48F7E}" dt="2023-07-18T21:51:59.156" v="12"/>
          <ac:inkMkLst>
            <pc:docMk/>
            <pc:sldMk cId="1480862483" sldId="260"/>
            <ac:inkMk id="13" creationId="{75ACC2C9-F61C-3E52-55F3-5872D89CF8B8}"/>
          </ac:inkMkLst>
        </pc:inkChg>
        <pc:inkChg chg="add mod">
          <ac:chgData name="O'Connor, Jacqueline Antonia" userId="3b9bfa0c-75a1-427e-ae61-7069a76100c3" providerId="ADAL" clId="{7BDAB737-B273-4034-A416-2FF981C48F7E}" dt="2023-07-18T21:52:01.349" v="15"/>
          <ac:inkMkLst>
            <pc:docMk/>
            <pc:sldMk cId="1480862483" sldId="260"/>
            <ac:inkMk id="16" creationId="{8CB4851E-6324-AA23-C1A0-7A415E84E8C0}"/>
          </ac:inkMkLst>
        </pc:inkChg>
        <pc:inkChg chg="add mod">
          <ac:chgData name="O'Connor, Jacqueline Antonia" userId="3b9bfa0c-75a1-427e-ae61-7069a76100c3" providerId="ADAL" clId="{7BDAB737-B273-4034-A416-2FF981C48F7E}" dt="2023-07-18T21:52:01.349" v="15"/>
          <ac:inkMkLst>
            <pc:docMk/>
            <pc:sldMk cId="1480862483" sldId="260"/>
            <ac:inkMk id="17" creationId="{91F14BA0-68DF-BB37-0352-7AA6D83FB5C5}"/>
          </ac:inkMkLst>
        </pc:inkChg>
        <pc:inkChg chg="add mod">
          <ac:chgData name="O'Connor, Jacqueline Antonia" userId="3b9bfa0c-75a1-427e-ae61-7069a76100c3" providerId="ADAL" clId="{7BDAB737-B273-4034-A416-2FF981C48F7E}" dt="2023-07-18T21:52:06.665" v="19"/>
          <ac:inkMkLst>
            <pc:docMk/>
            <pc:sldMk cId="1480862483" sldId="260"/>
            <ac:inkMk id="19" creationId="{BDAD31A3-D55F-770F-0F6F-02BAFF0F353A}"/>
          </ac:inkMkLst>
        </pc:inkChg>
        <pc:inkChg chg="add mod">
          <ac:chgData name="O'Connor, Jacqueline Antonia" userId="3b9bfa0c-75a1-427e-ae61-7069a76100c3" providerId="ADAL" clId="{7BDAB737-B273-4034-A416-2FF981C48F7E}" dt="2023-07-18T21:52:06.665" v="19"/>
          <ac:inkMkLst>
            <pc:docMk/>
            <pc:sldMk cId="1480862483" sldId="260"/>
            <ac:inkMk id="20" creationId="{7477AF6E-F179-BFC7-7F27-078FB995F280}"/>
          </ac:inkMkLst>
        </pc:inkChg>
        <pc:inkChg chg="add mod">
          <ac:chgData name="O'Connor, Jacqueline Antonia" userId="3b9bfa0c-75a1-427e-ae61-7069a76100c3" providerId="ADAL" clId="{7BDAB737-B273-4034-A416-2FF981C48F7E}" dt="2023-07-18T21:52:06.665" v="19"/>
          <ac:inkMkLst>
            <pc:docMk/>
            <pc:sldMk cId="1480862483" sldId="260"/>
            <ac:inkMk id="21" creationId="{26E6BAEB-F571-4337-7B65-056289522D0A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23" creationId="{E50B5447-0648-75AF-A7E1-239281BD54BC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24" creationId="{B3997268-B64A-3F1F-5E87-0FCABDF9EE30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25" creationId="{20069DBD-6D67-8954-3B11-A4DD429B9E40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26" creationId="{F571F769-DCB7-05C4-3489-39A2295E7EDA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27" creationId="{BBDCDF01-A8EA-AA7C-81BC-F55DE49FBA14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28" creationId="{B91016C8-F979-4084-8221-3173DF973C73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29" creationId="{87E05FE4-E50F-6027-7E14-4482451C78AD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30" creationId="{BC1A4EC3-33BF-68E9-BDAF-18EA28A81191}"/>
          </ac:inkMkLst>
        </pc:inkChg>
        <pc:inkChg chg="add mod">
          <ac:chgData name="O'Connor, Jacqueline Antonia" userId="3b9bfa0c-75a1-427e-ae61-7069a76100c3" providerId="ADAL" clId="{7BDAB737-B273-4034-A416-2FF981C48F7E}" dt="2023-07-18T21:52:11.121" v="29"/>
          <ac:inkMkLst>
            <pc:docMk/>
            <pc:sldMk cId="1480862483" sldId="260"/>
            <ac:inkMk id="31" creationId="{EE1E76E3-E4EC-0665-BDAE-0574706C6FE8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35" creationId="{7D9242B7-10EC-251E-475C-27E26F7AEB9B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36" creationId="{781816B8-65B7-95C5-BEF9-0F3F47672327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37" creationId="{353E7BC0-7278-73AC-2C1A-61F3C373B93D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38" creationId="{05EE97FE-3CBF-C88F-D194-9CBBE31E615C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39" creationId="{81436E1D-9D6F-F8AF-01FB-942578DAD976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40" creationId="{902DC96C-348E-39DE-819F-EA558C42FA32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41" creationId="{11B316D1-4E0B-1D23-8D40-4BCD04FAF40C}"/>
          </ac:inkMkLst>
        </pc:inkChg>
        <pc:inkChg chg="add mod">
          <ac:chgData name="O'Connor, Jacqueline Antonia" userId="3b9bfa0c-75a1-427e-ae61-7069a76100c3" providerId="ADAL" clId="{7BDAB737-B273-4034-A416-2FF981C48F7E}" dt="2023-07-18T21:52:42.338" v="38"/>
          <ac:inkMkLst>
            <pc:docMk/>
            <pc:sldMk cId="1480862483" sldId="260"/>
            <ac:inkMk id="42" creationId="{1727DC45-B5A8-6EDB-340A-0E5C14BAFDF8}"/>
          </ac:inkMkLst>
        </pc:inkChg>
        <pc:inkChg chg="add mod">
          <ac:chgData name="O'Connor, Jacqueline Antonia" userId="3b9bfa0c-75a1-427e-ae61-7069a76100c3" providerId="ADAL" clId="{7BDAB737-B273-4034-A416-2FF981C48F7E}" dt="2023-07-18T21:52:44.267" v="41"/>
          <ac:inkMkLst>
            <pc:docMk/>
            <pc:sldMk cId="1480862483" sldId="260"/>
            <ac:inkMk id="44" creationId="{76B627F5-517B-1063-60AD-B9B6F542A5A2}"/>
          </ac:inkMkLst>
        </pc:inkChg>
        <pc:inkChg chg="add mod">
          <ac:chgData name="O'Connor, Jacqueline Antonia" userId="3b9bfa0c-75a1-427e-ae61-7069a76100c3" providerId="ADAL" clId="{7BDAB737-B273-4034-A416-2FF981C48F7E}" dt="2023-07-18T21:52:44.267" v="41"/>
          <ac:inkMkLst>
            <pc:docMk/>
            <pc:sldMk cId="1480862483" sldId="260"/>
            <ac:inkMk id="45" creationId="{A4C49191-9CEE-4A4E-1B86-92AD7A0F2D7C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47" creationId="{F97E9E8B-732A-17D8-C31D-8D5893C4DC30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48" creationId="{187F6C7B-C9F3-0DF9-79B5-3B78A7B739F6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49" creationId="{22CF1048-C687-9FD3-909E-02AE7BF14A7F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0" creationId="{D4B15CBC-AEFF-E93B-069B-EB29573AE019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1" creationId="{CF36577E-BCEA-30FF-9685-D017549407BC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2" creationId="{8EF7F2D6-FC3B-B645-330B-C962ADFD9670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3" creationId="{79FEBD08-12C4-52A4-9EF1-96018D9B2E33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4" creationId="{3BE36E4C-A7E7-B933-7A4C-6CB3E2A4DBA3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5" creationId="{EB335F62-33E9-C478-E6D6-ACA5F11505F9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6" creationId="{8B1D9411-84D4-F813-7368-60C842CDD60D}"/>
          </ac:inkMkLst>
        </pc:inkChg>
        <pc:inkChg chg="add mod">
          <ac:chgData name="O'Connor, Jacqueline Antonia" userId="3b9bfa0c-75a1-427e-ae61-7069a76100c3" providerId="ADAL" clId="{7BDAB737-B273-4034-A416-2FF981C48F7E}" dt="2023-07-18T21:52:52.935" v="53"/>
          <ac:inkMkLst>
            <pc:docMk/>
            <pc:sldMk cId="1480862483" sldId="260"/>
            <ac:inkMk id="57" creationId="{5E47B265-7D6F-BF62-0031-C5DF59FB07D0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59" creationId="{44A848A3-66DD-7117-80FB-983A4A9150AB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0" creationId="{CBE1FE91-2525-2A39-95CF-6DEA2E53B9FE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1" creationId="{1440A2CD-9A70-C864-783A-D46B39348E79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2" creationId="{98D654C9-0244-FCDB-74B3-3E1AD3CC6973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4" creationId="{C848CA6A-96FD-A9CA-595B-BEB4F802C294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5" creationId="{A79A30BB-6A2F-2860-CA83-73F4D4622A77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6" creationId="{1F0B3E37-BA58-8DC1-9E33-E71B0D4EC6FF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7" creationId="{4BD048B0-237A-94A3-AA38-ECE2EB4772A5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8" creationId="{0EE64F89-6495-ABD9-932C-E50A99150F24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69" creationId="{5090E458-82C5-A039-C774-C351E9186D21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70" creationId="{45AB868C-BBED-6A7F-7970-4720408F2F17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71" creationId="{C77E3351-73DC-3582-9C55-A4018C35D383}"/>
          </ac:inkMkLst>
        </pc:inkChg>
        <pc:inkChg chg="add mod">
          <ac:chgData name="O'Connor, Jacqueline Antonia" userId="3b9bfa0c-75a1-427e-ae61-7069a76100c3" providerId="ADAL" clId="{7BDAB737-B273-4034-A416-2FF981C48F7E}" dt="2023-07-18T21:53:39.769" v="69"/>
          <ac:inkMkLst>
            <pc:docMk/>
            <pc:sldMk cId="1480862483" sldId="260"/>
            <ac:inkMk id="72" creationId="{C30555BB-6C76-87F7-650A-5C919FA7F1AD}"/>
          </ac:inkMkLst>
        </pc:inkChg>
        <pc:inkChg chg="add mod">
          <ac:chgData name="O'Connor, Jacqueline Antonia" userId="3b9bfa0c-75a1-427e-ae61-7069a76100c3" providerId="ADAL" clId="{7BDAB737-B273-4034-A416-2FF981C48F7E}" dt="2023-07-18T21:53:39.769" v="69"/>
          <ac:inkMkLst>
            <pc:docMk/>
            <pc:sldMk cId="1480862483" sldId="260"/>
            <ac:inkMk id="73" creationId="{CC5034BD-071F-02C3-DAD2-FAC1543774AB}"/>
          </ac:inkMkLst>
        </pc:inkChg>
        <pc:inkChg chg="add mod">
          <ac:chgData name="O'Connor, Jacqueline Antonia" userId="3b9bfa0c-75a1-427e-ae61-7069a76100c3" providerId="ADAL" clId="{7BDAB737-B273-4034-A416-2FF981C48F7E}" dt="2023-07-18T21:53:42.842" v="73"/>
          <ac:inkMkLst>
            <pc:docMk/>
            <pc:sldMk cId="1480862483" sldId="260"/>
            <ac:inkMk id="76" creationId="{959E2A2D-E9F6-A951-792F-6D08C92D47C8}"/>
          </ac:inkMkLst>
        </pc:inkChg>
        <pc:inkChg chg="add mod">
          <ac:chgData name="O'Connor, Jacqueline Antonia" userId="3b9bfa0c-75a1-427e-ae61-7069a76100c3" providerId="ADAL" clId="{7BDAB737-B273-4034-A416-2FF981C48F7E}" dt="2023-07-18T21:53:42.842" v="73"/>
          <ac:inkMkLst>
            <pc:docMk/>
            <pc:sldMk cId="1480862483" sldId="260"/>
            <ac:inkMk id="77" creationId="{AA432B50-5E4D-1C59-6CB2-1213672CFDA0}"/>
          </ac:inkMkLst>
        </pc:inkChg>
        <pc:inkChg chg="add mod">
          <ac:chgData name="O'Connor, Jacqueline Antonia" userId="3b9bfa0c-75a1-427e-ae61-7069a76100c3" providerId="ADAL" clId="{7BDAB737-B273-4034-A416-2FF981C48F7E}" dt="2023-07-18T21:53:42.842" v="73"/>
          <ac:inkMkLst>
            <pc:docMk/>
            <pc:sldMk cId="1480862483" sldId="260"/>
            <ac:inkMk id="78" creationId="{ACAC028F-41EF-9482-FE82-FAE26201B7B3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0" creationId="{D1D16BCE-A4BB-5D26-658C-33B3C9F99DDC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1" creationId="{B0D2FB79-2EBB-FE2D-5605-CFB413037285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2" creationId="{25A16DF6-08E9-289F-4603-5F14E8466AF6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3" creationId="{75CDB536-278F-EFD7-DC02-49708587E495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4" creationId="{BE9918F0-8257-CE60-3157-6420E6A5A5B9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5" creationId="{59465A23-D788-CC4A-D61D-25E9E21A3C93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6" creationId="{78BF6847-C00D-F6F7-AE19-583657476518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7" creationId="{7925A7C3-E449-4886-6255-CA59B71B83C1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8" creationId="{B6CC52C7-59DB-A241-BC66-71DF426B9F39}"/>
          </ac:inkMkLst>
        </pc:inkChg>
        <pc:inkChg chg="add mod">
          <ac:chgData name="O'Connor, Jacqueline Antonia" userId="3b9bfa0c-75a1-427e-ae61-7069a76100c3" providerId="ADAL" clId="{7BDAB737-B273-4034-A416-2FF981C48F7E}" dt="2023-07-18T21:54:25.038" v="84"/>
          <ac:inkMkLst>
            <pc:docMk/>
            <pc:sldMk cId="1480862483" sldId="260"/>
            <ac:inkMk id="89" creationId="{EBD9D384-330D-F60A-0F36-A7623A542D57}"/>
          </ac:inkMkLst>
        </pc:inkChg>
        <pc:inkChg chg="add">
          <ac:chgData name="O'Connor, Jacqueline Antonia" userId="3b9bfa0c-75a1-427e-ae61-7069a76100c3" providerId="ADAL" clId="{7BDAB737-B273-4034-A416-2FF981C48F7E}" dt="2023-07-18T21:55:34.725" v="156" actId="9405"/>
          <ac:inkMkLst>
            <pc:docMk/>
            <pc:sldMk cId="1480862483" sldId="260"/>
            <ac:inkMk id="91" creationId="{34718E23-1C0A-ED18-22BE-959809D6733C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1:59:23.676" v="358" actId="9405"/>
        <pc:sldMkLst>
          <pc:docMk/>
          <pc:sldMk cId="1911203490" sldId="261"/>
        </pc:sldMkLst>
        <pc:grpChg chg="mod">
          <ac:chgData name="O'Connor, Jacqueline Antonia" userId="3b9bfa0c-75a1-427e-ae61-7069a76100c3" providerId="ADAL" clId="{7BDAB737-B273-4034-A416-2FF981C48F7E}" dt="2023-07-18T21:54:51.313" v="93"/>
          <ac:grpSpMkLst>
            <pc:docMk/>
            <pc:sldMk cId="1911203490" sldId="261"/>
            <ac:grpSpMk id="10" creationId="{871EAE06-376A-2771-15AC-DB312128545D}"/>
          </ac:grpSpMkLst>
        </pc:grpChg>
        <pc:grpChg chg="del mod">
          <ac:chgData name="O'Connor, Jacqueline Antonia" userId="3b9bfa0c-75a1-427e-ae61-7069a76100c3" providerId="ADAL" clId="{7BDAB737-B273-4034-A416-2FF981C48F7E}" dt="2023-07-18T21:55:10.430" v="127"/>
          <ac:grpSpMkLst>
            <pc:docMk/>
            <pc:sldMk cId="1911203490" sldId="261"/>
            <ac:grpSpMk id="40" creationId="{B0E570A7-B0C4-A8F2-9871-698F44CFDA27}"/>
          </ac:grpSpMkLst>
        </pc:grpChg>
        <pc:grpChg chg="del mod">
          <ac:chgData name="O'Connor, Jacqueline Antonia" userId="3b9bfa0c-75a1-427e-ae61-7069a76100c3" providerId="ADAL" clId="{7BDAB737-B273-4034-A416-2FF981C48F7E}" dt="2023-07-18T21:55:10.430" v="127"/>
          <ac:grpSpMkLst>
            <pc:docMk/>
            <pc:sldMk cId="1911203490" sldId="261"/>
            <ac:grpSpMk id="41" creationId="{50E404E9-4B5C-1E20-7E9F-A57669FF28B7}"/>
          </ac:grpSpMkLst>
        </pc:grpChg>
        <pc:grpChg chg="mod">
          <ac:chgData name="O'Connor, Jacqueline Antonia" userId="3b9bfa0c-75a1-427e-ae61-7069a76100c3" providerId="ADAL" clId="{7BDAB737-B273-4034-A416-2FF981C48F7E}" dt="2023-07-18T21:55:08.410" v="123"/>
          <ac:grpSpMkLst>
            <pc:docMk/>
            <pc:sldMk cId="1911203490" sldId="261"/>
            <ac:grpSpMk id="42" creationId="{88723000-A846-BD7C-57FF-47F448DA9EF5}"/>
          </ac:grpSpMkLst>
        </pc:grpChg>
        <pc:grpChg chg="mod">
          <ac:chgData name="O'Connor, Jacqueline Antonia" userId="3b9bfa0c-75a1-427e-ae61-7069a76100c3" providerId="ADAL" clId="{7BDAB737-B273-4034-A416-2FF981C48F7E}" dt="2023-07-18T21:55:08.410" v="123"/>
          <ac:grpSpMkLst>
            <pc:docMk/>
            <pc:sldMk cId="1911203490" sldId="261"/>
            <ac:grpSpMk id="43" creationId="{F9E7D672-80E4-9D42-D459-FAD6D53B5AFD}"/>
          </ac:grpSpMkLst>
        </pc:grpChg>
        <pc:grpChg chg="mod">
          <ac:chgData name="O'Connor, Jacqueline Antonia" userId="3b9bfa0c-75a1-427e-ae61-7069a76100c3" providerId="ADAL" clId="{7BDAB737-B273-4034-A416-2FF981C48F7E}" dt="2023-07-18T21:55:10.430" v="127"/>
          <ac:grpSpMkLst>
            <pc:docMk/>
            <pc:sldMk cId="1911203490" sldId="261"/>
            <ac:grpSpMk id="47" creationId="{AA3D090F-F73A-02A0-E6B9-CE7BF384DA47}"/>
          </ac:grpSpMkLst>
        </pc:grpChg>
        <pc:grpChg chg="del mod">
          <ac:chgData name="O'Connor, Jacqueline Antonia" userId="3b9bfa0c-75a1-427e-ae61-7069a76100c3" providerId="ADAL" clId="{7BDAB737-B273-4034-A416-2FF981C48F7E}" dt="2023-07-18T21:55:17.780" v="138"/>
          <ac:grpSpMkLst>
            <pc:docMk/>
            <pc:sldMk cId="1911203490" sldId="261"/>
            <ac:grpSpMk id="52" creationId="{EDB4F459-8187-4B62-E895-59306DC581BB}"/>
          </ac:grpSpMkLst>
        </pc:grpChg>
        <pc:grpChg chg="mod">
          <ac:chgData name="O'Connor, Jacqueline Antonia" userId="3b9bfa0c-75a1-427e-ae61-7069a76100c3" providerId="ADAL" clId="{7BDAB737-B273-4034-A416-2FF981C48F7E}" dt="2023-07-18T21:55:19.288" v="142"/>
          <ac:grpSpMkLst>
            <pc:docMk/>
            <pc:sldMk cId="1911203490" sldId="261"/>
            <ac:grpSpMk id="57" creationId="{2AAFDBA4-BC0B-FF8E-B714-FBAAAA107501}"/>
          </ac:grpSpMkLst>
        </pc:grpChg>
        <pc:grpChg chg="del mod">
          <ac:chgData name="O'Connor, Jacqueline Antonia" userId="3b9bfa0c-75a1-427e-ae61-7069a76100c3" providerId="ADAL" clId="{7BDAB737-B273-4034-A416-2FF981C48F7E}" dt="2023-07-18T21:55:47.072" v="159"/>
          <ac:grpSpMkLst>
            <pc:docMk/>
            <pc:sldMk cId="1911203490" sldId="261"/>
            <ac:grpSpMk id="65" creationId="{4622F71B-5AFA-0424-CD6D-4BB78E24FAA1}"/>
          </ac:grpSpMkLst>
        </pc:grpChg>
        <pc:grpChg chg="mod">
          <ac:chgData name="O'Connor, Jacqueline Antonia" userId="3b9bfa0c-75a1-427e-ae61-7069a76100c3" providerId="ADAL" clId="{7BDAB737-B273-4034-A416-2FF981C48F7E}" dt="2023-07-18T21:55:27.096" v="155"/>
          <ac:grpSpMkLst>
            <pc:docMk/>
            <pc:sldMk cId="1911203490" sldId="261"/>
            <ac:grpSpMk id="70" creationId="{770D1D9A-72AB-66EB-2A4F-2EE499B8FA6F}"/>
          </ac:grpSpMkLst>
        </pc:grpChg>
        <pc:grpChg chg="mod">
          <ac:chgData name="O'Connor, Jacqueline Antonia" userId="3b9bfa0c-75a1-427e-ae61-7069a76100c3" providerId="ADAL" clId="{7BDAB737-B273-4034-A416-2FF981C48F7E}" dt="2023-07-18T21:55:47.072" v="159"/>
          <ac:grpSpMkLst>
            <pc:docMk/>
            <pc:sldMk cId="1911203490" sldId="261"/>
            <ac:grpSpMk id="73" creationId="{6B251E88-69A8-C93E-24D4-F7C586E34294}"/>
          </ac:grpSpMkLst>
        </pc:grpChg>
        <pc:grpChg chg="del mod">
          <ac:chgData name="O'Connor, Jacqueline Antonia" userId="3b9bfa0c-75a1-427e-ae61-7069a76100c3" providerId="ADAL" clId="{7BDAB737-B273-4034-A416-2FF981C48F7E}" dt="2023-07-18T21:56:15.209" v="189"/>
          <ac:grpSpMkLst>
            <pc:docMk/>
            <pc:sldMk cId="1911203490" sldId="261"/>
            <ac:grpSpMk id="100" creationId="{A92C4BC2-598C-4C40-7072-68E82B8BB33B}"/>
          </ac:grpSpMkLst>
        </pc:grpChg>
        <pc:grpChg chg="mod">
          <ac:chgData name="O'Connor, Jacqueline Antonia" userId="3b9bfa0c-75a1-427e-ae61-7069a76100c3" providerId="ADAL" clId="{7BDAB737-B273-4034-A416-2FF981C48F7E}" dt="2023-07-18T21:56:13.520" v="186"/>
          <ac:grpSpMkLst>
            <pc:docMk/>
            <pc:sldMk cId="1911203490" sldId="261"/>
            <ac:grpSpMk id="101" creationId="{60DC1D13-16AC-29E3-71F6-33BE35F697D2}"/>
          </ac:grpSpMkLst>
        </pc:grpChg>
        <pc:grpChg chg="mod">
          <ac:chgData name="O'Connor, Jacqueline Antonia" userId="3b9bfa0c-75a1-427e-ae61-7069a76100c3" providerId="ADAL" clId="{7BDAB737-B273-4034-A416-2FF981C48F7E}" dt="2023-07-18T21:56:13.520" v="186"/>
          <ac:grpSpMkLst>
            <pc:docMk/>
            <pc:sldMk cId="1911203490" sldId="261"/>
            <ac:grpSpMk id="102" creationId="{8EA876CB-C2E2-D115-E2DC-1F9608A2EE04}"/>
          </ac:grpSpMkLst>
        </pc:grpChg>
        <pc:grpChg chg="mod">
          <ac:chgData name="O'Connor, Jacqueline Antonia" userId="3b9bfa0c-75a1-427e-ae61-7069a76100c3" providerId="ADAL" clId="{7BDAB737-B273-4034-A416-2FF981C48F7E}" dt="2023-07-18T21:56:13.520" v="186"/>
          <ac:grpSpMkLst>
            <pc:docMk/>
            <pc:sldMk cId="1911203490" sldId="261"/>
            <ac:grpSpMk id="103" creationId="{83F78005-887B-A139-A567-9CA0A10B706A}"/>
          </ac:grpSpMkLst>
        </pc:grpChg>
        <pc:grpChg chg="mod">
          <ac:chgData name="O'Connor, Jacqueline Antonia" userId="3b9bfa0c-75a1-427e-ae61-7069a76100c3" providerId="ADAL" clId="{7BDAB737-B273-4034-A416-2FF981C48F7E}" dt="2023-07-18T21:56:15.209" v="189"/>
          <ac:grpSpMkLst>
            <pc:docMk/>
            <pc:sldMk cId="1911203490" sldId="261"/>
            <ac:grpSpMk id="106" creationId="{051F6498-D5B2-D68E-1092-8BE8405DD08E}"/>
          </ac:grpSpMkLst>
        </pc:grpChg>
        <pc:grpChg chg="mod">
          <ac:chgData name="O'Connor, Jacqueline Antonia" userId="3b9bfa0c-75a1-427e-ae61-7069a76100c3" providerId="ADAL" clId="{7BDAB737-B273-4034-A416-2FF981C48F7E}" dt="2023-07-18T21:56:19.040" v="195"/>
          <ac:grpSpMkLst>
            <pc:docMk/>
            <pc:sldMk cId="1911203490" sldId="261"/>
            <ac:grpSpMk id="112" creationId="{0BD4F8FD-CC1B-2297-94FE-D9A6F2E50371}"/>
          </ac:grpSpMkLst>
        </pc:grpChg>
        <pc:grpChg chg="del mod">
          <ac:chgData name="O'Connor, Jacqueline Antonia" userId="3b9bfa0c-75a1-427e-ae61-7069a76100c3" providerId="ADAL" clId="{7BDAB737-B273-4034-A416-2FF981C48F7E}" dt="2023-07-18T21:57:00.645" v="217"/>
          <ac:grpSpMkLst>
            <pc:docMk/>
            <pc:sldMk cId="1911203490" sldId="261"/>
            <ac:grpSpMk id="128" creationId="{3C553921-9ACE-C1E9-DD07-968EC2F638E7}"/>
          </ac:grpSpMkLst>
        </pc:grpChg>
        <pc:grpChg chg="mod">
          <ac:chgData name="O'Connor, Jacqueline Antonia" userId="3b9bfa0c-75a1-427e-ae61-7069a76100c3" providerId="ADAL" clId="{7BDAB737-B273-4034-A416-2FF981C48F7E}" dt="2023-07-18T21:56:58.027" v="213"/>
          <ac:grpSpMkLst>
            <pc:docMk/>
            <pc:sldMk cId="1911203490" sldId="261"/>
            <ac:grpSpMk id="129" creationId="{CF944E0E-33A6-9423-7546-1C448B5479B4}"/>
          </ac:grpSpMkLst>
        </pc:grpChg>
        <pc:grpChg chg="mod">
          <ac:chgData name="O'Connor, Jacqueline Antonia" userId="3b9bfa0c-75a1-427e-ae61-7069a76100c3" providerId="ADAL" clId="{7BDAB737-B273-4034-A416-2FF981C48F7E}" dt="2023-07-18T21:57:00.645" v="217"/>
          <ac:grpSpMkLst>
            <pc:docMk/>
            <pc:sldMk cId="1911203490" sldId="261"/>
            <ac:grpSpMk id="133" creationId="{8F6F9147-0B65-0FF7-DA16-BCD3A1D48E51}"/>
          </ac:grpSpMkLst>
        </pc:grpChg>
        <pc:grpChg chg="del mod">
          <ac:chgData name="O'Connor, Jacqueline Antonia" userId="3b9bfa0c-75a1-427e-ae61-7069a76100c3" providerId="ADAL" clId="{7BDAB737-B273-4034-A416-2FF981C48F7E}" dt="2023-07-18T21:57:03.595" v="222"/>
          <ac:grpSpMkLst>
            <pc:docMk/>
            <pc:sldMk cId="1911203490" sldId="261"/>
            <ac:grpSpMk id="138" creationId="{3ABFF0DF-CC19-C847-B564-AEDB293C24EC}"/>
          </ac:grpSpMkLst>
        </pc:grpChg>
        <pc:grpChg chg="del mod">
          <ac:chgData name="O'Connor, Jacqueline Antonia" userId="3b9bfa0c-75a1-427e-ae61-7069a76100c3" providerId="ADAL" clId="{7BDAB737-B273-4034-A416-2FF981C48F7E}" dt="2023-07-18T21:57:15.428" v="237"/>
          <ac:grpSpMkLst>
            <pc:docMk/>
            <pc:sldMk cId="1911203490" sldId="261"/>
            <ac:grpSpMk id="139" creationId="{03ED4EA6-661B-87F2-A708-01F76ED203ED}"/>
          </ac:grpSpMkLst>
        </pc:grpChg>
        <pc:grpChg chg="del mod">
          <ac:chgData name="O'Connor, Jacqueline Antonia" userId="3b9bfa0c-75a1-427e-ae61-7069a76100c3" providerId="ADAL" clId="{7BDAB737-B273-4034-A416-2FF981C48F7E}" dt="2023-07-18T21:57:15.428" v="237"/>
          <ac:grpSpMkLst>
            <pc:docMk/>
            <pc:sldMk cId="1911203490" sldId="261"/>
            <ac:grpSpMk id="154" creationId="{DED2B55E-01E6-1260-8A30-5C58B9D23B8B}"/>
          </ac:grpSpMkLst>
        </pc:grpChg>
        <pc:grpChg chg="mod">
          <ac:chgData name="O'Connor, Jacqueline Antonia" userId="3b9bfa0c-75a1-427e-ae61-7069a76100c3" providerId="ADAL" clId="{7BDAB737-B273-4034-A416-2FF981C48F7E}" dt="2023-07-18T21:57:15.428" v="237"/>
          <ac:grpSpMkLst>
            <pc:docMk/>
            <pc:sldMk cId="1911203490" sldId="261"/>
            <ac:grpSpMk id="155" creationId="{31DB82C8-497C-6285-9A1B-01E45A798D34}"/>
          </ac:grpSpMkLst>
        </pc:grpChg>
        <pc:grpChg chg="mod">
          <ac:chgData name="O'Connor, Jacqueline Antonia" userId="3b9bfa0c-75a1-427e-ae61-7069a76100c3" providerId="ADAL" clId="{7BDAB737-B273-4034-A416-2FF981C48F7E}" dt="2023-07-18T21:57:15.428" v="237"/>
          <ac:grpSpMkLst>
            <pc:docMk/>
            <pc:sldMk cId="1911203490" sldId="261"/>
            <ac:grpSpMk id="156" creationId="{90E0BE22-7656-05B8-8129-8A5896BD4AF2}"/>
          </ac:grpSpMkLst>
        </pc:grpChg>
        <pc:grpChg chg="del mod">
          <ac:chgData name="O'Connor, Jacqueline Antonia" userId="3b9bfa0c-75a1-427e-ae61-7069a76100c3" providerId="ADAL" clId="{7BDAB737-B273-4034-A416-2FF981C48F7E}" dt="2023-07-18T21:57:22.395" v="252"/>
          <ac:grpSpMkLst>
            <pc:docMk/>
            <pc:sldMk cId="1911203490" sldId="261"/>
            <ac:grpSpMk id="165" creationId="{CFB2DD12-CC7A-5A80-592A-B6E70727FDB8}"/>
          </ac:grpSpMkLst>
        </pc:grpChg>
        <pc:grpChg chg="mod">
          <ac:chgData name="O'Connor, Jacqueline Antonia" userId="3b9bfa0c-75a1-427e-ae61-7069a76100c3" providerId="ADAL" clId="{7BDAB737-B273-4034-A416-2FF981C48F7E}" dt="2023-07-18T21:57:22.395" v="252"/>
          <ac:grpSpMkLst>
            <pc:docMk/>
            <pc:sldMk cId="1911203490" sldId="261"/>
            <ac:grpSpMk id="171" creationId="{4BEC15F5-2E37-620C-2CC9-FB8440553285}"/>
          </ac:grpSpMkLst>
        </pc:grpChg>
        <pc:grpChg chg="mod">
          <ac:chgData name="O'Connor, Jacqueline Antonia" userId="3b9bfa0c-75a1-427e-ae61-7069a76100c3" providerId="ADAL" clId="{7BDAB737-B273-4034-A416-2FF981C48F7E}" dt="2023-07-18T21:57:22.395" v="252"/>
          <ac:grpSpMkLst>
            <pc:docMk/>
            <pc:sldMk cId="1911203490" sldId="261"/>
            <ac:grpSpMk id="172" creationId="{30C51020-A038-0938-7822-3D1E69DD5438}"/>
          </ac:grpSpMkLst>
        </pc:grpChg>
        <pc:grpChg chg="mod">
          <ac:chgData name="O'Connor, Jacqueline Antonia" userId="3b9bfa0c-75a1-427e-ae61-7069a76100c3" providerId="ADAL" clId="{7BDAB737-B273-4034-A416-2FF981C48F7E}" dt="2023-07-18T21:57:36.044" v="266"/>
          <ac:grpSpMkLst>
            <pc:docMk/>
            <pc:sldMk cId="1911203490" sldId="261"/>
            <ac:grpSpMk id="186" creationId="{918116AA-97DC-9232-445C-3D76AE9B45C0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21" creationId="{5120CDE8-3537-3D57-86FA-D6536C1A5E9F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22" creationId="{27A4A6C7-190F-CF26-B630-219BA5A27385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30" creationId="{390AEA22-9CB0-BA5E-063F-EB2EC352AADB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33" creationId="{EAA2DB50-9354-6FEF-B99B-ADA885B80206}"/>
          </ac:grpSpMkLst>
        </pc:grpChg>
        <pc:grpChg chg="mod">
          <ac:chgData name="O'Connor, Jacqueline Antonia" userId="3b9bfa0c-75a1-427e-ae61-7069a76100c3" providerId="ADAL" clId="{7BDAB737-B273-4034-A416-2FF981C48F7E}" dt="2023-07-18T21:58:27.960" v="330"/>
          <ac:grpSpMkLst>
            <pc:docMk/>
            <pc:sldMk cId="1911203490" sldId="261"/>
            <ac:grpSpMk id="251" creationId="{09422B4A-70EF-CEC6-D07D-3181AC295FE5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52" creationId="{D3CAE483-162E-7322-1870-DE89672CC4B4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53" creationId="{075CD147-BBF3-BE98-AA9B-369A20E9E495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63" creationId="{5FCCCBC8-A776-BB7D-E1A0-577A42234AED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75" creationId="{1F99D431-BDAE-9499-C163-33B0249C8E07}"/>
          </ac:grpSpMkLst>
        </pc:grpChg>
        <pc:grpChg chg="del 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76" creationId="{AC8F8CFD-05C9-A8E7-8CF6-0C3F7F6C14CC}"/>
          </ac:grpSpMkLst>
        </pc:grpChg>
        <pc:grpChg chg="mod">
          <ac:chgData name="O'Connor, Jacqueline Antonia" userId="3b9bfa0c-75a1-427e-ae61-7069a76100c3" providerId="ADAL" clId="{7BDAB737-B273-4034-A416-2FF981C48F7E}" dt="2023-07-18T21:58:49.366" v="355"/>
          <ac:grpSpMkLst>
            <pc:docMk/>
            <pc:sldMk cId="1911203490" sldId="261"/>
            <ac:grpSpMk id="279" creationId="{1F2EBF82-5F95-F8F7-5F43-4603AED4FF9E}"/>
          </ac:grpSpMkLst>
        </pc:grp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2" creationId="{0E3B0DC1-22EF-6FB3-10E4-581D55C2A61A}"/>
          </ac:inkMkLst>
        </pc:ink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3" creationId="{4DAAFB35-71C7-D37E-6324-02E3EB366A32}"/>
          </ac:inkMkLst>
        </pc:ink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4" creationId="{E2155D9A-5969-AF24-1F32-53AE3291B885}"/>
          </ac:inkMkLst>
        </pc:ink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5" creationId="{60103820-5CEC-3594-CD28-5A6A8D92872D}"/>
          </ac:inkMkLst>
        </pc:ink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6" creationId="{2B9B22EA-72D2-8920-74B2-FB29F7CC7C46}"/>
          </ac:inkMkLst>
        </pc:ink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7" creationId="{88929568-09B5-AE41-5FA7-52E8FD0644AC}"/>
          </ac:inkMkLst>
        </pc:ink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8" creationId="{57AACE97-61EC-7CD1-F57D-033B75D0A2A4}"/>
          </ac:inkMkLst>
        </pc:inkChg>
        <pc:inkChg chg="add mod">
          <ac:chgData name="O'Connor, Jacqueline Antonia" userId="3b9bfa0c-75a1-427e-ae61-7069a76100c3" providerId="ADAL" clId="{7BDAB737-B273-4034-A416-2FF981C48F7E}" dt="2023-07-18T21:54:51.313" v="93"/>
          <ac:inkMkLst>
            <pc:docMk/>
            <pc:sldMk cId="1911203490" sldId="261"/>
            <ac:inkMk id="9" creationId="{5297FD9C-C192-C375-CAE4-FB5E9B7CFC4C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1" creationId="{EE2FCD9B-6D7D-DF0E-5AC4-955B9C8A54E5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2" creationId="{1AD88428-5869-E333-653D-9258A1CEB010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3" creationId="{03F1D09C-6FAF-449A-CE4D-15822F7860A2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4" creationId="{1868F3A8-E710-ECB5-3F9F-2A0FB21E9F43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5" creationId="{B43075B2-B133-A75C-9827-5FB990DF95C7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6" creationId="{39FF359A-8DD7-F347-8E8B-F558C57CE631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7" creationId="{6D108DB0-586D-2C0E-1BB8-A50C54C8DEEC}"/>
          </ac:inkMkLst>
        </pc:inkChg>
        <pc:inkChg chg="add mod">
          <ac:chgData name="O'Connor, Jacqueline Antonia" userId="3b9bfa0c-75a1-427e-ae61-7069a76100c3" providerId="ADAL" clId="{7BDAB737-B273-4034-A416-2FF981C48F7E}" dt="2023-07-18T21:55:08.410" v="123"/>
          <ac:inkMkLst>
            <pc:docMk/>
            <pc:sldMk cId="1911203490" sldId="261"/>
            <ac:inkMk id="18" creationId="{0999D9C2-48B0-A196-A232-54E4120918C4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19" creationId="{9D41546D-D5AB-AF2D-04E0-754B837D750A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0" creationId="{B995A372-C545-38DE-869C-3C823AB1BF19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1" creationId="{AD206F98-E539-A79F-818A-8868582F475D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2" creationId="{93ED7F3C-AD39-5197-8B8A-2AD4871BEE4F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3" creationId="{A6798DF9-2E33-7B62-FF14-94FC44DFB852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4" creationId="{37783C14-2A28-588E-BF31-9B5F436226C2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5" creationId="{4C1EF647-9225-F3C4-B73F-E36ACE94C25A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6" creationId="{E8411CF0-7CD0-8637-881E-8C7145A71B97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7" creationId="{9DA58AC3-E953-15BB-B045-B3222E28434D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8" creationId="{E4DC3E32-AB28-C395-CC52-7AC935535EE8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29" creationId="{D50C70AB-0C4F-C0FD-D02D-E0CB602890B9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0" creationId="{D12DBA36-0D33-DA3B-0AF8-BF1A43BB6DA7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1" creationId="{20E1FCA3-31AE-B10E-0F5C-DA9FB7138980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2" creationId="{B231BC42-BE61-4909-4D83-B939BF5801EB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3" creationId="{E372277E-0C94-2FA3-1841-6531E1A1378E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4" creationId="{71CC3765-7983-966E-2ED2-067897E38FAC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5" creationId="{D4CAA0F7-564D-2C89-2195-CE1E910CA366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6" creationId="{ED0563BA-9212-0F44-524D-ED20303F01BF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7" creationId="{29C04A58-DA2C-F318-15EF-9822D95EC892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8" creationId="{7BB46313-3C14-E90A-3DB2-9E307A71B2E1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39" creationId="{823D851B-665D-5972-2BEB-93DD56D016A8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44" creationId="{9E91E7DE-0FCB-DFDF-0B07-1347AB3E999C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45" creationId="{EEF85A2D-CD2B-E410-8230-D21F6656926F}"/>
          </ac:inkMkLst>
        </pc:inkChg>
        <pc:inkChg chg="add mod">
          <ac:chgData name="O'Connor, Jacqueline Antonia" userId="3b9bfa0c-75a1-427e-ae61-7069a76100c3" providerId="ADAL" clId="{7BDAB737-B273-4034-A416-2FF981C48F7E}" dt="2023-07-18T21:55:10.430" v="127"/>
          <ac:inkMkLst>
            <pc:docMk/>
            <pc:sldMk cId="1911203490" sldId="261"/>
            <ac:inkMk id="46" creationId="{F0C4AF51-B1DC-3F95-9248-6D75320CC55D}"/>
          </ac:inkMkLst>
        </pc:inkChg>
        <pc:inkChg chg="add mod">
          <ac:chgData name="O'Connor, Jacqueline Antonia" userId="3b9bfa0c-75a1-427e-ae61-7069a76100c3" providerId="ADAL" clId="{7BDAB737-B273-4034-A416-2FF981C48F7E}" dt="2023-07-18T21:55:19.288" v="142"/>
          <ac:inkMkLst>
            <pc:docMk/>
            <pc:sldMk cId="1911203490" sldId="261"/>
            <ac:inkMk id="48" creationId="{7F100267-A8D8-9B73-A2E9-EC985177C1D6}"/>
          </ac:inkMkLst>
        </pc:inkChg>
        <pc:inkChg chg="add mod">
          <ac:chgData name="O'Connor, Jacqueline Antonia" userId="3b9bfa0c-75a1-427e-ae61-7069a76100c3" providerId="ADAL" clId="{7BDAB737-B273-4034-A416-2FF981C48F7E}" dt="2023-07-18T21:55:19.288" v="142"/>
          <ac:inkMkLst>
            <pc:docMk/>
            <pc:sldMk cId="1911203490" sldId="261"/>
            <ac:inkMk id="49" creationId="{0848BAAD-A5B6-71C1-0F15-91A868808D5E}"/>
          </ac:inkMkLst>
        </pc:inkChg>
        <pc:inkChg chg="add mod">
          <ac:chgData name="O'Connor, Jacqueline Antonia" userId="3b9bfa0c-75a1-427e-ae61-7069a76100c3" providerId="ADAL" clId="{7BDAB737-B273-4034-A416-2FF981C48F7E}" dt="2023-07-18T21:55:19.288" v="142"/>
          <ac:inkMkLst>
            <pc:docMk/>
            <pc:sldMk cId="1911203490" sldId="261"/>
            <ac:inkMk id="50" creationId="{1B29F948-D6C1-B8AF-55BE-91A63FCC7085}"/>
          </ac:inkMkLst>
        </pc:inkChg>
        <pc:inkChg chg="add del mod">
          <ac:chgData name="O'Connor, Jacqueline Antonia" userId="3b9bfa0c-75a1-427e-ae61-7069a76100c3" providerId="ADAL" clId="{7BDAB737-B273-4034-A416-2FF981C48F7E}" dt="2023-07-18T21:55:14.498" v="133"/>
          <ac:inkMkLst>
            <pc:docMk/>
            <pc:sldMk cId="1911203490" sldId="261"/>
            <ac:inkMk id="51" creationId="{D26F552E-7B67-0597-8C17-03774A260389}"/>
          </ac:inkMkLst>
        </pc:inkChg>
        <pc:inkChg chg="add del mod">
          <ac:chgData name="O'Connor, Jacqueline Antonia" userId="3b9bfa0c-75a1-427e-ae61-7069a76100c3" providerId="ADAL" clId="{7BDAB737-B273-4034-A416-2FF981C48F7E}" dt="2023-07-18T21:55:18.505" v="139"/>
          <ac:inkMkLst>
            <pc:docMk/>
            <pc:sldMk cId="1911203490" sldId="261"/>
            <ac:inkMk id="53" creationId="{18D33441-4217-5785-08D9-DE792A408D20}"/>
          </ac:inkMkLst>
        </pc:inkChg>
        <pc:inkChg chg="add del mod">
          <ac:chgData name="O'Connor, Jacqueline Antonia" userId="3b9bfa0c-75a1-427e-ae61-7069a76100c3" providerId="ADAL" clId="{7BDAB737-B273-4034-A416-2FF981C48F7E}" dt="2023-07-18T21:55:18.506" v="140"/>
          <ac:inkMkLst>
            <pc:docMk/>
            <pc:sldMk cId="1911203490" sldId="261"/>
            <ac:inkMk id="54" creationId="{D06F6C31-0F41-8726-1ECE-A31ED23E4389}"/>
          </ac:inkMkLst>
        </pc:inkChg>
        <pc:inkChg chg="add del mod">
          <ac:chgData name="O'Connor, Jacqueline Antonia" userId="3b9bfa0c-75a1-427e-ae61-7069a76100c3" providerId="ADAL" clId="{7BDAB737-B273-4034-A416-2FF981C48F7E}" dt="2023-07-18T21:55:19.287" v="141"/>
          <ac:inkMkLst>
            <pc:docMk/>
            <pc:sldMk cId="1911203490" sldId="261"/>
            <ac:inkMk id="55" creationId="{2DA4DD84-7881-2292-F9E5-ACCC131EEC84}"/>
          </ac:inkMkLst>
        </pc:inkChg>
        <pc:inkChg chg="add del mod">
          <ac:chgData name="O'Connor, Jacqueline Antonia" userId="3b9bfa0c-75a1-427e-ae61-7069a76100c3" providerId="ADAL" clId="{7BDAB737-B273-4034-A416-2FF981C48F7E}" dt="2023-07-18T21:55:19.288" v="142"/>
          <ac:inkMkLst>
            <pc:docMk/>
            <pc:sldMk cId="1911203490" sldId="261"/>
            <ac:inkMk id="56" creationId="{35844790-1011-30F4-7242-F0A7948BAE77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58" creationId="{148E7355-1FFA-59A7-3D87-5899BEBD4593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59" creationId="{58575064-9CAA-D014-11C3-5B7ED750214D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60" creationId="{1CDAD927-5653-048C-C8EB-7B17A531D2E6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61" creationId="{BE8BE373-F7A4-7519-7CE2-DD223C8A1C80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62" creationId="{BF4DB95C-7567-1667-C446-98A89B1D3CB8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63" creationId="{ACD7F0DC-7B4B-1C84-AF7B-7C59518FB37E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64" creationId="{F3489062-5BAF-2036-E94F-42A44ACF9A2B}"/>
          </ac:inkMkLst>
        </pc:inkChg>
        <pc:inkChg chg="add mod">
          <ac:chgData name="O'Connor, Jacqueline Antonia" userId="3b9bfa0c-75a1-427e-ae61-7069a76100c3" providerId="ADAL" clId="{7BDAB737-B273-4034-A416-2FF981C48F7E}" dt="2023-07-18T21:55:27.096" v="155"/>
          <ac:inkMkLst>
            <pc:docMk/>
            <pc:sldMk cId="1911203490" sldId="261"/>
            <ac:inkMk id="66" creationId="{D4DA7FDF-6698-A306-4950-1C20B07F9510}"/>
          </ac:inkMkLst>
        </pc:inkChg>
        <pc:inkChg chg="add mod">
          <ac:chgData name="O'Connor, Jacqueline Antonia" userId="3b9bfa0c-75a1-427e-ae61-7069a76100c3" providerId="ADAL" clId="{7BDAB737-B273-4034-A416-2FF981C48F7E}" dt="2023-07-18T21:55:27.096" v="155"/>
          <ac:inkMkLst>
            <pc:docMk/>
            <pc:sldMk cId="1911203490" sldId="261"/>
            <ac:inkMk id="67" creationId="{789717DA-00D7-82B8-535D-33911A060AD7}"/>
          </ac:inkMkLst>
        </pc:inkChg>
        <pc:inkChg chg="add mod">
          <ac:chgData name="O'Connor, Jacqueline Antonia" userId="3b9bfa0c-75a1-427e-ae61-7069a76100c3" providerId="ADAL" clId="{7BDAB737-B273-4034-A416-2FF981C48F7E}" dt="2023-07-18T21:55:27.096" v="155"/>
          <ac:inkMkLst>
            <pc:docMk/>
            <pc:sldMk cId="1911203490" sldId="261"/>
            <ac:inkMk id="68" creationId="{508B5A10-1E77-4C78-E1C9-2402CEBB3116}"/>
          </ac:inkMkLst>
        </pc:inkChg>
        <pc:inkChg chg="add mod">
          <ac:chgData name="O'Connor, Jacqueline Antonia" userId="3b9bfa0c-75a1-427e-ae61-7069a76100c3" providerId="ADAL" clId="{7BDAB737-B273-4034-A416-2FF981C48F7E}" dt="2023-07-18T21:55:27.096" v="155"/>
          <ac:inkMkLst>
            <pc:docMk/>
            <pc:sldMk cId="1911203490" sldId="261"/>
            <ac:inkMk id="69" creationId="{37FC1C5F-05E2-1A9D-68B6-43E50D779779}"/>
          </ac:inkMkLst>
        </pc:inkChg>
        <pc:inkChg chg="add">
          <ac:chgData name="O'Connor, Jacqueline Antonia" userId="3b9bfa0c-75a1-427e-ae61-7069a76100c3" providerId="ADAL" clId="{7BDAB737-B273-4034-A416-2FF981C48F7E}" dt="2023-07-18T21:55:43.830" v="157" actId="9405"/>
          <ac:inkMkLst>
            <pc:docMk/>
            <pc:sldMk cId="1911203490" sldId="261"/>
            <ac:inkMk id="71" creationId="{15123C93-6C3D-E838-2412-CC7B56C9E42E}"/>
          </ac:inkMkLst>
        </pc:inkChg>
        <pc:inkChg chg="add mod">
          <ac:chgData name="O'Connor, Jacqueline Antonia" userId="3b9bfa0c-75a1-427e-ae61-7069a76100c3" providerId="ADAL" clId="{7BDAB737-B273-4034-A416-2FF981C48F7E}" dt="2023-07-18T21:55:47.072" v="159"/>
          <ac:inkMkLst>
            <pc:docMk/>
            <pc:sldMk cId="1911203490" sldId="261"/>
            <ac:inkMk id="72" creationId="{1181B0A5-17F8-389E-0847-3E07714E921D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74" creationId="{F8A7373F-98B5-12C7-4EB7-D0ABE5BA35B3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75" creationId="{CE227158-D7AC-8311-2049-017268BC0492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76" creationId="{2891A794-DF31-F370-CDC7-500D2C8BEDBE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77" creationId="{6D5310E0-1B39-3466-5D91-5A4C0996C3B8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78" creationId="{9F9ACD12-6617-3D27-BD6E-F51DF787960F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79" creationId="{EFA312DA-31E8-0647-3C24-812585DF7C51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0" creationId="{9B3BDE7A-9155-4471-6D7D-7EA2504079CE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1" creationId="{635FF4A3-EDB8-5B3D-0107-F8B05A448FD6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2" creationId="{2F642B5B-EB41-9057-FE07-793322E9FDB8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3" creationId="{2DA86F66-C890-384C-283A-F59C1D1A95B9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4" creationId="{1AFB7E81-D107-F6A4-4BFC-F14D506050B0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5" creationId="{4F51A680-62DD-E1D6-800A-FD9ABEA5AB61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6" creationId="{A3503B6D-EA5D-48CA-1D01-85533BD54B9A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7" creationId="{7FCCAE62-A69D-E44E-18AA-1023B7F16D5E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8" creationId="{212C57EF-E99C-6E97-38F2-5EC05710156E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89" creationId="{51FB6FAC-A14D-0B64-614A-517A156E3D58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90" creationId="{CAD53492-1156-6170-DA0A-059FF63B01FD}"/>
          </ac:inkMkLst>
        </pc:inkChg>
        <pc:inkChg chg="add mod">
          <ac:chgData name="O'Connor, Jacqueline Antonia" userId="3b9bfa0c-75a1-427e-ae61-7069a76100c3" providerId="ADAL" clId="{7BDAB737-B273-4034-A416-2FF981C48F7E}" dt="2023-07-18T21:56:13.520" v="186"/>
          <ac:inkMkLst>
            <pc:docMk/>
            <pc:sldMk cId="1911203490" sldId="261"/>
            <ac:inkMk id="91" creationId="{D375169B-661E-1943-C053-8A7C906318EC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2" creationId="{1F0A4FEA-7B73-0477-D626-971C153BDBB9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3" creationId="{ACA4ABBB-C137-504A-9F01-289F6BAFADD4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4" creationId="{1194304D-A306-FB68-BA90-A0323A40B416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5" creationId="{101AEC5F-C2EE-A8C9-6717-4A2659791E45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6" creationId="{6651F6D3-2F0D-FADF-7014-5577060488CA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7" creationId="{4BF29B9A-ABC1-739B-ADA1-3B6EF80D3B55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8" creationId="{92ACC5FF-BE0B-1A04-48A4-447C1953E602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99" creationId="{1F53C215-7874-CCB3-2CB0-DA869F209083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104" creationId="{F184764A-7E50-5885-68CE-7EC188A79BFA}"/>
          </ac:inkMkLst>
        </pc:inkChg>
        <pc:inkChg chg="add mod">
          <ac:chgData name="O'Connor, Jacqueline Antonia" userId="3b9bfa0c-75a1-427e-ae61-7069a76100c3" providerId="ADAL" clId="{7BDAB737-B273-4034-A416-2FF981C48F7E}" dt="2023-07-18T21:56:15.209" v="189"/>
          <ac:inkMkLst>
            <pc:docMk/>
            <pc:sldMk cId="1911203490" sldId="261"/>
            <ac:inkMk id="105" creationId="{5A7AE332-56D3-082D-218B-A86DD42116F0}"/>
          </ac:inkMkLst>
        </pc:inkChg>
        <pc:inkChg chg="add mod">
          <ac:chgData name="O'Connor, Jacqueline Antonia" userId="3b9bfa0c-75a1-427e-ae61-7069a76100c3" providerId="ADAL" clId="{7BDAB737-B273-4034-A416-2FF981C48F7E}" dt="2023-07-18T21:56:19.040" v="195"/>
          <ac:inkMkLst>
            <pc:docMk/>
            <pc:sldMk cId="1911203490" sldId="261"/>
            <ac:inkMk id="107" creationId="{24A98525-99BC-D8DD-E193-4F292CE457D4}"/>
          </ac:inkMkLst>
        </pc:inkChg>
        <pc:inkChg chg="add mod">
          <ac:chgData name="O'Connor, Jacqueline Antonia" userId="3b9bfa0c-75a1-427e-ae61-7069a76100c3" providerId="ADAL" clId="{7BDAB737-B273-4034-A416-2FF981C48F7E}" dt="2023-07-18T21:56:19.040" v="195"/>
          <ac:inkMkLst>
            <pc:docMk/>
            <pc:sldMk cId="1911203490" sldId="261"/>
            <ac:inkMk id="108" creationId="{60ABC96E-156E-6A2F-6D7B-3A3D497271F8}"/>
          </ac:inkMkLst>
        </pc:inkChg>
        <pc:inkChg chg="add mod">
          <ac:chgData name="O'Connor, Jacqueline Antonia" userId="3b9bfa0c-75a1-427e-ae61-7069a76100c3" providerId="ADAL" clId="{7BDAB737-B273-4034-A416-2FF981C48F7E}" dt="2023-07-18T21:56:19.040" v="195"/>
          <ac:inkMkLst>
            <pc:docMk/>
            <pc:sldMk cId="1911203490" sldId="261"/>
            <ac:inkMk id="109" creationId="{160AF770-E3EB-1C97-D5E2-83C1A9948133}"/>
          </ac:inkMkLst>
        </pc:inkChg>
        <pc:inkChg chg="add mod">
          <ac:chgData name="O'Connor, Jacqueline Antonia" userId="3b9bfa0c-75a1-427e-ae61-7069a76100c3" providerId="ADAL" clId="{7BDAB737-B273-4034-A416-2FF981C48F7E}" dt="2023-07-18T21:56:19.040" v="195"/>
          <ac:inkMkLst>
            <pc:docMk/>
            <pc:sldMk cId="1911203490" sldId="261"/>
            <ac:inkMk id="110" creationId="{3E21E864-1F70-114C-464D-A4D5458A96C8}"/>
          </ac:inkMkLst>
        </pc:inkChg>
        <pc:inkChg chg="add mod">
          <ac:chgData name="O'Connor, Jacqueline Antonia" userId="3b9bfa0c-75a1-427e-ae61-7069a76100c3" providerId="ADAL" clId="{7BDAB737-B273-4034-A416-2FF981C48F7E}" dt="2023-07-18T21:56:19.040" v="195"/>
          <ac:inkMkLst>
            <pc:docMk/>
            <pc:sldMk cId="1911203490" sldId="261"/>
            <ac:inkMk id="111" creationId="{C673072F-A753-8BD8-C36F-A76244E97A00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13" creationId="{0CC9C8AF-D4AD-1A4C-A99E-54A4F279BEBB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14" creationId="{2FD8946E-3F70-D4EF-93C1-4AC9E19C85CE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15" creationId="{3FE7F906-7B3B-9F61-E3A6-37D3789144D8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16" creationId="{FC24A8B4-D897-488B-F094-F676A701F904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17" creationId="{4F0F7062-F056-AD3B-594B-8CB89D249D13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18" creationId="{94236447-81D5-4DE9-D866-8111FE5752E6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19" creationId="{FDF7393C-AFAF-C310-5043-1DB46355AB39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20" creationId="{1889DF28-4F0F-ACFC-AF7F-897185CC3624}"/>
          </ac:inkMkLst>
        </pc:inkChg>
        <pc:inkChg chg="add mod">
          <ac:chgData name="O'Connor, Jacqueline Antonia" userId="3b9bfa0c-75a1-427e-ae61-7069a76100c3" providerId="ADAL" clId="{7BDAB737-B273-4034-A416-2FF981C48F7E}" dt="2023-07-18T21:56:58.027" v="213"/>
          <ac:inkMkLst>
            <pc:docMk/>
            <pc:sldMk cId="1911203490" sldId="261"/>
            <ac:inkMk id="121" creationId="{447146E5-0CFF-2B92-ACE6-F27FC103D415}"/>
          </ac:inkMkLst>
        </pc:inkChg>
        <pc:inkChg chg="add mod">
          <ac:chgData name="O'Connor, Jacqueline Antonia" userId="3b9bfa0c-75a1-427e-ae61-7069a76100c3" providerId="ADAL" clId="{7BDAB737-B273-4034-A416-2FF981C48F7E}" dt="2023-07-18T21:57:00.645" v="217"/>
          <ac:inkMkLst>
            <pc:docMk/>
            <pc:sldMk cId="1911203490" sldId="261"/>
            <ac:inkMk id="122" creationId="{3993D142-BD00-FAD3-1CAC-3AA0F7D0F856}"/>
          </ac:inkMkLst>
        </pc:inkChg>
        <pc:inkChg chg="add mod">
          <ac:chgData name="O'Connor, Jacqueline Antonia" userId="3b9bfa0c-75a1-427e-ae61-7069a76100c3" providerId="ADAL" clId="{7BDAB737-B273-4034-A416-2FF981C48F7E}" dt="2023-07-18T21:57:00.645" v="217"/>
          <ac:inkMkLst>
            <pc:docMk/>
            <pc:sldMk cId="1911203490" sldId="261"/>
            <ac:inkMk id="123" creationId="{039CD29E-FE90-7041-0432-CBBEF3BA278C}"/>
          </ac:inkMkLst>
        </pc:inkChg>
        <pc:inkChg chg="add mod">
          <ac:chgData name="O'Connor, Jacqueline Antonia" userId="3b9bfa0c-75a1-427e-ae61-7069a76100c3" providerId="ADAL" clId="{7BDAB737-B273-4034-A416-2FF981C48F7E}" dt="2023-07-18T21:57:00.645" v="217"/>
          <ac:inkMkLst>
            <pc:docMk/>
            <pc:sldMk cId="1911203490" sldId="261"/>
            <ac:inkMk id="124" creationId="{913099A3-1B8D-524B-154F-60B2769166C9}"/>
          </ac:inkMkLst>
        </pc:inkChg>
        <pc:inkChg chg="add mod">
          <ac:chgData name="O'Connor, Jacqueline Antonia" userId="3b9bfa0c-75a1-427e-ae61-7069a76100c3" providerId="ADAL" clId="{7BDAB737-B273-4034-A416-2FF981C48F7E}" dt="2023-07-18T21:57:00.645" v="217"/>
          <ac:inkMkLst>
            <pc:docMk/>
            <pc:sldMk cId="1911203490" sldId="261"/>
            <ac:inkMk id="125" creationId="{8E1912CA-3B10-A4AE-A532-1BE9758BE283}"/>
          </ac:inkMkLst>
        </pc:inkChg>
        <pc:inkChg chg="add del">
          <ac:chgData name="O'Connor, Jacqueline Antonia" userId="3b9bfa0c-75a1-427e-ae61-7069a76100c3" providerId="ADAL" clId="{7BDAB737-B273-4034-A416-2FF981C48F7E}" dt="2023-07-18T21:56:57.384" v="212"/>
          <ac:inkMkLst>
            <pc:docMk/>
            <pc:sldMk cId="1911203490" sldId="261"/>
            <ac:inkMk id="126" creationId="{79DEB8CF-F4CE-CFF1-D45D-3AA74B5BDD67}"/>
          </ac:inkMkLst>
        </pc:inkChg>
        <pc:inkChg chg="add del">
          <ac:chgData name="O'Connor, Jacqueline Antonia" userId="3b9bfa0c-75a1-427e-ae61-7069a76100c3" providerId="ADAL" clId="{7BDAB737-B273-4034-A416-2FF981C48F7E}" dt="2023-07-18T21:56:57.263" v="211"/>
          <ac:inkMkLst>
            <pc:docMk/>
            <pc:sldMk cId="1911203490" sldId="261"/>
            <ac:inkMk id="127" creationId="{D650EAA4-8B30-EFC0-B984-9029DABE99E9}"/>
          </ac:inkMkLst>
        </pc:inkChg>
        <pc:inkChg chg="add mod">
          <ac:chgData name="O'Connor, Jacqueline Antonia" userId="3b9bfa0c-75a1-427e-ae61-7069a76100c3" providerId="ADAL" clId="{7BDAB737-B273-4034-A416-2FF981C48F7E}" dt="2023-07-18T21:57:00.645" v="217"/>
          <ac:inkMkLst>
            <pc:docMk/>
            <pc:sldMk cId="1911203490" sldId="261"/>
            <ac:inkMk id="130" creationId="{97433A2B-8942-8E7F-D9D6-BD9D9FF92120}"/>
          </ac:inkMkLst>
        </pc:inkChg>
        <pc:inkChg chg="add mod">
          <ac:chgData name="O'Connor, Jacqueline Antonia" userId="3b9bfa0c-75a1-427e-ae61-7069a76100c3" providerId="ADAL" clId="{7BDAB737-B273-4034-A416-2FF981C48F7E}" dt="2023-07-18T21:57:00.645" v="217"/>
          <ac:inkMkLst>
            <pc:docMk/>
            <pc:sldMk cId="1911203490" sldId="261"/>
            <ac:inkMk id="131" creationId="{CD766053-4E4F-6B68-4DD1-5E30C6AB76ED}"/>
          </ac:inkMkLst>
        </pc:inkChg>
        <pc:inkChg chg="add mod">
          <ac:chgData name="O'Connor, Jacqueline Antonia" userId="3b9bfa0c-75a1-427e-ae61-7069a76100c3" providerId="ADAL" clId="{7BDAB737-B273-4034-A416-2FF981C48F7E}" dt="2023-07-18T21:57:00.645" v="217"/>
          <ac:inkMkLst>
            <pc:docMk/>
            <pc:sldMk cId="1911203490" sldId="261"/>
            <ac:inkMk id="132" creationId="{48C0BB1C-A477-A9C9-799C-D9F6B35AA008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34" creationId="{DE6C1CBE-F81B-FF20-2C07-439180647BC2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35" creationId="{D32257B8-015C-C1EB-06FA-EBE5AA855C30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36" creationId="{39B5C8EF-1170-7B66-0A72-61E4CF287E3A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37" creationId="{D7E94C28-D9AD-125B-855C-1B85AE1804FB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0" creationId="{4690E818-B982-99D6-7822-AD62D104EBA5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1" creationId="{246777B6-D91C-541D-3C5A-5E41CE95AEC1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2" creationId="{862EC360-2EF1-BDA0-F770-D136E29FF950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3" creationId="{85A1A225-A048-ABA8-D435-0525AB9FB961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4" creationId="{3C09321E-C56C-9930-82D6-8E6D453BA9DE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5" creationId="{9C85B00E-8B42-C7B6-A6AD-424CA80CBD0D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6" creationId="{8B5F1C57-1D39-D40D-436D-CD6927CD10B9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7" creationId="{43249AE8-F6BB-08B5-2A6F-9BCEA11938BB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8" creationId="{77281DB9-0E02-42A6-3A9C-2B7B5B067AFD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49" creationId="{5A1C917A-A726-6F95-58DC-89A87A943F15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50" creationId="{112B931C-37C2-A9FA-CD2E-F4EA04266466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51" creationId="{049EDFE1-BB08-9620-93A3-3CC9A18B1F9D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52" creationId="{58B0A803-A372-5534-1B0B-FE46A207C07F}"/>
          </ac:inkMkLst>
        </pc:inkChg>
        <pc:inkChg chg="add mod">
          <ac:chgData name="O'Connor, Jacqueline Antonia" userId="3b9bfa0c-75a1-427e-ae61-7069a76100c3" providerId="ADAL" clId="{7BDAB737-B273-4034-A416-2FF981C48F7E}" dt="2023-07-18T21:57:15.428" v="237"/>
          <ac:inkMkLst>
            <pc:docMk/>
            <pc:sldMk cId="1911203490" sldId="261"/>
            <ac:inkMk id="153" creationId="{476034AB-1C8E-2844-DC5F-832F8A001316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57" creationId="{441E7301-A221-B3FE-4B73-4AAA54EE9807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58" creationId="{239697CA-154C-D4D0-0F09-F9AD11A477D5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59" creationId="{D9AA61D3-DFEC-0394-1211-FC0C138AFFDA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0" creationId="{26286C21-C931-6B86-1AFF-1030A7A9BC14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1" creationId="{A7E7ADB3-18FD-DAE1-B430-CB3C73A88711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2" creationId="{90AA4211-B21E-AFCF-E8F2-C6B107B84E7A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3" creationId="{417DCA47-E30A-C315-BC63-D5834C32F04C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4" creationId="{091B349A-26D1-4E7B-7E97-92A193758329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6" creationId="{BE23CE42-EB14-5561-E000-D6C8BA9FEE20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7" creationId="{AD50D986-4912-527A-3908-8EF53FC5B63D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8" creationId="{10A62F08-6610-7C12-1AED-01EB53A68317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69" creationId="{1EA0BCBF-124D-8CD1-CD5B-01EC33CBCC22}"/>
          </ac:inkMkLst>
        </pc:inkChg>
        <pc:inkChg chg="add mod">
          <ac:chgData name="O'Connor, Jacqueline Antonia" userId="3b9bfa0c-75a1-427e-ae61-7069a76100c3" providerId="ADAL" clId="{7BDAB737-B273-4034-A416-2FF981C48F7E}" dt="2023-07-18T21:57:22.395" v="252"/>
          <ac:inkMkLst>
            <pc:docMk/>
            <pc:sldMk cId="1911203490" sldId="261"/>
            <ac:inkMk id="170" creationId="{A4CCED9E-05B4-61AF-BC00-2FAA80CF1B6B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73" creationId="{7B38E841-5B6E-41F0-CB2C-070255BF109D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74" creationId="{B3DE707A-B0A8-E0CB-83C5-8A72D4EF1696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75" creationId="{99BFFE8E-DE8D-268D-8B91-F7B4A5CA08B0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76" creationId="{35D8EE81-8118-6EE8-1782-305132F91921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77" creationId="{E3774525-0E1B-B5A0-FD22-99018A761D9C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78" creationId="{76E4AF93-65FD-CDC7-B8CB-E7721053F78D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79" creationId="{5CF358FB-15AF-7463-0196-A4EAEB21DA2F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80" creationId="{D4F2E7AA-3016-0A4D-753C-564B2CB3173F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81" creationId="{719FB0D8-BD1C-0235-8513-8BD3A4EB750C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82" creationId="{1131BE95-39CF-8786-5503-7A0E036D783C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83" creationId="{233ADE57-95B0-EF30-33D9-9ED158A870DD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84" creationId="{B484822A-E002-3C36-1082-A8850F172DB9}"/>
          </ac:inkMkLst>
        </pc:inkChg>
        <pc:inkChg chg="add mod">
          <ac:chgData name="O'Connor, Jacqueline Antonia" userId="3b9bfa0c-75a1-427e-ae61-7069a76100c3" providerId="ADAL" clId="{7BDAB737-B273-4034-A416-2FF981C48F7E}" dt="2023-07-18T21:57:36.044" v="266"/>
          <ac:inkMkLst>
            <pc:docMk/>
            <pc:sldMk cId="1911203490" sldId="261"/>
            <ac:inkMk id="185" creationId="{BDBBAFC8-B5B0-4A8B-B97D-C271010C73F6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87" creationId="{602D9BD1-6898-A6DE-ECE3-4E4634F40C43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88" creationId="{33BF891F-0CBE-F2A3-508D-BD61058E0E7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89" creationId="{2462E745-9BDB-3CB0-77A7-B253A74A2012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0" creationId="{8453F675-4AAB-1E91-8077-FE6C44D5FED2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1" creationId="{97B5D7EA-18C9-8DF1-BD67-93482AB26A23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2" creationId="{DBD3EB2A-BD4A-7DF0-B1BD-77E0FE34CC4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3" creationId="{B48BE3DE-5173-F58E-BEEE-11153BA89BC7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4" creationId="{CA63B760-3324-A21C-0BBE-6EFA18AB791C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5" creationId="{0B4EA191-7081-24AA-44B1-5B2D64E35C3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6" creationId="{84CECB37-003F-2565-8A75-1BA745434C6C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7" creationId="{07DC25BA-CBB7-EA16-1736-E0ED7A841B9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8" creationId="{E2E3C732-70D7-0ADD-89D5-06BEAC280142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199" creationId="{05A1B07B-8319-0845-3FDF-986E442C9D06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0" creationId="{3228C448-657B-445F-E389-DBABBEDBFB15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1" creationId="{78A05909-302A-895E-9150-A93AB195FB1D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2" creationId="{264ED761-C63E-B9A2-19DF-B42B8BC77E10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3" creationId="{442F7311-4CA1-3B79-7E6E-B51799E36052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4" creationId="{FDBCC2FF-7D93-FBF1-2791-B1DD84732755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5" creationId="{82ABC4B6-6FD7-91C9-6F2B-6A6F15425BD6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6" creationId="{F3FB94AE-FEC2-C199-53D0-4AE24328ACE3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7" creationId="{E8D3BC93-813B-A969-C15D-D199009CDADC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8" creationId="{D30D3CD2-C3FC-200C-EAA3-8EB4A5C625C4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09" creationId="{1EA37C3A-CB34-45A6-A5A3-B769E9795630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0" creationId="{8E027403-D362-BF36-6435-243084DB6752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1" creationId="{93D2E571-B01F-58A5-D312-69195A9B8C45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2" creationId="{1DB50BB6-FAB8-FF5E-AFA2-CB96A08F174A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3" creationId="{85DDED81-C675-1266-4481-FE4CD0F35B4C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4" creationId="{3100FF8A-134F-4E9E-1191-EEA7023ED5BE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5" creationId="{7747B294-EE4C-8755-9B24-3E7B3D0A258E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6" creationId="{5DF1E2E5-461C-D4E6-5A71-456946CD1C4D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7" creationId="{1E42E1C9-46A8-0BE9-C39F-CC0D7C9707D4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8" creationId="{24245389-EAF6-69E3-96BF-B87C03C504E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19" creationId="{D5694954-B90C-2A20-053C-C28261CFCA6C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0" creationId="{80025032-E518-67B8-C277-ADF4D31DF65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3" creationId="{BF90D7A1-644B-C2AA-BC68-DEE299F48C21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4" creationId="{3CB1C004-2BCD-F085-9115-04C875C3F7C9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5" creationId="{CA626556-5E41-F33C-B937-CF61152361A8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6" creationId="{80408CFD-AE4C-DAC8-F286-1700F8F771C0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7" creationId="{04BF41C9-D8AC-0FC2-F31D-CB8CAF3FAD4A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8" creationId="{E6595E21-746B-EBDF-F8E6-131EBC01EBE4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29" creationId="{4F7C835E-80FF-11B5-5E5E-EF15C8DAF073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1" creationId="{726A8C2F-B10C-5D7F-B7FA-539ECC02F650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2" creationId="{D356DDF6-0736-4334-7F56-330C1AA11689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4" creationId="{99010E47-7D35-9093-9D60-23AA6D522BE1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5" creationId="{5A30CCF8-2023-8E64-E8B7-E57F472FF30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6" creationId="{E7C8205F-9BFA-1B20-8C83-1F87B01727A1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7" creationId="{EFE1233F-40C0-A8B4-09FD-C6DB610E970A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8" creationId="{4D3AC3F5-8C78-2EE5-39CA-C41ABE9C6B33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39" creationId="{51BF61D1-CC0B-5620-3B13-ED207D7BB62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40" creationId="{20624A43-1E76-54EF-C617-974BA19C057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41" creationId="{F5A5EE58-B218-BC1E-779F-C86E150A94F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42" creationId="{3710B286-FF4A-9300-E612-065423A5AAD6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43" creationId="{4745780A-0506-B2F4-45FE-6DD68B278778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44" creationId="{10371BA1-99D7-F9CF-3D17-383FB9A5C42E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45" creationId="{C7A3BE99-4FF9-950F-455B-41D441BD8EDB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46" creationId="{5792DCAE-82B5-344C-AD11-08ECF666619A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47" creationId="{60477ABB-079C-8BCF-1BE2-3C61FDFA57C9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48" creationId="{B99F0B26-0791-5152-4D94-2E2AB4D8EDFC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49" creationId="{6A713DC0-5EF3-E2C3-62F6-15C8276F1AB5}"/>
          </ac:inkMkLst>
        </pc:inkChg>
        <pc:inkChg chg="add mod">
          <ac:chgData name="O'Connor, Jacqueline Antonia" userId="3b9bfa0c-75a1-427e-ae61-7069a76100c3" providerId="ADAL" clId="{7BDAB737-B273-4034-A416-2FF981C48F7E}" dt="2023-07-18T21:58:27.960" v="330"/>
          <ac:inkMkLst>
            <pc:docMk/>
            <pc:sldMk cId="1911203490" sldId="261"/>
            <ac:inkMk id="250" creationId="{CBC8601E-54E1-5081-6CAE-DE5CB42B493A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54" creationId="{82A8A1BD-DC0C-A81D-6C7A-B0F85D8684A6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55" creationId="{B463E969-5988-E58A-17C7-6B2C20B19BEC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56" creationId="{5368E3DD-7B98-E0D3-D33D-90A1840B7E9A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57" creationId="{4C2654FA-7A3E-CCD3-6626-5016F939E639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58" creationId="{B432EAF8-BF74-B254-AAEE-73E1FE39EA0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59" creationId="{3BB6E695-439B-9A6C-21D6-C3F51A2130C7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0" creationId="{45E9901B-6CA0-2C75-1394-91A3AB19A6C7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1" creationId="{1961AFC1-531F-874A-320D-5F701381C8B9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2" creationId="{E94DF328-1887-68F5-47FA-7F818C99CF96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4" creationId="{93DB19B4-A8B5-41F8-CA88-4588902D200E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5" creationId="{E55A6F5C-6D47-8ED1-71EB-194190DC999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6" creationId="{7F6DE5C8-59B4-EFE1-9033-C3B9E2D88A29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7" creationId="{D5A8A1A7-FBA7-B58A-008E-F8454C71F871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8" creationId="{DCA3F733-DA0B-2B56-38FD-FCBD0F3D0752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69" creationId="{253CB6BB-DD3E-EF36-FA20-D7355720365D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70" creationId="{AD16413D-A672-64F7-E20D-3E0D9DB9D5B7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71" creationId="{F08E3439-A27A-68E2-B329-A27AEC6D9C9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72" creationId="{01993D80-8D67-4985-3EEA-1BA0769C11B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73" creationId="{28C609F7-2037-537B-38E1-CF748F88854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74" creationId="{0DEBFBA3-87AB-81F6-7D4C-7E86FF41997F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77" creationId="{1F7A6C4F-EAA6-39DB-1929-9086489A151B}"/>
          </ac:inkMkLst>
        </pc:inkChg>
        <pc:inkChg chg="add mod">
          <ac:chgData name="O'Connor, Jacqueline Antonia" userId="3b9bfa0c-75a1-427e-ae61-7069a76100c3" providerId="ADAL" clId="{7BDAB737-B273-4034-A416-2FF981C48F7E}" dt="2023-07-18T21:58:49.366" v="355"/>
          <ac:inkMkLst>
            <pc:docMk/>
            <pc:sldMk cId="1911203490" sldId="261"/>
            <ac:inkMk id="278" creationId="{D02A9686-0B9A-8307-97F8-8077CBF9C793}"/>
          </ac:inkMkLst>
        </pc:inkChg>
        <pc:inkChg chg="add">
          <ac:chgData name="O'Connor, Jacqueline Antonia" userId="3b9bfa0c-75a1-427e-ae61-7069a76100c3" providerId="ADAL" clId="{7BDAB737-B273-4034-A416-2FF981C48F7E}" dt="2023-07-18T21:59:18.700" v="356" actId="9405"/>
          <ac:inkMkLst>
            <pc:docMk/>
            <pc:sldMk cId="1911203490" sldId="261"/>
            <ac:inkMk id="280" creationId="{C2E4A244-8FE1-1B19-7D8C-008985EF3FD4}"/>
          </ac:inkMkLst>
        </pc:inkChg>
        <pc:inkChg chg="add">
          <ac:chgData name="O'Connor, Jacqueline Antonia" userId="3b9bfa0c-75a1-427e-ae61-7069a76100c3" providerId="ADAL" clId="{7BDAB737-B273-4034-A416-2FF981C48F7E}" dt="2023-07-18T21:59:20.996" v="357" actId="9405"/>
          <ac:inkMkLst>
            <pc:docMk/>
            <pc:sldMk cId="1911203490" sldId="261"/>
            <ac:inkMk id="281" creationId="{EED4ED5A-E4FE-4D82-5FB5-6CA096FE3195}"/>
          </ac:inkMkLst>
        </pc:inkChg>
        <pc:inkChg chg="add">
          <ac:chgData name="O'Connor, Jacqueline Antonia" userId="3b9bfa0c-75a1-427e-ae61-7069a76100c3" providerId="ADAL" clId="{7BDAB737-B273-4034-A416-2FF981C48F7E}" dt="2023-07-18T21:59:23.676" v="358" actId="9405"/>
          <ac:inkMkLst>
            <pc:docMk/>
            <pc:sldMk cId="1911203490" sldId="261"/>
            <ac:inkMk id="282" creationId="{0D17691D-3213-F0FC-B511-6839A1B93B92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02:08.595" v="568"/>
        <pc:sldMkLst>
          <pc:docMk/>
          <pc:sldMk cId="11728116" sldId="262"/>
        </pc:sldMkLst>
        <pc:grpChg chg="del mod">
          <ac:chgData name="O'Connor, Jacqueline Antonia" userId="3b9bfa0c-75a1-427e-ae61-7069a76100c3" providerId="ADAL" clId="{7BDAB737-B273-4034-A416-2FF981C48F7E}" dt="2023-07-18T21:59:56.037" v="369"/>
          <ac:grpSpMkLst>
            <pc:docMk/>
            <pc:sldMk cId="11728116" sldId="262"/>
            <ac:grpSpMk id="4" creationId="{E186459E-BB0B-AB7E-868A-95A302D8B3E6}"/>
          </ac:grpSpMkLst>
        </pc:grpChg>
        <pc:grpChg chg="mod">
          <ac:chgData name="O'Connor, Jacqueline Antonia" userId="3b9bfa0c-75a1-427e-ae61-7069a76100c3" providerId="ADAL" clId="{7BDAB737-B273-4034-A416-2FF981C48F7E}" dt="2023-07-18T21:59:56.037" v="369"/>
          <ac:grpSpMkLst>
            <pc:docMk/>
            <pc:sldMk cId="11728116" sldId="262"/>
            <ac:grpSpMk id="11" creationId="{C2729314-DBBB-54C9-DAE6-EFC34CD3A6E4}"/>
          </ac:grpSpMkLst>
        </pc:grpChg>
        <pc:grpChg chg="mod">
          <ac:chgData name="O'Connor, Jacqueline Antonia" userId="3b9bfa0c-75a1-427e-ae61-7069a76100c3" providerId="ADAL" clId="{7BDAB737-B273-4034-A416-2FF981C48F7E}" dt="2023-07-18T22:00:05.073" v="385"/>
          <ac:grpSpMkLst>
            <pc:docMk/>
            <pc:sldMk cId="11728116" sldId="262"/>
            <ac:grpSpMk id="27" creationId="{A19A7D6D-8664-3014-8CDB-D8733233ECFD}"/>
          </ac:grpSpMkLst>
        </pc:grpChg>
        <pc:grpChg chg="mod">
          <ac:chgData name="O'Connor, Jacqueline Antonia" userId="3b9bfa0c-75a1-427e-ae61-7069a76100c3" providerId="ADAL" clId="{7BDAB737-B273-4034-A416-2FF981C48F7E}" dt="2023-07-18T22:00:05.073" v="385"/>
          <ac:grpSpMkLst>
            <pc:docMk/>
            <pc:sldMk cId="11728116" sldId="262"/>
            <ac:grpSpMk id="28" creationId="{6AA8E52B-0711-FAD7-168A-688C0AB3B784}"/>
          </ac:grpSpMkLst>
        </pc:grpChg>
        <pc:grpChg chg="mod">
          <ac:chgData name="O'Connor, Jacqueline Antonia" userId="3b9bfa0c-75a1-427e-ae61-7069a76100c3" providerId="ADAL" clId="{7BDAB737-B273-4034-A416-2FF981C48F7E}" dt="2023-07-18T22:00:05.073" v="385"/>
          <ac:grpSpMkLst>
            <pc:docMk/>
            <pc:sldMk cId="11728116" sldId="262"/>
            <ac:grpSpMk id="29" creationId="{6295DFA1-65C0-9AF1-B0A3-B3AA1BC9EB14}"/>
          </ac:grpSpMkLst>
        </pc:grpChg>
        <pc:grpChg chg="mod">
          <ac:chgData name="O'Connor, Jacqueline Antonia" userId="3b9bfa0c-75a1-427e-ae61-7069a76100c3" providerId="ADAL" clId="{7BDAB737-B273-4034-A416-2FF981C48F7E}" dt="2023-07-18T22:00:13.167" v="400"/>
          <ac:grpSpMkLst>
            <pc:docMk/>
            <pc:sldMk cId="11728116" sldId="262"/>
            <ac:grpSpMk id="44" creationId="{C605CF24-6C28-1235-B3B4-E2CF765E70AC}"/>
          </ac:grpSpMkLst>
        </pc:grpChg>
        <pc:grpChg chg="mod">
          <ac:chgData name="O'Connor, Jacqueline Antonia" userId="3b9bfa0c-75a1-427e-ae61-7069a76100c3" providerId="ADAL" clId="{7BDAB737-B273-4034-A416-2FF981C48F7E}" dt="2023-07-18T22:00:13.167" v="400"/>
          <ac:grpSpMkLst>
            <pc:docMk/>
            <pc:sldMk cId="11728116" sldId="262"/>
            <ac:grpSpMk id="45" creationId="{2DF94E6F-F410-81F3-8D47-240A8C8B0856}"/>
          </ac:grpSpMkLst>
        </pc:grpChg>
        <pc:grpChg chg="del mod">
          <ac:chgData name="O'Connor, Jacqueline Antonia" userId="3b9bfa0c-75a1-427e-ae61-7069a76100c3" providerId="ADAL" clId="{7BDAB737-B273-4034-A416-2FF981C48F7E}" dt="2023-07-18T22:00:54.575" v="453"/>
          <ac:grpSpMkLst>
            <pc:docMk/>
            <pc:sldMk cId="11728116" sldId="262"/>
            <ac:grpSpMk id="80" creationId="{1B3B7F09-B7FB-55C2-9C33-1EB243B66F41}"/>
          </ac:grpSpMkLst>
        </pc:grpChg>
        <pc:grpChg chg="del mod">
          <ac:chgData name="O'Connor, Jacqueline Antonia" userId="3b9bfa0c-75a1-427e-ae61-7069a76100c3" providerId="ADAL" clId="{7BDAB737-B273-4034-A416-2FF981C48F7E}" dt="2023-07-18T22:01:04.556" v="475"/>
          <ac:grpSpMkLst>
            <pc:docMk/>
            <pc:sldMk cId="11728116" sldId="262"/>
            <ac:grpSpMk id="81" creationId="{650A8D0D-B72E-6C7D-8709-A0416484716C}"/>
          </ac:grpSpMkLst>
        </pc:grpChg>
        <pc:grpChg chg="del mod">
          <ac:chgData name="O'Connor, Jacqueline Antonia" userId="3b9bfa0c-75a1-427e-ae61-7069a76100c3" providerId="ADAL" clId="{7BDAB737-B273-4034-A416-2FF981C48F7E}" dt="2023-07-18T22:00:54.575" v="453"/>
          <ac:grpSpMkLst>
            <pc:docMk/>
            <pc:sldMk cId="11728116" sldId="262"/>
            <ac:grpSpMk id="82" creationId="{74748EB8-CB8E-5948-7EAB-0E696A9106B9}"/>
          </ac:grpSpMkLst>
        </pc:grpChg>
        <pc:grpChg chg="mod">
          <ac:chgData name="O'Connor, Jacqueline Antonia" userId="3b9bfa0c-75a1-427e-ae61-7069a76100c3" providerId="ADAL" clId="{7BDAB737-B273-4034-A416-2FF981C48F7E}" dt="2023-07-18T22:00:37.354" v="435"/>
          <ac:grpSpMkLst>
            <pc:docMk/>
            <pc:sldMk cId="11728116" sldId="262"/>
            <ac:grpSpMk id="83" creationId="{948C180A-36B0-632F-541C-66636F3BED58}"/>
          </ac:grpSpMkLst>
        </pc:grpChg>
        <pc:grpChg chg="mod">
          <ac:chgData name="O'Connor, Jacqueline Antonia" userId="3b9bfa0c-75a1-427e-ae61-7069a76100c3" providerId="ADAL" clId="{7BDAB737-B273-4034-A416-2FF981C48F7E}" dt="2023-07-18T22:00:37.354" v="435"/>
          <ac:grpSpMkLst>
            <pc:docMk/>
            <pc:sldMk cId="11728116" sldId="262"/>
            <ac:grpSpMk id="84" creationId="{AA6BE674-766D-FF39-CCA1-D72368160E82}"/>
          </ac:grpSpMkLst>
        </pc:grpChg>
        <pc:grpChg chg="mod">
          <ac:chgData name="O'Connor, Jacqueline Antonia" userId="3b9bfa0c-75a1-427e-ae61-7069a76100c3" providerId="ADAL" clId="{7BDAB737-B273-4034-A416-2FF981C48F7E}" dt="2023-07-18T22:00:37.354" v="435"/>
          <ac:grpSpMkLst>
            <pc:docMk/>
            <pc:sldMk cId="11728116" sldId="262"/>
            <ac:grpSpMk id="85" creationId="{89B4C2E4-CF0A-48BA-D0A5-AA24FDE1B496}"/>
          </ac:grpSpMkLst>
        </pc:grpChg>
        <pc:grpChg chg="del mod">
          <ac:chgData name="O'Connor, Jacqueline Antonia" userId="3b9bfa0c-75a1-427e-ae61-7069a76100c3" providerId="ADAL" clId="{7BDAB737-B273-4034-A416-2FF981C48F7E}" dt="2023-07-18T22:00:43.756" v="444"/>
          <ac:grpSpMkLst>
            <pc:docMk/>
            <pc:sldMk cId="11728116" sldId="262"/>
            <ac:grpSpMk id="92" creationId="{88CB998C-1AE2-2D13-EDB3-D8DB0C13745A}"/>
          </ac:grpSpMkLst>
        </pc:grpChg>
        <pc:grpChg chg="del mod">
          <ac:chgData name="O'Connor, Jacqueline Antonia" userId="3b9bfa0c-75a1-427e-ae61-7069a76100c3" providerId="ADAL" clId="{7BDAB737-B273-4034-A416-2FF981C48F7E}" dt="2023-07-18T22:00:54.575" v="453"/>
          <ac:grpSpMkLst>
            <pc:docMk/>
            <pc:sldMk cId="11728116" sldId="262"/>
            <ac:grpSpMk id="94" creationId="{9D301E91-2EF0-B297-7F7E-A40BCC1DCCD5}"/>
          </ac:grpSpMkLst>
        </pc:grpChg>
        <pc:grpChg chg="del mod">
          <ac:chgData name="O'Connor, Jacqueline Antonia" userId="3b9bfa0c-75a1-427e-ae61-7069a76100c3" providerId="ADAL" clId="{7BDAB737-B273-4034-A416-2FF981C48F7E}" dt="2023-07-18T22:01:04.556" v="475"/>
          <ac:grpSpMkLst>
            <pc:docMk/>
            <pc:sldMk cId="11728116" sldId="262"/>
            <ac:grpSpMk id="103" creationId="{B3AF40C2-2098-F0A7-D767-D469756FD1FC}"/>
          </ac:grpSpMkLst>
        </pc:grpChg>
        <pc:grpChg chg="mod">
          <ac:chgData name="O'Connor, Jacqueline Antonia" userId="3b9bfa0c-75a1-427e-ae61-7069a76100c3" providerId="ADAL" clId="{7BDAB737-B273-4034-A416-2FF981C48F7E}" dt="2023-07-18T22:01:04.556" v="475"/>
          <ac:grpSpMkLst>
            <pc:docMk/>
            <pc:sldMk cId="11728116" sldId="262"/>
            <ac:grpSpMk id="125" creationId="{5CCB69D9-11A7-0290-E6C0-2855149A1095}"/>
          </ac:grpSpMkLst>
        </pc:grpChg>
        <pc:grpChg chg="mod">
          <ac:chgData name="O'Connor, Jacqueline Antonia" userId="3b9bfa0c-75a1-427e-ae61-7069a76100c3" providerId="ADAL" clId="{7BDAB737-B273-4034-A416-2FF981C48F7E}" dt="2023-07-18T22:01:11.753" v="484"/>
          <ac:grpSpMkLst>
            <pc:docMk/>
            <pc:sldMk cId="11728116" sldId="262"/>
            <ac:grpSpMk id="134" creationId="{D443B202-59A7-8276-4D0F-F0E1E832337F}"/>
          </ac:grpSpMkLst>
        </pc:grpChg>
        <pc:grpChg chg="mod">
          <ac:chgData name="O'Connor, Jacqueline Antonia" userId="3b9bfa0c-75a1-427e-ae61-7069a76100c3" providerId="ADAL" clId="{7BDAB737-B273-4034-A416-2FF981C48F7E}" dt="2023-07-18T22:01:11.753" v="484"/>
          <ac:grpSpMkLst>
            <pc:docMk/>
            <pc:sldMk cId="11728116" sldId="262"/>
            <ac:grpSpMk id="135" creationId="{7EBD1D59-561E-F8D2-3B87-329D5A03E85F}"/>
          </ac:grpSpMkLst>
        </pc:grpChg>
        <pc:grpChg chg="mod">
          <ac:chgData name="O'Connor, Jacqueline Antonia" userId="3b9bfa0c-75a1-427e-ae61-7069a76100c3" providerId="ADAL" clId="{7BDAB737-B273-4034-A416-2FF981C48F7E}" dt="2023-07-18T22:01:17.387" v="495"/>
          <ac:grpSpMkLst>
            <pc:docMk/>
            <pc:sldMk cId="11728116" sldId="262"/>
            <ac:grpSpMk id="146" creationId="{9DC442B4-B78C-F3EB-D18C-5B396546BCD7}"/>
          </ac:grpSpMkLst>
        </pc:grpChg>
        <pc:grpChg chg="del mod">
          <ac:chgData name="O'Connor, Jacqueline Antonia" userId="3b9bfa0c-75a1-427e-ae61-7069a76100c3" providerId="ADAL" clId="{7BDAB737-B273-4034-A416-2FF981C48F7E}" dt="2023-07-18T22:01:32.559" v="510"/>
          <ac:grpSpMkLst>
            <pc:docMk/>
            <pc:sldMk cId="11728116" sldId="262"/>
            <ac:grpSpMk id="149" creationId="{00541E78-F724-4B6F-197C-9C3ABF1FB09C}"/>
          </ac:grpSpMkLst>
        </pc:grpChg>
        <pc:grpChg chg="mod">
          <ac:chgData name="O'Connor, Jacqueline Antonia" userId="3b9bfa0c-75a1-427e-ae61-7069a76100c3" providerId="ADAL" clId="{7BDAB737-B273-4034-A416-2FF981C48F7E}" dt="2023-07-18T22:01:32.559" v="510"/>
          <ac:grpSpMkLst>
            <pc:docMk/>
            <pc:sldMk cId="11728116" sldId="262"/>
            <ac:grpSpMk id="161" creationId="{CB30CB36-808F-C2D2-EC3F-64D98E5E22B4}"/>
          </ac:grpSpMkLst>
        </pc:grpChg>
        <pc:grpChg chg="mod">
          <ac:chgData name="O'Connor, Jacqueline Antonia" userId="3b9bfa0c-75a1-427e-ae61-7069a76100c3" providerId="ADAL" clId="{7BDAB737-B273-4034-A416-2FF981C48F7E}" dt="2023-07-18T22:01:42.451" v="520"/>
          <ac:grpSpMkLst>
            <pc:docMk/>
            <pc:sldMk cId="11728116" sldId="262"/>
            <ac:grpSpMk id="171" creationId="{4CBB48A9-B48B-1C3F-94DC-1FC23C6FDEC4}"/>
          </ac:grpSpMkLst>
        </pc:grpChg>
        <pc:grpChg chg="del mod">
          <ac:chgData name="O'Connor, Jacqueline Antonia" userId="3b9bfa0c-75a1-427e-ae61-7069a76100c3" providerId="ADAL" clId="{7BDAB737-B273-4034-A416-2FF981C48F7E}" dt="2023-07-18T22:01:59.203" v="551"/>
          <ac:grpSpMkLst>
            <pc:docMk/>
            <pc:sldMk cId="11728116" sldId="262"/>
            <ac:grpSpMk id="187" creationId="{17781109-560C-4DCB-272F-593F050B0C62}"/>
          </ac:grpSpMkLst>
        </pc:grpChg>
        <pc:grpChg chg="mod">
          <ac:chgData name="O'Connor, Jacqueline Antonia" userId="3b9bfa0c-75a1-427e-ae61-7069a76100c3" providerId="ADAL" clId="{7BDAB737-B273-4034-A416-2FF981C48F7E}" dt="2023-07-18T22:01:51.806" v="536"/>
          <ac:grpSpMkLst>
            <pc:docMk/>
            <pc:sldMk cId="11728116" sldId="262"/>
            <ac:grpSpMk id="188" creationId="{DB9B24B4-5229-086B-B368-9072F75AA2DD}"/>
          </ac:grpSpMkLst>
        </pc:grpChg>
        <pc:grpChg chg="del mod">
          <ac:chgData name="O'Connor, Jacqueline Antonia" userId="3b9bfa0c-75a1-427e-ae61-7069a76100c3" providerId="ADAL" clId="{7BDAB737-B273-4034-A416-2FF981C48F7E}" dt="2023-07-18T22:02:08.595" v="568"/>
          <ac:grpSpMkLst>
            <pc:docMk/>
            <pc:sldMk cId="11728116" sldId="262"/>
            <ac:grpSpMk id="203" creationId="{961D3999-C009-B956-EE32-F919EB97F243}"/>
          </ac:grpSpMkLst>
        </pc:grpChg>
        <pc:grpChg chg="del mod">
          <ac:chgData name="O'Connor, Jacqueline Antonia" userId="3b9bfa0c-75a1-427e-ae61-7069a76100c3" providerId="ADAL" clId="{7BDAB737-B273-4034-A416-2FF981C48F7E}" dt="2023-07-18T22:02:08.595" v="568"/>
          <ac:grpSpMkLst>
            <pc:docMk/>
            <pc:sldMk cId="11728116" sldId="262"/>
            <ac:grpSpMk id="209" creationId="{71D77054-9383-813D-3878-86B96BC1D0E2}"/>
          </ac:grpSpMkLst>
        </pc:grpChg>
        <pc:grpChg chg="mod">
          <ac:chgData name="O'Connor, Jacqueline Antonia" userId="3b9bfa0c-75a1-427e-ae61-7069a76100c3" providerId="ADAL" clId="{7BDAB737-B273-4034-A416-2FF981C48F7E}" dt="2023-07-18T22:02:08.595" v="568"/>
          <ac:grpSpMkLst>
            <pc:docMk/>
            <pc:sldMk cId="11728116" sldId="262"/>
            <ac:grpSpMk id="220" creationId="{EBA9E680-BEA9-79A8-0D78-8003F1CBD7EC}"/>
          </ac:grpSpMkLst>
        </pc:grp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2" creationId="{75B6D0F7-4041-D809-A0DE-DD927DD5A442}"/>
          </ac:inkMkLst>
        </pc:ink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3" creationId="{CE104C8D-D1C7-1C6C-91F0-DDBE750CB9C6}"/>
          </ac:inkMkLst>
        </pc:ink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5" creationId="{6E167BA3-4CE3-A901-D959-400932EDCBEE}"/>
          </ac:inkMkLst>
        </pc:ink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6" creationId="{E9D2DF63-BF39-6261-5D5D-FF02892AD8FC}"/>
          </ac:inkMkLst>
        </pc:ink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7" creationId="{3F1B9F2E-6359-CC1D-B14D-ABDFE035F59B}"/>
          </ac:inkMkLst>
        </pc:ink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8" creationId="{EE61299A-13CA-C344-AB00-53FAD009C08D}"/>
          </ac:inkMkLst>
        </pc:ink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9" creationId="{95D1DC20-DD63-7919-A91A-B921F9C18697}"/>
          </ac:inkMkLst>
        </pc:inkChg>
        <pc:inkChg chg="add mod">
          <ac:chgData name="O'Connor, Jacqueline Antonia" userId="3b9bfa0c-75a1-427e-ae61-7069a76100c3" providerId="ADAL" clId="{7BDAB737-B273-4034-A416-2FF981C48F7E}" dt="2023-07-18T21:59:56.037" v="369"/>
          <ac:inkMkLst>
            <pc:docMk/>
            <pc:sldMk cId="11728116" sldId="262"/>
            <ac:inkMk id="10" creationId="{4743BD2D-4CC4-3DF8-145B-8BF85BF5DDD8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2" creationId="{577A370C-D782-BBCE-6614-B5ED221FD599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3" creationId="{7AE4457D-A431-5DBC-477B-43017F567B2A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4" creationId="{39E74033-87D6-2F0E-845C-D6C144EE7678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5" creationId="{EB1CF6F9-8481-6D61-F4CD-D37B3082D5F5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6" creationId="{DFDFD0D6-8C1F-04AF-D864-E19D32E3896C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7" creationId="{D584F49B-A419-0B4F-90C8-9F8EB943D568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8" creationId="{96D60C73-AE19-0F59-FF76-EC4B142BEB1D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19" creationId="{430142DF-E85E-DBF6-B0ED-D54DE5D4E06D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20" creationId="{518F9906-8921-9C9B-5690-269D036DF312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21" creationId="{EFD42C75-0DD8-86DD-49A4-D9D80F8E405D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22" creationId="{8A012F92-194C-F74A-9D23-3018D98E3D7B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23" creationId="{C97E9C11-35C1-08BA-C094-9D84A2BDA69E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24" creationId="{03CA973D-A782-0E4F-C0CB-42E0E16A8576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25" creationId="{741BAFAA-39FC-B8D0-A536-46DC233F007A}"/>
          </ac:inkMkLst>
        </pc:inkChg>
        <pc:inkChg chg="add mod">
          <ac:chgData name="O'Connor, Jacqueline Antonia" userId="3b9bfa0c-75a1-427e-ae61-7069a76100c3" providerId="ADAL" clId="{7BDAB737-B273-4034-A416-2FF981C48F7E}" dt="2023-07-18T22:00:05.073" v="385"/>
          <ac:inkMkLst>
            <pc:docMk/>
            <pc:sldMk cId="11728116" sldId="262"/>
            <ac:inkMk id="26" creationId="{0671D140-D70F-0907-44D2-DE160E5B019B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0" creationId="{297B41C4-884C-7FA6-5491-FB7760A5FF32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1" creationId="{9CE7F41E-B56B-BBFE-3726-D13CD04A4BCD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2" creationId="{38C79D95-9C56-48AE-5AD1-14F4E56A244C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3" creationId="{968230D5-340A-2D9A-D516-DFABCFD1FB2D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4" creationId="{9BA24A5D-128C-991A-739D-6121308F3E1F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5" creationId="{F80E0670-F6AD-4061-9BA3-31C6D73D6E50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6" creationId="{8714CA51-1579-2898-281D-001122B01CCC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7" creationId="{11E9BCA4-9042-4673-F730-79AE575A00A5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8" creationId="{9021C3E8-33D0-5AC2-21BD-04B3A1FF8E2E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39" creationId="{048B15D4-8287-6593-6D40-062993F97A22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40" creationId="{2B26E60C-5AF8-3CEF-43F0-F14FB14827EB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41" creationId="{5C87BB86-F337-1E42-081A-F83FCCABD56A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42" creationId="{E8C122A8-00E4-8088-8B9D-3D693D043750}"/>
          </ac:inkMkLst>
        </pc:inkChg>
        <pc:inkChg chg="add mod">
          <ac:chgData name="O'Connor, Jacqueline Antonia" userId="3b9bfa0c-75a1-427e-ae61-7069a76100c3" providerId="ADAL" clId="{7BDAB737-B273-4034-A416-2FF981C48F7E}" dt="2023-07-18T22:00:13.167" v="400"/>
          <ac:inkMkLst>
            <pc:docMk/>
            <pc:sldMk cId="11728116" sldId="262"/>
            <ac:inkMk id="43" creationId="{D281D390-F272-89D1-9704-E3FA83A3CBCA}"/>
          </ac:inkMkLst>
        </pc:inkChg>
        <pc:inkChg chg="add">
          <ac:chgData name="O'Connor, Jacqueline Antonia" userId="3b9bfa0c-75a1-427e-ae61-7069a76100c3" providerId="ADAL" clId="{7BDAB737-B273-4034-A416-2FF981C48F7E}" dt="2023-07-18T22:00:14.465" v="401" actId="9405"/>
          <ac:inkMkLst>
            <pc:docMk/>
            <pc:sldMk cId="11728116" sldId="262"/>
            <ac:inkMk id="46" creationId="{F92DF670-AA80-A491-311E-58C98CD4062A}"/>
          </ac:inkMkLst>
        </pc:inkChg>
        <pc:inkChg chg="add">
          <ac:chgData name="O'Connor, Jacqueline Antonia" userId="3b9bfa0c-75a1-427e-ae61-7069a76100c3" providerId="ADAL" clId="{7BDAB737-B273-4034-A416-2FF981C48F7E}" dt="2023-07-18T22:00:15.320" v="402" actId="9405"/>
          <ac:inkMkLst>
            <pc:docMk/>
            <pc:sldMk cId="11728116" sldId="262"/>
            <ac:inkMk id="47" creationId="{F776907F-EBC6-FE56-B3C1-3D3DD256E8BA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48" creationId="{BCA02FB7-6E03-4555-5CCC-B689FAE51742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49" creationId="{A76D340A-EE46-C5B4-265F-85D586B88601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0" creationId="{AFCC3F12-0B79-BF94-23A3-C3EBF10CAE3E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1" creationId="{1610D407-152D-0DE8-B353-B63EF45D7CF2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2" creationId="{0A4B8057-7EF6-F413-2396-558233AED845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3" creationId="{85D8400D-FD9B-A17D-D5A9-535F0CC0B36B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4" creationId="{724BB82F-6840-4538-F39C-651FB7883791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5" creationId="{331174AA-B42E-FAAF-ABD0-CF1889633B7B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6" creationId="{87D9AB9D-760B-63F0-EEB8-DA782825812F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7" creationId="{C62F8AF4-FC33-239C-F9BF-C750A452078B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8" creationId="{36DC8440-51B8-3C09-DB1A-3143041A73E8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59" creationId="{8E7FB349-7EE3-A0C0-566F-7C06F081C13F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60" creationId="{6F912FC1-5DFB-5BC4-F649-271E7548D5EA}"/>
          </ac:inkMkLst>
        </pc:inkChg>
        <pc:inkChg chg="add mod">
          <ac:chgData name="O'Connor, Jacqueline Antonia" userId="3b9bfa0c-75a1-427e-ae61-7069a76100c3" providerId="ADAL" clId="{7BDAB737-B273-4034-A416-2FF981C48F7E}" dt="2023-07-18T22:00:37.354" v="435"/>
          <ac:inkMkLst>
            <pc:docMk/>
            <pc:sldMk cId="11728116" sldId="262"/>
            <ac:inkMk id="61" creationId="{07E8E66C-7AEB-B15B-71A1-4AC29FA0714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2" creationId="{FF99BD9B-AB3D-FE5A-A9AB-DEDBBC1BC812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3" creationId="{B3A4FF42-69A8-B7FB-9EE9-2EF2ADB68FFE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4" creationId="{19F30EFA-8AEF-3890-CB47-D13D80A27A50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5" creationId="{17B8D4DE-0C41-246E-2C22-B1643086A8C7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6" creationId="{40E6917B-193B-9F9E-9CEF-5BD01C7D8CEF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7" creationId="{3EDAE6BB-6F0A-75B7-D607-07C975EC5128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8" creationId="{CFDFCEFF-DC71-1C5D-F5CE-203F55827D9B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69" creationId="{50ECA1D5-D889-1789-3D11-5DE9992C194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0" creationId="{2EB184D2-65A9-9DF5-6A53-99C001BC1F2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1" creationId="{808FE4E0-49A2-1749-1073-7F3795285902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2" creationId="{63773057-F8A0-B58D-2F63-8F07028542FD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3" creationId="{3F3EB235-8265-9E4C-AD9B-56DD568F6297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4" creationId="{827735AA-CE75-FD69-329B-06378F4F1882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5" creationId="{F5366AF9-F868-9191-B5FA-CA0F04F22067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6" creationId="{07668272-24F5-F1C9-4405-B7E6F95C610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7" creationId="{E8D5114B-A211-65B3-9613-F9A4D3125D86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8" creationId="{A42A1B89-6E7B-FE02-5182-6B6FAD82F76D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79" creationId="{65395E0A-BEEB-AD6A-A0B3-EA3B44F453C8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86" creationId="{5D59ED82-AB72-6211-011C-CA35274EC002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87" creationId="{BDA217CB-8253-6DF9-DED0-9099E841BA8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88" creationId="{C0AC2911-9DB6-5782-7064-053D311705B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89" creationId="{92965068-FADC-8056-8D4D-7212B8A57937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0" creationId="{D9098CF4-CF15-EA7A-D0B5-4EDC0D3F650B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1" creationId="{408F0A58-6BCC-6315-A854-5FB3B03573C8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3" creationId="{5A0DB15C-B8C8-B1FF-B25D-FDC36BB83A87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5" creationId="{3E80CCE4-F60D-906C-CA33-BF1E763C7458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6" creationId="{AFECE140-D82C-85A5-AC8F-15AE66EA0088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7" creationId="{07FA9CFE-7D12-1A5E-8B21-6B5963033FD5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8" creationId="{1AA77158-F721-7248-FB2E-F41E469550C0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99" creationId="{8F263D84-CA11-A304-C8F8-E7917C396A9A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0" creationId="{BCD9E3F4-C980-8EF1-4D54-25F12D08C41D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1" creationId="{FABEFEFA-352E-E328-B81E-092978E99FF0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2" creationId="{1D542AF4-099B-20B6-FC8C-6FAF7CD5CB50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4" creationId="{BAE000B9-B1DF-BF5B-7708-9CB73DB431C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5" creationId="{07C93AF2-E5AF-B457-C995-803F57D684A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6" creationId="{E9202F9E-DA51-6228-9F39-A9642400B440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7" creationId="{6F05B13E-031B-3AF6-5544-0F9BD2F4D563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8" creationId="{1D60F762-3F0B-0A4A-2CD3-3B66A3176A2A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09" creationId="{1F9BC0F9-B78C-BA60-3D84-F1B7F1CC730A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0" creationId="{20425A36-B6F6-1C37-67A6-2703B8D68525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1" creationId="{0643C495-EA87-9C3F-408A-7369116396B9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2" creationId="{38BC7055-93BE-E7D4-4DB0-7C7795B9FDC4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3" creationId="{2106EA62-7988-1514-5729-1AD688120DE6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4" creationId="{DC2C972F-2BDA-A5AD-4D67-3AAD50CB2625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5" creationId="{3E662B0B-E768-914F-4F80-A24DE7F62E17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6" creationId="{FC8205BC-80B1-85BB-4B77-3B3853A34F22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7" creationId="{BF5B8960-28FF-1FAD-A5C5-39E034BE99D7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8" creationId="{B2282204-1CA8-166A-1A49-7636ABE4371E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19" creationId="{EF1957FA-59FC-C788-EF58-5B1673767181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20" creationId="{48154B73-5EDF-6ACF-2C3F-00A2BFFC1ED4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21" creationId="{9ECAC113-87C5-DDA6-D3D3-F4E1207AE79B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22" creationId="{4277B41B-6D4F-8BCC-9723-46264BEC63A6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23" creationId="{7573BAC4-D0A9-7B32-88B1-1708E62716CE}"/>
          </ac:inkMkLst>
        </pc:inkChg>
        <pc:inkChg chg="add mod">
          <ac:chgData name="O'Connor, Jacqueline Antonia" userId="3b9bfa0c-75a1-427e-ae61-7069a76100c3" providerId="ADAL" clId="{7BDAB737-B273-4034-A416-2FF981C48F7E}" dt="2023-07-18T22:01:04.556" v="475"/>
          <ac:inkMkLst>
            <pc:docMk/>
            <pc:sldMk cId="11728116" sldId="262"/>
            <ac:inkMk id="124" creationId="{6DB7FE15-5A85-D434-22C2-DB9CCDEFCA11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26" creationId="{71B39448-9017-38BD-DE2C-15B4580BD1A9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27" creationId="{18E05896-5DEC-A062-1216-832CB103DD97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28" creationId="{BABFB6FF-3E2F-08AB-A60C-5CA6B2E076A2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29" creationId="{245D653E-FA55-8340-FA18-A4725D5DA32A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30" creationId="{A71F4D80-F3DD-B716-BC91-AB213CD5C375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31" creationId="{70565A94-EA71-7156-F738-998D0D07BF3B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32" creationId="{46EF8F57-F54A-9C31-D70C-C78AD3D0D1CE}"/>
          </ac:inkMkLst>
        </pc:inkChg>
        <pc:inkChg chg="add mod">
          <ac:chgData name="O'Connor, Jacqueline Antonia" userId="3b9bfa0c-75a1-427e-ae61-7069a76100c3" providerId="ADAL" clId="{7BDAB737-B273-4034-A416-2FF981C48F7E}" dt="2023-07-18T22:01:11.753" v="484"/>
          <ac:inkMkLst>
            <pc:docMk/>
            <pc:sldMk cId="11728116" sldId="262"/>
            <ac:inkMk id="133" creationId="{38A8A707-1B91-01E9-9BE7-1C543A4C53E3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36" creationId="{6D4F63FE-3B4E-80D6-F3B6-3C2D31119B20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37" creationId="{AD20C4B3-B0C0-098B-9779-C405A4A274FA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38" creationId="{17625118-E829-61E6-0E7B-809AE2757246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39" creationId="{D9D5B550-062D-D6F5-E605-302052EA7243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40" creationId="{DCFF555C-25EE-0E08-F99C-D339716D0336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41" creationId="{8D8D67AD-A154-26C2-45D6-4C24224753AB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42" creationId="{0ABE59B1-BEA7-4336-FE88-DD79BD0AB341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43" creationId="{65B249E7-424A-0604-5E18-E4D8402E122D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44" creationId="{85361E2D-D981-BDBC-8438-50105C207EE3}"/>
          </ac:inkMkLst>
        </pc:inkChg>
        <pc:inkChg chg="add mod">
          <ac:chgData name="O'Connor, Jacqueline Antonia" userId="3b9bfa0c-75a1-427e-ae61-7069a76100c3" providerId="ADAL" clId="{7BDAB737-B273-4034-A416-2FF981C48F7E}" dt="2023-07-18T22:01:17.387" v="495"/>
          <ac:inkMkLst>
            <pc:docMk/>
            <pc:sldMk cId="11728116" sldId="262"/>
            <ac:inkMk id="145" creationId="{E0B6FAC5-37CC-767E-60B0-4DF5F9FEC08B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47" creationId="{9650D0F9-9C84-3F56-9B66-F7C5932CF1C0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48" creationId="{A9C4D7AF-2009-D10B-E5C0-B68EC774541D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0" creationId="{B88913E9-B00F-56B4-A87B-F34C51750D1F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1" creationId="{45934552-4909-FEE8-FF3E-970B6FD16104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2" creationId="{7E93A637-7AEA-F919-7CB5-3EDDDB82688C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3" creationId="{108EF687-1AE7-D9BC-47BA-878FC4B0FE2E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4" creationId="{8F589105-CC07-AA12-90A6-0139B9DB186F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5" creationId="{5FE14236-864B-AB10-CE66-7053B5773F21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6" creationId="{037F92CD-1930-91BB-056A-6C5E9EAF377C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7" creationId="{845A435C-02DE-7B9E-38E9-6AE362C4E623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8" creationId="{8E3202FE-E6BA-692D-1C9A-80BD8F653FF3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59" creationId="{25311B09-B36A-34B6-ABB4-AAB685B43954}"/>
          </ac:inkMkLst>
        </pc:inkChg>
        <pc:inkChg chg="add mod">
          <ac:chgData name="O'Connor, Jacqueline Antonia" userId="3b9bfa0c-75a1-427e-ae61-7069a76100c3" providerId="ADAL" clId="{7BDAB737-B273-4034-A416-2FF981C48F7E}" dt="2023-07-18T22:01:32.559" v="510"/>
          <ac:inkMkLst>
            <pc:docMk/>
            <pc:sldMk cId="11728116" sldId="262"/>
            <ac:inkMk id="160" creationId="{318B9F11-76FB-8C44-F574-D222AEE95C49}"/>
          </ac:inkMkLst>
        </pc:inkChg>
        <pc:inkChg chg="add">
          <ac:chgData name="O'Connor, Jacqueline Antonia" userId="3b9bfa0c-75a1-427e-ae61-7069a76100c3" providerId="ADAL" clId="{7BDAB737-B273-4034-A416-2FF981C48F7E}" dt="2023-07-18T22:01:34.010" v="511" actId="9405"/>
          <ac:inkMkLst>
            <pc:docMk/>
            <pc:sldMk cId="11728116" sldId="262"/>
            <ac:inkMk id="162" creationId="{D864DBDA-8743-3EA8-70A3-E0B837F2E3DD}"/>
          </ac:inkMkLst>
        </pc:inkChg>
        <pc:inkChg chg="add mod">
          <ac:chgData name="O'Connor, Jacqueline Antonia" userId="3b9bfa0c-75a1-427e-ae61-7069a76100c3" providerId="ADAL" clId="{7BDAB737-B273-4034-A416-2FF981C48F7E}" dt="2023-07-18T22:01:42.451" v="520"/>
          <ac:inkMkLst>
            <pc:docMk/>
            <pc:sldMk cId="11728116" sldId="262"/>
            <ac:inkMk id="163" creationId="{3C918D8B-47F9-06DF-27B4-B7DADDF22DB1}"/>
          </ac:inkMkLst>
        </pc:inkChg>
        <pc:inkChg chg="add mod">
          <ac:chgData name="O'Connor, Jacqueline Antonia" userId="3b9bfa0c-75a1-427e-ae61-7069a76100c3" providerId="ADAL" clId="{7BDAB737-B273-4034-A416-2FF981C48F7E}" dt="2023-07-18T22:01:42.451" v="520"/>
          <ac:inkMkLst>
            <pc:docMk/>
            <pc:sldMk cId="11728116" sldId="262"/>
            <ac:inkMk id="164" creationId="{DA8464D2-CB1D-DC41-3A7D-906835145C55}"/>
          </ac:inkMkLst>
        </pc:inkChg>
        <pc:inkChg chg="add mod">
          <ac:chgData name="O'Connor, Jacqueline Antonia" userId="3b9bfa0c-75a1-427e-ae61-7069a76100c3" providerId="ADAL" clId="{7BDAB737-B273-4034-A416-2FF981C48F7E}" dt="2023-07-18T22:01:42.451" v="520"/>
          <ac:inkMkLst>
            <pc:docMk/>
            <pc:sldMk cId="11728116" sldId="262"/>
            <ac:inkMk id="165" creationId="{7FA4BF1F-14B0-0253-B31A-899D5DDF531B}"/>
          </ac:inkMkLst>
        </pc:inkChg>
        <pc:inkChg chg="add mod">
          <ac:chgData name="O'Connor, Jacqueline Antonia" userId="3b9bfa0c-75a1-427e-ae61-7069a76100c3" providerId="ADAL" clId="{7BDAB737-B273-4034-A416-2FF981C48F7E}" dt="2023-07-18T22:01:42.451" v="520"/>
          <ac:inkMkLst>
            <pc:docMk/>
            <pc:sldMk cId="11728116" sldId="262"/>
            <ac:inkMk id="166" creationId="{B65B2C36-A07C-E997-C134-9F7980DBACA6}"/>
          </ac:inkMkLst>
        </pc:inkChg>
        <pc:inkChg chg="add mod">
          <ac:chgData name="O'Connor, Jacqueline Antonia" userId="3b9bfa0c-75a1-427e-ae61-7069a76100c3" providerId="ADAL" clId="{7BDAB737-B273-4034-A416-2FF981C48F7E}" dt="2023-07-18T22:01:42.451" v="520"/>
          <ac:inkMkLst>
            <pc:docMk/>
            <pc:sldMk cId="11728116" sldId="262"/>
            <ac:inkMk id="167" creationId="{475B8020-60B8-0585-1FA1-1591F753E534}"/>
          </ac:inkMkLst>
        </pc:inkChg>
        <pc:inkChg chg="add">
          <ac:chgData name="O'Connor, Jacqueline Antonia" userId="3b9bfa0c-75a1-427e-ae61-7069a76100c3" providerId="ADAL" clId="{7BDAB737-B273-4034-A416-2FF981C48F7E}" dt="2023-07-18T22:01:40.560" v="517" actId="9405"/>
          <ac:inkMkLst>
            <pc:docMk/>
            <pc:sldMk cId="11728116" sldId="262"/>
            <ac:inkMk id="168" creationId="{21BFD199-7A20-1C54-FCE7-011F2600F24D}"/>
          </ac:inkMkLst>
        </pc:inkChg>
        <pc:inkChg chg="add mod">
          <ac:chgData name="O'Connor, Jacqueline Antonia" userId="3b9bfa0c-75a1-427e-ae61-7069a76100c3" providerId="ADAL" clId="{7BDAB737-B273-4034-A416-2FF981C48F7E}" dt="2023-07-18T22:01:42.451" v="520"/>
          <ac:inkMkLst>
            <pc:docMk/>
            <pc:sldMk cId="11728116" sldId="262"/>
            <ac:inkMk id="169" creationId="{0A287BAA-B68F-C4F6-D9BC-441FE7853135}"/>
          </ac:inkMkLst>
        </pc:inkChg>
        <pc:inkChg chg="add mod">
          <ac:chgData name="O'Connor, Jacqueline Antonia" userId="3b9bfa0c-75a1-427e-ae61-7069a76100c3" providerId="ADAL" clId="{7BDAB737-B273-4034-A416-2FF981C48F7E}" dt="2023-07-18T22:01:42.451" v="520"/>
          <ac:inkMkLst>
            <pc:docMk/>
            <pc:sldMk cId="11728116" sldId="262"/>
            <ac:inkMk id="170" creationId="{C1BB8580-8231-A369-41B3-8531C256381A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2" creationId="{AA938180-3855-9242-2D68-54A19F162F64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3" creationId="{65AC0B2B-4B51-727C-6C8B-DFD8C678C342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4" creationId="{1307C6A9-A3E1-B89B-579E-F212265DDB6A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5" creationId="{A3E4602D-112D-E73B-0E8F-71C768FA983C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6" creationId="{8817B49E-CD7D-054B-90E6-57F7B9516F66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7" creationId="{48CA9956-34EC-01B8-E7FC-8D3C410FD802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8" creationId="{038E6874-7CE6-CF2B-7463-12BAC51205B4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79" creationId="{EABD1ADC-F90E-4AFC-77D6-C2A3A5A42967}"/>
          </ac:inkMkLst>
        </pc:inkChg>
        <pc:inkChg chg="add mod">
          <ac:chgData name="O'Connor, Jacqueline Antonia" userId="3b9bfa0c-75a1-427e-ae61-7069a76100c3" providerId="ADAL" clId="{7BDAB737-B273-4034-A416-2FF981C48F7E}" dt="2023-07-18T22:01:51.806" v="536"/>
          <ac:inkMkLst>
            <pc:docMk/>
            <pc:sldMk cId="11728116" sldId="262"/>
            <ac:inkMk id="180" creationId="{C08CFABD-7E45-746C-CA52-59DFCB357C4D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81" creationId="{5F241B08-F770-107E-F5CA-67E59441B475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82" creationId="{43D3CA92-FCBE-D8D1-2AC5-7E041B14AAF1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83" creationId="{71001EB7-1D9F-141B-394E-0E753485EF7C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84" creationId="{7DC60C7A-D53D-4C4E-27B3-C1EFDA4F9523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85" creationId="{0C3157A7-9244-74E5-EE09-A9759F6B105E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86" creationId="{BF27093B-E79C-2186-35EC-B19E078C2FFE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89" creationId="{17AA5C3B-AE87-3BCF-6ECE-34E2D87757FF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0" creationId="{5A528425-E7D9-2516-CB92-8AFBC3F9D922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1" creationId="{1CB1AF89-CD55-F09F-550D-95D9C8827DC9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2" creationId="{FC15D09C-862E-5ACA-5D6C-ED40BDCF689B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3" creationId="{7341285A-CDD7-2835-28B1-BECBEF12DD09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4" creationId="{967EB4DF-6929-BC29-6874-7D6B16A19E53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5" creationId="{1296D9DF-D3C7-01AA-1C12-AFC7E3CFC7CB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6" creationId="{EE8C407E-53B1-0903-F766-8D6892802ED0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7" creationId="{E920FFB2-B03D-5F25-6143-27A6FD68634C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8" creationId="{698A1233-6DB9-37AD-7A31-DD37B435CC0E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199" creationId="{D7B36EDF-CE0D-FB2C-F11C-9ABAD0A11F6F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0" creationId="{72E16EFB-9E98-485F-DBE1-2C4067234A63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1" creationId="{81066F68-C2B0-219C-B778-E02D69A5353C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2" creationId="{BE0F5FDD-AC75-A9CB-5E8B-3B415C568E65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4" creationId="{E35B4CE9-C316-3E14-8003-7090A52AC7D8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5" creationId="{7A818D25-40CC-D43B-BFDA-17875236B500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6" creationId="{D37520D8-1F46-0663-989F-50C9C2D796FF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7" creationId="{4AE34707-ECE0-3118-532A-6844E3EEE5C2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08" creationId="{D4168DD7-CE8C-F801-F799-CF971A7B7D59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0" creationId="{0E4210BD-4393-1626-7B21-29B5C826E097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1" creationId="{D58512E6-A36A-F968-2146-A2551EA5EA5D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2" creationId="{98E1192B-9892-87A2-3AAA-380CBB8AB116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3" creationId="{DC0BCAA6-17EB-4CB0-93C0-5D871A7F32BC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4" creationId="{E82C77C2-1269-4686-38C3-83642AC5D844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5" creationId="{333CD0EE-35DA-1874-F475-26DF44D84A12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6" creationId="{1CE539FE-18EA-CA36-FD91-AE0AD8B748CD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7" creationId="{AB400F15-6C08-043A-9EB4-3D8DE687DD80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8" creationId="{AA0596C5-514F-7B59-4BF8-F4457E50C864}"/>
          </ac:inkMkLst>
        </pc:inkChg>
        <pc:inkChg chg="add mod">
          <ac:chgData name="O'Connor, Jacqueline Antonia" userId="3b9bfa0c-75a1-427e-ae61-7069a76100c3" providerId="ADAL" clId="{7BDAB737-B273-4034-A416-2FF981C48F7E}" dt="2023-07-18T22:02:08.595" v="568"/>
          <ac:inkMkLst>
            <pc:docMk/>
            <pc:sldMk cId="11728116" sldId="262"/>
            <ac:inkMk id="219" creationId="{F5CC9281-5954-00EB-A8B2-673B336C8835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03:23.988" v="610"/>
        <pc:sldMkLst>
          <pc:docMk/>
          <pc:sldMk cId="2675126050" sldId="263"/>
        </pc:sldMkLst>
        <pc:grpChg chg="del mod">
          <ac:chgData name="O'Connor, Jacqueline Antonia" userId="3b9bfa0c-75a1-427e-ae61-7069a76100c3" providerId="ADAL" clId="{7BDAB737-B273-4034-A416-2FF981C48F7E}" dt="2023-07-18T22:02:44.663" v="581"/>
          <ac:grpSpMkLst>
            <pc:docMk/>
            <pc:sldMk cId="2675126050" sldId="263"/>
            <ac:grpSpMk id="4" creationId="{B3CF6960-E45B-C705-1792-E7664E814FD3}"/>
          </ac:grpSpMkLst>
        </pc:grpChg>
        <pc:grpChg chg="del mod">
          <ac:chgData name="O'Connor, Jacqueline Antonia" userId="3b9bfa0c-75a1-427e-ae61-7069a76100c3" providerId="ADAL" clId="{7BDAB737-B273-4034-A416-2FF981C48F7E}" dt="2023-07-18T22:02:44.663" v="581"/>
          <ac:grpSpMkLst>
            <pc:docMk/>
            <pc:sldMk cId="2675126050" sldId="263"/>
            <ac:grpSpMk id="10" creationId="{ADBAF1C8-BF33-BDE8-CDD4-39CA4B22AB40}"/>
          </ac:grpSpMkLst>
        </pc:grpChg>
        <pc:grpChg chg="del mod">
          <ac:chgData name="O'Connor, Jacqueline Antonia" userId="3b9bfa0c-75a1-427e-ae61-7069a76100c3" providerId="ADAL" clId="{7BDAB737-B273-4034-A416-2FF981C48F7E}" dt="2023-07-18T22:03:07.702" v="592"/>
          <ac:grpSpMkLst>
            <pc:docMk/>
            <pc:sldMk cId="2675126050" sldId="263"/>
            <ac:grpSpMk id="14" creationId="{0EA5B1EE-16E9-AD03-5436-BAA99DA5610E}"/>
          </ac:grpSpMkLst>
        </pc:grpChg>
        <pc:grpChg chg="del mod">
          <ac:chgData name="O'Connor, Jacqueline Antonia" userId="3b9bfa0c-75a1-427e-ae61-7069a76100c3" providerId="ADAL" clId="{7BDAB737-B273-4034-A416-2FF981C48F7E}" dt="2023-07-18T22:03:04.341" v="588"/>
          <ac:grpSpMkLst>
            <pc:docMk/>
            <pc:sldMk cId="2675126050" sldId="263"/>
            <ac:grpSpMk id="18" creationId="{02684B71-84F2-ED15-DD0C-BC9813184DCC}"/>
          </ac:grpSpMkLst>
        </pc:grpChg>
        <pc:grpChg chg="del mod">
          <ac:chgData name="O'Connor, Jacqueline Antonia" userId="3b9bfa0c-75a1-427e-ae61-7069a76100c3" providerId="ADAL" clId="{7BDAB737-B273-4034-A416-2FF981C48F7E}" dt="2023-07-18T22:03:07.702" v="592"/>
          <ac:grpSpMkLst>
            <pc:docMk/>
            <pc:sldMk cId="2675126050" sldId="263"/>
            <ac:grpSpMk id="21" creationId="{134D9CC4-B289-E2AC-8F30-DC8EA9EB9744}"/>
          </ac:grpSpMkLst>
        </pc:grpChg>
        <pc:grpChg chg="del mod">
          <ac:chgData name="O'Connor, Jacqueline Antonia" userId="3b9bfa0c-75a1-427e-ae61-7069a76100c3" providerId="ADAL" clId="{7BDAB737-B273-4034-A416-2FF981C48F7E}" dt="2023-07-18T22:03:15.984" v="604"/>
          <ac:grpSpMkLst>
            <pc:docMk/>
            <pc:sldMk cId="2675126050" sldId="263"/>
            <ac:grpSpMk id="25" creationId="{78A95932-3D2A-A5C5-A1D1-C52820468AB7}"/>
          </ac:grpSpMkLst>
        </pc:grpChg>
        <pc:grpChg chg="del mod">
          <ac:chgData name="O'Connor, Jacqueline Antonia" userId="3b9bfa0c-75a1-427e-ae61-7069a76100c3" providerId="ADAL" clId="{7BDAB737-B273-4034-A416-2FF981C48F7E}" dt="2023-07-18T22:03:15.984" v="604"/>
          <ac:grpSpMkLst>
            <pc:docMk/>
            <pc:sldMk cId="2675126050" sldId="263"/>
            <ac:grpSpMk id="37" creationId="{D4EF50F7-EBCF-8F62-0133-30A7D102272D}"/>
          </ac:grpSpMkLst>
        </pc:grpChg>
        <pc:grpChg chg="del mod">
          <ac:chgData name="O'Connor, Jacqueline Antonia" userId="3b9bfa0c-75a1-427e-ae61-7069a76100c3" providerId="ADAL" clId="{7BDAB737-B273-4034-A416-2FF981C48F7E}" dt="2023-07-18T22:03:23.988" v="610"/>
          <ac:grpSpMkLst>
            <pc:docMk/>
            <pc:sldMk cId="2675126050" sldId="263"/>
            <ac:grpSpMk id="38" creationId="{96EA8A85-4B86-E987-6A79-63DAE8A23515}"/>
          </ac:grpSpMkLst>
        </pc:grpChg>
        <pc:grpChg chg="mod">
          <ac:chgData name="O'Connor, Jacqueline Antonia" userId="3b9bfa0c-75a1-427e-ae61-7069a76100c3" providerId="ADAL" clId="{7BDAB737-B273-4034-A416-2FF981C48F7E}" dt="2023-07-18T22:03:23.988" v="610"/>
          <ac:grpSpMkLst>
            <pc:docMk/>
            <pc:sldMk cId="2675126050" sldId="263"/>
            <ac:grpSpMk id="44" creationId="{424ABEF5-61FE-8AA2-67BA-97C1D58A3B78}"/>
          </ac:grpSpMkLst>
        </pc:grp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" creationId="{70342B5D-3089-5DFD-4C33-50137A61508E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" creationId="{0E18123C-60B1-5729-8B03-8171FC006E15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5" creationId="{AC648A7F-D00F-DE8B-D41B-C5B34302B12C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6" creationId="{41F1C69D-D6CE-F931-4979-CDB80B8290F4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7" creationId="{F30FDC3F-610C-134F-F84D-F3827ACDC294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8" creationId="{E0C6B06A-5183-C4D1-6B66-7C567006EBBB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9" creationId="{C1713048-3C6D-D6CA-1017-1B5069A3D08D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11" creationId="{9CAFA5D9-3ACB-581F-939D-34382902E20E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12" creationId="{B68FB156-2553-FA30-D6BB-936212022E59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13" creationId="{3748092A-B433-BF05-E5AD-4D6361B36331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15" creationId="{3098003F-1A7E-2D11-708A-0D3B726D710D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16" creationId="{4AB02DE0-BB41-0578-5A65-F1561EB661E2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17" creationId="{76BA3327-1535-631A-5701-4CDC3367F141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19" creationId="{A8C385BC-5F3E-6431-147B-A7FB3D889909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0" creationId="{7284B9D4-4C42-55BC-067F-B14E471B0556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2" creationId="{8861B35C-5BB7-4302-7C44-4BB5CC86097B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3" creationId="{B7F202E9-6F25-5CDF-A8FA-05766A716B67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4" creationId="{4284BFE2-3BC2-12C4-B43E-15890CCAE105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6" creationId="{FBF0F358-C7A5-55FC-C60F-5294B18BEEB7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7" creationId="{E1EB42B6-3C06-9297-325D-1EC4EFD3C503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8" creationId="{E61C84CB-BF75-340D-034C-5CFAF0311C1F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29" creationId="{C2412073-7157-8AFE-1F06-45C1E55424B7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0" creationId="{B4FD1583-1943-5822-A8B1-325E1130541C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1" creationId="{5795CC71-0D6B-F4C4-68F1-8A91BE7DBDA8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2" creationId="{6ED7D592-E497-3A04-F830-B778BF069BD1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3" creationId="{BFF41C5E-6FF4-256D-AF18-183C418D1A4B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4" creationId="{FEF654AF-844B-2B19-BF42-43762EEBD773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5" creationId="{443B5D99-D46D-5CFF-CEBD-BF5C7F25B4C8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6" creationId="{EB50462D-110F-FDB0-F204-C82E298EBC42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39" creationId="{5C2684AB-744D-4BDA-6EA9-A2D731D13CF3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40" creationId="{8E980934-6027-62E6-2D26-3AF22B45745C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41" creationId="{67E17717-F68A-3ACD-9105-A038F5D20BDD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42" creationId="{070558CB-A9FB-814D-A4DF-01490B68C852}"/>
          </ac:inkMkLst>
        </pc:inkChg>
        <pc:inkChg chg="add mod">
          <ac:chgData name="O'Connor, Jacqueline Antonia" userId="3b9bfa0c-75a1-427e-ae61-7069a76100c3" providerId="ADAL" clId="{7BDAB737-B273-4034-A416-2FF981C48F7E}" dt="2023-07-18T22:03:23.988" v="610"/>
          <ac:inkMkLst>
            <pc:docMk/>
            <pc:sldMk cId="2675126050" sldId="263"/>
            <ac:inkMk id="43" creationId="{1FAEC882-EC33-36F6-42DA-225EA2F206C4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39:30.473" v="1574"/>
        <pc:sldMkLst>
          <pc:docMk/>
          <pc:sldMk cId="4105865640" sldId="264"/>
        </pc:sldMkLst>
        <pc:grpChg chg="mod">
          <ac:chgData name="O'Connor, Jacqueline Antonia" userId="3b9bfa0c-75a1-427e-ae61-7069a76100c3" providerId="ADAL" clId="{7BDAB737-B273-4034-A416-2FF981C48F7E}" dt="2023-07-18T22:05:04.059" v="629"/>
          <ac:grpSpMkLst>
            <pc:docMk/>
            <pc:sldMk cId="4105865640" sldId="264"/>
            <ac:grpSpMk id="20" creationId="{3CF83E17-56D3-305F-31BA-F6ADCF44D348}"/>
          </ac:grpSpMkLst>
        </pc:grpChg>
        <pc:grpChg chg="mod">
          <ac:chgData name="O'Connor, Jacqueline Antonia" userId="3b9bfa0c-75a1-427e-ae61-7069a76100c3" providerId="ADAL" clId="{7BDAB737-B273-4034-A416-2FF981C48F7E}" dt="2023-07-18T22:05:04.059" v="629"/>
          <ac:grpSpMkLst>
            <pc:docMk/>
            <pc:sldMk cId="4105865640" sldId="264"/>
            <ac:grpSpMk id="21" creationId="{EE9F3E60-C36B-806F-B814-C0A91570C430}"/>
          </ac:grpSpMkLst>
        </pc:grpChg>
        <pc:grpChg chg="mod">
          <ac:chgData name="O'Connor, Jacqueline Antonia" userId="3b9bfa0c-75a1-427e-ae61-7069a76100c3" providerId="ADAL" clId="{7BDAB737-B273-4034-A416-2FF981C48F7E}" dt="2023-07-18T22:05:04.059" v="629"/>
          <ac:grpSpMkLst>
            <pc:docMk/>
            <pc:sldMk cId="4105865640" sldId="264"/>
            <ac:grpSpMk id="22" creationId="{D359DF52-9924-34A2-FAF8-25ED4CA60B2C}"/>
          </ac:grpSpMkLst>
        </pc:grpChg>
        <pc:grpChg chg="mod">
          <ac:chgData name="O'Connor, Jacqueline Antonia" userId="3b9bfa0c-75a1-427e-ae61-7069a76100c3" providerId="ADAL" clId="{7BDAB737-B273-4034-A416-2FF981C48F7E}" dt="2023-07-18T22:05:04.059" v="629"/>
          <ac:grpSpMkLst>
            <pc:docMk/>
            <pc:sldMk cId="4105865640" sldId="264"/>
            <ac:grpSpMk id="23" creationId="{0F50DFDD-76DF-7558-E90A-B74CB1242C49}"/>
          </ac:grpSpMkLst>
        </pc:grpChg>
        <pc:grpChg chg="mod">
          <ac:chgData name="O'Connor, Jacqueline Antonia" userId="3b9bfa0c-75a1-427e-ae61-7069a76100c3" providerId="ADAL" clId="{7BDAB737-B273-4034-A416-2FF981C48F7E}" dt="2023-07-18T22:05:28.948" v="650"/>
          <ac:grpSpMkLst>
            <pc:docMk/>
            <pc:sldMk cId="4105865640" sldId="264"/>
            <ac:grpSpMk id="44" creationId="{4769B0C6-ADD8-88E4-8D80-1FBBCACA5F60}"/>
          </ac:grpSpMkLst>
        </pc:grpChg>
        <pc:grpChg chg="mod">
          <ac:chgData name="O'Connor, Jacqueline Antonia" userId="3b9bfa0c-75a1-427e-ae61-7069a76100c3" providerId="ADAL" clId="{7BDAB737-B273-4034-A416-2FF981C48F7E}" dt="2023-07-18T22:05:28.948" v="650"/>
          <ac:grpSpMkLst>
            <pc:docMk/>
            <pc:sldMk cId="4105865640" sldId="264"/>
            <ac:grpSpMk id="45" creationId="{FF77B5A2-E24C-52EF-B2FA-536CD8CDE7A7}"/>
          </ac:grpSpMkLst>
        </pc:grpChg>
        <pc:grpChg chg="mod">
          <ac:chgData name="O'Connor, Jacqueline Antonia" userId="3b9bfa0c-75a1-427e-ae61-7069a76100c3" providerId="ADAL" clId="{7BDAB737-B273-4034-A416-2FF981C48F7E}" dt="2023-07-18T22:05:28.948" v="650"/>
          <ac:grpSpMkLst>
            <pc:docMk/>
            <pc:sldMk cId="4105865640" sldId="264"/>
            <ac:grpSpMk id="46" creationId="{95FB9523-D18F-0F0D-E26B-865ACEBFA2ED}"/>
          </ac:grpSpMkLst>
        </pc:grpChg>
        <pc:grpChg chg="mod">
          <ac:chgData name="O'Connor, Jacqueline Antonia" userId="3b9bfa0c-75a1-427e-ae61-7069a76100c3" providerId="ADAL" clId="{7BDAB737-B273-4034-A416-2FF981C48F7E}" dt="2023-07-18T22:05:45.088" v="678"/>
          <ac:grpSpMkLst>
            <pc:docMk/>
            <pc:sldMk cId="4105865640" sldId="264"/>
            <ac:grpSpMk id="74" creationId="{426D2189-B33F-B9B6-8940-1B5D83AA687B}"/>
          </ac:grpSpMkLst>
        </pc:grpChg>
        <pc:grpChg chg="mod">
          <ac:chgData name="O'Connor, Jacqueline Antonia" userId="3b9bfa0c-75a1-427e-ae61-7069a76100c3" providerId="ADAL" clId="{7BDAB737-B273-4034-A416-2FF981C48F7E}" dt="2023-07-18T22:05:45.088" v="678"/>
          <ac:grpSpMkLst>
            <pc:docMk/>
            <pc:sldMk cId="4105865640" sldId="264"/>
            <ac:grpSpMk id="75" creationId="{2942FD49-90E2-51FF-D8A3-793677AE070D}"/>
          </ac:grpSpMkLst>
        </pc:grpChg>
        <pc:grpChg chg="mod">
          <ac:chgData name="O'Connor, Jacqueline Antonia" userId="3b9bfa0c-75a1-427e-ae61-7069a76100c3" providerId="ADAL" clId="{7BDAB737-B273-4034-A416-2FF981C48F7E}" dt="2023-07-18T22:05:45.088" v="678"/>
          <ac:grpSpMkLst>
            <pc:docMk/>
            <pc:sldMk cId="4105865640" sldId="264"/>
            <ac:grpSpMk id="76" creationId="{443A1324-E8F0-B17D-00C5-4EB7EAF2AEBE}"/>
          </ac:grpSpMkLst>
        </pc:grpChg>
        <pc:grpChg chg="mod">
          <ac:chgData name="O'Connor, Jacqueline Antonia" userId="3b9bfa0c-75a1-427e-ae61-7069a76100c3" providerId="ADAL" clId="{7BDAB737-B273-4034-A416-2FF981C48F7E}" dt="2023-07-18T22:05:45.088" v="678"/>
          <ac:grpSpMkLst>
            <pc:docMk/>
            <pc:sldMk cId="4105865640" sldId="264"/>
            <ac:grpSpMk id="77" creationId="{BCBF356D-7357-2BEA-9FCE-009206374A95}"/>
          </ac:grpSpMkLst>
        </pc:grpChg>
        <pc:grpChg chg="mod">
          <ac:chgData name="O'Connor, Jacqueline Antonia" userId="3b9bfa0c-75a1-427e-ae61-7069a76100c3" providerId="ADAL" clId="{7BDAB737-B273-4034-A416-2FF981C48F7E}" dt="2023-07-18T22:05:50.478" v="683"/>
          <ac:grpSpMkLst>
            <pc:docMk/>
            <pc:sldMk cId="4105865640" sldId="264"/>
            <ac:grpSpMk id="82" creationId="{DE1C0F3C-1E72-A243-4F94-8B0BDEBF2C87}"/>
          </ac:grpSpMkLst>
        </pc:grpChg>
        <pc:grpChg chg="mod">
          <ac:chgData name="O'Connor, Jacqueline Antonia" userId="3b9bfa0c-75a1-427e-ae61-7069a76100c3" providerId="ADAL" clId="{7BDAB737-B273-4034-A416-2FF981C48F7E}" dt="2023-07-18T22:06:32.724" v="701"/>
          <ac:grpSpMkLst>
            <pc:docMk/>
            <pc:sldMk cId="4105865640" sldId="264"/>
            <ac:grpSpMk id="100" creationId="{3E5C032F-FB33-7D62-F750-5E2F9BAEAD25}"/>
          </ac:grpSpMkLst>
        </pc:grpChg>
        <pc:grpChg chg="mod">
          <ac:chgData name="O'Connor, Jacqueline Antonia" userId="3b9bfa0c-75a1-427e-ae61-7069a76100c3" providerId="ADAL" clId="{7BDAB737-B273-4034-A416-2FF981C48F7E}" dt="2023-07-18T22:06:32.724" v="701"/>
          <ac:grpSpMkLst>
            <pc:docMk/>
            <pc:sldMk cId="4105865640" sldId="264"/>
            <ac:grpSpMk id="101" creationId="{4D445A83-0549-0100-76F8-4CE1A92E7426}"/>
          </ac:grpSpMkLst>
        </pc:grpChg>
        <pc:grpChg chg="mod">
          <ac:chgData name="O'Connor, Jacqueline Antonia" userId="3b9bfa0c-75a1-427e-ae61-7069a76100c3" providerId="ADAL" clId="{7BDAB737-B273-4034-A416-2FF981C48F7E}" dt="2023-07-18T22:06:32.724" v="701"/>
          <ac:grpSpMkLst>
            <pc:docMk/>
            <pc:sldMk cId="4105865640" sldId="264"/>
            <ac:grpSpMk id="102" creationId="{906D3075-F244-413D-D5C8-154D7755A056}"/>
          </ac:grpSpMkLst>
        </pc:grpChg>
        <pc:grpChg chg="del mod">
          <ac:chgData name="O'Connor, Jacqueline Antonia" userId="3b9bfa0c-75a1-427e-ae61-7069a76100c3" providerId="ADAL" clId="{7BDAB737-B273-4034-A416-2FF981C48F7E}" dt="2023-07-18T22:06:50.202" v="726"/>
          <ac:grpSpMkLst>
            <pc:docMk/>
            <pc:sldMk cId="4105865640" sldId="264"/>
            <ac:grpSpMk id="111" creationId="{1E44565C-1919-0316-B1D5-10AC8AAC88F5}"/>
          </ac:grpSpMkLst>
        </pc:grpChg>
        <pc:grpChg chg="mod">
          <ac:chgData name="O'Connor, Jacqueline Antonia" userId="3b9bfa0c-75a1-427e-ae61-7069a76100c3" providerId="ADAL" clId="{7BDAB737-B273-4034-A416-2FF981C48F7E}" dt="2023-07-18T22:06:42.017" v="712"/>
          <ac:grpSpMkLst>
            <pc:docMk/>
            <pc:sldMk cId="4105865640" sldId="264"/>
            <ac:grpSpMk id="112" creationId="{876DA105-319C-5B2E-F638-CF37F5647188}"/>
          </ac:grpSpMkLst>
        </pc:grpChg>
        <pc:grpChg chg="mod">
          <ac:chgData name="O'Connor, Jacqueline Antonia" userId="3b9bfa0c-75a1-427e-ae61-7069a76100c3" providerId="ADAL" clId="{7BDAB737-B273-4034-A416-2FF981C48F7E}" dt="2023-07-18T22:06:50.202" v="726"/>
          <ac:grpSpMkLst>
            <pc:docMk/>
            <pc:sldMk cId="4105865640" sldId="264"/>
            <ac:grpSpMk id="126" creationId="{A58A00B2-7A25-796F-54D5-9F85EA024857}"/>
          </ac:grpSpMkLst>
        </pc:grpChg>
        <pc:grpChg chg="mod">
          <ac:chgData name="O'Connor, Jacqueline Antonia" userId="3b9bfa0c-75a1-427e-ae61-7069a76100c3" providerId="ADAL" clId="{7BDAB737-B273-4034-A416-2FF981C48F7E}" dt="2023-07-18T22:06:50.202" v="726"/>
          <ac:grpSpMkLst>
            <pc:docMk/>
            <pc:sldMk cId="4105865640" sldId="264"/>
            <ac:grpSpMk id="127" creationId="{BAEE153E-6548-F460-2116-3B3B4A7A199B}"/>
          </ac:grpSpMkLst>
        </pc:grpChg>
        <pc:grpChg chg="mod">
          <ac:chgData name="O'Connor, Jacqueline Antonia" userId="3b9bfa0c-75a1-427e-ae61-7069a76100c3" providerId="ADAL" clId="{7BDAB737-B273-4034-A416-2FF981C48F7E}" dt="2023-07-18T22:06:50.202" v="726"/>
          <ac:grpSpMkLst>
            <pc:docMk/>
            <pc:sldMk cId="4105865640" sldId="264"/>
            <ac:grpSpMk id="128" creationId="{53B1064E-BE34-A54C-A1A0-8868EE050F56}"/>
          </ac:grpSpMkLst>
        </pc:grpChg>
        <pc:grpChg chg="mod">
          <ac:chgData name="O'Connor, Jacqueline Antonia" userId="3b9bfa0c-75a1-427e-ae61-7069a76100c3" providerId="ADAL" clId="{7BDAB737-B273-4034-A416-2FF981C48F7E}" dt="2023-07-18T22:06:59.352" v="739"/>
          <ac:grpSpMkLst>
            <pc:docMk/>
            <pc:sldMk cId="4105865640" sldId="264"/>
            <ac:grpSpMk id="141" creationId="{3439BCE5-6EEA-A3F6-91AC-E6932703A699}"/>
          </ac:grpSpMkLst>
        </pc:grpChg>
        <pc:grpChg chg="del mod">
          <ac:chgData name="O'Connor, Jacqueline Antonia" userId="3b9bfa0c-75a1-427e-ae61-7069a76100c3" providerId="ADAL" clId="{7BDAB737-B273-4034-A416-2FF981C48F7E}" dt="2023-07-18T22:09:23.657" v="865"/>
          <ac:grpSpMkLst>
            <pc:docMk/>
            <pc:sldMk cId="4105865640" sldId="264"/>
            <ac:grpSpMk id="153" creationId="{0B5CDCDC-B98A-A83A-F607-2EF51249A090}"/>
          </ac:grpSpMkLst>
        </pc:grpChg>
        <pc:grpChg chg="del mod">
          <ac:chgData name="O'Connor, Jacqueline Antonia" userId="3b9bfa0c-75a1-427e-ae61-7069a76100c3" providerId="ADAL" clId="{7BDAB737-B273-4034-A416-2FF981C48F7E}" dt="2023-07-18T22:07:23.846" v="757"/>
          <ac:grpSpMkLst>
            <pc:docMk/>
            <pc:sldMk cId="4105865640" sldId="264"/>
            <ac:grpSpMk id="157" creationId="{9CA13BAB-D73F-C2BB-15D2-9784F3929845}"/>
          </ac:grpSpMkLst>
        </pc:grpChg>
        <pc:grpChg chg="mod">
          <ac:chgData name="O'Connor, Jacqueline Antonia" userId="3b9bfa0c-75a1-427e-ae61-7069a76100c3" providerId="ADAL" clId="{7BDAB737-B273-4034-A416-2FF981C48F7E}" dt="2023-07-18T22:07:38.699" v="787"/>
          <ac:grpSpMkLst>
            <pc:docMk/>
            <pc:sldMk cId="4105865640" sldId="264"/>
            <ac:grpSpMk id="186" creationId="{0DEEA0EF-C2B5-60D5-A0A9-100A63FA979A}"/>
          </ac:grpSpMkLst>
        </pc:grpChg>
        <pc:grpChg chg="mod">
          <ac:chgData name="O'Connor, Jacqueline Antonia" userId="3b9bfa0c-75a1-427e-ae61-7069a76100c3" providerId="ADAL" clId="{7BDAB737-B273-4034-A416-2FF981C48F7E}" dt="2023-07-18T22:07:38.699" v="787"/>
          <ac:grpSpMkLst>
            <pc:docMk/>
            <pc:sldMk cId="4105865640" sldId="264"/>
            <ac:grpSpMk id="187" creationId="{B1DCB6B3-77AE-7F47-8842-BA4EF3A5982E}"/>
          </ac:grpSpMkLst>
        </pc:grpChg>
        <pc:grpChg chg="del mod">
          <ac:chgData name="O'Connor, Jacqueline Antonia" userId="3b9bfa0c-75a1-427e-ae61-7069a76100c3" providerId="ADAL" clId="{7BDAB737-B273-4034-A416-2FF981C48F7E}" dt="2023-07-18T22:08:06.188" v="799"/>
          <ac:grpSpMkLst>
            <pc:docMk/>
            <pc:sldMk cId="4105865640" sldId="264"/>
            <ac:grpSpMk id="194" creationId="{43C0CCEB-CD28-BCDF-089E-ADC69FF49DE4}"/>
          </ac:grpSpMkLst>
        </pc:grpChg>
        <pc:grpChg chg="del mod">
          <ac:chgData name="O'Connor, Jacqueline Antonia" userId="3b9bfa0c-75a1-427e-ae61-7069a76100c3" providerId="ADAL" clId="{7BDAB737-B273-4034-A416-2FF981C48F7E}" dt="2023-07-18T22:08:19.870" v="812"/>
          <ac:grpSpMkLst>
            <pc:docMk/>
            <pc:sldMk cId="4105865640" sldId="264"/>
            <ac:grpSpMk id="202" creationId="{348B5568-1E01-AD3B-651D-891A2BCCC25C}"/>
          </ac:grpSpMkLst>
        </pc:grpChg>
        <pc:grpChg chg="mod">
          <ac:chgData name="O'Connor, Jacqueline Antonia" userId="3b9bfa0c-75a1-427e-ae61-7069a76100c3" providerId="ADAL" clId="{7BDAB737-B273-4034-A416-2FF981C48F7E}" dt="2023-07-18T22:08:19.870" v="812"/>
          <ac:grpSpMkLst>
            <pc:docMk/>
            <pc:sldMk cId="4105865640" sldId="264"/>
            <ac:grpSpMk id="206" creationId="{BD77F24C-5068-E863-8608-F208DADF1CAA}"/>
          </ac:grpSpMkLst>
        </pc:grpChg>
        <pc:grpChg chg="del mod">
          <ac:chgData name="O'Connor, Jacqueline Antonia" userId="3b9bfa0c-75a1-427e-ae61-7069a76100c3" providerId="ADAL" clId="{7BDAB737-B273-4034-A416-2FF981C48F7E}" dt="2023-07-18T22:08:24.953" v="821"/>
          <ac:grpSpMkLst>
            <pc:docMk/>
            <pc:sldMk cId="4105865640" sldId="264"/>
            <ac:grpSpMk id="211" creationId="{7EA406BD-CE24-2259-D62B-CEDD877C9569}"/>
          </ac:grpSpMkLst>
        </pc:grpChg>
        <pc:grpChg chg="mod">
          <ac:chgData name="O'Connor, Jacqueline Antonia" userId="3b9bfa0c-75a1-427e-ae61-7069a76100c3" providerId="ADAL" clId="{7BDAB737-B273-4034-A416-2FF981C48F7E}" dt="2023-07-18T22:08:24.953" v="821"/>
          <ac:grpSpMkLst>
            <pc:docMk/>
            <pc:sldMk cId="4105865640" sldId="264"/>
            <ac:grpSpMk id="215" creationId="{3620935E-1F2F-F51B-7583-C9197D224CAC}"/>
          </ac:grpSpMkLst>
        </pc:grpChg>
        <pc:grpChg chg="mod">
          <ac:chgData name="O'Connor, Jacqueline Antonia" userId="3b9bfa0c-75a1-427e-ae61-7069a76100c3" providerId="ADAL" clId="{7BDAB737-B273-4034-A416-2FF981C48F7E}" dt="2023-07-18T22:08:33.512" v="835"/>
          <ac:grpSpMkLst>
            <pc:docMk/>
            <pc:sldMk cId="4105865640" sldId="264"/>
            <ac:grpSpMk id="229" creationId="{815D43AF-2AD2-BEC6-616C-EA70A8727991}"/>
          </ac:grpSpMkLst>
        </pc:grpChg>
        <pc:grpChg chg="del mod">
          <ac:chgData name="O'Connor, Jacqueline Antonia" userId="3b9bfa0c-75a1-427e-ae61-7069a76100c3" providerId="ADAL" clId="{7BDAB737-B273-4034-A416-2FF981C48F7E}" dt="2023-07-18T22:08:44.318" v="845"/>
          <ac:grpSpMkLst>
            <pc:docMk/>
            <pc:sldMk cId="4105865640" sldId="264"/>
            <ac:grpSpMk id="235" creationId="{808557A0-62ED-33D0-C36C-7D0B10EE9F10}"/>
          </ac:grpSpMkLst>
        </pc:grpChg>
        <pc:grpChg chg="mod">
          <ac:chgData name="O'Connor, Jacqueline Antonia" userId="3b9bfa0c-75a1-427e-ae61-7069a76100c3" providerId="ADAL" clId="{7BDAB737-B273-4034-A416-2FF981C48F7E}" dt="2023-07-18T22:08:44.318" v="845"/>
          <ac:grpSpMkLst>
            <pc:docMk/>
            <pc:sldMk cId="4105865640" sldId="264"/>
            <ac:grpSpMk id="239" creationId="{34A6C579-2F09-FC89-86D9-329DCDA5BDB9}"/>
          </ac:grpSpMkLst>
        </pc:grpChg>
        <pc:grpChg chg="del mod">
          <ac:chgData name="O'Connor, Jacqueline Antonia" userId="3b9bfa0c-75a1-427e-ae61-7069a76100c3" providerId="ADAL" clId="{7BDAB737-B273-4034-A416-2FF981C48F7E}" dt="2023-07-18T22:08:55.745" v="863"/>
          <ac:grpSpMkLst>
            <pc:docMk/>
            <pc:sldMk cId="4105865640" sldId="264"/>
            <ac:grpSpMk id="253" creationId="{28595782-EE60-7B5D-3620-BF57E2CCB295}"/>
          </ac:grpSpMkLst>
        </pc:grpChg>
        <pc:grpChg chg="del mod">
          <ac:chgData name="O'Connor, Jacqueline Antonia" userId="3b9bfa0c-75a1-427e-ae61-7069a76100c3" providerId="ADAL" clId="{7BDAB737-B273-4034-A416-2FF981C48F7E}" dt="2023-07-18T22:08:55.745" v="863"/>
          <ac:grpSpMkLst>
            <pc:docMk/>
            <pc:sldMk cId="4105865640" sldId="264"/>
            <ac:grpSpMk id="254" creationId="{27A3A0B0-5FA2-B5B4-C7BC-AB76A073D68C}"/>
          </ac:grpSpMkLst>
        </pc:grpChg>
        <pc:grpChg chg="mod">
          <ac:chgData name="O'Connor, Jacqueline Antonia" userId="3b9bfa0c-75a1-427e-ae61-7069a76100c3" providerId="ADAL" clId="{7BDAB737-B273-4034-A416-2FF981C48F7E}" dt="2023-07-18T22:08:52.286" v="859"/>
          <ac:grpSpMkLst>
            <pc:docMk/>
            <pc:sldMk cId="4105865640" sldId="264"/>
            <ac:grpSpMk id="255" creationId="{3737B00C-6D27-0005-85B7-E64BF436774F}"/>
          </ac:grpSpMkLst>
        </pc:grpChg>
        <pc:grpChg chg="mod">
          <ac:chgData name="O'Connor, Jacqueline Antonia" userId="3b9bfa0c-75a1-427e-ae61-7069a76100c3" providerId="ADAL" clId="{7BDAB737-B273-4034-A416-2FF981C48F7E}" dt="2023-07-18T22:08:55.745" v="863"/>
          <ac:grpSpMkLst>
            <pc:docMk/>
            <pc:sldMk cId="4105865640" sldId="264"/>
            <ac:grpSpMk id="259" creationId="{DE5DDD52-A783-A665-B2FC-E25309CA2DB9}"/>
          </ac:grpSpMkLst>
        </pc:grpChg>
        <pc:grpChg chg="mod">
          <ac:chgData name="O'Connor, Jacqueline Antonia" userId="3b9bfa0c-75a1-427e-ae61-7069a76100c3" providerId="ADAL" clId="{7BDAB737-B273-4034-A416-2FF981C48F7E}" dt="2023-07-18T22:09:23.657" v="865"/>
          <ac:grpSpMkLst>
            <pc:docMk/>
            <pc:sldMk cId="4105865640" sldId="264"/>
            <ac:grpSpMk id="261" creationId="{6D759B1D-09F2-E85C-9800-3657779A8C4E}"/>
          </ac:grpSpMkLst>
        </pc:grpChg>
        <pc:grpChg chg="del mod">
          <ac:chgData name="O'Connor, Jacqueline Antonia" userId="3b9bfa0c-75a1-427e-ae61-7069a76100c3" providerId="ADAL" clId="{7BDAB737-B273-4034-A416-2FF981C48F7E}" dt="2023-07-18T22:09:37.225" v="885"/>
          <ac:grpSpMkLst>
            <pc:docMk/>
            <pc:sldMk cId="4105865640" sldId="264"/>
            <ac:grpSpMk id="277" creationId="{02EF262E-A13D-B6F4-C6AB-DAEA620EACB4}"/>
          </ac:grpSpMkLst>
        </pc:grpChg>
        <pc:grpChg chg="del mod">
          <ac:chgData name="O'Connor, Jacqueline Antonia" userId="3b9bfa0c-75a1-427e-ae61-7069a76100c3" providerId="ADAL" clId="{7BDAB737-B273-4034-A416-2FF981C48F7E}" dt="2023-07-18T22:09:40.644" v="890"/>
          <ac:grpSpMkLst>
            <pc:docMk/>
            <pc:sldMk cId="4105865640" sldId="264"/>
            <ac:grpSpMk id="278" creationId="{B4E03EB0-503C-A7FE-E7AF-86C0E7B458EE}"/>
          </ac:grpSpMkLst>
        </pc:grpChg>
        <pc:grpChg chg="del mod">
          <ac:chgData name="O'Connor, Jacqueline Antonia" userId="3b9bfa0c-75a1-427e-ae61-7069a76100c3" providerId="ADAL" clId="{7BDAB737-B273-4034-A416-2FF981C48F7E}" dt="2023-07-18T22:09:40.644" v="890"/>
          <ac:grpSpMkLst>
            <pc:docMk/>
            <pc:sldMk cId="4105865640" sldId="264"/>
            <ac:grpSpMk id="282" creationId="{95A50553-501E-FC71-31AE-BB4DEF310293}"/>
          </ac:grpSpMkLst>
        </pc:grpChg>
        <pc:grpChg chg="mod">
          <ac:chgData name="O'Connor, Jacqueline Antonia" userId="3b9bfa0c-75a1-427e-ae61-7069a76100c3" providerId="ADAL" clId="{7BDAB737-B273-4034-A416-2FF981C48F7E}" dt="2023-07-18T22:09:46.487" v="897"/>
          <ac:grpSpMkLst>
            <pc:docMk/>
            <pc:sldMk cId="4105865640" sldId="264"/>
            <ac:grpSpMk id="287" creationId="{448CB140-8769-7A49-295B-872B78C05A29}"/>
          </ac:grpSpMkLst>
        </pc:grpChg>
        <pc:grpChg chg="mod">
          <ac:chgData name="O'Connor, Jacqueline Antonia" userId="3b9bfa0c-75a1-427e-ae61-7069a76100c3" providerId="ADAL" clId="{7BDAB737-B273-4034-A416-2FF981C48F7E}" dt="2023-07-18T22:09:43.175" v="896"/>
          <ac:grpSpMkLst>
            <pc:docMk/>
            <pc:sldMk cId="4105865640" sldId="264"/>
            <ac:grpSpMk id="293" creationId="{61BF767C-E38B-5720-035F-1CA4C544A914}"/>
          </ac:grpSpMkLst>
        </pc:grpChg>
        <pc:grpChg chg="del mod">
          <ac:chgData name="O'Connor, Jacqueline Antonia" userId="3b9bfa0c-75a1-427e-ae61-7069a76100c3" providerId="ADAL" clId="{7BDAB737-B273-4034-A416-2FF981C48F7E}" dt="2023-07-18T22:10:29.295" v="923"/>
          <ac:grpSpMkLst>
            <pc:docMk/>
            <pc:sldMk cId="4105865640" sldId="264"/>
            <ac:grpSpMk id="302" creationId="{5DDE00E2-57DE-6DB9-94B1-511BEEEB4EEE}"/>
          </ac:grpSpMkLst>
        </pc:grpChg>
        <pc:grpChg chg="mod">
          <ac:chgData name="O'Connor, Jacqueline Antonia" userId="3b9bfa0c-75a1-427e-ae61-7069a76100c3" providerId="ADAL" clId="{7BDAB737-B273-4034-A416-2FF981C48F7E}" dt="2023-07-18T22:10:29.295" v="923"/>
          <ac:grpSpMkLst>
            <pc:docMk/>
            <pc:sldMk cId="4105865640" sldId="264"/>
            <ac:grpSpMk id="319" creationId="{D7399738-AB5C-299D-6552-F31B2302DF16}"/>
          </ac:grpSpMkLst>
        </pc:grpChg>
        <pc:grpChg chg="del mod">
          <ac:chgData name="O'Connor, Jacqueline Antonia" userId="3b9bfa0c-75a1-427e-ae61-7069a76100c3" providerId="ADAL" clId="{7BDAB737-B273-4034-A416-2FF981C48F7E}" dt="2023-07-18T22:12:57.571" v="956"/>
          <ac:grpSpMkLst>
            <pc:docMk/>
            <pc:sldMk cId="4105865640" sldId="264"/>
            <ac:grpSpMk id="334" creationId="{208AD556-211C-B99C-5EA6-BC027BC936CD}"/>
          </ac:grpSpMkLst>
        </pc:grpChg>
        <pc:grpChg chg="del mod">
          <ac:chgData name="O'Connor, Jacqueline Antonia" userId="3b9bfa0c-75a1-427e-ae61-7069a76100c3" providerId="ADAL" clId="{7BDAB737-B273-4034-A416-2FF981C48F7E}" dt="2023-07-18T22:39:30.473" v="1574"/>
          <ac:grpSpMkLst>
            <pc:docMk/>
            <pc:sldMk cId="4105865640" sldId="264"/>
            <ac:grpSpMk id="335" creationId="{A759444C-AF79-B87F-F070-19617FEF4B4C}"/>
          </ac:grpSpMkLst>
        </pc:grpChg>
        <pc:grpChg chg="mod">
          <ac:chgData name="O'Connor, Jacqueline Antonia" userId="3b9bfa0c-75a1-427e-ae61-7069a76100c3" providerId="ADAL" clId="{7BDAB737-B273-4034-A416-2FF981C48F7E}" dt="2023-07-18T22:12:45.105" v="938"/>
          <ac:grpSpMkLst>
            <pc:docMk/>
            <pc:sldMk cId="4105865640" sldId="264"/>
            <ac:grpSpMk id="336" creationId="{5DD72BD0-FD24-EA2C-DB8B-76808069C319}"/>
          </ac:grpSpMkLst>
        </pc:grpChg>
        <pc:grpChg chg="del mod">
          <ac:chgData name="O'Connor, Jacqueline Antonia" userId="3b9bfa0c-75a1-427e-ae61-7069a76100c3" providerId="ADAL" clId="{7BDAB737-B273-4034-A416-2FF981C48F7E}" dt="2023-07-18T22:12:57.571" v="956"/>
          <ac:grpSpMkLst>
            <pc:docMk/>
            <pc:sldMk cId="4105865640" sldId="264"/>
            <ac:grpSpMk id="344" creationId="{64484FF1-F70C-52BB-F7DF-A4A220870B44}"/>
          </ac:grpSpMkLst>
        </pc:grpChg>
        <pc:grpChg chg="del mod">
          <ac:chgData name="O'Connor, Jacqueline Antonia" userId="3b9bfa0c-75a1-427e-ae61-7069a76100c3" providerId="ADAL" clId="{7BDAB737-B273-4034-A416-2FF981C48F7E}" dt="2023-07-18T22:39:30.473" v="1574"/>
          <ac:grpSpMkLst>
            <pc:docMk/>
            <pc:sldMk cId="4105865640" sldId="264"/>
            <ac:grpSpMk id="352" creationId="{234D0D0C-E752-F422-6ECF-2DC8777B3702}"/>
          </ac:grpSpMkLst>
        </pc:grpChg>
        <pc:grpChg chg="del mod">
          <ac:chgData name="O'Connor, Jacqueline Antonia" userId="3b9bfa0c-75a1-427e-ae61-7069a76100c3" providerId="ADAL" clId="{7BDAB737-B273-4034-A416-2FF981C48F7E}" dt="2023-07-18T22:39:30.473" v="1574"/>
          <ac:grpSpMkLst>
            <pc:docMk/>
            <pc:sldMk cId="4105865640" sldId="264"/>
            <ac:grpSpMk id="354" creationId="{910DE5D5-E462-5CB5-C940-1DEE8AAE752B}"/>
          </ac:grpSpMkLst>
        </pc:grpChg>
        <pc:grpChg chg="mod">
          <ac:chgData name="O'Connor, Jacqueline Antonia" userId="3b9bfa0c-75a1-427e-ae61-7069a76100c3" providerId="ADAL" clId="{7BDAB737-B273-4034-A416-2FF981C48F7E}" dt="2023-07-18T22:39:30.473" v="1574"/>
          <ac:grpSpMkLst>
            <pc:docMk/>
            <pc:sldMk cId="4105865640" sldId="264"/>
            <ac:grpSpMk id="357" creationId="{D028E082-0FA8-5EEA-B521-3A34129DA2FF}"/>
          </ac:grpSpMkLst>
        </pc:grp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2" creationId="{2D0E7598-BE0C-BC7A-9BDF-3742987E6190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3" creationId="{0A73E266-866D-7A3F-072B-F6FDD3A3CEE6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4" creationId="{33A7EB77-DFAA-893B-5B41-000E1A303A57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5" creationId="{9BFC5403-8442-71FB-FC8D-ABFDFB4C8D53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6" creationId="{2285C3D2-5883-0005-B961-44544EB809AE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7" creationId="{DCE999AD-6170-4BFC-4B5B-8FEBA7EF6915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8" creationId="{A5CCA50F-998C-D626-26D5-A4ED32D8C971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9" creationId="{52916735-0531-CF33-87B7-47B33253F4DF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0" creationId="{0DDEC897-D67C-6AE4-C494-CFE5C8E3AC35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1" creationId="{1693724F-8900-273F-2655-1B874DAFD1E7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2" creationId="{EB179BB9-3F2E-81AA-D20E-6EDC41D6DEDC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3" creationId="{4EEA6F2A-60D1-8927-8B86-E32E97D99AA7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4" creationId="{288A58C7-2346-7CE9-9102-0CB5881A76F9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5" creationId="{3172D93D-B22E-6EAE-70C3-5DAD44E1E4E4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6" creationId="{1429D63A-1387-DC75-DD25-53339E9A2F58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7" creationId="{FFDE61B2-BBF2-D760-42F0-06A58D1C9A40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8" creationId="{488DBA03-B89D-A479-1829-A46C7B16C3A3}"/>
          </ac:inkMkLst>
        </pc:inkChg>
        <pc:inkChg chg="add mod">
          <ac:chgData name="O'Connor, Jacqueline Antonia" userId="3b9bfa0c-75a1-427e-ae61-7069a76100c3" providerId="ADAL" clId="{7BDAB737-B273-4034-A416-2FF981C48F7E}" dt="2023-07-18T22:05:04.059" v="629"/>
          <ac:inkMkLst>
            <pc:docMk/>
            <pc:sldMk cId="4105865640" sldId="264"/>
            <ac:inkMk id="19" creationId="{0A15AE65-0B8A-DF9D-C522-FB13B593A33C}"/>
          </ac:inkMkLst>
        </pc:inkChg>
        <pc:inkChg chg="add">
          <ac:chgData name="O'Connor, Jacqueline Antonia" userId="3b9bfa0c-75a1-427e-ae61-7069a76100c3" providerId="ADAL" clId="{7BDAB737-B273-4034-A416-2FF981C48F7E}" dt="2023-07-18T22:05:18.945" v="630" actId="9405"/>
          <ac:inkMkLst>
            <pc:docMk/>
            <pc:sldMk cId="4105865640" sldId="264"/>
            <ac:inkMk id="24" creationId="{A11A7056-92CB-10A6-61F2-93FE6EACC602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25" creationId="{01A1B1E0-A579-6F0A-AF5C-3282EAEA7588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26" creationId="{097740C9-2DC7-E25C-53F7-CB0F2E0CDD9C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27" creationId="{9A2EAE6E-16A2-CC4B-C8CE-0A1D65267B84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28" creationId="{ECB5ECF2-C7FC-D78B-5A10-4C44AB0AB619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29" creationId="{2E289BA5-2642-F7E6-1887-E68AC1C51643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0" creationId="{B81358A1-2947-9E40-078F-6ACEE89E3DF9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1" creationId="{A68A54EF-8DBA-EBD8-D5A4-51FF066C06D7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2" creationId="{A8A51FD7-48D3-8A72-7F56-5DDA775278FF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3" creationId="{5D381DDA-30AA-6602-3A26-2478EAAD6ABE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4" creationId="{075AFFB5-D508-0791-0E5A-434794269F38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5" creationId="{7E3FABB8-BCD0-3301-8B72-64DBEF09FDB7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6" creationId="{06F74131-B6B8-E7CD-D6CE-947923D7B6E3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7" creationId="{3E46CDE3-8D53-DC96-339B-E9A9D4B0A46E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8" creationId="{4B17539C-4849-C1C1-9EFE-533ABE1F3BB7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39" creationId="{57CFAFF6-E1D6-5F42-CE67-4DF725F0C395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40" creationId="{27602B7D-0E30-F922-40F0-B64ED82D227F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41" creationId="{6B9225F3-D034-AFFB-7C35-786FA9649524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42" creationId="{596AC2A9-15FC-54E0-915A-4350FE207383}"/>
          </ac:inkMkLst>
        </pc:inkChg>
        <pc:inkChg chg="add mod">
          <ac:chgData name="O'Connor, Jacqueline Antonia" userId="3b9bfa0c-75a1-427e-ae61-7069a76100c3" providerId="ADAL" clId="{7BDAB737-B273-4034-A416-2FF981C48F7E}" dt="2023-07-18T22:05:28.948" v="650"/>
          <ac:inkMkLst>
            <pc:docMk/>
            <pc:sldMk cId="4105865640" sldId="264"/>
            <ac:inkMk id="43" creationId="{5778E4AF-63D1-FFA1-888A-C83BC6523942}"/>
          </ac:inkMkLst>
        </pc:inkChg>
        <pc:inkChg chg="add">
          <ac:chgData name="O'Connor, Jacqueline Antonia" userId="3b9bfa0c-75a1-427e-ae61-7069a76100c3" providerId="ADAL" clId="{7BDAB737-B273-4034-A416-2FF981C48F7E}" dt="2023-07-18T22:05:33.089" v="651" actId="9405"/>
          <ac:inkMkLst>
            <pc:docMk/>
            <pc:sldMk cId="4105865640" sldId="264"/>
            <ac:inkMk id="47" creationId="{6D58B5E4-38E9-3961-4D26-96B6A7AD3503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48" creationId="{545D2635-FBFB-F1DE-EEAD-4CAD2A2F8B13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49" creationId="{D39DB535-613F-16A2-E632-1513394D004A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0" creationId="{2E8BDC1D-D13B-1173-2369-5E4BBC190EB5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1" creationId="{5B820872-F7E0-2607-4095-0634FAED0F14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2" creationId="{D5BA44F4-9F0C-E917-8FF5-EB1A6AEFDC12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3" creationId="{128D119C-E817-2FBC-52B0-0D9E335695F6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4" creationId="{BF41B726-FCF8-B44D-06FE-1AC6EE7C8743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5" creationId="{7AD29DD2-22C3-A30D-789D-A053421F6A39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6" creationId="{C67E4856-4A28-8B06-4A1E-15EE83B4D270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7" creationId="{ACF8BBDD-E79B-0186-B2E0-A2E385AB5E48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8" creationId="{1D1B6791-8D6B-3F30-CCD6-057037D838AE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59" creationId="{987B30B7-AB98-034D-5298-24CB448766D1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0" creationId="{163590EF-EC28-F315-B7B5-90357D81727D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1" creationId="{866BFA16-C570-3DEE-2077-83752BA9E629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2" creationId="{A3FDEB6F-B622-57CF-79F4-AA224E9CD492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3" creationId="{2772DE9C-4B87-8EDC-A603-08748C5D10C1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4" creationId="{7262B142-AA2B-8E61-0F05-0D1FBE9BB4FA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5" creationId="{80B2BE41-BDAB-A309-DBA3-3F9A2454BB26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6" creationId="{439A7690-CD36-F4E7-DBFA-15CD41BE3F1F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7" creationId="{9D385E08-3773-BF4C-6D56-6DC452F12ECF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8" creationId="{2DD94A3B-E7BD-74A1-EAAA-DE00606A62B6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69" creationId="{37D02191-EEF2-D0FC-C417-34614B6C2D3D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70" creationId="{9777F196-6D79-F490-BCFB-740F04816484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71" creationId="{392300C5-B079-B884-C262-99A6F14A977B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72" creationId="{27907B34-60B8-CEDA-75C1-915135495DA5}"/>
          </ac:inkMkLst>
        </pc:inkChg>
        <pc:inkChg chg="add mod">
          <ac:chgData name="O'Connor, Jacqueline Antonia" userId="3b9bfa0c-75a1-427e-ae61-7069a76100c3" providerId="ADAL" clId="{7BDAB737-B273-4034-A416-2FF981C48F7E}" dt="2023-07-18T22:05:45.088" v="678"/>
          <ac:inkMkLst>
            <pc:docMk/>
            <pc:sldMk cId="4105865640" sldId="264"/>
            <ac:inkMk id="73" creationId="{BEB6E571-81FA-449D-41B7-5CEE3ECD16DC}"/>
          </ac:inkMkLst>
        </pc:inkChg>
        <pc:inkChg chg="add mod">
          <ac:chgData name="O'Connor, Jacqueline Antonia" userId="3b9bfa0c-75a1-427e-ae61-7069a76100c3" providerId="ADAL" clId="{7BDAB737-B273-4034-A416-2FF981C48F7E}" dt="2023-07-18T22:05:50.478" v="683"/>
          <ac:inkMkLst>
            <pc:docMk/>
            <pc:sldMk cId="4105865640" sldId="264"/>
            <ac:inkMk id="78" creationId="{47B0E514-CED4-6F03-CDB4-31CA197C1D70}"/>
          </ac:inkMkLst>
        </pc:inkChg>
        <pc:inkChg chg="add mod">
          <ac:chgData name="O'Connor, Jacqueline Antonia" userId="3b9bfa0c-75a1-427e-ae61-7069a76100c3" providerId="ADAL" clId="{7BDAB737-B273-4034-A416-2FF981C48F7E}" dt="2023-07-18T22:05:50.478" v="683"/>
          <ac:inkMkLst>
            <pc:docMk/>
            <pc:sldMk cId="4105865640" sldId="264"/>
            <ac:inkMk id="79" creationId="{F3616649-F62E-6129-72C5-9FD6BD7FAA3F}"/>
          </ac:inkMkLst>
        </pc:inkChg>
        <pc:inkChg chg="add mod">
          <ac:chgData name="O'Connor, Jacqueline Antonia" userId="3b9bfa0c-75a1-427e-ae61-7069a76100c3" providerId="ADAL" clId="{7BDAB737-B273-4034-A416-2FF981C48F7E}" dt="2023-07-18T22:05:50.478" v="683"/>
          <ac:inkMkLst>
            <pc:docMk/>
            <pc:sldMk cId="4105865640" sldId="264"/>
            <ac:inkMk id="80" creationId="{0BF47E7D-B211-E561-8872-1B4CFC9ECA07}"/>
          </ac:inkMkLst>
        </pc:inkChg>
        <pc:inkChg chg="add mod">
          <ac:chgData name="O'Connor, Jacqueline Antonia" userId="3b9bfa0c-75a1-427e-ae61-7069a76100c3" providerId="ADAL" clId="{7BDAB737-B273-4034-A416-2FF981C48F7E}" dt="2023-07-18T22:05:50.478" v="683"/>
          <ac:inkMkLst>
            <pc:docMk/>
            <pc:sldMk cId="4105865640" sldId="264"/>
            <ac:inkMk id="81" creationId="{587F95F0-DF40-346B-DBE1-47EDCDCD9631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83" creationId="{0A7672DC-E110-4E7B-B2BE-82F8089080D1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84" creationId="{7419316B-D24A-797F-40F3-893E694EE861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85" creationId="{9731BD9D-C97D-D022-5997-4FA1A39BE20D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86" creationId="{7481A300-790F-451E-1BB8-A81FDAC29047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87" creationId="{857E1224-2166-DF17-02C3-90000CA9E64A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88" creationId="{E88091B5-68BB-C863-D047-3B71B6F72790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89" creationId="{C25C5725-5743-54C1-580D-BF95C1853126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0" creationId="{19A0B2D7-14E7-31C0-4C3F-7212736625F9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1" creationId="{ACDC4235-9A41-409D-570A-CC7B29C744A7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2" creationId="{3DDD5B03-D530-D9A6-46CF-5B6298F9344B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3" creationId="{BED117B1-6435-1B5F-BD2E-4FCEFD78E650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4" creationId="{F0A0BD9A-37BF-5CD6-D445-A8235927E3F5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5" creationId="{721A631B-365E-4DB4-9A14-42596B01DAB9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6" creationId="{8632A136-DBFD-CD54-1D2C-E26A552FD6A3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7" creationId="{0E1E2315-DC40-6B9A-8BFD-283C1D96437A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8" creationId="{C06B5240-EBFC-02C3-2DA2-1B6D945ADA8A}"/>
          </ac:inkMkLst>
        </pc:inkChg>
        <pc:inkChg chg="add mod">
          <ac:chgData name="O'Connor, Jacqueline Antonia" userId="3b9bfa0c-75a1-427e-ae61-7069a76100c3" providerId="ADAL" clId="{7BDAB737-B273-4034-A416-2FF981C48F7E}" dt="2023-07-18T22:06:32.724" v="701"/>
          <ac:inkMkLst>
            <pc:docMk/>
            <pc:sldMk cId="4105865640" sldId="264"/>
            <ac:inkMk id="99" creationId="{B0E51080-5B7F-A30D-3714-464E90C8E362}"/>
          </ac:inkMkLst>
        </pc:inkChg>
        <pc:inkChg chg="add del">
          <ac:chgData name="O'Connor, Jacqueline Antonia" userId="3b9bfa0c-75a1-427e-ae61-7069a76100c3" providerId="ADAL" clId="{7BDAB737-B273-4034-A416-2FF981C48F7E}" dt="2023-07-18T22:06:36.925" v="705"/>
          <ac:inkMkLst>
            <pc:docMk/>
            <pc:sldMk cId="4105865640" sldId="264"/>
            <ac:inkMk id="103" creationId="{1CA44A79-0002-AD94-4C94-4D9A9380D42C}"/>
          </ac:inkMkLst>
        </pc:inkChg>
        <pc:inkChg chg="add del">
          <ac:chgData name="O'Connor, Jacqueline Antonia" userId="3b9bfa0c-75a1-427e-ae61-7069a76100c3" providerId="ADAL" clId="{7BDAB737-B273-4034-A416-2FF981C48F7E}" dt="2023-07-18T22:06:36.925" v="704"/>
          <ac:inkMkLst>
            <pc:docMk/>
            <pc:sldMk cId="4105865640" sldId="264"/>
            <ac:inkMk id="104" creationId="{770F215B-D95C-2510-DB9B-B65425196830}"/>
          </ac:inkMkLst>
        </pc:inkChg>
        <pc:inkChg chg="add mod">
          <ac:chgData name="O'Connor, Jacqueline Antonia" userId="3b9bfa0c-75a1-427e-ae61-7069a76100c3" providerId="ADAL" clId="{7BDAB737-B273-4034-A416-2FF981C48F7E}" dt="2023-07-18T22:06:42.017" v="712"/>
          <ac:inkMkLst>
            <pc:docMk/>
            <pc:sldMk cId="4105865640" sldId="264"/>
            <ac:inkMk id="105" creationId="{205893CA-D388-B54F-2025-F31D0C14B912}"/>
          </ac:inkMkLst>
        </pc:inkChg>
        <pc:inkChg chg="add mod">
          <ac:chgData name="O'Connor, Jacqueline Antonia" userId="3b9bfa0c-75a1-427e-ae61-7069a76100c3" providerId="ADAL" clId="{7BDAB737-B273-4034-A416-2FF981C48F7E}" dt="2023-07-18T22:06:42.017" v="712"/>
          <ac:inkMkLst>
            <pc:docMk/>
            <pc:sldMk cId="4105865640" sldId="264"/>
            <ac:inkMk id="106" creationId="{56CB24C2-07D6-9F08-D381-4482753521CF}"/>
          </ac:inkMkLst>
        </pc:inkChg>
        <pc:inkChg chg="add mod">
          <ac:chgData name="O'Connor, Jacqueline Antonia" userId="3b9bfa0c-75a1-427e-ae61-7069a76100c3" providerId="ADAL" clId="{7BDAB737-B273-4034-A416-2FF981C48F7E}" dt="2023-07-18T22:06:42.017" v="712"/>
          <ac:inkMkLst>
            <pc:docMk/>
            <pc:sldMk cId="4105865640" sldId="264"/>
            <ac:inkMk id="107" creationId="{9F8C4593-A4D8-CD12-1599-1D58A3570687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08" creationId="{A0B95514-19E9-5F67-52E2-1B06FF90407B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09" creationId="{63F44C94-20BF-A0BA-A745-56340D5C898F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0" creationId="{531E9F3C-54F1-5040-611A-CEF506D18C6F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3" creationId="{8C922EE5-1048-2EFD-9C48-0DADAF6DD065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4" creationId="{03A527C3-6316-00F1-7224-9963B0CFD5E0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5" creationId="{BCC6A64A-7528-BEB0-EE8D-17CA6539C6DC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6" creationId="{2E3C29DB-9F38-DE01-3133-5C5DAFDDC4A5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7" creationId="{9DF7019D-9538-9886-83D1-15DBD73AD189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8" creationId="{7B8F878C-75D3-CE2C-F165-55F927923F87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19" creationId="{075CFBA0-1480-D658-84F4-6371EF1F7D6D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20" creationId="{7CFC57AC-BC9C-C88B-D790-A1F7B5BAAA2E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21" creationId="{2118F84B-C687-36BA-0F84-CDEF5A720BE0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22" creationId="{5D623669-C5EE-EE24-BF92-8B23CD38E0B7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23" creationId="{67F9D139-238C-F58D-0025-9E73467AF67E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24" creationId="{27DF224E-082C-83B2-6D93-F10282278C8D}"/>
          </ac:inkMkLst>
        </pc:inkChg>
        <pc:inkChg chg="add mod">
          <ac:chgData name="O'Connor, Jacqueline Antonia" userId="3b9bfa0c-75a1-427e-ae61-7069a76100c3" providerId="ADAL" clId="{7BDAB737-B273-4034-A416-2FF981C48F7E}" dt="2023-07-18T22:06:50.202" v="726"/>
          <ac:inkMkLst>
            <pc:docMk/>
            <pc:sldMk cId="4105865640" sldId="264"/>
            <ac:inkMk id="125" creationId="{6E0D144C-C848-4B11-773C-A6B258E8E186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29" creationId="{B108CA0C-31D1-FAA5-2CD2-C1E42CF30583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0" creationId="{44BBB040-5C6D-CEE1-0366-84F99D762997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1" creationId="{8DD53098-EE32-5F9E-7123-F0F3411AE8F5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2" creationId="{5756D927-1AFE-23E3-3A15-D85EB8E99553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3" creationId="{5D676646-B355-343C-C4D0-05A61A86B196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4" creationId="{829777DA-0A18-1B23-82AE-FE2332744EA3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5" creationId="{F61CA142-EDFB-7F40-51BC-0FC6BF1B5F1E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6" creationId="{C1CA33E4-6C42-A801-C7C1-EF7BB2DCC9D3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7" creationId="{C18AF4C9-0337-B528-2AE7-F762EEA079D3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8" creationId="{D344390B-2C59-8C0B-A5F2-A41C5E8AA86D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39" creationId="{EE652B53-BCD5-D30B-1891-115BC88DC94A}"/>
          </ac:inkMkLst>
        </pc:inkChg>
        <pc:inkChg chg="add mod">
          <ac:chgData name="O'Connor, Jacqueline Antonia" userId="3b9bfa0c-75a1-427e-ae61-7069a76100c3" providerId="ADAL" clId="{7BDAB737-B273-4034-A416-2FF981C48F7E}" dt="2023-07-18T22:06:59.352" v="739"/>
          <ac:inkMkLst>
            <pc:docMk/>
            <pc:sldMk cId="4105865640" sldId="264"/>
            <ac:inkMk id="140" creationId="{B474DBC5-CCA6-C1E5-EFD5-51BF8681D826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2" creationId="{6C8335E1-92C0-9B44-F599-357E0DFBCB63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3" creationId="{248556A1-253C-C686-834A-C3DD22441BB3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4" creationId="{0C37E0D6-ED12-A4E3-33E6-78DB40A22912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5" creationId="{F5404DE9-A6A8-B33B-9B77-56C7FBE4569D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6" creationId="{25A9876F-CBAC-6A9A-7339-BC03F4A58BDB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7" creationId="{0E3AD796-D841-7BCA-DD45-625E1DC88233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8" creationId="{45D3E669-B445-83B3-B26E-A7182D307B9D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49" creationId="{085BBB32-735B-72E5-494F-433BCEB4AE7C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50" creationId="{3BA157BF-E7FC-EC7C-D8E9-08740C6E0F60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51" creationId="{A57EA1AC-8685-723B-A51E-447C82430B2C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152" creationId="{F405362E-438F-5324-ECA1-485EF6137031}"/>
          </ac:inkMkLst>
        </pc:inkChg>
        <pc:inkChg chg="add del mod">
          <ac:chgData name="O'Connor, Jacqueline Antonia" userId="3b9bfa0c-75a1-427e-ae61-7069a76100c3" providerId="ADAL" clId="{7BDAB737-B273-4034-A416-2FF981C48F7E}" dt="2023-07-18T22:07:23.847" v="758"/>
          <ac:inkMkLst>
            <pc:docMk/>
            <pc:sldMk cId="4105865640" sldId="264"/>
            <ac:inkMk id="154" creationId="{56F01512-C38D-D981-E7FF-E181CD0F16B1}"/>
          </ac:inkMkLst>
        </pc:inkChg>
        <pc:inkChg chg="add del mod">
          <ac:chgData name="O'Connor, Jacqueline Antonia" userId="3b9bfa0c-75a1-427e-ae61-7069a76100c3" providerId="ADAL" clId="{7BDAB737-B273-4034-A416-2FF981C48F7E}" dt="2023-07-18T22:07:23.846" v="756"/>
          <ac:inkMkLst>
            <pc:docMk/>
            <pc:sldMk cId="4105865640" sldId="264"/>
            <ac:inkMk id="155" creationId="{94918D4E-EF14-10A4-AEF3-38B2C22D14A8}"/>
          </ac:inkMkLst>
        </pc:inkChg>
        <pc:inkChg chg="add del mod">
          <ac:chgData name="O'Connor, Jacqueline Antonia" userId="3b9bfa0c-75a1-427e-ae61-7069a76100c3" providerId="ADAL" clId="{7BDAB737-B273-4034-A416-2FF981C48F7E}" dt="2023-07-18T22:07:23.846" v="757"/>
          <ac:inkMkLst>
            <pc:docMk/>
            <pc:sldMk cId="4105865640" sldId="264"/>
            <ac:inkMk id="156" creationId="{C842E52A-9F06-ED68-0BF3-3891AEBC7283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58" creationId="{BEBFDC2F-71FE-8DD9-27CD-661EF515BA20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59" creationId="{E55DCB0D-6D0F-91A0-9B1F-CC9DC133E075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0" creationId="{DB45F455-EABB-FFC2-35EB-017D4F82EE5B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1" creationId="{72CBB11D-6719-E54F-68D3-2864BE78FCEB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2" creationId="{3E92C741-03AC-AECB-3420-C8C2D10567E9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3" creationId="{397B0D54-EAEF-9834-1C07-023F06763616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4" creationId="{EFCA73EB-DDEE-EE13-0CB0-57F75C92A500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5" creationId="{90633804-8527-AA26-2ADD-71192B75AEC7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6" creationId="{63481955-54FD-4510-0229-AFFDC4F9AE8D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7" creationId="{A9654EC1-8672-56D9-7F4C-2EF053D26F70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8" creationId="{C5D186C4-D41D-6FDD-156D-74AA7561E903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69" creationId="{59C8EE9B-D6B6-00CF-34F3-CD41E3C3163F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0" creationId="{DA75D5C4-C12B-0156-3552-B5D7DC6C183E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1" creationId="{C5BCA7AC-99F3-E7DD-6668-42F337F55F4F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2" creationId="{15E06138-0FD2-7969-4A16-0B7B6CE18CD6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3" creationId="{59EC9676-CD5B-902C-8112-E77928EA2364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4" creationId="{7E09FBC8-BCAD-BB1B-7F9F-57E15718612B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5" creationId="{49B1A8DC-C3B1-CED7-B54B-9DC983510053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6" creationId="{E7011CB5-85BF-10D2-A9CB-63EA323A2F8F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7" creationId="{96C6681B-92B5-CEFF-76BA-B5CFB8F2A1FD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8" creationId="{2C3BE69C-53EE-D8F6-DFB2-1013A61B2DF2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79" creationId="{18ED969E-DEA1-6F0D-739E-7C68041FF871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80" creationId="{5BCC11F8-3C79-5551-76F0-CDCA70FD3DDF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81" creationId="{725013DC-66A2-B8D5-0B89-4626C353273E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82" creationId="{8A313D37-FC31-CE0F-3688-1BC2360954BE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83" creationId="{3A23DD98-DD85-867B-971F-BD424198B92B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84" creationId="{9C1F6FB4-056D-AA18-0651-AF2A4D77ACC1}"/>
          </ac:inkMkLst>
        </pc:inkChg>
        <pc:inkChg chg="add mod">
          <ac:chgData name="O'Connor, Jacqueline Antonia" userId="3b9bfa0c-75a1-427e-ae61-7069a76100c3" providerId="ADAL" clId="{7BDAB737-B273-4034-A416-2FF981C48F7E}" dt="2023-07-18T22:07:38.699" v="787"/>
          <ac:inkMkLst>
            <pc:docMk/>
            <pc:sldMk cId="4105865640" sldId="264"/>
            <ac:inkMk id="185" creationId="{570AF026-3620-FC8C-58B6-4AB72D0FFEA8}"/>
          </ac:inkMkLst>
        </pc:inkChg>
        <pc:inkChg chg="add">
          <ac:chgData name="O'Connor, Jacqueline Antonia" userId="3b9bfa0c-75a1-427e-ae61-7069a76100c3" providerId="ADAL" clId="{7BDAB737-B273-4034-A416-2FF981C48F7E}" dt="2023-07-18T22:07:41.946" v="788" actId="9405"/>
          <ac:inkMkLst>
            <pc:docMk/>
            <pc:sldMk cId="4105865640" sldId="264"/>
            <ac:inkMk id="188" creationId="{36BCB841-6CE0-52FB-128B-4229FA832274}"/>
          </ac:inkMkLst>
        </pc:inkChg>
        <pc:inkChg chg="add del mod">
          <ac:chgData name="O'Connor, Jacqueline Antonia" userId="3b9bfa0c-75a1-427e-ae61-7069a76100c3" providerId="ADAL" clId="{7BDAB737-B273-4034-A416-2FF981C48F7E}" dt="2023-07-18T22:08:06.185" v="797"/>
          <ac:inkMkLst>
            <pc:docMk/>
            <pc:sldMk cId="4105865640" sldId="264"/>
            <ac:inkMk id="189" creationId="{DA5EF4BC-3511-0581-6D84-A006AA947957}"/>
          </ac:inkMkLst>
        </pc:inkChg>
        <pc:inkChg chg="add del mod">
          <ac:chgData name="O'Connor, Jacqueline Antonia" userId="3b9bfa0c-75a1-427e-ae61-7069a76100c3" providerId="ADAL" clId="{7BDAB737-B273-4034-A416-2FF981C48F7E}" dt="2023-07-18T22:08:06.745" v="800"/>
          <ac:inkMkLst>
            <pc:docMk/>
            <pc:sldMk cId="4105865640" sldId="264"/>
            <ac:inkMk id="190" creationId="{A970D6EA-6AB6-0004-4BAA-C574A72C6A23}"/>
          </ac:inkMkLst>
        </pc:inkChg>
        <pc:inkChg chg="add del mod">
          <ac:chgData name="O'Connor, Jacqueline Antonia" userId="3b9bfa0c-75a1-427e-ae61-7069a76100c3" providerId="ADAL" clId="{7BDAB737-B273-4034-A416-2FF981C48F7E}" dt="2023-07-18T22:08:06.184" v="796"/>
          <ac:inkMkLst>
            <pc:docMk/>
            <pc:sldMk cId="4105865640" sldId="264"/>
            <ac:inkMk id="191" creationId="{56669698-9E12-2257-D1D2-BE3BA4179BEE}"/>
          </ac:inkMkLst>
        </pc:inkChg>
        <pc:inkChg chg="add del mod">
          <ac:chgData name="O'Connor, Jacqueline Antonia" userId="3b9bfa0c-75a1-427e-ae61-7069a76100c3" providerId="ADAL" clId="{7BDAB737-B273-4034-A416-2FF981C48F7E}" dt="2023-07-18T22:08:06.188" v="799"/>
          <ac:inkMkLst>
            <pc:docMk/>
            <pc:sldMk cId="4105865640" sldId="264"/>
            <ac:inkMk id="192" creationId="{E66199E1-4BF8-16AE-C169-366D8500C4CE}"/>
          </ac:inkMkLst>
        </pc:inkChg>
        <pc:inkChg chg="add del mod">
          <ac:chgData name="O'Connor, Jacqueline Antonia" userId="3b9bfa0c-75a1-427e-ae61-7069a76100c3" providerId="ADAL" clId="{7BDAB737-B273-4034-A416-2FF981C48F7E}" dt="2023-07-18T22:08:06.183" v="795"/>
          <ac:inkMkLst>
            <pc:docMk/>
            <pc:sldMk cId="4105865640" sldId="264"/>
            <ac:inkMk id="193" creationId="{EE931CCC-AE4B-E958-D71F-335A9FBB4530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195" creationId="{A8BAA66F-2889-C76B-9ED1-9787AD08D4F3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196" creationId="{402983C4-BA98-BFC3-15EA-025E52E716B4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197" creationId="{FF7D246E-9522-DED2-8A60-C8A9D5B655D1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198" creationId="{E6DAF8D6-15FA-D8CF-FE14-15C11352C352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199" creationId="{1F7DEB99-DB6A-DAEC-A3FA-096C176458F6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200" creationId="{04BE1962-BAA2-D39C-2F9A-DCF800C06B6E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201" creationId="{43C6154F-F577-B3F9-EEF9-A74BA1FBAC16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203" creationId="{DF6BE76E-49AF-2D1D-6C74-27E3A6BA46BF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204" creationId="{17292774-C76E-BB40-3351-413AA048CE48}"/>
          </ac:inkMkLst>
        </pc:inkChg>
        <pc:inkChg chg="add mod">
          <ac:chgData name="O'Connor, Jacqueline Antonia" userId="3b9bfa0c-75a1-427e-ae61-7069a76100c3" providerId="ADAL" clId="{7BDAB737-B273-4034-A416-2FF981C48F7E}" dt="2023-07-18T22:08:19.870" v="812"/>
          <ac:inkMkLst>
            <pc:docMk/>
            <pc:sldMk cId="4105865640" sldId="264"/>
            <ac:inkMk id="205" creationId="{54C0096E-0E27-FB83-C34F-FBB6C1FE7C65}"/>
          </ac:inkMkLst>
        </pc:inkChg>
        <pc:inkChg chg="add mod">
          <ac:chgData name="O'Connor, Jacqueline Antonia" userId="3b9bfa0c-75a1-427e-ae61-7069a76100c3" providerId="ADAL" clId="{7BDAB737-B273-4034-A416-2FF981C48F7E}" dt="2023-07-18T22:08:24.953" v="821"/>
          <ac:inkMkLst>
            <pc:docMk/>
            <pc:sldMk cId="4105865640" sldId="264"/>
            <ac:inkMk id="207" creationId="{271319BD-6B43-4871-B0A0-11E103D3A411}"/>
          </ac:inkMkLst>
        </pc:inkChg>
        <pc:inkChg chg="add mod">
          <ac:chgData name="O'Connor, Jacqueline Antonia" userId="3b9bfa0c-75a1-427e-ae61-7069a76100c3" providerId="ADAL" clId="{7BDAB737-B273-4034-A416-2FF981C48F7E}" dt="2023-07-18T22:08:24.953" v="821"/>
          <ac:inkMkLst>
            <pc:docMk/>
            <pc:sldMk cId="4105865640" sldId="264"/>
            <ac:inkMk id="208" creationId="{FFFA69A1-0479-A9A6-FD50-230D1CE1817A}"/>
          </ac:inkMkLst>
        </pc:inkChg>
        <pc:inkChg chg="add mod">
          <ac:chgData name="O'Connor, Jacqueline Antonia" userId="3b9bfa0c-75a1-427e-ae61-7069a76100c3" providerId="ADAL" clId="{7BDAB737-B273-4034-A416-2FF981C48F7E}" dt="2023-07-18T22:08:24.953" v="821"/>
          <ac:inkMkLst>
            <pc:docMk/>
            <pc:sldMk cId="4105865640" sldId="264"/>
            <ac:inkMk id="209" creationId="{A7294DC3-DEBD-D603-D7CC-FB407ABF16EA}"/>
          </ac:inkMkLst>
        </pc:inkChg>
        <pc:inkChg chg="add mod">
          <ac:chgData name="O'Connor, Jacqueline Antonia" userId="3b9bfa0c-75a1-427e-ae61-7069a76100c3" providerId="ADAL" clId="{7BDAB737-B273-4034-A416-2FF981C48F7E}" dt="2023-07-18T22:08:24.953" v="821"/>
          <ac:inkMkLst>
            <pc:docMk/>
            <pc:sldMk cId="4105865640" sldId="264"/>
            <ac:inkMk id="210" creationId="{544D2F84-7C7D-0FDF-F4A5-76A55F2E1521}"/>
          </ac:inkMkLst>
        </pc:inkChg>
        <pc:inkChg chg="add mod">
          <ac:chgData name="O'Connor, Jacqueline Antonia" userId="3b9bfa0c-75a1-427e-ae61-7069a76100c3" providerId="ADAL" clId="{7BDAB737-B273-4034-A416-2FF981C48F7E}" dt="2023-07-18T22:08:24.953" v="821"/>
          <ac:inkMkLst>
            <pc:docMk/>
            <pc:sldMk cId="4105865640" sldId="264"/>
            <ac:inkMk id="212" creationId="{9B0101FC-A8F8-700D-AC07-4681F3264826}"/>
          </ac:inkMkLst>
        </pc:inkChg>
        <pc:inkChg chg="add mod">
          <ac:chgData name="O'Connor, Jacqueline Antonia" userId="3b9bfa0c-75a1-427e-ae61-7069a76100c3" providerId="ADAL" clId="{7BDAB737-B273-4034-A416-2FF981C48F7E}" dt="2023-07-18T22:08:24.953" v="821"/>
          <ac:inkMkLst>
            <pc:docMk/>
            <pc:sldMk cId="4105865640" sldId="264"/>
            <ac:inkMk id="213" creationId="{D4C8FC84-B4D4-AD41-357F-F50769F28C2A}"/>
          </ac:inkMkLst>
        </pc:inkChg>
        <pc:inkChg chg="add mod">
          <ac:chgData name="O'Connor, Jacqueline Antonia" userId="3b9bfa0c-75a1-427e-ae61-7069a76100c3" providerId="ADAL" clId="{7BDAB737-B273-4034-A416-2FF981C48F7E}" dt="2023-07-18T22:08:24.953" v="821"/>
          <ac:inkMkLst>
            <pc:docMk/>
            <pc:sldMk cId="4105865640" sldId="264"/>
            <ac:inkMk id="214" creationId="{5EA701A4-3097-542B-A9E7-F0E45A0DF889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16" creationId="{9BCFF99D-C415-C29E-2AD1-5F64622E9E3C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17" creationId="{7D0D1E69-FE02-E949-E3AD-F0213315E98C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18" creationId="{868F022F-5623-E56E-A39C-34DF9E2F9C96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19" creationId="{0100A6A4-B822-E838-E61E-20C52A6EC065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0" creationId="{000A86A1-AB02-61B3-88F7-E9449E8F8C1D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1" creationId="{5572959F-BEA0-CCF8-AA5C-F798CDF8E237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2" creationId="{6D10BBFF-06AD-E59E-576C-682B1E50BBB5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3" creationId="{0BFC6150-4328-7263-5415-79DFBAABA981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4" creationId="{46DEADB6-25FB-D054-48DA-694490173744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5" creationId="{322C4B85-7E19-1B1C-BC44-F845A4E16E53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6" creationId="{B61B91A2-C160-A181-28A6-A8625C7D8EDD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7" creationId="{C9FA67AA-AC4D-15AB-E514-B4B567788333}"/>
          </ac:inkMkLst>
        </pc:inkChg>
        <pc:inkChg chg="add mod">
          <ac:chgData name="O'Connor, Jacqueline Antonia" userId="3b9bfa0c-75a1-427e-ae61-7069a76100c3" providerId="ADAL" clId="{7BDAB737-B273-4034-A416-2FF981C48F7E}" dt="2023-07-18T22:08:33.512" v="835"/>
          <ac:inkMkLst>
            <pc:docMk/>
            <pc:sldMk cId="4105865640" sldId="264"/>
            <ac:inkMk id="228" creationId="{3D955485-F5DE-E19E-4960-B466FE7B571E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0" creationId="{4659F906-B2F8-A27A-8C7F-1981618ED3EE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1" creationId="{9CEC075B-DD2A-FC59-75B2-3ADFE451B283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2" creationId="{4E3FAD3A-B8E7-A4CE-9181-3CD189D67D73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3" creationId="{6ADE7834-0192-2FBB-04D8-6803C89310CC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4" creationId="{2F761583-60BD-DFEA-18D4-4E6A93996B21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6" creationId="{DE1ACBA3-DEED-13C6-E949-48507BC3937A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7" creationId="{59CF0A66-5E6B-8C12-7CF7-053387500CAC}"/>
          </ac:inkMkLst>
        </pc:inkChg>
        <pc:inkChg chg="add mod">
          <ac:chgData name="O'Connor, Jacqueline Antonia" userId="3b9bfa0c-75a1-427e-ae61-7069a76100c3" providerId="ADAL" clId="{7BDAB737-B273-4034-A416-2FF981C48F7E}" dt="2023-07-18T22:08:44.318" v="845"/>
          <ac:inkMkLst>
            <pc:docMk/>
            <pc:sldMk cId="4105865640" sldId="264"/>
            <ac:inkMk id="238" creationId="{7476E9ED-D876-45A1-B873-0CBD3CC5FC23}"/>
          </ac:inkMkLst>
        </pc:inkChg>
        <pc:inkChg chg="add mod">
          <ac:chgData name="O'Connor, Jacqueline Antonia" userId="3b9bfa0c-75a1-427e-ae61-7069a76100c3" providerId="ADAL" clId="{7BDAB737-B273-4034-A416-2FF981C48F7E}" dt="2023-07-18T22:08:52.286" v="859"/>
          <ac:inkMkLst>
            <pc:docMk/>
            <pc:sldMk cId="4105865640" sldId="264"/>
            <ac:inkMk id="240" creationId="{04BF8617-FB30-4CF5-C71E-4EED71B901BA}"/>
          </ac:inkMkLst>
        </pc:inkChg>
        <pc:inkChg chg="add mod">
          <ac:chgData name="O'Connor, Jacqueline Antonia" userId="3b9bfa0c-75a1-427e-ae61-7069a76100c3" providerId="ADAL" clId="{7BDAB737-B273-4034-A416-2FF981C48F7E}" dt="2023-07-18T22:08:52.286" v="859"/>
          <ac:inkMkLst>
            <pc:docMk/>
            <pc:sldMk cId="4105865640" sldId="264"/>
            <ac:inkMk id="241" creationId="{BCF62616-57B9-66D3-68EB-A098D0FE24B4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2" creationId="{85764879-0518-EFC0-2B68-45703D66AC66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3" creationId="{7D0FA41E-3B18-16A7-763E-3B5DC6CA9720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4" creationId="{EAB822FD-BC55-B203-6501-660A41EA6F8C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5" creationId="{274DFFDC-297E-FD44-E5F0-83E992039D8B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6" creationId="{D5CA9912-9B88-D72D-9334-929933A36588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7" creationId="{0F0965D3-66C2-F671-7B6A-AAC73FD580F6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8" creationId="{222F331A-5D8D-FFB8-97EE-249E98CBB65C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49" creationId="{EDEB95B6-8EE3-A23B-5A32-F2F4DEB307D0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50" creationId="{08F1FB08-3A8F-6BDB-236F-BD7CA5CB0D2C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51" creationId="{FA06411C-4028-827B-7893-688AFE075D24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52" creationId="{B5D53900-C5AA-90CC-B291-9CE312270090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56" creationId="{5AF3BA68-6CEC-3564-5907-54D54ADA8047}"/>
          </ac:inkMkLst>
        </pc:inkChg>
        <pc:inkChg chg="add mod">
          <ac:chgData name="O'Connor, Jacqueline Antonia" userId="3b9bfa0c-75a1-427e-ae61-7069a76100c3" providerId="ADAL" clId="{7BDAB737-B273-4034-A416-2FF981C48F7E}" dt="2023-07-18T22:08:55.745" v="863"/>
          <ac:inkMkLst>
            <pc:docMk/>
            <pc:sldMk cId="4105865640" sldId="264"/>
            <ac:inkMk id="257" creationId="{9C3B12E4-B274-9249-FECB-03F0AE234993}"/>
          </ac:inkMkLst>
        </pc:inkChg>
        <pc:inkChg chg="add">
          <ac:chgData name="O'Connor, Jacqueline Antonia" userId="3b9bfa0c-75a1-427e-ae61-7069a76100c3" providerId="ADAL" clId="{7BDAB737-B273-4034-A416-2FF981C48F7E}" dt="2023-07-18T22:08:55.114" v="862" actId="9405"/>
          <ac:inkMkLst>
            <pc:docMk/>
            <pc:sldMk cId="4105865640" sldId="264"/>
            <ac:inkMk id="258" creationId="{1BE1EB1E-A4B2-8A39-DE77-4DD3EE5677C8}"/>
          </ac:inkMkLst>
        </pc:inkChg>
        <pc:inkChg chg="add mod">
          <ac:chgData name="O'Connor, Jacqueline Antonia" userId="3b9bfa0c-75a1-427e-ae61-7069a76100c3" providerId="ADAL" clId="{7BDAB737-B273-4034-A416-2FF981C48F7E}" dt="2023-07-18T22:09:23.657" v="865"/>
          <ac:inkMkLst>
            <pc:docMk/>
            <pc:sldMk cId="4105865640" sldId="264"/>
            <ac:inkMk id="260" creationId="{46709F3A-5083-CFDF-6A73-AFAE6DD3E367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2" creationId="{137571B1-CC63-7B8B-78E8-6992B7AB14BF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3" creationId="{FB1CF89B-7D54-D8B9-F30F-8BF6964A94C0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4" creationId="{E1A8E8F1-9949-BDF6-AB58-3C7B601415C9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5" creationId="{FED7597D-E9C3-71B1-C003-CBADC77FD787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6" creationId="{9E75AFAF-E68B-1882-DF4C-5C5A0D9FAEBA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7" creationId="{F2C5BA92-D0C6-B106-2FAF-F13FAEFDEEB2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8" creationId="{8BC7CA45-F17A-5ACC-254C-152C208DD903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69" creationId="{1A17743A-7ADA-4B13-BCCA-EA266EF539BB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0" creationId="{8FC4B0F0-97A5-E450-AD0E-E658568851E8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1" creationId="{DE4A91CF-8FB0-F399-7109-B1508A2F275F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2" creationId="{13397F3C-0E4C-ECDD-13D6-ABB2B6ED80CA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3" creationId="{B8EA8361-DF9C-1A64-5FB9-5F0F32F24A14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4" creationId="{ECEBCB44-B5B6-8C5B-73D7-69834F126894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5" creationId="{C58CAF07-20F6-28F8-D568-815A0BCE458B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6" creationId="{B58F7E19-A030-4C65-B7E5-6346E2CC041D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79" creationId="{33908FB5-8BDD-D80A-B66A-29EFB862AA04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80" creationId="{DC8DFFF8-232C-CFB7-F043-40518F84A8B4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81" creationId="{B9FC14CE-AC8E-AC07-3653-9BC107328FCC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83" creationId="{84CB19F3-081A-1067-4491-AB02A9B2BF1A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84" creationId="{76A15E63-5928-F9FE-D6A9-1DDD02940D17}"/>
          </ac:inkMkLst>
        </pc:inkChg>
        <pc:inkChg chg="add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85" creationId="{61C7E9E1-7097-55FD-0341-A1566F0B38D5}"/>
          </ac:inkMkLst>
        </pc:inkChg>
        <pc:inkChg chg="add del mod">
          <ac:chgData name="O'Connor, Jacqueline Antonia" userId="3b9bfa0c-75a1-427e-ae61-7069a76100c3" providerId="ADAL" clId="{7BDAB737-B273-4034-A416-2FF981C48F7E}" dt="2023-07-18T22:09:46.487" v="897"/>
          <ac:inkMkLst>
            <pc:docMk/>
            <pc:sldMk cId="4105865640" sldId="264"/>
            <ac:inkMk id="286" creationId="{80A7946E-6EDC-BB2D-E496-3394BEBBBFBD}"/>
          </ac:inkMkLst>
        </pc:inkChg>
        <pc:inkChg chg="add mod">
          <ac:chgData name="O'Connor, Jacqueline Antonia" userId="3b9bfa0c-75a1-427e-ae61-7069a76100c3" providerId="ADAL" clId="{7BDAB737-B273-4034-A416-2FF981C48F7E}" dt="2023-07-18T22:09:43.175" v="896"/>
          <ac:inkMkLst>
            <pc:docMk/>
            <pc:sldMk cId="4105865640" sldId="264"/>
            <ac:inkMk id="288" creationId="{C3BEE40C-E289-72C4-63B6-62C857273AEF}"/>
          </ac:inkMkLst>
        </pc:inkChg>
        <pc:inkChg chg="add mod">
          <ac:chgData name="O'Connor, Jacqueline Antonia" userId="3b9bfa0c-75a1-427e-ae61-7069a76100c3" providerId="ADAL" clId="{7BDAB737-B273-4034-A416-2FF981C48F7E}" dt="2023-07-18T22:09:43.175" v="896"/>
          <ac:inkMkLst>
            <pc:docMk/>
            <pc:sldMk cId="4105865640" sldId="264"/>
            <ac:inkMk id="289" creationId="{3228E1C8-1898-8A8E-83F4-B0B76FDCB97C}"/>
          </ac:inkMkLst>
        </pc:inkChg>
        <pc:inkChg chg="add mod">
          <ac:chgData name="O'Connor, Jacqueline Antonia" userId="3b9bfa0c-75a1-427e-ae61-7069a76100c3" providerId="ADAL" clId="{7BDAB737-B273-4034-A416-2FF981C48F7E}" dt="2023-07-18T22:09:43.175" v="896"/>
          <ac:inkMkLst>
            <pc:docMk/>
            <pc:sldMk cId="4105865640" sldId="264"/>
            <ac:inkMk id="290" creationId="{B50A5512-A837-7FB3-BD23-5A4189A313AF}"/>
          </ac:inkMkLst>
        </pc:inkChg>
        <pc:inkChg chg="add mod">
          <ac:chgData name="O'Connor, Jacqueline Antonia" userId="3b9bfa0c-75a1-427e-ae61-7069a76100c3" providerId="ADAL" clId="{7BDAB737-B273-4034-A416-2FF981C48F7E}" dt="2023-07-18T22:09:43.175" v="896"/>
          <ac:inkMkLst>
            <pc:docMk/>
            <pc:sldMk cId="4105865640" sldId="264"/>
            <ac:inkMk id="291" creationId="{38AA12EB-CE14-B885-A3CB-041C95F82AFC}"/>
          </ac:inkMkLst>
        </pc:inkChg>
        <pc:inkChg chg="add mod">
          <ac:chgData name="O'Connor, Jacqueline Antonia" userId="3b9bfa0c-75a1-427e-ae61-7069a76100c3" providerId="ADAL" clId="{7BDAB737-B273-4034-A416-2FF981C48F7E}" dt="2023-07-18T22:09:43.175" v="896"/>
          <ac:inkMkLst>
            <pc:docMk/>
            <pc:sldMk cId="4105865640" sldId="264"/>
            <ac:inkMk id="292" creationId="{9E9505AA-C09E-1561-94EC-AEBC7C4D9030}"/>
          </ac:inkMkLst>
        </pc:inkChg>
        <pc:inkChg chg="add">
          <ac:chgData name="O'Connor, Jacqueline Antonia" userId="3b9bfa0c-75a1-427e-ae61-7069a76100c3" providerId="ADAL" clId="{7BDAB737-B273-4034-A416-2FF981C48F7E}" dt="2023-07-18T22:09:47.700" v="898" actId="9405"/>
          <ac:inkMkLst>
            <pc:docMk/>
            <pc:sldMk cId="4105865640" sldId="264"/>
            <ac:inkMk id="294" creationId="{BB6D5281-1E50-DA7B-7152-B85403D8C9C0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295" creationId="{046DC184-4F2A-7CAD-7C69-E7A31742CBC2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296" creationId="{45DCAAA4-6B37-0C14-E050-9B72CEDFF52B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297" creationId="{BA85060E-856A-6C3B-6C69-A71F50E51D10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298" creationId="{E4743228-7134-3239-3F78-B2F79F811BA1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299" creationId="{945B5810-272D-1AAD-EFB0-8E60EA5EC97C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0" creationId="{ABB2494B-7FDE-C98F-E2CB-0354EB5792F6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1" creationId="{6F755297-E435-1EB8-A4FA-C457E50AD4CF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3" creationId="{CB57952A-AB38-0824-8EB7-568B8667E49F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4" creationId="{F1F053BC-3609-D2EE-86AD-A9CCEFABF483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5" creationId="{1B005259-7FA6-21E1-DF15-88DFDA99E719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6" creationId="{1ED7FCEF-CB44-1450-5320-115766A4D9E1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7" creationId="{D30B4E0B-5BFA-9D79-C285-595C62608823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8" creationId="{B272C41A-9DDB-CB31-76BB-1F440CA4313C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09" creationId="{E9D352FB-5C54-C899-CA27-3B4579332FB5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0" creationId="{07F404E1-113C-2A61-ED79-7D612B48AF92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1" creationId="{09B6EC4D-9C7C-3EB8-F0DF-59EE93CA9E11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2" creationId="{DB31055B-CEDC-9DF4-3016-27815DDF65F2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3" creationId="{9F28AAE1-24EE-4A2D-DFF6-A6FA2DFF8D98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4" creationId="{5618DB22-E44C-6557-2631-AA1F4A7FB35F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5" creationId="{18B1A872-7266-7673-8CB1-B6A1C48F057C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6" creationId="{B9998D2C-1C37-292B-78CE-15F842DF5E92}"/>
          </ac:inkMkLst>
        </pc:inkChg>
        <pc:inkChg chg="add mod">
          <ac:chgData name="O'Connor, Jacqueline Antonia" userId="3b9bfa0c-75a1-427e-ae61-7069a76100c3" providerId="ADAL" clId="{7BDAB737-B273-4034-A416-2FF981C48F7E}" dt="2023-07-18T22:10:29.295" v="923"/>
          <ac:inkMkLst>
            <pc:docMk/>
            <pc:sldMk cId="4105865640" sldId="264"/>
            <ac:inkMk id="317" creationId="{89C1A3B7-3FFE-7647-10DA-EEF7041E781C}"/>
          </ac:inkMkLst>
        </pc:inkChg>
        <pc:inkChg chg="add">
          <ac:chgData name="O'Connor, Jacqueline Antonia" userId="3b9bfa0c-75a1-427e-ae61-7069a76100c3" providerId="ADAL" clId="{7BDAB737-B273-4034-A416-2FF981C48F7E}" dt="2023-07-18T22:10:28.439" v="922" actId="9405"/>
          <ac:inkMkLst>
            <pc:docMk/>
            <pc:sldMk cId="4105865640" sldId="264"/>
            <ac:inkMk id="318" creationId="{CCE8F0C8-57F5-8BA7-3465-B31C214B4630}"/>
          </ac:inkMkLst>
        </pc:inkChg>
        <pc:inkChg chg="add mod">
          <ac:chgData name="O'Connor, Jacqueline Antonia" userId="3b9bfa0c-75a1-427e-ae61-7069a76100c3" providerId="ADAL" clId="{7BDAB737-B273-4034-A416-2FF981C48F7E}" dt="2023-07-18T22:12:45.105" v="938"/>
          <ac:inkMkLst>
            <pc:docMk/>
            <pc:sldMk cId="4105865640" sldId="264"/>
            <ac:inkMk id="320" creationId="{099AA885-A111-0AAB-92E1-0330CBEBF89C}"/>
          </ac:inkMkLst>
        </pc:inkChg>
        <pc:inkChg chg="add mod">
          <ac:chgData name="O'Connor, Jacqueline Antonia" userId="3b9bfa0c-75a1-427e-ae61-7069a76100c3" providerId="ADAL" clId="{7BDAB737-B273-4034-A416-2FF981C48F7E}" dt="2023-07-18T22:12:45.105" v="938"/>
          <ac:inkMkLst>
            <pc:docMk/>
            <pc:sldMk cId="4105865640" sldId="264"/>
            <ac:inkMk id="321" creationId="{082E58FB-E48D-2B13-AE9B-B0C84A610839}"/>
          </ac:inkMkLst>
        </pc:inkChg>
        <pc:inkChg chg="add mod">
          <ac:chgData name="O'Connor, Jacqueline Antonia" userId="3b9bfa0c-75a1-427e-ae61-7069a76100c3" providerId="ADAL" clId="{7BDAB737-B273-4034-A416-2FF981C48F7E}" dt="2023-07-18T22:12:45.105" v="938"/>
          <ac:inkMkLst>
            <pc:docMk/>
            <pc:sldMk cId="4105865640" sldId="264"/>
            <ac:inkMk id="322" creationId="{2CB3E31D-630A-7E2C-4532-78292A9129F0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23" creationId="{73A3B6A8-6941-967B-7830-C6C03D7E2A72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24" creationId="{61EF13B5-E1D9-26D0-3247-0F7593FCBAA9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25" creationId="{290086E4-4D28-0828-01D5-5BA9E8275C6F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26" creationId="{B04CC786-D0C7-F14B-E331-7F7DC71D7FBB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27" creationId="{BF096E83-DEF4-7A56-0727-EC6B4BE40634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28" creationId="{F773B70C-3D94-97F6-AB8B-3303B79750C9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29" creationId="{84A1C61C-5C6A-0727-A8C5-6212E7DEF7DD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30" creationId="{AD16245E-F469-2E15-3BAD-CB6D105F99DC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31" creationId="{3A9D9DE1-E79C-357F-B91D-1DC34E4FE391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32" creationId="{D0882E73-557E-DA28-15AA-F9A8B44D7132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33" creationId="{6AA89321-FF2A-2CFC-AD48-9B301D5A4C29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37" creationId="{D083FC5C-4003-C8CF-FF3F-4F20A2B8B048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38" creationId="{5CA99BD7-166B-17FA-7C51-5BEC36AE96C2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39" creationId="{948B646E-216F-E495-43E7-B260CF542DDD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0" creationId="{4A8DBAC3-53D8-D214-F6A4-97B8F56525B3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1" creationId="{E7D57E56-6C2D-F414-8C2D-0513CD925DAD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2" creationId="{9939EBDE-2993-981A-C216-263D8022A9BA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3" creationId="{C5D99CA9-798E-5F41-DD0A-7406E2FD5978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5" creationId="{A30441D1-33D9-28BD-241B-507CADD64F37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6" creationId="{42196829-94AF-9DE0-B42F-737F26D97637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7" creationId="{2109B0AF-5393-1B58-7CE8-7E3CE05372DB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8" creationId="{44642743-807C-18FB-A66C-69306B737F70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49" creationId="{617077D7-97BB-1756-7C3A-F93240EFB504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50" creationId="{5D8D8942-7389-7476-1778-54A225E55A23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51" creationId="{34701AC7-225C-AF93-123D-47A470A98DA4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53" creationId="{E4D4EFCD-1707-A5D1-2718-34315182E219}"/>
          </ac:inkMkLst>
        </pc:inkChg>
        <pc:inkChg chg="add">
          <ac:chgData name="O'Connor, Jacqueline Antonia" userId="3b9bfa0c-75a1-427e-ae61-7069a76100c3" providerId="ADAL" clId="{7BDAB737-B273-4034-A416-2FF981C48F7E}" dt="2023-07-18T22:39:28.954" v="1572" actId="9405"/>
          <ac:inkMkLst>
            <pc:docMk/>
            <pc:sldMk cId="4105865640" sldId="264"/>
            <ac:inkMk id="355" creationId="{AB2D6BD2-8252-0227-AE4D-6445F1763C32}"/>
          </ac:inkMkLst>
        </pc:inkChg>
        <pc:inkChg chg="add mod">
          <ac:chgData name="O'Connor, Jacqueline Antonia" userId="3b9bfa0c-75a1-427e-ae61-7069a76100c3" providerId="ADAL" clId="{7BDAB737-B273-4034-A416-2FF981C48F7E}" dt="2023-07-18T22:39:30.473" v="1574"/>
          <ac:inkMkLst>
            <pc:docMk/>
            <pc:sldMk cId="4105865640" sldId="264"/>
            <ac:inkMk id="356" creationId="{89207FD6-6396-E14D-B3B8-2D370DA30121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19:17.760" v="1102"/>
        <pc:sldMkLst>
          <pc:docMk/>
          <pc:sldMk cId="344883210" sldId="265"/>
        </pc:sldMkLst>
        <pc:grpChg chg="mod">
          <ac:chgData name="O'Connor, Jacqueline Antonia" userId="3b9bfa0c-75a1-427e-ae61-7069a76100c3" providerId="ADAL" clId="{7BDAB737-B273-4034-A416-2FF981C48F7E}" dt="2023-07-18T22:15:59.460" v="966"/>
          <ac:grpSpMkLst>
            <pc:docMk/>
            <pc:sldMk cId="344883210" sldId="265"/>
            <ac:grpSpMk id="11" creationId="{2BBBBF86-F7F3-5001-1839-E70DC35E3DEC}"/>
          </ac:grpSpMkLst>
        </pc:grpChg>
        <pc:grpChg chg="mod">
          <ac:chgData name="O'Connor, Jacqueline Antonia" userId="3b9bfa0c-75a1-427e-ae61-7069a76100c3" providerId="ADAL" clId="{7BDAB737-B273-4034-A416-2FF981C48F7E}" dt="2023-07-18T22:15:59.460" v="966"/>
          <ac:grpSpMkLst>
            <pc:docMk/>
            <pc:sldMk cId="344883210" sldId="265"/>
            <ac:grpSpMk id="12" creationId="{296A22ED-91B9-DFE9-7D62-BA95543F556A}"/>
          </ac:grpSpMkLst>
        </pc:grpChg>
        <pc:grpChg chg="mod">
          <ac:chgData name="O'Connor, Jacqueline Antonia" userId="3b9bfa0c-75a1-427e-ae61-7069a76100c3" providerId="ADAL" clId="{7BDAB737-B273-4034-A416-2FF981C48F7E}" dt="2023-07-18T22:16:21.815" v="971"/>
          <ac:grpSpMkLst>
            <pc:docMk/>
            <pc:sldMk cId="344883210" sldId="265"/>
            <ac:grpSpMk id="17" creationId="{25690CA6-3E6F-1B1C-E27E-45C8379A524D}"/>
          </ac:grpSpMkLst>
        </pc:grpChg>
        <pc:grpChg chg="mod">
          <ac:chgData name="O'Connor, Jacqueline Antonia" userId="3b9bfa0c-75a1-427e-ae61-7069a76100c3" providerId="ADAL" clId="{7BDAB737-B273-4034-A416-2FF981C48F7E}" dt="2023-07-18T22:16:29.513" v="982"/>
          <ac:grpSpMkLst>
            <pc:docMk/>
            <pc:sldMk cId="344883210" sldId="265"/>
            <ac:grpSpMk id="28" creationId="{20095E18-065E-D4D6-CC7B-9108692DC851}"/>
          </ac:grpSpMkLst>
        </pc:grpChg>
        <pc:grpChg chg="mod">
          <ac:chgData name="O'Connor, Jacqueline Antonia" userId="3b9bfa0c-75a1-427e-ae61-7069a76100c3" providerId="ADAL" clId="{7BDAB737-B273-4034-A416-2FF981C48F7E}" dt="2023-07-18T22:16:35.477" v="991"/>
          <ac:grpSpMkLst>
            <pc:docMk/>
            <pc:sldMk cId="344883210" sldId="265"/>
            <ac:grpSpMk id="37" creationId="{92D0603C-0472-FCCF-83AC-B3707C142B7F}"/>
          </ac:grpSpMkLst>
        </pc:grpChg>
        <pc:grpChg chg="mod">
          <ac:chgData name="O'Connor, Jacqueline Antonia" userId="3b9bfa0c-75a1-427e-ae61-7069a76100c3" providerId="ADAL" clId="{7BDAB737-B273-4034-A416-2FF981C48F7E}" dt="2023-07-18T22:16:41.068" v="997"/>
          <ac:grpSpMkLst>
            <pc:docMk/>
            <pc:sldMk cId="344883210" sldId="265"/>
            <ac:grpSpMk id="43" creationId="{5B31AD5D-E6DF-6CE2-35AB-BA8C7F36FF42}"/>
          </ac:grpSpMkLst>
        </pc:grpChg>
        <pc:grpChg chg="del mod">
          <ac:chgData name="O'Connor, Jacqueline Antonia" userId="3b9bfa0c-75a1-427e-ae61-7069a76100c3" providerId="ADAL" clId="{7BDAB737-B273-4034-A416-2FF981C48F7E}" dt="2023-07-18T22:17:06.683" v="1012"/>
          <ac:grpSpMkLst>
            <pc:docMk/>
            <pc:sldMk cId="344883210" sldId="265"/>
            <ac:grpSpMk id="48" creationId="{9233841D-118C-27E3-2DF2-39486045C644}"/>
          </ac:grpSpMkLst>
        </pc:grpChg>
        <pc:grpChg chg="mod">
          <ac:chgData name="O'Connor, Jacqueline Antonia" userId="3b9bfa0c-75a1-427e-ae61-7069a76100c3" providerId="ADAL" clId="{7BDAB737-B273-4034-A416-2FF981C48F7E}" dt="2023-07-18T22:17:06.683" v="1012"/>
          <ac:grpSpMkLst>
            <pc:docMk/>
            <pc:sldMk cId="344883210" sldId="265"/>
            <ac:grpSpMk id="58" creationId="{570CCD80-3EF9-FF49-287D-6EE278E5DF50}"/>
          </ac:grpSpMkLst>
        </pc:grpChg>
        <pc:grpChg chg="mod">
          <ac:chgData name="O'Connor, Jacqueline Antonia" userId="3b9bfa0c-75a1-427e-ae61-7069a76100c3" providerId="ADAL" clId="{7BDAB737-B273-4034-A416-2FF981C48F7E}" dt="2023-07-18T22:17:06.683" v="1012"/>
          <ac:grpSpMkLst>
            <pc:docMk/>
            <pc:sldMk cId="344883210" sldId="265"/>
            <ac:grpSpMk id="59" creationId="{D76766CD-9479-9097-741E-15A9CC516D9A}"/>
          </ac:grpSpMkLst>
        </pc:grpChg>
        <pc:grpChg chg="mod">
          <ac:chgData name="O'Connor, Jacqueline Antonia" userId="3b9bfa0c-75a1-427e-ae61-7069a76100c3" providerId="ADAL" clId="{7BDAB737-B273-4034-A416-2FF981C48F7E}" dt="2023-07-18T22:17:21.036" v="1017"/>
          <ac:grpSpMkLst>
            <pc:docMk/>
            <pc:sldMk cId="344883210" sldId="265"/>
            <ac:grpSpMk id="64" creationId="{79A22582-CE07-F134-C505-A084561544B8}"/>
          </ac:grpSpMkLst>
        </pc:grpChg>
        <pc:grpChg chg="del mod">
          <ac:chgData name="O'Connor, Jacqueline Antonia" userId="3b9bfa0c-75a1-427e-ae61-7069a76100c3" providerId="ADAL" clId="{7BDAB737-B273-4034-A416-2FF981C48F7E}" dt="2023-07-18T22:19:17.760" v="1102"/>
          <ac:grpSpMkLst>
            <pc:docMk/>
            <pc:sldMk cId="344883210" sldId="265"/>
            <ac:grpSpMk id="71" creationId="{1468B682-61E6-CE26-10B0-7CB6066302A6}"/>
          </ac:grpSpMkLst>
        </pc:grpChg>
        <pc:grpChg chg="del mod">
          <ac:chgData name="O'Connor, Jacqueline Antonia" userId="3b9bfa0c-75a1-427e-ae61-7069a76100c3" providerId="ADAL" clId="{7BDAB737-B273-4034-A416-2FF981C48F7E}" dt="2023-07-18T22:19:17.760" v="1102"/>
          <ac:grpSpMkLst>
            <pc:docMk/>
            <pc:sldMk cId="344883210" sldId="265"/>
            <ac:grpSpMk id="77" creationId="{06E92CB7-84F2-C50A-3226-7BBE80BE018B}"/>
          </ac:grpSpMkLst>
        </pc:grpChg>
        <pc:grpChg chg="mod">
          <ac:chgData name="O'Connor, Jacqueline Antonia" userId="3b9bfa0c-75a1-427e-ae61-7069a76100c3" providerId="ADAL" clId="{7BDAB737-B273-4034-A416-2FF981C48F7E}" dt="2023-07-18T22:17:45.744" v="1033"/>
          <ac:grpSpMkLst>
            <pc:docMk/>
            <pc:sldMk cId="344883210" sldId="265"/>
            <ac:grpSpMk id="80" creationId="{EF7935F4-9119-DC2A-672D-81ADE9411619}"/>
          </ac:grpSpMkLst>
        </pc:grpChg>
        <pc:grpChg chg="del mod">
          <ac:chgData name="O'Connor, Jacqueline Antonia" userId="3b9bfa0c-75a1-427e-ae61-7069a76100c3" providerId="ADAL" clId="{7BDAB737-B273-4034-A416-2FF981C48F7E}" dt="2023-07-18T22:18:17.089" v="1059"/>
          <ac:grpSpMkLst>
            <pc:docMk/>
            <pc:sldMk cId="344883210" sldId="265"/>
            <ac:grpSpMk id="86" creationId="{F72DF6B5-6FA7-4F55-62D0-B4820E7398DA}"/>
          </ac:grpSpMkLst>
        </pc:grpChg>
        <pc:grpChg chg="del mod">
          <ac:chgData name="O'Connor, Jacqueline Antonia" userId="3b9bfa0c-75a1-427e-ae61-7069a76100c3" providerId="ADAL" clId="{7BDAB737-B273-4034-A416-2FF981C48F7E}" dt="2023-07-18T22:18:17.089" v="1059"/>
          <ac:grpSpMkLst>
            <pc:docMk/>
            <pc:sldMk cId="344883210" sldId="265"/>
            <ac:grpSpMk id="90" creationId="{EDB3664B-F905-5B8A-F392-83E9029D8844}"/>
          </ac:grpSpMkLst>
        </pc:grpChg>
        <pc:grpChg chg="del mod">
          <ac:chgData name="O'Connor, Jacqueline Antonia" userId="3b9bfa0c-75a1-427e-ae61-7069a76100c3" providerId="ADAL" clId="{7BDAB737-B273-4034-A416-2FF981C48F7E}" dt="2023-07-18T22:18:17.089" v="1059"/>
          <ac:grpSpMkLst>
            <pc:docMk/>
            <pc:sldMk cId="344883210" sldId="265"/>
            <ac:grpSpMk id="94" creationId="{D150114B-16AC-86A7-AD8A-E0DC9FF1D7E0}"/>
          </ac:grpSpMkLst>
        </pc:grpChg>
        <pc:grpChg chg="del mod">
          <ac:chgData name="O'Connor, Jacqueline Antonia" userId="3b9bfa0c-75a1-427e-ae61-7069a76100c3" providerId="ADAL" clId="{7BDAB737-B273-4034-A416-2FF981C48F7E}" dt="2023-07-18T22:18:24.121" v="1065"/>
          <ac:grpSpMkLst>
            <pc:docMk/>
            <pc:sldMk cId="344883210" sldId="265"/>
            <ac:grpSpMk id="106" creationId="{3AF4AF44-2AE5-1346-9C19-FE44E270318C}"/>
          </ac:grpSpMkLst>
        </pc:grpChg>
        <pc:grpChg chg="del mod">
          <ac:chgData name="O'Connor, Jacqueline Antonia" userId="3b9bfa0c-75a1-427e-ae61-7069a76100c3" providerId="ADAL" clId="{7BDAB737-B273-4034-A416-2FF981C48F7E}" dt="2023-07-18T22:18:33.673" v="1074"/>
          <ac:grpSpMkLst>
            <pc:docMk/>
            <pc:sldMk cId="344883210" sldId="265"/>
            <ac:grpSpMk id="112" creationId="{0454BF2F-3AE0-ADBD-6B29-19E0E2EFB1E6}"/>
          </ac:grpSpMkLst>
        </pc:grpChg>
        <pc:grpChg chg="del mod">
          <ac:chgData name="O'Connor, Jacqueline Antonia" userId="3b9bfa0c-75a1-427e-ae61-7069a76100c3" providerId="ADAL" clId="{7BDAB737-B273-4034-A416-2FF981C48F7E}" dt="2023-07-18T22:18:38.115" v="1083"/>
          <ac:grpSpMkLst>
            <pc:docMk/>
            <pc:sldMk cId="344883210" sldId="265"/>
            <ac:grpSpMk id="121" creationId="{73401489-91FB-B288-FF6D-FB1A8B1BF886}"/>
          </ac:grpSpMkLst>
        </pc:grpChg>
        <pc:grpChg chg="del mod">
          <ac:chgData name="O'Connor, Jacqueline Antonia" userId="3b9bfa0c-75a1-427e-ae61-7069a76100c3" providerId="ADAL" clId="{7BDAB737-B273-4034-A416-2FF981C48F7E}" dt="2023-07-18T22:18:47.485" v="1100"/>
          <ac:grpSpMkLst>
            <pc:docMk/>
            <pc:sldMk cId="344883210" sldId="265"/>
            <ac:grpSpMk id="130" creationId="{6C3B531E-04F8-5F02-47C5-3E33128D58CC}"/>
          </ac:grpSpMkLst>
        </pc:grpChg>
        <pc:grpChg chg="mod">
          <ac:chgData name="O'Connor, Jacqueline Antonia" userId="3b9bfa0c-75a1-427e-ae61-7069a76100c3" providerId="ADAL" clId="{7BDAB737-B273-4034-A416-2FF981C48F7E}" dt="2023-07-18T22:18:47.485" v="1100"/>
          <ac:grpSpMkLst>
            <pc:docMk/>
            <pc:sldMk cId="344883210" sldId="265"/>
            <ac:grpSpMk id="147" creationId="{EE5058EF-4514-995B-EE04-B2395F0B64F5}"/>
          </ac:grpSpMkLst>
        </pc:grpChg>
        <pc:grpChg chg="mod">
          <ac:chgData name="O'Connor, Jacqueline Antonia" userId="3b9bfa0c-75a1-427e-ae61-7069a76100c3" providerId="ADAL" clId="{7BDAB737-B273-4034-A416-2FF981C48F7E}" dt="2023-07-18T22:18:47.485" v="1100"/>
          <ac:grpSpMkLst>
            <pc:docMk/>
            <pc:sldMk cId="344883210" sldId="265"/>
            <ac:grpSpMk id="148" creationId="{1CDF8AE7-3DC2-5E0C-200A-E4EDB20D4C86}"/>
          </ac:grpSpMkLst>
        </pc:grpChg>
        <pc:grpChg chg="mod">
          <ac:chgData name="O'Connor, Jacqueline Antonia" userId="3b9bfa0c-75a1-427e-ae61-7069a76100c3" providerId="ADAL" clId="{7BDAB737-B273-4034-A416-2FF981C48F7E}" dt="2023-07-18T22:19:17.760" v="1102"/>
          <ac:grpSpMkLst>
            <pc:docMk/>
            <pc:sldMk cId="344883210" sldId="265"/>
            <ac:grpSpMk id="150" creationId="{CD0AF613-E616-774B-237A-F987A20C79BD}"/>
          </ac:grpSpMkLst>
        </pc:grp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2" creationId="{87AE77E8-DFAB-E5CE-B1A7-6623338A607B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3" creationId="{D01775C2-101B-C446-6F91-6A1947107969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4" creationId="{25C038BF-4883-2667-B4A2-F5D6F96CFC3B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5" creationId="{C3F34D79-05C2-F4B8-33E6-F4BFC4185809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6" creationId="{4D2AA7A5-EB5B-4824-FBCF-BF78F145D935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7" creationId="{DE323468-272F-1684-9616-C4B97ACE891E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8" creationId="{A15C7487-9A09-C72E-EBC4-DA637783EE33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9" creationId="{828DDE71-9FFF-FE9A-10C1-B1FB4463E615}"/>
          </ac:inkMkLst>
        </pc:inkChg>
        <pc:inkChg chg="add mod">
          <ac:chgData name="O'Connor, Jacqueline Antonia" userId="3b9bfa0c-75a1-427e-ae61-7069a76100c3" providerId="ADAL" clId="{7BDAB737-B273-4034-A416-2FF981C48F7E}" dt="2023-07-18T22:15:59.460" v="966"/>
          <ac:inkMkLst>
            <pc:docMk/>
            <pc:sldMk cId="344883210" sldId="265"/>
            <ac:inkMk id="10" creationId="{2B73C2A8-0E1D-90A7-8F7D-BF1ACE51D822}"/>
          </ac:inkMkLst>
        </pc:inkChg>
        <pc:inkChg chg="add mod">
          <ac:chgData name="O'Connor, Jacqueline Antonia" userId="3b9bfa0c-75a1-427e-ae61-7069a76100c3" providerId="ADAL" clId="{7BDAB737-B273-4034-A416-2FF981C48F7E}" dt="2023-07-18T22:16:21.815" v="971"/>
          <ac:inkMkLst>
            <pc:docMk/>
            <pc:sldMk cId="344883210" sldId="265"/>
            <ac:inkMk id="13" creationId="{939EFB3B-6EC6-C99B-11E5-A1B096E2A069}"/>
          </ac:inkMkLst>
        </pc:inkChg>
        <pc:inkChg chg="add mod">
          <ac:chgData name="O'Connor, Jacqueline Antonia" userId="3b9bfa0c-75a1-427e-ae61-7069a76100c3" providerId="ADAL" clId="{7BDAB737-B273-4034-A416-2FF981C48F7E}" dt="2023-07-18T22:16:21.815" v="971"/>
          <ac:inkMkLst>
            <pc:docMk/>
            <pc:sldMk cId="344883210" sldId="265"/>
            <ac:inkMk id="14" creationId="{EEF33EAD-E5FD-66E2-B4ED-C86171936E4E}"/>
          </ac:inkMkLst>
        </pc:inkChg>
        <pc:inkChg chg="add mod">
          <ac:chgData name="O'Connor, Jacqueline Antonia" userId="3b9bfa0c-75a1-427e-ae61-7069a76100c3" providerId="ADAL" clId="{7BDAB737-B273-4034-A416-2FF981C48F7E}" dt="2023-07-18T22:16:21.815" v="971"/>
          <ac:inkMkLst>
            <pc:docMk/>
            <pc:sldMk cId="344883210" sldId="265"/>
            <ac:inkMk id="15" creationId="{AC4D19C2-71B1-7A9E-D187-4530B8859AF4}"/>
          </ac:inkMkLst>
        </pc:inkChg>
        <pc:inkChg chg="add mod">
          <ac:chgData name="O'Connor, Jacqueline Antonia" userId="3b9bfa0c-75a1-427e-ae61-7069a76100c3" providerId="ADAL" clId="{7BDAB737-B273-4034-A416-2FF981C48F7E}" dt="2023-07-18T22:16:21.815" v="971"/>
          <ac:inkMkLst>
            <pc:docMk/>
            <pc:sldMk cId="344883210" sldId="265"/>
            <ac:inkMk id="16" creationId="{F5A747EB-A358-35A2-8A9E-67ACAB45CB5B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18" creationId="{26E2C871-E888-E332-5139-4FD9017AA4AC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19" creationId="{EE3A5B12-3140-A21D-F6C0-C5947F510E69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0" creationId="{401AECD6-DCE7-6C11-E01D-14B337E63B85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1" creationId="{F66851E8-41F7-7215-071F-9A3970372996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2" creationId="{F266AB07-B8DD-FF52-EE78-A3FDCD04DF88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3" creationId="{0282E9BE-9998-CF6A-4483-E6B424F8677B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4" creationId="{FAC24FFA-89F5-C181-E845-C10566616816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5" creationId="{B1331E3A-D803-4EE7-CF84-0B84BEE0D523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6" creationId="{C73C7E50-4A59-805D-CD24-50410177BDE0}"/>
          </ac:inkMkLst>
        </pc:inkChg>
        <pc:inkChg chg="add mod">
          <ac:chgData name="O'Connor, Jacqueline Antonia" userId="3b9bfa0c-75a1-427e-ae61-7069a76100c3" providerId="ADAL" clId="{7BDAB737-B273-4034-A416-2FF981C48F7E}" dt="2023-07-18T22:16:29.513" v="982"/>
          <ac:inkMkLst>
            <pc:docMk/>
            <pc:sldMk cId="344883210" sldId="265"/>
            <ac:inkMk id="27" creationId="{B52ED99E-B29B-5EFF-E76F-F385E36C017A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29" creationId="{F426001E-3057-F7E1-9254-C59E1E458E01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30" creationId="{309E9A3B-9300-FBD1-8A8D-0927DA868E2D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31" creationId="{5899A9BE-74D9-8744-63FF-B448A7FF16EB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32" creationId="{F4FBB8CE-3426-A323-D1BA-1125116455DA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33" creationId="{CF225EAB-E249-58C1-F9FD-0FF58D48FAE1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34" creationId="{C626A537-3FD3-A406-C9F7-BA77B0811119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35" creationId="{43F2B2DE-CE8B-E670-B4FB-6C2341679963}"/>
          </ac:inkMkLst>
        </pc:inkChg>
        <pc:inkChg chg="add mod">
          <ac:chgData name="O'Connor, Jacqueline Antonia" userId="3b9bfa0c-75a1-427e-ae61-7069a76100c3" providerId="ADAL" clId="{7BDAB737-B273-4034-A416-2FF981C48F7E}" dt="2023-07-18T22:16:35.477" v="991"/>
          <ac:inkMkLst>
            <pc:docMk/>
            <pc:sldMk cId="344883210" sldId="265"/>
            <ac:inkMk id="36" creationId="{9CD99028-3F0D-FA4A-99F5-5E699371D7D8}"/>
          </ac:inkMkLst>
        </pc:inkChg>
        <pc:inkChg chg="add mod">
          <ac:chgData name="O'Connor, Jacqueline Antonia" userId="3b9bfa0c-75a1-427e-ae61-7069a76100c3" providerId="ADAL" clId="{7BDAB737-B273-4034-A416-2FF981C48F7E}" dt="2023-07-18T22:16:41.068" v="997"/>
          <ac:inkMkLst>
            <pc:docMk/>
            <pc:sldMk cId="344883210" sldId="265"/>
            <ac:inkMk id="38" creationId="{FBD2D6A4-F44A-BA9F-A67F-9AAAEC86AB14}"/>
          </ac:inkMkLst>
        </pc:inkChg>
        <pc:inkChg chg="add mod">
          <ac:chgData name="O'Connor, Jacqueline Antonia" userId="3b9bfa0c-75a1-427e-ae61-7069a76100c3" providerId="ADAL" clId="{7BDAB737-B273-4034-A416-2FF981C48F7E}" dt="2023-07-18T22:16:41.068" v="997"/>
          <ac:inkMkLst>
            <pc:docMk/>
            <pc:sldMk cId="344883210" sldId="265"/>
            <ac:inkMk id="39" creationId="{C0DA0D49-2382-8027-7D25-48287C56557F}"/>
          </ac:inkMkLst>
        </pc:inkChg>
        <pc:inkChg chg="add mod">
          <ac:chgData name="O'Connor, Jacqueline Antonia" userId="3b9bfa0c-75a1-427e-ae61-7069a76100c3" providerId="ADAL" clId="{7BDAB737-B273-4034-A416-2FF981C48F7E}" dt="2023-07-18T22:16:41.068" v="997"/>
          <ac:inkMkLst>
            <pc:docMk/>
            <pc:sldMk cId="344883210" sldId="265"/>
            <ac:inkMk id="40" creationId="{741D23B6-EE05-E4D8-2B74-34353DDDFC8B}"/>
          </ac:inkMkLst>
        </pc:inkChg>
        <pc:inkChg chg="add mod">
          <ac:chgData name="O'Connor, Jacqueline Antonia" userId="3b9bfa0c-75a1-427e-ae61-7069a76100c3" providerId="ADAL" clId="{7BDAB737-B273-4034-A416-2FF981C48F7E}" dt="2023-07-18T22:16:41.068" v="997"/>
          <ac:inkMkLst>
            <pc:docMk/>
            <pc:sldMk cId="344883210" sldId="265"/>
            <ac:inkMk id="41" creationId="{2ADE7B1B-F824-453B-0FC8-77B1D0602324}"/>
          </ac:inkMkLst>
        </pc:inkChg>
        <pc:inkChg chg="add mod">
          <ac:chgData name="O'Connor, Jacqueline Antonia" userId="3b9bfa0c-75a1-427e-ae61-7069a76100c3" providerId="ADAL" clId="{7BDAB737-B273-4034-A416-2FF981C48F7E}" dt="2023-07-18T22:16:41.068" v="997"/>
          <ac:inkMkLst>
            <pc:docMk/>
            <pc:sldMk cId="344883210" sldId="265"/>
            <ac:inkMk id="42" creationId="{703D63BF-FC9D-1B70-354F-9D79F72BED3B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44" creationId="{75256AE5-EA88-9CC8-1576-5FBDDF7598EB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45" creationId="{BFAF486F-7D5D-B7C0-9820-214B10F7B950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46" creationId="{1DDA1680-A12F-445E-F661-B7349A3AFA8E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47" creationId="{D431F000-4141-F851-954B-A2FE0B48BF5D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49" creationId="{D6999373-790C-7D04-4F08-E28217B5338D}"/>
          </ac:inkMkLst>
        </pc:inkChg>
        <pc:inkChg chg="add">
          <ac:chgData name="O'Connor, Jacqueline Antonia" userId="3b9bfa0c-75a1-427e-ae61-7069a76100c3" providerId="ADAL" clId="{7BDAB737-B273-4034-A416-2FF981C48F7E}" dt="2023-07-18T22:17:02.173" v="1004" actId="9405"/>
          <ac:inkMkLst>
            <pc:docMk/>
            <pc:sldMk cId="344883210" sldId="265"/>
            <ac:inkMk id="50" creationId="{57B6CB4C-752D-1793-BC4A-46ED7C86F3E0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51" creationId="{B30CFE6D-0385-FFB1-D14A-0364DA3F2A9A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52" creationId="{44DB4EED-53B4-1ED8-9C07-47EA8B0472AE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53" creationId="{1796E4F5-6DDB-D31D-9D6B-B01EE7760361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54" creationId="{D420405C-6F5D-F06A-D046-497E973ABF1A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55" creationId="{5FB9D021-810E-0A56-8820-9FDA2FA92D28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56" creationId="{C74E892A-37F3-8888-3C00-856957E2FCD0}"/>
          </ac:inkMkLst>
        </pc:inkChg>
        <pc:inkChg chg="add mod">
          <ac:chgData name="O'Connor, Jacqueline Antonia" userId="3b9bfa0c-75a1-427e-ae61-7069a76100c3" providerId="ADAL" clId="{7BDAB737-B273-4034-A416-2FF981C48F7E}" dt="2023-07-18T22:17:06.683" v="1012"/>
          <ac:inkMkLst>
            <pc:docMk/>
            <pc:sldMk cId="344883210" sldId="265"/>
            <ac:inkMk id="57" creationId="{FE12D19A-22F4-DCCD-7428-25400EE04F38}"/>
          </ac:inkMkLst>
        </pc:inkChg>
        <pc:inkChg chg="add mod">
          <ac:chgData name="O'Connor, Jacqueline Antonia" userId="3b9bfa0c-75a1-427e-ae61-7069a76100c3" providerId="ADAL" clId="{7BDAB737-B273-4034-A416-2FF981C48F7E}" dt="2023-07-18T22:17:21.036" v="1017"/>
          <ac:inkMkLst>
            <pc:docMk/>
            <pc:sldMk cId="344883210" sldId="265"/>
            <ac:inkMk id="60" creationId="{4AC2F91E-E543-621B-D47C-15922A978222}"/>
          </ac:inkMkLst>
        </pc:inkChg>
        <pc:inkChg chg="add mod">
          <ac:chgData name="O'Connor, Jacqueline Antonia" userId="3b9bfa0c-75a1-427e-ae61-7069a76100c3" providerId="ADAL" clId="{7BDAB737-B273-4034-A416-2FF981C48F7E}" dt="2023-07-18T22:17:21.036" v="1017"/>
          <ac:inkMkLst>
            <pc:docMk/>
            <pc:sldMk cId="344883210" sldId="265"/>
            <ac:inkMk id="61" creationId="{803A4616-0283-0034-C031-F6E30B7746C1}"/>
          </ac:inkMkLst>
        </pc:inkChg>
        <pc:inkChg chg="add mod">
          <ac:chgData name="O'Connor, Jacqueline Antonia" userId="3b9bfa0c-75a1-427e-ae61-7069a76100c3" providerId="ADAL" clId="{7BDAB737-B273-4034-A416-2FF981C48F7E}" dt="2023-07-18T22:17:21.036" v="1017"/>
          <ac:inkMkLst>
            <pc:docMk/>
            <pc:sldMk cId="344883210" sldId="265"/>
            <ac:inkMk id="62" creationId="{98BCFE8A-DA5D-4685-0130-41022977F1AD}"/>
          </ac:inkMkLst>
        </pc:inkChg>
        <pc:inkChg chg="add mod">
          <ac:chgData name="O'Connor, Jacqueline Antonia" userId="3b9bfa0c-75a1-427e-ae61-7069a76100c3" providerId="ADAL" clId="{7BDAB737-B273-4034-A416-2FF981C48F7E}" dt="2023-07-18T22:17:21.036" v="1017"/>
          <ac:inkMkLst>
            <pc:docMk/>
            <pc:sldMk cId="344883210" sldId="265"/>
            <ac:inkMk id="63" creationId="{5B904B37-C6F3-238E-B744-B49D6750E11F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65" creationId="{A1FEEC5F-D0AD-D490-15B9-72A75B056505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66" creationId="{2BBAB17F-2F0F-F748-F72C-10B9325D84B7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67" creationId="{434B8DA7-245D-863F-3491-01767A7DE088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68" creationId="{9185B018-8A3D-30CB-940C-A85EA5513AFB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69" creationId="{66D226B0-F184-B7C9-C11E-DEDF9AD4662D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70" creationId="{ACF1B37D-7574-E1DD-268D-A409E1F5A094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72" creationId="{8D5A06AE-E6E4-0E9A-5B0A-D9D491986E3A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73" creationId="{27603DE6-09B6-5E15-A5B9-14344A7EB6ED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74" creationId="{4F218AEE-DE39-512F-26CB-DE51D5A93E36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75" creationId="{3C4D003F-C7E6-F9B3-EF18-3DFF3673B482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76" creationId="{E70BCAC5-B891-E251-92D5-5A023B17B294}"/>
          </ac:inkMkLst>
        </pc:inkChg>
        <pc:inkChg chg="add mod">
          <ac:chgData name="O'Connor, Jacqueline Antonia" userId="3b9bfa0c-75a1-427e-ae61-7069a76100c3" providerId="ADAL" clId="{7BDAB737-B273-4034-A416-2FF981C48F7E}" dt="2023-07-18T22:17:45.744" v="1033"/>
          <ac:inkMkLst>
            <pc:docMk/>
            <pc:sldMk cId="344883210" sldId="265"/>
            <ac:inkMk id="78" creationId="{FE212490-81ED-8641-1F41-C6A3B68C1F22}"/>
          </ac:inkMkLst>
        </pc:inkChg>
        <pc:inkChg chg="add mod">
          <ac:chgData name="O'Connor, Jacqueline Antonia" userId="3b9bfa0c-75a1-427e-ae61-7069a76100c3" providerId="ADAL" clId="{7BDAB737-B273-4034-A416-2FF981C48F7E}" dt="2023-07-18T22:17:45.744" v="1033"/>
          <ac:inkMkLst>
            <pc:docMk/>
            <pc:sldMk cId="344883210" sldId="265"/>
            <ac:inkMk id="79" creationId="{4A6C30DC-9C93-A938-0775-FEF3551BE502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1" creationId="{24EA3570-31D0-F1C4-8E72-5257383ABD6F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2" creationId="{BABD8EE8-14F4-D536-5649-1433F0B20222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3" creationId="{B11FAD6E-FD76-8F30-8E76-396D75995BF0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4" creationId="{7B302BA6-E108-6CCF-DD89-0A724ECF5F86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5" creationId="{F33A40DA-B7B2-A1CD-14AE-43FE22116E86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7" creationId="{38E40AB1-D752-8E0E-77EB-53533EF85FB9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8" creationId="{4B0DFD04-628D-E0ED-34DD-D9D715C6A86E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89" creationId="{14A673E7-363C-932F-E8D1-66320EB95301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91" creationId="{4B8A2BD7-F717-BB39-1D9D-2A45A0FD3F0A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92" creationId="{BC9B0462-998C-BC0E-5ED1-4FADC40FAFFC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93" creationId="{AE67C637-DAFA-7FF9-2D67-F23198027B53}"/>
          </ac:inkMkLst>
        </pc:inkChg>
        <pc:inkChg chg="add">
          <ac:chgData name="O'Connor, Jacqueline Antonia" userId="3b9bfa0c-75a1-427e-ae61-7069a76100c3" providerId="ADAL" clId="{7BDAB737-B273-4034-A416-2FF981C48F7E}" dt="2023-07-18T22:18:11.614" v="1048" actId="9405"/>
          <ac:inkMkLst>
            <pc:docMk/>
            <pc:sldMk cId="344883210" sldId="265"/>
            <ac:inkMk id="95" creationId="{3DD5C002-191D-26C2-FEDF-A47A6D98FDF0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96" creationId="{0BFD6402-A243-5A2C-CD1E-03BC04CBFC7D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97" creationId="{B859917C-6CDC-200A-7A75-C666569E86E8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98" creationId="{D629AF88-691F-86CA-ECDA-12CE909AFFD7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99" creationId="{7BA91958-96AF-B123-056E-304160C232E8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100" creationId="{9102C1D7-7BEF-ED05-99D3-6A59B5C9A936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101" creationId="{E8A32AF8-0276-4B7D-6C2A-CCFC16B18D20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102" creationId="{8654E99C-CA58-201F-D3B6-75DFBE1CE73D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103" creationId="{AE6D4A66-19FC-ACB7-4567-573BFF105E4B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104" creationId="{97369995-7476-4AA0-A9ED-13F155B246F1}"/>
          </ac:inkMkLst>
        </pc:inkChg>
        <pc:inkChg chg="add mod">
          <ac:chgData name="O'Connor, Jacqueline Antonia" userId="3b9bfa0c-75a1-427e-ae61-7069a76100c3" providerId="ADAL" clId="{7BDAB737-B273-4034-A416-2FF981C48F7E}" dt="2023-07-18T22:18:24.121" v="1065"/>
          <ac:inkMkLst>
            <pc:docMk/>
            <pc:sldMk cId="344883210" sldId="265"/>
            <ac:inkMk id="105" creationId="{BC7B4AA8-4ABC-9DC5-D618-97039D724FD3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07" creationId="{89FCA9F2-7A1C-1CDA-26BA-A763C3714C96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08" creationId="{A121FE8B-25E8-8451-9532-9E78D02EF9F1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09" creationId="{0F41DC9B-D050-F2E3-5F87-7E12E6953F13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0" creationId="{3A3429C5-6315-9414-9AF5-3B007A98DD73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1" creationId="{2E1B4440-37B8-B072-7986-F2B281B37972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3" creationId="{31ACB197-4AAD-5F49-78B3-388400A495C0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4" creationId="{5930A8AC-2B58-8C60-0BAE-11DEB56D7910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5" creationId="{7FC03252-4459-5FD7-70B4-8AF6204F475D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6" creationId="{10C38AB9-E736-DA1F-4453-30F0F8465E91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7" creationId="{57E91AF4-33DE-559D-21B5-D96F9A060233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8" creationId="{D0C0F213-8E30-2C08-73D6-E0CA261FA750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19" creationId="{31D3B25C-D564-0AFF-CDBC-406B125BA2F5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0" creationId="{2E75398A-A0BB-263C-AD15-75022021F5EC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2" creationId="{A8F24776-CDA5-A23A-0549-239F5AC3458D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3" creationId="{4E5093C6-958E-F488-1E33-48AA6D83356A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4" creationId="{DE2ECE51-746E-83EB-9FBD-F83374A9D909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5" creationId="{567DB8A2-08A6-26BB-7F3F-0A2815018DDB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6" creationId="{63FC304B-2D1B-CE65-CE09-8EBE97E7EFB7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7" creationId="{921AF111-8F41-51C3-546E-234C1C48E766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8" creationId="{71F32655-36DA-2CAA-E7D8-9E0DEF6C4562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29" creationId="{7FB5538E-C703-05D4-7630-893EEA6BD7B2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1" creationId="{B5C0CB7E-5908-59A9-0EE7-6F6C50900978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2" creationId="{25A3874B-C746-1F62-2C6A-4C371412C428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3" creationId="{CDC4BA50-C0C9-5CC3-0596-D8E1A2DA623E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4" creationId="{D25741FF-6D9C-D17B-8366-3B4C8BB062A2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5" creationId="{54964650-CBF6-1208-BFDC-29A322A9D2BD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6" creationId="{65EAADEB-A417-BC8D-E54C-7253EF70E6AC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7" creationId="{559BB9E1-EC66-87F6-B2EB-32A3EDB23489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8" creationId="{2B012222-9ACD-AB5E-2D84-A4DE40729B1E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39" creationId="{A2E5A223-F5B1-028C-2883-614574852EAD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40" creationId="{E120FAD4-D694-802A-5BF3-6521FEFEA993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41" creationId="{B3F87F6C-BF76-8FA3-E656-B024BFB538AD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42" creationId="{28781742-0ADF-05A2-1AE3-1AB8F55FDB21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43" creationId="{DF79D5D7-9EBB-8622-ED35-019FC7CA2F8F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44" creationId="{48C25CC1-B1BA-A63A-AD5A-8B4B082B22E6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45" creationId="{E1723C05-5F38-8216-7381-9CA2A02D1978}"/>
          </ac:inkMkLst>
        </pc:inkChg>
        <pc:inkChg chg="add mod">
          <ac:chgData name="O'Connor, Jacqueline Antonia" userId="3b9bfa0c-75a1-427e-ae61-7069a76100c3" providerId="ADAL" clId="{7BDAB737-B273-4034-A416-2FF981C48F7E}" dt="2023-07-18T22:18:47.485" v="1100"/>
          <ac:inkMkLst>
            <pc:docMk/>
            <pc:sldMk cId="344883210" sldId="265"/>
            <ac:inkMk id="146" creationId="{4CF8E91D-9C55-52AE-5DEA-87700D526D9F}"/>
          </ac:inkMkLst>
        </pc:inkChg>
        <pc:inkChg chg="add mod">
          <ac:chgData name="O'Connor, Jacqueline Antonia" userId="3b9bfa0c-75a1-427e-ae61-7069a76100c3" providerId="ADAL" clId="{7BDAB737-B273-4034-A416-2FF981C48F7E}" dt="2023-07-18T22:19:17.760" v="1102"/>
          <ac:inkMkLst>
            <pc:docMk/>
            <pc:sldMk cId="344883210" sldId="265"/>
            <ac:inkMk id="149" creationId="{3B461784-F2AF-1E73-5F7B-6D09DC291A7C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28:30.416" v="1482"/>
        <pc:sldMkLst>
          <pc:docMk/>
          <pc:sldMk cId="487509163" sldId="266"/>
        </pc:sldMkLst>
        <pc:grpChg chg="mod">
          <ac:chgData name="O'Connor, Jacqueline Antonia" userId="3b9bfa0c-75a1-427e-ae61-7069a76100c3" providerId="ADAL" clId="{7BDAB737-B273-4034-A416-2FF981C48F7E}" dt="2023-07-18T22:19:40.284" v="1105"/>
          <ac:grpSpMkLst>
            <pc:docMk/>
            <pc:sldMk cId="487509163" sldId="266"/>
            <ac:grpSpMk id="4" creationId="{720ADBFC-961F-7FB0-FA60-597A5F5D080A}"/>
          </ac:grpSpMkLst>
        </pc:grpChg>
        <pc:grpChg chg="mod">
          <ac:chgData name="O'Connor, Jacqueline Antonia" userId="3b9bfa0c-75a1-427e-ae61-7069a76100c3" providerId="ADAL" clId="{7BDAB737-B273-4034-A416-2FF981C48F7E}" dt="2023-07-18T22:19:51.225" v="1124"/>
          <ac:grpSpMkLst>
            <pc:docMk/>
            <pc:sldMk cId="487509163" sldId="266"/>
            <ac:grpSpMk id="23" creationId="{4CF439C2-41C6-0DD2-1D8A-796DCF957A2C}"/>
          </ac:grpSpMkLst>
        </pc:grpChg>
        <pc:grpChg chg="mod">
          <ac:chgData name="O'Connor, Jacqueline Antonia" userId="3b9bfa0c-75a1-427e-ae61-7069a76100c3" providerId="ADAL" clId="{7BDAB737-B273-4034-A416-2FF981C48F7E}" dt="2023-07-18T22:19:51.225" v="1124"/>
          <ac:grpSpMkLst>
            <pc:docMk/>
            <pc:sldMk cId="487509163" sldId="266"/>
            <ac:grpSpMk id="24" creationId="{7D1BC222-28A6-B26D-08A3-ECAF79690285}"/>
          </ac:grpSpMkLst>
        </pc:grpChg>
        <pc:grpChg chg="mod">
          <ac:chgData name="O'Connor, Jacqueline Antonia" userId="3b9bfa0c-75a1-427e-ae61-7069a76100c3" providerId="ADAL" clId="{7BDAB737-B273-4034-A416-2FF981C48F7E}" dt="2023-07-18T22:19:51.225" v="1124"/>
          <ac:grpSpMkLst>
            <pc:docMk/>
            <pc:sldMk cId="487509163" sldId="266"/>
            <ac:grpSpMk id="25" creationId="{D3FD16E9-A134-3F6C-2DC8-3EC6AFFC6424}"/>
          </ac:grpSpMkLst>
        </pc:grpChg>
        <pc:grpChg chg="mod">
          <ac:chgData name="O'Connor, Jacqueline Antonia" userId="3b9bfa0c-75a1-427e-ae61-7069a76100c3" providerId="ADAL" clId="{7BDAB737-B273-4034-A416-2FF981C48F7E}" dt="2023-07-18T22:19:51.225" v="1124"/>
          <ac:grpSpMkLst>
            <pc:docMk/>
            <pc:sldMk cId="487509163" sldId="266"/>
            <ac:grpSpMk id="26" creationId="{6C2EB0DA-48A0-9007-C353-F2ADBCDBA87F}"/>
          </ac:grpSpMkLst>
        </pc:grpChg>
        <pc:grpChg chg="del mod">
          <ac:chgData name="O'Connor, Jacqueline Antonia" userId="3b9bfa0c-75a1-427e-ae61-7069a76100c3" providerId="ADAL" clId="{7BDAB737-B273-4034-A416-2FF981C48F7E}" dt="2023-07-18T22:20:04.708" v="1145"/>
          <ac:grpSpMkLst>
            <pc:docMk/>
            <pc:sldMk cId="487509163" sldId="266"/>
            <ac:grpSpMk id="29" creationId="{97B87F20-2EA1-A3FA-A8A0-78C8823518C5}"/>
          </ac:grpSpMkLst>
        </pc:grpChg>
        <pc:grpChg chg="mod">
          <ac:chgData name="O'Connor, Jacqueline Antonia" userId="3b9bfa0c-75a1-427e-ae61-7069a76100c3" providerId="ADAL" clId="{7BDAB737-B273-4034-A416-2FF981C48F7E}" dt="2023-07-18T22:20:04.708" v="1145"/>
          <ac:grpSpMkLst>
            <pc:docMk/>
            <pc:sldMk cId="487509163" sldId="266"/>
            <ac:grpSpMk id="47" creationId="{08D0DF08-2907-6E33-459B-F851B41E0A4F}"/>
          </ac:grpSpMkLst>
        </pc:grpChg>
        <pc:grpChg chg="del mod">
          <ac:chgData name="O'Connor, Jacqueline Antonia" userId="3b9bfa0c-75a1-427e-ae61-7069a76100c3" providerId="ADAL" clId="{7BDAB737-B273-4034-A416-2FF981C48F7E}" dt="2023-07-18T22:28:30.416" v="1482"/>
          <ac:grpSpMkLst>
            <pc:docMk/>
            <pc:sldMk cId="487509163" sldId="266"/>
            <ac:grpSpMk id="48" creationId="{3BA9CAF5-30CC-5363-1F84-5434E276AC4B}"/>
          </ac:grpSpMkLst>
        </pc:grpChg>
        <pc:grpChg chg="del mod">
          <ac:chgData name="O'Connor, Jacqueline Antonia" userId="3b9bfa0c-75a1-427e-ae61-7069a76100c3" providerId="ADAL" clId="{7BDAB737-B273-4034-A416-2FF981C48F7E}" dt="2023-07-18T22:28:30.416" v="1482"/>
          <ac:grpSpMkLst>
            <pc:docMk/>
            <pc:sldMk cId="487509163" sldId="266"/>
            <ac:grpSpMk id="49" creationId="{0845ED1F-F80D-5638-7632-94DE08B11DE5}"/>
          </ac:grpSpMkLst>
        </pc:grpChg>
        <pc:grpChg chg="mod">
          <ac:chgData name="O'Connor, Jacqueline Antonia" userId="3b9bfa0c-75a1-427e-ae61-7069a76100c3" providerId="ADAL" clId="{7BDAB737-B273-4034-A416-2FF981C48F7E}" dt="2023-07-18T22:20:04.708" v="1145"/>
          <ac:grpSpMkLst>
            <pc:docMk/>
            <pc:sldMk cId="487509163" sldId="266"/>
            <ac:grpSpMk id="50" creationId="{038F75DD-3434-F3DD-DC70-63037F70DDA1}"/>
          </ac:grpSpMkLst>
        </pc:grpChg>
        <pc:grpChg chg="mod">
          <ac:chgData name="O'Connor, Jacqueline Antonia" userId="3b9bfa0c-75a1-427e-ae61-7069a76100c3" providerId="ADAL" clId="{7BDAB737-B273-4034-A416-2FF981C48F7E}" dt="2023-07-18T22:20:18.764" v="1155"/>
          <ac:grpSpMkLst>
            <pc:docMk/>
            <pc:sldMk cId="487509163" sldId="266"/>
            <ac:grpSpMk id="60" creationId="{3FF9326C-857A-5956-A716-DE1A2930DE3A}"/>
          </ac:grpSpMkLst>
        </pc:grpChg>
        <pc:grpChg chg="mod">
          <ac:chgData name="O'Connor, Jacqueline Antonia" userId="3b9bfa0c-75a1-427e-ae61-7069a76100c3" providerId="ADAL" clId="{7BDAB737-B273-4034-A416-2FF981C48F7E}" dt="2023-07-18T22:20:39.371" v="1162"/>
          <ac:grpSpMkLst>
            <pc:docMk/>
            <pc:sldMk cId="487509163" sldId="266"/>
            <ac:grpSpMk id="67" creationId="{E94F73A1-5814-F03B-64FE-1FDEA4BB3183}"/>
          </ac:grpSpMkLst>
        </pc:grpChg>
        <pc:grpChg chg="mod">
          <ac:chgData name="O'Connor, Jacqueline Antonia" userId="3b9bfa0c-75a1-427e-ae61-7069a76100c3" providerId="ADAL" clId="{7BDAB737-B273-4034-A416-2FF981C48F7E}" dt="2023-07-18T22:20:43.247" v="1168"/>
          <ac:grpSpMkLst>
            <pc:docMk/>
            <pc:sldMk cId="487509163" sldId="266"/>
            <ac:grpSpMk id="73" creationId="{40A4625A-BEF4-3395-296C-E4FC1C789DC6}"/>
          </ac:grpSpMkLst>
        </pc:grpChg>
        <pc:grpChg chg="mod">
          <ac:chgData name="O'Connor, Jacqueline Antonia" userId="3b9bfa0c-75a1-427e-ae61-7069a76100c3" providerId="ADAL" clId="{7BDAB737-B273-4034-A416-2FF981C48F7E}" dt="2023-07-18T22:20:47.047" v="1176"/>
          <ac:grpSpMkLst>
            <pc:docMk/>
            <pc:sldMk cId="487509163" sldId="266"/>
            <ac:grpSpMk id="81" creationId="{7C2B7A7D-2999-EEE2-4AE9-ACA525B8EE29}"/>
          </ac:grpSpMkLst>
        </pc:grpChg>
        <pc:grpChg chg="del mod">
          <ac:chgData name="O'Connor, Jacqueline Antonia" userId="3b9bfa0c-75a1-427e-ae61-7069a76100c3" providerId="ADAL" clId="{7BDAB737-B273-4034-A416-2FF981C48F7E}" dt="2023-07-18T22:20:54.483" v="1183"/>
          <ac:grpSpMkLst>
            <pc:docMk/>
            <pc:sldMk cId="487509163" sldId="266"/>
            <ac:grpSpMk id="84" creationId="{83738925-9673-6B96-1BA6-D5524793A788}"/>
          </ac:grpSpMkLst>
        </pc:grpChg>
        <pc:grpChg chg="del mod">
          <ac:chgData name="O'Connor, Jacqueline Antonia" userId="3b9bfa0c-75a1-427e-ae61-7069a76100c3" providerId="ADAL" clId="{7BDAB737-B273-4034-A416-2FF981C48F7E}" dt="2023-07-18T22:20:59.978" v="1194"/>
          <ac:grpSpMkLst>
            <pc:docMk/>
            <pc:sldMk cId="487509163" sldId="266"/>
            <ac:grpSpMk id="88" creationId="{506F667A-85CA-A84E-EC0C-A39F84090E73}"/>
          </ac:grpSpMkLst>
        </pc:grpChg>
        <pc:grpChg chg="mod">
          <ac:chgData name="O'Connor, Jacqueline Antonia" userId="3b9bfa0c-75a1-427e-ae61-7069a76100c3" providerId="ADAL" clId="{7BDAB737-B273-4034-A416-2FF981C48F7E}" dt="2023-07-18T22:20:59.978" v="1194"/>
          <ac:grpSpMkLst>
            <pc:docMk/>
            <pc:sldMk cId="487509163" sldId="266"/>
            <ac:grpSpMk id="99" creationId="{F1BBE982-5527-38A7-4EB6-9D066FA65F22}"/>
          </ac:grpSpMkLst>
        </pc:grpChg>
        <pc:grpChg chg="mod">
          <ac:chgData name="O'Connor, Jacqueline Antonia" userId="3b9bfa0c-75a1-427e-ae61-7069a76100c3" providerId="ADAL" clId="{7BDAB737-B273-4034-A416-2FF981C48F7E}" dt="2023-07-18T22:20:59.978" v="1194"/>
          <ac:grpSpMkLst>
            <pc:docMk/>
            <pc:sldMk cId="487509163" sldId="266"/>
            <ac:grpSpMk id="100" creationId="{D3FAA4E5-BAB5-5628-7F0F-4A4DA7F1D9C4}"/>
          </ac:grpSpMkLst>
        </pc:grpChg>
        <pc:grpChg chg="mod">
          <ac:chgData name="O'Connor, Jacqueline Antonia" userId="3b9bfa0c-75a1-427e-ae61-7069a76100c3" providerId="ADAL" clId="{7BDAB737-B273-4034-A416-2FF981C48F7E}" dt="2023-07-18T22:21:10.693" v="1203"/>
          <ac:grpSpMkLst>
            <pc:docMk/>
            <pc:sldMk cId="487509163" sldId="266"/>
            <ac:grpSpMk id="109" creationId="{951DFDC2-E94A-BD3F-24E6-DCA6DCA1D80C}"/>
          </ac:grpSpMkLst>
        </pc:grpChg>
        <pc:grpChg chg="mod">
          <ac:chgData name="O'Connor, Jacqueline Antonia" userId="3b9bfa0c-75a1-427e-ae61-7069a76100c3" providerId="ADAL" clId="{7BDAB737-B273-4034-A416-2FF981C48F7E}" dt="2023-07-18T22:21:28.051" v="1214"/>
          <ac:grpSpMkLst>
            <pc:docMk/>
            <pc:sldMk cId="487509163" sldId="266"/>
            <ac:grpSpMk id="120" creationId="{DA947149-3658-B801-6A06-14253DD05313}"/>
          </ac:grpSpMkLst>
        </pc:grpChg>
        <pc:grpChg chg="mod">
          <ac:chgData name="O'Connor, Jacqueline Antonia" userId="3b9bfa0c-75a1-427e-ae61-7069a76100c3" providerId="ADAL" clId="{7BDAB737-B273-4034-A416-2FF981C48F7E}" dt="2023-07-18T22:21:28.051" v="1214"/>
          <ac:grpSpMkLst>
            <pc:docMk/>
            <pc:sldMk cId="487509163" sldId="266"/>
            <ac:grpSpMk id="121" creationId="{55335561-AE88-C290-2311-33B6EBB9FF3A}"/>
          </ac:grpSpMkLst>
        </pc:grpChg>
        <pc:grpChg chg="del mod">
          <ac:chgData name="O'Connor, Jacqueline Antonia" userId="3b9bfa0c-75a1-427e-ae61-7069a76100c3" providerId="ADAL" clId="{7BDAB737-B273-4034-A416-2FF981C48F7E}" dt="2023-07-18T22:21:42.333" v="1226"/>
          <ac:grpSpMkLst>
            <pc:docMk/>
            <pc:sldMk cId="487509163" sldId="266"/>
            <ac:grpSpMk id="127" creationId="{D2F0F273-DB43-9DDE-8FC1-C4FD3018C2E6}"/>
          </ac:grpSpMkLst>
        </pc:grpChg>
        <pc:grpChg chg="mod">
          <ac:chgData name="O'Connor, Jacqueline Antonia" userId="3b9bfa0c-75a1-427e-ae61-7069a76100c3" providerId="ADAL" clId="{7BDAB737-B273-4034-A416-2FF981C48F7E}" dt="2023-07-18T22:21:42.333" v="1226"/>
          <ac:grpSpMkLst>
            <pc:docMk/>
            <pc:sldMk cId="487509163" sldId="266"/>
            <ac:grpSpMk id="133" creationId="{C7457F68-8581-1E9A-3531-708A7611E9DD}"/>
          </ac:grpSpMkLst>
        </pc:grpChg>
        <pc:grpChg chg="mod">
          <ac:chgData name="O'Connor, Jacqueline Antonia" userId="3b9bfa0c-75a1-427e-ae61-7069a76100c3" providerId="ADAL" clId="{7BDAB737-B273-4034-A416-2FF981C48F7E}" dt="2023-07-18T22:22:26.455" v="1238"/>
          <ac:grpSpMkLst>
            <pc:docMk/>
            <pc:sldMk cId="487509163" sldId="266"/>
            <ac:grpSpMk id="145" creationId="{F0B193CF-2D36-986E-07C0-D2CF1D4E8F87}"/>
          </ac:grpSpMkLst>
        </pc:grpChg>
        <pc:grpChg chg="mod">
          <ac:chgData name="O'Connor, Jacqueline Antonia" userId="3b9bfa0c-75a1-427e-ae61-7069a76100c3" providerId="ADAL" clId="{7BDAB737-B273-4034-A416-2FF981C48F7E}" dt="2023-07-18T22:23:36.171" v="1300"/>
          <ac:grpSpMkLst>
            <pc:docMk/>
            <pc:sldMk cId="487509163" sldId="266"/>
            <ac:grpSpMk id="154" creationId="{1413741D-9E00-97B1-7058-D77D7E93BB65}"/>
          </ac:grpSpMkLst>
        </pc:grpChg>
        <pc:grpChg chg="mod">
          <ac:chgData name="O'Connor, Jacqueline Antonia" userId="3b9bfa0c-75a1-427e-ae61-7069a76100c3" providerId="ADAL" clId="{7BDAB737-B273-4034-A416-2FF981C48F7E}" dt="2023-07-18T22:23:49.520" v="1307"/>
          <ac:grpSpMkLst>
            <pc:docMk/>
            <pc:sldMk cId="487509163" sldId="266"/>
            <ac:grpSpMk id="161" creationId="{37919EC8-44C1-2A4C-633C-E832D3BBD173}"/>
          </ac:grpSpMkLst>
        </pc:grpChg>
        <pc:grpChg chg="mod">
          <ac:chgData name="O'Connor, Jacqueline Antonia" userId="3b9bfa0c-75a1-427e-ae61-7069a76100c3" providerId="ADAL" clId="{7BDAB737-B273-4034-A416-2FF981C48F7E}" dt="2023-07-18T22:28:30.416" v="1482"/>
          <ac:grpSpMkLst>
            <pc:docMk/>
            <pc:sldMk cId="487509163" sldId="266"/>
            <ac:grpSpMk id="167" creationId="{C8653854-2F31-6AD8-1D51-CDF143DC8B12}"/>
          </ac:grpSpMkLst>
        </pc:grpChg>
        <pc:inkChg chg="add mod">
          <ac:chgData name="O'Connor, Jacqueline Antonia" userId="3b9bfa0c-75a1-427e-ae61-7069a76100c3" providerId="ADAL" clId="{7BDAB737-B273-4034-A416-2FF981C48F7E}" dt="2023-07-18T22:19:40.284" v="1105"/>
          <ac:inkMkLst>
            <pc:docMk/>
            <pc:sldMk cId="487509163" sldId="266"/>
            <ac:inkMk id="2" creationId="{FAFEAB27-9CAD-A0FC-19C4-EEFE088D91EB}"/>
          </ac:inkMkLst>
        </pc:inkChg>
        <pc:inkChg chg="add mod">
          <ac:chgData name="O'Connor, Jacqueline Antonia" userId="3b9bfa0c-75a1-427e-ae61-7069a76100c3" providerId="ADAL" clId="{7BDAB737-B273-4034-A416-2FF981C48F7E}" dt="2023-07-18T22:19:40.284" v="1105"/>
          <ac:inkMkLst>
            <pc:docMk/>
            <pc:sldMk cId="487509163" sldId="266"/>
            <ac:inkMk id="3" creationId="{DCB91041-E56B-D332-94AE-43357FE94219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5" creationId="{CE7950D3-6C2D-E1A9-6F11-F917C9566527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6" creationId="{95C3C38B-423E-00E8-2FEA-6BD31C20B8DE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7" creationId="{F01A08D4-CEFF-404D-8E06-55ED51F1D61D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8" creationId="{EF34FB42-EAD2-853B-4C09-F6DDAAD1563C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9" creationId="{FC2E9B65-1559-214F-A006-D6F780F633DF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0" creationId="{961779AB-9C5C-49FF-7E43-624F4BA69C22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1" creationId="{BEC20F39-6F87-87AF-0F27-012F67DA420E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2" creationId="{5A82FD2E-33C8-FDAF-01C0-AA4FCDE025A3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3" creationId="{F3E03C6F-1D5C-50EA-54E7-F7AC20572C08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4" creationId="{2C1E9638-23D4-C730-E721-2E98B3164D47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5" creationId="{C58D7DF6-83EC-CEDE-5E34-17BAA613CD1B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6" creationId="{7554F9C0-F949-8EF3-1EC0-FBFE119BC8F5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7" creationId="{105C1D82-DD10-E9A1-FDC6-D35713E7340C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8" creationId="{25E4A858-7D97-298C-6926-3CC66FB6FCD2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19" creationId="{84E0FEB3-428D-52F8-A2BB-98E3BE4D60ED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20" creationId="{0D4EB5FA-131B-9903-6710-02A4500937F3}"/>
          </ac:inkMkLst>
        </pc:inkChg>
        <pc:inkChg chg="add mod">
          <ac:chgData name="O'Connor, Jacqueline Antonia" userId="3b9bfa0c-75a1-427e-ae61-7069a76100c3" providerId="ADAL" clId="{7BDAB737-B273-4034-A416-2FF981C48F7E}" dt="2023-07-18T22:19:51.225" v="1124"/>
          <ac:inkMkLst>
            <pc:docMk/>
            <pc:sldMk cId="487509163" sldId="266"/>
            <ac:inkMk id="21" creationId="{4A47AAC8-0B74-24C3-9A55-926F690DAE8D}"/>
          </ac:inkMkLst>
        </pc:inkChg>
        <pc:inkChg chg="add">
          <ac:chgData name="O'Connor, Jacqueline Antonia" userId="3b9bfa0c-75a1-427e-ae61-7069a76100c3" providerId="ADAL" clId="{7BDAB737-B273-4034-A416-2FF981C48F7E}" dt="2023-07-18T22:19:50.474" v="1123" actId="9405"/>
          <ac:inkMkLst>
            <pc:docMk/>
            <pc:sldMk cId="487509163" sldId="266"/>
            <ac:inkMk id="22" creationId="{C071C62A-72EB-E3F5-2A37-8FEDE0CCA4C4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27" creationId="{3B58588E-9968-B900-8BE7-D9B1BB616532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28" creationId="{CFC1968D-0D2C-3B85-EB70-F8B11EFC0944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30" creationId="{34B7846B-6003-AE0F-73E6-58FBD9A2B85C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31" creationId="{8B86AC4D-5FB8-DE52-801F-54FA7B8143E0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2" creationId="{778707F6-FBA8-F06A-83F0-7DB2DA5C3CE9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3" creationId="{0FEAAFD2-C97C-1954-51E8-2E264B7B49DD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4" creationId="{775847F0-971A-6B6B-7BC3-F2889DE30042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5" creationId="{6588BCE9-0DCF-7E2F-5E43-1141507EFD3E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6" creationId="{C423C0FE-4F90-D13D-C093-A2F3057012DA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7" creationId="{DA877556-A7EC-B13E-9CCE-8A978AD9A272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8" creationId="{83EC5865-3A89-A1D6-F62C-C3F163570D09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39" creationId="{608EDF04-5F59-9AAF-B6E0-3CABD08639F0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40" creationId="{C5AE02BA-1C1F-1E8A-6F0E-F1B2007A7B9A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41" creationId="{8CDA11A3-396D-A092-A182-71893ACAE8A8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42" creationId="{21501933-DCF7-5141-69ED-BD5118F957F1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43" creationId="{1719E400-DF59-2ABB-D456-37A7F194BE1A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44" creationId="{82119AED-F958-84F5-58FC-0B49E008AF92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45" creationId="{47A454B3-C392-5921-EBDC-8EBD10B4F11E}"/>
          </ac:inkMkLst>
        </pc:inkChg>
        <pc:inkChg chg="add mod">
          <ac:chgData name="O'Connor, Jacqueline Antonia" userId="3b9bfa0c-75a1-427e-ae61-7069a76100c3" providerId="ADAL" clId="{7BDAB737-B273-4034-A416-2FF981C48F7E}" dt="2023-07-18T22:20:04.708" v="1145"/>
          <ac:inkMkLst>
            <pc:docMk/>
            <pc:sldMk cId="487509163" sldId="266"/>
            <ac:inkMk id="46" creationId="{95BEDEB7-1BD8-CC0B-BBF6-8489508D5990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1" creationId="{56F9FE25-740A-D0B4-651F-99E041285D1F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2" creationId="{DC76A710-C48F-92D7-BC0B-D487975CF626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3" creationId="{BB080C56-4CA0-98C0-3202-D9B865E3E654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4" creationId="{439C5C2C-9FEF-EA13-5D30-88EA2F10EEC5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5" creationId="{12E54D38-200D-D537-6C3B-9F4C8881A6C7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6" creationId="{30D1769F-68AC-D3B0-7D6B-3962F126BC39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7" creationId="{AE920152-2376-C283-E56D-02FBF8D9562D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8" creationId="{757DB1BB-C402-EE16-3839-2FA6F20F8A7A}"/>
          </ac:inkMkLst>
        </pc:inkChg>
        <pc:inkChg chg="add mod">
          <ac:chgData name="O'Connor, Jacqueline Antonia" userId="3b9bfa0c-75a1-427e-ae61-7069a76100c3" providerId="ADAL" clId="{7BDAB737-B273-4034-A416-2FF981C48F7E}" dt="2023-07-18T22:20:18.764" v="1155"/>
          <ac:inkMkLst>
            <pc:docMk/>
            <pc:sldMk cId="487509163" sldId="266"/>
            <ac:inkMk id="59" creationId="{28D6A387-88A2-57A7-C5B2-51C15D72593D}"/>
          </ac:inkMkLst>
        </pc:inkChg>
        <pc:inkChg chg="add mod">
          <ac:chgData name="O'Connor, Jacqueline Antonia" userId="3b9bfa0c-75a1-427e-ae61-7069a76100c3" providerId="ADAL" clId="{7BDAB737-B273-4034-A416-2FF981C48F7E}" dt="2023-07-18T22:20:39.371" v="1162"/>
          <ac:inkMkLst>
            <pc:docMk/>
            <pc:sldMk cId="487509163" sldId="266"/>
            <ac:inkMk id="61" creationId="{7F77DA97-A8D9-8EF7-6290-31DF9A0EF004}"/>
          </ac:inkMkLst>
        </pc:inkChg>
        <pc:inkChg chg="add mod">
          <ac:chgData name="O'Connor, Jacqueline Antonia" userId="3b9bfa0c-75a1-427e-ae61-7069a76100c3" providerId="ADAL" clId="{7BDAB737-B273-4034-A416-2FF981C48F7E}" dt="2023-07-18T22:20:39.371" v="1162"/>
          <ac:inkMkLst>
            <pc:docMk/>
            <pc:sldMk cId="487509163" sldId="266"/>
            <ac:inkMk id="62" creationId="{CC7A3458-7D02-66D8-CA57-A213163A6537}"/>
          </ac:inkMkLst>
        </pc:inkChg>
        <pc:inkChg chg="add mod">
          <ac:chgData name="O'Connor, Jacqueline Antonia" userId="3b9bfa0c-75a1-427e-ae61-7069a76100c3" providerId="ADAL" clId="{7BDAB737-B273-4034-A416-2FF981C48F7E}" dt="2023-07-18T22:20:39.371" v="1162"/>
          <ac:inkMkLst>
            <pc:docMk/>
            <pc:sldMk cId="487509163" sldId="266"/>
            <ac:inkMk id="63" creationId="{404D0B33-B20F-65BE-EFA4-413D1EA1B2A0}"/>
          </ac:inkMkLst>
        </pc:inkChg>
        <pc:inkChg chg="add mod">
          <ac:chgData name="O'Connor, Jacqueline Antonia" userId="3b9bfa0c-75a1-427e-ae61-7069a76100c3" providerId="ADAL" clId="{7BDAB737-B273-4034-A416-2FF981C48F7E}" dt="2023-07-18T22:20:39.371" v="1162"/>
          <ac:inkMkLst>
            <pc:docMk/>
            <pc:sldMk cId="487509163" sldId="266"/>
            <ac:inkMk id="64" creationId="{C4330FE4-0DCB-0FED-13F6-BFD6786F5E32}"/>
          </ac:inkMkLst>
        </pc:inkChg>
        <pc:inkChg chg="add mod">
          <ac:chgData name="O'Connor, Jacqueline Antonia" userId="3b9bfa0c-75a1-427e-ae61-7069a76100c3" providerId="ADAL" clId="{7BDAB737-B273-4034-A416-2FF981C48F7E}" dt="2023-07-18T22:20:39.371" v="1162"/>
          <ac:inkMkLst>
            <pc:docMk/>
            <pc:sldMk cId="487509163" sldId="266"/>
            <ac:inkMk id="65" creationId="{1C1A8829-BC48-222E-ADD4-F3286BC93E80}"/>
          </ac:inkMkLst>
        </pc:inkChg>
        <pc:inkChg chg="add mod">
          <ac:chgData name="O'Connor, Jacqueline Antonia" userId="3b9bfa0c-75a1-427e-ae61-7069a76100c3" providerId="ADAL" clId="{7BDAB737-B273-4034-A416-2FF981C48F7E}" dt="2023-07-18T22:20:39.371" v="1162"/>
          <ac:inkMkLst>
            <pc:docMk/>
            <pc:sldMk cId="487509163" sldId="266"/>
            <ac:inkMk id="66" creationId="{71795CDA-F406-B140-C959-87C95C36CD4E}"/>
          </ac:inkMkLst>
        </pc:inkChg>
        <pc:inkChg chg="add mod">
          <ac:chgData name="O'Connor, Jacqueline Antonia" userId="3b9bfa0c-75a1-427e-ae61-7069a76100c3" providerId="ADAL" clId="{7BDAB737-B273-4034-A416-2FF981C48F7E}" dt="2023-07-18T22:20:43.247" v="1168"/>
          <ac:inkMkLst>
            <pc:docMk/>
            <pc:sldMk cId="487509163" sldId="266"/>
            <ac:inkMk id="68" creationId="{66C5C014-0B67-BD37-21F8-91F809994906}"/>
          </ac:inkMkLst>
        </pc:inkChg>
        <pc:inkChg chg="add mod">
          <ac:chgData name="O'Connor, Jacqueline Antonia" userId="3b9bfa0c-75a1-427e-ae61-7069a76100c3" providerId="ADAL" clId="{7BDAB737-B273-4034-A416-2FF981C48F7E}" dt="2023-07-18T22:20:43.247" v="1168"/>
          <ac:inkMkLst>
            <pc:docMk/>
            <pc:sldMk cId="487509163" sldId="266"/>
            <ac:inkMk id="69" creationId="{4E82C015-0FED-F697-1AB3-CA1C662D0D1D}"/>
          </ac:inkMkLst>
        </pc:inkChg>
        <pc:inkChg chg="add mod">
          <ac:chgData name="O'Connor, Jacqueline Antonia" userId="3b9bfa0c-75a1-427e-ae61-7069a76100c3" providerId="ADAL" clId="{7BDAB737-B273-4034-A416-2FF981C48F7E}" dt="2023-07-18T22:20:43.247" v="1168"/>
          <ac:inkMkLst>
            <pc:docMk/>
            <pc:sldMk cId="487509163" sldId="266"/>
            <ac:inkMk id="70" creationId="{53D148A0-1B8B-D408-F5D8-41C6CD48A2CD}"/>
          </ac:inkMkLst>
        </pc:inkChg>
        <pc:inkChg chg="add mod">
          <ac:chgData name="O'Connor, Jacqueline Antonia" userId="3b9bfa0c-75a1-427e-ae61-7069a76100c3" providerId="ADAL" clId="{7BDAB737-B273-4034-A416-2FF981C48F7E}" dt="2023-07-18T22:20:43.247" v="1168"/>
          <ac:inkMkLst>
            <pc:docMk/>
            <pc:sldMk cId="487509163" sldId="266"/>
            <ac:inkMk id="71" creationId="{74204685-01FB-3D5D-848F-7F9BAB84B8BC}"/>
          </ac:inkMkLst>
        </pc:inkChg>
        <pc:inkChg chg="add mod">
          <ac:chgData name="O'Connor, Jacqueline Antonia" userId="3b9bfa0c-75a1-427e-ae61-7069a76100c3" providerId="ADAL" clId="{7BDAB737-B273-4034-A416-2FF981C48F7E}" dt="2023-07-18T22:20:43.247" v="1168"/>
          <ac:inkMkLst>
            <pc:docMk/>
            <pc:sldMk cId="487509163" sldId="266"/>
            <ac:inkMk id="72" creationId="{04F6570F-A363-D268-293D-2794A8A99EB5}"/>
          </ac:inkMkLst>
        </pc:inkChg>
        <pc:inkChg chg="add mod">
          <ac:chgData name="O'Connor, Jacqueline Antonia" userId="3b9bfa0c-75a1-427e-ae61-7069a76100c3" providerId="ADAL" clId="{7BDAB737-B273-4034-A416-2FF981C48F7E}" dt="2023-07-18T22:20:47.047" v="1176"/>
          <ac:inkMkLst>
            <pc:docMk/>
            <pc:sldMk cId="487509163" sldId="266"/>
            <ac:inkMk id="74" creationId="{271682C6-4D33-A899-E725-BD835F0B6142}"/>
          </ac:inkMkLst>
        </pc:inkChg>
        <pc:inkChg chg="add mod">
          <ac:chgData name="O'Connor, Jacqueline Antonia" userId="3b9bfa0c-75a1-427e-ae61-7069a76100c3" providerId="ADAL" clId="{7BDAB737-B273-4034-A416-2FF981C48F7E}" dt="2023-07-18T22:20:47.047" v="1176"/>
          <ac:inkMkLst>
            <pc:docMk/>
            <pc:sldMk cId="487509163" sldId="266"/>
            <ac:inkMk id="75" creationId="{5537707A-4F6C-9888-4D05-5EA575D72E7F}"/>
          </ac:inkMkLst>
        </pc:inkChg>
        <pc:inkChg chg="add mod">
          <ac:chgData name="O'Connor, Jacqueline Antonia" userId="3b9bfa0c-75a1-427e-ae61-7069a76100c3" providerId="ADAL" clId="{7BDAB737-B273-4034-A416-2FF981C48F7E}" dt="2023-07-18T22:20:47.047" v="1176"/>
          <ac:inkMkLst>
            <pc:docMk/>
            <pc:sldMk cId="487509163" sldId="266"/>
            <ac:inkMk id="76" creationId="{18B04C0E-EBC3-6E66-B530-464CA2A8C8BC}"/>
          </ac:inkMkLst>
        </pc:inkChg>
        <pc:inkChg chg="add mod">
          <ac:chgData name="O'Connor, Jacqueline Antonia" userId="3b9bfa0c-75a1-427e-ae61-7069a76100c3" providerId="ADAL" clId="{7BDAB737-B273-4034-A416-2FF981C48F7E}" dt="2023-07-18T22:20:47.047" v="1176"/>
          <ac:inkMkLst>
            <pc:docMk/>
            <pc:sldMk cId="487509163" sldId="266"/>
            <ac:inkMk id="77" creationId="{22326907-80D9-6581-F8A0-670BFAFCF9C5}"/>
          </ac:inkMkLst>
        </pc:inkChg>
        <pc:inkChg chg="add mod">
          <ac:chgData name="O'Connor, Jacqueline Antonia" userId="3b9bfa0c-75a1-427e-ae61-7069a76100c3" providerId="ADAL" clId="{7BDAB737-B273-4034-A416-2FF981C48F7E}" dt="2023-07-18T22:20:47.047" v="1176"/>
          <ac:inkMkLst>
            <pc:docMk/>
            <pc:sldMk cId="487509163" sldId="266"/>
            <ac:inkMk id="78" creationId="{49A8AFC7-448B-B5B6-76EA-64EF80478F5A}"/>
          </ac:inkMkLst>
        </pc:inkChg>
        <pc:inkChg chg="add mod">
          <ac:chgData name="O'Connor, Jacqueline Antonia" userId="3b9bfa0c-75a1-427e-ae61-7069a76100c3" providerId="ADAL" clId="{7BDAB737-B273-4034-A416-2FF981C48F7E}" dt="2023-07-18T22:20:47.047" v="1176"/>
          <ac:inkMkLst>
            <pc:docMk/>
            <pc:sldMk cId="487509163" sldId="266"/>
            <ac:inkMk id="79" creationId="{2870D414-D179-3305-F54B-04ED3ECC5322}"/>
          </ac:inkMkLst>
        </pc:inkChg>
        <pc:inkChg chg="add mod">
          <ac:chgData name="O'Connor, Jacqueline Antonia" userId="3b9bfa0c-75a1-427e-ae61-7069a76100c3" providerId="ADAL" clId="{7BDAB737-B273-4034-A416-2FF981C48F7E}" dt="2023-07-18T22:20:47.047" v="1176"/>
          <ac:inkMkLst>
            <pc:docMk/>
            <pc:sldMk cId="487509163" sldId="266"/>
            <ac:inkMk id="80" creationId="{D388EFAE-20D8-D3BA-DC6E-F584603BDCB1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82" creationId="{22809F19-9A9A-36C6-200A-F5FAB73F4976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83" creationId="{07080A35-BED3-BA32-B9A2-69F4E17C181C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85" creationId="{9022D3E0-91A8-94C2-E8D5-30718D537FAB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86" creationId="{B056107F-8D9C-523D-5F98-E9812223C116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87" creationId="{444F6E83-0489-0C8E-C710-6262C9B4D449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89" creationId="{D002FD5E-E872-D39B-B6D3-7C662FA5C14A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0" creationId="{76319DC7-1AD4-B44E-54EE-E63FE569A505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1" creationId="{33CE305D-6EAB-A108-1E96-5D301A0D1AF5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2" creationId="{77163F5B-EAB7-7EE9-2F86-3BC2883DDC87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3" creationId="{0146F490-4CC1-7459-93C2-7DCC5E13DE26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4" creationId="{5AF7DDC8-C7F8-BCF1-7784-6B8C986B320A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5" creationId="{839D20E5-50A4-F0B4-A7A4-E2338D4EC401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6" creationId="{BFBCA44F-7736-99ED-D360-C0D567737452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7" creationId="{DFEC71BB-8F5A-0820-7A67-CE6122FBCF23}"/>
          </ac:inkMkLst>
        </pc:inkChg>
        <pc:inkChg chg="add mod">
          <ac:chgData name="O'Connor, Jacqueline Antonia" userId="3b9bfa0c-75a1-427e-ae61-7069a76100c3" providerId="ADAL" clId="{7BDAB737-B273-4034-A416-2FF981C48F7E}" dt="2023-07-18T22:20:59.978" v="1194"/>
          <ac:inkMkLst>
            <pc:docMk/>
            <pc:sldMk cId="487509163" sldId="266"/>
            <ac:inkMk id="98" creationId="{511D35A3-D168-10D0-09A5-E08E3A321740}"/>
          </ac:inkMkLst>
        </pc:inkChg>
        <pc:inkChg chg="add">
          <ac:chgData name="O'Connor, Jacqueline Antonia" userId="3b9bfa0c-75a1-427e-ae61-7069a76100c3" providerId="ADAL" clId="{7BDAB737-B273-4034-A416-2FF981C48F7E}" dt="2023-07-18T22:21:06.715" v="1195" actId="9405"/>
          <ac:inkMkLst>
            <pc:docMk/>
            <pc:sldMk cId="487509163" sldId="266"/>
            <ac:inkMk id="101" creationId="{325A19EA-39BA-61CC-3C40-515713EC5BB8}"/>
          </ac:inkMkLst>
        </pc:inkChg>
        <pc:inkChg chg="add mod">
          <ac:chgData name="O'Connor, Jacqueline Antonia" userId="3b9bfa0c-75a1-427e-ae61-7069a76100c3" providerId="ADAL" clId="{7BDAB737-B273-4034-A416-2FF981C48F7E}" dt="2023-07-18T22:21:10.693" v="1203"/>
          <ac:inkMkLst>
            <pc:docMk/>
            <pc:sldMk cId="487509163" sldId="266"/>
            <ac:inkMk id="102" creationId="{17F0A1DB-6C9D-E472-9941-E21F81D9A4A0}"/>
          </ac:inkMkLst>
        </pc:inkChg>
        <pc:inkChg chg="add mod">
          <ac:chgData name="O'Connor, Jacqueline Antonia" userId="3b9bfa0c-75a1-427e-ae61-7069a76100c3" providerId="ADAL" clId="{7BDAB737-B273-4034-A416-2FF981C48F7E}" dt="2023-07-18T22:21:10.693" v="1203"/>
          <ac:inkMkLst>
            <pc:docMk/>
            <pc:sldMk cId="487509163" sldId="266"/>
            <ac:inkMk id="103" creationId="{1BFE47EF-D3B1-CD05-9278-ABF5BB58425D}"/>
          </ac:inkMkLst>
        </pc:inkChg>
        <pc:inkChg chg="add mod">
          <ac:chgData name="O'Connor, Jacqueline Antonia" userId="3b9bfa0c-75a1-427e-ae61-7069a76100c3" providerId="ADAL" clId="{7BDAB737-B273-4034-A416-2FF981C48F7E}" dt="2023-07-18T22:21:10.693" v="1203"/>
          <ac:inkMkLst>
            <pc:docMk/>
            <pc:sldMk cId="487509163" sldId="266"/>
            <ac:inkMk id="104" creationId="{BDC37C0B-9CDB-B35B-4028-383DCFA96603}"/>
          </ac:inkMkLst>
        </pc:inkChg>
        <pc:inkChg chg="add mod">
          <ac:chgData name="O'Connor, Jacqueline Antonia" userId="3b9bfa0c-75a1-427e-ae61-7069a76100c3" providerId="ADAL" clId="{7BDAB737-B273-4034-A416-2FF981C48F7E}" dt="2023-07-18T22:21:10.693" v="1203"/>
          <ac:inkMkLst>
            <pc:docMk/>
            <pc:sldMk cId="487509163" sldId="266"/>
            <ac:inkMk id="105" creationId="{05F3A625-D482-D021-FE3B-A96825337A46}"/>
          </ac:inkMkLst>
        </pc:inkChg>
        <pc:inkChg chg="add mod">
          <ac:chgData name="O'Connor, Jacqueline Antonia" userId="3b9bfa0c-75a1-427e-ae61-7069a76100c3" providerId="ADAL" clId="{7BDAB737-B273-4034-A416-2FF981C48F7E}" dt="2023-07-18T22:21:10.693" v="1203"/>
          <ac:inkMkLst>
            <pc:docMk/>
            <pc:sldMk cId="487509163" sldId="266"/>
            <ac:inkMk id="106" creationId="{B3BD9A5A-4E72-C098-3819-7DF8115F7306}"/>
          </ac:inkMkLst>
        </pc:inkChg>
        <pc:inkChg chg="add mod">
          <ac:chgData name="O'Connor, Jacqueline Antonia" userId="3b9bfa0c-75a1-427e-ae61-7069a76100c3" providerId="ADAL" clId="{7BDAB737-B273-4034-A416-2FF981C48F7E}" dt="2023-07-18T22:21:10.693" v="1203"/>
          <ac:inkMkLst>
            <pc:docMk/>
            <pc:sldMk cId="487509163" sldId="266"/>
            <ac:inkMk id="107" creationId="{F64063E2-635D-E8CF-A793-C7E79C7275DE}"/>
          </ac:inkMkLst>
        </pc:inkChg>
        <pc:inkChg chg="add mod">
          <ac:chgData name="O'Connor, Jacqueline Antonia" userId="3b9bfa0c-75a1-427e-ae61-7069a76100c3" providerId="ADAL" clId="{7BDAB737-B273-4034-A416-2FF981C48F7E}" dt="2023-07-18T22:21:10.693" v="1203"/>
          <ac:inkMkLst>
            <pc:docMk/>
            <pc:sldMk cId="487509163" sldId="266"/>
            <ac:inkMk id="108" creationId="{641D3DDC-64CF-059C-597C-1D166F7214E2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0" creationId="{8AAF057E-7122-8097-EDB1-38A8DD375BE5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1" creationId="{B7E631A7-D69A-1D14-B6D4-6997583BCA59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2" creationId="{39058E40-78B9-2C63-EA65-EBFA2187D92A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3" creationId="{AC5BDF41-79EE-1841-F67C-B80ADF3A343F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4" creationId="{8F82170F-487B-FCCA-BA42-8543117780FA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5" creationId="{40A7F035-748B-81FE-8DCC-9FB5668D3072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6" creationId="{9D9C34D0-496C-B732-5DC5-6DC8F89FBD3E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7" creationId="{EC1C6B6C-F336-88A8-991A-3DB851321635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8" creationId="{5D52BE94-B395-7301-B63F-474B0F3E3431}"/>
          </ac:inkMkLst>
        </pc:inkChg>
        <pc:inkChg chg="add mod">
          <ac:chgData name="O'Connor, Jacqueline Antonia" userId="3b9bfa0c-75a1-427e-ae61-7069a76100c3" providerId="ADAL" clId="{7BDAB737-B273-4034-A416-2FF981C48F7E}" dt="2023-07-18T22:21:28.051" v="1214"/>
          <ac:inkMkLst>
            <pc:docMk/>
            <pc:sldMk cId="487509163" sldId="266"/>
            <ac:inkMk id="119" creationId="{C16C0546-4BA1-4598-B7A1-B89B04F36F6C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22" creationId="{9874139A-6C62-DAAC-CB10-F54214D32090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23" creationId="{A9495E6A-A1BA-3F1F-95FA-7D09194131EB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24" creationId="{127F6B72-43DD-BF58-BB05-A3A756800036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25" creationId="{DB54CF3F-E92C-A32C-1B40-CE604AF520F4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26" creationId="{DA5E2147-9741-20B8-124B-48DDD7C36B48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28" creationId="{80367DDA-5E7B-7B00-DC57-76003C030B23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29" creationId="{EE53F19A-EC67-DC80-7B77-B8B066C8F581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30" creationId="{54A7C2EC-CA08-6E4C-7BE9-FBC981A7E0D2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31" creationId="{015B8AF0-2391-CE21-7964-098E127DABFC}"/>
          </ac:inkMkLst>
        </pc:inkChg>
        <pc:inkChg chg="add mod">
          <ac:chgData name="O'Connor, Jacqueline Antonia" userId="3b9bfa0c-75a1-427e-ae61-7069a76100c3" providerId="ADAL" clId="{7BDAB737-B273-4034-A416-2FF981C48F7E}" dt="2023-07-18T22:21:42.333" v="1226"/>
          <ac:inkMkLst>
            <pc:docMk/>
            <pc:sldMk cId="487509163" sldId="266"/>
            <ac:inkMk id="132" creationId="{41F1EB33-F7D5-11F1-EA22-E5011DCB182C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34" creationId="{30B9B753-1B94-53AB-6D04-C5F0690F1DF1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35" creationId="{B9932586-CF03-BDE1-1616-BAC7AD51E871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36" creationId="{81DE9B23-C6E0-6CA0-B907-CC94EF7C283C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37" creationId="{B0743246-24F2-DC3D-E326-C88C513C8A8E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38" creationId="{226A3BC7-1B84-8970-6C4E-0188F6510944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39" creationId="{05C72A0B-9C71-EAAB-3208-37D267E7111E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40" creationId="{E71D0320-CDA4-DEDC-2F66-FE6345F4F7ED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41" creationId="{E4933083-68CB-97D6-6A23-678391AB080D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42" creationId="{6B19D436-934B-8AB0-4808-662024BF2749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43" creationId="{E6DC1365-F934-D53D-EFD6-5EF1BB4DB281}"/>
          </ac:inkMkLst>
        </pc:inkChg>
        <pc:inkChg chg="add mod">
          <ac:chgData name="O'Connor, Jacqueline Antonia" userId="3b9bfa0c-75a1-427e-ae61-7069a76100c3" providerId="ADAL" clId="{7BDAB737-B273-4034-A416-2FF981C48F7E}" dt="2023-07-18T22:22:26.455" v="1238"/>
          <ac:inkMkLst>
            <pc:docMk/>
            <pc:sldMk cId="487509163" sldId="266"/>
            <ac:inkMk id="144" creationId="{7CB4BF63-D012-2928-918F-BAB3D54F2B67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46" creationId="{DBEA6F47-FAC6-9FC8-12DF-034280D00435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47" creationId="{5F8D2065-E6B1-86C2-2BC5-91ACF0CE8F77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48" creationId="{13DF2FFB-A1B7-50C6-6C51-77148E09AB1D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49" creationId="{FCEA3C23-79FE-903B-8DCB-2D9FF5099B45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50" creationId="{25DC2A34-180D-AE1A-9A69-D13291CFEB8A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51" creationId="{310BA395-97C8-7485-7816-894AC5E8A2FE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52" creationId="{18E6946A-CC2E-7EDA-EF75-8321F74734ED}"/>
          </ac:inkMkLst>
        </pc:inkChg>
        <pc:inkChg chg="add mod">
          <ac:chgData name="O'Connor, Jacqueline Antonia" userId="3b9bfa0c-75a1-427e-ae61-7069a76100c3" providerId="ADAL" clId="{7BDAB737-B273-4034-A416-2FF981C48F7E}" dt="2023-07-18T22:23:36.171" v="1300"/>
          <ac:inkMkLst>
            <pc:docMk/>
            <pc:sldMk cId="487509163" sldId="266"/>
            <ac:inkMk id="153" creationId="{3B6E90A8-87BF-2291-945B-53AE369C8DDB}"/>
          </ac:inkMkLst>
        </pc:inkChg>
        <pc:inkChg chg="add mod">
          <ac:chgData name="O'Connor, Jacqueline Antonia" userId="3b9bfa0c-75a1-427e-ae61-7069a76100c3" providerId="ADAL" clId="{7BDAB737-B273-4034-A416-2FF981C48F7E}" dt="2023-07-18T22:23:49.520" v="1307"/>
          <ac:inkMkLst>
            <pc:docMk/>
            <pc:sldMk cId="487509163" sldId="266"/>
            <ac:inkMk id="155" creationId="{C387C57B-0441-9A0D-190B-CF469C9147C6}"/>
          </ac:inkMkLst>
        </pc:inkChg>
        <pc:inkChg chg="add mod">
          <ac:chgData name="O'Connor, Jacqueline Antonia" userId="3b9bfa0c-75a1-427e-ae61-7069a76100c3" providerId="ADAL" clId="{7BDAB737-B273-4034-A416-2FF981C48F7E}" dt="2023-07-18T22:23:49.520" v="1307"/>
          <ac:inkMkLst>
            <pc:docMk/>
            <pc:sldMk cId="487509163" sldId="266"/>
            <ac:inkMk id="156" creationId="{46A5DD6B-EB74-EECC-2706-FCE9211FE956}"/>
          </ac:inkMkLst>
        </pc:inkChg>
        <pc:inkChg chg="add mod">
          <ac:chgData name="O'Connor, Jacqueline Antonia" userId="3b9bfa0c-75a1-427e-ae61-7069a76100c3" providerId="ADAL" clId="{7BDAB737-B273-4034-A416-2FF981C48F7E}" dt="2023-07-18T22:23:49.520" v="1307"/>
          <ac:inkMkLst>
            <pc:docMk/>
            <pc:sldMk cId="487509163" sldId="266"/>
            <ac:inkMk id="157" creationId="{BF9F4D7C-05C7-70E6-89BF-CED0E536C2EF}"/>
          </ac:inkMkLst>
        </pc:inkChg>
        <pc:inkChg chg="add mod">
          <ac:chgData name="O'Connor, Jacqueline Antonia" userId="3b9bfa0c-75a1-427e-ae61-7069a76100c3" providerId="ADAL" clId="{7BDAB737-B273-4034-A416-2FF981C48F7E}" dt="2023-07-18T22:23:49.520" v="1307"/>
          <ac:inkMkLst>
            <pc:docMk/>
            <pc:sldMk cId="487509163" sldId="266"/>
            <ac:inkMk id="158" creationId="{596C41DE-7CE4-E82A-6665-79B6316E970E}"/>
          </ac:inkMkLst>
        </pc:inkChg>
        <pc:inkChg chg="add mod">
          <ac:chgData name="O'Connor, Jacqueline Antonia" userId="3b9bfa0c-75a1-427e-ae61-7069a76100c3" providerId="ADAL" clId="{7BDAB737-B273-4034-A416-2FF981C48F7E}" dt="2023-07-18T22:23:49.520" v="1307"/>
          <ac:inkMkLst>
            <pc:docMk/>
            <pc:sldMk cId="487509163" sldId="266"/>
            <ac:inkMk id="159" creationId="{B8059489-A836-C044-3671-6517320F073A}"/>
          </ac:inkMkLst>
        </pc:inkChg>
        <pc:inkChg chg="add mod">
          <ac:chgData name="O'Connor, Jacqueline Antonia" userId="3b9bfa0c-75a1-427e-ae61-7069a76100c3" providerId="ADAL" clId="{7BDAB737-B273-4034-A416-2FF981C48F7E}" dt="2023-07-18T22:23:49.520" v="1307"/>
          <ac:inkMkLst>
            <pc:docMk/>
            <pc:sldMk cId="487509163" sldId="266"/>
            <ac:inkMk id="160" creationId="{086211B8-8765-36FC-F20B-499E3FA604FD}"/>
          </ac:inkMkLst>
        </pc:inkChg>
        <pc:inkChg chg="add">
          <ac:chgData name="O'Connor, Jacqueline Antonia" userId="3b9bfa0c-75a1-427e-ae61-7069a76100c3" providerId="ADAL" clId="{7BDAB737-B273-4034-A416-2FF981C48F7E}" dt="2023-07-18T22:23:49.566" v="1308" actId="9405"/>
          <ac:inkMkLst>
            <pc:docMk/>
            <pc:sldMk cId="487509163" sldId="266"/>
            <ac:inkMk id="162" creationId="{F9F1894F-8E40-05A8-F4DD-5FB84B1479AD}"/>
          </ac:inkMkLst>
        </pc:inkChg>
        <pc:inkChg chg="add">
          <ac:chgData name="O'Connor, Jacqueline Antonia" userId="3b9bfa0c-75a1-427e-ae61-7069a76100c3" providerId="ADAL" clId="{7BDAB737-B273-4034-A416-2FF981C48F7E}" dt="2023-07-18T22:23:50.032" v="1309" actId="9405"/>
          <ac:inkMkLst>
            <pc:docMk/>
            <pc:sldMk cId="487509163" sldId="266"/>
            <ac:inkMk id="163" creationId="{280B2EC1-459C-8ADF-336F-77253E1EB169}"/>
          </ac:inkMkLst>
        </pc:inkChg>
        <pc:inkChg chg="add">
          <ac:chgData name="O'Connor, Jacqueline Antonia" userId="3b9bfa0c-75a1-427e-ae61-7069a76100c3" providerId="ADAL" clId="{7BDAB737-B273-4034-A416-2FF981C48F7E}" dt="2023-07-18T22:23:50.467" v="1310" actId="9405"/>
          <ac:inkMkLst>
            <pc:docMk/>
            <pc:sldMk cId="487509163" sldId="266"/>
            <ac:inkMk id="164" creationId="{4DB58352-5FD7-58AE-B470-CA9665C35249}"/>
          </ac:inkMkLst>
        </pc:inkChg>
        <pc:inkChg chg="add">
          <ac:chgData name="O'Connor, Jacqueline Antonia" userId="3b9bfa0c-75a1-427e-ae61-7069a76100c3" providerId="ADAL" clId="{7BDAB737-B273-4034-A416-2FF981C48F7E}" dt="2023-07-18T22:28:19.126" v="1480" actId="9405"/>
          <ac:inkMkLst>
            <pc:docMk/>
            <pc:sldMk cId="487509163" sldId="266"/>
            <ac:inkMk id="165" creationId="{EEB3E3F0-3421-19EB-3BCA-A16510FA13A2}"/>
          </ac:inkMkLst>
        </pc:inkChg>
        <pc:inkChg chg="add mod">
          <ac:chgData name="O'Connor, Jacqueline Antonia" userId="3b9bfa0c-75a1-427e-ae61-7069a76100c3" providerId="ADAL" clId="{7BDAB737-B273-4034-A416-2FF981C48F7E}" dt="2023-07-18T22:28:30.416" v="1482"/>
          <ac:inkMkLst>
            <pc:docMk/>
            <pc:sldMk cId="487509163" sldId="266"/>
            <ac:inkMk id="166" creationId="{AD542D0E-BF81-88FB-7365-320BB253E42F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29:49.602" v="1483" actId="9405"/>
        <pc:sldMkLst>
          <pc:docMk/>
          <pc:sldMk cId="397499323" sldId="267"/>
        </pc:sldMkLst>
        <pc:grpChg chg="mod">
          <ac:chgData name="O'Connor, Jacqueline Antonia" userId="3b9bfa0c-75a1-427e-ae61-7069a76100c3" providerId="ADAL" clId="{7BDAB737-B273-4034-A416-2FF981C48F7E}" dt="2023-07-18T22:22:36.262" v="1241"/>
          <ac:grpSpMkLst>
            <pc:docMk/>
            <pc:sldMk cId="397499323" sldId="267"/>
            <ac:grpSpMk id="4" creationId="{5CED69C4-545F-331E-756F-BCA32C3C8F76}"/>
          </ac:grpSpMkLst>
        </pc:grpChg>
        <pc:grpChg chg="mod">
          <ac:chgData name="O'Connor, Jacqueline Antonia" userId="3b9bfa0c-75a1-427e-ae61-7069a76100c3" providerId="ADAL" clId="{7BDAB737-B273-4034-A416-2FF981C48F7E}" dt="2023-07-18T22:22:53.714" v="1254"/>
          <ac:grpSpMkLst>
            <pc:docMk/>
            <pc:sldMk cId="397499323" sldId="267"/>
            <ac:grpSpMk id="17" creationId="{B5DADAD6-EFBD-AAD9-2B45-5F70E09EE30B}"/>
          </ac:grpSpMkLst>
        </pc:grpChg>
        <pc:grpChg chg="mod">
          <ac:chgData name="O'Connor, Jacqueline Antonia" userId="3b9bfa0c-75a1-427e-ae61-7069a76100c3" providerId="ADAL" clId="{7BDAB737-B273-4034-A416-2FF981C48F7E}" dt="2023-07-18T22:22:53.714" v="1254"/>
          <ac:grpSpMkLst>
            <pc:docMk/>
            <pc:sldMk cId="397499323" sldId="267"/>
            <ac:grpSpMk id="18" creationId="{70620D23-1645-E662-9C06-B0A8BE7E731A}"/>
          </ac:grpSpMkLst>
        </pc:grpChg>
        <pc:grpChg chg="mod">
          <ac:chgData name="O'Connor, Jacqueline Antonia" userId="3b9bfa0c-75a1-427e-ae61-7069a76100c3" providerId="ADAL" clId="{7BDAB737-B273-4034-A416-2FF981C48F7E}" dt="2023-07-18T22:22:59.720" v="1266"/>
          <ac:grpSpMkLst>
            <pc:docMk/>
            <pc:sldMk cId="397499323" sldId="267"/>
            <ac:grpSpMk id="28" creationId="{5DFC6816-1139-EBD5-8F7F-B1495D636EB5}"/>
          </ac:grpSpMkLst>
        </pc:grpChg>
        <pc:grpChg chg="mod">
          <ac:chgData name="O'Connor, Jacqueline Antonia" userId="3b9bfa0c-75a1-427e-ae61-7069a76100c3" providerId="ADAL" clId="{7BDAB737-B273-4034-A416-2FF981C48F7E}" dt="2023-07-18T22:22:59.720" v="1266"/>
          <ac:grpSpMkLst>
            <pc:docMk/>
            <pc:sldMk cId="397499323" sldId="267"/>
            <ac:grpSpMk id="29" creationId="{655938D9-9CE5-8FE4-DA07-8ECD7D3BB3B6}"/>
          </ac:grpSpMkLst>
        </pc:grpChg>
        <pc:grpChg chg="mod">
          <ac:chgData name="O'Connor, Jacqueline Antonia" userId="3b9bfa0c-75a1-427e-ae61-7069a76100c3" providerId="ADAL" clId="{7BDAB737-B273-4034-A416-2FF981C48F7E}" dt="2023-07-18T22:23:03.459" v="1272"/>
          <ac:grpSpMkLst>
            <pc:docMk/>
            <pc:sldMk cId="397499323" sldId="267"/>
            <ac:grpSpMk id="35" creationId="{6AB76690-926A-9541-C732-67A84DF5A227}"/>
          </ac:grpSpMkLst>
        </pc:grpChg>
        <pc:grpChg chg="del mod">
          <ac:chgData name="O'Connor, Jacqueline Antonia" userId="3b9bfa0c-75a1-427e-ae61-7069a76100c3" providerId="ADAL" clId="{7BDAB737-B273-4034-A416-2FF981C48F7E}" dt="2023-07-18T22:23:20.354" v="1280"/>
          <ac:grpSpMkLst>
            <pc:docMk/>
            <pc:sldMk cId="397499323" sldId="267"/>
            <ac:grpSpMk id="38" creationId="{4EA4EAAA-3439-F0CC-0A3F-212BE831B948}"/>
          </ac:grpSpMkLst>
        </pc:grpChg>
        <pc:grpChg chg="mod">
          <ac:chgData name="O'Connor, Jacqueline Antonia" userId="3b9bfa0c-75a1-427e-ae61-7069a76100c3" providerId="ADAL" clId="{7BDAB737-B273-4034-A416-2FF981C48F7E}" dt="2023-07-18T22:23:15.791" v="1279"/>
          <ac:grpSpMkLst>
            <pc:docMk/>
            <pc:sldMk cId="397499323" sldId="267"/>
            <ac:grpSpMk id="42" creationId="{7F69EC68-C1CD-D5A5-C583-9EC16DE67E2C}"/>
          </ac:grpSpMkLst>
        </pc:grpChg>
        <pc:grpChg chg="mod">
          <ac:chgData name="O'Connor, Jacqueline Antonia" userId="3b9bfa0c-75a1-427e-ae61-7069a76100c3" providerId="ADAL" clId="{7BDAB737-B273-4034-A416-2FF981C48F7E}" dt="2023-07-18T22:23:56.812" v="1321"/>
          <ac:grpSpMkLst>
            <pc:docMk/>
            <pc:sldMk cId="397499323" sldId="267"/>
            <ac:grpSpMk id="63" creationId="{D2817005-1650-4A12-A8E0-022CF6B8C1AA}"/>
          </ac:grpSpMkLst>
        </pc:grpChg>
        <pc:grpChg chg="mod">
          <ac:chgData name="O'Connor, Jacqueline Antonia" userId="3b9bfa0c-75a1-427e-ae61-7069a76100c3" providerId="ADAL" clId="{7BDAB737-B273-4034-A416-2FF981C48F7E}" dt="2023-07-18T22:23:56.812" v="1321"/>
          <ac:grpSpMkLst>
            <pc:docMk/>
            <pc:sldMk cId="397499323" sldId="267"/>
            <ac:grpSpMk id="64" creationId="{549F7ED0-2250-8547-9C78-9E7633148C6C}"/>
          </ac:grpSpMkLst>
        </pc:grpChg>
        <pc:grpChg chg="mod">
          <ac:chgData name="O'Connor, Jacqueline Antonia" userId="3b9bfa0c-75a1-427e-ae61-7069a76100c3" providerId="ADAL" clId="{7BDAB737-B273-4034-A416-2FF981C48F7E}" dt="2023-07-18T22:23:56.812" v="1321"/>
          <ac:grpSpMkLst>
            <pc:docMk/>
            <pc:sldMk cId="397499323" sldId="267"/>
            <ac:grpSpMk id="65" creationId="{40EA215C-E8F0-2972-9FF9-96BAF9E59433}"/>
          </ac:grpSpMkLst>
        </pc:grpChg>
        <pc:grpChg chg="mod">
          <ac:chgData name="O'Connor, Jacqueline Antonia" userId="3b9bfa0c-75a1-427e-ae61-7069a76100c3" providerId="ADAL" clId="{7BDAB737-B273-4034-A416-2FF981C48F7E}" dt="2023-07-18T22:23:58.866" v="1326"/>
          <ac:grpSpMkLst>
            <pc:docMk/>
            <pc:sldMk cId="397499323" sldId="267"/>
            <ac:grpSpMk id="70" creationId="{056C57F5-BDDD-8594-C2D4-A06634873D5C}"/>
          </ac:grpSpMkLst>
        </pc:grpChg>
        <pc:grpChg chg="mod">
          <ac:chgData name="O'Connor, Jacqueline Antonia" userId="3b9bfa0c-75a1-427e-ae61-7069a76100c3" providerId="ADAL" clId="{7BDAB737-B273-4034-A416-2FF981C48F7E}" dt="2023-07-18T22:24:02.250" v="1332"/>
          <ac:grpSpMkLst>
            <pc:docMk/>
            <pc:sldMk cId="397499323" sldId="267"/>
            <ac:grpSpMk id="76" creationId="{3D1F121F-1666-285E-8B88-4B274F9909FF}"/>
          </ac:grpSpMkLst>
        </pc:grpChg>
        <pc:grpChg chg="mod">
          <ac:chgData name="O'Connor, Jacqueline Antonia" userId="3b9bfa0c-75a1-427e-ae61-7069a76100c3" providerId="ADAL" clId="{7BDAB737-B273-4034-A416-2FF981C48F7E}" dt="2023-07-18T22:24:15.831" v="1340"/>
          <ac:grpSpMkLst>
            <pc:docMk/>
            <pc:sldMk cId="397499323" sldId="267"/>
            <ac:grpSpMk id="84" creationId="{6C30D17F-7572-FA08-3713-465A3CD392E2}"/>
          </ac:grpSpMkLst>
        </pc:grpChg>
        <pc:grpChg chg="mod">
          <ac:chgData name="O'Connor, Jacqueline Antonia" userId="3b9bfa0c-75a1-427e-ae61-7069a76100c3" providerId="ADAL" clId="{7BDAB737-B273-4034-A416-2FF981C48F7E}" dt="2023-07-18T22:24:53.622" v="1366"/>
          <ac:grpSpMkLst>
            <pc:docMk/>
            <pc:sldMk cId="397499323" sldId="267"/>
            <ac:grpSpMk id="110" creationId="{31BD6574-778C-88EA-9F0F-BA468113E5EB}"/>
          </ac:grpSpMkLst>
        </pc:grpChg>
        <pc:grpChg chg="mod">
          <ac:chgData name="O'Connor, Jacqueline Antonia" userId="3b9bfa0c-75a1-427e-ae61-7069a76100c3" providerId="ADAL" clId="{7BDAB737-B273-4034-A416-2FF981C48F7E}" dt="2023-07-18T22:24:53.622" v="1366"/>
          <ac:grpSpMkLst>
            <pc:docMk/>
            <pc:sldMk cId="397499323" sldId="267"/>
            <ac:grpSpMk id="111" creationId="{EE1ADA12-FFB9-808F-A488-3ACE00DD47BA}"/>
          </ac:grpSpMkLst>
        </pc:grpChg>
        <pc:grpChg chg="mod">
          <ac:chgData name="O'Connor, Jacqueline Antonia" userId="3b9bfa0c-75a1-427e-ae61-7069a76100c3" providerId="ADAL" clId="{7BDAB737-B273-4034-A416-2FF981C48F7E}" dt="2023-07-18T22:24:53.622" v="1366"/>
          <ac:grpSpMkLst>
            <pc:docMk/>
            <pc:sldMk cId="397499323" sldId="267"/>
            <ac:grpSpMk id="112" creationId="{58C578DE-74A8-D31B-85BC-56022DF41100}"/>
          </ac:grpSpMkLst>
        </pc:grpChg>
        <pc:grpChg chg="mod">
          <ac:chgData name="O'Connor, Jacqueline Antonia" userId="3b9bfa0c-75a1-427e-ae61-7069a76100c3" providerId="ADAL" clId="{7BDAB737-B273-4034-A416-2FF981C48F7E}" dt="2023-07-18T22:24:53.622" v="1366"/>
          <ac:grpSpMkLst>
            <pc:docMk/>
            <pc:sldMk cId="397499323" sldId="267"/>
            <ac:grpSpMk id="113" creationId="{85B7F30D-3312-20CF-58F8-44E25D3185AD}"/>
          </ac:grpSpMkLst>
        </pc:grpChg>
        <pc:grpChg chg="mod">
          <ac:chgData name="O'Connor, Jacqueline Antonia" userId="3b9bfa0c-75a1-427e-ae61-7069a76100c3" providerId="ADAL" clId="{7BDAB737-B273-4034-A416-2FF981C48F7E}" dt="2023-07-18T22:24:58.665" v="1373"/>
          <ac:grpSpMkLst>
            <pc:docMk/>
            <pc:sldMk cId="397499323" sldId="267"/>
            <ac:grpSpMk id="120" creationId="{E35A9C49-4AC5-89BD-1B4F-3338810F0B71}"/>
          </ac:grpSpMkLst>
        </pc:grpChg>
        <pc:grpChg chg="mod">
          <ac:chgData name="O'Connor, Jacqueline Antonia" userId="3b9bfa0c-75a1-427e-ae61-7069a76100c3" providerId="ADAL" clId="{7BDAB737-B273-4034-A416-2FF981C48F7E}" dt="2023-07-18T22:25:30.798" v="1385"/>
          <ac:grpSpMkLst>
            <pc:docMk/>
            <pc:sldMk cId="397499323" sldId="267"/>
            <ac:grpSpMk id="132" creationId="{BEFC83D3-E0E5-7772-4F9D-AD29744461E4}"/>
          </ac:grpSpMkLst>
        </pc:grpChg>
        <pc:grpChg chg="del mod">
          <ac:chgData name="O'Connor, Jacqueline Antonia" userId="3b9bfa0c-75a1-427e-ae61-7069a76100c3" providerId="ADAL" clId="{7BDAB737-B273-4034-A416-2FF981C48F7E}" dt="2023-07-18T22:26:17.229" v="1406"/>
          <ac:grpSpMkLst>
            <pc:docMk/>
            <pc:sldMk cId="397499323" sldId="267"/>
            <ac:grpSpMk id="146" creationId="{E7237FF5-19A7-75D0-CE89-1B370D060ADC}"/>
          </ac:grpSpMkLst>
        </pc:grpChg>
        <pc:grpChg chg="del mod">
          <ac:chgData name="O'Connor, Jacqueline Antonia" userId="3b9bfa0c-75a1-427e-ae61-7069a76100c3" providerId="ADAL" clId="{7BDAB737-B273-4034-A416-2FF981C48F7E}" dt="2023-07-18T22:27:16.357" v="1461"/>
          <ac:grpSpMkLst>
            <pc:docMk/>
            <pc:sldMk cId="397499323" sldId="267"/>
            <ac:grpSpMk id="147" creationId="{DE23FECF-92A0-254A-F57B-286835EDE67B}"/>
          </ac:grpSpMkLst>
        </pc:grpChg>
        <pc:grpChg chg="del mod">
          <ac:chgData name="O'Connor, Jacqueline Antonia" userId="3b9bfa0c-75a1-427e-ae61-7069a76100c3" providerId="ADAL" clId="{7BDAB737-B273-4034-A416-2FF981C48F7E}" dt="2023-07-18T22:27:16.357" v="1461"/>
          <ac:grpSpMkLst>
            <pc:docMk/>
            <pc:sldMk cId="397499323" sldId="267"/>
            <ac:grpSpMk id="154" creationId="{E539A68A-3DAF-1354-843E-B81BFA1227AF}"/>
          </ac:grpSpMkLst>
        </pc:grpChg>
        <pc:grpChg chg="del mod">
          <ac:chgData name="O'Connor, Jacqueline Antonia" userId="3b9bfa0c-75a1-427e-ae61-7069a76100c3" providerId="ADAL" clId="{7BDAB737-B273-4034-A416-2FF981C48F7E}" dt="2023-07-18T22:26:30.956" v="1416"/>
          <ac:grpSpMkLst>
            <pc:docMk/>
            <pc:sldMk cId="397499323" sldId="267"/>
            <ac:grpSpMk id="164" creationId="{756BC7A4-284A-99F3-4111-BD301C0356E2}"/>
          </ac:grpSpMkLst>
        </pc:grpChg>
        <pc:grpChg chg="mod">
          <ac:chgData name="O'Connor, Jacqueline Antonia" userId="3b9bfa0c-75a1-427e-ae61-7069a76100c3" providerId="ADAL" clId="{7BDAB737-B273-4034-A416-2FF981C48F7E}" dt="2023-07-18T22:26:30.956" v="1416"/>
          <ac:grpSpMkLst>
            <pc:docMk/>
            <pc:sldMk cId="397499323" sldId="267"/>
            <ac:grpSpMk id="165" creationId="{8E5306DD-574A-B789-1D67-2C54F05B18FC}"/>
          </ac:grpSpMkLst>
        </pc:grpChg>
        <pc:grpChg chg="mod">
          <ac:chgData name="O'Connor, Jacqueline Antonia" userId="3b9bfa0c-75a1-427e-ae61-7069a76100c3" providerId="ADAL" clId="{7BDAB737-B273-4034-A416-2FF981C48F7E}" dt="2023-07-18T22:26:30.956" v="1416"/>
          <ac:grpSpMkLst>
            <pc:docMk/>
            <pc:sldMk cId="397499323" sldId="267"/>
            <ac:grpSpMk id="166" creationId="{2D3A7AC1-17BD-852D-5F3F-5F6CE93934C4}"/>
          </ac:grpSpMkLst>
        </pc:grpChg>
        <pc:grpChg chg="mod">
          <ac:chgData name="O'Connor, Jacqueline Antonia" userId="3b9bfa0c-75a1-427e-ae61-7069a76100c3" providerId="ADAL" clId="{7BDAB737-B273-4034-A416-2FF981C48F7E}" dt="2023-07-18T22:26:53.362" v="1433"/>
          <ac:grpSpMkLst>
            <pc:docMk/>
            <pc:sldMk cId="397499323" sldId="267"/>
            <ac:grpSpMk id="183" creationId="{7ABDB1C5-B92B-66ED-7AEF-CD1024E1A052}"/>
          </ac:grpSpMkLst>
        </pc:grpChg>
        <pc:grpChg chg="mod">
          <ac:chgData name="O'Connor, Jacqueline Antonia" userId="3b9bfa0c-75a1-427e-ae61-7069a76100c3" providerId="ADAL" clId="{7BDAB737-B273-4034-A416-2FF981C48F7E}" dt="2023-07-18T22:26:53.362" v="1433"/>
          <ac:grpSpMkLst>
            <pc:docMk/>
            <pc:sldMk cId="397499323" sldId="267"/>
            <ac:grpSpMk id="184" creationId="{6F4A084D-A5A2-D736-51A9-C35B7F7F43F5}"/>
          </ac:grpSpMkLst>
        </pc:grpChg>
        <pc:grpChg chg="mod">
          <ac:chgData name="O'Connor, Jacqueline Antonia" userId="3b9bfa0c-75a1-427e-ae61-7069a76100c3" providerId="ADAL" clId="{7BDAB737-B273-4034-A416-2FF981C48F7E}" dt="2023-07-18T22:26:53.362" v="1433"/>
          <ac:grpSpMkLst>
            <pc:docMk/>
            <pc:sldMk cId="397499323" sldId="267"/>
            <ac:grpSpMk id="185" creationId="{B20D3B7A-0C55-A5D7-C19C-C48BD944331E}"/>
          </ac:grpSpMkLst>
        </pc:grpChg>
        <pc:grpChg chg="del mod">
          <ac:chgData name="O'Connor, Jacqueline Antonia" userId="3b9bfa0c-75a1-427e-ae61-7069a76100c3" providerId="ADAL" clId="{7BDAB737-B273-4034-A416-2FF981C48F7E}" dt="2023-07-18T22:27:16.357" v="1461"/>
          <ac:grpSpMkLst>
            <pc:docMk/>
            <pc:sldMk cId="397499323" sldId="267"/>
            <ac:grpSpMk id="188" creationId="{5F9F65EF-2E82-A73E-03CB-43FF1A759872}"/>
          </ac:grpSpMkLst>
        </pc:grpChg>
        <pc:grpChg chg="del mod">
          <ac:chgData name="O'Connor, Jacqueline Antonia" userId="3b9bfa0c-75a1-427e-ae61-7069a76100c3" providerId="ADAL" clId="{7BDAB737-B273-4034-A416-2FF981C48F7E}" dt="2023-07-18T22:27:11.074" v="1452"/>
          <ac:grpSpMkLst>
            <pc:docMk/>
            <pc:sldMk cId="397499323" sldId="267"/>
            <ac:grpSpMk id="198" creationId="{388507EC-2710-5F0F-4F80-2B31D5782057}"/>
          </ac:grpSpMkLst>
        </pc:grpChg>
        <pc:grpChg chg="del mod">
          <ac:chgData name="O'Connor, Jacqueline Antonia" userId="3b9bfa0c-75a1-427e-ae61-7069a76100c3" providerId="ADAL" clId="{7BDAB737-B273-4034-A416-2FF981C48F7E}" dt="2023-07-18T22:27:16.357" v="1461"/>
          <ac:grpSpMkLst>
            <pc:docMk/>
            <pc:sldMk cId="397499323" sldId="267"/>
            <ac:grpSpMk id="204" creationId="{CC53516E-5D27-D683-AE4F-1B5E4EFC3F8A}"/>
          </ac:grpSpMkLst>
        </pc:grpChg>
        <pc:grpChg chg="del mod">
          <ac:chgData name="O'Connor, Jacqueline Antonia" userId="3b9bfa0c-75a1-427e-ae61-7069a76100c3" providerId="ADAL" clId="{7BDAB737-B273-4034-A416-2FF981C48F7E}" dt="2023-07-18T22:27:16.357" v="1461"/>
          <ac:grpSpMkLst>
            <pc:docMk/>
            <pc:sldMk cId="397499323" sldId="267"/>
            <ac:grpSpMk id="213" creationId="{DFD551FB-376E-4332-90F3-EFF59048B77A}"/>
          </ac:grpSpMkLst>
        </pc:grpChg>
        <pc:grpChg chg="mod">
          <ac:chgData name="O'Connor, Jacqueline Antonia" userId="3b9bfa0c-75a1-427e-ae61-7069a76100c3" providerId="ADAL" clId="{7BDAB737-B273-4034-A416-2FF981C48F7E}" dt="2023-07-18T22:27:16.357" v="1461"/>
          <ac:grpSpMkLst>
            <pc:docMk/>
            <pc:sldMk cId="397499323" sldId="267"/>
            <ac:grpSpMk id="214" creationId="{1E079F4B-BA28-6F5B-062A-7ACBA0E6A016}"/>
          </ac:grpSpMkLst>
        </pc:grpChg>
        <pc:grpChg chg="del mod">
          <ac:chgData name="O'Connor, Jacqueline Antonia" userId="3b9bfa0c-75a1-427e-ae61-7069a76100c3" providerId="ADAL" clId="{7BDAB737-B273-4034-A416-2FF981C48F7E}" dt="2023-07-18T22:27:25.985" v="1479"/>
          <ac:grpSpMkLst>
            <pc:docMk/>
            <pc:sldMk cId="397499323" sldId="267"/>
            <ac:grpSpMk id="221" creationId="{C610B5CF-DFFC-34A0-B692-ED5ECB71FACA}"/>
          </ac:grpSpMkLst>
        </pc:grpChg>
        <pc:grpChg chg="mod">
          <ac:chgData name="O'Connor, Jacqueline Antonia" userId="3b9bfa0c-75a1-427e-ae61-7069a76100c3" providerId="ADAL" clId="{7BDAB737-B273-4034-A416-2FF981C48F7E}" dt="2023-07-18T22:27:25.985" v="1479"/>
          <ac:grpSpMkLst>
            <pc:docMk/>
            <pc:sldMk cId="397499323" sldId="267"/>
            <ac:grpSpMk id="232" creationId="{34CCFAA0-6BFD-B686-59EA-BAB353DD13C9}"/>
          </ac:grpSpMkLst>
        </pc:grpChg>
        <pc:inkChg chg="add mod">
          <ac:chgData name="O'Connor, Jacqueline Antonia" userId="3b9bfa0c-75a1-427e-ae61-7069a76100c3" providerId="ADAL" clId="{7BDAB737-B273-4034-A416-2FF981C48F7E}" dt="2023-07-18T22:22:36.262" v="1241"/>
          <ac:inkMkLst>
            <pc:docMk/>
            <pc:sldMk cId="397499323" sldId="267"/>
            <ac:inkMk id="2" creationId="{FCD41B0E-BF2E-E512-E97E-347FDD784C14}"/>
          </ac:inkMkLst>
        </pc:inkChg>
        <pc:inkChg chg="add mod">
          <ac:chgData name="O'Connor, Jacqueline Antonia" userId="3b9bfa0c-75a1-427e-ae61-7069a76100c3" providerId="ADAL" clId="{7BDAB737-B273-4034-A416-2FF981C48F7E}" dt="2023-07-18T22:22:36.262" v="1241"/>
          <ac:inkMkLst>
            <pc:docMk/>
            <pc:sldMk cId="397499323" sldId="267"/>
            <ac:inkMk id="3" creationId="{FE3353AF-A06C-D615-8BC7-9E530B1910F7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5" creationId="{8BE8E9D6-6A9A-BB73-7644-309389E24EFC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6" creationId="{272F2E6A-4FB3-F5B3-AB37-56A04ADC0685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7" creationId="{D383166F-D7B6-910C-4CBE-450B4B71FBA8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8" creationId="{D679D96B-3412-22BC-6D7F-101869381C8F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9" creationId="{4138A05B-DAB0-4AE5-6E21-D7E662BDA87F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10" creationId="{C525B571-2C2A-2B06-1812-35A2E0924202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11" creationId="{5027BA4A-9CC7-F730-0DA5-C30B8EA77133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12" creationId="{6A94A178-BED3-D13E-05AD-22B4ECE3428A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13" creationId="{54185C99-81F4-1876-9A25-E010353068C7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14" creationId="{9F29141B-FDDB-0D23-F11B-89F6F9A491D4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15" creationId="{DFBC5E82-2FDA-E886-D6B5-7FDF9F906A3F}"/>
          </ac:inkMkLst>
        </pc:inkChg>
        <pc:inkChg chg="add mod">
          <ac:chgData name="O'Connor, Jacqueline Antonia" userId="3b9bfa0c-75a1-427e-ae61-7069a76100c3" providerId="ADAL" clId="{7BDAB737-B273-4034-A416-2FF981C48F7E}" dt="2023-07-18T22:22:53.714" v="1254"/>
          <ac:inkMkLst>
            <pc:docMk/>
            <pc:sldMk cId="397499323" sldId="267"/>
            <ac:inkMk id="16" creationId="{C6C6ACBE-1021-7FEA-8462-A771B506EB65}"/>
          </ac:inkMkLst>
        </pc:inkChg>
        <pc:inkChg chg="add mod">
          <ac:chgData name="O'Connor, Jacqueline Antonia" userId="3b9bfa0c-75a1-427e-ae61-7069a76100c3" providerId="ADAL" clId="{7BDAB737-B273-4034-A416-2FF981C48F7E}" dt="2023-07-18T22:22:59.720" v="1266"/>
          <ac:inkMkLst>
            <pc:docMk/>
            <pc:sldMk cId="397499323" sldId="267"/>
            <ac:inkMk id="19" creationId="{9A44709E-B6FF-8486-276A-9ADE5DC10664}"/>
          </ac:inkMkLst>
        </pc:inkChg>
        <pc:inkChg chg="add mod">
          <ac:chgData name="O'Connor, Jacqueline Antonia" userId="3b9bfa0c-75a1-427e-ae61-7069a76100c3" providerId="ADAL" clId="{7BDAB737-B273-4034-A416-2FF981C48F7E}" dt="2023-07-18T22:22:59.720" v="1266"/>
          <ac:inkMkLst>
            <pc:docMk/>
            <pc:sldMk cId="397499323" sldId="267"/>
            <ac:inkMk id="20" creationId="{05F8C4B9-6341-3E25-6496-0D60E360A76B}"/>
          </ac:inkMkLst>
        </pc:inkChg>
        <pc:inkChg chg="add mod">
          <ac:chgData name="O'Connor, Jacqueline Antonia" userId="3b9bfa0c-75a1-427e-ae61-7069a76100c3" providerId="ADAL" clId="{7BDAB737-B273-4034-A416-2FF981C48F7E}" dt="2023-07-18T22:22:59.720" v="1266"/>
          <ac:inkMkLst>
            <pc:docMk/>
            <pc:sldMk cId="397499323" sldId="267"/>
            <ac:inkMk id="21" creationId="{66835D92-91CB-42BF-B84E-F452AE980E8A}"/>
          </ac:inkMkLst>
        </pc:inkChg>
        <pc:inkChg chg="add mod">
          <ac:chgData name="O'Connor, Jacqueline Antonia" userId="3b9bfa0c-75a1-427e-ae61-7069a76100c3" providerId="ADAL" clId="{7BDAB737-B273-4034-A416-2FF981C48F7E}" dt="2023-07-18T22:22:59.720" v="1266"/>
          <ac:inkMkLst>
            <pc:docMk/>
            <pc:sldMk cId="397499323" sldId="267"/>
            <ac:inkMk id="22" creationId="{9F69642A-8317-1239-82A9-39B72C4DCF19}"/>
          </ac:inkMkLst>
        </pc:inkChg>
        <pc:inkChg chg="add mod">
          <ac:chgData name="O'Connor, Jacqueline Antonia" userId="3b9bfa0c-75a1-427e-ae61-7069a76100c3" providerId="ADAL" clId="{7BDAB737-B273-4034-A416-2FF981C48F7E}" dt="2023-07-18T22:22:59.720" v="1266"/>
          <ac:inkMkLst>
            <pc:docMk/>
            <pc:sldMk cId="397499323" sldId="267"/>
            <ac:inkMk id="23" creationId="{A2F29D52-0DDC-8020-5CCA-2E2A1961F911}"/>
          </ac:inkMkLst>
        </pc:inkChg>
        <pc:inkChg chg="add mod">
          <ac:chgData name="O'Connor, Jacqueline Antonia" userId="3b9bfa0c-75a1-427e-ae61-7069a76100c3" providerId="ADAL" clId="{7BDAB737-B273-4034-A416-2FF981C48F7E}" dt="2023-07-18T22:22:59.720" v="1266"/>
          <ac:inkMkLst>
            <pc:docMk/>
            <pc:sldMk cId="397499323" sldId="267"/>
            <ac:inkMk id="24" creationId="{A2D07F6C-B54B-6B15-BDAE-E493431A4E99}"/>
          </ac:inkMkLst>
        </pc:inkChg>
        <pc:inkChg chg="add mod">
          <ac:chgData name="O'Connor, Jacqueline Antonia" userId="3b9bfa0c-75a1-427e-ae61-7069a76100c3" providerId="ADAL" clId="{7BDAB737-B273-4034-A416-2FF981C48F7E}" dt="2023-07-18T22:22:59.720" v="1266"/>
          <ac:inkMkLst>
            <pc:docMk/>
            <pc:sldMk cId="397499323" sldId="267"/>
            <ac:inkMk id="25" creationId="{3A5BEDE2-E3DB-0DC7-8EA3-F83EC2570836}"/>
          </ac:inkMkLst>
        </pc:inkChg>
        <pc:inkChg chg="add del">
          <ac:chgData name="O'Connor, Jacqueline Antonia" userId="3b9bfa0c-75a1-427e-ae61-7069a76100c3" providerId="ADAL" clId="{7BDAB737-B273-4034-A416-2FF981C48F7E}" dt="2023-07-18T22:22:59.522" v="1265"/>
          <ac:inkMkLst>
            <pc:docMk/>
            <pc:sldMk cId="397499323" sldId="267"/>
            <ac:inkMk id="26" creationId="{0ADF3AE3-8259-685F-F350-E71ACA8740EF}"/>
          </ac:inkMkLst>
        </pc:inkChg>
        <pc:inkChg chg="add del">
          <ac:chgData name="O'Connor, Jacqueline Antonia" userId="3b9bfa0c-75a1-427e-ae61-7069a76100c3" providerId="ADAL" clId="{7BDAB737-B273-4034-A416-2FF981C48F7E}" dt="2023-07-18T22:22:59.520" v="1264"/>
          <ac:inkMkLst>
            <pc:docMk/>
            <pc:sldMk cId="397499323" sldId="267"/>
            <ac:inkMk id="27" creationId="{33389DC1-B44B-7587-63E9-7A00AC9915BE}"/>
          </ac:inkMkLst>
        </pc:inkChg>
        <pc:inkChg chg="add mod">
          <ac:chgData name="O'Connor, Jacqueline Antonia" userId="3b9bfa0c-75a1-427e-ae61-7069a76100c3" providerId="ADAL" clId="{7BDAB737-B273-4034-A416-2FF981C48F7E}" dt="2023-07-18T22:23:03.459" v="1272"/>
          <ac:inkMkLst>
            <pc:docMk/>
            <pc:sldMk cId="397499323" sldId="267"/>
            <ac:inkMk id="30" creationId="{81AF8F27-1B4E-69ED-FA48-F8393082FED2}"/>
          </ac:inkMkLst>
        </pc:inkChg>
        <pc:inkChg chg="add mod">
          <ac:chgData name="O'Connor, Jacqueline Antonia" userId="3b9bfa0c-75a1-427e-ae61-7069a76100c3" providerId="ADAL" clId="{7BDAB737-B273-4034-A416-2FF981C48F7E}" dt="2023-07-18T22:23:03.459" v="1272"/>
          <ac:inkMkLst>
            <pc:docMk/>
            <pc:sldMk cId="397499323" sldId="267"/>
            <ac:inkMk id="31" creationId="{A3A83A22-22D7-5FBD-2627-544C757DCA82}"/>
          </ac:inkMkLst>
        </pc:inkChg>
        <pc:inkChg chg="add mod">
          <ac:chgData name="O'Connor, Jacqueline Antonia" userId="3b9bfa0c-75a1-427e-ae61-7069a76100c3" providerId="ADAL" clId="{7BDAB737-B273-4034-A416-2FF981C48F7E}" dt="2023-07-18T22:23:03.459" v="1272"/>
          <ac:inkMkLst>
            <pc:docMk/>
            <pc:sldMk cId="397499323" sldId="267"/>
            <ac:inkMk id="32" creationId="{F95934F1-1711-09EE-35B8-213A32F36597}"/>
          </ac:inkMkLst>
        </pc:inkChg>
        <pc:inkChg chg="add mod">
          <ac:chgData name="O'Connor, Jacqueline Antonia" userId="3b9bfa0c-75a1-427e-ae61-7069a76100c3" providerId="ADAL" clId="{7BDAB737-B273-4034-A416-2FF981C48F7E}" dt="2023-07-18T22:23:03.459" v="1272"/>
          <ac:inkMkLst>
            <pc:docMk/>
            <pc:sldMk cId="397499323" sldId="267"/>
            <ac:inkMk id="33" creationId="{613D6952-0403-EA86-3C2E-E88891D97243}"/>
          </ac:inkMkLst>
        </pc:inkChg>
        <pc:inkChg chg="add mod">
          <ac:chgData name="O'Connor, Jacqueline Antonia" userId="3b9bfa0c-75a1-427e-ae61-7069a76100c3" providerId="ADAL" clId="{7BDAB737-B273-4034-A416-2FF981C48F7E}" dt="2023-07-18T22:23:03.459" v="1272"/>
          <ac:inkMkLst>
            <pc:docMk/>
            <pc:sldMk cId="397499323" sldId="267"/>
            <ac:inkMk id="34" creationId="{E7F80687-8079-DFCA-F23C-C89328E9A247}"/>
          </ac:inkMkLst>
        </pc:inkChg>
        <pc:inkChg chg="add del mod">
          <ac:chgData name="O'Connor, Jacqueline Antonia" userId="3b9bfa0c-75a1-427e-ae61-7069a76100c3" providerId="ADAL" clId="{7BDAB737-B273-4034-A416-2FF981C48F7E}" dt="2023-07-18T22:23:20.354" v="1280"/>
          <ac:inkMkLst>
            <pc:docMk/>
            <pc:sldMk cId="397499323" sldId="267"/>
            <ac:inkMk id="36" creationId="{A9486481-9850-3B31-6666-1CFFFC047BC7}"/>
          </ac:inkMkLst>
        </pc:inkChg>
        <pc:inkChg chg="add del mod">
          <ac:chgData name="O'Connor, Jacqueline Antonia" userId="3b9bfa0c-75a1-427e-ae61-7069a76100c3" providerId="ADAL" clId="{7BDAB737-B273-4034-A416-2FF981C48F7E}" dt="2023-07-18T22:23:20.355" v="1281"/>
          <ac:inkMkLst>
            <pc:docMk/>
            <pc:sldMk cId="397499323" sldId="267"/>
            <ac:inkMk id="37" creationId="{A8D64CEA-CCE7-CD77-9B59-78BADE1BC909}"/>
          </ac:inkMkLst>
        </pc:inkChg>
        <pc:inkChg chg="add">
          <ac:chgData name="O'Connor, Jacqueline Antonia" userId="3b9bfa0c-75a1-427e-ae61-7069a76100c3" providerId="ADAL" clId="{7BDAB737-B273-4034-A416-2FF981C48F7E}" dt="2023-07-18T22:23:11.697" v="1276" actId="9405"/>
          <ac:inkMkLst>
            <pc:docMk/>
            <pc:sldMk cId="397499323" sldId="267"/>
            <ac:inkMk id="39" creationId="{31056DFF-C305-5535-4DDD-37C6AA8E736B}"/>
          </ac:inkMkLst>
        </pc:inkChg>
        <pc:inkChg chg="add mod">
          <ac:chgData name="O'Connor, Jacqueline Antonia" userId="3b9bfa0c-75a1-427e-ae61-7069a76100c3" providerId="ADAL" clId="{7BDAB737-B273-4034-A416-2FF981C48F7E}" dt="2023-07-18T22:23:15.791" v="1279"/>
          <ac:inkMkLst>
            <pc:docMk/>
            <pc:sldMk cId="397499323" sldId="267"/>
            <ac:inkMk id="40" creationId="{CAFC7725-8084-6A3A-F3EB-4468EA496E7E}"/>
          </ac:inkMkLst>
        </pc:inkChg>
        <pc:inkChg chg="add mod">
          <ac:chgData name="O'Connor, Jacqueline Antonia" userId="3b9bfa0c-75a1-427e-ae61-7069a76100c3" providerId="ADAL" clId="{7BDAB737-B273-4034-A416-2FF981C48F7E}" dt="2023-07-18T22:23:15.791" v="1279"/>
          <ac:inkMkLst>
            <pc:docMk/>
            <pc:sldMk cId="397499323" sldId="267"/>
            <ac:inkMk id="41" creationId="{11E16C3D-9C72-6AAC-4F9F-97C6DDACAC01}"/>
          </ac:inkMkLst>
        </pc:inkChg>
        <pc:inkChg chg="add">
          <ac:chgData name="O'Connor, Jacqueline Antonia" userId="3b9bfa0c-75a1-427e-ae61-7069a76100c3" providerId="ADAL" clId="{7BDAB737-B273-4034-A416-2FF981C48F7E}" dt="2023-07-18T22:23:21.440" v="1282" actId="9405"/>
          <ac:inkMkLst>
            <pc:docMk/>
            <pc:sldMk cId="397499323" sldId="267"/>
            <ac:inkMk id="43" creationId="{FC40C545-EB9D-EB6E-48A9-B34C0EA10764}"/>
          </ac:inkMkLst>
        </pc:inkChg>
        <pc:inkChg chg="add">
          <ac:chgData name="O'Connor, Jacqueline Antonia" userId="3b9bfa0c-75a1-427e-ae61-7069a76100c3" providerId="ADAL" clId="{7BDAB737-B273-4034-A416-2FF981C48F7E}" dt="2023-07-18T22:23:22.012" v="1283" actId="9405"/>
          <ac:inkMkLst>
            <pc:docMk/>
            <pc:sldMk cId="397499323" sldId="267"/>
            <ac:inkMk id="44" creationId="{731D3146-51C1-A42C-C765-419E5BD5F6E1}"/>
          </ac:inkMkLst>
        </pc:inkChg>
        <pc:inkChg chg="add">
          <ac:chgData name="O'Connor, Jacqueline Antonia" userId="3b9bfa0c-75a1-427e-ae61-7069a76100c3" providerId="ADAL" clId="{7BDAB737-B273-4034-A416-2FF981C48F7E}" dt="2023-07-18T22:23:23.145" v="1284" actId="9405"/>
          <ac:inkMkLst>
            <pc:docMk/>
            <pc:sldMk cId="397499323" sldId="267"/>
            <ac:inkMk id="45" creationId="{BBC2327D-16BD-81C9-3E7E-5F3A9DF29FD7}"/>
          </ac:inkMkLst>
        </pc:inkChg>
        <pc:inkChg chg="add">
          <ac:chgData name="O'Connor, Jacqueline Antonia" userId="3b9bfa0c-75a1-427e-ae61-7069a76100c3" providerId="ADAL" clId="{7BDAB737-B273-4034-A416-2FF981C48F7E}" dt="2023-07-18T22:23:23.626" v="1285" actId="9405"/>
          <ac:inkMkLst>
            <pc:docMk/>
            <pc:sldMk cId="397499323" sldId="267"/>
            <ac:inkMk id="46" creationId="{04090BEC-8C87-5C57-406D-4F6AF69E6702}"/>
          </ac:inkMkLst>
        </pc:inkChg>
        <pc:inkChg chg="add">
          <ac:chgData name="O'Connor, Jacqueline Antonia" userId="3b9bfa0c-75a1-427e-ae61-7069a76100c3" providerId="ADAL" clId="{7BDAB737-B273-4034-A416-2FF981C48F7E}" dt="2023-07-18T22:23:24.042" v="1286" actId="9405"/>
          <ac:inkMkLst>
            <pc:docMk/>
            <pc:sldMk cId="397499323" sldId="267"/>
            <ac:inkMk id="47" creationId="{A5F989E8-2B85-1C8D-9A8D-5C60F4868264}"/>
          </ac:inkMkLst>
        </pc:inkChg>
        <pc:inkChg chg="add">
          <ac:chgData name="O'Connor, Jacqueline Antonia" userId="3b9bfa0c-75a1-427e-ae61-7069a76100c3" providerId="ADAL" clId="{7BDAB737-B273-4034-A416-2FF981C48F7E}" dt="2023-07-18T22:23:24.436" v="1287" actId="9405"/>
          <ac:inkMkLst>
            <pc:docMk/>
            <pc:sldMk cId="397499323" sldId="267"/>
            <ac:inkMk id="48" creationId="{28BE0B27-6351-FEB3-063B-24A4CF2A0E9E}"/>
          </ac:inkMkLst>
        </pc:inkChg>
        <pc:inkChg chg="add">
          <ac:chgData name="O'Connor, Jacqueline Antonia" userId="3b9bfa0c-75a1-427e-ae61-7069a76100c3" providerId="ADAL" clId="{7BDAB737-B273-4034-A416-2FF981C48F7E}" dt="2023-07-18T22:23:24.871" v="1288" actId="9405"/>
          <ac:inkMkLst>
            <pc:docMk/>
            <pc:sldMk cId="397499323" sldId="267"/>
            <ac:inkMk id="49" creationId="{F936FDB2-EF91-E31A-AE72-2D44032FB8B0}"/>
          </ac:inkMkLst>
        </pc:inkChg>
        <pc:inkChg chg="add">
          <ac:chgData name="O'Connor, Jacqueline Antonia" userId="3b9bfa0c-75a1-427e-ae61-7069a76100c3" providerId="ADAL" clId="{7BDAB737-B273-4034-A416-2FF981C48F7E}" dt="2023-07-18T22:23:25.643" v="1289" actId="9405"/>
          <ac:inkMkLst>
            <pc:docMk/>
            <pc:sldMk cId="397499323" sldId="267"/>
            <ac:inkMk id="50" creationId="{EC58DDED-E84F-98B8-3C0D-4F5450A1BB8C}"/>
          </ac:inkMkLst>
        </pc:inkChg>
        <pc:inkChg chg="add">
          <ac:chgData name="O'Connor, Jacqueline Antonia" userId="3b9bfa0c-75a1-427e-ae61-7069a76100c3" providerId="ADAL" clId="{7BDAB737-B273-4034-A416-2FF981C48F7E}" dt="2023-07-18T22:23:26.058" v="1290" actId="9405"/>
          <ac:inkMkLst>
            <pc:docMk/>
            <pc:sldMk cId="397499323" sldId="267"/>
            <ac:inkMk id="51" creationId="{73CB86FC-0118-C67C-5D1B-9BCD4795901E}"/>
          </ac:inkMkLst>
        </pc:inkChg>
        <pc:inkChg chg="add">
          <ac:chgData name="O'Connor, Jacqueline Antonia" userId="3b9bfa0c-75a1-427e-ae61-7069a76100c3" providerId="ADAL" clId="{7BDAB737-B273-4034-A416-2FF981C48F7E}" dt="2023-07-18T22:23:26.489" v="1291" actId="9405"/>
          <ac:inkMkLst>
            <pc:docMk/>
            <pc:sldMk cId="397499323" sldId="267"/>
            <ac:inkMk id="52" creationId="{9680C29B-9F3B-0677-C795-9B7F692FDF23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53" creationId="{ED16010E-3A8A-C10B-BD4A-F200692077FC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54" creationId="{EADC7ABB-151F-6589-E6A0-E2E51C373A45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55" creationId="{60231C0E-80D5-4F42-5525-5A5A79E6F205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56" creationId="{F7A45D00-8A71-CBD9-5FD7-AD98AD91B436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57" creationId="{4CBEE927-5749-91E6-57FD-E5A8DEFD7E13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58" creationId="{7D8EA7C7-721F-2D29-7F7D-F0167F0B1897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59" creationId="{51AAE3A2-CEB9-DE4F-5264-5FAD29F1210B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60" creationId="{0209E9B2-D913-D6F3-ABD9-6CDA3A04FF0E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61" creationId="{CE35F33B-3905-4E36-32C1-2D88ECEB9C32}"/>
          </ac:inkMkLst>
        </pc:inkChg>
        <pc:inkChg chg="add mod">
          <ac:chgData name="O'Connor, Jacqueline Antonia" userId="3b9bfa0c-75a1-427e-ae61-7069a76100c3" providerId="ADAL" clId="{7BDAB737-B273-4034-A416-2FF981C48F7E}" dt="2023-07-18T22:23:56.812" v="1321"/>
          <ac:inkMkLst>
            <pc:docMk/>
            <pc:sldMk cId="397499323" sldId="267"/>
            <ac:inkMk id="62" creationId="{05EFA6D0-EBEC-E36E-79E7-2645B6627DEC}"/>
          </ac:inkMkLst>
        </pc:inkChg>
        <pc:inkChg chg="add mod">
          <ac:chgData name="O'Connor, Jacqueline Antonia" userId="3b9bfa0c-75a1-427e-ae61-7069a76100c3" providerId="ADAL" clId="{7BDAB737-B273-4034-A416-2FF981C48F7E}" dt="2023-07-18T22:23:58.866" v="1326"/>
          <ac:inkMkLst>
            <pc:docMk/>
            <pc:sldMk cId="397499323" sldId="267"/>
            <ac:inkMk id="66" creationId="{871707BE-172E-0308-3331-BF0C8B2729F8}"/>
          </ac:inkMkLst>
        </pc:inkChg>
        <pc:inkChg chg="add mod">
          <ac:chgData name="O'Connor, Jacqueline Antonia" userId="3b9bfa0c-75a1-427e-ae61-7069a76100c3" providerId="ADAL" clId="{7BDAB737-B273-4034-A416-2FF981C48F7E}" dt="2023-07-18T22:23:58.866" v="1326"/>
          <ac:inkMkLst>
            <pc:docMk/>
            <pc:sldMk cId="397499323" sldId="267"/>
            <ac:inkMk id="67" creationId="{9E9FD998-7CF8-3094-3F07-23F8E3C32D3E}"/>
          </ac:inkMkLst>
        </pc:inkChg>
        <pc:inkChg chg="add mod">
          <ac:chgData name="O'Connor, Jacqueline Antonia" userId="3b9bfa0c-75a1-427e-ae61-7069a76100c3" providerId="ADAL" clId="{7BDAB737-B273-4034-A416-2FF981C48F7E}" dt="2023-07-18T22:23:58.866" v="1326"/>
          <ac:inkMkLst>
            <pc:docMk/>
            <pc:sldMk cId="397499323" sldId="267"/>
            <ac:inkMk id="68" creationId="{30065379-DDC6-3FF7-BB6C-9B81E2149EB9}"/>
          </ac:inkMkLst>
        </pc:inkChg>
        <pc:inkChg chg="add mod">
          <ac:chgData name="O'Connor, Jacqueline Antonia" userId="3b9bfa0c-75a1-427e-ae61-7069a76100c3" providerId="ADAL" clId="{7BDAB737-B273-4034-A416-2FF981C48F7E}" dt="2023-07-18T22:23:58.866" v="1326"/>
          <ac:inkMkLst>
            <pc:docMk/>
            <pc:sldMk cId="397499323" sldId="267"/>
            <ac:inkMk id="69" creationId="{16171EDB-0482-24C8-BD34-E2E840C8CF2D}"/>
          </ac:inkMkLst>
        </pc:inkChg>
        <pc:inkChg chg="add">
          <ac:chgData name="O'Connor, Jacqueline Antonia" userId="3b9bfa0c-75a1-427e-ae61-7069a76100c3" providerId="ADAL" clId="{7BDAB737-B273-4034-A416-2FF981C48F7E}" dt="2023-07-18T22:23:59.772" v="1327" actId="9405"/>
          <ac:inkMkLst>
            <pc:docMk/>
            <pc:sldMk cId="397499323" sldId="267"/>
            <ac:inkMk id="71" creationId="{1FD273BB-3287-6262-0D1E-78990E6B3CCD}"/>
          </ac:inkMkLst>
        </pc:inkChg>
        <pc:inkChg chg="add mod">
          <ac:chgData name="O'Connor, Jacqueline Antonia" userId="3b9bfa0c-75a1-427e-ae61-7069a76100c3" providerId="ADAL" clId="{7BDAB737-B273-4034-A416-2FF981C48F7E}" dt="2023-07-18T22:24:02.250" v="1332"/>
          <ac:inkMkLst>
            <pc:docMk/>
            <pc:sldMk cId="397499323" sldId="267"/>
            <ac:inkMk id="72" creationId="{2408802F-B761-0CD7-648F-1E62AC3388E3}"/>
          </ac:inkMkLst>
        </pc:inkChg>
        <pc:inkChg chg="add mod">
          <ac:chgData name="O'Connor, Jacqueline Antonia" userId="3b9bfa0c-75a1-427e-ae61-7069a76100c3" providerId="ADAL" clId="{7BDAB737-B273-4034-A416-2FF981C48F7E}" dt="2023-07-18T22:24:02.250" v="1332"/>
          <ac:inkMkLst>
            <pc:docMk/>
            <pc:sldMk cId="397499323" sldId="267"/>
            <ac:inkMk id="73" creationId="{C3656CB7-A2CF-22CE-5854-3B0BE7782E44}"/>
          </ac:inkMkLst>
        </pc:inkChg>
        <pc:inkChg chg="add mod">
          <ac:chgData name="O'Connor, Jacqueline Antonia" userId="3b9bfa0c-75a1-427e-ae61-7069a76100c3" providerId="ADAL" clId="{7BDAB737-B273-4034-A416-2FF981C48F7E}" dt="2023-07-18T22:24:02.250" v="1332"/>
          <ac:inkMkLst>
            <pc:docMk/>
            <pc:sldMk cId="397499323" sldId="267"/>
            <ac:inkMk id="74" creationId="{CCCB8F94-20E8-FC25-1840-55F548A17F01}"/>
          </ac:inkMkLst>
        </pc:inkChg>
        <pc:inkChg chg="add mod">
          <ac:chgData name="O'Connor, Jacqueline Antonia" userId="3b9bfa0c-75a1-427e-ae61-7069a76100c3" providerId="ADAL" clId="{7BDAB737-B273-4034-A416-2FF981C48F7E}" dt="2023-07-18T22:24:02.250" v="1332"/>
          <ac:inkMkLst>
            <pc:docMk/>
            <pc:sldMk cId="397499323" sldId="267"/>
            <ac:inkMk id="75" creationId="{6A4C2D80-DB3A-381C-C041-01150FBDE8EE}"/>
          </ac:inkMkLst>
        </pc:inkChg>
        <pc:inkChg chg="add">
          <ac:chgData name="O'Connor, Jacqueline Antonia" userId="3b9bfa0c-75a1-427e-ae61-7069a76100c3" providerId="ADAL" clId="{7BDAB737-B273-4034-A416-2FF981C48F7E}" dt="2023-07-18T22:24:04.271" v="1333" actId="9405"/>
          <ac:inkMkLst>
            <pc:docMk/>
            <pc:sldMk cId="397499323" sldId="267"/>
            <ac:inkMk id="77" creationId="{3C32949F-EB02-AD5A-4469-9687A9606349}"/>
          </ac:inkMkLst>
        </pc:inkChg>
        <pc:inkChg chg="add">
          <ac:chgData name="O'Connor, Jacqueline Antonia" userId="3b9bfa0c-75a1-427e-ae61-7069a76100c3" providerId="ADAL" clId="{7BDAB737-B273-4034-A416-2FF981C48F7E}" dt="2023-07-18T22:24:09.099" v="1334" actId="9405"/>
          <ac:inkMkLst>
            <pc:docMk/>
            <pc:sldMk cId="397499323" sldId="267"/>
            <ac:inkMk id="78" creationId="{02674A76-9B60-640C-C7CD-6EB446EE1708}"/>
          </ac:inkMkLst>
        </pc:inkChg>
        <pc:inkChg chg="add mod">
          <ac:chgData name="O'Connor, Jacqueline Antonia" userId="3b9bfa0c-75a1-427e-ae61-7069a76100c3" providerId="ADAL" clId="{7BDAB737-B273-4034-A416-2FF981C48F7E}" dt="2023-07-18T22:24:15.831" v="1340"/>
          <ac:inkMkLst>
            <pc:docMk/>
            <pc:sldMk cId="397499323" sldId="267"/>
            <ac:inkMk id="79" creationId="{CAD1150A-D7C3-69E1-0B13-AAA6F8D034C3}"/>
          </ac:inkMkLst>
        </pc:inkChg>
        <pc:inkChg chg="add mod">
          <ac:chgData name="O'Connor, Jacqueline Antonia" userId="3b9bfa0c-75a1-427e-ae61-7069a76100c3" providerId="ADAL" clId="{7BDAB737-B273-4034-A416-2FF981C48F7E}" dt="2023-07-18T22:24:15.831" v="1340"/>
          <ac:inkMkLst>
            <pc:docMk/>
            <pc:sldMk cId="397499323" sldId="267"/>
            <ac:inkMk id="80" creationId="{4A29C520-0438-33A9-251F-CFDCDE68D87B}"/>
          </ac:inkMkLst>
        </pc:inkChg>
        <pc:inkChg chg="add mod">
          <ac:chgData name="O'Connor, Jacqueline Antonia" userId="3b9bfa0c-75a1-427e-ae61-7069a76100c3" providerId="ADAL" clId="{7BDAB737-B273-4034-A416-2FF981C48F7E}" dt="2023-07-18T22:24:15.831" v="1340"/>
          <ac:inkMkLst>
            <pc:docMk/>
            <pc:sldMk cId="397499323" sldId="267"/>
            <ac:inkMk id="81" creationId="{8E68929C-E41A-7349-AF00-27257C99C5CF}"/>
          </ac:inkMkLst>
        </pc:inkChg>
        <pc:inkChg chg="add">
          <ac:chgData name="O'Connor, Jacqueline Antonia" userId="3b9bfa0c-75a1-427e-ae61-7069a76100c3" providerId="ADAL" clId="{7BDAB737-B273-4034-A416-2FF981C48F7E}" dt="2023-07-18T22:24:14.855" v="1338" actId="9405"/>
          <ac:inkMkLst>
            <pc:docMk/>
            <pc:sldMk cId="397499323" sldId="267"/>
            <ac:inkMk id="82" creationId="{09AAA59E-FC99-8E4B-6817-48316AF142C2}"/>
          </ac:inkMkLst>
        </pc:inkChg>
        <pc:inkChg chg="add">
          <ac:chgData name="O'Connor, Jacqueline Antonia" userId="3b9bfa0c-75a1-427e-ae61-7069a76100c3" providerId="ADAL" clId="{7BDAB737-B273-4034-A416-2FF981C48F7E}" dt="2023-07-18T22:24:15.265" v="1339" actId="9405"/>
          <ac:inkMkLst>
            <pc:docMk/>
            <pc:sldMk cId="397499323" sldId="267"/>
            <ac:inkMk id="83" creationId="{5432A9D5-3966-C4BD-1E52-6408FFF3CB37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85" creationId="{72C75D8B-A774-648A-CCB1-0C9839FC5119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86" creationId="{0E3F89FA-EEE0-89B6-68F3-4D081108ADB4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87" creationId="{52BE60E5-5E5F-DD75-B63C-99EE0BF6794E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88" creationId="{D6BAB44E-FE89-E4BF-7011-3B4CE75059E5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89" creationId="{7732C184-A5B7-826E-75DE-26810011F6CF}"/>
          </ac:inkMkLst>
        </pc:inkChg>
        <pc:inkChg chg="add">
          <ac:chgData name="O'Connor, Jacqueline Antonia" userId="3b9bfa0c-75a1-427e-ae61-7069a76100c3" providerId="ADAL" clId="{7BDAB737-B273-4034-A416-2FF981C48F7E}" dt="2023-07-18T22:24:43.130" v="1346" actId="9405"/>
          <ac:inkMkLst>
            <pc:docMk/>
            <pc:sldMk cId="397499323" sldId="267"/>
            <ac:inkMk id="90" creationId="{65CCBBAE-590A-3077-C47F-7D74BDBB4F88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1" creationId="{903F2F08-DE70-F67D-0468-A70C78CB4ED5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2" creationId="{3C372719-BCBC-F8B8-7330-4F7C65A25207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3" creationId="{24444B3F-2FD1-EB3B-A6CA-444EE480C2A9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4" creationId="{6512DC4C-7055-0F41-2488-E4689F7A307C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5" creationId="{2C2A3A8E-BC63-497F-24EC-701DFE934856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6" creationId="{490C2364-AC9B-3F5A-9558-8255321BD581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7" creationId="{118B3B73-E39F-D31D-8953-7A57C356A299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8" creationId="{8ABA505C-9295-E2E7-706D-02008AA327BA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99" creationId="{88D1BBB1-A11F-F4B7-F7EE-7C2A644DA6F5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0" creationId="{51545DA2-915D-2DE2-0C2C-35942A62496C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1" creationId="{9346F7E6-2608-FD52-B937-A7CA72BD183C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2" creationId="{46E37D09-6EE1-A715-6CD2-7C40A732EA7A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3" creationId="{609187E2-03A4-0370-A9B4-FA4F61FE6B27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4" creationId="{E7C8BB3D-5164-BB51-385A-CA8B1C3C1D81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5" creationId="{51C7A29C-6C35-B722-B23C-0E1F5F99A43E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6" creationId="{C51C712D-2009-DECD-FF98-C915FB649104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7" creationId="{FA44FE40-4873-D91D-0FDF-6ED117BC89F6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8" creationId="{08629BFC-2497-392D-11CD-1B27A1A4943D}"/>
          </ac:inkMkLst>
        </pc:inkChg>
        <pc:inkChg chg="add mod">
          <ac:chgData name="O'Connor, Jacqueline Antonia" userId="3b9bfa0c-75a1-427e-ae61-7069a76100c3" providerId="ADAL" clId="{7BDAB737-B273-4034-A416-2FF981C48F7E}" dt="2023-07-18T22:24:53.622" v="1366"/>
          <ac:inkMkLst>
            <pc:docMk/>
            <pc:sldMk cId="397499323" sldId="267"/>
            <ac:inkMk id="109" creationId="{A3977D60-518B-10BE-5410-6E94C8AEDB8B}"/>
          </ac:inkMkLst>
        </pc:inkChg>
        <pc:inkChg chg="add mod">
          <ac:chgData name="O'Connor, Jacqueline Antonia" userId="3b9bfa0c-75a1-427e-ae61-7069a76100c3" providerId="ADAL" clId="{7BDAB737-B273-4034-A416-2FF981C48F7E}" dt="2023-07-18T22:24:58.665" v="1373"/>
          <ac:inkMkLst>
            <pc:docMk/>
            <pc:sldMk cId="397499323" sldId="267"/>
            <ac:inkMk id="114" creationId="{EAF6A5CD-372B-86CC-8654-F1B21371F93A}"/>
          </ac:inkMkLst>
        </pc:inkChg>
        <pc:inkChg chg="add mod">
          <ac:chgData name="O'Connor, Jacqueline Antonia" userId="3b9bfa0c-75a1-427e-ae61-7069a76100c3" providerId="ADAL" clId="{7BDAB737-B273-4034-A416-2FF981C48F7E}" dt="2023-07-18T22:24:58.665" v="1373"/>
          <ac:inkMkLst>
            <pc:docMk/>
            <pc:sldMk cId="397499323" sldId="267"/>
            <ac:inkMk id="115" creationId="{DE38E092-DD6A-68E4-EE14-528002554390}"/>
          </ac:inkMkLst>
        </pc:inkChg>
        <pc:inkChg chg="add mod">
          <ac:chgData name="O'Connor, Jacqueline Antonia" userId="3b9bfa0c-75a1-427e-ae61-7069a76100c3" providerId="ADAL" clId="{7BDAB737-B273-4034-A416-2FF981C48F7E}" dt="2023-07-18T22:24:58.665" v="1373"/>
          <ac:inkMkLst>
            <pc:docMk/>
            <pc:sldMk cId="397499323" sldId="267"/>
            <ac:inkMk id="116" creationId="{92EC589D-2CCF-D729-3517-40B8E78BD7CC}"/>
          </ac:inkMkLst>
        </pc:inkChg>
        <pc:inkChg chg="add mod">
          <ac:chgData name="O'Connor, Jacqueline Antonia" userId="3b9bfa0c-75a1-427e-ae61-7069a76100c3" providerId="ADAL" clId="{7BDAB737-B273-4034-A416-2FF981C48F7E}" dt="2023-07-18T22:24:58.665" v="1373"/>
          <ac:inkMkLst>
            <pc:docMk/>
            <pc:sldMk cId="397499323" sldId="267"/>
            <ac:inkMk id="117" creationId="{8CA7A21E-C337-4CBB-A5D4-0967A44BEA4D}"/>
          </ac:inkMkLst>
        </pc:inkChg>
        <pc:inkChg chg="add mod">
          <ac:chgData name="O'Connor, Jacqueline Antonia" userId="3b9bfa0c-75a1-427e-ae61-7069a76100c3" providerId="ADAL" clId="{7BDAB737-B273-4034-A416-2FF981C48F7E}" dt="2023-07-18T22:24:58.665" v="1373"/>
          <ac:inkMkLst>
            <pc:docMk/>
            <pc:sldMk cId="397499323" sldId="267"/>
            <ac:inkMk id="118" creationId="{1A64495A-997A-4ECF-9820-B29BF14F287B}"/>
          </ac:inkMkLst>
        </pc:inkChg>
        <pc:inkChg chg="add mod">
          <ac:chgData name="O'Connor, Jacqueline Antonia" userId="3b9bfa0c-75a1-427e-ae61-7069a76100c3" providerId="ADAL" clId="{7BDAB737-B273-4034-A416-2FF981C48F7E}" dt="2023-07-18T22:24:58.665" v="1373"/>
          <ac:inkMkLst>
            <pc:docMk/>
            <pc:sldMk cId="397499323" sldId="267"/>
            <ac:inkMk id="119" creationId="{CB71A1ED-57D6-8AA6-BA2D-4C43829D4D8B}"/>
          </ac:inkMkLst>
        </pc:inkChg>
        <pc:inkChg chg="add">
          <ac:chgData name="O'Connor, Jacqueline Antonia" userId="3b9bfa0c-75a1-427e-ae61-7069a76100c3" providerId="ADAL" clId="{7BDAB737-B273-4034-A416-2FF981C48F7E}" dt="2023-07-18T22:25:20.979" v="1374" actId="9405"/>
          <ac:inkMkLst>
            <pc:docMk/>
            <pc:sldMk cId="397499323" sldId="267"/>
            <ac:inkMk id="121" creationId="{902D6E8E-D21C-DCE5-92B8-64E7F3BB2CB4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2" creationId="{C3DB62AC-5742-3590-8E31-6F22DC310679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3" creationId="{07E154F2-994B-C536-A183-E0D64AD487DA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4" creationId="{6862E6DA-8B02-58CA-BB8F-1C2DC3DE3DF9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5" creationId="{ECA84CC8-9612-A599-35F7-F547CB78C765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6" creationId="{6499D82F-E4FC-BDB1-1A37-9AD0E753591E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7" creationId="{9A1EEA49-BC3D-6385-E6F9-5E8C7BEE3A76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8" creationId="{D2FC5D42-876F-BFFC-6CE9-8E138997AEEB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29" creationId="{FF97F73D-62A7-827A-F8EB-D6D803D4E672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30" creationId="{8EDADB6D-A991-C7E7-640C-1EE446C2899F}"/>
          </ac:inkMkLst>
        </pc:inkChg>
        <pc:inkChg chg="add mod">
          <ac:chgData name="O'Connor, Jacqueline Antonia" userId="3b9bfa0c-75a1-427e-ae61-7069a76100c3" providerId="ADAL" clId="{7BDAB737-B273-4034-A416-2FF981C48F7E}" dt="2023-07-18T22:25:30.798" v="1385"/>
          <ac:inkMkLst>
            <pc:docMk/>
            <pc:sldMk cId="397499323" sldId="267"/>
            <ac:inkMk id="131" creationId="{8702A4DB-DC45-70CA-665D-B41AE3374FAB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33" creationId="{974949D5-F9D5-F628-8C1A-A32AAC72B9F1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34" creationId="{03986985-1B77-FD69-5828-E6868ED5FC3B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35" creationId="{F845162E-D51E-A5DF-6C2F-792888112D1E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36" creationId="{D8A4F0BA-2F84-D688-3CF0-E7D35BBF268D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37" creationId="{38A347E7-5C6C-7A5D-58C5-556F67B4C63E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38" creationId="{16C14F53-0897-9A8B-2B60-3075ED35B7DA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39" creationId="{10EB98B5-4094-8CF3-5D40-294678016467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0" creationId="{F1F2D3B1-9C26-C5F7-4CBF-97725553125F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1" creationId="{FA6C3C42-4CC6-CB76-42FB-40F56F4AEA10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2" creationId="{F1BB87C2-1F03-D7CB-E3B6-50E2D220DE38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3" creationId="{C0E24207-D016-9EA5-162B-84C0C20689AB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4" creationId="{2A67ED96-E7B0-F42D-5D39-412E0EF869A7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5" creationId="{B89DCF20-03D7-349A-C141-BCE3D8F05ED5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8" creationId="{0F525A1E-618D-97F2-1C25-315787ADB01C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49" creationId="{F2C9F029-7DFC-7524-DCF0-2E5A701D58F5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50" creationId="{06A3148B-1E6E-91A6-AD4A-061234508441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51" creationId="{ECE41CAA-AD5B-0DE4-3C01-483425C78C8B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52" creationId="{DDC10D55-A84A-60E2-6EBE-A3DA572FA084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53" creationId="{F435F350-D06C-82B2-7DF7-D97B1480B39C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55" creationId="{8B1CA7A8-0814-C4D8-54C2-D6B4622B0F76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56" creationId="{A6885A4B-CE14-71B2-C14A-53979C363C0A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57" creationId="{439A97E3-33E4-45CD-F69F-04815FEF404F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58" creationId="{1CBDF65B-0A07-2B0F-A32B-2DA826503E6F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59" creationId="{1EEB8C3C-A8C6-F52E-387A-3994FC67430F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60" creationId="{5248F1B9-E815-BD53-EB6E-098E52782723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61" creationId="{5C00C481-278D-FA0B-8BF1-6FDFD1A13310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62" creationId="{D9244B49-D9E6-8DBD-8F5E-26E910003B83}"/>
          </ac:inkMkLst>
        </pc:inkChg>
        <pc:inkChg chg="add mod">
          <ac:chgData name="O'Connor, Jacqueline Antonia" userId="3b9bfa0c-75a1-427e-ae61-7069a76100c3" providerId="ADAL" clId="{7BDAB737-B273-4034-A416-2FF981C48F7E}" dt="2023-07-18T22:26:30.956" v="1416"/>
          <ac:inkMkLst>
            <pc:docMk/>
            <pc:sldMk cId="397499323" sldId="267"/>
            <ac:inkMk id="163" creationId="{A410E586-0BEF-5C08-2AD8-042C4E6789F1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67" creationId="{B3CBEA04-2DE9-299E-E128-7BF5ABB4806B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68" creationId="{E1C888B1-1E73-7D9B-C788-3108E2BDE7E4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69" creationId="{5319FA7F-A982-00B1-D46B-64123171DF51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0" creationId="{245A96D5-BEA8-D9FF-5BB2-2C34D70E4750}"/>
          </ac:inkMkLst>
        </pc:inkChg>
        <pc:inkChg chg="add">
          <ac:chgData name="O'Connor, Jacqueline Antonia" userId="3b9bfa0c-75a1-427e-ae61-7069a76100c3" providerId="ADAL" clId="{7BDAB737-B273-4034-A416-2FF981C48F7E}" dt="2023-07-18T22:26:48.050" v="1421" actId="9405"/>
          <ac:inkMkLst>
            <pc:docMk/>
            <pc:sldMk cId="397499323" sldId="267"/>
            <ac:inkMk id="171" creationId="{1D278DE4-E876-323C-ED3B-EB58F80ED1ED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2" creationId="{C0373D16-4D57-D794-FA96-15078F4D3C2E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3" creationId="{83C96772-AAF3-7361-0B3B-8C6E59272963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4" creationId="{F0D86CE2-D2A9-5212-97D4-3E3EFAC42B9B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5" creationId="{1958A32A-FEF1-6B00-217E-C675FD491990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6" creationId="{BA487A54-7FB0-416B-26B3-D663B42AB018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7" creationId="{A88F7199-10F1-BB1D-8D18-A15DACAB8AED}"/>
          </ac:inkMkLst>
        </pc:inkChg>
        <pc:inkChg chg="add">
          <ac:chgData name="O'Connor, Jacqueline Antonia" userId="3b9bfa0c-75a1-427e-ae61-7069a76100c3" providerId="ADAL" clId="{7BDAB737-B273-4034-A416-2FF981C48F7E}" dt="2023-07-18T22:26:50.990" v="1428" actId="9405"/>
          <ac:inkMkLst>
            <pc:docMk/>
            <pc:sldMk cId="397499323" sldId="267"/>
            <ac:inkMk id="178" creationId="{E05D78D4-39AB-1761-B4D1-47E045439B40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79" creationId="{D1621D25-0819-65F5-1132-C3662714FB39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80" creationId="{807DD852-5522-1F76-BF97-182D6DC2C126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81" creationId="{3935C7BF-E96F-BAF5-BB73-3C9EB73528E7}"/>
          </ac:inkMkLst>
        </pc:inkChg>
        <pc:inkChg chg="add mod">
          <ac:chgData name="O'Connor, Jacqueline Antonia" userId="3b9bfa0c-75a1-427e-ae61-7069a76100c3" providerId="ADAL" clId="{7BDAB737-B273-4034-A416-2FF981C48F7E}" dt="2023-07-18T22:26:53.362" v="1433"/>
          <ac:inkMkLst>
            <pc:docMk/>
            <pc:sldMk cId="397499323" sldId="267"/>
            <ac:inkMk id="182" creationId="{DEA159D3-9C8A-C5F1-1FA8-BF0E8C0A8A78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86" creationId="{990C0D40-F013-0DCF-D05E-4EDC408C7DF4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87" creationId="{A0B3DC85-A543-E64B-74A5-4939B878260C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89" creationId="{D4188104-3990-D8E1-D4AB-994E32748D9D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0" creationId="{D745C9F7-0283-F63E-DCC5-0D27F5D72C9F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1" creationId="{B1298F8F-1CF8-F09F-BDE2-A578EFF2373F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2" creationId="{1D4455E6-8104-5E10-57B9-2BF704D6B791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3" creationId="{57466482-3EAA-FA4C-365F-8D607B44A678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4" creationId="{04E96227-959C-92DC-6C90-55136AECC4A9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5" creationId="{23008562-63B0-849B-5571-7B05BDE2E97D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6" creationId="{9244E852-5072-7FFF-89BA-BF21AE49CF4E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7" creationId="{9B28C71B-4823-8DDC-C7EB-178E1BCE8940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199" creationId="{3B959221-69FD-C31B-ACA3-DF6B6D857556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0" creationId="{CC355865-777F-E447-5718-A27351FB0EA4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1" creationId="{8C7E5430-785D-6833-B1E5-D37C321C6B3B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2" creationId="{98A0E398-3F2E-8EE2-21FA-854AEA8713F1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3" creationId="{92FF88AE-8B8E-6E4A-6F2E-C8AEF62A5C3A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5" creationId="{55C86467-2618-BF9A-6983-1E2B0AAE3BFE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6" creationId="{96A0CA54-3572-5720-F754-0FF22B1A073D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7" creationId="{252272BB-C72C-42F4-E7D6-8E377F80BD21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8" creationId="{D2E11452-8F1C-DDBD-79FC-5C0A42FC31A4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09" creationId="{8B1B20E1-FF94-5212-9BC3-7AD85AC37C73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10" creationId="{D74E705B-2672-D5E7-A2DF-A9E612D43C36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11" creationId="{8650AF79-8E2F-2231-AEF5-F462725BF11D}"/>
          </ac:inkMkLst>
        </pc:inkChg>
        <pc:inkChg chg="add mod">
          <ac:chgData name="O'Connor, Jacqueline Antonia" userId="3b9bfa0c-75a1-427e-ae61-7069a76100c3" providerId="ADAL" clId="{7BDAB737-B273-4034-A416-2FF981C48F7E}" dt="2023-07-18T22:27:16.357" v="1461"/>
          <ac:inkMkLst>
            <pc:docMk/>
            <pc:sldMk cId="397499323" sldId="267"/>
            <ac:inkMk id="212" creationId="{733ACE93-21F5-3924-467F-9F2FF8994903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15" creationId="{8F89AAB1-C1C8-EAEB-F36E-C9A7D749D09C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16" creationId="{30BBD592-DFFB-B840-7C29-15CA6E2C12AB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17" creationId="{D84FC6C7-C498-A7A3-D3B9-86F3B8D40002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18" creationId="{1897DDB5-590F-9F68-EE5F-F28251F40513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19" creationId="{7A2D6011-7C8F-25AE-51D8-EB949800747C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0" creationId="{0AC4DFF5-9669-18FB-343B-ED216EF78B0F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2" creationId="{D50F8BCB-FD95-22F2-FE09-5E688F85094A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3" creationId="{E0BD62A2-9C6C-3BA4-F254-8356AF235E2C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4" creationId="{9DF3D155-690C-1810-7350-EC9891B5BC45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5" creationId="{BF56CB48-C2C8-1725-F0B8-63ED2F6E7A87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6" creationId="{DB51DD66-AE8E-3788-8864-A0333986A3BF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7" creationId="{FB0F47DC-311C-3338-6AA9-6A67B8107FFD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8" creationId="{60026657-3E71-BEA7-1216-CD7A43C0B600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29" creationId="{EF0CD6C7-E95C-3C77-FE5B-FCAB52B86D52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30" creationId="{714DD8F4-DC36-D771-43F0-76F80D1E0124}"/>
          </ac:inkMkLst>
        </pc:inkChg>
        <pc:inkChg chg="add mod">
          <ac:chgData name="O'Connor, Jacqueline Antonia" userId="3b9bfa0c-75a1-427e-ae61-7069a76100c3" providerId="ADAL" clId="{7BDAB737-B273-4034-A416-2FF981C48F7E}" dt="2023-07-18T22:27:25.985" v="1479"/>
          <ac:inkMkLst>
            <pc:docMk/>
            <pc:sldMk cId="397499323" sldId="267"/>
            <ac:inkMk id="231" creationId="{7237AB0F-2F05-30F8-ECF8-556AC376FB18}"/>
          </ac:inkMkLst>
        </pc:inkChg>
        <pc:inkChg chg="add">
          <ac:chgData name="O'Connor, Jacqueline Antonia" userId="3b9bfa0c-75a1-427e-ae61-7069a76100c3" providerId="ADAL" clId="{7BDAB737-B273-4034-A416-2FF981C48F7E}" dt="2023-07-18T22:29:49.602" v="1483" actId="9405"/>
          <ac:inkMkLst>
            <pc:docMk/>
            <pc:sldMk cId="397499323" sldId="267"/>
            <ac:inkMk id="233" creationId="{F91E7E7E-3A23-420E-D90F-F042608B7AEE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38:00.327" v="1571" actId="9405"/>
        <pc:sldMkLst>
          <pc:docMk/>
          <pc:sldMk cId="2552043589" sldId="268"/>
        </pc:sldMkLst>
        <pc:grpChg chg="del mod">
          <ac:chgData name="O'Connor, Jacqueline Antonia" userId="3b9bfa0c-75a1-427e-ae61-7069a76100c3" providerId="ADAL" clId="{7BDAB737-B273-4034-A416-2FF981C48F7E}" dt="2023-07-18T22:36:02.347" v="1503"/>
          <ac:grpSpMkLst>
            <pc:docMk/>
            <pc:sldMk cId="2552043589" sldId="268"/>
            <ac:grpSpMk id="14" creationId="{3905F25F-5B73-57F5-53DC-7F12B9070C98}"/>
          </ac:grpSpMkLst>
        </pc:grpChg>
        <pc:grpChg chg="mod">
          <ac:chgData name="O'Connor, Jacqueline Antonia" userId="3b9bfa0c-75a1-427e-ae61-7069a76100c3" providerId="ADAL" clId="{7BDAB737-B273-4034-A416-2FF981C48F7E}" dt="2023-07-18T22:35:59.668" v="1496"/>
          <ac:grpSpMkLst>
            <pc:docMk/>
            <pc:sldMk cId="2552043589" sldId="268"/>
            <ac:grpSpMk id="15" creationId="{1DF17D32-D873-AF90-C3DB-0327C6D119A6}"/>
          </ac:grpSpMkLst>
        </pc:grpChg>
        <pc:grpChg chg="mod">
          <ac:chgData name="O'Connor, Jacqueline Antonia" userId="3b9bfa0c-75a1-427e-ae61-7069a76100c3" providerId="ADAL" clId="{7BDAB737-B273-4034-A416-2FF981C48F7E}" dt="2023-07-18T22:36:02.347" v="1503"/>
          <ac:grpSpMkLst>
            <pc:docMk/>
            <pc:sldMk cId="2552043589" sldId="268"/>
            <ac:grpSpMk id="22" creationId="{CE34CD27-2296-F316-F3B6-1928E4975952}"/>
          </ac:grpSpMkLst>
        </pc:grpChg>
        <pc:grpChg chg="del mod">
          <ac:chgData name="O'Connor, Jacqueline Antonia" userId="3b9bfa0c-75a1-427e-ae61-7069a76100c3" providerId="ADAL" clId="{7BDAB737-B273-4034-A416-2FF981C48F7E}" dt="2023-07-18T22:36:15.841" v="1517"/>
          <ac:grpSpMkLst>
            <pc:docMk/>
            <pc:sldMk cId="2552043589" sldId="268"/>
            <ac:grpSpMk id="31" creationId="{4F06B008-4324-8848-ACBB-9BC8B1B3A0E1}"/>
          </ac:grpSpMkLst>
        </pc:grpChg>
        <pc:grpChg chg="mod">
          <ac:chgData name="O'Connor, Jacqueline Antonia" userId="3b9bfa0c-75a1-427e-ae61-7069a76100c3" providerId="ADAL" clId="{7BDAB737-B273-4034-A416-2FF981C48F7E}" dt="2023-07-18T22:36:15.841" v="1517"/>
          <ac:grpSpMkLst>
            <pc:docMk/>
            <pc:sldMk cId="2552043589" sldId="268"/>
            <ac:grpSpMk id="36" creationId="{C392A0AE-9BC3-7632-C9A9-6D52265DA591}"/>
          </ac:grpSpMkLst>
        </pc:grpChg>
        <pc:grpChg chg="mod">
          <ac:chgData name="O'Connor, Jacqueline Antonia" userId="3b9bfa0c-75a1-427e-ae61-7069a76100c3" providerId="ADAL" clId="{7BDAB737-B273-4034-A416-2FF981C48F7E}" dt="2023-07-18T22:36:15.841" v="1517"/>
          <ac:grpSpMkLst>
            <pc:docMk/>
            <pc:sldMk cId="2552043589" sldId="268"/>
            <ac:grpSpMk id="37" creationId="{E7C8D91F-AEBD-8D21-81CE-479A9C8D088E}"/>
          </ac:grpSpMkLst>
        </pc:grpChg>
        <pc:grpChg chg="del mod">
          <ac:chgData name="O'Connor, Jacqueline Antonia" userId="3b9bfa0c-75a1-427e-ae61-7069a76100c3" providerId="ADAL" clId="{7BDAB737-B273-4034-A416-2FF981C48F7E}" dt="2023-07-18T22:36:25.631" v="1532"/>
          <ac:grpSpMkLst>
            <pc:docMk/>
            <pc:sldMk cId="2552043589" sldId="268"/>
            <ac:grpSpMk id="50" creationId="{BA3078B1-39AE-195C-C762-31D0D8B6FFA4}"/>
          </ac:grpSpMkLst>
        </pc:grpChg>
        <pc:grpChg chg="mod">
          <ac:chgData name="O'Connor, Jacqueline Antonia" userId="3b9bfa0c-75a1-427e-ae61-7069a76100c3" providerId="ADAL" clId="{7BDAB737-B273-4034-A416-2FF981C48F7E}" dt="2023-07-18T22:36:24.983" v="1530"/>
          <ac:grpSpMkLst>
            <pc:docMk/>
            <pc:sldMk cId="2552043589" sldId="268"/>
            <ac:grpSpMk id="51" creationId="{6BB69AFD-7316-3246-D67F-427B57B1F0EB}"/>
          </ac:grpSpMkLst>
        </pc:grpChg>
        <pc:grpChg chg="mod">
          <ac:chgData name="O'Connor, Jacqueline Antonia" userId="3b9bfa0c-75a1-427e-ae61-7069a76100c3" providerId="ADAL" clId="{7BDAB737-B273-4034-A416-2FF981C48F7E}" dt="2023-07-18T22:36:29.746" v="1538"/>
          <ac:grpSpMkLst>
            <pc:docMk/>
            <pc:sldMk cId="2552043589" sldId="268"/>
            <ac:grpSpMk id="56" creationId="{F20658A6-65B8-E053-DFD4-958B20FBEA1D}"/>
          </ac:grpSpMkLst>
        </pc:grpChg>
        <pc:grpChg chg="mod">
          <ac:chgData name="O'Connor, Jacqueline Antonia" userId="3b9bfa0c-75a1-427e-ae61-7069a76100c3" providerId="ADAL" clId="{7BDAB737-B273-4034-A416-2FF981C48F7E}" dt="2023-07-18T22:37:35.650" v="1553"/>
          <ac:grpSpMkLst>
            <pc:docMk/>
            <pc:sldMk cId="2552043589" sldId="268"/>
            <ac:grpSpMk id="71" creationId="{7651C935-2647-2BFB-204C-800676B5CEF2}"/>
          </ac:grpSpMkLst>
        </pc:grpChg>
        <pc:grpChg chg="mod">
          <ac:chgData name="O'Connor, Jacqueline Antonia" userId="3b9bfa0c-75a1-427e-ae61-7069a76100c3" providerId="ADAL" clId="{7BDAB737-B273-4034-A416-2FF981C48F7E}" dt="2023-07-18T22:37:35.650" v="1553"/>
          <ac:grpSpMkLst>
            <pc:docMk/>
            <pc:sldMk cId="2552043589" sldId="268"/>
            <ac:grpSpMk id="72" creationId="{AB78A32F-5C0E-43F4-2760-BC826DA46299}"/>
          </ac:grpSpMkLst>
        </pc:grpChg>
        <pc:grpChg chg="mod">
          <ac:chgData name="O'Connor, Jacqueline Antonia" userId="3b9bfa0c-75a1-427e-ae61-7069a76100c3" providerId="ADAL" clId="{7BDAB737-B273-4034-A416-2FF981C48F7E}" dt="2023-07-18T22:37:35.650" v="1553"/>
          <ac:grpSpMkLst>
            <pc:docMk/>
            <pc:sldMk cId="2552043589" sldId="268"/>
            <ac:grpSpMk id="73" creationId="{385A5303-C569-E6F2-4708-3D619FFACE8F}"/>
          </ac:grpSpMkLst>
        </pc:grpChg>
        <pc:grpChg chg="mod">
          <ac:chgData name="O'Connor, Jacqueline Antonia" userId="3b9bfa0c-75a1-427e-ae61-7069a76100c3" providerId="ADAL" clId="{7BDAB737-B273-4034-A416-2FF981C48F7E}" dt="2023-07-18T22:37:35.650" v="1553"/>
          <ac:grpSpMkLst>
            <pc:docMk/>
            <pc:sldMk cId="2552043589" sldId="268"/>
            <ac:grpSpMk id="74" creationId="{8AE8A3F1-C8C2-2089-DDAD-A726870A74E2}"/>
          </ac:grpSpMkLst>
        </pc:grpChg>
        <pc:grpChg chg="mod">
          <ac:chgData name="O'Connor, Jacqueline Antonia" userId="3b9bfa0c-75a1-427e-ae61-7069a76100c3" providerId="ADAL" clId="{7BDAB737-B273-4034-A416-2FF981C48F7E}" dt="2023-07-18T22:37:45.082" v="1570"/>
          <ac:grpSpMkLst>
            <pc:docMk/>
            <pc:sldMk cId="2552043589" sldId="268"/>
            <ac:grpSpMk id="91" creationId="{5FBCA4C5-0DB1-618F-9585-806F41105AAF}"/>
          </ac:grpSpMkLst>
        </pc:grpChg>
        <pc:grpChg chg="mod">
          <ac:chgData name="O'Connor, Jacqueline Antonia" userId="3b9bfa0c-75a1-427e-ae61-7069a76100c3" providerId="ADAL" clId="{7BDAB737-B273-4034-A416-2FF981C48F7E}" dt="2023-07-18T22:37:45.082" v="1570"/>
          <ac:grpSpMkLst>
            <pc:docMk/>
            <pc:sldMk cId="2552043589" sldId="268"/>
            <ac:grpSpMk id="92" creationId="{F680722C-94BC-CC0B-1A5F-A0744E570D83}"/>
          </ac:grpSpMkLst>
        </pc:grpChg>
        <pc:grpChg chg="mod">
          <ac:chgData name="O'Connor, Jacqueline Antonia" userId="3b9bfa0c-75a1-427e-ae61-7069a76100c3" providerId="ADAL" clId="{7BDAB737-B273-4034-A416-2FF981C48F7E}" dt="2023-07-18T22:37:45.082" v="1570"/>
          <ac:grpSpMkLst>
            <pc:docMk/>
            <pc:sldMk cId="2552043589" sldId="268"/>
            <ac:grpSpMk id="93" creationId="{FCAB191E-2548-C9DE-3CA8-E207FAB3F0EA}"/>
          </ac:grpSpMkLst>
        </pc:grpChg>
        <pc:inkChg chg="add mod">
          <ac:chgData name="O'Connor, Jacqueline Antonia" userId="3b9bfa0c-75a1-427e-ae61-7069a76100c3" providerId="ADAL" clId="{7BDAB737-B273-4034-A416-2FF981C48F7E}" dt="2023-07-18T22:35:59.668" v="1496"/>
          <ac:inkMkLst>
            <pc:docMk/>
            <pc:sldMk cId="2552043589" sldId="268"/>
            <ac:inkMk id="2" creationId="{5B783645-8398-2AA0-7E42-6874FF3C4CC4}"/>
          </ac:inkMkLst>
        </pc:inkChg>
        <pc:inkChg chg="add mod">
          <ac:chgData name="O'Connor, Jacqueline Antonia" userId="3b9bfa0c-75a1-427e-ae61-7069a76100c3" providerId="ADAL" clId="{7BDAB737-B273-4034-A416-2FF981C48F7E}" dt="2023-07-18T22:35:59.668" v="1496"/>
          <ac:inkMkLst>
            <pc:docMk/>
            <pc:sldMk cId="2552043589" sldId="268"/>
            <ac:inkMk id="3" creationId="{D20A5FBA-0377-10E5-AA32-3E349B212935}"/>
          </ac:inkMkLst>
        </pc:inkChg>
        <pc:inkChg chg="add mod">
          <ac:chgData name="O'Connor, Jacqueline Antonia" userId="3b9bfa0c-75a1-427e-ae61-7069a76100c3" providerId="ADAL" clId="{7BDAB737-B273-4034-A416-2FF981C48F7E}" dt="2023-07-18T22:35:59.668" v="1496"/>
          <ac:inkMkLst>
            <pc:docMk/>
            <pc:sldMk cId="2552043589" sldId="268"/>
            <ac:inkMk id="4" creationId="{4E71068B-25A8-D6EB-C954-BAB605D45323}"/>
          </ac:inkMkLst>
        </pc:inkChg>
        <pc:inkChg chg="add mod">
          <ac:chgData name="O'Connor, Jacqueline Antonia" userId="3b9bfa0c-75a1-427e-ae61-7069a76100c3" providerId="ADAL" clId="{7BDAB737-B273-4034-A416-2FF981C48F7E}" dt="2023-07-18T22:35:59.668" v="1496"/>
          <ac:inkMkLst>
            <pc:docMk/>
            <pc:sldMk cId="2552043589" sldId="268"/>
            <ac:inkMk id="5" creationId="{52A90D1B-27F8-3577-812E-3B4281658DE4}"/>
          </ac:inkMkLst>
        </pc:inkChg>
        <pc:inkChg chg="add mod">
          <ac:chgData name="O'Connor, Jacqueline Antonia" userId="3b9bfa0c-75a1-427e-ae61-7069a76100c3" providerId="ADAL" clId="{7BDAB737-B273-4034-A416-2FF981C48F7E}" dt="2023-07-18T22:35:59.668" v="1496"/>
          <ac:inkMkLst>
            <pc:docMk/>
            <pc:sldMk cId="2552043589" sldId="268"/>
            <ac:inkMk id="6" creationId="{FD8608C3-CC06-615E-8414-FD92FAECF88B}"/>
          </ac:inkMkLst>
        </pc:inkChg>
        <pc:inkChg chg="add mod">
          <ac:chgData name="O'Connor, Jacqueline Antonia" userId="3b9bfa0c-75a1-427e-ae61-7069a76100c3" providerId="ADAL" clId="{7BDAB737-B273-4034-A416-2FF981C48F7E}" dt="2023-07-18T22:35:59.668" v="1496"/>
          <ac:inkMkLst>
            <pc:docMk/>
            <pc:sldMk cId="2552043589" sldId="268"/>
            <ac:inkMk id="7" creationId="{B53B323F-3658-132F-FA99-CE6C2CAB76EE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8" creationId="{95C46995-9991-D072-420D-B168046A9245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9" creationId="{271B0F00-36E7-F18B-56F6-321767D3AEAF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0" creationId="{8CFC202E-84F7-E0A0-970C-D268ADCC1950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1" creationId="{7ABE08F8-175B-1335-A357-5882BA0CDD3B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2" creationId="{408DDAB4-6309-BB20-9560-2FD766BB62B7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3" creationId="{93709CCC-DF91-8E07-05BF-709B15FB8A16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6" creationId="{DB38B354-2EA6-695C-5096-3030CDBC3A0E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7" creationId="{3545C1A6-7DDE-CBAF-9A5D-2D11CA3E5715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8" creationId="{FB9BE956-2900-98BE-F2BC-EAF41740DA4B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19" creationId="{7FF7C991-B51C-9015-F1E9-8F2E64551DB1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20" creationId="{F5206117-A5EA-C867-76CC-60AF51E188F6}"/>
          </ac:inkMkLst>
        </pc:inkChg>
        <pc:inkChg chg="add mod">
          <ac:chgData name="O'Connor, Jacqueline Antonia" userId="3b9bfa0c-75a1-427e-ae61-7069a76100c3" providerId="ADAL" clId="{7BDAB737-B273-4034-A416-2FF981C48F7E}" dt="2023-07-18T22:36:02.347" v="1503"/>
          <ac:inkMkLst>
            <pc:docMk/>
            <pc:sldMk cId="2552043589" sldId="268"/>
            <ac:inkMk id="21" creationId="{F1EBF1AB-3AD7-9555-B2C8-014819EB3B04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23" creationId="{62F59D9B-39E2-DB6E-9265-8D9DB63471EF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24" creationId="{296C2187-2F19-FD42-7131-82740EBD5E54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25" creationId="{EA0DB357-D366-CA32-34DA-6D6F07912401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26" creationId="{86C53DD8-77CE-1F09-6672-9C9B0D1EB5E2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27" creationId="{C777AB9E-A2F0-EEA5-93D5-10C9A7E9A6CE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28" creationId="{3E7E8B06-51EB-AC8F-8482-0F73459C585B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29" creationId="{D0657531-99C8-A21A-6E2F-F330990A267A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30" creationId="{984621A3-64EA-56C9-B4CF-CD898A084691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32" creationId="{4ACA6AAA-0411-CB83-A6C7-E0C33889A746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33" creationId="{A89A7DB0-DCC0-D757-6512-3ADA16BB58A8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34" creationId="{540AB167-596F-F884-5454-02B0B3E26313}"/>
          </ac:inkMkLst>
        </pc:inkChg>
        <pc:inkChg chg="add mod">
          <ac:chgData name="O'Connor, Jacqueline Antonia" userId="3b9bfa0c-75a1-427e-ae61-7069a76100c3" providerId="ADAL" clId="{7BDAB737-B273-4034-A416-2FF981C48F7E}" dt="2023-07-18T22:36:15.841" v="1517"/>
          <ac:inkMkLst>
            <pc:docMk/>
            <pc:sldMk cId="2552043589" sldId="268"/>
            <ac:inkMk id="35" creationId="{0B1F229E-1F25-DEED-9BBE-6995A8EB6805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38" creationId="{CDEC0FCC-0DBF-8977-DAF9-557BBE166755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39" creationId="{A052F206-27E2-8D55-9D1D-BA8015B9D837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40" creationId="{3E553A42-1E4C-0127-5D8B-C81420173C89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41" creationId="{3C155792-15A4-541B-0E04-618E203B7804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42" creationId="{F3A32F78-9A97-639A-FE5B-4B1A1BA92B7A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43" creationId="{84B62008-5146-8F6B-B778-C9FFD1916B84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44" creationId="{1DAD20AE-8A57-57E8-12C7-595EE6459099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45" creationId="{4E3C5773-66C5-3673-762F-7804503030BC}"/>
          </ac:inkMkLst>
        </pc:inkChg>
        <pc:inkChg chg="add mod">
          <ac:chgData name="O'Connor, Jacqueline Antonia" userId="3b9bfa0c-75a1-427e-ae61-7069a76100c3" providerId="ADAL" clId="{7BDAB737-B273-4034-A416-2FF981C48F7E}" dt="2023-07-18T22:36:24.983" v="1530"/>
          <ac:inkMkLst>
            <pc:docMk/>
            <pc:sldMk cId="2552043589" sldId="268"/>
            <ac:inkMk id="46" creationId="{E8DBDD59-AC69-D0B2-4C0C-CFCD0B40E901}"/>
          </ac:inkMkLst>
        </pc:inkChg>
        <pc:inkChg chg="add del mod">
          <ac:chgData name="O'Connor, Jacqueline Antonia" userId="3b9bfa0c-75a1-427e-ae61-7069a76100c3" providerId="ADAL" clId="{7BDAB737-B273-4034-A416-2FF981C48F7E}" dt="2023-07-18T22:36:25.631" v="1531"/>
          <ac:inkMkLst>
            <pc:docMk/>
            <pc:sldMk cId="2552043589" sldId="268"/>
            <ac:inkMk id="47" creationId="{07E60BAA-EC2F-97C5-97FC-FB3B1A113915}"/>
          </ac:inkMkLst>
        </pc:inkChg>
        <pc:inkChg chg="add del mod">
          <ac:chgData name="O'Connor, Jacqueline Antonia" userId="3b9bfa0c-75a1-427e-ae61-7069a76100c3" providerId="ADAL" clId="{7BDAB737-B273-4034-A416-2FF981C48F7E}" dt="2023-07-18T22:36:26.638" v="1533"/>
          <ac:inkMkLst>
            <pc:docMk/>
            <pc:sldMk cId="2552043589" sldId="268"/>
            <ac:inkMk id="48" creationId="{3878902A-BC5A-34B2-BFC4-BC2ED901F47F}"/>
          </ac:inkMkLst>
        </pc:inkChg>
        <pc:inkChg chg="add del mod">
          <ac:chgData name="O'Connor, Jacqueline Antonia" userId="3b9bfa0c-75a1-427e-ae61-7069a76100c3" providerId="ADAL" clId="{7BDAB737-B273-4034-A416-2FF981C48F7E}" dt="2023-07-18T22:36:25.631" v="1532"/>
          <ac:inkMkLst>
            <pc:docMk/>
            <pc:sldMk cId="2552043589" sldId="268"/>
            <ac:inkMk id="49" creationId="{50E4BD1B-EE15-E6F9-36A0-484BE3D04088}"/>
          </ac:inkMkLst>
        </pc:inkChg>
        <pc:inkChg chg="add mod">
          <ac:chgData name="O'Connor, Jacqueline Antonia" userId="3b9bfa0c-75a1-427e-ae61-7069a76100c3" providerId="ADAL" clId="{7BDAB737-B273-4034-A416-2FF981C48F7E}" dt="2023-07-18T22:36:29.746" v="1538"/>
          <ac:inkMkLst>
            <pc:docMk/>
            <pc:sldMk cId="2552043589" sldId="268"/>
            <ac:inkMk id="52" creationId="{A1CDB138-AE0F-C4B9-39CB-C9025094BC70}"/>
          </ac:inkMkLst>
        </pc:inkChg>
        <pc:inkChg chg="add mod">
          <ac:chgData name="O'Connor, Jacqueline Antonia" userId="3b9bfa0c-75a1-427e-ae61-7069a76100c3" providerId="ADAL" clId="{7BDAB737-B273-4034-A416-2FF981C48F7E}" dt="2023-07-18T22:36:29.746" v="1538"/>
          <ac:inkMkLst>
            <pc:docMk/>
            <pc:sldMk cId="2552043589" sldId="268"/>
            <ac:inkMk id="53" creationId="{0F85ECAF-2A01-EC4C-13E2-AC38FB4317A0}"/>
          </ac:inkMkLst>
        </pc:inkChg>
        <pc:inkChg chg="add mod">
          <ac:chgData name="O'Connor, Jacqueline Antonia" userId="3b9bfa0c-75a1-427e-ae61-7069a76100c3" providerId="ADAL" clId="{7BDAB737-B273-4034-A416-2FF981C48F7E}" dt="2023-07-18T22:36:29.746" v="1538"/>
          <ac:inkMkLst>
            <pc:docMk/>
            <pc:sldMk cId="2552043589" sldId="268"/>
            <ac:inkMk id="54" creationId="{25CF7B87-68EF-7FC5-8AC3-5852DF939F44}"/>
          </ac:inkMkLst>
        </pc:inkChg>
        <pc:inkChg chg="add mod">
          <ac:chgData name="O'Connor, Jacqueline Antonia" userId="3b9bfa0c-75a1-427e-ae61-7069a76100c3" providerId="ADAL" clId="{7BDAB737-B273-4034-A416-2FF981C48F7E}" dt="2023-07-18T22:36:29.746" v="1538"/>
          <ac:inkMkLst>
            <pc:docMk/>
            <pc:sldMk cId="2552043589" sldId="268"/>
            <ac:inkMk id="55" creationId="{4430E414-777B-2967-6BFD-6E6A4E93D173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57" creationId="{5D976776-AAA4-6DAD-3E3C-9607B5E5CE34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58" creationId="{EE12EF57-6563-82BC-AF94-2C1F92DC8D36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59" creationId="{10406B79-A03B-04E3-CFB7-4163C5EF2029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0" creationId="{80786872-1D08-5C09-2FB2-667298EF1BEA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1" creationId="{15F554DB-DFE7-C356-68CA-4F26347F7783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2" creationId="{FAA4EC3A-4EFF-0E43-A0D8-42DE8A8FC6A1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3" creationId="{93921A7D-B5EC-A54E-E95B-0D316D7FAD0E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4" creationId="{19A9C970-2596-E42D-871D-8460ED4972A2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5" creationId="{836078E1-A8B0-7FC5-6CA8-950BE689B57A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6" creationId="{F8B691A9-0A11-2764-4151-0CD28329D673}"/>
          </ac:inkMkLst>
        </pc:inkChg>
        <pc:inkChg chg="add">
          <ac:chgData name="O'Connor, Jacqueline Antonia" userId="3b9bfa0c-75a1-427e-ae61-7069a76100c3" providerId="ADAL" clId="{7BDAB737-B273-4034-A416-2FF981C48F7E}" dt="2023-07-18T22:37:33.701" v="1549" actId="9405"/>
          <ac:inkMkLst>
            <pc:docMk/>
            <pc:sldMk cId="2552043589" sldId="268"/>
            <ac:inkMk id="67" creationId="{BD4E027B-CBF5-4FBB-47A0-C6C88978F9AA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8" creationId="{15C3A002-D6DC-AEB8-39E4-D30A24826BCB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69" creationId="{276FA160-BD54-03BB-E0AE-CCAD28B9730F}"/>
          </ac:inkMkLst>
        </pc:inkChg>
        <pc:inkChg chg="add mod">
          <ac:chgData name="O'Connor, Jacqueline Antonia" userId="3b9bfa0c-75a1-427e-ae61-7069a76100c3" providerId="ADAL" clId="{7BDAB737-B273-4034-A416-2FF981C48F7E}" dt="2023-07-18T22:37:35.650" v="1553"/>
          <ac:inkMkLst>
            <pc:docMk/>
            <pc:sldMk cId="2552043589" sldId="268"/>
            <ac:inkMk id="70" creationId="{95EC619E-0E0F-8B0C-4F85-D9F4E62C353D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75" creationId="{634FCD29-CC4B-7F39-CC8C-889178B009EA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76" creationId="{4C76F8B0-FEFC-0CE2-F15D-C312D984AADB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77" creationId="{ED36761C-6365-501E-3E1A-324BDE187E46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78" creationId="{0D374FB9-D3F9-90B7-F882-438F625B00C4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79" creationId="{7376B5D4-1204-3139-0AA5-2A7860CF5C91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0" creationId="{C5080600-5B52-FA7C-C976-68DB4A8D60D9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1" creationId="{3BEE2E51-74F3-77C6-E441-FC82C2A1EE88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2" creationId="{1FC2B4C3-E2A2-2731-0998-27345EEB6084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3" creationId="{3E9E3CDC-FCCD-784D-3E03-6C20E0541591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4" creationId="{61DCAC5F-435F-55F3-5C64-ADA057970C2E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5" creationId="{06F43389-9B5B-D002-C9D1-B51AE18331DC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6" creationId="{4783465A-F689-9196-7B40-56FE5714C89D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7" creationId="{9BB380A1-DB21-51C8-C8E5-D89DDEDE3C5F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8" creationId="{EFDFB75B-E479-B2EF-D5BB-249FBFF03BB9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89" creationId="{BDB07E29-960A-FBB2-1AAC-7436729E530C}"/>
          </ac:inkMkLst>
        </pc:inkChg>
        <pc:inkChg chg="add mod">
          <ac:chgData name="O'Connor, Jacqueline Antonia" userId="3b9bfa0c-75a1-427e-ae61-7069a76100c3" providerId="ADAL" clId="{7BDAB737-B273-4034-A416-2FF981C48F7E}" dt="2023-07-18T22:37:45.082" v="1570"/>
          <ac:inkMkLst>
            <pc:docMk/>
            <pc:sldMk cId="2552043589" sldId="268"/>
            <ac:inkMk id="90" creationId="{2912E1C8-BFFE-868E-D776-B72723D9D6DA}"/>
          </ac:inkMkLst>
        </pc:inkChg>
        <pc:inkChg chg="add">
          <ac:chgData name="O'Connor, Jacqueline Antonia" userId="3b9bfa0c-75a1-427e-ae61-7069a76100c3" providerId="ADAL" clId="{7BDAB737-B273-4034-A416-2FF981C48F7E}" dt="2023-07-18T22:38:00.327" v="1571" actId="9405"/>
          <ac:inkMkLst>
            <pc:docMk/>
            <pc:sldMk cId="2552043589" sldId="268"/>
            <ac:inkMk id="94" creationId="{E5989598-D0D5-1751-9BD4-085564A76F88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53:29.066" v="1700"/>
        <pc:sldMkLst>
          <pc:docMk/>
          <pc:sldMk cId="2659763474" sldId="269"/>
        </pc:sldMkLst>
        <pc:grpChg chg="mod">
          <ac:chgData name="O'Connor, Jacqueline Antonia" userId="3b9bfa0c-75a1-427e-ae61-7069a76100c3" providerId="ADAL" clId="{7BDAB737-B273-4034-A416-2FF981C48F7E}" dt="2023-07-18T22:52:02.106" v="1585"/>
          <ac:grpSpMkLst>
            <pc:docMk/>
            <pc:sldMk cId="2659763474" sldId="269"/>
            <ac:grpSpMk id="12" creationId="{A5416F28-4FA6-CFDD-56F0-426C9FB7B803}"/>
          </ac:grpSpMkLst>
        </pc:grpChg>
        <pc:grpChg chg="mod">
          <ac:chgData name="O'Connor, Jacqueline Antonia" userId="3b9bfa0c-75a1-427e-ae61-7069a76100c3" providerId="ADAL" clId="{7BDAB737-B273-4034-A416-2FF981C48F7E}" dt="2023-07-18T22:52:02.106" v="1585"/>
          <ac:grpSpMkLst>
            <pc:docMk/>
            <pc:sldMk cId="2659763474" sldId="269"/>
            <ac:grpSpMk id="13" creationId="{503D4789-3C37-8206-8836-B4E0D527A2E2}"/>
          </ac:grpSpMkLst>
        </pc:grpChg>
        <pc:grpChg chg="mod">
          <ac:chgData name="O'Connor, Jacqueline Antonia" userId="3b9bfa0c-75a1-427e-ae61-7069a76100c3" providerId="ADAL" clId="{7BDAB737-B273-4034-A416-2FF981C48F7E}" dt="2023-07-18T22:52:14.458" v="1593"/>
          <ac:grpSpMkLst>
            <pc:docMk/>
            <pc:sldMk cId="2659763474" sldId="269"/>
            <ac:grpSpMk id="21" creationId="{6088B510-D0FC-FC28-5D2C-97F9669BE6EB}"/>
          </ac:grpSpMkLst>
        </pc:grpChg>
        <pc:grpChg chg="mod">
          <ac:chgData name="O'Connor, Jacqueline Antonia" userId="3b9bfa0c-75a1-427e-ae61-7069a76100c3" providerId="ADAL" clId="{7BDAB737-B273-4034-A416-2FF981C48F7E}" dt="2023-07-18T22:52:23.755" v="1613"/>
          <ac:grpSpMkLst>
            <pc:docMk/>
            <pc:sldMk cId="2659763474" sldId="269"/>
            <ac:grpSpMk id="41" creationId="{887795A4-998B-178C-CCA3-BE18E60CF61B}"/>
          </ac:grpSpMkLst>
        </pc:grpChg>
        <pc:grpChg chg="mod">
          <ac:chgData name="O'Connor, Jacqueline Antonia" userId="3b9bfa0c-75a1-427e-ae61-7069a76100c3" providerId="ADAL" clId="{7BDAB737-B273-4034-A416-2FF981C48F7E}" dt="2023-07-18T22:52:23.755" v="1613"/>
          <ac:grpSpMkLst>
            <pc:docMk/>
            <pc:sldMk cId="2659763474" sldId="269"/>
            <ac:grpSpMk id="42" creationId="{A48D8CBC-563E-E41E-AB29-B7238AA03498}"/>
          </ac:grpSpMkLst>
        </pc:grpChg>
        <pc:grpChg chg="mod">
          <ac:chgData name="O'Connor, Jacqueline Antonia" userId="3b9bfa0c-75a1-427e-ae61-7069a76100c3" providerId="ADAL" clId="{7BDAB737-B273-4034-A416-2FF981C48F7E}" dt="2023-07-18T22:52:23.755" v="1613"/>
          <ac:grpSpMkLst>
            <pc:docMk/>
            <pc:sldMk cId="2659763474" sldId="269"/>
            <ac:grpSpMk id="43" creationId="{644B493F-EB56-EAA2-BA48-140C02E17202}"/>
          </ac:grpSpMkLst>
        </pc:grpChg>
        <pc:grpChg chg="mod">
          <ac:chgData name="O'Connor, Jacqueline Antonia" userId="3b9bfa0c-75a1-427e-ae61-7069a76100c3" providerId="ADAL" clId="{7BDAB737-B273-4034-A416-2FF981C48F7E}" dt="2023-07-18T22:52:23.755" v="1613"/>
          <ac:grpSpMkLst>
            <pc:docMk/>
            <pc:sldMk cId="2659763474" sldId="269"/>
            <ac:grpSpMk id="44" creationId="{6F86D9E4-1604-24D3-1E91-F9FFE4F8D22E}"/>
          </ac:grpSpMkLst>
        </pc:grpChg>
        <pc:grpChg chg="mod">
          <ac:chgData name="O'Connor, Jacqueline Antonia" userId="3b9bfa0c-75a1-427e-ae61-7069a76100c3" providerId="ADAL" clId="{7BDAB737-B273-4034-A416-2FF981C48F7E}" dt="2023-07-18T22:52:23.755" v="1613"/>
          <ac:grpSpMkLst>
            <pc:docMk/>
            <pc:sldMk cId="2659763474" sldId="269"/>
            <ac:grpSpMk id="45" creationId="{D830420F-2604-043C-F81D-2899C92D25F3}"/>
          </ac:grpSpMkLst>
        </pc:grpChg>
        <pc:grpChg chg="mod">
          <ac:chgData name="O'Connor, Jacqueline Antonia" userId="3b9bfa0c-75a1-427e-ae61-7069a76100c3" providerId="ADAL" clId="{7BDAB737-B273-4034-A416-2FF981C48F7E}" dt="2023-07-18T22:52:39.084" v="1621"/>
          <ac:grpSpMkLst>
            <pc:docMk/>
            <pc:sldMk cId="2659763474" sldId="269"/>
            <ac:grpSpMk id="53" creationId="{A8430502-392E-AA36-D3E5-697DE815D278}"/>
          </ac:grpSpMkLst>
        </pc:grpChg>
        <pc:grpChg chg="mod">
          <ac:chgData name="O'Connor, Jacqueline Antonia" userId="3b9bfa0c-75a1-427e-ae61-7069a76100c3" providerId="ADAL" clId="{7BDAB737-B273-4034-A416-2FF981C48F7E}" dt="2023-07-18T22:52:45.035" v="1628"/>
          <ac:grpSpMkLst>
            <pc:docMk/>
            <pc:sldMk cId="2659763474" sldId="269"/>
            <ac:grpSpMk id="60" creationId="{7247763A-F0AB-63F5-B746-8E8F4EC80335}"/>
          </ac:grpSpMkLst>
        </pc:grpChg>
        <pc:grpChg chg="mod">
          <ac:chgData name="O'Connor, Jacqueline Antonia" userId="3b9bfa0c-75a1-427e-ae61-7069a76100c3" providerId="ADAL" clId="{7BDAB737-B273-4034-A416-2FF981C48F7E}" dt="2023-07-18T22:52:49.326" v="1631"/>
          <ac:grpSpMkLst>
            <pc:docMk/>
            <pc:sldMk cId="2659763474" sldId="269"/>
            <ac:grpSpMk id="63" creationId="{227ED7BB-E4BB-2DF8-983C-C59F61A5733C}"/>
          </ac:grpSpMkLst>
        </pc:grpChg>
        <pc:grpChg chg="mod">
          <ac:chgData name="O'Connor, Jacqueline Antonia" userId="3b9bfa0c-75a1-427e-ae61-7069a76100c3" providerId="ADAL" clId="{7BDAB737-B273-4034-A416-2FF981C48F7E}" dt="2023-07-18T22:52:54.400" v="1635"/>
          <ac:grpSpMkLst>
            <pc:docMk/>
            <pc:sldMk cId="2659763474" sldId="269"/>
            <ac:grpSpMk id="67" creationId="{A028F845-52FC-F7A6-6EEE-D2E4B2D85DF2}"/>
          </ac:grpSpMkLst>
        </pc:grpChg>
        <pc:grpChg chg="mod">
          <ac:chgData name="O'Connor, Jacqueline Antonia" userId="3b9bfa0c-75a1-427e-ae61-7069a76100c3" providerId="ADAL" clId="{7BDAB737-B273-4034-A416-2FF981C48F7E}" dt="2023-07-18T22:53:01.602" v="1649"/>
          <ac:grpSpMkLst>
            <pc:docMk/>
            <pc:sldMk cId="2659763474" sldId="269"/>
            <ac:grpSpMk id="81" creationId="{C46F0894-795D-1782-97D6-14AD4C7A6EDF}"/>
          </ac:grpSpMkLst>
        </pc:grpChg>
        <pc:grpChg chg="mod">
          <ac:chgData name="O'Connor, Jacqueline Antonia" userId="3b9bfa0c-75a1-427e-ae61-7069a76100c3" providerId="ADAL" clId="{7BDAB737-B273-4034-A416-2FF981C48F7E}" dt="2023-07-18T22:53:01.602" v="1649"/>
          <ac:grpSpMkLst>
            <pc:docMk/>
            <pc:sldMk cId="2659763474" sldId="269"/>
            <ac:grpSpMk id="82" creationId="{F67ACB5E-B9EA-62F8-7B79-4B2FC980E14F}"/>
          </ac:grpSpMkLst>
        </pc:grpChg>
        <pc:grpChg chg="mod">
          <ac:chgData name="O'Connor, Jacqueline Antonia" userId="3b9bfa0c-75a1-427e-ae61-7069a76100c3" providerId="ADAL" clId="{7BDAB737-B273-4034-A416-2FF981C48F7E}" dt="2023-07-18T22:53:01.602" v="1649"/>
          <ac:grpSpMkLst>
            <pc:docMk/>
            <pc:sldMk cId="2659763474" sldId="269"/>
            <ac:grpSpMk id="83" creationId="{5AF8D532-523F-870A-415E-A9FC8F8E0183}"/>
          </ac:grpSpMkLst>
        </pc:grpChg>
        <pc:grpChg chg="del mod">
          <ac:chgData name="O'Connor, Jacqueline Antonia" userId="3b9bfa0c-75a1-427e-ae61-7069a76100c3" providerId="ADAL" clId="{7BDAB737-B273-4034-A416-2FF981C48F7E}" dt="2023-07-18T22:53:17.858" v="1678"/>
          <ac:grpSpMkLst>
            <pc:docMk/>
            <pc:sldMk cId="2659763474" sldId="269"/>
            <ac:grpSpMk id="94" creationId="{3692547F-07DA-4E7B-F506-DAC0E4672603}"/>
          </ac:grpSpMkLst>
        </pc:grpChg>
        <pc:grpChg chg="del mod">
          <ac:chgData name="O'Connor, Jacqueline Antonia" userId="3b9bfa0c-75a1-427e-ae61-7069a76100c3" providerId="ADAL" clId="{7BDAB737-B273-4034-A416-2FF981C48F7E}" dt="2023-07-18T22:53:17.858" v="1678"/>
          <ac:grpSpMkLst>
            <pc:docMk/>
            <pc:sldMk cId="2659763474" sldId="269"/>
            <ac:grpSpMk id="112" creationId="{5033888D-D88B-1374-24DB-FC76CEA46A81}"/>
          </ac:grpSpMkLst>
        </pc:grpChg>
        <pc:grpChg chg="del mod">
          <ac:chgData name="O'Connor, Jacqueline Antonia" userId="3b9bfa0c-75a1-427e-ae61-7069a76100c3" providerId="ADAL" clId="{7BDAB737-B273-4034-A416-2FF981C48F7E}" dt="2023-07-18T22:53:17.858" v="1678"/>
          <ac:grpSpMkLst>
            <pc:docMk/>
            <pc:sldMk cId="2659763474" sldId="269"/>
            <ac:grpSpMk id="113" creationId="{177CD7F8-98FC-D12D-F172-09BA37D3F17D}"/>
          </ac:grpSpMkLst>
        </pc:grpChg>
        <pc:grpChg chg="mod">
          <ac:chgData name="O'Connor, Jacqueline Antonia" userId="3b9bfa0c-75a1-427e-ae61-7069a76100c3" providerId="ADAL" clId="{7BDAB737-B273-4034-A416-2FF981C48F7E}" dt="2023-07-18T22:53:17.858" v="1678"/>
          <ac:grpSpMkLst>
            <pc:docMk/>
            <pc:sldMk cId="2659763474" sldId="269"/>
            <ac:grpSpMk id="114" creationId="{04B4C4CD-BB2F-E6CB-4EB6-05523E89336A}"/>
          </ac:grpSpMkLst>
        </pc:grpChg>
        <pc:grpChg chg="mod">
          <ac:chgData name="O'Connor, Jacqueline Antonia" userId="3b9bfa0c-75a1-427e-ae61-7069a76100c3" providerId="ADAL" clId="{7BDAB737-B273-4034-A416-2FF981C48F7E}" dt="2023-07-18T22:53:23.265" v="1688"/>
          <ac:grpSpMkLst>
            <pc:docMk/>
            <pc:sldMk cId="2659763474" sldId="269"/>
            <ac:grpSpMk id="124" creationId="{D150387E-4F99-E5F0-EC33-3F2D99BFD39C}"/>
          </ac:grpSpMkLst>
        </pc:grpChg>
        <pc:grpChg chg="del mod">
          <ac:chgData name="O'Connor, Jacqueline Antonia" userId="3b9bfa0c-75a1-427e-ae61-7069a76100c3" providerId="ADAL" clId="{7BDAB737-B273-4034-A416-2FF981C48F7E}" dt="2023-07-18T22:53:29.066" v="1700"/>
          <ac:grpSpMkLst>
            <pc:docMk/>
            <pc:sldMk cId="2659763474" sldId="269"/>
            <ac:grpSpMk id="133" creationId="{E0178196-65B1-91BC-F0ED-851D6E4BAC25}"/>
          </ac:grpSpMkLst>
        </pc:grpChg>
        <pc:grpChg chg="del mod">
          <ac:chgData name="O'Connor, Jacqueline Antonia" userId="3b9bfa0c-75a1-427e-ae61-7069a76100c3" providerId="ADAL" clId="{7BDAB737-B273-4034-A416-2FF981C48F7E}" dt="2023-07-18T22:53:29.066" v="1700"/>
          <ac:grpSpMkLst>
            <pc:docMk/>
            <pc:sldMk cId="2659763474" sldId="269"/>
            <ac:grpSpMk id="134" creationId="{D0EDBE3D-2807-747D-0F67-0ABF8830D4B5}"/>
          </ac:grpSpMkLst>
        </pc:grpChg>
        <pc:grpChg chg="mod">
          <ac:chgData name="O'Connor, Jacqueline Antonia" userId="3b9bfa0c-75a1-427e-ae61-7069a76100c3" providerId="ADAL" clId="{7BDAB737-B273-4034-A416-2FF981C48F7E}" dt="2023-07-18T22:53:29.066" v="1700"/>
          <ac:grpSpMkLst>
            <pc:docMk/>
            <pc:sldMk cId="2659763474" sldId="269"/>
            <ac:grpSpMk id="137" creationId="{5992223D-7AE5-93DF-B927-2C212A6A49BD}"/>
          </ac:grpSpMkLst>
        </pc:grp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2" creationId="{C9BCFC4E-ACC7-C5F3-C170-666847B1DB16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3" creationId="{151EEB0E-A72C-3195-0CBB-EF69562A8522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4" creationId="{A5711AB7-06F1-CE63-DE95-53661C434E87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5" creationId="{B28A06D0-128C-BA5D-8D85-9D9212F4C32B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6" creationId="{AAE07E04-2192-5F50-4187-3A3866991235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7" creationId="{E0C15C2A-06FF-F961-5BED-B372AC25C2D1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8" creationId="{FD7BC90F-BCF9-B12E-C408-C01B523D7604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9" creationId="{3FAA3B99-0E13-6E69-F06F-5226B59C2442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10" creationId="{939AAFB3-FEB3-DA77-734D-D506F0512CC7}"/>
          </ac:inkMkLst>
        </pc:inkChg>
        <pc:inkChg chg="add mod">
          <ac:chgData name="O'Connor, Jacqueline Antonia" userId="3b9bfa0c-75a1-427e-ae61-7069a76100c3" providerId="ADAL" clId="{7BDAB737-B273-4034-A416-2FF981C48F7E}" dt="2023-07-18T22:52:02.106" v="1585"/>
          <ac:inkMkLst>
            <pc:docMk/>
            <pc:sldMk cId="2659763474" sldId="269"/>
            <ac:inkMk id="11" creationId="{5F58520A-1B3E-2E82-C34A-15AC7B759FB7}"/>
          </ac:inkMkLst>
        </pc:inkChg>
        <pc:inkChg chg="add mod">
          <ac:chgData name="O'Connor, Jacqueline Antonia" userId="3b9bfa0c-75a1-427e-ae61-7069a76100c3" providerId="ADAL" clId="{7BDAB737-B273-4034-A416-2FF981C48F7E}" dt="2023-07-18T22:52:14.458" v="1593"/>
          <ac:inkMkLst>
            <pc:docMk/>
            <pc:sldMk cId="2659763474" sldId="269"/>
            <ac:inkMk id="14" creationId="{A7C4B13D-5BB7-8513-D569-935554E21902}"/>
          </ac:inkMkLst>
        </pc:inkChg>
        <pc:inkChg chg="add mod">
          <ac:chgData name="O'Connor, Jacqueline Antonia" userId="3b9bfa0c-75a1-427e-ae61-7069a76100c3" providerId="ADAL" clId="{7BDAB737-B273-4034-A416-2FF981C48F7E}" dt="2023-07-18T22:52:14.458" v="1593"/>
          <ac:inkMkLst>
            <pc:docMk/>
            <pc:sldMk cId="2659763474" sldId="269"/>
            <ac:inkMk id="15" creationId="{AD3495B1-2C7C-7D68-375C-247622D35CC3}"/>
          </ac:inkMkLst>
        </pc:inkChg>
        <pc:inkChg chg="add mod">
          <ac:chgData name="O'Connor, Jacqueline Antonia" userId="3b9bfa0c-75a1-427e-ae61-7069a76100c3" providerId="ADAL" clId="{7BDAB737-B273-4034-A416-2FF981C48F7E}" dt="2023-07-18T22:52:14.458" v="1593"/>
          <ac:inkMkLst>
            <pc:docMk/>
            <pc:sldMk cId="2659763474" sldId="269"/>
            <ac:inkMk id="16" creationId="{2AE1E6FF-2A5E-5817-647B-F87E7A1B31E8}"/>
          </ac:inkMkLst>
        </pc:inkChg>
        <pc:inkChg chg="add mod">
          <ac:chgData name="O'Connor, Jacqueline Antonia" userId="3b9bfa0c-75a1-427e-ae61-7069a76100c3" providerId="ADAL" clId="{7BDAB737-B273-4034-A416-2FF981C48F7E}" dt="2023-07-18T22:52:14.458" v="1593"/>
          <ac:inkMkLst>
            <pc:docMk/>
            <pc:sldMk cId="2659763474" sldId="269"/>
            <ac:inkMk id="17" creationId="{D9C9DD72-8915-02B9-2156-6261A4C70CFE}"/>
          </ac:inkMkLst>
        </pc:inkChg>
        <pc:inkChg chg="add mod">
          <ac:chgData name="O'Connor, Jacqueline Antonia" userId="3b9bfa0c-75a1-427e-ae61-7069a76100c3" providerId="ADAL" clId="{7BDAB737-B273-4034-A416-2FF981C48F7E}" dt="2023-07-18T22:52:14.458" v="1593"/>
          <ac:inkMkLst>
            <pc:docMk/>
            <pc:sldMk cId="2659763474" sldId="269"/>
            <ac:inkMk id="18" creationId="{C6418364-B5DA-BE9A-38B1-03864CD300FA}"/>
          </ac:inkMkLst>
        </pc:inkChg>
        <pc:inkChg chg="add mod">
          <ac:chgData name="O'Connor, Jacqueline Antonia" userId="3b9bfa0c-75a1-427e-ae61-7069a76100c3" providerId="ADAL" clId="{7BDAB737-B273-4034-A416-2FF981C48F7E}" dt="2023-07-18T22:52:14.458" v="1593"/>
          <ac:inkMkLst>
            <pc:docMk/>
            <pc:sldMk cId="2659763474" sldId="269"/>
            <ac:inkMk id="19" creationId="{8D24F456-73E1-EBA6-38A8-370F6EB67C6F}"/>
          </ac:inkMkLst>
        </pc:inkChg>
        <pc:inkChg chg="add mod">
          <ac:chgData name="O'Connor, Jacqueline Antonia" userId="3b9bfa0c-75a1-427e-ae61-7069a76100c3" providerId="ADAL" clId="{7BDAB737-B273-4034-A416-2FF981C48F7E}" dt="2023-07-18T22:52:14.458" v="1593"/>
          <ac:inkMkLst>
            <pc:docMk/>
            <pc:sldMk cId="2659763474" sldId="269"/>
            <ac:inkMk id="20" creationId="{8B079D95-DC69-F1FB-6743-32FD359EEE74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2" creationId="{D15B8E01-1FCF-8171-3A63-9F14BEDD7F81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3" creationId="{8C6656A5-FF4E-DD3B-E768-6405591B1290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4" creationId="{8B04D975-4492-39A0-31BE-04967312BD90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5" creationId="{DBABA606-692B-AB7C-68F8-B46C5E2F53E4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6" creationId="{1145C331-16B0-29BE-F30D-B1E6FD827D42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7" creationId="{6134531A-B484-FA7A-24D4-2FC2D608713F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8" creationId="{F5CAA192-9F5E-FF27-8481-F6BB4A01AAEE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29" creationId="{CD5C462A-CF24-F65E-A32F-DADD2B51D0D1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0" creationId="{F75C9E9F-A0F2-F036-1906-3C3D0C59A692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1" creationId="{B319444F-98C3-4237-39E9-5F0E50BA145D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2" creationId="{0463FC27-5370-FEFF-A808-0433563ECB26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3" creationId="{700D33BD-B2EA-8567-3418-1A49F7306BBB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4" creationId="{359BC6A6-2859-0D9D-3DFE-D753A50DEF94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5" creationId="{09648637-3576-CCA6-AA41-BE8CF277AD55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6" creationId="{822AB7FC-97F5-B589-51CA-8D5FEFB3D4C5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7" creationId="{AC30F3A5-4FD0-8AA7-8C8F-5A4912D2103F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8" creationId="{09840AB4-C520-4C33-DBA5-EA609EB11E7E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39" creationId="{7423D903-1D4C-53EB-7129-2015857DDE15}"/>
          </ac:inkMkLst>
        </pc:inkChg>
        <pc:inkChg chg="add mod">
          <ac:chgData name="O'Connor, Jacqueline Antonia" userId="3b9bfa0c-75a1-427e-ae61-7069a76100c3" providerId="ADAL" clId="{7BDAB737-B273-4034-A416-2FF981C48F7E}" dt="2023-07-18T22:52:23.755" v="1613"/>
          <ac:inkMkLst>
            <pc:docMk/>
            <pc:sldMk cId="2659763474" sldId="269"/>
            <ac:inkMk id="40" creationId="{30D0DEA6-7962-F0EA-99CF-4CA78C1F8986}"/>
          </ac:inkMkLst>
        </pc:inkChg>
        <pc:inkChg chg="add mod">
          <ac:chgData name="O'Connor, Jacqueline Antonia" userId="3b9bfa0c-75a1-427e-ae61-7069a76100c3" providerId="ADAL" clId="{7BDAB737-B273-4034-A416-2FF981C48F7E}" dt="2023-07-18T22:52:39.084" v="1621"/>
          <ac:inkMkLst>
            <pc:docMk/>
            <pc:sldMk cId="2659763474" sldId="269"/>
            <ac:inkMk id="46" creationId="{56D6EACD-FF00-4D9F-073A-C216226E80CD}"/>
          </ac:inkMkLst>
        </pc:inkChg>
        <pc:inkChg chg="add mod">
          <ac:chgData name="O'Connor, Jacqueline Antonia" userId="3b9bfa0c-75a1-427e-ae61-7069a76100c3" providerId="ADAL" clId="{7BDAB737-B273-4034-A416-2FF981C48F7E}" dt="2023-07-18T22:52:39.084" v="1621"/>
          <ac:inkMkLst>
            <pc:docMk/>
            <pc:sldMk cId="2659763474" sldId="269"/>
            <ac:inkMk id="47" creationId="{81789DB8-40D1-E167-1811-5DF885306C13}"/>
          </ac:inkMkLst>
        </pc:inkChg>
        <pc:inkChg chg="add mod">
          <ac:chgData name="O'Connor, Jacqueline Antonia" userId="3b9bfa0c-75a1-427e-ae61-7069a76100c3" providerId="ADAL" clId="{7BDAB737-B273-4034-A416-2FF981C48F7E}" dt="2023-07-18T22:52:39.084" v="1621"/>
          <ac:inkMkLst>
            <pc:docMk/>
            <pc:sldMk cId="2659763474" sldId="269"/>
            <ac:inkMk id="48" creationId="{8F5F98BA-569D-0EBC-D229-12662C8C79A8}"/>
          </ac:inkMkLst>
        </pc:inkChg>
        <pc:inkChg chg="add mod">
          <ac:chgData name="O'Connor, Jacqueline Antonia" userId="3b9bfa0c-75a1-427e-ae61-7069a76100c3" providerId="ADAL" clId="{7BDAB737-B273-4034-A416-2FF981C48F7E}" dt="2023-07-18T22:52:39.084" v="1621"/>
          <ac:inkMkLst>
            <pc:docMk/>
            <pc:sldMk cId="2659763474" sldId="269"/>
            <ac:inkMk id="49" creationId="{3053DCE1-E976-A32F-B50E-E9068AB22442}"/>
          </ac:inkMkLst>
        </pc:inkChg>
        <pc:inkChg chg="add mod">
          <ac:chgData name="O'Connor, Jacqueline Antonia" userId="3b9bfa0c-75a1-427e-ae61-7069a76100c3" providerId="ADAL" clId="{7BDAB737-B273-4034-A416-2FF981C48F7E}" dt="2023-07-18T22:52:39.084" v="1621"/>
          <ac:inkMkLst>
            <pc:docMk/>
            <pc:sldMk cId="2659763474" sldId="269"/>
            <ac:inkMk id="50" creationId="{13C44369-5C79-5219-9204-D949D991B07C}"/>
          </ac:inkMkLst>
        </pc:inkChg>
        <pc:inkChg chg="add">
          <ac:chgData name="O'Connor, Jacqueline Antonia" userId="3b9bfa0c-75a1-427e-ae61-7069a76100c3" providerId="ADAL" clId="{7BDAB737-B273-4034-A416-2FF981C48F7E}" dt="2023-07-18T22:52:38.059" v="1619" actId="9405"/>
          <ac:inkMkLst>
            <pc:docMk/>
            <pc:sldMk cId="2659763474" sldId="269"/>
            <ac:inkMk id="51" creationId="{D2D5AA90-29B4-2901-A313-5F920A821E63}"/>
          </ac:inkMkLst>
        </pc:inkChg>
        <pc:inkChg chg="add mod">
          <ac:chgData name="O'Connor, Jacqueline Antonia" userId="3b9bfa0c-75a1-427e-ae61-7069a76100c3" providerId="ADAL" clId="{7BDAB737-B273-4034-A416-2FF981C48F7E}" dt="2023-07-18T22:52:39.084" v="1621"/>
          <ac:inkMkLst>
            <pc:docMk/>
            <pc:sldMk cId="2659763474" sldId="269"/>
            <ac:inkMk id="52" creationId="{592B2C72-9685-D5DB-954E-D2614604170F}"/>
          </ac:inkMkLst>
        </pc:inkChg>
        <pc:inkChg chg="add mod">
          <ac:chgData name="O'Connor, Jacqueline Antonia" userId="3b9bfa0c-75a1-427e-ae61-7069a76100c3" providerId="ADAL" clId="{7BDAB737-B273-4034-A416-2FF981C48F7E}" dt="2023-07-18T22:52:45.035" v="1628"/>
          <ac:inkMkLst>
            <pc:docMk/>
            <pc:sldMk cId="2659763474" sldId="269"/>
            <ac:inkMk id="54" creationId="{21CD90A8-FF7A-43FC-8497-F7F7DB5B0787}"/>
          </ac:inkMkLst>
        </pc:inkChg>
        <pc:inkChg chg="add mod">
          <ac:chgData name="O'Connor, Jacqueline Antonia" userId="3b9bfa0c-75a1-427e-ae61-7069a76100c3" providerId="ADAL" clId="{7BDAB737-B273-4034-A416-2FF981C48F7E}" dt="2023-07-18T22:52:45.035" v="1628"/>
          <ac:inkMkLst>
            <pc:docMk/>
            <pc:sldMk cId="2659763474" sldId="269"/>
            <ac:inkMk id="55" creationId="{844BF51D-6947-56C7-4D16-763C523572C3}"/>
          </ac:inkMkLst>
        </pc:inkChg>
        <pc:inkChg chg="add mod">
          <ac:chgData name="O'Connor, Jacqueline Antonia" userId="3b9bfa0c-75a1-427e-ae61-7069a76100c3" providerId="ADAL" clId="{7BDAB737-B273-4034-A416-2FF981C48F7E}" dt="2023-07-18T22:52:45.035" v="1628"/>
          <ac:inkMkLst>
            <pc:docMk/>
            <pc:sldMk cId="2659763474" sldId="269"/>
            <ac:inkMk id="56" creationId="{3A3CAD88-8254-240B-6DE3-A84028FC1E8E}"/>
          </ac:inkMkLst>
        </pc:inkChg>
        <pc:inkChg chg="add mod">
          <ac:chgData name="O'Connor, Jacqueline Antonia" userId="3b9bfa0c-75a1-427e-ae61-7069a76100c3" providerId="ADAL" clId="{7BDAB737-B273-4034-A416-2FF981C48F7E}" dt="2023-07-18T22:52:45.035" v="1628"/>
          <ac:inkMkLst>
            <pc:docMk/>
            <pc:sldMk cId="2659763474" sldId="269"/>
            <ac:inkMk id="57" creationId="{EF4AE7FE-B46D-5068-1E63-817C088989CB}"/>
          </ac:inkMkLst>
        </pc:inkChg>
        <pc:inkChg chg="add mod">
          <ac:chgData name="O'Connor, Jacqueline Antonia" userId="3b9bfa0c-75a1-427e-ae61-7069a76100c3" providerId="ADAL" clId="{7BDAB737-B273-4034-A416-2FF981C48F7E}" dt="2023-07-18T22:52:45.035" v="1628"/>
          <ac:inkMkLst>
            <pc:docMk/>
            <pc:sldMk cId="2659763474" sldId="269"/>
            <ac:inkMk id="58" creationId="{D29337F4-CEA7-00D4-C294-F1ABD2AF6C40}"/>
          </ac:inkMkLst>
        </pc:inkChg>
        <pc:inkChg chg="add mod">
          <ac:chgData name="O'Connor, Jacqueline Antonia" userId="3b9bfa0c-75a1-427e-ae61-7069a76100c3" providerId="ADAL" clId="{7BDAB737-B273-4034-A416-2FF981C48F7E}" dt="2023-07-18T22:52:45.035" v="1628"/>
          <ac:inkMkLst>
            <pc:docMk/>
            <pc:sldMk cId="2659763474" sldId="269"/>
            <ac:inkMk id="59" creationId="{A2E72669-4615-DAB1-0A6A-78FB8202D835}"/>
          </ac:inkMkLst>
        </pc:inkChg>
        <pc:inkChg chg="add mod">
          <ac:chgData name="O'Connor, Jacqueline Antonia" userId="3b9bfa0c-75a1-427e-ae61-7069a76100c3" providerId="ADAL" clId="{7BDAB737-B273-4034-A416-2FF981C48F7E}" dt="2023-07-18T22:52:49.326" v="1631"/>
          <ac:inkMkLst>
            <pc:docMk/>
            <pc:sldMk cId="2659763474" sldId="269"/>
            <ac:inkMk id="61" creationId="{79ECE935-CE3A-BB2B-0DB4-69D44B88703F}"/>
          </ac:inkMkLst>
        </pc:inkChg>
        <pc:inkChg chg="add mod">
          <ac:chgData name="O'Connor, Jacqueline Antonia" userId="3b9bfa0c-75a1-427e-ae61-7069a76100c3" providerId="ADAL" clId="{7BDAB737-B273-4034-A416-2FF981C48F7E}" dt="2023-07-18T22:52:49.326" v="1631"/>
          <ac:inkMkLst>
            <pc:docMk/>
            <pc:sldMk cId="2659763474" sldId="269"/>
            <ac:inkMk id="62" creationId="{0B921B88-6AFC-1402-51D4-D0DCE7AE99AC}"/>
          </ac:inkMkLst>
        </pc:inkChg>
        <pc:inkChg chg="add mod">
          <ac:chgData name="O'Connor, Jacqueline Antonia" userId="3b9bfa0c-75a1-427e-ae61-7069a76100c3" providerId="ADAL" clId="{7BDAB737-B273-4034-A416-2FF981C48F7E}" dt="2023-07-18T22:52:54.400" v="1635"/>
          <ac:inkMkLst>
            <pc:docMk/>
            <pc:sldMk cId="2659763474" sldId="269"/>
            <ac:inkMk id="64" creationId="{852BD1DE-FB7F-79E5-EE8D-1B4BE0D56383}"/>
          </ac:inkMkLst>
        </pc:inkChg>
        <pc:inkChg chg="add mod">
          <ac:chgData name="O'Connor, Jacqueline Antonia" userId="3b9bfa0c-75a1-427e-ae61-7069a76100c3" providerId="ADAL" clId="{7BDAB737-B273-4034-A416-2FF981C48F7E}" dt="2023-07-18T22:52:54.400" v="1635"/>
          <ac:inkMkLst>
            <pc:docMk/>
            <pc:sldMk cId="2659763474" sldId="269"/>
            <ac:inkMk id="65" creationId="{148E6B1A-4109-32E0-19DC-5F926662BC6B}"/>
          </ac:inkMkLst>
        </pc:inkChg>
        <pc:inkChg chg="add mod">
          <ac:chgData name="O'Connor, Jacqueline Antonia" userId="3b9bfa0c-75a1-427e-ae61-7069a76100c3" providerId="ADAL" clId="{7BDAB737-B273-4034-A416-2FF981C48F7E}" dt="2023-07-18T22:52:54.400" v="1635"/>
          <ac:inkMkLst>
            <pc:docMk/>
            <pc:sldMk cId="2659763474" sldId="269"/>
            <ac:inkMk id="66" creationId="{38CD8121-CD4F-79BC-0B2D-C09C0594B2D1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68" creationId="{65EA2993-01AD-1911-2139-AADC51F5C111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69" creationId="{61E413E3-CD02-8B6C-F7F6-18731AB5E7F4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0" creationId="{E07B337C-A92C-D131-6FB4-D27E36B816F3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1" creationId="{3CAB4545-6FA5-5D3C-1B24-8E72FDDBE45B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2" creationId="{654BACD6-354E-C146-3F4A-CE0C56F6F8C0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3" creationId="{DD474415-024E-8260-2B8A-0C3DE7EE3A3E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4" creationId="{6DBBEB16-9175-728D-BB01-AF37A7A028A9}"/>
          </ac:inkMkLst>
        </pc:inkChg>
        <pc:inkChg chg="add">
          <ac:chgData name="O'Connor, Jacqueline Antonia" userId="3b9bfa0c-75a1-427e-ae61-7069a76100c3" providerId="ADAL" clId="{7BDAB737-B273-4034-A416-2FF981C48F7E}" dt="2023-07-18T22:52:58.980" v="1643" actId="9405"/>
          <ac:inkMkLst>
            <pc:docMk/>
            <pc:sldMk cId="2659763474" sldId="269"/>
            <ac:inkMk id="75" creationId="{806F2F14-4363-C707-44C0-3917D5B2490C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6" creationId="{8E0FF73E-3F61-F1B4-BB22-A3EDB4F50A08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7" creationId="{43CA2D36-ADA7-C789-C568-1701D3FCA0C7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8" creationId="{79D8CDA4-C725-1293-65F2-BFC66B4947F3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79" creationId="{5AB74680-E0D1-C50F-0B83-80A1267795F0}"/>
          </ac:inkMkLst>
        </pc:inkChg>
        <pc:inkChg chg="add mod">
          <ac:chgData name="O'Connor, Jacqueline Antonia" userId="3b9bfa0c-75a1-427e-ae61-7069a76100c3" providerId="ADAL" clId="{7BDAB737-B273-4034-A416-2FF981C48F7E}" dt="2023-07-18T22:53:01.602" v="1649"/>
          <ac:inkMkLst>
            <pc:docMk/>
            <pc:sldMk cId="2659763474" sldId="269"/>
            <ac:inkMk id="80" creationId="{4767DB94-9223-9176-D9E1-85CBFB830C99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84" creationId="{5D2D6848-3E3F-0EED-D777-0AF6C8BF7129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85" creationId="{CCB31AA0-B316-7745-8A74-2CE1D1640FC7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86" creationId="{752B2074-0071-D5A7-844C-826F670890C1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87" creationId="{947BCCB5-C800-03E6-66B2-0FEC9FD3AC12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88" creationId="{0B216D4A-BFDE-F04D-2EBB-6D250FC85429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89" creationId="{8FAE81ED-4A62-AE3E-5658-E56B2077DB22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0" creationId="{C4E03E7B-BE12-0428-1D85-4B69C3A1C63F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1" creationId="{19631EE2-5D31-9D1D-4B48-5D635FA33D01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2" creationId="{C6575F12-CF34-ACC1-47C0-000AAB3C5896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3" creationId="{A13E1759-16F5-3FED-FF64-8285EFD4C000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5" creationId="{73DB00A1-34FF-6896-03F3-3596D23F30D1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6" creationId="{06115194-EBF2-5EF3-29A8-731395D183EE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7" creationId="{57E68D7E-AB2E-6E3E-68B3-14CACEE91711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8" creationId="{E951FE0E-CDD7-BA44-F487-E9C0AD874DD8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99" creationId="{62E78532-38B4-6EC0-0011-155B4D71540C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0" creationId="{21E0440A-2F87-8247-D04F-F3C235C39354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1" creationId="{79518B42-8456-2304-07A8-77FC7D2FC097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2" creationId="{CAD7192E-5105-BE83-9C05-5C599462AB42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3" creationId="{43DC2F85-F96E-C804-D2DA-391F1E8EE58E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4" creationId="{87BCB41C-856B-315C-2313-E9646B186994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5" creationId="{CAABE241-8FD2-524A-6BF5-270939000D0D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6" creationId="{DC51E061-22B5-2783-FDA3-39F842848703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7" creationId="{EBB40EC9-0663-8394-7124-2F3272F3228C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8" creationId="{D5B7F9B0-BB4A-0BFF-9EB3-E87CFC44265A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09" creationId="{27DE7ADC-844F-26C7-DC21-C1B8D6EA76C7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10" creationId="{6BEEA216-DB95-C88A-CE74-241570E4BC8E}"/>
          </ac:inkMkLst>
        </pc:inkChg>
        <pc:inkChg chg="add mod">
          <ac:chgData name="O'Connor, Jacqueline Antonia" userId="3b9bfa0c-75a1-427e-ae61-7069a76100c3" providerId="ADAL" clId="{7BDAB737-B273-4034-A416-2FF981C48F7E}" dt="2023-07-18T22:53:17.858" v="1678"/>
          <ac:inkMkLst>
            <pc:docMk/>
            <pc:sldMk cId="2659763474" sldId="269"/>
            <ac:inkMk id="111" creationId="{2D29DF7A-09B5-AE22-6DFA-EF2F943DCD98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15" creationId="{73D1AAA3-D887-619A-C609-A2FC432AC129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16" creationId="{CB90FA43-04A2-1E07-E872-70EFC1F92C1A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17" creationId="{D8AC2CD0-106F-6DD3-E111-40AEB3AF9DD8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18" creationId="{1203E013-0B2C-3732-011F-74F57A029F21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19" creationId="{E551BA97-F410-74E4-0AD7-2F21B4824422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20" creationId="{8DFE56C3-A7BC-3210-0DF5-1789F7E37B6C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21" creationId="{59A0252B-3AB7-2A5F-746B-FA9385AC35B5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22" creationId="{0A978059-D725-D3E0-AFCB-2E5F1D12AFB9}"/>
          </ac:inkMkLst>
        </pc:inkChg>
        <pc:inkChg chg="add mod">
          <ac:chgData name="O'Connor, Jacqueline Antonia" userId="3b9bfa0c-75a1-427e-ae61-7069a76100c3" providerId="ADAL" clId="{7BDAB737-B273-4034-A416-2FF981C48F7E}" dt="2023-07-18T22:53:23.265" v="1688"/>
          <ac:inkMkLst>
            <pc:docMk/>
            <pc:sldMk cId="2659763474" sldId="269"/>
            <ac:inkMk id="123" creationId="{FB44ECF5-2931-E2EA-E856-26334F3BC8E8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25" creationId="{37EF3B00-8F09-3520-DA3F-1D8A2472B48C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26" creationId="{0D3756CB-6351-50F3-6F48-1F7F63748728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27" creationId="{B23686CF-CAFE-23E1-6875-B93C1FEE0A86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28" creationId="{A124BE3E-39B7-7A91-3EA5-CAE17DD31803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29" creationId="{0672BB01-7416-9C9A-3A78-DD453B3C3922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30" creationId="{441FBBD7-83B4-0347-7182-86E4BD1F3947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31" creationId="{5676F9EC-98BB-1B67-9E2A-DD4E9451C8C0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32" creationId="{28611B27-3D2D-228F-BE10-A8FE377BAE35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35" creationId="{E8E203B1-B096-4774-7950-2080C21B265E}"/>
          </ac:inkMkLst>
        </pc:inkChg>
        <pc:inkChg chg="add mod">
          <ac:chgData name="O'Connor, Jacqueline Antonia" userId="3b9bfa0c-75a1-427e-ae61-7069a76100c3" providerId="ADAL" clId="{7BDAB737-B273-4034-A416-2FF981C48F7E}" dt="2023-07-18T22:53:29.066" v="1700"/>
          <ac:inkMkLst>
            <pc:docMk/>
            <pc:sldMk cId="2659763474" sldId="269"/>
            <ac:inkMk id="136" creationId="{2AEA5236-14DE-21DF-1D1F-BE081D0BF427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55:59.410" v="1864"/>
        <pc:sldMkLst>
          <pc:docMk/>
          <pc:sldMk cId="3532748257" sldId="270"/>
        </pc:sldMkLst>
        <pc:grpChg chg="mod">
          <ac:chgData name="O'Connor, Jacqueline Antonia" userId="3b9bfa0c-75a1-427e-ae61-7069a76100c3" providerId="ADAL" clId="{7BDAB737-B273-4034-A416-2FF981C48F7E}" dt="2023-07-18T22:53:59.543" v="1703"/>
          <ac:grpSpMkLst>
            <pc:docMk/>
            <pc:sldMk cId="3532748257" sldId="270"/>
            <ac:grpSpMk id="4" creationId="{E5855184-6EC9-69EE-C96C-8998A1FD2DC5}"/>
          </ac:grpSpMkLst>
        </pc:grpChg>
        <pc:grpChg chg="mod">
          <ac:chgData name="O'Connor, Jacqueline Antonia" userId="3b9bfa0c-75a1-427e-ae61-7069a76100c3" providerId="ADAL" clId="{7BDAB737-B273-4034-A416-2FF981C48F7E}" dt="2023-07-18T22:54:02.981" v="1709"/>
          <ac:grpSpMkLst>
            <pc:docMk/>
            <pc:sldMk cId="3532748257" sldId="270"/>
            <ac:grpSpMk id="10" creationId="{909AFE21-116D-4C35-9121-0A516D4B3768}"/>
          </ac:grpSpMkLst>
        </pc:grpChg>
        <pc:grpChg chg="mod">
          <ac:chgData name="O'Connor, Jacqueline Antonia" userId="3b9bfa0c-75a1-427e-ae61-7069a76100c3" providerId="ADAL" clId="{7BDAB737-B273-4034-A416-2FF981C48F7E}" dt="2023-07-18T22:54:05.627" v="1714"/>
          <ac:grpSpMkLst>
            <pc:docMk/>
            <pc:sldMk cId="3532748257" sldId="270"/>
            <ac:grpSpMk id="15" creationId="{3A940BF4-8B0F-B002-AEA1-2354514ED512}"/>
          </ac:grpSpMkLst>
        </pc:grpChg>
        <pc:grpChg chg="mod">
          <ac:chgData name="O'Connor, Jacqueline Antonia" userId="3b9bfa0c-75a1-427e-ae61-7069a76100c3" providerId="ADAL" clId="{7BDAB737-B273-4034-A416-2FF981C48F7E}" dt="2023-07-18T22:54:05.627" v="1714"/>
          <ac:grpSpMkLst>
            <pc:docMk/>
            <pc:sldMk cId="3532748257" sldId="270"/>
            <ac:grpSpMk id="16" creationId="{A7C6FDE1-562F-099C-398A-121FE7B79711}"/>
          </ac:grpSpMkLst>
        </pc:grpChg>
        <pc:grpChg chg="mod">
          <ac:chgData name="O'Connor, Jacqueline Antonia" userId="3b9bfa0c-75a1-427e-ae61-7069a76100c3" providerId="ADAL" clId="{7BDAB737-B273-4034-A416-2FF981C48F7E}" dt="2023-07-18T22:54:11.043" v="1722"/>
          <ac:grpSpMkLst>
            <pc:docMk/>
            <pc:sldMk cId="3532748257" sldId="270"/>
            <ac:grpSpMk id="24" creationId="{F6F24A79-40BA-5836-36A7-AE3A51EB0D4C}"/>
          </ac:grpSpMkLst>
        </pc:grpChg>
        <pc:grpChg chg="mod">
          <ac:chgData name="O'Connor, Jacqueline Antonia" userId="3b9bfa0c-75a1-427e-ae61-7069a76100c3" providerId="ADAL" clId="{7BDAB737-B273-4034-A416-2FF981C48F7E}" dt="2023-07-18T22:54:20.626" v="1725"/>
          <ac:grpSpMkLst>
            <pc:docMk/>
            <pc:sldMk cId="3532748257" sldId="270"/>
            <ac:grpSpMk id="27" creationId="{94CED8F1-6189-95D7-FE4C-B79680728E74}"/>
          </ac:grpSpMkLst>
        </pc:grpChg>
        <pc:grpChg chg="del mod">
          <ac:chgData name="O'Connor, Jacqueline Antonia" userId="3b9bfa0c-75a1-427e-ae61-7069a76100c3" providerId="ADAL" clId="{7BDAB737-B273-4034-A416-2FF981C48F7E}" dt="2023-07-18T22:54:26.573" v="1736"/>
          <ac:grpSpMkLst>
            <pc:docMk/>
            <pc:sldMk cId="3532748257" sldId="270"/>
            <ac:grpSpMk id="34" creationId="{91345916-2A76-EDE2-9F78-E45D507E540F}"/>
          </ac:grpSpMkLst>
        </pc:grpChg>
        <pc:grpChg chg="mod">
          <ac:chgData name="O'Connor, Jacqueline Antonia" userId="3b9bfa0c-75a1-427e-ae61-7069a76100c3" providerId="ADAL" clId="{7BDAB737-B273-4034-A416-2FF981C48F7E}" dt="2023-07-18T22:54:26.573" v="1736"/>
          <ac:grpSpMkLst>
            <pc:docMk/>
            <pc:sldMk cId="3532748257" sldId="270"/>
            <ac:grpSpMk id="38" creationId="{D4E3E631-3470-0150-2D3E-F99DCCAE47E4}"/>
          </ac:grpSpMkLst>
        </pc:grpChg>
        <pc:grpChg chg="mod">
          <ac:chgData name="O'Connor, Jacqueline Antonia" userId="3b9bfa0c-75a1-427e-ae61-7069a76100c3" providerId="ADAL" clId="{7BDAB737-B273-4034-A416-2FF981C48F7E}" dt="2023-07-18T22:54:34.395" v="1754"/>
          <ac:grpSpMkLst>
            <pc:docMk/>
            <pc:sldMk cId="3532748257" sldId="270"/>
            <ac:grpSpMk id="56" creationId="{F326C8AC-9B8D-1F20-BBAE-76D544E398A2}"/>
          </ac:grpSpMkLst>
        </pc:grpChg>
        <pc:grpChg chg="mod">
          <ac:chgData name="O'Connor, Jacqueline Antonia" userId="3b9bfa0c-75a1-427e-ae61-7069a76100c3" providerId="ADAL" clId="{7BDAB737-B273-4034-A416-2FF981C48F7E}" dt="2023-07-18T22:54:34.395" v="1754"/>
          <ac:grpSpMkLst>
            <pc:docMk/>
            <pc:sldMk cId="3532748257" sldId="270"/>
            <ac:grpSpMk id="57" creationId="{6C293FF6-9F89-C921-BF8E-E1046130F459}"/>
          </ac:grpSpMkLst>
        </pc:grpChg>
        <pc:grpChg chg="mod">
          <ac:chgData name="O'Connor, Jacqueline Antonia" userId="3b9bfa0c-75a1-427e-ae61-7069a76100c3" providerId="ADAL" clId="{7BDAB737-B273-4034-A416-2FF981C48F7E}" dt="2023-07-18T22:54:34.395" v="1754"/>
          <ac:grpSpMkLst>
            <pc:docMk/>
            <pc:sldMk cId="3532748257" sldId="270"/>
            <ac:grpSpMk id="58" creationId="{06284D4A-6295-CC8C-838E-93EFF49C5A45}"/>
          </ac:grpSpMkLst>
        </pc:grpChg>
        <pc:grpChg chg="mod">
          <ac:chgData name="O'Connor, Jacqueline Antonia" userId="3b9bfa0c-75a1-427e-ae61-7069a76100c3" providerId="ADAL" clId="{7BDAB737-B273-4034-A416-2FF981C48F7E}" dt="2023-07-18T22:54:34.395" v="1754"/>
          <ac:grpSpMkLst>
            <pc:docMk/>
            <pc:sldMk cId="3532748257" sldId="270"/>
            <ac:grpSpMk id="59" creationId="{0A5432D1-5FEF-AA1D-2829-EB87228D819D}"/>
          </ac:grpSpMkLst>
        </pc:grpChg>
        <pc:grpChg chg="mod">
          <ac:chgData name="O'Connor, Jacqueline Antonia" userId="3b9bfa0c-75a1-427e-ae61-7069a76100c3" providerId="ADAL" clId="{7BDAB737-B273-4034-A416-2FF981C48F7E}" dt="2023-07-18T22:54:46.499" v="1760"/>
          <ac:grpSpMkLst>
            <pc:docMk/>
            <pc:sldMk cId="3532748257" sldId="270"/>
            <ac:grpSpMk id="65" creationId="{90BDF210-FFF9-F6B1-9BA9-45A50F4BC626}"/>
          </ac:grpSpMkLst>
        </pc:grpChg>
        <pc:grpChg chg="mod">
          <ac:chgData name="O'Connor, Jacqueline Antonia" userId="3b9bfa0c-75a1-427e-ae61-7069a76100c3" providerId="ADAL" clId="{7BDAB737-B273-4034-A416-2FF981C48F7E}" dt="2023-07-18T22:54:53.303" v="1773"/>
          <ac:grpSpMkLst>
            <pc:docMk/>
            <pc:sldMk cId="3532748257" sldId="270"/>
            <ac:grpSpMk id="78" creationId="{99904EE6-B6EA-65B9-6E41-A50EA6D53146}"/>
          </ac:grpSpMkLst>
        </pc:grpChg>
        <pc:grpChg chg="mod">
          <ac:chgData name="O'Connor, Jacqueline Antonia" userId="3b9bfa0c-75a1-427e-ae61-7069a76100c3" providerId="ADAL" clId="{7BDAB737-B273-4034-A416-2FF981C48F7E}" dt="2023-07-18T22:54:53.303" v="1773"/>
          <ac:grpSpMkLst>
            <pc:docMk/>
            <pc:sldMk cId="3532748257" sldId="270"/>
            <ac:grpSpMk id="79" creationId="{B156ED53-4A08-DFAB-B7AC-201454D5E047}"/>
          </ac:grpSpMkLst>
        </pc:grpChg>
        <pc:grpChg chg="mod">
          <ac:chgData name="O'Connor, Jacqueline Antonia" userId="3b9bfa0c-75a1-427e-ae61-7069a76100c3" providerId="ADAL" clId="{7BDAB737-B273-4034-A416-2FF981C48F7E}" dt="2023-07-18T22:55:02.387" v="1790"/>
          <ac:grpSpMkLst>
            <pc:docMk/>
            <pc:sldMk cId="3532748257" sldId="270"/>
            <ac:grpSpMk id="96" creationId="{B3415068-45A9-A55D-7394-2712E5C94D18}"/>
          </ac:grpSpMkLst>
        </pc:grpChg>
        <pc:grpChg chg="mod">
          <ac:chgData name="O'Connor, Jacqueline Antonia" userId="3b9bfa0c-75a1-427e-ae61-7069a76100c3" providerId="ADAL" clId="{7BDAB737-B273-4034-A416-2FF981C48F7E}" dt="2023-07-18T22:55:02.387" v="1790"/>
          <ac:grpSpMkLst>
            <pc:docMk/>
            <pc:sldMk cId="3532748257" sldId="270"/>
            <ac:grpSpMk id="97" creationId="{6B5C1A72-9A02-605E-236A-9E9194560261}"/>
          </ac:grpSpMkLst>
        </pc:grpChg>
        <pc:grpChg chg="mod">
          <ac:chgData name="O'Connor, Jacqueline Antonia" userId="3b9bfa0c-75a1-427e-ae61-7069a76100c3" providerId="ADAL" clId="{7BDAB737-B273-4034-A416-2FF981C48F7E}" dt="2023-07-18T22:55:02.387" v="1790"/>
          <ac:grpSpMkLst>
            <pc:docMk/>
            <pc:sldMk cId="3532748257" sldId="270"/>
            <ac:grpSpMk id="98" creationId="{6AC07CF2-FFA9-0A14-CA51-F88971068730}"/>
          </ac:grpSpMkLst>
        </pc:grpChg>
        <pc:grpChg chg="mod">
          <ac:chgData name="O'Connor, Jacqueline Antonia" userId="3b9bfa0c-75a1-427e-ae61-7069a76100c3" providerId="ADAL" clId="{7BDAB737-B273-4034-A416-2FF981C48F7E}" dt="2023-07-18T22:55:02.387" v="1790"/>
          <ac:grpSpMkLst>
            <pc:docMk/>
            <pc:sldMk cId="3532748257" sldId="270"/>
            <ac:grpSpMk id="99" creationId="{7CAFFAFC-38DA-0F61-7E95-6A083FE7AFFA}"/>
          </ac:grpSpMkLst>
        </pc:grpChg>
        <pc:grpChg chg="mod">
          <ac:chgData name="O'Connor, Jacqueline Antonia" userId="3b9bfa0c-75a1-427e-ae61-7069a76100c3" providerId="ADAL" clId="{7BDAB737-B273-4034-A416-2FF981C48F7E}" dt="2023-07-18T22:55:02.387" v="1790"/>
          <ac:grpSpMkLst>
            <pc:docMk/>
            <pc:sldMk cId="3532748257" sldId="270"/>
            <ac:grpSpMk id="100" creationId="{E217616D-9046-05A9-F151-92E9C75D1278}"/>
          </ac:grpSpMkLst>
        </pc:grpChg>
        <pc:grpChg chg="mod">
          <ac:chgData name="O'Connor, Jacqueline Antonia" userId="3b9bfa0c-75a1-427e-ae61-7069a76100c3" providerId="ADAL" clId="{7BDAB737-B273-4034-A416-2FF981C48F7E}" dt="2023-07-18T22:55:06.002" v="1793"/>
          <ac:grpSpMkLst>
            <pc:docMk/>
            <pc:sldMk cId="3532748257" sldId="270"/>
            <ac:grpSpMk id="103" creationId="{7AE61468-10C0-052F-DE3F-CF9B06138FA7}"/>
          </ac:grpSpMkLst>
        </pc:grpChg>
        <pc:grpChg chg="mod">
          <ac:chgData name="O'Connor, Jacqueline Antonia" userId="3b9bfa0c-75a1-427e-ae61-7069a76100c3" providerId="ADAL" clId="{7BDAB737-B273-4034-A416-2FF981C48F7E}" dt="2023-07-18T22:55:13.091" v="1803"/>
          <ac:grpSpMkLst>
            <pc:docMk/>
            <pc:sldMk cId="3532748257" sldId="270"/>
            <ac:grpSpMk id="113" creationId="{9CF67423-2DBF-3CA7-60B0-F0353F3B9752}"/>
          </ac:grpSpMkLst>
        </pc:grpChg>
        <pc:grpChg chg="mod">
          <ac:chgData name="O'Connor, Jacqueline Antonia" userId="3b9bfa0c-75a1-427e-ae61-7069a76100c3" providerId="ADAL" clId="{7BDAB737-B273-4034-A416-2FF981C48F7E}" dt="2023-07-18T22:55:13.091" v="1803"/>
          <ac:grpSpMkLst>
            <pc:docMk/>
            <pc:sldMk cId="3532748257" sldId="270"/>
            <ac:grpSpMk id="114" creationId="{38A95AE3-2E5A-B2F8-A50F-B60409622409}"/>
          </ac:grpSpMkLst>
        </pc:grpChg>
        <pc:grpChg chg="mod">
          <ac:chgData name="O'Connor, Jacqueline Antonia" userId="3b9bfa0c-75a1-427e-ae61-7069a76100c3" providerId="ADAL" clId="{7BDAB737-B273-4034-A416-2FF981C48F7E}" dt="2023-07-18T22:55:15.205" v="1808"/>
          <ac:grpSpMkLst>
            <pc:docMk/>
            <pc:sldMk cId="3532748257" sldId="270"/>
            <ac:grpSpMk id="119" creationId="{7D0BD149-4AAA-0B98-6AAF-BF8EC4A2E266}"/>
          </ac:grpSpMkLst>
        </pc:grpChg>
        <pc:grpChg chg="mod">
          <ac:chgData name="O'Connor, Jacqueline Antonia" userId="3b9bfa0c-75a1-427e-ae61-7069a76100c3" providerId="ADAL" clId="{7BDAB737-B273-4034-A416-2FF981C48F7E}" dt="2023-07-18T22:55:30.014" v="1815"/>
          <ac:grpSpMkLst>
            <pc:docMk/>
            <pc:sldMk cId="3532748257" sldId="270"/>
            <ac:grpSpMk id="126" creationId="{AA64912C-1F63-2812-9B6A-D580093B245C}"/>
          </ac:grpSpMkLst>
        </pc:grpChg>
        <pc:grpChg chg="mod">
          <ac:chgData name="O'Connor, Jacqueline Antonia" userId="3b9bfa0c-75a1-427e-ae61-7069a76100c3" providerId="ADAL" clId="{7BDAB737-B273-4034-A416-2FF981C48F7E}" dt="2023-07-18T22:55:30.014" v="1815"/>
          <ac:grpSpMkLst>
            <pc:docMk/>
            <pc:sldMk cId="3532748257" sldId="270"/>
            <ac:grpSpMk id="127" creationId="{D9BFC278-B5CA-DBD0-C726-8BA3FDDDA42B}"/>
          </ac:grpSpMkLst>
        </pc:grpChg>
        <pc:grpChg chg="mod">
          <ac:chgData name="O'Connor, Jacqueline Antonia" userId="3b9bfa0c-75a1-427e-ae61-7069a76100c3" providerId="ADAL" clId="{7BDAB737-B273-4034-A416-2FF981C48F7E}" dt="2023-07-18T22:55:37.151" v="1830"/>
          <ac:grpSpMkLst>
            <pc:docMk/>
            <pc:sldMk cId="3532748257" sldId="270"/>
            <ac:grpSpMk id="142" creationId="{8B2FBA7B-76B2-9ED7-E9AA-B758E1C93801}"/>
          </ac:grpSpMkLst>
        </pc:grpChg>
        <pc:grpChg chg="del mod">
          <ac:chgData name="O'Connor, Jacqueline Antonia" userId="3b9bfa0c-75a1-427e-ae61-7069a76100c3" providerId="ADAL" clId="{7BDAB737-B273-4034-A416-2FF981C48F7E}" dt="2023-07-18T22:55:48.984" v="1841"/>
          <ac:grpSpMkLst>
            <pc:docMk/>
            <pc:sldMk cId="3532748257" sldId="270"/>
            <ac:grpSpMk id="148" creationId="{2EB1F288-63CA-5269-C74C-AF2521039D77}"/>
          </ac:grpSpMkLst>
        </pc:grpChg>
        <pc:grpChg chg="mod">
          <ac:chgData name="O'Connor, Jacqueline Antonia" userId="3b9bfa0c-75a1-427e-ae61-7069a76100c3" providerId="ADAL" clId="{7BDAB737-B273-4034-A416-2FF981C48F7E}" dt="2023-07-18T22:55:48.984" v="1841"/>
          <ac:grpSpMkLst>
            <pc:docMk/>
            <pc:sldMk cId="3532748257" sldId="270"/>
            <ac:grpSpMk id="153" creationId="{2095379B-EB83-02E1-81E6-B32C687FA767}"/>
          </ac:grpSpMkLst>
        </pc:grpChg>
        <pc:grpChg chg="mod">
          <ac:chgData name="O'Connor, Jacqueline Antonia" userId="3b9bfa0c-75a1-427e-ae61-7069a76100c3" providerId="ADAL" clId="{7BDAB737-B273-4034-A416-2FF981C48F7E}" dt="2023-07-18T22:55:50.680" v="1845"/>
          <ac:grpSpMkLst>
            <pc:docMk/>
            <pc:sldMk cId="3532748257" sldId="270"/>
            <ac:grpSpMk id="157" creationId="{B5FF177C-1DF1-95D3-C382-82D6106D0C2C}"/>
          </ac:grpSpMkLst>
        </pc:grpChg>
        <pc:grpChg chg="mod">
          <ac:chgData name="O'Connor, Jacqueline Antonia" userId="3b9bfa0c-75a1-427e-ae61-7069a76100c3" providerId="ADAL" clId="{7BDAB737-B273-4034-A416-2FF981C48F7E}" dt="2023-07-18T22:55:59.410" v="1864"/>
          <ac:grpSpMkLst>
            <pc:docMk/>
            <pc:sldMk cId="3532748257" sldId="270"/>
            <ac:grpSpMk id="176" creationId="{BD7D7947-D746-1AD7-C8E6-35FD303B09AB}"/>
          </ac:grpSpMkLst>
        </pc:grpChg>
        <pc:grpChg chg="mod">
          <ac:chgData name="O'Connor, Jacqueline Antonia" userId="3b9bfa0c-75a1-427e-ae61-7069a76100c3" providerId="ADAL" clId="{7BDAB737-B273-4034-A416-2FF981C48F7E}" dt="2023-07-18T22:55:59.410" v="1864"/>
          <ac:grpSpMkLst>
            <pc:docMk/>
            <pc:sldMk cId="3532748257" sldId="270"/>
            <ac:grpSpMk id="177" creationId="{76DD1721-0B69-E0F7-8FE4-7A9E524768F8}"/>
          </ac:grpSpMkLst>
        </pc:grpChg>
        <pc:grpChg chg="mod">
          <ac:chgData name="O'Connor, Jacqueline Antonia" userId="3b9bfa0c-75a1-427e-ae61-7069a76100c3" providerId="ADAL" clId="{7BDAB737-B273-4034-A416-2FF981C48F7E}" dt="2023-07-18T22:55:59.410" v="1864"/>
          <ac:grpSpMkLst>
            <pc:docMk/>
            <pc:sldMk cId="3532748257" sldId="270"/>
            <ac:grpSpMk id="178" creationId="{A6ED8B41-FA97-21F7-738A-0EEF6DA969CE}"/>
          </ac:grpSpMkLst>
        </pc:grpChg>
        <pc:grpChg chg="mod">
          <ac:chgData name="O'Connor, Jacqueline Antonia" userId="3b9bfa0c-75a1-427e-ae61-7069a76100c3" providerId="ADAL" clId="{7BDAB737-B273-4034-A416-2FF981C48F7E}" dt="2023-07-18T22:55:59.410" v="1864"/>
          <ac:grpSpMkLst>
            <pc:docMk/>
            <pc:sldMk cId="3532748257" sldId="270"/>
            <ac:grpSpMk id="179" creationId="{B67C46DE-AD95-924A-298A-1C38683EB179}"/>
          </ac:grpSpMkLst>
        </pc:grpChg>
        <pc:inkChg chg="add mod">
          <ac:chgData name="O'Connor, Jacqueline Antonia" userId="3b9bfa0c-75a1-427e-ae61-7069a76100c3" providerId="ADAL" clId="{7BDAB737-B273-4034-A416-2FF981C48F7E}" dt="2023-07-18T22:53:59.543" v="1703"/>
          <ac:inkMkLst>
            <pc:docMk/>
            <pc:sldMk cId="3532748257" sldId="270"/>
            <ac:inkMk id="2" creationId="{6A27B5D7-BFF3-B0A5-71C7-7C4D8B33630B}"/>
          </ac:inkMkLst>
        </pc:inkChg>
        <pc:inkChg chg="add mod">
          <ac:chgData name="O'Connor, Jacqueline Antonia" userId="3b9bfa0c-75a1-427e-ae61-7069a76100c3" providerId="ADAL" clId="{7BDAB737-B273-4034-A416-2FF981C48F7E}" dt="2023-07-18T22:53:59.543" v="1703"/>
          <ac:inkMkLst>
            <pc:docMk/>
            <pc:sldMk cId="3532748257" sldId="270"/>
            <ac:inkMk id="3" creationId="{7A152358-C6E6-F5FC-F680-7E2D2B3AF7A2}"/>
          </ac:inkMkLst>
        </pc:inkChg>
        <pc:inkChg chg="add mod">
          <ac:chgData name="O'Connor, Jacqueline Antonia" userId="3b9bfa0c-75a1-427e-ae61-7069a76100c3" providerId="ADAL" clId="{7BDAB737-B273-4034-A416-2FF981C48F7E}" dt="2023-07-18T22:54:02.981" v="1709"/>
          <ac:inkMkLst>
            <pc:docMk/>
            <pc:sldMk cId="3532748257" sldId="270"/>
            <ac:inkMk id="5" creationId="{D343EA30-DC48-CB73-C86F-C7BCAE0B538B}"/>
          </ac:inkMkLst>
        </pc:inkChg>
        <pc:inkChg chg="add mod">
          <ac:chgData name="O'Connor, Jacqueline Antonia" userId="3b9bfa0c-75a1-427e-ae61-7069a76100c3" providerId="ADAL" clId="{7BDAB737-B273-4034-A416-2FF981C48F7E}" dt="2023-07-18T22:54:02.981" v="1709"/>
          <ac:inkMkLst>
            <pc:docMk/>
            <pc:sldMk cId="3532748257" sldId="270"/>
            <ac:inkMk id="6" creationId="{74F15436-55A3-603D-FBC7-AF9691604773}"/>
          </ac:inkMkLst>
        </pc:inkChg>
        <pc:inkChg chg="add mod">
          <ac:chgData name="O'Connor, Jacqueline Antonia" userId="3b9bfa0c-75a1-427e-ae61-7069a76100c3" providerId="ADAL" clId="{7BDAB737-B273-4034-A416-2FF981C48F7E}" dt="2023-07-18T22:54:02.981" v="1709"/>
          <ac:inkMkLst>
            <pc:docMk/>
            <pc:sldMk cId="3532748257" sldId="270"/>
            <ac:inkMk id="7" creationId="{5CDAA5CE-102A-E12B-5828-36985ECC9664}"/>
          </ac:inkMkLst>
        </pc:inkChg>
        <pc:inkChg chg="add mod">
          <ac:chgData name="O'Connor, Jacqueline Antonia" userId="3b9bfa0c-75a1-427e-ae61-7069a76100c3" providerId="ADAL" clId="{7BDAB737-B273-4034-A416-2FF981C48F7E}" dt="2023-07-18T22:54:02.981" v="1709"/>
          <ac:inkMkLst>
            <pc:docMk/>
            <pc:sldMk cId="3532748257" sldId="270"/>
            <ac:inkMk id="8" creationId="{BE88544A-BE01-9178-D95F-B3629CE45FC1}"/>
          </ac:inkMkLst>
        </pc:inkChg>
        <pc:inkChg chg="add mod">
          <ac:chgData name="O'Connor, Jacqueline Antonia" userId="3b9bfa0c-75a1-427e-ae61-7069a76100c3" providerId="ADAL" clId="{7BDAB737-B273-4034-A416-2FF981C48F7E}" dt="2023-07-18T22:54:02.981" v="1709"/>
          <ac:inkMkLst>
            <pc:docMk/>
            <pc:sldMk cId="3532748257" sldId="270"/>
            <ac:inkMk id="9" creationId="{95797551-7CDB-5226-7154-BF8D47E3FB97}"/>
          </ac:inkMkLst>
        </pc:inkChg>
        <pc:inkChg chg="add mod">
          <ac:chgData name="O'Connor, Jacqueline Antonia" userId="3b9bfa0c-75a1-427e-ae61-7069a76100c3" providerId="ADAL" clId="{7BDAB737-B273-4034-A416-2FF981C48F7E}" dt="2023-07-18T22:54:05.627" v="1714"/>
          <ac:inkMkLst>
            <pc:docMk/>
            <pc:sldMk cId="3532748257" sldId="270"/>
            <ac:inkMk id="11" creationId="{13A58DDF-EF35-0EFC-0A30-B037477DC6AF}"/>
          </ac:inkMkLst>
        </pc:inkChg>
        <pc:inkChg chg="add mod">
          <ac:chgData name="O'Connor, Jacqueline Antonia" userId="3b9bfa0c-75a1-427e-ae61-7069a76100c3" providerId="ADAL" clId="{7BDAB737-B273-4034-A416-2FF981C48F7E}" dt="2023-07-18T22:54:05.627" v="1714"/>
          <ac:inkMkLst>
            <pc:docMk/>
            <pc:sldMk cId="3532748257" sldId="270"/>
            <ac:inkMk id="12" creationId="{0615096B-805D-C82F-BB68-ED78FC0D7766}"/>
          </ac:inkMkLst>
        </pc:inkChg>
        <pc:inkChg chg="add mod">
          <ac:chgData name="O'Connor, Jacqueline Antonia" userId="3b9bfa0c-75a1-427e-ae61-7069a76100c3" providerId="ADAL" clId="{7BDAB737-B273-4034-A416-2FF981C48F7E}" dt="2023-07-18T22:54:05.627" v="1714"/>
          <ac:inkMkLst>
            <pc:docMk/>
            <pc:sldMk cId="3532748257" sldId="270"/>
            <ac:inkMk id="13" creationId="{CF8B6248-E63F-3031-135F-8B97967A3962}"/>
          </ac:inkMkLst>
        </pc:inkChg>
        <pc:inkChg chg="add mod">
          <ac:chgData name="O'Connor, Jacqueline Antonia" userId="3b9bfa0c-75a1-427e-ae61-7069a76100c3" providerId="ADAL" clId="{7BDAB737-B273-4034-A416-2FF981C48F7E}" dt="2023-07-18T22:54:05.627" v="1714"/>
          <ac:inkMkLst>
            <pc:docMk/>
            <pc:sldMk cId="3532748257" sldId="270"/>
            <ac:inkMk id="14" creationId="{008C8C23-AED8-DA24-3061-7411CC1A9E2C}"/>
          </ac:inkMkLst>
        </pc:inkChg>
        <pc:inkChg chg="add mod">
          <ac:chgData name="O'Connor, Jacqueline Antonia" userId="3b9bfa0c-75a1-427e-ae61-7069a76100c3" providerId="ADAL" clId="{7BDAB737-B273-4034-A416-2FF981C48F7E}" dt="2023-07-18T22:54:11.043" v="1722"/>
          <ac:inkMkLst>
            <pc:docMk/>
            <pc:sldMk cId="3532748257" sldId="270"/>
            <ac:inkMk id="17" creationId="{E2360563-9DDC-23DB-4750-799AE756951A}"/>
          </ac:inkMkLst>
        </pc:inkChg>
        <pc:inkChg chg="add mod">
          <ac:chgData name="O'Connor, Jacqueline Antonia" userId="3b9bfa0c-75a1-427e-ae61-7069a76100c3" providerId="ADAL" clId="{7BDAB737-B273-4034-A416-2FF981C48F7E}" dt="2023-07-18T22:54:11.043" v="1722"/>
          <ac:inkMkLst>
            <pc:docMk/>
            <pc:sldMk cId="3532748257" sldId="270"/>
            <ac:inkMk id="18" creationId="{FC17AD6C-C036-2453-00BF-634C59D9D420}"/>
          </ac:inkMkLst>
        </pc:inkChg>
        <pc:inkChg chg="add mod">
          <ac:chgData name="O'Connor, Jacqueline Antonia" userId="3b9bfa0c-75a1-427e-ae61-7069a76100c3" providerId="ADAL" clId="{7BDAB737-B273-4034-A416-2FF981C48F7E}" dt="2023-07-18T22:54:11.043" v="1722"/>
          <ac:inkMkLst>
            <pc:docMk/>
            <pc:sldMk cId="3532748257" sldId="270"/>
            <ac:inkMk id="19" creationId="{EEE9B732-5684-D3C0-7E18-EF6ED6E5861E}"/>
          </ac:inkMkLst>
        </pc:inkChg>
        <pc:inkChg chg="add mod">
          <ac:chgData name="O'Connor, Jacqueline Antonia" userId="3b9bfa0c-75a1-427e-ae61-7069a76100c3" providerId="ADAL" clId="{7BDAB737-B273-4034-A416-2FF981C48F7E}" dt="2023-07-18T22:54:11.043" v="1722"/>
          <ac:inkMkLst>
            <pc:docMk/>
            <pc:sldMk cId="3532748257" sldId="270"/>
            <ac:inkMk id="20" creationId="{683F9139-28B4-2C03-5CEE-23B259B6EDE8}"/>
          </ac:inkMkLst>
        </pc:inkChg>
        <pc:inkChg chg="add mod">
          <ac:chgData name="O'Connor, Jacqueline Antonia" userId="3b9bfa0c-75a1-427e-ae61-7069a76100c3" providerId="ADAL" clId="{7BDAB737-B273-4034-A416-2FF981C48F7E}" dt="2023-07-18T22:54:11.043" v="1722"/>
          <ac:inkMkLst>
            <pc:docMk/>
            <pc:sldMk cId="3532748257" sldId="270"/>
            <ac:inkMk id="21" creationId="{CD7775D1-3E2D-F9F9-B2C4-052641460828}"/>
          </ac:inkMkLst>
        </pc:inkChg>
        <pc:inkChg chg="add mod">
          <ac:chgData name="O'Connor, Jacqueline Antonia" userId="3b9bfa0c-75a1-427e-ae61-7069a76100c3" providerId="ADAL" clId="{7BDAB737-B273-4034-A416-2FF981C48F7E}" dt="2023-07-18T22:54:11.043" v="1722"/>
          <ac:inkMkLst>
            <pc:docMk/>
            <pc:sldMk cId="3532748257" sldId="270"/>
            <ac:inkMk id="22" creationId="{A6EC3F1E-61CD-AD7C-146A-7765F1F4B19F}"/>
          </ac:inkMkLst>
        </pc:inkChg>
        <pc:inkChg chg="add">
          <ac:chgData name="O'Connor, Jacqueline Antonia" userId="3b9bfa0c-75a1-427e-ae61-7069a76100c3" providerId="ADAL" clId="{7BDAB737-B273-4034-A416-2FF981C48F7E}" dt="2023-07-18T22:54:10.332" v="1721" actId="9405"/>
          <ac:inkMkLst>
            <pc:docMk/>
            <pc:sldMk cId="3532748257" sldId="270"/>
            <ac:inkMk id="23" creationId="{23B34319-12F0-0B6E-06AE-52AD42A3DDD0}"/>
          </ac:inkMkLst>
        </pc:inkChg>
        <pc:inkChg chg="add mod">
          <ac:chgData name="O'Connor, Jacqueline Antonia" userId="3b9bfa0c-75a1-427e-ae61-7069a76100c3" providerId="ADAL" clId="{7BDAB737-B273-4034-A416-2FF981C48F7E}" dt="2023-07-18T22:54:20.626" v="1725"/>
          <ac:inkMkLst>
            <pc:docMk/>
            <pc:sldMk cId="3532748257" sldId="270"/>
            <ac:inkMk id="25" creationId="{B4C16977-90AD-9B4C-C745-A3B1F6198D11}"/>
          </ac:inkMkLst>
        </pc:inkChg>
        <pc:inkChg chg="add mod">
          <ac:chgData name="O'Connor, Jacqueline Antonia" userId="3b9bfa0c-75a1-427e-ae61-7069a76100c3" providerId="ADAL" clId="{7BDAB737-B273-4034-A416-2FF981C48F7E}" dt="2023-07-18T22:54:20.626" v="1725"/>
          <ac:inkMkLst>
            <pc:docMk/>
            <pc:sldMk cId="3532748257" sldId="270"/>
            <ac:inkMk id="26" creationId="{8013F4AF-8726-CA7D-2F2D-D9CC1F4BD3C2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28" creationId="{CBB7C1A4-844E-0798-7E0E-6F81071239A5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29" creationId="{E7F92A42-A736-BC17-7404-35D7A1F2AF4B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30" creationId="{78A57123-84BD-0107-8B0F-22F45C3D6FD4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31" creationId="{B88D25EB-4F2B-988D-8BD4-D5B2C94D853A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32" creationId="{1DA39A84-2560-9D4D-2364-04B943718FDA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33" creationId="{2955616C-D34A-64B8-9E82-807405069C80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35" creationId="{FF461BCC-4904-96CB-252D-573FF7DE6E9B}"/>
          </ac:inkMkLst>
        </pc:inkChg>
        <pc:inkChg chg="add mod">
          <ac:chgData name="O'Connor, Jacqueline Antonia" userId="3b9bfa0c-75a1-427e-ae61-7069a76100c3" providerId="ADAL" clId="{7BDAB737-B273-4034-A416-2FF981C48F7E}" dt="2023-07-18T22:54:26.573" v="1736"/>
          <ac:inkMkLst>
            <pc:docMk/>
            <pc:sldMk cId="3532748257" sldId="270"/>
            <ac:inkMk id="36" creationId="{ED17638A-00C6-EC0F-B959-BAC46931E7D9}"/>
          </ac:inkMkLst>
        </pc:inkChg>
        <pc:inkChg chg="add">
          <ac:chgData name="O'Connor, Jacqueline Antonia" userId="3b9bfa0c-75a1-427e-ae61-7069a76100c3" providerId="ADAL" clId="{7BDAB737-B273-4034-A416-2FF981C48F7E}" dt="2023-07-18T22:54:25.609" v="1735" actId="9405"/>
          <ac:inkMkLst>
            <pc:docMk/>
            <pc:sldMk cId="3532748257" sldId="270"/>
            <ac:inkMk id="37" creationId="{00169A91-15B7-F187-4AE0-1B2028A4CC6D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39" creationId="{3E7C345F-226A-6025-0F09-76ECC27AA79D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0" creationId="{A69A5B41-D4A7-37AE-21FE-FB0C240797C9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1" creationId="{D12CF956-7400-2D7D-1B35-AEC27CF884D3}"/>
          </ac:inkMkLst>
        </pc:inkChg>
        <pc:inkChg chg="add">
          <ac:chgData name="O'Connor, Jacqueline Antonia" userId="3b9bfa0c-75a1-427e-ae61-7069a76100c3" providerId="ADAL" clId="{7BDAB737-B273-4034-A416-2FF981C48F7E}" dt="2023-07-18T22:54:28.502" v="1740" actId="9405"/>
          <ac:inkMkLst>
            <pc:docMk/>
            <pc:sldMk cId="3532748257" sldId="270"/>
            <ac:inkMk id="42" creationId="{2906A5AC-E59D-7C81-4B42-2823F51EFA01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3" creationId="{903A666F-F61B-39FD-E607-8FC2ABA49910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4" creationId="{B0278DA5-3616-3E31-4F08-CEC5AD1D4BB9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5" creationId="{58CD852F-77AF-AF09-224D-B703CE134EF0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6" creationId="{9734D497-5C4A-7EFE-23F7-997264F5DC22}"/>
          </ac:inkMkLst>
        </pc:inkChg>
        <pc:inkChg chg="add">
          <ac:chgData name="O'Connor, Jacqueline Antonia" userId="3b9bfa0c-75a1-427e-ae61-7069a76100c3" providerId="ADAL" clId="{7BDAB737-B273-4034-A416-2FF981C48F7E}" dt="2023-07-18T22:54:30.565" v="1745" actId="9405"/>
          <ac:inkMkLst>
            <pc:docMk/>
            <pc:sldMk cId="3532748257" sldId="270"/>
            <ac:inkMk id="47" creationId="{D84416FD-EE55-DE98-D814-961B8ECC91BC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8" creationId="{DB0E85CE-25A8-C49D-3551-2CAF38B0CE0A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49" creationId="{0FBC5A0E-2EE9-FE72-2AC6-367BFFA4F459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50" creationId="{65D1963C-DADB-E652-6107-B10E7203C48D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51" creationId="{3135DF04-6518-6D9A-F024-F3E11867B376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52" creationId="{BD2BF77E-F452-BB43-4086-C693AD44BBFA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53" creationId="{3B8DE821-9CE0-173B-55AC-47C7F39459E6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54" creationId="{5531CC77-A12E-C288-CB7F-0E8E9B671C7D}"/>
          </ac:inkMkLst>
        </pc:inkChg>
        <pc:inkChg chg="add mod">
          <ac:chgData name="O'Connor, Jacqueline Antonia" userId="3b9bfa0c-75a1-427e-ae61-7069a76100c3" providerId="ADAL" clId="{7BDAB737-B273-4034-A416-2FF981C48F7E}" dt="2023-07-18T22:54:34.395" v="1754"/>
          <ac:inkMkLst>
            <pc:docMk/>
            <pc:sldMk cId="3532748257" sldId="270"/>
            <ac:inkMk id="55" creationId="{57C6716E-6842-BA19-14EE-B2B992C6C4C5}"/>
          </ac:inkMkLst>
        </pc:inkChg>
        <pc:inkChg chg="add mod">
          <ac:chgData name="O'Connor, Jacqueline Antonia" userId="3b9bfa0c-75a1-427e-ae61-7069a76100c3" providerId="ADAL" clId="{7BDAB737-B273-4034-A416-2FF981C48F7E}" dt="2023-07-18T22:54:46.499" v="1760"/>
          <ac:inkMkLst>
            <pc:docMk/>
            <pc:sldMk cId="3532748257" sldId="270"/>
            <ac:inkMk id="60" creationId="{42CC7F4C-DB9B-0849-C3C1-1927C0B2353D}"/>
          </ac:inkMkLst>
        </pc:inkChg>
        <pc:inkChg chg="add mod">
          <ac:chgData name="O'Connor, Jacqueline Antonia" userId="3b9bfa0c-75a1-427e-ae61-7069a76100c3" providerId="ADAL" clId="{7BDAB737-B273-4034-A416-2FF981C48F7E}" dt="2023-07-18T22:54:46.499" v="1760"/>
          <ac:inkMkLst>
            <pc:docMk/>
            <pc:sldMk cId="3532748257" sldId="270"/>
            <ac:inkMk id="61" creationId="{8A0F3D60-F382-9576-02FB-7AB00344BFBC}"/>
          </ac:inkMkLst>
        </pc:inkChg>
        <pc:inkChg chg="add mod">
          <ac:chgData name="O'Connor, Jacqueline Antonia" userId="3b9bfa0c-75a1-427e-ae61-7069a76100c3" providerId="ADAL" clId="{7BDAB737-B273-4034-A416-2FF981C48F7E}" dt="2023-07-18T22:54:46.499" v="1760"/>
          <ac:inkMkLst>
            <pc:docMk/>
            <pc:sldMk cId="3532748257" sldId="270"/>
            <ac:inkMk id="62" creationId="{F0E8C133-7C16-BE36-E250-3C83EC71F723}"/>
          </ac:inkMkLst>
        </pc:inkChg>
        <pc:inkChg chg="add mod">
          <ac:chgData name="O'Connor, Jacqueline Antonia" userId="3b9bfa0c-75a1-427e-ae61-7069a76100c3" providerId="ADAL" clId="{7BDAB737-B273-4034-A416-2FF981C48F7E}" dt="2023-07-18T22:54:46.499" v="1760"/>
          <ac:inkMkLst>
            <pc:docMk/>
            <pc:sldMk cId="3532748257" sldId="270"/>
            <ac:inkMk id="63" creationId="{8F2ECD35-1A6D-0453-13A5-AE64C21B7297}"/>
          </ac:inkMkLst>
        </pc:inkChg>
        <pc:inkChg chg="add mod">
          <ac:chgData name="O'Connor, Jacqueline Antonia" userId="3b9bfa0c-75a1-427e-ae61-7069a76100c3" providerId="ADAL" clId="{7BDAB737-B273-4034-A416-2FF981C48F7E}" dt="2023-07-18T22:54:46.499" v="1760"/>
          <ac:inkMkLst>
            <pc:docMk/>
            <pc:sldMk cId="3532748257" sldId="270"/>
            <ac:inkMk id="64" creationId="{0BAB5EDB-3E66-09EA-6EF6-D156F83002D6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66" creationId="{77DF1CDE-B09E-E4EB-8464-CA099319DEB4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67" creationId="{3FE6E894-63B9-7A93-F47E-0175E4A66B5A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68" creationId="{C6A140B8-34A8-7395-A63C-6E32EE4AD7A8}"/>
          </ac:inkMkLst>
        </pc:inkChg>
        <pc:inkChg chg="add">
          <ac:chgData name="O'Connor, Jacqueline Antonia" userId="3b9bfa0c-75a1-427e-ae61-7069a76100c3" providerId="ADAL" clId="{7BDAB737-B273-4034-A416-2FF981C48F7E}" dt="2023-07-18T22:54:49.539" v="1764" actId="9405"/>
          <ac:inkMkLst>
            <pc:docMk/>
            <pc:sldMk cId="3532748257" sldId="270"/>
            <ac:inkMk id="69" creationId="{B74BAE49-2BBE-D228-8F5A-A80A88A966B3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0" creationId="{D3FA49CD-4938-0C93-23A6-C3DC9262724B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1" creationId="{DC5FF0DF-D6D2-C06E-4FBC-68978A530B38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2" creationId="{A18C51B8-5D99-EF24-8CB6-CF2038C98279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3" creationId="{798D7951-83FF-C7AA-46D2-696AFAF91876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4" creationId="{863EFEE6-D41C-0CEC-E6FD-299904FFF1C3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5" creationId="{054160AB-B512-685C-9767-54A04816FC2D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6" creationId="{A2133296-202E-CBCF-E9AD-FF3BC406C9D0}"/>
          </ac:inkMkLst>
        </pc:inkChg>
        <pc:inkChg chg="add mod">
          <ac:chgData name="O'Connor, Jacqueline Antonia" userId="3b9bfa0c-75a1-427e-ae61-7069a76100c3" providerId="ADAL" clId="{7BDAB737-B273-4034-A416-2FF981C48F7E}" dt="2023-07-18T22:54:53.303" v="1773"/>
          <ac:inkMkLst>
            <pc:docMk/>
            <pc:sldMk cId="3532748257" sldId="270"/>
            <ac:inkMk id="77" creationId="{E5F1569B-F60B-6F6B-1DB6-12E762E5139D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0" creationId="{D2B245DD-D10C-AC07-D4F0-B84DF5FB206D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1" creationId="{528E817D-DBF1-AB26-B999-86639812F664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2" creationId="{892988C9-AD52-27FC-EE31-C9AF5C92F4F3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3" creationId="{A173DDA6-1610-0310-5923-855EF2DDFB0D}"/>
          </ac:inkMkLst>
        </pc:inkChg>
        <pc:inkChg chg="add">
          <ac:chgData name="O'Connor, Jacqueline Antonia" userId="3b9bfa0c-75a1-427e-ae61-7069a76100c3" providerId="ADAL" clId="{7BDAB737-B273-4034-A416-2FF981C48F7E}" dt="2023-07-18T22:54:57.453" v="1778" actId="9405"/>
          <ac:inkMkLst>
            <pc:docMk/>
            <pc:sldMk cId="3532748257" sldId="270"/>
            <ac:inkMk id="84" creationId="{8E69DDEE-0F20-95FE-F586-4256FE3C3F7A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5" creationId="{976FE315-2377-FDCF-6961-880AADCA313E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6" creationId="{56081FB9-09A1-A7C4-7E57-B94F6018FACB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7" creationId="{6712543E-21A4-BC0A-4049-80A2CAA0F35D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8" creationId="{8EB98BDE-44F2-5485-A3C2-023F45960C3B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89" creationId="{F7682DBA-BBE0-5CA9-83AA-116C48671904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90" creationId="{35DF24B7-FDEA-2AE7-454B-651311DED8E5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91" creationId="{9A6C832B-EA4C-DE3A-501F-B2DE6110E200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92" creationId="{C4FB9658-B560-2684-92FB-E8557557A4F3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93" creationId="{6D0940B3-CBD1-144B-E45E-4739B6D11483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94" creationId="{D93A4364-20B0-F078-7DB2-87CB7FBE6695}"/>
          </ac:inkMkLst>
        </pc:inkChg>
        <pc:inkChg chg="add mod">
          <ac:chgData name="O'Connor, Jacqueline Antonia" userId="3b9bfa0c-75a1-427e-ae61-7069a76100c3" providerId="ADAL" clId="{7BDAB737-B273-4034-A416-2FF981C48F7E}" dt="2023-07-18T22:55:02.387" v="1790"/>
          <ac:inkMkLst>
            <pc:docMk/>
            <pc:sldMk cId="3532748257" sldId="270"/>
            <ac:inkMk id="95" creationId="{83E059A5-E178-9D82-20E9-A15FF0E37606}"/>
          </ac:inkMkLst>
        </pc:inkChg>
        <pc:inkChg chg="add mod">
          <ac:chgData name="O'Connor, Jacqueline Antonia" userId="3b9bfa0c-75a1-427e-ae61-7069a76100c3" providerId="ADAL" clId="{7BDAB737-B273-4034-A416-2FF981C48F7E}" dt="2023-07-18T22:55:06.002" v="1793"/>
          <ac:inkMkLst>
            <pc:docMk/>
            <pc:sldMk cId="3532748257" sldId="270"/>
            <ac:inkMk id="101" creationId="{76316EC1-4F4F-71FD-946A-8246720E4603}"/>
          </ac:inkMkLst>
        </pc:inkChg>
        <pc:inkChg chg="add mod">
          <ac:chgData name="O'Connor, Jacqueline Antonia" userId="3b9bfa0c-75a1-427e-ae61-7069a76100c3" providerId="ADAL" clId="{7BDAB737-B273-4034-A416-2FF981C48F7E}" dt="2023-07-18T22:55:06.002" v="1793"/>
          <ac:inkMkLst>
            <pc:docMk/>
            <pc:sldMk cId="3532748257" sldId="270"/>
            <ac:inkMk id="102" creationId="{94071857-DFA1-957E-BD8F-C5C022EEF6B7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04" creationId="{9BB191DF-2AEA-A71F-3E67-954BE960BCC5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05" creationId="{FE81FEEC-B92B-6A78-01D2-6651B147A5B1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06" creationId="{99445513-E4D5-E71A-9910-22CFA12E9550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07" creationId="{94040CC7-5099-1B4B-0605-CF6F6D3CF247}"/>
          </ac:inkMkLst>
        </pc:inkChg>
        <pc:inkChg chg="add">
          <ac:chgData name="O'Connor, Jacqueline Antonia" userId="3b9bfa0c-75a1-427e-ae61-7069a76100c3" providerId="ADAL" clId="{7BDAB737-B273-4034-A416-2FF981C48F7E}" dt="2023-07-18T22:55:10.122" v="1798" actId="9405"/>
          <ac:inkMkLst>
            <pc:docMk/>
            <pc:sldMk cId="3532748257" sldId="270"/>
            <ac:inkMk id="108" creationId="{1D374DFD-14EE-746F-B3AC-179DB9EAE76E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09" creationId="{0FFDC90E-7BCE-6EAF-4278-5B28A25B6A8A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10" creationId="{4B8A5E75-2C82-E270-9150-5F4C105D6225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11" creationId="{3D7CBAC5-79F1-FB55-C839-E47C27E53C19}"/>
          </ac:inkMkLst>
        </pc:inkChg>
        <pc:inkChg chg="add mod">
          <ac:chgData name="O'Connor, Jacqueline Antonia" userId="3b9bfa0c-75a1-427e-ae61-7069a76100c3" providerId="ADAL" clId="{7BDAB737-B273-4034-A416-2FF981C48F7E}" dt="2023-07-18T22:55:13.091" v="1803"/>
          <ac:inkMkLst>
            <pc:docMk/>
            <pc:sldMk cId="3532748257" sldId="270"/>
            <ac:inkMk id="112" creationId="{474DB8CC-5911-A47E-D143-322E3789EA48}"/>
          </ac:inkMkLst>
        </pc:inkChg>
        <pc:inkChg chg="add mod">
          <ac:chgData name="O'Connor, Jacqueline Antonia" userId="3b9bfa0c-75a1-427e-ae61-7069a76100c3" providerId="ADAL" clId="{7BDAB737-B273-4034-A416-2FF981C48F7E}" dt="2023-07-18T22:55:15.205" v="1808"/>
          <ac:inkMkLst>
            <pc:docMk/>
            <pc:sldMk cId="3532748257" sldId="270"/>
            <ac:inkMk id="115" creationId="{EC1FF290-AB4C-C4DE-1AC9-570533788B1E}"/>
          </ac:inkMkLst>
        </pc:inkChg>
        <pc:inkChg chg="add mod">
          <ac:chgData name="O'Connor, Jacqueline Antonia" userId="3b9bfa0c-75a1-427e-ae61-7069a76100c3" providerId="ADAL" clId="{7BDAB737-B273-4034-A416-2FF981C48F7E}" dt="2023-07-18T22:55:15.205" v="1808"/>
          <ac:inkMkLst>
            <pc:docMk/>
            <pc:sldMk cId="3532748257" sldId="270"/>
            <ac:inkMk id="116" creationId="{F33B174C-2FB0-83DF-A922-57F8C653AEC6}"/>
          </ac:inkMkLst>
        </pc:inkChg>
        <pc:inkChg chg="add mod">
          <ac:chgData name="O'Connor, Jacqueline Antonia" userId="3b9bfa0c-75a1-427e-ae61-7069a76100c3" providerId="ADAL" clId="{7BDAB737-B273-4034-A416-2FF981C48F7E}" dt="2023-07-18T22:55:15.205" v="1808"/>
          <ac:inkMkLst>
            <pc:docMk/>
            <pc:sldMk cId="3532748257" sldId="270"/>
            <ac:inkMk id="117" creationId="{0787B7C2-1D06-F9DF-5A0A-3B6826E22E33}"/>
          </ac:inkMkLst>
        </pc:inkChg>
        <pc:inkChg chg="add mod">
          <ac:chgData name="O'Connor, Jacqueline Antonia" userId="3b9bfa0c-75a1-427e-ae61-7069a76100c3" providerId="ADAL" clId="{7BDAB737-B273-4034-A416-2FF981C48F7E}" dt="2023-07-18T22:55:15.205" v="1808"/>
          <ac:inkMkLst>
            <pc:docMk/>
            <pc:sldMk cId="3532748257" sldId="270"/>
            <ac:inkMk id="118" creationId="{E32379A5-E1B0-3E27-4725-77753771D078}"/>
          </ac:inkMkLst>
        </pc:inkChg>
        <pc:inkChg chg="add mod">
          <ac:chgData name="O'Connor, Jacqueline Antonia" userId="3b9bfa0c-75a1-427e-ae61-7069a76100c3" providerId="ADAL" clId="{7BDAB737-B273-4034-A416-2FF981C48F7E}" dt="2023-07-18T22:55:30.014" v="1815"/>
          <ac:inkMkLst>
            <pc:docMk/>
            <pc:sldMk cId="3532748257" sldId="270"/>
            <ac:inkMk id="120" creationId="{51DF15BE-6CBC-9D82-1848-1BDA3CDFE0E3}"/>
          </ac:inkMkLst>
        </pc:inkChg>
        <pc:inkChg chg="add mod">
          <ac:chgData name="O'Connor, Jacqueline Antonia" userId="3b9bfa0c-75a1-427e-ae61-7069a76100c3" providerId="ADAL" clId="{7BDAB737-B273-4034-A416-2FF981C48F7E}" dt="2023-07-18T22:55:30.014" v="1815"/>
          <ac:inkMkLst>
            <pc:docMk/>
            <pc:sldMk cId="3532748257" sldId="270"/>
            <ac:inkMk id="121" creationId="{78F1CC34-CB6B-3AAE-3287-513AD8F6C075}"/>
          </ac:inkMkLst>
        </pc:inkChg>
        <pc:inkChg chg="add mod">
          <ac:chgData name="O'Connor, Jacqueline Antonia" userId="3b9bfa0c-75a1-427e-ae61-7069a76100c3" providerId="ADAL" clId="{7BDAB737-B273-4034-A416-2FF981C48F7E}" dt="2023-07-18T22:55:30.014" v="1815"/>
          <ac:inkMkLst>
            <pc:docMk/>
            <pc:sldMk cId="3532748257" sldId="270"/>
            <ac:inkMk id="122" creationId="{5391D467-DF56-F7FF-1694-4DB6E5D7532D}"/>
          </ac:inkMkLst>
        </pc:inkChg>
        <pc:inkChg chg="add mod">
          <ac:chgData name="O'Connor, Jacqueline Antonia" userId="3b9bfa0c-75a1-427e-ae61-7069a76100c3" providerId="ADAL" clId="{7BDAB737-B273-4034-A416-2FF981C48F7E}" dt="2023-07-18T22:55:30.014" v="1815"/>
          <ac:inkMkLst>
            <pc:docMk/>
            <pc:sldMk cId="3532748257" sldId="270"/>
            <ac:inkMk id="123" creationId="{0064147B-2E49-23E2-F8A4-C3CAB2A6BF32}"/>
          </ac:inkMkLst>
        </pc:inkChg>
        <pc:inkChg chg="add mod">
          <ac:chgData name="O'Connor, Jacqueline Antonia" userId="3b9bfa0c-75a1-427e-ae61-7069a76100c3" providerId="ADAL" clId="{7BDAB737-B273-4034-A416-2FF981C48F7E}" dt="2023-07-18T22:55:30.014" v="1815"/>
          <ac:inkMkLst>
            <pc:docMk/>
            <pc:sldMk cId="3532748257" sldId="270"/>
            <ac:inkMk id="124" creationId="{A62DA0B6-7BC8-6911-97FB-4E5CE9925509}"/>
          </ac:inkMkLst>
        </pc:inkChg>
        <pc:inkChg chg="add mod">
          <ac:chgData name="O'Connor, Jacqueline Antonia" userId="3b9bfa0c-75a1-427e-ae61-7069a76100c3" providerId="ADAL" clId="{7BDAB737-B273-4034-A416-2FF981C48F7E}" dt="2023-07-18T22:55:30.014" v="1815"/>
          <ac:inkMkLst>
            <pc:docMk/>
            <pc:sldMk cId="3532748257" sldId="270"/>
            <ac:inkMk id="125" creationId="{3946735B-353E-85D0-C871-EDBB85F400A9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28" creationId="{ABACA1C3-C3CF-6022-C4A7-2F3E0D227EBD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29" creationId="{D3C4767B-DC4B-3D35-94E8-6003E6CC2E17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0" creationId="{1B1B5CC3-5B5D-5907-B278-8CBE7550D2AC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1" creationId="{1C6D5FA5-C8BA-5DB1-ECC5-A294D078621F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2" creationId="{44AE90E1-448A-17F9-3782-216D60801331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3" creationId="{9F8D35CA-CA8C-3E49-1829-0EB77C587F05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4" creationId="{3C1A0F3A-B58D-C24D-3ABC-B961EFFB048C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5" creationId="{02ABCE30-815C-770E-9429-CD64A2B0014D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6" creationId="{2AC23D13-97A5-4B3B-3172-B0D670239C85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7" creationId="{6D321824-46AA-B137-51CC-09136304EFD8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8" creationId="{B9784265-AC99-9C01-097C-BC65D73D24BE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39" creationId="{BCF57753-E436-3FB5-D1B2-FBEE35188E07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40" creationId="{3E6A308A-C2B5-DC40-68CD-7C627620CFC8}"/>
          </ac:inkMkLst>
        </pc:inkChg>
        <pc:inkChg chg="add mod">
          <ac:chgData name="O'Connor, Jacqueline Antonia" userId="3b9bfa0c-75a1-427e-ae61-7069a76100c3" providerId="ADAL" clId="{7BDAB737-B273-4034-A416-2FF981C48F7E}" dt="2023-07-18T22:55:37.151" v="1830"/>
          <ac:inkMkLst>
            <pc:docMk/>
            <pc:sldMk cId="3532748257" sldId="270"/>
            <ac:inkMk id="141" creationId="{6D727BF3-7F2D-C322-393E-FE1F532F317C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43" creationId="{64D07EB2-FB01-FBF5-8E7D-F953DC6C7D35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44" creationId="{C24365A9-E08D-5E6A-A66F-0544AE91F969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45" creationId="{AC65832A-34C7-11AE-3BB1-00850A4C87A8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46" creationId="{A7E265B5-5CC9-F4FC-AD44-A5C0960E6ECF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47" creationId="{CD6F9176-EBCB-1EBF-2703-C61D98AAC6E4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49" creationId="{DAA886C3-FBF7-0E8D-EF7D-E25938E0AD7B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50" creationId="{ED7F4475-03E9-5F1F-FAB3-B17D3265B5B2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51" creationId="{B4667170-C166-A03D-7480-D8A8B844AB17}"/>
          </ac:inkMkLst>
        </pc:inkChg>
        <pc:inkChg chg="add mod">
          <ac:chgData name="O'Connor, Jacqueline Antonia" userId="3b9bfa0c-75a1-427e-ae61-7069a76100c3" providerId="ADAL" clId="{7BDAB737-B273-4034-A416-2FF981C48F7E}" dt="2023-07-18T22:55:48.984" v="1841"/>
          <ac:inkMkLst>
            <pc:docMk/>
            <pc:sldMk cId="3532748257" sldId="270"/>
            <ac:inkMk id="152" creationId="{5635DE17-3005-1ACE-9F72-16905DAC37D1}"/>
          </ac:inkMkLst>
        </pc:inkChg>
        <pc:inkChg chg="add mod">
          <ac:chgData name="O'Connor, Jacqueline Antonia" userId="3b9bfa0c-75a1-427e-ae61-7069a76100c3" providerId="ADAL" clId="{7BDAB737-B273-4034-A416-2FF981C48F7E}" dt="2023-07-18T22:55:50.680" v="1845"/>
          <ac:inkMkLst>
            <pc:docMk/>
            <pc:sldMk cId="3532748257" sldId="270"/>
            <ac:inkMk id="154" creationId="{6DCB2AC1-3261-D4C2-DA19-E7DB02E23DD7}"/>
          </ac:inkMkLst>
        </pc:inkChg>
        <pc:inkChg chg="add mod">
          <ac:chgData name="O'Connor, Jacqueline Antonia" userId="3b9bfa0c-75a1-427e-ae61-7069a76100c3" providerId="ADAL" clId="{7BDAB737-B273-4034-A416-2FF981C48F7E}" dt="2023-07-18T22:55:50.680" v="1845"/>
          <ac:inkMkLst>
            <pc:docMk/>
            <pc:sldMk cId="3532748257" sldId="270"/>
            <ac:inkMk id="155" creationId="{E341BF24-C2C0-17F8-67DB-9A4C05A2D4E5}"/>
          </ac:inkMkLst>
        </pc:inkChg>
        <pc:inkChg chg="add mod">
          <ac:chgData name="O'Connor, Jacqueline Antonia" userId="3b9bfa0c-75a1-427e-ae61-7069a76100c3" providerId="ADAL" clId="{7BDAB737-B273-4034-A416-2FF981C48F7E}" dt="2023-07-18T22:55:50.680" v="1845"/>
          <ac:inkMkLst>
            <pc:docMk/>
            <pc:sldMk cId="3532748257" sldId="270"/>
            <ac:inkMk id="156" creationId="{5A837527-1C69-577F-D592-8D16AE799CC4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58" creationId="{BEADA4DD-2A18-93AE-8E62-D1F49A22AC79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59" creationId="{87C7D83C-15D9-FB4D-0565-DBA88AB6A5F3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0" creationId="{E2D35038-63D7-0259-52C2-3777A981E941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1" creationId="{B9FC08B5-4741-DFE6-FA4C-98602E2E699E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2" creationId="{7414FA0D-5701-3BD5-5420-C0E93470E570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3" creationId="{66A1C54D-FB24-2D99-1969-6D7F0AF38873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4" creationId="{10197CAB-2C33-E2A7-914E-5626800ED9A5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5" creationId="{56C3A9F1-4E62-2ABF-2E1B-DBA5B05D4BC5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6" creationId="{782D2746-8ED5-05B4-E102-C92CBB70FC59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7" creationId="{A4CDC95E-A255-77F5-59BF-30396E12991A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8" creationId="{D2326B4D-403E-676A-290C-F64169307690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69" creationId="{210138D4-24DC-122C-A82B-6B3646664E79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70" creationId="{334AC6C3-0589-20CB-0565-6A04DEDEC8F4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71" creationId="{F3DA9DB6-88EB-74C1-DCAC-E61753A94D78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72" creationId="{C840A386-B178-2FD0-4960-4DB5483F47A5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73" creationId="{5EA32E26-6F08-7ED6-B667-9840A9AB19A7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74" creationId="{77AC11D5-195B-5CDC-6F01-60695FE48A66}"/>
          </ac:inkMkLst>
        </pc:inkChg>
        <pc:inkChg chg="add mod">
          <ac:chgData name="O'Connor, Jacqueline Antonia" userId="3b9bfa0c-75a1-427e-ae61-7069a76100c3" providerId="ADAL" clId="{7BDAB737-B273-4034-A416-2FF981C48F7E}" dt="2023-07-18T22:55:59.410" v="1864"/>
          <ac:inkMkLst>
            <pc:docMk/>
            <pc:sldMk cId="3532748257" sldId="270"/>
            <ac:inkMk id="175" creationId="{37D60C79-E459-5A28-A7FC-0C2B375B9E69}"/>
          </ac:inkMkLst>
        </pc:inkChg>
      </pc:sldChg>
      <pc:sldChg chg="addSp delSp modSp mod">
        <pc:chgData name="O'Connor, Jacqueline Antonia" userId="3b9bfa0c-75a1-427e-ae61-7069a76100c3" providerId="ADAL" clId="{7BDAB737-B273-4034-A416-2FF981C48F7E}" dt="2023-07-18T22:59:19.087" v="2106"/>
        <pc:sldMkLst>
          <pc:docMk/>
          <pc:sldMk cId="1207440672" sldId="271"/>
        </pc:sldMkLst>
        <pc:grpChg chg="del mod">
          <ac:chgData name="O'Connor, Jacqueline Antonia" userId="3b9bfa0c-75a1-427e-ae61-7069a76100c3" providerId="ADAL" clId="{7BDAB737-B273-4034-A416-2FF981C48F7E}" dt="2023-07-18T22:56:30.013" v="1887"/>
          <ac:grpSpMkLst>
            <pc:docMk/>
            <pc:sldMk cId="1207440672" sldId="271"/>
            <ac:grpSpMk id="21" creationId="{4836BD51-F912-2A1A-3781-15B6179DD0A9}"/>
          </ac:grpSpMkLst>
        </pc:grpChg>
        <pc:grpChg chg="del mod">
          <ac:chgData name="O'Connor, Jacqueline Antonia" userId="3b9bfa0c-75a1-427e-ae61-7069a76100c3" providerId="ADAL" clId="{7BDAB737-B273-4034-A416-2FF981C48F7E}" dt="2023-07-18T22:56:30.013" v="1887"/>
          <ac:grpSpMkLst>
            <pc:docMk/>
            <pc:sldMk cId="1207440672" sldId="271"/>
            <ac:grpSpMk id="22" creationId="{6D1E6B7F-CE7A-85FB-55D1-B3501DEF77A9}"/>
          </ac:grpSpMkLst>
        </pc:grpChg>
        <pc:grpChg chg="mod">
          <ac:chgData name="O'Connor, Jacqueline Antonia" userId="3b9bfa0c-75a1-427e-ae61-7069a76100c3" providerId="ADAL" clId="{7BDAB737-B273-4034-A416-2FF981C48F7E}" dt="2023-07-18T22:56:27.675" v="1884"/>
          <ac:grpSpMkLst>
            <pc:docMk/>
            <pc:sldMk cId="1207440672" sldId="271"/>
            <ac:grpSpMk id="23" creationId="{767BCDDE-246C-4795-CC7E-FA916CD5D77C}"/>
          </ac:grpSpMkLst>
        </pc:grpChg>
        <pc:grpChg chg="mod">
          <ac:chgData name="O'Connor, Jacqueline Antonia" userId="3b9bfa0c-75a1-427e-ae61-7069a76100c3" providerId="ADAL" clId="{7BDAB737-B273-4034-A416-2FF981C48F7E}" dt="2023-07-18T22:56:27.675" v="1884"/>
          <ac:grpSpMkLst>
            <pc:docMk/>
            <pc:sldMk cId="1207440672" sldId="271"/>
            <ac:grpSpMk id="24" creationId="{5CF04A32-DD77-D1CB-0EC6-127E42F0A654}"/>
          </ac:grpSpMkLst>
        </pc:grpChg>
        <pc:grpChg chg="mod">
          <ac:chgData name="O'Connor, Jacqueline Antonia" userId="3b9bfa0c-75a1-427e-ae61-7069a76100c3" providerId="ADAL" clId="{7BDAB737-B273-4034-A416-2FF981C48F7E}" dt="2023-07-18T22:56:30.013" v="1887"/>
          <ac:grpSpMkLst>
            <pc:docMk/>
            <pc:sldMk cId="1207440672" sldId="271"/>
            <ac:grpSpMk id="27" creationId="{27316650-3D06-B842-CAFD-5826140C7F16}"/>
          </ac:grpSpMkLst>
        </pc:grpChg>
        <pc:grpChg chg="mod">
          <ac:chgData name="O'Connor, Jacqueline Antonia" userId="3b9bfa0c-75a1-427e-ae61-7069a76100c3" providerId="ADAL" clId="{7BDAB737-B273-4034-A416-2FF981C48F7E}" dt="2023-07-18T22:56:37.128" v="1902"/>
          <ac:grpSpMkLst>
            <pc:docMk/>
            <pc:sldMk cId="1207440672" sldId="271"/>
            <ac:grpSpMk id="42" creationId="{BB541753-7F69-76A8-FEDD-EE2B08231759}"/>
          </ac:grpSpMkLst>
        </pc:grpChg>
        <pc:grpChg chg="mod">
          <ac:chgData name="O'Connor, Jacqueline Antonia" userId="3b9bfa0c-75a1-427e-ae61-7069a76100c3" providerId="ADAL" clId="{7BDAB737-B273-4034-A416-2FF981C48F7E}" dt="2023-07-18T22:56:37.128" v="1902"/>
          <ac:grpSpMkLst>
            <pc:docMk/>
            <pc:sldMk cId="1207440672" sldId="271"/>
            <ac:grpSpMk id="43" creationId="{95E1CAA4-B214-9449-406D-7BD9BD7620EB}"/>
          </ac:grpSpMkLst>
        </pc:grpChg>
        <pc:grpChg chg="mod">
          <ac:chgData name="O'Connor, Jacqueline Antonia" userId="3b9bfa0c-75a1-427e-ae61-7069a76100c3" providerId="ADAL" clId="{7BDAB737-B273-4034-A416-2FF981C48F7E}" dt="2023-07-18T22:56:37.128" v="1902"/>
          <ac:grpSpMkLst>
            <pc:docMk/>
            <pc:sldMk cId="1207440672" sldId="271"/>
            <ac:grpSpMk id="44" creationId="{38CFC175-AD36-EB4E-ECDD-F3B2BDF7BA8E}"/>
          </ac:grpSpMkLst>
        </pc:grpChg>
        <pc:grpChg chg="mod">
          <ac:chgData name="O'Connor, Jacqueline Antonia" userId="3b9bfa0c-75a1-427e-ae61-7069a76100c3" providerId="ADAL" clId="{7BDAB737-B273-4034-A416-2FF981C48F7E}" dt="2023-07-18T22:56:47.711" v="1909"/>
          <ac:grpSpMkLst>
            <pc:docMk/>
            <pc:sldMk cId="1207440672" sldId="271"/>
            <ac:grpSpMk id="51" creationId="{3605E7D4-20DD-1714-2B2C-4AD7BCF1BF59}"/>
          </ac:grpSpMkLst>
        </pc:grpChg>
        <pc:grpChg chg="mod">
          <ac:chgData name="O'Connor, Jacqueline Antonia" userId="3b9bfa0c-75a1-427e-ae61-7069a76100c3" providerId="ADAL" clId="{7BDAB737-B273-4034-A416-2FF981C48F7E}" dt="2023-07-18T22:56:55.281" v="1923"/>
          <ac:grpSpMkLst>
            <pc:docMk/>
            <pc:sldMk cId="1207440672" sldId="271"/>
            <ac:grpSpMk id="65" creationId="{63450F5B-4AEF-9D5F-83C8-49E3E693189F}"/>
          </ac:grpSpMkLst>
        </pc:grpChg>
        <pc:grpChg chg="mod">
          <ac:chgData name="O'Connor, Jacqueline Antonia" userId="3b9bfa0c-75a1-427e-ae61-7069a76100c3" providerId="ADAL" clId="{7BDAB737-B273-4034-A416-2FF981C48F7E}" dt="2023-07-18T22:56:55.281" v="1923"/>
          <ac:grpSpMkLst>
            <pc:docMk/>
            <pc:sldMk cId="1207440672" sldId="271"/>
            <ac:grpSpMk id="66" creationId="{8060F294-A8B7-BC14-3CB5-D51CAEA6825A}"/>
          </ac:grpSpMkLst>
        </pc:grpChg>
        <pc:grpChg chg="mod">
          <ac:chgData name="O'Connor, Jacqueline Antonia" userId="3b9bfa0c-75a1-427e-ae61-7069a76100c3" providerId="ADAL" clId="{7BDAB737-B273-4034-A416-2FF981C48F7E}" dt="2023-07-18T22:56:55.281" v="1923"/>
          <ac:grpSpMkLst>
            <pc:docMk/>
            <pc:sldMk cId="1207440672" sldId="271"/>
            <ac:grpSpMk id="67" creationId="{78D05C76-B08E-135B-41CF-18EA0A39F4D9}"/>
          </ac:grpSpMkLst>
        </pc:grpChg>
        <pc:grpChg chg="del mod">
          <ac:chgData name="O'Connor, Jacqueline Antonia" userId="3b9bfa0c-75a1-427e-ae61-7069a76100c3" providerId="ADAL" clId="{7BDAB737-B273-4034-A416-2FF981C48F7E}" dt="2023-07-18T22:57:10.668" v="1943"/>
          <ac:grpSpMkLst>
            <pc:docMk/>
            <pc:sldMk cId="1207440672" sldId="271"/>
            <ac:grpSpMk id="83" creationId="{6D77BD47-A920-0F1B-0C30-61344C263489}"/>
          </ac:grpSpMkLst>
        </pc:grpChg>
        <pc:grpChg chg="mod">
          <ac:chgData name="O'Connor, Jacqueline Antonia" userId="3b9bfa0c-75a1-427e-ae61-7069a76100c3" providerId="ADAL" clId="{7BDAB737-B273-4034-A416-2FF981C48F7E}" dt="2023-07-18T22:57:08.498" v="1939"/>
          <ac:grpSpMkLst>
            <pc:docMk/>
            <pc:sldMk cId="1207440672" sldId="271"/>
            <ac:grpSpMk id="84" creationId="{684CDFC3-E121-1DDC-F437-BE4F9172F4FD}"/>
          </ac:grpSpMkLst>
        </pc:grpChg>
        <pc:grpChg chg="mod">
          <ac:chgData name="O'Connor, Jacqueline Antonia" userId="3b9bfa0c-75a1-427e-ae61-7069a76100c3" providerId="ADAL" clId="{7BDAB737-B273-4034-A416-2FF981C48F7E}" dt="2023-07-18T22:57:08.498" v="1939"/>
          <ac:grpSpMkLst>
            <pc:docMk/>
            <pc:sldMk cId="1207440672" sldId="271"/>
            <ac:grpSpMk id="85" creationId="{C1724D84-8B47-04ED-C88E-0E996B152EE1}"/>
          </ac:grpSpMkLst>
        </pc:grpChg>
        <pc:grpChg chg="mod">
          <ac:chgData name="O'Connor, Jacqueline Antonia" userId="3b9bfa0c-75a1-427e-ae61-7069a76100c3" providerId="ADAL" clId="{7BDAB737-B273-4034-A416-2FF981C48F7E}" dt="2023-07-18T22:57:10.668" v="1943"/>
          <ac:grpSpMkLst>
            <pc:docMk/>
            <pc:sldMk cId="1207440672" sldId="271"/>
            <ac:grpSpMk id="89" creationId="{2B45847D-FE96-4162-BFF1-702B1A385D16}"/>
          </ac:grpSpMkLst>
        </pc:grpChg>
        <pc:grpChg chg="mod">
          <ac:chgData name="O'Connor, Jacqueline Antonia" userId="3b9bfa0c-75a1-427e-ae61-7069a76100c3" providerId="ADAL" clId="{7BDAB737-B273-4034-A416-2FF981C48F7E}" dt="2023-07-18T22:57:19.742" v="1952"/>
          <ac:grpSpMkLst>
            <pc:docMk/>
            <pc:sldMk cId="1207440672" sldId="271"/>
            <ac:grpSpMk id="98" creationId="{8DFEDBD2-A850-8872-8FFE-4D6EFBD6E1FA}"/>
          </ac:grpSpMkLst>
        </pc:grpChg>
        <pc:grpChg chg="mod">
          <ac:chgData name="O'Connor, Jacqueline Antonia" userId="3b9bfa0c-75a1-427e-ae61-7069a76100c3" providerId="ADAL" clId="{7BDAB737-B273-4034-A416-2FF981C48F7E}" dt="2023-07-18T22:57:19.742" v="1952"/>
          <ac:grpSpMkLst>
            <pc:docMk/>
            <pc:sldMk cId="1207440672" sldId="271"/>
            <ac:grpSpMk id="99" creationId="{B5C3A077-9739-BC72-1D4B-486CBDFD532D}"/>
          </ac:grpSpMkLst>
        </pc:grpChg>
        <pc:grpChg chg="mod">
          <ac:chgData name="O'Connor, Jacqueline Antonia" userId="3b9bfa0c-75a1-427e-ae61-7069a76100c3" providerId="ADAL" clId="{7BDAB737-B273-4034-A416-2FF981C48F7E}" dt="2023-07-18T22:57:19.742" v="1952"/>
          <ac:grpSpMkLst>
            <pc:docMk/>
            <pc:sldMk cId="1207440672" sldId="271"/>
            <ac:grpSpMk id="100" creationId="{BEEDCA8E-4426-BEE9-2D84-E47BEC254155}"/>
          </ac:grpSpMkLst>
        </pc:grpChg>
        <pc:grpChg chg="mod">
          <ac:chgData name="O'Connor, Jacqueline Antonia" userId="3b9bfa0c-75a1-427e-ae61-7069a76100c3" providerId="ADAL" clId="{7BDAB737-B273-4034-A416-2FF981C48F7E}" dt="2023-07-18T22:57:25.684" v="1959"/>
          <ac:grpSpMkLst>
            <pc:docMk/>
            <pc:sldMk cId="1207440672" sldId="271"/>
            <ac:grpSpMk id="107" creationId="{8FE51545-1CAF-827E-2D19-43F2A90132AC}"/>
          </ac:grpSpMkLst>
        </pc:grpChg>
        <pc:grpChg chg="mod">
          <ac:chgData name="O'Connor, Jacqueline Antonia" userId="3b9bfa0c-75a1-427e-ae61-7069a76100c3" providerId="ADAL" clId="{7BDAB737-B273-4034-A416-2FF981C48F7E}" dt="2023-07-18T22:57:25.684" v="1959"/>
          <ac:grpSpMkLst>
            <pc:docMk/>
            <pc:sldMk cId="1207440672" sldId="271"/>
            <ac:grpSpMk id="108" creationId="{47A8CD2A-2366-424B-40F3-BE84A39E8F9C}"/>
          </ac:grpSpMkLst>
        </pc:grpChg>
        <pc:grpChg chg="del mod">
          <ac:chgData name="O'Connor, Jacqueline Antonia" userId="3b9bfa0c-75a1-427e-ae61-7069a76100c3" providerId="ADAL" clId="{7BDAB737-B273-4034-A416-2FF981C48F7E}" dt="2023-07-18T22:57:39.848" v="1976"/>
          <ac:grpSpMkLst>
            <pc:docMk/>
            <pc:sldMk cId="1207440672" sldId="271"/>
            <ac:grpSpMk id="118" creationId="{5BB8DF30-D69F-AB06-8252-A173F8038396}"/>
          </ac:grpSpMkLst>
        </pc:grpChg>
        <pc:grpChg chg="del mod">
          <ac:chgData name="O'Connor, Jacqueline Antonia" userId="3b9bfa0c-75a1-427e-ae61-7069a76100c3" providerId="ADAL" clId="{7BDAB737-B273-4034-A416-2FF981C48F7E}" dt="2023-07-18T22:57:46.376" v="1989"/>
          <ac:grpSpMkLst>
            <pc:docMk/>
            <pc:sldMk cId="1207440672" sldId="271"/>
            <ac:grpSpMk id="125" creationId="{1C9B97EB-5CBB-8611-4511-87632AE0C402}"/>
          </ac:grpSpMkLst>
        </pc:grpChg>
        <pc:grpChg chg="del mod">
          <ac:chgData name="O'Connor, Jacqueline Antonia" userId="3b9bfa0c-75a1-427e-ae61-7069a76100c3" providerId="ADAL" clId="{7BDAB737-B273-4034-A416-2FF981C48F7E}" dt="2023-07-18T22:57:49.304" v="1994"/>
          <ac:grpSpMkLst>
            <pc:docMk/>
            <pc:sldMk cId="1207440672" sldId="271"/>
            <ac:grpSpMk id="138" creationId="{0B76B1A5-46FB-B094-B33D-09BF8BDB4173}"/>
          </ac:grpSpMkLst>
        </pc:grpChg>
        <pc:grpChg chg="mod">
          <ac:chgData name="O'Connor, Jacqueline Antonia" userId="3b9bfa0c-75a1-427e-ae61-7069a76100c3" providerId="ADAL" clId="{7BDAB737-B273-4034-A416-2FF981C48F7E}" dt="2023-07-18T22:57:49.304" v="1994"/>
          <ac:grpSpMkLst>
            <pc:docMk/>
            <pc:sldMk cId="1207440672" sldId="271"/>
            <ac:grpSpMk id="142" creationId="{92B12D5C-C488-0B65-46F6-ACD156077A6F}"/>
          </ac:grpSpMkLst>
        </pc:grpChg>
        <pc:grpChg chg="del mod">
          <ac:chgData name="O'Connor, Jacqueline Antonia" userId="3b9bfa0c-75a1-427e-ae61-7069a76100c3" providerId="ADAL" clId="{7BDAB737-B273-4034-A416-2FF981C48F7E}" dt="2023-07-18T22:58:02.251" v="2005"/>
          <ac:grpSpMkLst>
            <pc:docMk/>
            <pc:sldMk cId="1207440672" sldId="271"/>
            <ac:grpSpMk id="153" creationId="{628FA6CF-7013-7501-C0E7-DC25D59A2BEA}"/>
          </ac:grpSpMkLst>
        </pc:grpChg>
        <pc:grpChg chg="mod">
          <ac:chgData name="O'Connor, Jacqueline Antonia" userId="3b9bfa0c-75a1-427e-ae61-7069a76100c3" providerId="ADAL" clId="{7BDAB737-B273-4034-A416-2FF981C48F7E}" dt="2023-07-18T22:58:02.251" v="2005"/>
          <ac:grpSpMkLst>
            <pc:docMk/>
            <pc:sldMk cId="1207440672" sldId="271"/>
            <ac:grpSpMk id="154" creationId="{E226B8A3-63D8-731E-C641-0FDE8C6099B8}"/>
          </ac:grpSpMkLst>
        </pc:grpChg>
        <pc:grpChg chg="mod">
          <ac:chgData name="O'Connor, Jacqueline Antonia" userId="3b9bfa0c-75a1-427e-ae61-7069a76100c3" providerId="ADAL" clId="{7BDAB737-B273-4034-A416-2FF981C48F7E}" dt="2023-07-18T22:58:02.251" v="2005"/>
          <ac:grpSpMkLst>
            <pc:docMk/>
            <pc:sldMk cId="1207440672" sldId="271"/>
            <ac:grpSpMk id="155" creationId="{C56DF685-DBA2-EE21-9599-DFE0ED846FE6}"/>
          </ac:grpSpMkLst>
        </pc:grpChg>
        <pc:grpChg chg="mod">
          <ac:chgData name="O'Connor, Jacqueline Antonia" userId="3b9bfa0c-75a1-427e-ae61-7069a76100c3" providerId="ADAL" clId="{7BDAB737-B273-4034-A416-2FF981C48F7E}" dt="2023-07-18T22:58:11.987" v="2021"/>
          <ac:grpSpMkLst>
            <pc:docMk/>
            <pc:sldMk cId="1207440672" sldId="271"/>
            <ac:grpSpMk id="171" creationId="{9313BB91-2EAE-A3C8-0EB7-9A6000C608E1}"/>
          </ac:grpSpMkLst>
        </pc:grpChg>
        <pc:grpChg chg="mod">
          <ac:chgData name="O'Connor, Jacqueline Antonia" userId="3b9bfa0c-75a1-427e-ae61-7069a76100c3" providerId="ADAL" clId="{7BDAB737-B273-4034-A416-2FF981C48F7E}" dt="2023-07-18T22:58:11.987" v="2021"/>
          <ac:grpSpMkLst>
            <pc:docMk/>
            <pc:sldMk cId="1207440672" sldId="271"/>
            <ac:grpSpMk id="172" creationId="{89822581-F23F-A6BC-345F-26B7FE4BDBAE}"/>
          </ac:grpSpMkLst>
        </pc:grpChg>
        <pc:grpChg chg="mod">
          <ac:chgData name="O'Connor, Jacqueline Antonia" userId="3b9bfa0c-75a1-427e-ae61-7069a76100c3" providerId="ADAL" clId="{7BDAB737-B273-4034-A416-2FF981C48F7E}" dt="2023-07-18T22:58:29.795" v="2049"/>
          <ac:grpSpMkLst>
            <pc:docMk/>
            <pc:sldMk cId="1207440672" sldId="271"/>
            <ac:grpSpMk id="200" creationId="{3077B956-6024-7C80-3545-E96B3FC795A1}"/>
          </ac:grpSpMkLst>
        </pc:grpChg>
        <pc:grpChg chg="mod">
          <ac:chgData name="O'Connor, Jacqueline Antonia" userId="3b9bfa0c-75a1-427e-ae61-7069a76100c3" providerId="ADAL" clId="{7BDAB737-B273-4034-A416-2FF981C48F7E}" dt="2023-07-18T22:58:29.795" v="2049"/>
          <ac:grpSpMkLst>
            <pc:docMk/>
            <pc:sldMk cId="1207440672" sldId="271"/>
            <ac:grpSpMk id="201" creationId="{5B0CB4B4-7E82-55F3-EBB1-BDB998FFC406}"/>
          </ac:grpSpMkLst>
        </pc:grpChg>
        <pc:grpChg chg="mod">
          <ac:chgData name="O'Connor, Jacqueline Antonia" userId="3b9bfa0c-75a1-427e-ae61-7069a76100c3" providerId="ADAL" clId="{7BDAB737-B273-4034-A416-2FF981C48F7E}" dt="2023-07-18T22:58:29.795" v="2049"/>
          <ac:grpSpMkLst>
            <pc:docMk/>
            <pc:sldMk cId="1207440672" sldId="271"/>
            <ac:grpSpMk id="202" creationId="{ACB6E43D-DD63-AA56-E63A-68104FB27511}"/>
          </ac:grpSpMkLst>
        </pc:grpChg>
        <pc:grpChg chg="mod">
          <ac:chgData name="O'Connor, Jacqueline Antonia" userId="3b9bfa0c-75a1-427e-ae61-7069a76100c3" providerId="ADAL" clId="{7BDAB737-B273-4034-A416-2FF981C48F7E}" dt="2023-07-18T22:58:29.795" v="2049"/>
          <ac:grpSpMkLst>
            <pc:docMk/>
            <pc:sldMk cId="1207440672" sldId="271"/>
            <ac:grpSpMk id="203" creationId="{5C3312F7-E873-F864-9EB8-7E3A74EAEEA7}"/>
          </ac:grpSpMkLst>
        </pc:grpChg>
        <pc:grpChg chg="mod">
          <ac:chgData name="O'Connor, Jacqueline Antonia" userId="3b9bfa0c-75a1-427e-ae61-7069a76100c3" providerId="ADAL" clId="{7BDAB737-B273-4034-A416-2FF981C48F7E}" dt="2023-07-18T22:58:29.795" v="2049"/>
          <ac:grpSpMkLst>
            <pc:docMk/>
            <pc:sldMk cId="1207440672" sldId="271"/>
            <ac:grpSpMk id="204" creationId="{5A56C534-E200-3A02-CA53-0C6D46FE45D2}"/>
          </ac:grpSpMkLst>
        </pc:grpChg>
        <pc:grpChg chg="mod">
          <ac:chgData name="O'Connor, Jacqueline Antonia" userId="3b9bfa0c-75a1-427e-ae61-7069a76100c3" providerId="ADAL" clId="{7BDAB737-B273-4034-A416-2FF981C48F7E}" dt="2023-07-18T22:58:29.795" v="2049"/>
          <ac:grpSpMkLst>
            <pc:docMk/>
            <pc:sldMk cId="1207440672" sldId="271"/>
            <ac:grpSpMk id="205" creationId="{CA78B059-E7CF-F210-E0FF-67178AF26939}"/>
          </ac:grpSpMkLst>
        </pc:grpChg>
        <pc:grpChg chg="del mod">
          <ac:chgData name="O'Connor, Jacqueline Antonia" userId="3b9bfa0c-75a1-427e-ae61-7069a76100c3" providerId="ADAL" clId="{7BDAB737-B273-4034-A416-2FF981C48F7E}" dt="2023-07-18T22:58:43.613" v="2076"/>
          <ac:grpSpMkLst>
            <pc:docMk/>
            <pc:sldMk cId="1207440672" sldId="271"/>
            <ac:grpSpMk id="226" creationId="{56EB7EBD-5454-0AF4-E5DB-4A8010838473}"/>
          </ac:grpSpMkLst>
        </pc:grpChg>
        <pc:grpChg chg="mod">
          <ac:chgData name="O'Connor, Jacqueline Antonia" userId="3b9bfa0c-75a1-427e-ae61-7069a76100c3" providerId="ADAL" clId="{7BDAB737-B273-4034-A416-2FF981C48F7E}" dt="2023-07-18T22:58:41.389" v="2072"/>
          <ac:grpSpMkLst>
            <pc:docMk/>
            <pc:sldMk cId="1207440672" sldId="271"/>
            <ac:grpSpMk id="227" creationId="{B5107C05-3012-3C46-DE4F-FAE05BEE0F36}"/>
          </ac:grpSpMkLst>
        </pc:grpChg>
        <pc:grpChg chg="mod">
          <ac:chgData name="O'Connor, Jacqueline Antonia" userId="3b9bfa0c-75a1-427e-ae61-7069a76100c3" providerId="ADAL" clId="{7BDAB737-B273-4034-A416-2FF981C48F7E}" dt="2023-07-18T22:58:41.389" v="2072"/>
          <ac:grpSpMkLst>
            <pc:docMk/>
            <pc:sldMk cId="1207440672" sldId="271"/>
            <ac:grpSpMk id="228" creationId="{A747EB1F-5DE3-1EA4-2C9C-4E3DB7DC8D70}"/>
          </ac:grpSpMkLst>
        </pc:grpChg>
        <pc:grpChg chg="mod">
          <ac:chgData name="O'Connor, Jacqueline Antonia" userId="3b9bfa0c-75a1-427e-ae61-7069a76100c3" providerId="ADAL" clId="{7BDAB737-B273-4034-A416-2FF981C48F7E}" dt="2023-07-18T22:58:41.389" v="2072"/>
          <ac:grpSpMkLst>
            <pc:docMk/>
            <pc:sldMk cId="1207440672" sldId="271"/>
            <ac:grpSpMk id="229" creationId="{E62A5545-7119-5153-D1B4-BD6131A1A411}"/>
          </ac:grpSpMkLst>
        </pc:grpChg>
        <pc:grpChg chg="mod">
          <ac:chgData name="O'Connor, Jacqueline Antonia" userId="3b9bfa0c-75a1-427e-ae61-7069a76100c3" providerId="ADAL" clId="{7BDAB737-B273-4034-A416-2FF981C48F7E}" dt="2023-07-18T22:58:41.389" v="2072"/>
          <ac:grpSpMkLst>
            <pc:docMk/>
            <pc:sldMk cId="1207440672" sldId="271"/>
            <ac:grpSpMk id="230" creationId="{EEB02495-0B91-D17F-1E1F-A23145394088}"/>
          </ac:grpSpMkLst>
        </pc:grpChg>
        <pc:grpChg chg="mod">
          <ac:chgData name="O'Connor, Jacqueline Antonia" userId="3b9bfa0c-75a1-427e-ae61-7069a76100c3" providerId="ADAL" clId="{7BDAB737-B273-4034-A416-2FF981C48F7E}" dt="2023-07-18T22:58:41.389" v="2072"/>
          <ac:grpSpMkLst>
            <pc:docMk/>
            <pc:sldMk cId="1207440672" sldId="271"/>
            <ac:grpSpMk id="231" creationId="{B6C81E12-718F-11E8-1DC1-C47299314413}"/>
          </ac:grpSpMkLst>
        </pc:grpChg>
        <pc:grpChg chg="mod">
          <ac:chgData name="O'Connor, Jacqueline Antonia" userId="3b9bfa0c-75a1-427e-ae61-7069a76100c3" providerId="ADAL" clId="{7BDAB737-B273-4034-A416-2FF981C48F7E}" dt="2023-07-18T22:58:41.389" v="2072"/>
          <ac:grpSpMkLst>
            <pc:docMk/>
            <pc:sldMk cId="1207440672" sldId="271"/>
            <ac:grpSpMk id="232" creationId="{F25A0F92-29F7-2F48-C0A0-05F917BE8DF2}"/>
          </ac:grpSpMkLst>
        </pc:grpChg>
        <pc:grpChg chg="mod">
          <ac:chgData name="O'Connor, Jacqueline Antonia" userId="3b9bfa0c-75a1-427e-ae61-7069a76100c3" providerId="ADAL" clId="{7BDAB737-B273-4034-A416-2FF981C48F7E}" dt="2023-07-18T22:58:43.613" v="2076"/>
          <ac:grpSpMkLst>
            <pc:docMk/>
            <pc:sldMk cId="1207440672" sldId="271"/>
            <ac:grpSpMk id="236" creationId="{E6F9147A-8A70-8400-50E7-A93F5C1F20AB}"/>
          </ac:grpSpMkLst>
        </pc:grpChg>
        <pc:grpChg chg="mod">
          <ac:chgData name="O'Connor, Jacqueline Antonia" userId="3b9bfa0c-75a1-427e-ae61-7069a76100c3" providerId="ADAL" clId="{7BDAB737-B273-4034-A416-2FF981C48F7E}" dt="2023-07-18T22:58:46.159" v="2079"/>
          <ac:grpSpMkLst>
            <pc:docMk/>
            <pc:sldMk cId="1207440672" sldId="271"/>
            <ac:grpSpMk id="239" creationId="{FA43F07B-593C-B5B8-C16E-4E0363A106D5}"/>
          </ac:grpSpMkLst>
        </pc:grpChg>
        <pc:grpChg chg="mod">
          <ac:chgData name="O'Connor, Jacqueline Antonia" userId="3b9bfa0c-75a1-427e-ae61-7069a76100c3" providerId="ADAL" clId="{7BDAB737-B273-4034-A416-2FF981C48F7E}" dt="2023-07-18T22:58:52.357" v="2089"/>
          <ac:grpSpMkLst>
            <pc:docMk/>
            <pc:sldMk cId="1207440672" sldId="271"/>
            <ac:grpSpMk id="249" creationId="{D8467FF7-A6E6-9573-1479-80D680BA338F}"/>
          </ac:grpSpMkLst>
        </pc:grpChg>
        <pc:grpChg chg="mod">
          <ac:chgData name="O'Connor, Jacqueline Antonia" userId="3b9bfa0c-75a1-427e-ae61-7069a76100c3" providerId="ADAL" clId="{7BDAB737-B273-4034-A416-2FF981C48F7E}" dt="2023-07-18T22:58:52.357" v="2089"/>
          <ac:grpSpMkLst>
            <pc:docMk/>
            <pc:sldMk cId="1207440672" sldId="271"/>
            <ac:grpSpMk id="250" creationId="{8091F45B-5717-9AC1-40D8-3060BF2A2AB4}"/>
          </ac:grpSpMkLst>
        </pc:grpChg>
        <pc:grpChg chg="del mod">
          <ac:chgData name="O'Connor, Jacqueline Antonia" userId="3b9bfa0c-75a1-427e-ae61-7069a76100c3" providerId="ADAL" clId="{7BDAB737-B273-4034-A416-2FF981C48F7E}" dt="2023-07-18T22:59:16.973" v="2103"/>
          <ac:grpSpMkLst>
            <pc:docMk/>
            <pc:sldMk cId="1207440672" sldId="271"/>
            <ac:grpSpMk id="262" creationId="{1EC19D32-67AB-9748-8FA4-4487869A3290}"/>
          </ac:grpSpMkLst>
        </pc:grpChg>
        <pc:grpChg chg="mod">
          <ac:chgData name="O'Connor, Jacqueline Antonia" userId="3b9bfa0c-75a1-427e-ae61-7069a76100c3" providerId="ADAL" clId="{7BDAB737-B273-4034-A416-2FF981C48F7E}" dt="2023-07-18T22:59:16.973" v="2103"/>
          <ac:grpSpMkLst>
            <pc:docMk/>
            <pc:sldMk cId="1207440672" sldId="271"/>
            <ac:grpSpMk id="264" creationId="{13CE27CE-81FC-96A7-EF09-505C048E89DE}"/>
          </ac:grpSpMkLst>
        </pc:grpChg>
        <pc:grpChg chg="mod">
          <ac:chgData name="O'Connor, Jacqueline Antonia" userId="3b9bfa0c-75a1-427e-ae61-7069a76100c3" providerId="ADAL" clId="{7BDAB737-B273-4034-A416-2FF981C48F7E}" dt="2023-07-18T22:59:19.087" v="2106"/>
          <ac:grpSpMkLst>
            <pc:docMk/>
            <pc:sldMk cId="1207440672" sldId="271"/>
            <ac:grpSpMk id="267" creationId="{65DFFCB5-689E-4C47-D962-5BE2BB7C9D09}"/>
          </ac:grpSpMkLst>
        </pc:grpChg>
        <pc:inkChg chg="add mod">
          <ac:chgData name="O'Connor, Jacqueline Antonia" userId="3b9bfa0c-75a1-427e-ae61-7069a76100c3" providerId="ADAL" clId="{7BDAB737-B273-4034-A416-2FF981C48F7E}" dt="2023-07-18T22:56:27.675" v="1884"/>
          <ac:inkMkLst>
            <pc:docMk/>
            <pc:sldMk cId="1207440672" sldId="271"/>
            <ac:inkMk id="2" creationId="{774B7CD1-7378-AF65-F111-5AB83013B5DE}"/>
          </ac:inkMkLst>
        </pc:inkChg>
        <pc:inkChg chg="add mod">
          <ac:chgData name="O'Connor, Jacqueline Antonia" userId="3b9bfa0c-75a1-427e-ae61-7069a76100c3" providerId="ADAL" clId="{7BDAB737-B273-4034-A416-2FF981C48F7E}" dt="2023-07-18T22:56:27.675" v="1884"/>
          <ac:inkMkLst>
            <pc:docMk/>
            <pc:sldMk cId="1207440672" sldId="271"/>
            <ac:inkMk id="3" creationId="{25923227-6642-46F2-8181-F8D872450244}"/>
          </ac:inkMkLst>
        </pc:inkChg>
        <pc:inkChg chg="add mod">
          <ac:chgData name="O'Connor, Jacqueline Antonia" userId="3b9bfa0c-75a1-427e-ae61-7069a76100c3" providerId="ADAL" clId="{7BDAB737-B273-4034-A416-2FF981C48F7E}" dt="2023-07-18T22:56:27.675" v="1884"/>
          <ac:inkMkLst>
            <pc:docMk/>
            <pc:sldMk cId="1207440672" sldId="271"/>
            <ac:inkMk id="4" creationId="{8EADB60C-FA52-E605-8A9C-570252CF2D3D}"/>
          </ac:inkMkLst>
        </pc:inkChg>
        <pc:inkChg chg="add mod">
          <ac:chgData name="O'Connor, Jacqueline Antonia" userId="3b9bfa0c-75a1-427e-ae61-7069a76100c3" providerId="ADAL" clId="{7BDAB737-B273-4034-A416-2FF981C48F7E}" dt="2023-07-18T22:56:27.675" v="1884"/>
          <ac:inkMkLst>
            <pc:docMk/>
            <pc:sldMk cId="1207440672" sldId="271"/>
            <ac:inkMk id="5" creationId="{A4364B08-A687-80FE-349E-533DFFE0573B}"/>
          </ac:inkMkLst>
        </pc:inkChg>
        <pc:inkChg chg="add mod">
          <ac:chgData name="O'Connor, Jacqueline Antonia" userId="3b9bfa0c-75a1-427e-ae61-7069a76100c3" providerId="ADAL" clId="{7BDAB737-B273-4034-A416-2FF981C48F7E}" dt="2023-07-18T22:56:27.675" v="1884"/>
          <ac:inkMkLst>
            <pc:docMk/>
            <pc:sldMk cId="1207440672" sldId="271"/>
            <ac:inkMk id="6" creationId="{70FED3B8-D5D4-6592-F378-1BAB4DAD45B7}"/>
          </ac:inkMkLst>
        </pc:inkChg>
        <pc:inkChg chg="add mod">
          <ac:chgData name="O'Connor, Jacqueline Antonia" userId="3b9bfa0c-75a1-427e-ae61-7069a76100c3" providerId="ADAL" clId="{7BDAB737-B273-4034-A416-2FF981C48F7E}" dt="2023-07-18T22:56:27.675" v="1884"/>
          <ac:inkMkLst>
            <pc:docMk/>
            <pc:sldMk cId="1207440672" sldId="271"/>
            <ac:inkMk id="7" creationId="{41D9EFE0-8370-BEE1-06DE-C7E0E5FEE919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8" creationId="{A87BF613-D52B-85C3-C131-937089EBDB1F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9" creationId="{E868A4A8-29F2-C3EE-F743-0FCFDC105B60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0" creationId="{ACE86365-79BA-2CE1-D642-D143B601BF83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1" creationId="{A16D2735-A911-422C-9E73-5EE0A6B6A7F8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2" creationId="{BDFED12D-BE22-2BCA-F61C-A1EB4A2CFC5F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3" creationId="{1BFA7314-EC06-FAB1-1B8A-74F6D8BF6E02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4" creationId="{FC9FBDBD-F7FD-AA72-7D94-D5681102D403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5" creationId="{3E2A63B8-AB0F-54EF-2656-DEDEB5B555B8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6" creationId="{400E0C57-D5BF-5287-23D6-37213A782911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7" creationId="{B47446A7-D759-0732-4F15-DF400B0B914D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8" creationId="{C733705C-A935-FDA8-A9D5-000FDED95D4F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19" creationId="{DD119FD2-DFE4-1F42-86B6-B2A9A14CDE6A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20" creationId="{58008FD6-1FED-F3B6-FB41-21F6EA7B3B36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25" creationId="{DD06EA65-D88F-365A-D1A7-9FD87BAD9A1D}"/>
          </ac:inkMkLst>
        </pc:inkChg>
        <pc:inkChg chg="add mod">
          <ac:chgData name="O'Connor, Jacqueline Antonia" userId="3b9bfa0c-75a1-427e-ae61-7069a76100c3" providerId="ADAL" clId="{7BDAB737-B273-4034-A416-2FF981C48F7E}" dt="2023-07-18T22:56:30.013" v="1887"/>
          <ac:inkMkLst>
            <pc:docMk/>
            <pc:sldMk cId="1207440672" sldId="271"/>
            <ac:inkMk id="26" creationId="{D12BBA3D-E495-7826-7A9F-1E8B65925904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28" creationId="{5DE046F6-C101-7B58-78F5-E7D60A8EBA74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29" creationId="{9BE4CAD1-325D-A8E1-7308-2202CB9BC3C3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0" creationId="{FCDA5633-AECA-6ED8-AD20-D5B2B5399199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1" creationId="{C879C315-F268-4896-9131-6EB3D8130D98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2" creationId="{2935DAC1-9C7E-3342-A646-F8B570C20369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3" creationId="{887763A4-66D1-F3BD-A0A7-A06BC8FB44FD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4" creationId="{42B08071-7EF0-4592-6A20-E5E7C2E48F50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5" creationId="{E81C0560-F130-215C-0F2E-A5FAB44B2A7B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6" creationId="{5EE0608C-AAD5-C23D-824A-5268B686B8DD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7" creationId="{0D660AB5-1883-37DA-560B-A53297388A0D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8" creationId="{D8802BC6-70C7-B5AF-1F9E-BC3D6CCA0C98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39" creationId="{4F707F14-0D15-A43C-EA4D-92DE4C1C4D5B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40" creationId="{2EBD1C13-E4AA-0417-74BD-CDBA443565A9}"/>
          </ac:inkMkLst>
        </pc:inkChg>
        <pc:inkChg chg="add mod">
          <ac:chgData name="O'Connor, Jacqueline Antonia" userId="3b9bfa0c-75a1-427e-ae61-7069a76100c3" providerId="ADAL" clId="{7BDAB737-B273-4034-A416-2FF981C48F7E}" dt="2023-07-18T22:56:37.128" v="1902"/>
          <ac:inkMkLst>
            <pc:docMk/>
            <pc:sldMk cId="1207440672" sldId="271"/>
            <ac:inkMk id="41" creationId="{47624F24-C79D-7946-4300-946B701164C8}"/>
          </ac:inkMkLst>
        </pc:inkChg>
        <pc:inkChg chg="add mod">
          <ac:chgData name="O'Connor, Jacqueline Antonia" userId="3b9bfa0c-75a1-427e-ae61-7069a76100c3" providerId="ADAL" clId="{7BDAB737-B273-4034-A416-2FF981C48F7E}" dt="2023-07-18T22:56:47.711" v="1909"/>
          <ac:inkMkLst>
            <pc:docMk/>
            <pc:sldMk cId="1207440672" sldId="271"/>
            <ac:inkMk id="45" creationId="{59E46AB1-D5AB-C447-C47E-C68066EE3C1C}"/>
          </ac:inkMkLst>
        </pc:inkChg>
        <pc:inkChg chg="add mod">
          <ac:chgData name="O'Connor, Jacqueline Antonia" userId="3b9bfa0c-75a1-427e-ae61-7069a76100c3" providerId="ADAL" clId="{7BDAB737-B273-4034-A416-2FF981C48F7E}" dt="2023-07-18T22:56:47.711" v="1909"/>
          <ac:inkMkLst>
            <pc:docMk/>
            <pc:sldMk cId="1207440672" sldId="271"/>
            <ac:inkMk id="46" creationId="{22F1004B-A45B-0343-82DA-E771F7524C00}"/>
          </ac:inkMkLst>
        </pc:inkChg>
        <pc:inkChg chg="add mod">
          <ac:chgData name="O'Connor, Jacqueline Antonia" userId="3b9bfa0c-75a1-427e-ae61-7069a76100c3" providerId="ADAL" clId="{7BDAB737-B273-4034-A416-2FF981C48F7E}" dt="2023-07-18T22:56:47.711" v="1909"/>
          <ac:inkMkLst>
            <pc:docMk/>
            <pc:sldMk cId="1207440672" sldId="271"/>
            <ac:inkMk id="47" creationId="{EE8F0E04-7475-9A54-1368-CADD5355A348}"/>
          </ac:inkMkLst>
        </pc:inkChg>
        <pc:inkChg chg="add mod">
          <ac:chgData name="O'Connor, Jacqueline Antonia" userId="3b9bfa0c-75a1-427e-ae61-7069a76100c3" providerId="ADAL" clId="{7BDAB737-B273-4034-A416-2FF981C48F7E}" dt="2023-07-18T22:56:47.711" v="1909"/>
          <ac:inkMkLst>
            <pc:docMk/>
            <pc:sldMk cId="1207440672" sldId="271"/>
            <ac:inkMk id="48" creationId="{D4097DCE-7589-2C3B-F948-D29E15FECA35}"/>
          </ac:inkMkLst>
        </pc:inkChg>
        <pc:inkChg chg="add mod">
          <ac:chgData name="O'Connor, Jacqueline Antonia" userId="3b9bfa0c-75a1-427e-ae61-7069a76100c3" providerId="ADAL" clId="{7BDAB737-B273-4034-A416-2FF981C48F7E}" dt="2023-07-18T22:56:47.711" v="1909"/>
          <ac:inkMkLst>
            <pc:docMk/>
            <pc:sldMk cId="1207440672" sldId="271"/>
            <ac:inkMk id="49" creationId="{04B1E7C1-427A-BCED-0C81-3C287CDCF048}"/>
          </ac:inkMkLst>
        </pc:inkChg>
        <pc:inkChg chg="add mod">
          <ac:chgData name="O'Connor, Jacqueline Antonia" userId="3b9bfa0c-75a1-427e-ae61-7069a76100c3" providerId="ADAL" clId="{7BDAB737-B273-4034-A416-2FF981C48F7E}" dt="2023-07-18T22:56:47.711" v="1909"/>
          <ac:inkMkLst>
            <pc:docMk/>
            <pc:sldMk cId="1207440672" sldId="271"/>
            <ac:inkMk id="50" creationId="{350F933A-0EA1-ED24-C3B3-F8857E5805EF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2" creationId="{B8D7AB43-CC3E-B1F0-8535-90DCDAE5C3E6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3" creationId="{21A2E769-3024-6A24-174F-143A3190C9A3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4" creationId="{B7F14E87-9DA1-AE65-BFB0-1854576FFD19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5" creationId="{0FFF5A6E-7DC7-8D0C-2CF5-CBADBF9A50E3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6" creationId="{A38D4A5A-1F38-D4D0-F433-0D61AEFE06C0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7" creationId="{41DB2C13-1FB0-74FF-F663-E9F222F3DEBE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8" creationId="{35BB7B4D-F3F7-9B1C-BAF7-FE2CB51674A4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59" creationId="{849BC56A-A42A-CEF8-3DC8-71820A8E89EA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60" creationId="{48F34850-0BB3-D53D-3AB0-A5BD4B1DAC44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61" creationId="{3CC6EE58-BC4F-CCCF-2872-53609568BF22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62" creationId="{2EEF0175-93BB-5102-BF17-43A749203FD5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63" creationId="{6A343203-EFB6-EA26-FE69-CCA141B43CB6}"/>
          </ac:inkMkLst>
        </pc:inkChg>
        <pc:inkChg chg="add mod">
          <ac:chgData name="O'Connor, Jacqueline Antonia" userId="3b9bfa0c-75a1-427e-ae61-7069a76100c3" providerId="ADAL" clId="{7BDAB737-B273-4034-A416-2FF981C48F7E}" dt="2023-07-18T22:56:55.281" v="1923"/>
          <ac:inkMkLst>
            <pc:docMk/>
            <pc:sldMk cId="1207440672" sldId="271"/>
            <ac:inkMk id="64" creationId="{C362FF99-7602-CFF5-4185-EBB0C1A96EFB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68" creationId="{68CF1CFE-7047-0D02-862E-43EEC09B4DB2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69" creationId="{2A42E52F-97BD-B517-2AA2-F83DEF0B56AB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0" creationId="{6013398D-F4F2-9EEB-3050-BEA66F5F99B5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1" creationId="{DAE78257-8672-D03F-F6EF-FA974CA6D1E6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2" creationId="{D992509E-3AF8-6844-7E4D-E1DC00E8EC1A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3" creationId="{9AFA7092-1DF1-F0BB-0661-82B0C0294259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4" creationId="{1B747DB1-E26A-84FE-A40F-008DA8FC1122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5" creationId="{DE3D751D-3734-730E-3222-BBF94F03E3D4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6" creationId="{D4F1EFFD-FB5D-17A4-60A7-C33DC867D8AD}"/>
          </ac:inkMkLst>
        </pc:inkChg>
        <pc:inkChg chg="add mod">
          <ac:chgData name="O'Connor, Jacqueline Antonia" userId="3b9bfa0c-75a1-427e-ae61-7069a76100c3" providerId="ADAL" clId="{7BDAB737-B273-4034-A416-2FF981C48F7E}" dt="2023-07-18T22:57:08.498" v="1939"/>
          <ac:inkMkLst>
            <pc:docMk/>
            <pc:sldMk cId="1207440672" sldId="271"/>
            <ac:inkMk id="77" creationId="{66E21E94-E4A3-5004-738B-A75838AE8D8B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78" creationId="{F9E7D9F2-639B-D250-7191-DA07DB5B0EB7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79" creationId="{1A7D0255-8A4A-5560-CC93-5F5CC613462D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80" creationId="{D36CD08D-B3A6-B47F-9412-5953E9CCBFBA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81" creationId="{A6FB4A79-1D73-10E8-D2E6-A5C0C5708E08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82" creationId="{ABF77DC9-94BE-A5B3-328C-41D3281775AB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86" creationId="{15B44643-5D5B-6B52-4E85-E662D73FF3DB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87" creationId="{5EF4483B-BA1C-9C9E-8384-ADDFB785BB9D}"/>
          </ac:inkMkLst>
        </pc:inkChg>
        <pc:inkChg chg="add mod">
          <ac:chgData name="O'Connor, Jacqueline Antonia" userId="3b9bfa0c-75a1-427e-ae61-7069a76100c3" providerId="ADAL" clId="{7BDAB737-B273-4034-A416-2FF981C48F7E}" dt="2023-07-18T22:57:10.668" v="1943"/>
          <ac:inkMkLst>
            <pc:docMk/>
            <pc:sldMk cId="1207440672" sldId="271"/>
            <ac:inkMk id="88" creationId="{714B68AC-F98A-CB78-9A13-AA464F490C8E}"/>
          </ac:inkMkLst>
        </pc:inkChg>
        <pc:inkChg chg="add mod">
          <ac:chgData name="O'Connor, Jacqueline Antonia" userId="3b9bfa0c-75a1-427e-ae61-7069a76100c3" providerId="ADAL" clId="{7BDAB737-B273-4034-A416-2FF981C48F7E}" dt="2023-07-18T22:57:19.742" v="1952"/>
          <ac:inkMkLst>
            <pc:docMk/>
            <pc:sldMk cId="1207440672" sldId="271"/>
            <ac:inkMk id="90" creationId="{2DEFD30C-2CC6-5266-3FB2-FFA12AF0138B}"/>
          </ac:inkMkLst>
        </pc:inkChg>
        <pc:inkChg chg="add mod">
          <ac:chgData name="O'Connor, Jacqueline Antonia" userId="3b9bfa0c-75a1-427e-ae61-7069a76100c3" providerId="ADAL" clId="{7BDAB737-B273-4034-A416-2FF981C48F7E}" dt="2023-07-18T22:57:19.742" v="1952"/>
          <ac:inkMkLst>
            <pc:docMk/>
            <pc:sldMk cId="1207440672" sldId="271"/>
            <ac:inkMk id="91" creationId="{01B696DC-D82D-6241-357C-DB918FE13360}"/>
          </ac:inkMkLst>
        </pc:inkChg>
        <pc:inkChg chg="add mod">
          <ac:chgData name="O'Connor, Jacqueline Antonia" userId="3b9bfa0c-75a1-427e-ae61-7069a76100c3" providerId="ADAL" clId="{7BDAB737-B273-4034-A416-2FF981C48F7E}" dt="2023-07-18T22:57:19.742" v="1952"/>
          <ac:inkMkLst>
            <pc:docMk/>
            <pc:sldMk cId="1207440672" sldId="271"/>
            <ac:inkMk id="92" creationId="{F8F1B899-4FA9-28BB-95F2-6FE6ED16699D}"/>
          </ac:inkMkLst>
        </pc:inkChg>
        <pc:inkChg chg="add mod">
          <ac:chgData name="O'Connor, Jacqueline Antonia" userId="3b9bfa0c-75a1-427e-ae61-7069a76100c3" providerId="ADAL" clId="{7BDAB737-B273-4034-A416-2FF981C48F7E}" dt="2023-07-18T22:57:19.742" v="1952"/>
          <ac:inkMkLst>
            <pc:docMk/>
            <pc:sldMk cId="1207440672" sldId="271"/>
            <ac:inkMk id="93" creationId="{BC97C202-5063-8548-2B18-D16F94D811EC}"/>
          </ac:inkMkLst>
        </pc:inkChg>
        <pc:inkChg chg="add mod">
          <ac:chgData name="O'Connor, Jacqueline Antonia" userId="3b9bfa0c-75a1-427e-ae61-7069a76100c3" providerId="ADAL" clId="{7BDAB737-B273-4034-A416-2FF981C48F7E}" dt="2023-07-18T22:57:19.742" v="1952"/>
          <ac:inkMkLst>
            <pc:docMk/>
            <pc:sldMk cId="1207440672" sldId="271"/>
            <ac:inkMk id="94" creationId="{9CA56619-6089-43E7-8253-D9F51AA6947F}"/>
          </ac:inkMkLst>
        </pc:inkChg>
        <pc:inkChg chg="add mod">
          <ac:chgData name="O'Connor, Jacqueline Antonia" userId="3b9bfa0c-75a1-427e-ae61-7069a76100c3" providerId="ADAL" clId="{7BDAB737-B273-4034-A416-2FF981C48F7E}" dt="2023-07-18T22:57:19.742" v="1952"/>
          <ac:inkMkLst>
            <pc:docMk/>
            <pc:sldMk cId="1207440672" sldId="271"/>
            <ac:inkMk id="95" creationId="{9A6ED673-34EE-AAAD-C057-F99AC69A8518}"/>
          </ac:inkMkLst>
        </pc:inkChg>
        <pc:inkChg chg="add mod">
          <ac:chgData name="O'Connor, Jacqueline Antonia" userId="3b9bfa0c-75a1-427e-ae61-7069a76100c3" providerId="ADAL" clId="{7BDAB737-B273-4034-A416-2FF981C48F7E}" dt="2023-07-18T22:57:19.742" v="1952"/>
          <ac:inkMkLst>
            <pc:docMk/>
            <pc:sldMk cId="1207440672" sldId="271"/>
            <ac:inkMk id="96" creationId="{7E81DED3-E599-0217-E43C-977FEF9C6C99}"/>
          </ac:inkMkLst>
        </pc:inkChg>
        <pc:inkChg chg="add">
          <ac:chgData name="O'Connor, Jacqueline Antonia" userId="3b9bfa0c-75a1-427e-ae61-7069a76100c3" providerId="ADAL" clId="{7BDAB737-B273-4034-A416-2FF981C48F7E}" dt="2023-07-18T22:57:18.912" v="1951" actId="9405"/>
          <ac:inkMkLst>
            <pc:docMk/>
            <pc:sldMk cId="1207440672" sldId="271"/>
            <ac:inkMk id="97" creationId="{FF9D1922-0198-7171-1FF3-70B80534742A}"/>
          </ac:inkMkLst>
        </pc:inkChg>
        <pc:inkChg chg="add mod">
          <ac:chgData name="O'Connor, Jacqueline Antonia" userId="3b9bfa0c-75a1-427e-ae61-7069a76100c3" providerId="ADAL" clId="{7BDAB737-B273-4034-A416-2FF981C48F7E}" dt="2023-07-18T22:57:25.684" v="1959"/>
          <ac:inkMkLst>
            <pc:docMk/>
            <pc:sldMk cId="1207440672" sldId="271"/>
            <ac:inkMk id="101" creationId="{1319E1E6-DCD4-3A19-CE32-60852C696983}"/>
          </ac:inkMkLst>
        </pc:inkChg>
        <pc:inkChg chg="add mod">
          <ac:chgData name="O'Connor, Jacqueline Antonia" userId="3b9bfa0c-75a1-427e-ae61-7069a76100c3" providerId="ADAL" clId="{7BDAB737-B273-4034-A416-2FF981C48F7E}" dt="2023-07-18T22:57:25.684" v="1959"/>
          <ac:inkMkLst>
            <pc:docMk/>
            <pc:sldMk cId="1207440672" sldId="271"/>
            <ac:inkMk id="102" creationId="{1E8266CC-7B20-7BA8-A353-AEC583DDA66E}"/>
          </ac:inkMkLst>
        </pc:inkChg>
        <pc:inkChg chg="add mod">
          <ac:chgData name="O'Connor, Jacqueline Antonia" userId="3b9bfa0c-75a1-427e-ae61-7069a76100c3" providerId="ADAL" clId="{7BDAB737-B273-4034-A416-2FF981C48F7E}" dt="2023-07-18T22:57:25.684" v="1959"/>
          <ac:inkMkLst>
            <pc:docMk/>
            <pc:sldMk cId="1207440672" sldId="271"/>
            <ac:inkMk id="103" creationId="{0D8163AA-DA99-710A-FE2B-6FB06EA19023}"/>
          </ac:inkMkLst>
        </pc:inkChg>
        <pc:inkChg chg="add mod">
          <ac:chgData name="O'Connor, Jacqueline Antonia" userId="3b9bfa0c-75a1-427e-ae61-7069a76100c3" providerId="ADAL" clId="{7BDAB737-B273-4034-A416-2FF981C48F7E}" dt="2023-07-18T22:57:25.684" v="1959"/>
          <ac:inkMkLst>
            <pc:docMk/>
            <pc:sldMk cId="1207440672" sldId="271"/>
            <ac:inkMk id="104" creationId="{ABCBC010-4DAD-0BD4-55F4-10E322DF5FA2}"/>
          </ac:inkMkLst>
        </pc:inkChg>
        <pc:inkChg chg="add mod">
          <ac:chgData name="O'Connor, Jacqueline Antonia" userId="3b9bfa0c-75a1-427e-ae61-7069a76100c3" providerId="ADAL" clId="{7BDAB737-B273-4034-A416-2FF981C48F7E}" dt="2023-07-18T22:57:25.684" v="1959"/>
          <ac:inkMkLst>
            <pc:docMk/>
            <pc:sldMk cId="1207440672" sldId="271"/>
            <ac:inkMk id="105" creationId="{278DF88A-5EDC-321C-341A-5400BCB32432}"/>
          </ac:inkMkLst>
        </pc:inkChg>
        <pc:inkChg chg="add mod">
          <ac:chgData name="O'Connor, Jacqueline Antonia" userId="3b9bfa0c-75a1-427e-ae61-7069a76100c3" providerId="ADAL" clId="{7BDAB737-B273-4034-A416-2FF981C48F7E}" dt="2023-07-18T22:57:25.684" v="1959"/>
          <ac:inkMkLst>
            <pc:docMk/>
            <pc:sldMk cId="1207440672" sldId="271"/>
            <ac:inkMk id="106" creationId="{DA95B27E-4776-FBF6-1AC1-3FB8151303E4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09" creationId="{6A3C48FA-2979-EB94-CB35-C5850E478596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0" creationId="{C0DF65CA-022D-650D-FDFA-379F0165949F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1" creationId="{6DB7A6A6-F15F-9BA4-6245-E284DF382AB5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2" creationId="{11AF4AC4-F6C6-E175-5621-4B4B0CABCD37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3" creationId="{62804F36-BD47-99C3-0E40-4B73A6E0D1F0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4" creationId="{D0EF8E28-47CA-8F3F-BF62-0776608FCDEE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5" creationId="{9FAFA61E-69B6-9866-8504-2A2D416D024A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6" creationId="{321BF5CC-0CCB-02C0-760B-B6D8AA89749F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7" creationId="{B9231E86-DD4F-3ADB-8BFE-D715315BFF65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19" creationId="{5AA967FA-EFFC-F997-3CCA-D7F0F0FFC4C6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0" creationId="{64EC55DD-5568-DD4C-D8B5-EA19F4BC6328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1" creationId="{411DAB42-DDC4-7910-2D40-BB86E68DFCC0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2" creationId="{F9358F40-CCAD-299B-816A-0EB009A45844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3" creationId="{6598FA2E-1ADA-973E-13FC-05E7E343666A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4" creationId="{6BEEA52B-D587-BC4A-DD3B-57837F74C5CD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6" creationId="{03A4FB11-812D-F202-980B-07D191A21D68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7" creationId="{8140F6DF-5570-7CCD-77C7-4903E3B16386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8" creationId="{B401C0C1-5E8F-5395-BB10-7C00261C06AF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29" creationId="{B8201AC5-6F40-D216-0897-D17692631A9A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0" creationId="{F275F9FE-3CCA-DE14-2EA2-8EA5C758D9A0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1" creationId="{4D39C245-DE4F-70B5-E50A-ED55CFCF38AC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2" creationId="{0A597689-6D33-E8FD-F06B-639355E18EAC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3" creationId="{0B7E8D5B-4B7A-2C57-8D76-E888EC4AC6BF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4" creationId="{49580A77-DBC6-2ED5-293B-A2C8069CD1FE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5" creationId="{0F42D1DE-31BA-5EEF-0E65-0518CD182314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6" creationId="{E0C5D607-6A38-0516-4382-0917836FEDB5}"/>
          </ac:inkMkLst>
        </pc:inkChg>
        <pc:inkChg chg="add del mod">
          <ac:chgData name="O'Connor, Jacqueline Antonia" userId="3b9bfa0c-75a1-427e-ae61-7069a76100c3" providerId="ADAL" clId="{7BDAB737-B273-4034-A416-2FF981C48F7E}" dt="2023-07-18T22:57:46.937" v="1990"/>
          <ac:inkMkLst>
            <pc:docMk/>
            <pc:sldMk cId="1207440672" sldId="271"/>
            <ac:inkMk id="137" creationId="{3E8D02E4-7171-601E-EB23-623FF91595F0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39" creationId="{34AF011E-EE9E-5A14-12F5-58060C487371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40" creationId="{D4105ADC-0EDA-BEF2-24FD-8FDEF5144C38}"/>
          </ac:inkMkLst>
        </pc:inkChg>
        <pc:inkChg chg="add mod">
          <ac:chgData name="O'Connor, Jacqueline Antonia" userId="3b9bfa0c-75a1-427e-ae61-7069a76100c3" providerId="ADAL" clId="{7BDAB737-B273-4034-A416-2FF981C48F7E}" dt="2023-07-18T22:57:49.304" v="1994"/>
          <ac:inkMkLst>
            <pc:docMk/>
            <pc:sldMk cId="1207440672" sldId="271"/>
            <ac:inkMk id="141" creationId="{15BCB6C1-BC91-9924-8A25-CE076F7D8A39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43" creationId="{EDD10CCE-C765-91ED-7CEC-9058238F5F41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44" creationId="{8DD75182-6C82-E1BC-4970-9CE073434E9D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45" creationId="{C66BA503-A3D8-F741-6DB3-43CCA6B19D6D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46" creationId="{CAC1B836-6196-3AE6-BE0C-676CF14A3315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47" creationId="{367E7F49-1C69-A92A-D0C8-3F691CEB22E0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48" creationId="{67129F1C-5B40-8861-C5FD-3FCF6D2B4263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49" creationId="{DA8096AE-0C12-D54E-0746-219B11BE7FD9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50" creationId="{57A729BC-93FB-6EE0-80FA-63F3B2E02984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51" creationId="{97902FED-434A-1861-9D81-F38EAA28069C}"/>
          </ac:inkMkLst>
        </pc:inkChg>
        <pc:inkChg chg="add mod">
          <ac:chgData name="O'Connor, Jacqueline Antonia" userId="3b9bfa0c-75a1-427e-ae61-7069a76100c3" providerId="ADAL" clId="{7BDAB737-B273-4034-A416-2FF981C48F7E}" dt="2023-07-18T22:58:02.251" v="2005"/>
          <ac:inkMkLst>
            <pc:docMk/>
            <pc:sldMk cId="1207440672" sldId="271"/>
            <ac:inkMk id="152" creationId="{A079EFB0-4188-8A75-24BA-C7B86D29F5E3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56" creationId="{6401C9CC-C10C-6063-1D7A-2681030F4A6E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57" creationId="{DED1BA2A-E832-7742-F3BE-FCEF8EF15D68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58" creationId="{8CCAE3E2-C477-6178-4551-AEC5D5085CDB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59" creationId="{BBA093D8-EC77-C96A-9351-9D0730342E4B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0" creationId="{9B687930-16BF-6E59-23DC-D5C77BC17361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1" creationId="{5B48055F-EF61-9370-043C-38A33073F6DF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2" creationId="{8B964B23-0152-2BB7-A76E-BB4D6DADA069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3" creationId="{930FDF74-8715-AEA8-EA29-4AC70B60DA75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4" creationId="{ACC5BA23-6187-72C4-4AA6-5F8D34FB3523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5" creationId="{79D2C1F1-5EFF-F951-4533-57587CC2CF11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6" creationId="{FC68876C-5B46-5362-5DEB-ECD0E4F6E5C3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7" creationId="{F7036F3A-11B4-DE42-016A-8E83C8A5743B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8" creationId="{7C868F15-44F6-C619-BD71-EBEC04BBC996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69" creationId="{BC5ACA2C-70CF-DB92-0221-CF0F262C887F}"/>
          </ac:inkMkLst>
        </pc:inkChg>
        <pc:inkChg chg="add mod">
          <ac:chgData name="O'Connor, Jacqueline Antonia" userId="3b9bfa0c-75a1-427e-ae61-7069a76100c3" providerId="ADAL" clId="{7BDAB737-B273-4034-A416-2FF981C48F7E}" dt="2023-07-18T22:58:11.987" v="2021"/>
          <ac:inkMkLst>
            <pc:docMk/>
            <pc:sldMk cId="1207440672" sldId="271"/>
            <ac:inkMk id="170" creationId="{3D631F8C-BDAD-04DF-6305-3CF3CDE5E75F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73" creationId="{3707E14A-1FF8-FD05-27B3-199C7E6F7C49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74" creationId="{4E90C6E0-A074-7E31-B45E-9D6714EF0BEC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75" creationId="{BCCD3B77-F115-0099-582E-4F73CD6837D8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76" creationId="{8425A1DA-7227-1118-E3EA-C0A958FCB883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77" creationId="{7BC6D17B-333C-FE7E-8393-C09E7244EF4E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78" creationId="{3D10AF57-9B10-D098-002F-C8F8586CF2DD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79" creationId="{32E9763F-9457-EFA9-EEA1-31FD25160901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0" creationId="{60009673-1917-C74B-CFD1-58037F4181AD}"/>
          </ac:inkMkLst>
        </pc:inkChg>
        <pc:inkChg chg="add">
          <ac:chgData name="O'Connor, Jacqueline Antonia" userId="3b9bfa0c-75a1-427e-ae61-7069a76100c3" providerId="ADAL" clId="{7BDAB737-B273-4034-A416-2FF981C48F7E}" dt="2023-07-18T22:58:20.168" v="2030" actId="9405"/>
          <ac:inkMkLst>
            <pc:docMk/>
            <pc:sldMk cId="1207440672" sldId="271"/>
            <ac:inkMk id="181" creationId="{8654CCF6-5CDF-4C11-2DF5-59AAB804A5FB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2" creationId="{641E1127-F8DD-54BC-E819-1C59D851DB9F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3" creationId="{AA1ABBA4-4E05-422F-27EE-31BCD137141C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4" creationId="{EDCFAE19-D501-349B-BB5A-B843E2CF8225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5" creationId="{92D31B57-8B28-31E3-EFD1-B4513E9738E1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6" creationId="{145CCA33-585F-251C-FA82-8D8D32B90AA6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7" creationId="{D8AAD5A5-D001-BDFD-F856-F7BE15358BB5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8" creationId="{DC7FD145-33F5-CA8A-F4CC-889461A4A755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89" creationId="{C913A94C-6B2A-BF5A-F17F-CB36FD0B27FD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0" creationId="{9F8AA948-D980-6DE2-0222-7CEDB015A1C0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1" creationId="{214FE67B-F28B-4894-610E-3597DED26305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2" creationId="{08FAC783-E272-0210-1F64-A5F6834C6D66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3" creationId="{1ECF1481-7999-D879-D4C8-A83B364C7CC7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4" creationId="{C4D5192B-996A-6E49-4E65-7391B72E87D6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5" creationId="{447E3D75-3220-BCF5-5BE3-CACFC48D6260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6" creationId="{4B0F109D-5B8A-899F-820A-5A0FF2BF51DA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7" creationId="{EBF9DC11-2E4E-F5EE-4260-C61206AC997B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8" creationId="{93A00757-5E1F-332F-79FD-9CD00251CDD5}"/>
          </ac:inkMkLst>
        </pc:inkChg>
        <pc:inkChg chg="add mod">
          <ac:chgData name="O'Connor, Jacqueline Antonia" userId="3b9bfa0c-75a1-427e-ae61-7069a76100c3" providerId="ADAL" clId="{7BDAB737-B273-4034-A416-2FF981C48F7E}" dt="2023-07-18T22:58:29.795" v="2049"/>
          <ac:inkMkLst>
            <pc:docMk/>
            <pc:sldMk cId="1207440672" sldId="271"/>
            <ac:inkMk id="199" creationId="{CD6BE5CD-4D3F-BED0-E396-91679B65033C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06" creationId="{4FF1298F-C49D-6298-05DF-B7338991C38B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07" creationId="{B30C4057-FBAF-1B0B-CEB9-84DC0A79E2E6}"/>
          </ac:inkMkLst>
        </pc:inkChg>
        <pc:inkChg chg="add">
          <ac:chgData name="O'Connor, Jacqueline Antonia" userId="3b9bfa0c-75a1-427e-ae61-7069a76100c3" providerId="ADAL" clId="{7BDAB737-B273-4034-A416-2FF981C48F7E}" dt="2023-07-18T22:58:32.089" v="2052" actId="9405"/>
          <ac:inkMkLst>
            <pc:docMk/>
            <pc:sldMk cId="1207440672" sldId="271"/>
            <ac:inkMk id="208" creationId="{26C8E68C-FBAB-6ED7-CA4A-B7E23819ACDE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09" creationId="{DE40EE1C-CBFA-1EC0-9968-1B9FA6B1F486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0" creationId="{FAF75E2D-5741-4CA7-F7BF-01E4360CFC3D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1" creationId="{0B5F7BFD-4B2F-E3C8-92CF-F2DDE2ED881A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2" creationId="{1ECE48EB-2C09-B35A-2128-FEF3C89EACD4}"/>
          </ac:inkMkLst>
        </pc:inkChg>
        <pc:inkChg chg="add">
          <ac:chgData name="O'Connor, Jacqueline Antonia" userId="3b9bfa0c-75a1-427e-ae61-7069a76100c3" providerId="ADAL" clId="{7BDAB737-B273-4034-A416-2FF981C48F7E}" dt="2023-07-18T22:58:34.184" v="2057" actId="9405"/>
          <ac:inkMkLst>
            <pc:docMk/>
            <pc:sldMk cId="1207440672" sldId="271"/>
            <ac:inkMk id="213" creationId="{15F1C3F9-BA95-AD49-5D91-B55D93698CCC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4" creationId="{F8B43B85-D707-CF21-65D9-2EF76E01C58B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5" creationId="{FD9E4334-A93E-5FBD-DA52-3B4799B676F6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6" creationId="{2EFF6C78-6A30-04AE-0C83-EFE84B85CCFE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7" creationId="{1DA1888F-A363-1176-EA55-2E85ECE82859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8" creationId="{82FF0443-529B-3D3C-87A5-7452AAAF27EE}"/>
          </ac:inkMkLst>
        </pc:inkChg>
        <pc:inkChg chg="add mod">
          <ac:chgData name="O'Connor, Jacqueline Antonia" userId="3b9bfa0c-75a1-427e-ae61-7069a76100c3" providerId="ADAL" clId="{7BDAB737-B273-4034-A416-2FF981C48F7E}" dt="2023-07-18T22:58:41.389" v="2072"/>
          <ac:inkMkLst>
            <pc:docMk/>
            <pc:sldMk cId="1207440672" sldId="271"/>
            <ac:inkMk id="219" creationId="{3B864A52-123D-D0D2-6579-F2926157D6BD}"/>
          </ac:inkMkLst>
        </pc:inkChg>
        <pc:inkChg chg="add mod">
          <ac:chgData name="O'Connor, Jacqueline Antonia" userId="3b9bfa0c-75a1-427e-ae61-7069a76100c3" providerId="ADAL" clId="{7BDAB737-B273-4034-A416-2FF981C48F7E}" dt="2023-07-18T22:58:43.613" v="2076"/>
          <ac:inkMkLst>
            <pc:docMk/>
            <pc:sldMk cId="1207440672" sldId="271"/>
            <ac:inkMk id="220" creationId="{A73D47B2-C07A-CBB7-6B5C-9E5F97475662}"/>
          </ac:inkMkLst>
        </pc:inkChg>
        <pc:inkChg chg="add mod">
          <ac:chgData name="O'Connor, Jacqueline Antonia" userId="3b9bfa0c-75a1-427e-ae61-7069a76100c3" providerId="ADAL" clId="{7BDAB737-B273-4034-A416-2FF981C48F7E}" dt="2023-07-18T22:58:43.613" v="2076"/>
          <ac:inkMkLst>
            <pc:docMk/>
            <pc:sldMk cId="1207440672" sldId="271"/>
            <ac:inkMk id="221" creationId="{70D448C0-9A5A-6DFF-569C-926FDFC7FFC7}"/>
          </ac:inkMkLst>
        </pc:inkChg>
        <pc:inkChg chg="add mod">
          <ac:chgData name="O'Connor, Jacqueline Antonia" userId="3b9bfa0c-75a1-427e-ae61-7069a76100c3" providerId="ADAL" clId="{7BDAB737-B273-4034-A416-2FF981C48F7E}" dt="2023-07-18T22:58:43.613" v="2076"/>
          <ac:inkMkLst>
            <pc:docMk/>
            <pc:sldMk cId="1207440672" sldId="271"/>
            <ac:inkMk id="222" creationId="{41B0BDD6-F89A-D0CD-572C-843E8827B1C6}"/>
          </ac:inkMkLst>
        </pc:inkChg>
        <pc:inkChg chg="add mod">
          <ac:chgData name="O'Connor, Jacqueline Antonia" userId="3b9bfa0c-75a1-427e-ae61-7069a76100c3" providerId="ADAL" clId="{7BDAB737-B273-4034-A416-2FF981C48F7E}" dt="2023-07-18T22:58:43.613" v="2076"/>
          <ac:inkMkLst>
            <pc:docMk/>
            <pc:sldMk cId="1207440672" sldId="271"/>
            <ac:inkMk id="223" creationId="{89955B94-086B-B275-22F2-E06A94C6350A}"/>
          </ac:inkMkLst>
        </pc:inkChg>
        <pc:inkChg chg="add del">
          <ac:chgData name="O'Connor, Jacqueline Antonia" userId="3b9bfa0c-75a1-427e-ae61-7069a76100c3" providerId="ADAL" clId="{7BDAB737-B273-4034-A416-2FF981C48F7E}" dt="2023-07-18T22:58:40.834" v="2071"/>
          <ac:inkMkLst>
            <pc:docMk/>
            <pc:sldMk cId="1207440672" sldId="271"/>
            <ac:inkMk id="224" creationId="{DF3D53CC-323E-F9F1-2604-A23BFE3C8041}"/>
          </ac:inkMkLst>
        </pc:inkChg>
        <pc:inkChg chg="add del">
          <ac:chgData name="O'Connor, Jacqueline Antonia" userId="3b9bfa0c-75a1-427e-ae61-7069a76100c3" providerId="ADAL" clId="{7BDAB737-B273-4034-A416-2FF981C48F7E}" dt="2023-07-18T22:58:40.832" v="2070"/>
          <ac:inkMkLst>
            <pc:docMk/>
            <pc:sldMk cId="1207440672" sldId="271"/>
            <ac:inkMk id="225" creationId="{F3AAF58A-0517-3E09-1DD5-DCD1ED5AC5A9}"/>
          </ac:inkMkLst>
        </pc:inkChg>
        <pc:inkChg chg="add mod">
          <ac:chgData name="O'Connor, Jacqueline Antonia" userId="3b9bfa0c-75a1-427e-ae61-7069a76100c3" providerId="ADAL" clId="{7BDAB737-B273-4034-A416-2FF981C48F7E}" dt="2023-07-18T22:58:43.613" v="2076"/>
          <ac:inkMkLst>
            <pc:docMk/>
            <pc:sldMk cId="1207440672" sldId="271"/>
            <ac:inkMk id="233" creationId="{436AE064-66A9-AF48-8E3E-3F17E7D1D9AB}"/>
          </ac:inkMkLst>
        </pc:inkChg>
        <pc:inkChg chg="add mod">
          <ac:chgData name="O'Connor, Jacqueline Antonia" userId="3b9bfa0c-75a1-427e-ae61-7069a76100c3" providerId="ADAL" clId="{7BDAB737-B273-4034-A416-2FF981C48F7E}" dt="2023-07-18T22:58:43.613" v="2076"/>
          <ac:inkMkLst>
            <pc:docMk/>
            <pc:sldMk cId="1207440672" sldId="271"/>
            <ac:inkMk id="234" creationId="{C571E0BC-3BA2-021D-532B-B47A12035135}"/>
          </ac:inkMkLst>
        </pc:inkChg>
        <pc:inkChg chg="add mod">
          <ac:chgData name="O'Connor, Jacqueline Antonia" userId="3b9bfa0c-75a1-427e-ae61-7069a76100c3" providerId="ADAL" clId="{7BDAB737-B273-4034-A416-2FF981C48F7E}" dt="2023-07-18T22:58:43.613" v="2076"/>
          <ac:inkMkLst>
            <pc:docMk/>
            <pc:sldMk cId="1207440672" sldId="271"/>
            <ac:inkMk id="235" creationId="{0F20922A-CB72-2A58-3FD0-4D50CE038CE2}"/>
          </ac:inkMkLst>
        </pc:inkChg>
        <pc:inkChg chg="add mod">
          <ac:chgData name="O'Connor, Jacqueline Antonia" userId="3b9bfa0c-75a1-427e-ae61-7069a76100c3" providerId="ADAL" clId="{7BDAB737-B273-4034-A416-2FF981C48F7E}" dt="2023-07-18T22:58:46.159" v="2079"/>
          <ac:inkMkLst>
            <pc:docMk/>
            <pc:sldMk cId="1207440672" sldId="271"/>
            <ac:inkMk id="237" creationId="{617F1052-499A-D177-7D21-C29660167D3A}"/>
          </ac:inkMkLst>
        </pc:inkChg>
        <pc:inkChg chg="add mod">
          <ac:chgData name="O'Connor, Jacqueline Antonia" userId="3b9bfa0c-75a1-427e-ae61-7069a76100c3" providerId="ADAL" clId="{7BDAB737-B273-4034-A416-2FF981C48F7E}" dt="2023-07-18T22:58:46.159" v="2079"/>
          <ac:inkMkLst>
            <pc:docMk/>
            <pc:sldMk cId="1207440672" sldId="271"/>
            <ac:inkMk id="238" creationId="{AB318BF8-7DD2-91E2-8AF6-7F184ECD5891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0" creationId="{15621513-A126-BF40-B287-28D8295393C3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1" creationId="{68622566-322E-28FA-DF34-C83BCE06682D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2" creationId="{DC983DC1-7769-33ED-614B-A002167DB711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3" creationId="{13AF3A21-A350-89E1-5ABD-7012E55B4BC4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4" creationId="{55084408-D035-6B1C-A40B-0323A24920C9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5" creationId="{5E99F78C-CA0A-0654-04A9-A08F1067448B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6" creationId="{FD821014-8D39-598B-51B7-DF08B99250AE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7" creationId="{DD9D227B-444A-7541-7942-804A80514101}"/>
          </ac:inkMkLst>
        </pc:inkChg>
        <pc:inkChg chg="add mod">
          <ac:chgData name="O'Connor, Jacqueline Antonia" userId="3b9bfa0c-75a1-427e-ae61-7069a76100c3" providerId="ADAL" clId="{7BDAB737-B273-4034-A416-2FF981C48F7E}" dt="2023-07-18T22:58:52.357" v="2089"/>
          <ac:inkMkLst>
            <pc:docMk/>
            <pc:sldMk cId="1207440672" sldId="271"/>
            <ac:inkMk id="248" creationId="{EC4DDE1E-8C1A-9650-3C93-2F4E604D0FCC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1" creationId="{5930F96B-43C5-2DDF-5D73-1928E2539B97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2" creationId="{5978AE0E-42CD-65E2-7731-1624458A4651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3" creationId="{33F86231-DA39-4812-BE22-B799571DD135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4" creationId="{C996B7C5-4C33-D07C-4F67-80E24826EBC3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5" creationId="{1B300C7C-C55E-E15B-43DD-529BCD612AC9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6" creationId="{6E1AC28A-E87F-A782-C4EE-9F41BF61C507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7" creationId="{6D8161FE-ACE6-3C19-061E-08E97BF4487F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8" creationId="{C9DD9209-5319-C71D-FBC5-07278F88A1EC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59" creationId="{F8AA8E7C-FAEF-CDBC-31C6-12BFA7F83EAF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60" creationId="{DAB1276E-6A1B-548A-CA88-B88FD2D5EC28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61" creationId="{8BC70141-2BD4-E208-3473-35F5AD71D402}"/>
          </ac:inkMkLst>
        </pc:inkChg>
        <pc:inkChg chg="add mod">
          <ac:chgData name="O'Connor, Jacqueline Antonia" userId="3b9bfa0c-75a1-427e-ae61-7069a76100c3" providerId="ADAL" clId="{7BDAB737-B273-4034-A416-2FF981C48F7E}" dt="2023-07-18T22:59:16.973" v="2103"/>
          <ac:inkMkLst>
            <pc:docMk/>
            <pc:sldMk cId="1207440672" sldId="271"/>
            <ac:inkMk id="263" creationId="{88EB9B79-CB38-FADD-9436-FC338BA3E0DC}"/>
          </ac:inkMkLst>
        </pc:inkChg>
        <pc:inkChg chg="add mod">
          <ac:chgData name="O'Connor, Jacqueline Antonia" userId="3b9bfa0c-75a1-427e-ae61-7069a76100c3" providerId="ADAL" clId="{7BDAB737-B273-4034-A416-2FF981C48F7E}" dt="2023-07-18T22:59:19.087" v="2106"/>
          <ac:inkMkLst>
            <pc:docMk/>
            <pc:sldMk cId="1207440672" sldId="271"/>
            <ac:inkMk id="265" creationId="{A467164E-8E24-73D9-B520-F4979F85F4D2}"/>
          </ac:inkMkLst>
        </pc:inkChg>
        <pc:inkChg chg="add mod">
          <ac:chgData name="O'Connor, Jacqueline Antonia" userId="3b9bfa0c-75a1-427e-ae61-7069a76100c3" providerId="ADAL" clId="{7BDAB737-B273-4034-A416-2FF981C48F7E}" dt="2023-07-18T22:59:19.087" v="2106"/>
          <ac:inkMkLst>
            <pc:docMk/>
            <pc:sldMk cId="1207440672" sldId="271"/>
            <ac:inkMk id="266" creationId="{A76BFDE2-6032-A67C-C76F-5A59B0A81A7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21:13:03.29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35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7-18T21:17:11.709"/>
    </inkml:context>
  </inkml:definitions>
  <inkml:trace contextRef="#ctx0" brushRef="#br0">1808 1285 13823 0,'0'0'608'0,"0"0"128"0,0-5-592 0,0-1-144 16,0 6 0-16,0 0 0 0,0-5 8176 0,0 5 1600 0,0 0 320 0,0 0 64 16,0 0-6768-16,0 0-1344 0,0 0-256 0,0 0-64 15,0 0-1008-15,0 8-192 0,-1 0-32 16,-3 3-16-16,-1 1-240 0,-2 4-48 0,-1 5-16 0,-1 3 0 15,-1 1-128-15,-2 4-48 0,-1 4 0 0,0-1 0 16,-1 3 0-16,-1 2 0 0,2-1 0 0,0 1 0 16,0-2 0-16,2-2 0 0,-1-3 0 0,1-6 0 15,1 0 0-15,2-3 0 0,2-2 0 0,-1-2 0 16,-1-2 0-16,3-2 0 0,0-3 0 0,1-1 0 16,1-1 0-16,3-8 0 0,0 0 0 0,0 0 0 15,0 0 0-15,0 0 0 0,0 0 0 0,0 0 0 16,0 0 0-16,3-8 0 0,1-2 0 0,2-3 0 0,2-4 0 15,1-4 0-15,0-4 0 0,3-5 0 0,3-5 0 0,-1-2 0 16,2-2 0-16,0-2 0 0,1-2 0 0,3 0 0 16,1 0 0-16,0 1-160 0,0 4 160 0,-1 1-128 15,-1 4 128-15,0 1-128 0,-2 1 128 0,-1 2 0 16,-2 5 0-16,-1 3 0 0,-2 2 0 0,-2 4 0 16,-1 3 0-16,-1 3 0 0,0-1 0 0,-2 3 128 15,-5 7-128-15,0 0 128 0,0 0-128 0,0 0 0 16,0 0 0-16,0 0 0 0,0 0 0 0,0 0 0 15,7 7 0-15,-1 3 0 0,-1-1 0 0,2 5 0 16,-2 1 0-16,0 3 128 0,1 2-96 0,-1 2-32 16,0 0 0-16,2 1 0 0,0 1 0 0,4 2 0 15,-2 3 0-15,-1 1 0 0,-2 0 0 0,2 1 0 16,2 1 0-16,0 1 0 0,-3-2 0 0,1 1 0 16,0 0 0-16,0-2 0 0,-2-2 0 0,0-1 0 15,-1-1 0-15,1-3 0 0,-2-3 0 0,0 0 0 0,0-3 0 0,0-2 0 16,-3 0 0-16,1-2 0 0,-1-2 0 0,-1 0 0 15,0-3 0-15,0 1 0 0,-3-3 0 0,3-6 0 0,0 0 0 16,-2 7 0-16,2-7 0 0,-4 5 0 16,4-5 0-16,-7 5 0 0,7-5 0 0,-8 1 0 15,-1-1 0-15,0 0 0 0,1-1 0 0,-2-4 0 16,-2 0 0-16,-1-1 0 0,-1 0 0 0,-2 1 0 16,-1 0 0-16,-1-2 0 0,-3-1 0 0,-1 0 0 15,-1 2 0-15,-2 1 0 0,-1-1 0 0,1 3 0 16,0-1 0-16,-1 0 0 0,-1 0 0 0,1 2 0 0,2 1 0 15,2 1 0-15,1 1 0 0,2 1 0 0,0-2 0 0,5 1 0 16,2 0 0-16,2-1 0 0,-1-2 0 0,4 0 0 16,7 2 0-16,0 0 0 15,0 0-832-15,0 0-144 0,0 0-48 0,9-1-15824 16,4 0-3184-16</inkml:trace>
  <inkml:trace contextRef="#ctx0" brushRef="#br0" timeOffset="655.22">2894 1037 20271 0,'0'0'1792'0,"0"0"-1424"0,0-5-368 15,0 5 0-15,0-8 5632 0,0 1 1072 0,-1 0 208 0,0 0 32 16,-2 2-3536-16,3 5-704 0,0 0-144 0,0 0-16 16,-5-5-1328-16,-2 0-272 0,-1 2-48 0,2-1-16 15,-2 3-464-15,0-1-96 0,-2 2 0 0,-1 0-16 0,0 0-176 16,-2 4-128-16,-2 2 144 0,0-1-16 0,-1-1-128 15,0 1 0-15,-2 3 0 0,0-1 0 0,0 4 0 0,-1 1 0 16,1-1 0-16,0 4 0 0,-2-2 0 16,3 2 0-16,2-2 0 0,0 2 0 15,1 0 0-15,2-4 0 0,1 2 0 0,1 0 0 0,4 0 0 16,2 0 0-16,1-1 0 0,2-1 0 16,2 0 0-16,1-3 0 0,2 0 0 0,3 2 0 0,4-2-160 15,2 1 32-15,1-1 0 0,2-2 0 0,0-1 128 0,1 1 0 16,1-2 0-16,1 0 0 0,3-1 0 0,3 0 0 15,0 1 0-15,1-4 0 0,0 1 0 0,0 2 0 16,-1-1 0-16,0 0 0 0,0 3 0 0,-1-1 0 16,1 2 0-16,-1 2 0 0,-4 0 0 0,0 2 0 0,-3 0 0 15,-1 1 0-15,-3 0 0 0,-2 1 0 16,0-1 0-16,-2 4 0 0,-4 2 0 0,-1-1 128 16,0 1-128-16,-1 0 0 0,-3 2 128 0,-2-1-128 15,0-1 160-15,-1 1-32 0,-2-1-128 0,0-3 0 16,-3 1 0-16,-1-1 0 0,-2-1 0 0,1 0 0 15,-5 0 0-15,1-1 0 0,-2 0 0 0,0-2 0 0,-4 0 0 16,-1 0 0-16,-1-1 0 0,0 1 0 16,-2 1 0-16,0-1 0 0,-3-3 0 0,1-2 0 0,-1-1 0 0,0 0 0 15,1 0 0-15,-1-1 0 0,3-1 0 0,0-2 0 16,2-3-1072 0,3-2-208-16,0 0-32 0,1-1-16 15,4 1-2320-15,6 3-480 0</inkml:trace>
  <inkml:trace contextRef="#ctx0" brushRef="#br0" timeOffset="1068.53">2480 1581 27647 0,'0'0'2448'15,"0"0"-1952"-15,0 0-496 0,0 0 0 0,0 0 3776 0,0 0 640 0,0 0 144 0,7 1 32 16,-7-1-1856-16,0 0-368 0,8 1-80 0,-8-1-16 15,7 6-1072-15,-2 0-224 16,0 1-32-16,-1 2-16 0,-1 1-240 0,-3 2-48 0,-2 1-16 0,1 1 0 16,-1 3-288-16,-1 1-48 0,-2 1-16 0,0 0 0 15,-2 2-272-15,-1 1 0 0,0-1 0 16,1-1 0-16,-1-3 0 0,1 0 0 16,-1-3 0-16,2 2 144 0,-1-2-144 0,2 0 0 0,0-1 0 0,0-1 0 15,1-2 0-15,1 0 0 0,1-4 0 0,2-6 0 16,-2 8-976-1,2-8-96-15,0 0-16 0,0 0 0 0,0 0-2592 0,11-3-528 16</inkml:trace>
  <inkml:trace contextRef="#ctx0" brushRef="#br0" timeOffset="1655.39">2879 733 21183 0,'0'0'1888'0,"0"0"-1504"0,0 0-384 0,0 0 0 0,0 0 5152 0,0 0 960 16,0 0 192-16,0 0 32 0,0 0-2896 0,0 0-592 16,0 0-112-16,0 0-32 0,0 0-1360 0,0 0-256 15,0 0-64-15,0 0-16 0,0 0-528 0,0 0-96 16,0 0-32-16,0 0 0 0,4 7-224 0,-2 1-128 15,-1-1 160-15,-1 3-32 0,0-1-128 0,0 1 0 16,0 2 0-16,-1 1 0 0,0 4 0 0,-2-2 0 16,2 6 0-16,-2-4 0 0,1 0 0 0,0-1 0 15,1-2 0-15,1 2 0 0,-1 2 0 0,1-4 0 16,-2-2 0-16,1 0 0 16,1 0-1136-16,0 1-208 0,0-3-64 0,0-1-15216 15,0 0-3040-15</inkml:trace>
  <inkml:trace contextRef="#ctx0" brushRef="#br0" timeOffset="45108.78">3480 1353 36863 0,'0'0'3264'0,"-7"-3"-2608"0,1-1-528 0,6 4-128 0,0 0 3456 0,-6-3 640 16,6 3 144-16,0 0 32 0,0 0-2224 0,0 0-432 16,0 0-80-16,0 0-32 0,6-3-1024 0,0-1-208 15,5 1-32-15,-1-1-16 0,0 1-224 0,2 3 144 0,1 0-144 0,0 0 128 16,0-3-128-16,2 0 160 16,0 3-160-16,1-3 160 0,-2 2-112 0,1 1-48 0,1-1 0 0,0-1 0 15,-2 2 0-15,2 0 0 16,0 0 0-16,1 0 0 0,2-2 0 0,0 1 0 15,-1-1-128-15,-1 2 128 16,-2 0-512-16,2 0-32 0,0 0-16 0,0 0 0 16,-1 2-992-16,-2 0-208 0,-3-1-32 0,-1 2-16 15,-1 1-2416-15,2-3-464 0</inkml:trace>
  <inkml:trace contextRef="#ctx0" brushRef="#br0" timeOffset="45394.08">3480 1572 14735 0,'0'0'1312'0,"-11"2"-1056"16,1 1-256-16,3-1 0 0,7-2 7440 0,0 0 1440 15,-5 3 272-15,5-3 64 0,0 0-5568 0,0 0-1104 16,0 0-240-16,0 0-32 0,8 3-1392 0,2-2-288 16,2 0-48-16,2-1-16 0,5-1-256 0,-1 1-48 15,1-3-16-15,2 1 0 0,1-2-208 0,1 0 144 16,-1 0-144-16,1 0 128 0,-1-1-80 0,2 1-48 15,-1 0 0-15,2 0 0 0,0 0 0 0,-2-1 0 16,1 1 0-16,-1-1 0 0,1 4 0 0,-3-3 0 16,-3 1 0-16,0 0 0 0,-1 2 0 0,-1 1 0 15,-2 0 0-15,-1 0 0 16,-1-1-1040-16,-2 1-112 0,-1 0 0 0,-1 0-16 16,-8 0-2032-16,8 5-416 0,-1-1-80 0</inkml:trace>
  <inkml:trace contextRef="#ctx0" brushRef="#br0" timeOffset="47111.39">5082 645 25679 0,'0'0'1136'0,"5"-6"240"0,0-1-1104 0,1-1-272 0,-1-3 0 0,0 2 0 0,-1 0 2624 16,0 1 480-16,0-2 96 0,-2 2 0 0,0 0-640 0,-2 2-128 15,0 6-16-15,-2-8-16 0,1 1-832 0,-2 2-160 16,-1-1-48-16,4 6 0 0,-5-7-304 0,0 2-64 15,-1 2-16-15,-1-2 0 0,0 4-336 0,0-2-64 16,-1 2 0-16,-1 2-16 0,0 2-224 0,1-1-32 16,-1 2-16-16,0 0 0 0,-1 4-96 0,-1 4 0 15,-1 1-16-15,0 2 0 0,0 6-176 0,-1 3 0 16,0 4 0-16,0 4 0 0,2 0 0 0,-1 2 0 16,3 5 0-16,0 2 128 0,1 4-128 0,3 1 160 15,2 5-160-15,3 0 160 0,-1 0-160 0,2 1 160 16,3-1-160-16,1-1 160 0,2 0-160 0,0 1 0 0,3 1 0 15,0 1 128-15,2 2-128 0,5 22 0 16,-8-39 144-16,1 2-48 0,2 2-96 0,0 0 0 16,-2-2 0-16,1 1-160 0,-1-2 160 0,2 0 0 15,-3 1 0-15,1 4 0 0,-1-1 0 0,-1-1 0 16,-3-5 0-16,-1-5 0 0,-1 2 0 0,-3-4 0 16,-1 0 0-16,-2-1 0 0,-1-2 0 0,-1-5 0 0,-2-1 0 15,2-2 0-15,-3-5 0 0,-1-1 0 0,0-1 0 0,-1-3 128 16,-3 0-96-16,0-1-32 0,1-3 0 0,-1-1 0 15,0 0 0-15,0-3 0 0,0-1 0 0,0 1 0 0,-2-2 0 0,0-2-240 16,-1 1 80-16,0-2 16 16,2-3-880-1,-2 2-192-15,2-3-16 0,2-1-16 0,5-1-2336 0,-1-11-480 0,1 0-96 0</inkml:trace>
  <inkml:trace contextRef="#ctx0" brushRef="#br0" timeOffset="47649.05">4983 1444 39567 0,'0'0'1744'0,"-4"-5"368"0,1-1-1680 0,-1 1-432 0,-1 0 0 16,1 1 0-16,4 4 2048 0,-5-4 336 0,-1 2 64 0,-1-2 16 15,2 1-768-15,-2 3-160 0,1-3-16 0,-2 3-16 16,0 3-640-16,0 0-128 0,0 2-32 0,-1 0 0 16,-2-1-192-16,-1 1-64 0,0 2 0 15,0 2 0-15,-1 3-256 0,2 1-48 0,0 0-16 0,1 2 0 16,-1 4-128-16,2-3 128 0,0 1-128 0,1 0 128 15,2 2-128-15,1-1 0 0,1 0 0 16,1-1 128-16,0-3-128 0,3-1 0 16,0-1 0-16,3 0 0 0,1-2 0 0,1-1 0 0,2 1 0 0,0-4 0 15,3-3 0-15,1 1 0 0,1-4 0 0,0 0 0 16,3 0 0-16,4-3 0 0,-2-1 0 0,0-1 0 16,-2-2-160-16,2-2 160 0,0 0 0 0,1-3-144 0,-1 2 144 15,-1 0 0-15,-2-1 0 0,-1-1-128 0,-1-1 128 0,0-1 0 16,-2-2 0-16,-2 2 0 0,0 4 0 15,-2-3 0-15,0-1 0 0,-2 4 0 0,-2-3 0 16,-1 3 0-16,1 0 0 0,-4 1 0 0,1 2 0 0,-3-3 0 16,2 3 0-16,-2-1 0 0,-1 0 0 15,-2 1-192-15,0 1 32 0,1-1 0 16,1 1-864-16,-3 1-192 0,0 2-16 0,0-2-16 16,0 1-1600-16,2 1-320 0,6 3-64 0</inkml:trace>
  <inkml:trace contextRef="#ctx0" brushRef="#br0" timeOffset="48402.3">5965 856 33455 0,'0'0'1472'0,"0"-9"320"0,-2 0-1424 0,1-1-368 15,0 1 0-15,-1-1 0 0,-2 1 2560 0,0 0 448 16,1 1 96-16,-1 1 16 0,0-3-992 0,-1 2-192 16,-3 0-32-16,0 2-16 0,-1-1-800 0,0 3-144 15,-1-2-48-15,0 3 0 0,-3 1-272 0,0 0-64 16,-1 2-16-16,-1 0 0 0,0 2-240 0,-1 1-48 16,0 1-16-16,-1 0 0 0,-1 0-240 0,-3 1 176 15,2 3-176-15,1 0 160 0,-1 0-160 0,2 2 0 16,0-2 0-16,2 3 0 0,2-1 0 0,1 0 0 15,0 1 0-15,2 1 0 0,2 1 0 0,3 0 0 16,0 0 144-16,2 2-144 0,3-2 0 0,1 0 0 0,2 2 0 0,1 0-192 16,0-2 192-16,3 2 0 0,3-2 160 15,1 0-160-15,2 0 0 0,3-3 0 0,1 1 0 0,1-1 0 16,2-1 0-16,1 2 0 0,-1-2-128 0,1 0 128 16,0 1 0-16,-1 1 0 0,-1-1 0 0,0-1 0 15,-1 1 0-15,0 0 0 16,-1-2 0-16,-1 1 144 0,-2 1-144 0,-1 1 0 15,-3 0 0-15,1 3 0 0,-2-4 0 0,-1 0 0 0,-3 0 0 0,-1 0 0 16,0 0 144-16,-3 1-144 0,1-1 160 16,-4 2-160-16,0-4 128 0,-1 2-128 0,-2-1 0 0,-2 0 0 15,-2-2 192-15,-1 0-64 0,-1 0-128 0,1 1 192 0,-3-3-192 0,-2 2 128 16,1 2-128-16,-2-4 128 0,1-1-128 0,-2-1 0 16,0-2 0-16,-1 0 0 0,-1 2 0 15,1-2 0-15,0-2 0 0,2-2 0 16,2-1 0-16,1-2 0 0,0-2 0 0,4-1 0 0,1 2 0 0,3 0 0 15,1-1 0-15,4 0 0 0,1-5-288 0,3 1 48 16,1 0 16-16,0 2 0 0,5 1-32 0,0 0-16 16,0 1 0-16,3-2 0 15,0 0-688-15,3 0-144 0,-2 1-32 16,5 1 0-16,0 2-784 0,2 0-144 0,1 0-48 16,3-1 0-16,0-1-1808 0,-3 5-368 0</inkml:trace>
  <inkml:trace contextRef="#ctx0" brushRef="#br0" timeOffset="53422.24">6631 800 19343 0,'1'-11'848'0,"0"6"192"0,1-3-832 0,-1 0-208 16,2-1 0-16,-1 0 0 0,-1 1 5200 0,1 1 1008 16,-2 0 192-16,0-1 32 0,0 0-3184 0,0 1-640 0,0-1-128 0,-2 1-32 15,2 7-1056-15,-5-6-224 16,5 6-32-16,-6-7-16 0,-2 3-416 0,-1 2-96 0,-3 0-16 0,-1 6 0 16,0-1-208-16,-1 5-32 0,-3 5-16 0,4-4 0 15,-4 4-336-15,-3 4 128 0,-2 4-128 0,-2 5 0 16,2 4 0-16,-1 6 128 15,1 1-128-15,1 3 96 0,1 1-96 0,3 0 0 0,3-2 0 0,4 2 0 16,2-5 0-16,4-2 0 0,4-4 0 0,1-1 0 16,4-3 0-16,3-3 0 0,1-2 0 0,2-2 0 15,2-5 0-15,2-1 0 0,2-1 0 0,3-3 0 0,1-3-128 16,2 0 128-16,2-3 0 0,1-5 0 0,1-2 0 16,1-3 0-16,-2 1 0 0,1-3 0 0,1-2-208 15,-2 1 64-15,0-6 16 0,-1 2 0 0,-2-7 128 0,-2 0 0 16,-3-2 0-16,-1-2 0 0,-1-1 0 0,-2-3 0 15,-1-1 0-15,-2 3 0 0,-1-7 0 0,-3 3 0 16,-4 1 0-16,0 0 0 0,-2 2 0 0,-2 1 0 16,-3 5 0-16,-2 1 0 0,-2 1 0 0,-1 3 0 15,-2 2 0-15,-1 0 128 0,-1 2-128 0,-2 2 0 16,0 0 0-16,0 2 0 0,-2-1-320 0,1 1-48 16,1 2 0-16,0 2 0 15,2 0-912-15,-2-1-192 0,3 4-48 0,4 2 0 16,8 0-2512-16,0 0-496 0</inkml:trace>
  <inkml:trace contextRef="#ctx0" brushRef="#br0" timeOffset="53778.72">6520 1088 45439 0,'0'0'2016'0,"0"0"416"0,0 0-1952 0,0 0-480 0,0 0 0 15,0 0 0-15,-5 1 2192 0,5-1 352 0,0 0 64 0,0 0 16 0,0 0-1376 0,0 0-272 16,5 7-48-16,1 2-16 0,4 1-544 0,0 2-112 15,2 0-32-15,1 2 0 0,1 2-160 0,0 1-64 16,-1 1 0-16,2-2 0 0,-2 1 0 0,1-3 0 16,1 1 0-16,-1 0 0 0,-1 0 0 0,-1-1 0 15,-1 0 0-15,1-1 0 0,-1-1 0 0,-4-2 0 16,0 0 0-16,1 0 0 16,-2 1-1184-16,-1 0-128 0,1-2-32 0,-1 0-15296 15,0 0-3056-15</inkml:trace>
  <inkml:trace contextRef="#ctx0" brushRef="#br0" timeOffset="54137.26">5713 1805 20271 0,'-16'0'896'0,"8"0"192"0,-1-1-880 0,1 1-208 0,8 0 0 0,0 0 0 16,0 0 7504-16,0 0 1456 0,0 0 304 0,14 0 48 15,1 1-6624-15,3-1-1344 0,2 0-256 0,3 0-48 16,4 0-704-16,0-1-144 0,4 1-16 0,6 0-16 16,3-4 32-16,-7 2 0 0,4 1 0 0,7-3 0 0,4 2-192 0,3-1 0 15,1-1 144-15,-1 0-48 0,-2 2-96 0,2 0 0 16,1 1 0-16,-1 0 0 0,-1-2 0 0,-5 2 0 15,1-1 0-15,-2 2 0 0,-2 2 0 0,-6-1 0 16,-4-1 0-16,-4 1 0 0,-2 1-176 0,-3-1-16 16,-5-1-16-16,-3 0 0 15,-3 1-704-15,-3 1-144 0,-9-2-32 0,0 0 0 16,0 0-1136-16,0 0-224 0,-4 9-48 0,-3 2-12096 16,-4 4-2400-16</inkml:trace>
  <inkml:trace contextRef="#ctx0" brushRef="#br0" timeOffset="54500.79">6203 2214 30399 0,'0'0'2704'0,"0"0"-2160"0,0 0-544 0,0 0 0 16,0 0 4608-16,1 8 832 0,-1-8 144 0,2 11 48 16,-1 2-3136-16,2 2-608 0,-1-2-128 0,1 4-32 15,-2 3-1056-15,0-2-224 0,2 2-32 0,1 2-16 16,-1 4-208-16,-1 0-32 0,2 3-16 0,0 1 0 16,0 2-144-16,-1-1 0 0,-1-1 0 0,1 0 128 15,-2 0-80-15,2 0-48 0,-2-5 0 0,0 0 0 0,1-2 0 0,-2-4 0 16,-2-1 0-16,2-1 0 15,-1-2 0-15,-2-1 0 0,1-3 0 0,-2-3 0 16,0-1-544-16,4-7 0 16,-5 4 0-16,5-4 0 0,-7 3-672 0,7-3-144 0,-6 0-32 15,-1-3 0-15,1-3-1744 0,-1 0-368 0,-1-5-64 16</inkml:trace>
  <inkml:trace contextRef="#ctx0" brushRef="#br0" timeOffset="54763.47">5932 2317 23039 0,'-5'0'2048'16,"5"0"-1648"-16,0 0-400 0,0 0 0 0,0 0 6480 0,0 0 1216 15,0 0 240-15,0 0 64 0,0 0-5200 0,8-2-1040 16,3-1-208-16,5 2-32 0,1-3-944 0,5 1-176 16,1-1-32-16,4-1-16 0,3-3-176 0,2 2-48 15,5-1 0-15,-2 1 0 0,1-1-80 0,1 2-48 16,-1 0 0-16,1 0 0 0,-1-3 0 0,2 1 0 0,1-3 0 0,-1 2 0 15,-4 1 0-15,-1 2 0 0,-5-1 0 16,-2 1 0-16,-2 1 0 0,-5 1 0 0,1-1 0 0,-3 3 0 16,-3-1 0-16,-2 1 0 0,-3 0 0 0,-9 1 0 15,0 0-896-15,7 1-80 0,-7-1-16 0,0 0 0 16,0 0-2688-16,9 5-544 16</inkml:trace>
  <inkml:trace contextRef="#ctx0" brushRef="#br0" timeOffset="55549.8">7431 667 23039 0,'0'0'2048'0,"0"0"-1648"16,-4-7-400-16,2-2 0 0,-1 1 3600 0,0 0 640 15,2 3 128-15,0-1 32 0,1 6-1456 0,0 0-304 0,0 0-48 0,0 0-16 16,0 0-944-16,0 0-192 0,0 0-32 0,0 8-16 16,0 3-592-16,-1 9-112 0,-1 7-32 0,0 10 0 15,-4 7-128-15,0 12-16 0,-2 11-16 0,2 4 0 16,-1 5-176-16,1 0-48 0,0-5 0 0,1 2 0 15,1 0-144-15,2-1-128 0,0-2 192 0,2-2-192 16,0-4 128-16,0-5-128 0,2-7 0 0,-1-1 0 16,1-6 128-16,1-2-128 0,1-4 0 15,-1-2 0-15,-1-2 0 0,1-2 0 0,-1-2 0 0,1-1 0 16,-2-5 0-16,1-2 0 0,-1-1 0 0,3-2 0 16,-2-2 0-16,1-1-192 0,0-4 48 0,1-4 16 15,-2 1-1040-15,2-3-208 0,0-1-32 0,1 0-16 16,0 1-2160-16,2 3-416 0</inkml:trace>
  <inkml:trace contextRef="#ctx0" brushRef="#br0" timeOffset="56098.15">7303 2753 35007 0,'0'0'3120'0,"-3"-5"-2496"0,-4-1-496 0,3 2-128 0,4 4 3312 0,0 0 640 0,0 0 128 0,0 0 16 16,0 0-1824-16,0 0-368 0,7 4-80 0,-2 5-16 15,-1 1-1136-15,1 4-224 0,0 3-64 0,0 2 0 16,-1 2-96-16,0 1-32 0,1 1 0 0,1 0 0 16,0 2-128-16,-1 0-128 0,2-2 192 0,-2 2-48 15,0 0-144-15,1-3 0 0,-1-1 0 0,-1-1 0 0,-2-4 0 0,2 0 0 16,0-2 0-16,0-3 0 0,-1-4 0 0,-3-7 0 15,0 0 0-15,0 0 0 16,0 0 0-16,0 0 0 0,0 0 0 0,0 0 0 0,0 0 0 0,-2-7 0 16,0-3 0-16,0 0 0 0,0-3 0 0,0-1 0 15,1-3 0-15,0 1 0 0,-2-2 0 0,1 0 0 16,0-1 0-16,2 1 0 0,2 0 0 0,0 0 0 16,2-2 0-16,0 3 0 0,0 1 0 0,0 2 0 15,1-2 0-15,2 2 0 0,-1-2 0 0,2 2 0 16,2 0 0-16,0 1 0 15,-1 1-336-15,1 2-64 0,1 0-16 0,0 3 0 16,2 0-624-16,0 2-128 0,0 1-32 0,0 4 0 16,0 1-2000-16,0 4-416 0,1 5-80 0</inkml:trace>
  <inkml:trace contextRef="#ctx0" brushRef="#br0" timeOffset="56448.41">7601 3179 23039 0,'0'0'2048'0,"0"0"-1648"0,0 0-400 15,0 0 0-15,0 0 5840 0,0 0 1088 16,0 0 224-16,0 0 32 0,4-6-4544 0,1-1-912 0,1 0-176 0,1 0-32 16,-2-2-992-16,3-2-192 15,1 2-32-15,0-3-16 0,-1 2-112 0,1-3-32 0,-1-4 0 0,-2 0 0 16,-2 1-144-16,2 1 160 0,-1 0-160 0,-1 1 160 16,1 0-160-16,-1-2 128 0,-2 2-128 0,0 1 128 15,0 1-128-15,0 3 0 0,-1 1 0 0,0 1 128 16,-1 1-128-16,0 6 0 0,-1-4 144 0,1 4-144 0,0 0 128 0,0 0-128 15,-5 0 128-15,-3 1-128 0,1 4 128 0,0 2-128 16,-3-1 128-16,0 6-128 0,-2 3 0 0,1 0 0 16,-1 3 0-16,-1 2 128 0,0 1-128 0,2 1 0 15,3 1 0-15,2 0 0 0,-1-2 0 0,4-1 0 16,1 0 0-16,2-2 0 0,0-1 0 0,3-1 0 16,1-2 0-16,1-1 0 0,1-1-192 0,2-2 32 15,3-1 16-15,-1 1 0 16,2-5-816-16,0-1-144 0,1-4-48 0,0 0 0 15,1-2-960-15,2 0-208 0,1-3-48 0,1-5-11760 16,1 0-2352-16</inkml:trace>
  <inkml:trace contextRef="#ctx0" brushRef="#br0" timeOffset="56871.39">7869 2935 12895 0,'0'0'1152'0,"0"0"-928"0,0 0-224 0,0 0 0 16,0 0 7472-16,0 0 1440 0,0 0 304 0,0 0 48 16,0 0-5232-16,0 0-1024 0,7 7-224 0,-1 3-32 15,1 3-1648-15,-1 0-320 0,0 2-64 0,-1 0-16 16,0 1-512-16,1 1-192 0,2 1 144 0,0 0-144 15,0 1 0-15,0-2 0 0,0 1 0 0,-1 0 0 16,3-1 0-16,-3-3 0 0,0-1 128 0,-1-1-80 16,1-1-48-16,-2-1 0 0,0-1 0 0,-1-1 0 0,-4-8 0 0,0 0 0 15,5 5 0-15,-5-5 0 0,0 0 0 0,0 0 0 16,8-1 0-16,-1 0 0 0,-1-5 0 0,1 0 0 16,-1-3 0-16,1 0 0 0,-1-4 0 0,2-3 0 15,0-2 0-15,0-5 0 0,0 0 0 0,0-3 0 16,1 1 0-16,-2 0 0 0,3 1 0 0,-1 0 0 15,-1 2 0-15,-2-1 0 0,1 0 0 0,-1 2 0 16,2 2 0-16,-3 2 0 0,0 0 0 0,-1 4 0 16,-1 0 0-16,-1 1 0 15,0 2-720-15,0 1-144 0,0 1-32 0,0 4-16032 16,-2 4-3216-16</inkml:trace>
  <inkml:trace contextRef="#ctx0" brushRef="#br0" timeOffset="89764.29">9691 1555 9215 0,'-23'-7'400'0,"12"4"96"16,-1 1-496-16,1-1 0 0,2-2 0 0,9 5 0 0,-5-4 8208 0,5 4 1552 0,-5-5 304 0,5 5 64 16,0 0-6352-16,0 0-1264 0,5-4-256 0,3-1-48 15,2 0-1328-15,5 1-272 0,-1 0-48 0,4 0-16 16,2-1-144-16,5 2-16 0,3-1-16 0,4 2 0 16,-1-4-64-16,4 0-16 0,6 1 0 0,2-1 0 15,2 1-160-15,2 0-128 0,-1-2 192 16,1 1-192-16,0 2 128 0,0 0-128 15,-1 0 0-15,-12 2 0 0,4-2 0 0,4 1 0 0,2-1 0 16,1 2 0-16,-4-1 0 0,-2 2 0 0,-2-1 0 0,-3 2 0 0,-3 2-128 0,-1-1-48 16,-1-1 0-16,-4 3 0 15,-3-3-816-15,-3 1-160 0,-2 0-48 16,-2 0 0-16,-2-1-1360 0,0 3-288 0,-3-3-48 16,-10 0-17904-16</inkml:trace>
  <inkml:trace contextRef="#ctx0" brushRef="#br0" timeOffset="90071.76">10737 1363 46767 0,'0'0'2064'0,"0"0"432"0,-5 0-1984 0,5 0-512 15,0 0 0-15,0 0 0 0,0 0 1584 0,0 0 208 16,0 0 64-16,0 0 0 0,0 0-848 0,0 0-176 16,0 0-16-16,8 4-16 0,1 0-512 0,3 1-96 0,1-4-32 0,3 3 0 15,-1 0-160-15,2 0 192 16,3-1-192-16,1-1 192 0,-1-2-192 0,0 3 0 15,0-1 0-15,-1 0 128 0,-1-1-128 0,1 3 0 16,-2-3 0-16,0-1 0 0,-3 0 0 0,-2 2 0 16,-1 2 0-16,-2-3 0 0,-9-1 0 0,8 5 0 0,-8-5 0 15,4 7 0-15,-4-7 0 0,-2 9 0 0,-4 1 144 0,-3 2-144 16,-3 0 160-16,-2 1-32 0,-3 0-128 0,-1 1 192 16,-2 3-64-16,-2 0-128 0,-3-1 176 15,3-1-176-15,-1 0 0 0,2 0 0 0,1-1 0 0,2 0 0 31,4-1-1216-31,2-6-240 0,2 1-48 0,-1 4-22832 0</inkml:trace>
  <inkml:trace contextRef="#ctx0" brushRef="#br0" timeOffset="90611.86">11860 1299 32255 0,'0'0'2864'0,"-7"4"-2288"16,2-3-576-16,0 5 0 0,0 4 4160 0,0-1 704 0,1 2 160 0,0 3 32 15,0 4-2976-15,0 2-592 0,1 1-112 0,2 2-32 16,0 4-800-16,1-1-160 0,0 1-48 0,1-4 0 15,2 0-160-15,-1 0-48 0,0-3 0 0,0 0 0 16,1 0-128-16,-1-6 160 0,1-1-160 0,0-3 160 16,-1 0-160-16,2-4 160 0,-4-6-160 0,0 0 160 15,0 0-32-15,0 0 0 0,0 0 112 16,3-8-96-16,1-1-16 0,-1-4 0 0,1-1 0 16,0-1-128-16,0-2 0 0,0-2 0 0,5-10 0 0,2-2 0 15,-2 1 0-15,1 3 0 16,2-2 0-16,-2 4 0 0,2 2 0 0,1 2-176 0,0-1 0 15,-2 3 0-15,0 5 0 0,4-3 0 0,-2 4 176 16,-2 3 0-16,1 3 0 16,0 2-2544-16,-2 4-464 0,1 2-112 0,-2 1-16 15,0 2-1168-15,3 5-240 0</inkml:trace>
  <inkml:trace contextRef="#ctx0" brushRef="#br0" timeOffset="91191.45">12098 1645 8287 0,'0'0'736'0,"0"0"-592"0,0 0-144 0,0 0 0 0,0 0 6416 0,0 0 1264 0,0 0 240 0,0 0 48 15,11 2-4384-15,-1-2-896 16,-1-2-160-16,3-4-32 0,0-1-1152 0,1-3-240 0,0 0-32 0,-1-3-16 16,2-3-624-16,0-1-128 0,1-1-32 0,-1-1 0 15,-1-2-272-15,0 1 128 0,0-1-128 0,-1 3 0 16,-2-2 128-16,0 4-128 0,-1-4 0 0,-3 3 0 16,-1 4 128-16,-1-1-128 0,-2 5 0 0,-2-2 0 15,-3 3 160-15,2 3-32 0,1 5 0 0,-6-4 0 16,-1 4 256-16,-1 4 64 0,-1 3 0 0,0 0 0 15,-2 3-176-15,-2 3-16 0,0 3-16 0,0 1 0 16,0 0-80-16,1 3-16 0,3 2 0 0,1 0 0 16,2 0-144-16,2 1 0 0,3-3 0 0,2 0 128 15,1 0-128-15,4-5 0 0,2 1-160 0,2-2 160 16,3-1-528-16,0-2-16 16,1-4 0-16,1 0 0 0,0-4-416 0,2-2-96 0,0-2-16 15,2-2 0-15,-1-1-128 0,-1-2-16 0,-2-5-16 0,0-1 0 16,-1-1 464-16,0-1 112 0,-2-2 16 0,0-2 0 0,0-4 640 0,-2 0 0 15,0-2 0-15,0 1 0 0,-3-1 352 0,1 1 160 16,-1 2 16-16,-1 3 16 0,-1 0 352 0,-1 5 64 16,0 3 0-16,-1 4 16 0,-3 6 288 0,0 0 48 15,0 0 16-15,0 0 0 0,0 0-320 0,0 0-64 16,1 10-16-16,2 3 0 0,-2 3-480 0,0 1-112 16,1 0-16-16,0 2 0 0,2 2-128 0,1 1-48 15,2-1 0-15,1 2 0 0,0-4-144 0,1 1 0 16,1-3 0-16,1-2 128 0,-1 0-128 0,0-2 160 0,1-6-160 15,-1 1 160-15,1 0-160 0,0-4 0 16,0-1 0-16,-1-2-176 0,-1-1 176 0,-1-1-128 16,0-3 128-16,0-2-128 0,0-1 128 0,-2-3 176 0,2 0-48 15,-3-2 0-15,1-2 0 0,-1-2 0 0,0-2 0 0,0-1 0 16,0-2-128-16,1-1 0 0,-2-5 0 0,-1 4 0 16,1 1 0-16,0 1 0 0,-1 1 0 0,-1 2 0 31,1 3-688-31,0-1-160 0,-1 3-48 0,1 2 0 0,-2 5-1216 15,-1 6-256-15,0 0-64 0,0 0-12336 0,9 4-2464 0</inkml:trace>
  <inkml:trace contextRef="#ctx0" brushRef="#br0" timeOffset="91488.96">12938 1616 6447 0,'0'0'576'0,"-3"8"-576"0,3-8 0 0,0 0 0 0,0 0 7072 0,0 0 1312 16,7 6 256-16,-7-6 48 0,0 0-4576 0,9 0-912 15,-1-2-176-15,2-4-32 0,2 0-1488 0,-1-2-288 16,-2-4-64-16,2-1-16 0,1-1-656 0,1-3-128 15,-1 0-32-15,1-2 0 0,-3-5-80 0,1 2-32 16,-2-2 0-16,-3 4 0 0,2 0-80 0,-1 2-128 16,-3 2 176-16,-2 3-176 0,0 0 176 0,-2 3-176 15,-3 0 160-15,0 5-160 0,3 5 320 0,0 0-16 16,-7 3-16-16,-3 1 0 0,0 4-160 0,0 3-128 16,-1 5 192-16,1 2-192 0,-1 0 160 0,2 3-160 15,0 1 128-15,4 3-128 0,0-3 0 0,1 1 0 16,0-3 128-16,2 1-128 0,2-1 0 0,3-2 0 0,1-1-192 0,1-1 192 31,2-2-1088-31,2-1-112 0,1-5-16 0,2-2 0 16,1 1-928-16,0-3-192 0,-1-3-32 0,1-2-16 15,1-4-1392-15,2-2-256 0,1-2-64 0,4-1-11136 0</inkml:trace>
  <inkml:trace contextRef="#ctx0" brushRef="#br0" timeOffset="92071.87">13316 1413 13823 0,'0'-21'608'0,"0"14"128"0,0 1-592 0,-1 0-144 0,-2 2 0 0,3 4 0 16,-1-5 7712-16,1 5 1504 0,0 0 320 0,0 0 48 15,0 0-6000-15,0 0-1184 0,0 9-240 0,0 2-48 16,0-2-1216-16,-1 4-256 0,1 1-32 0,1 3-16 16,0 2-272-16,2 1-48 0,-2 1-16 0,2 0 0 15,-1-1-176-15,2 1-80 0,0-5 0 0,0 1 0 16,-1-1 0-16,1-2 0 0,0-1 0 0,1-1 0 16,-3-1 0-16,2-4 0 0,0 0 0 0,0-2 0 0,-4-5 0 0,0 0 0 15,0 0 0-15,0 0 0 0,7-2 0 0,-1-4 0 16,-1-1 0-16,1-3 0 0,-3 0 0 0,1-2 0 15,2 0 0-15,0-2 0 0,1-4 0 0,0 0 0 16,1-1 0-16,1 1 0 0,1 0 0 0,0 1 0 16,2 0 0-16,-1 0 0 0,1 0-272 15,1 1 48-15,0 1 16 0,2 2 0 16,-2 0-176-16,2 1-16 0,4 2-16 0,-3 0 0 16,-1 1-144-16,0 2-16 15,1 0-16-15,0 0 0 0,-2 4 144 0,-1 0 48 0,-2 3 0 0,-4 0 0 0,-7 0 640 0,0 0 128 16,0 0 16-16,0 0 16 0,0 0 304 0,0 0 48 15,0 0 16-15,-1 8 0 0,-3 1-384 0,-2 0-80 16,-2 1-16-16,1 1 0 0,1-1-96 0,-1 2-32 0,-2 0 0 16,-1 0 0-16,-2-1-160 0,0 1 0 0,2-2 0 15,-1 2 0-15,1 0 0 0,1-2 0 0,1-1 128 16,3 1-80-16,-2-1-48 0,2 0 0 0,1-1 0 0,2-2 0 16,2-6 0-16,0 0 0 0,0 0 0 0,0 0 0 15,5 5 0-15,1-1-160 0,3-1 160 0,1-3-128 16,1-1 128-16,2-1-208 0,0 0 80 0,4-1 128 15,0-1-192-15,3 2 192 0,1 2-192 0,-1-3 192 16,3 0-160-16,-2 2 160 0,-3 2 0 0,-1 2-144 16,-2 0 144-16,0 0 0 0,-4 1 128 0,-1 3-128 0,-3 1 0 15,-1 1 0-15,-2 0 0 0,-3 1 0 0,-1 1 176 16,-1 1-48-16,-3-2 0 0,-2 0 0 0,-1 1 0 0,-1 1-128 16,-1-3 192-16,-2 1-64 0,-1 1-128 15,-1-2-144-15,-1 1 144 0,-2-3-208 16,1-1-416-16,-2 1-80 0,-3-3 0 0,2-1-16 15,1 1-1536-15,1 2-304 0,1-5-64 16,2 0-12352-16,2 1-2448 0</inkml:trace>
  <inkml:trace contextRef="#ctx0" brushRef="#br0" timeOffset="92272.79">14021 1333 46127 0,'0'0'2048'0,"0"0"416"0,0 0-1968 0,0 0-496 0,0 0 0 16,7 4 0-16,-7-4 2096 0,4 9 320 0,-1 1 64 0,-2 3 16 15,-1 2-1440-15,0 0-288 0,0 5-48 0,0-2-16 16,0 3-448-16,1 0-112 0,-1 0-16 0,0-2 0 16,0 0-128-16,1-1 0 0,1-1 0 0,-1-1 0 31,0-3-688-31,1-3-160 0,-1-1-48 0,2-1 0 16,-3-8-1344-16,5 5-256 0,-5-5-64 0,0 0-19264 0</inkml:trace>
  <inkml:trace contextRef="#ctx0" brushRef="#br0" timeOffset="92839.98">14131 1117 31327 0,'0'0'2784'0,"0"0"-2224"0,-3-8-560 0,2 1 0 0,1 7 3408 0,-1-6 576 16,1-1 112-16,1 1 32 0,-1 6-2656 0,3-7-512 16,1 1-128-16,1-2 0 15,1 1-1536-15,2 1-288 0,1-1-64 0,-1 1-16 16,0-1-1440-16,0 2-304 0,1 0-48 0,-1 1-16 15,1 0 1408-15,-1 3 256 0,-8 1 64 0,7 1 16 0,-7-1 1264 0,8 5 240 16,-2 2 48-16,-1 2 16 0,-1 1 2080 0,0 2 432 16,-3 0 64-16,1 1 32 0,1 2-512 0,1 2-96 15,0 4-32-15,0 3 0 0,0 0-928 0,1 3-176 16,0-1-32-16,0 1-16 0,1-4-640 0,-1 2-128 16,1 1-32-16,0 3 0 0,-1-2-224 0,0 2-48 15,1-6-16-15,0 2 0 0,-2-3-160 0,-1 1 128 16,0-4-128-16,0-1 128 0,-2-1-128 0,0-1 0 15,2-3 0-15,-2 0 128 0,-1-4-80 0,2-1-48 16,-2-1 0-16,0-7 0 0,0 0 0 0,0 0 0 16,0 0 0-16,0 0 0 0,0 0 0 0,0 0 0 0,0 0 0 0,1-7 0 15,0-2 0-15,0-2 0 16,2-2 0-16,0 0 0 0,1-1 0 0,1-2 0 0,1-2 0 0,2 3-160 16,1-4 160-16,0 4 0 0,2-1 0 0,-1 0-128 15,2 1 128-15,0 2 0 0,-1 0 0 0,1 3 0 16,-1-1 0-16,0 3 0 0,0 1 0 0,2 1 0 15,-3-1 0-15,1 3 0 0,-2 2 0 0,0 1 0 16,0 1 0-16,0 1 0 0,0 1 0 0,0 2 0 16,-1 0 0-16,0 3 0 0,0 2 0 0,-3 3 0 15,-1 2 0-15,-1 2 0 0,-3-1 0 0,0 4 128 16,-3 1-128-16,-1 3 0 0,-1 0 0 0,-2-3 0 16,0-1 0-16,-1 1 0 0,-1-2 0 0,-1-1 0 15,0-1 0-15,0-1 0 0,-2 0 0 0,0-1 0 16,-1-1-352-16,-1-3 16 0,-2-1 0 0,-6 1 0 15,1-4 336-15,3 1 0 0,2-6 0 16,3 0-4144-16,4-2-752 0,9 1-160 0</inkml:trace>
  <inkml:trace contextRef="#ctx0" brushRef="#br0" timeOffset="93243.53">14878 1120 8287 0,'7'-9'368'0,"-7"9"80"0,3-4-448 0,-3 4 0 16,0 0 0-16,0 0 0 0,0 0 10176 0,0 0 1968 15,0 0 384-15,0 0 80 0,-3 11-9040 0,-3 2-1808 16,0 1-352-16,-5 11-80 0,1 2-1072 0,1-1-256 0,0-1 0 16,1 3 144-16,1-1-16 0,1 3-128 0,2 8 192 15,0 0-192-15,1-8 0 0,2 0 0 16,1 0 0-16,3-3 0 0,1-2 0 0,3-3 0 16,1-4 0-16,0-1 0 15,3-5 0-15,0 0 0 0,2-3-192 0,2-3-16 0,0-2-16 0,9-4 0 16,1-3 224-16,-3 0 0 0,0-7 0 31,-1 0-720-31,0 0-112 0,-1-6 0 0,0 0-16 0,-3-2 640 0,-1-2 208 0,-1-2 0 0,1 0-160 0,-4 1 160 0,-2-1 0 16,-1 0 0-16,-1 1 0 0,-2 0 128 15,-3 3 0-15,-2-2 0 0,-1 5 0 16,-1 3 128-16,-2 3 48 0,0 1 0 0,-3 2 0 0,1-1 0 16,0 4 0-16,-2 1 0 0,0 4 0 0,-1 4-112 15,-1 2-32-15,0 2 0 0,-1-1 0 0,1 2-160 0,0 3 0 16,3 3 0-16,0 1 128 0,2 0-128 0,2 3 0 15,1 0 0-15,1 0 0 0,1 1 0 0,1-2 0 16,4 3 0-16,0-5 0 0,5 1 0 0,-1-4 0 16,3 0-224-16,1-2 80 15,2-4-784-15,1-1-160 0,3-2-16 0,3 1-16 16,1-7-2528-16,6 1-496 0</inkml:trace>
  <inkml:trace contextRef="#ctx0" brushRef="#br0" timeOffset="93458.76">15705 1164 28559 0,'-10'1'1264'0,"10"-1"272"16,0 0-1232-16,0 0-304 0,0 0 0 0,0 0 0 0,0 0 5904 0,0 0 1136 0,-2 5 208 0,2-5 48 15,1 8-5216-15,-1-2-1056 0,1 1-192 0,2-1-64 16,1 1-576-16,-1-1-192 0,4 2 128 0,0 0-128 31,-2-1-368-31,3-1-128 0,-2 2-16 0,1-2-16 0,0 1-2416 0,-1-1-496 0,2 4-80 16</inkml:trace>
  <inkml:trace contextRef="#ctx0" brushRef="#br0" timeOffset="93623.04">15789 1459 51663 0,'0'0'2288'0,"0"0"464"0,0 0-2192 0,-1 6-560 15,1-6 0-15,0 0 0 0,0 0 1504 0,0 0 192 0,0 0 32 0,0 0 16 0,0 0-1168 16,0 0-256-16,4 9-32 0,-4-9-16 0,5 8-272 0,-5-8 0 16,0 0 0-16,7 5 144 15,-1 0-1328-15,2 0-224 0,0-1-64 0</inkml:trace>
  <inkml:trace contextRef="#ctx0" brushRef="#br0" timeOffset="96328.53">17407 1235 47679 0,'0'0'2112'0,"0"0"448"0,-6-2-2048 0,6 2-512 0,0 0 0 0,-7 1 0 0,7-1 896 0,-5 3 96 16,5-3 16-16,-5 6 0 0,1 2-176 15,1 1-48-15,1 0 0 0,0 3 0 0,1 1-528 0,1 0-96 16,1 0-32-16,1 0 0 0,-1 0-128 0,2 4 128 16,-1-1-128-16,1 1 128 0,-1 0-128 0,1 2 0 15,1 5 0-15,-1-6 128 16,-2 0-128-16,1-4 0 0,1 2 0 0,0-3 0 15,-2-4-1424-15,2 2-320 0,2-4-64 0,-1 0-16 16,0-2-1984-16,1-1-400 0</inkml:trace>
  <inkml:trace contextRef="#ctx0" brushRef="#br0" timeOffset="96846.59">17557 981 17503 0,'-12'-13'1552'0,"6"8"-1232"0,-3-3-320 0,-2 1 0 16,0 1 5200-16,-2-3 992 15,0 1 192-15,0 0 32 0,-3 3-3776 0,0 1-752 0,-1 1-160 0,-1 1-16 16,2-1-368-16,-1 3-64 0,-1 3 0 0,1-1-16 16,-1-2-624-16,0 4-112 0,-3 3-16 0,0 1-16 15,0 1-112-15,0 1-32 0,0 5 0 0,1 3 0 16,-1 3-112-16,-1 3-32 0,-2 1 0 0,3 4 0 15,0 3-32-15,0 5-16 0,2-3 0 0,1 2 0 16,1 1-160-16,2 2 128 0,2-1-128 0,3 1 128 16,2 1-128-16,3 2 192 0,4-2-192 0,1 0 192 15,5-3 64-15,4 0 32 0,3-2 0 0,3-1 0 16,4 0-288-16,3-4 0 0,2-3 0 0,3 1 0 0,0-6 0 0,2-1 0 16,-1-3 0-16,1-2 0 0,2-3 0 0,-1-2 0 15,-1 0 0-15,0-6 0 16,-2-4-448-1,0-2 16-15,2-2 0 0,0 1 0 0,-1-5 240 16,0-2 32-16,-1-1 16 0,-1-5 0 0,0 1 144 0,-1 0-160 0,-1-7 160 16,-2-1-160-16,0-4 160 0,-3-1 0 0,-2-3 0 0,0 0 0 0,-1-1 0 0,-2-1 0 15,1-2 0-15,-2 0-128 0,-3-3 128 0,-1 3 0 16,-1 2 0-16,-3 1 0 0,-3-2 0 0,-4 3 128 16,-2 4-128-16,-2 0 0 0,-3-2 0 0,-2 2 128 15,0 2-128-15,-4 0 0 0,-2 2 0 0,-2-2 0 16,-2 5 0-16,0-2 0 0,-1 3-192 0,0 1 0 15,0 0 0-15,1 1 0 16,0 3-784-16,0 1-176 0,1 1-16 0,3 2-16 16,3 0-1712-16,1-3-352 0</inkml:trace>
  <inkml:trace contextRef="#ctx0" brushRef="#br0" timeOffset="97650.02">18017 1105 35183 0,'0'0'1552'0,"-4"-3"336"0,-1 2-1504 0,5 1-384 0,-4-5 0 0,2 1 0 0,-2 0 1680 0,4 4 272 15,2-8 48-15,2 2 16 0,0-2-496 0,3-3-112 16,1 2 0-16,3 0-16 0,1 0-848 0,5-3-160 15,3 2-48-15,2 1 0 0,1 0 112 0,3-1 0 16,3-1 16-16,2-1 0 0,2 0 112 0,1 2 32 16,2 1 0-16,5-2 0 0,3-2-16 0,3 1 0 15,4 1 0-15,4 3 0 0,2 1-240 0,3 2-48 16,2-1-16-16,2 0 0 0,3 2-288 0,2 4 160 16,3 2-160-16,-1 0 128 0,0 2-128 0,-4 0 0 15,-1 3 0-15,-5-1 128 0,-2 1-128 0,-5-1 0 16,-1 3 0-16,-5 2 0 0,-3-1 0 0,-5 1 0 15,-5-2 0-15,-4-1 0 0,-4 3 0 0,-3-1 0 0,-3-1 0 16,-4-2 0-16,-4 0 0 0,-3 0-176 16,-2-1 176-16,-2-1-128 0,0 2 128 0,-6-7 0 0,2 5-144 0,-2-5 144 15,0 0-240-15,0 0 32 0,-5 5 0 0,0 0 0 16,0-3-1072 0,5-2-192-16,-8 1-64 0,1 0 0 15,7-1-2352-15,0 0-464 0</inkml:trace>
  <inkml:trace contextRef="#ctx0" brushRef="#br0" timeOffset="97984.85">19886 903 22111 0,'0'0'1968'0,"0"0"-1584"0,-6-4-384 0,6 4 0 16,0 0 5344-16,0 0 992 0,0 0 192 0,0 0 32 0,-6 0-3728 0,6 0-736 16,0 0-160-16,0 0-16 0,0 0-656 0,0 0-128 15,0 0-32-15,0 0 0 16,0 0-672-16,0 6-144 0,0-6-32 0,4 9 0 0,0 1-128 0,1-1-128 15,0 0 192-15,2 0-192 0,0-1 128 0,1 0-128 16,1-1 0-16,1 4 0 0,0-3 0 0,0 1 0 16,1-1 0-16,-1-1 0 0,-1 0 256 0,1 1-16 15,-3 0 0-15,1-3 0 0,-1 1-400 0,-7-6-80 16,5 7-16-16,-1-3 0 0,-4-4 256 0,0 0 0 16,0 0 0-16,0 0 0 0,0 0 224 0,-4 8 32 15,-1-2 16-15,-3 1 0 0,-1-2-272 0,-3 1 0 16,-1-2-176-16,-3 3 176 0,-2-1-144 0,-2 2 144 15,0 0 0-15,-3-1-144 0,0-2 144 0,0 1 0 16,-1 1 0-16,2-1 0 0,0 0 0 0,2-1 0 16,2 1 0-16,2 1 0 15,2-1-1504-15,2 1-368 0,3-1-80 0</inkml:trace>
  <inkml:trace contextRef="#ctx0" brushRef="#br0" timeOffset="98629.44">20429 1416 31327 0,'0'0'2784'0,"0"0"-2224"15,0 0-560-15,0 0 0 0,7-3 4480 0,2 0 800 16,1 2 160-16,2-2 16 0,0-1-3792 0,1 1-768 0,0-2-160 0,1 3-32 16,2-1-128-16,1 2-16 0,1-1-16 15,0 1 0-15,-1 1-384 0,0 1-160 0,3 2 128 0,-2 0-128 16,-1 1 0-16,-1-1 0 0,-3 0 128 0,-2 2-128 15,0 1 0-15,-3 0 128 0,-8-6-128 0,4 4 128 16,-3 4 0-16,-1 0 0 0,-3-2 0 0,-2 2 0 0,-4 1 32 0,-2 1 0 16,1 4 0-16,-3-3 0 15,-3 2-32-15,-1 2-128 0,0-1 192 0,1-1-64 16,-1 0-128-16,0-3 0 0,1 2 144 0,2 0-144 0,1 0 0 16,1-1 128-16,3 0-128 0,1 1 0 15,1-5 0-15,3 1 128 0,4-8-128 0,0 0 0 0,2 9 0 16,-2-9 128-16,5 8-128 0,3-3 0 0,0 1 0 15,2-6 0-15,2 1 0 0,1-1 0 0,2-1 0 16,1 1 0-16,1-4 0 0,0 1 0 0,0-2-256 0,1 0 16 16,0-1 16-16,1 1 0 15,-2 0-1056-15,0 1-224 0,0-2-32 0,-3-1-16 16,-1-1-2064-16,1 0-416 0</inkml:trace>
  <inkml:trace contextRef="#ctx0" brushRef="#br0" timeOffset="99120.68">20616 1144 25791 0,'-9'-4'2304'0,"-3"-1"-1856"16,-3 1-448-16,0-3 0 0,-3 2 3280 0,-2 1 560 16,-1 2 128-16,-1-1 0 0,-1 2-1584 0,-2 1-320 15,0 1-64-15,0 3-16 0,0 1-624 0,1 2-128 0,-1 2-16 0,1 1-16 16,1 2-352-16,0 5-64 15,-1 0-16-15,3 4 0 0,0 4-240 0,2 1-48 0,1 2-16 0,1 2 0 16,1 0-176-16,3 3-32 0,1 2-16 0,4 2 0 16,3-4-80-16,4 4-16 0,2-2 0 0,4 2 0 15,3-1-144-15,5 2 128 0,3-4-128 0,3-2 128 16,5-2-128-16,2-1 0 0,3-3 0 0,2-2 0 16,2-1 0-16,2-2 0 0,0-3 0 0,1-1 0 15,2-5 0-15,1-3 0 0,2 0-144 0,0-2 144 0,1-3 0 16,1-3 0-16,2-2 0 0,0-2 0 0,-1-4 0 0,2 0-128 15,1-2 128-15,-3-1 0 0,-3-1-208 0,-3-2 64 16,-3-3 16-16,-3-2 0 0,-2-3 128 0,-4-3-160 16,-3 0 160-16,-3-4-160 0,-1 0 160 15,-2-1 0-15,-4 0 0 0,-4 2 0 0,-4-3 0 0,-4-1 0 16,-2 1 0-16,-3-2 128 0,-2 1-128 0,-5 1 144 16,-2-3-144-16,-2 6 160 0,1 5-160 0,-1 1 160 15,-3-4-160-15,-3 0 160 0,-3 2-160 0,1 1 0 16,-2 1 0-16,0-2 0 0,-6-2 0 0,2 4 0 15,3 4-160-15,1 0 160 0,2 4-336 0,3 1 16 16,2 4 16-16,1 1 0 16,0 1-880-16,3 4-176 0,0 0-48 0,2 2 0 15,1 3-1776-15,1 2-352 0,0 4-80 0</inkml:trace>
  <inkml:trace contextRef="#ctx0" brushRef="#br0" timeOffset="100631.12">20002 2019 12895 0,'0'0'1152'0,"0"0"-928"0,0 0-224 0,0 0 0 15,0 0 4432-15,0 0 848 0,0 0 160 0,-4-4 48 16,4 4-2736-16,-7-4-560 0,1 1-96 16,0 2-32-16,1 0-592 0,-3 2-128 0,3 0-32 0,-3 1 0 15,-1 0-512-15,-1 2-96 0,1 1-32 0,-2 3 0 16,0-1-48-16,-2 1-16 0,-2 2 0 0,-2 3 0 16,-1 1-192-16,-2 2-32 0,-2 2-16 0,-1-1 0 15,-3 3-240-15,-2 2-128 0,-2 0 160 16,-2 2-160-16,-2-1 128 0,-1 2-128 0,-2-3 0 0,-2 0 0 15,-1-1 128-15,-5 0-128 0,-2-6 0 0,-2 1 144 16,-1 1-16-16,-1-3-128 0,-1-1 192 0,1-1-64 16,1-1 64-16,-3-2 16 0,0 0 0 0,0 0 0 0,-1-3 32 15,2-2 0-15,1-1 0 0,2-2 0 0,-1-2-64 16,3 0-16-16,1-2 0 0,3 0 0 0,2 0-160 0,0-3 192 16,2 0-192-16,1-3 192 0,2 0-192 15,1-1 0-15,1 1 0 0,1 0 128 0,2-1-128 16,2-1 0-16,2 1 0 0,1 1 0 0,2 0-144 0,2 2 144 15,0 1 0-15,1 0 0 0,0 0-160 0,3-1 160 16,1 2-128-16,3 0 128 0,-1 1-176 0,4 1 176 16,0 0-208-16,1-1 80 0,1 2-64 0,2 2-16 15,1 0 0-15,6 0 0 16,-6 0-1008-16,6 0-192 0,0 0-32 0,0 0-16 16,0 0-2944-16,0 0-592 0</inkml:trace>
  <inkml:trace contextRef="#ctx0" brushRef="#br0" timeOffset="101348.66">17880 2218 39039 0,'0'0'1728'0,"0"0"368"16,0 0-1680-16,0 0-416 0,0 0 0 0,0 0 0 0,2-5 1632 0,-2 5 240 15,0 0 48-15,0 0 16 0,0 0-64 0,0 0-16 16,0 0 0-16,0 0 0 0,0 0-1040 0,0 0-224 16,-4 8-32-16,0 4-16 0,-1 3-96 0,0 2 0 15,1 1-16-15,-3-1 0 0,1 0-160 0,-1-2-16 16,1 0-16-16,-1 1 0 0,1 0-112 0,-1-2 0 16,2-1-128-16,0-1 192 0,1 1-192 0,0-2 128 15,0-1-128-15,0-3 0 0,4-7 128 0,-4 6-128 0,4-6 0 0,0 0 0 16,0 0 0-16,0 0 128 0,0 0-128 0,0 0 0 15,0 0 0-15,0 0 0 0,0 0 0 0,-4-7 0 16,1 1-128-16,1-1 128 0,1-1-192 0,-1 0 192 16,0 1-224-16,0-1 64 0,1 0 16 0,0-1 0 15,-1-4 16-15,1-2 0 0,1 1 0 0,0 1 0 16,0 1 128-16,0 1 0 0,-1-1 0 0,1 0-128 16,0 0 128-16,0 3 0 0,0-1 0 0,1 2 0 15,-1 0 0-15,0 2 0 0,0-1 128 0,0 7-128 16,3-6 128-16,-3 6-128 0,0 0 128 0,2-7-128 15,1 2 128-15,-3 5-128 0,4-5 160 0,0-1-160 16,-4 6 160-16,0 0-160 0,0 0 160 0,0 0-160 16,6-5 176-16,0 0-176 0,-1 0 192 0,-5 5-192 15,0 0 176-15,9-1-176 0,-1-1 160 0,0 2-160 0,1-2 144 0,0 0-144 16,1 2 128-16,3 0-128 0,2 0 0 0,-1 0 0 16,2 0 128-16,-1 0-128 0,1 2 0 0,-2 0 0 15,-1-2 0-15,2 2 0 0,-1-1 0 0,0 0 0 16,-1 2 0-16,0-3 0 0,-1 0 0 0,0 0 0 15,-2 1 0-15,-1 0 0 0,-1 1 0 0,0 0-144 16,-8-2 144-16,8 0-208 16,-8 0-928-16,0 0-176 15,0 0-32-15,0 0-14976 0,0 0-3008 0</inkml:trace>
  <inkml:trace contextRef="#ctx0" brushRef="#br0" timeOffset="107916.42">22494 1124 44799 0,'0'0'992'0,"0"0"208"0,-1-9 32 0,0 0 16 0,1-1-992 0,1 2-256 0,0-3 0 15,-1 5 0-15,0 6 1472 0,0 0 240 0,-4-9 48 0,2 2 16 16,2 7-512-16,-4-6-112 0,-3-1 0 16,2 5-16-16,5 2-464 0,-6-3-96 0,-2 2 0 0,-1 1-16 15,0 0-320-15,-1 1-64 0,0 2-16 0,0-1 0 16,-1 2-160-16,-1 1 192 0,1-2-192 0,-1 2 192 15,-1 3-192-15,1 0 0 0,0 0 0 0,3-1-176 16,-1 0 176-16,1 2 0 0,-2 0 0 0,4 0 0 0,0-2 0 16,2-1-160-16,1 1 160 0,1-1-160 0,2 2 160 0,2 1-192 15,-1-9 192-15,4 7-192 0,-1 1 64 0,3 0 0 16,3-2 0-16,3 2 0 0,3 0 128 0,1 0-192 16,3-2 192-16,0-1-192 0,1 1 192 0,1 0 0 15,0 1 0-15,-2-1-128 0,1-1 128 0,-3 0 0 16,-2 1 0-16,0-1 0 0,-4 1 0 0,-2 1 0 15,-2-1 0-15,-3 1 0 0,-4-7 0 0,0 0 304 16,0 0-48-16,-3 8-16 0,-2 1-240 0,-3-1 0 16,-1-2 0-16,-4 1 0 0,-1-2 144 0,-3 2-16 15,-1-2 0-15,-2 0 0 0,-2 1-128 0,0 1 0 16,-2-4 0-16,2 1 0 16,1-1-800-16,3 1-144 0,2 0-16 0,3-1-16 15,0-1-1680-15,4-2-336 0,9 0-64 0,0 0-17936 0</inkml:trace>
  <inkml:trace contextRef="#ctx0" brushRef="#br0" timeOffset="108295.88">22630 1161 5519 0,'0'0'496'0,"0"0"-496"15,0 0 0-15,0 0 0 0,6 0 7200 0,-6 0 1344 0,0 0 272 0,0 0 48 16,0 0-4512-16,3 9-896 16,-3-2-176-16,0 3-32 0,-1 2-1712 0,-1 2-320 0,1-1-80 0,0 0-16 15,0-1-656-15,1 0-128 0,1-1-16 0,0 1-16 16,3-2-304-16,0 0 0 0,1-3 0 0,2 1 0 15,-1 0 0-15,1-1-272 0,1-3 16 0,-1-1 16 16,3-1-384-16,-1-2-80 0,1-2 0 0,0 1-16 16,1-1-64-1,-1-4-16-15,-1 0 0 0,2-2 0 0,-1-2 304 16,-1-1 64-16,-1 2 16 0,-1-5 0 0,-1-1 416 0,0 1 144 0,-1 1 0 0,-3-1 0 16,1 1-144-16,-2 1 0 0,1 1 0 0,-2 4 128 0,0 7 496 0,0 0 80 15,0 0 32-15,0 0 0 0,0 0 32 0,0 0 0 16,1 7 0-16,0 4 0 0,-1 2-256 0,0 2-32 15,0 2-16-15,-1 3 0 0,1 3-192 0,1 4-32 16,2 3-16-16,-2-1 0 0,0 5-96 0,1 0-128 16,-1-1 176-16,0 1-176 0,1-2 128 0,0-2-128 15,0-1 0-15,-1-3 0 0,0-1 0 0,0-2 0 16,1 0-192-16,-1-4 48 16,-1-2-832-16,0-3-176 0,0-2-16 0,1-5-16 15,-1-7-912-15,0 0-176 0,0 0-32 0,0 0-11344 16,7-7-2272-16</inkml:trace>
  <inkml:trace contextRef="#ctx0" brushRef="#br0" timeOffset="108672.51">23204 1109 19343 0,'0'-15'1728'0,"0"15"-1392"0,-3-6-336 0,2-3 0 16,-1 2 5696-16,0 1 1088 0,-1-2 192 0,1 1 64 16,-1 1-3856-16,3 6-768 15,0 0-160-15,-7-4-16 0,1 0-1120 0,1 1-224 0,5 3-32 0,0 0-16 16,-8 2-480-16,0 0-112 0,2 2 0 0,-1 1-16 15,0 1-240-15,1-1 128 0,1 4-128 0,-2 0 0 16,1 0 192-16,-1 2-64 0,1 0-128 0,0 1 192 16,1 0-192-16,1-2 0 0,0 2 0 0,2-3 0 0,2 0-128 15,1 0-32-15,2 1 0 0,2-3 0 0,1 1 160 0,2-1 0 16,0-2-144-16,1-1 144 16,3 1 0-16,0 0-176 0,1-1 176 0,0 0-128 0,0-1 128 0,1-1-128 15,0 1 128-15,0 0-128 0,-1-2 128 0,0 1 0 16,-2 1 0-16,0 1 0 0,-2 0 0 15,0 1 0-15,-1 0 0 0,-3 2 0 0,-2-1 0 0,-2 3 0 16,0-1 0-16,-2 0 0 0,-3 0 144 0,-2-2 16 16,-4 1 0-16,1 0 0 0,-1 2-32 15,-1 0-128-15,1-1 192 0,-3-1-64 0,0 1-128 0,-1-3 0 16,-1-1 0-16,1 0 0 16,-2 1-848-16,2-5-112 0,0 0 0 0,-1-2-16 15,2-1-1248-15,3 1-240 0,1-1-48 0,3-2-11776 16,5-3-2352-16</inkml:trace>
  <inkml:trace contextRef="#ctx0" brushRef="#br0" timeOffset="108870.57">23426 918 11967 0,'0'0'528'0,"4"-6"112"0,-1-1-512 0,-3 7-128 0,0 0 0 0,0 0 0 16,0 0 8720-16,0 0 1712 16,0 0 352-16,0 0 64 0,0 0-7552 0,0 0-1504 15,0 0-320-15,7 9-48 0,-2 2-912 0,-1 3-176 0,-3 5-32 0,2 1-16 16,-2 3-288-16,0 1 128 0,0 2-128 0,-1 0 0 15,-1-1 0-15,2-1 0 0,-1 0 0 0,2 1 0 16,-1-1 0-16,0 0 0 0,1-3-240 0,-1 0 80 16,0-3-1104-16,1-5-208 15,-1-1-64-15,2 0 0 16,-2-4-1424-16,0 4-304 0,0-5-48 0,5-1-16160 0</inkml:trace>
  <inkml:trace contextRef="#ctx0" brushRef="#br0" timeOffset="109670.12">23330 1212 47055 0,'0'0'1024'0,"0"0"224"0,0 0 32 0,0 0 64 0,0 0-1088 0,0 0-256 0,0 0 0 0,0 0 0 0,9 0 1680 0,0 1 288 15,-1-1 48-15,3 0 16 0,2-1-1328 0,2-1-272 16,2-1-48-16,3 0-16 0,-1-4-96 0,5 2-16 0,2-1 0 0,1 0 0 16,1-3-96-16,-1 2-32 15,-1-3 0-15,-3 3 0 0,0-1-128 0,-2 0 128 0,-1 1-128 0,-3 0 128 16,-2 1-128-16,-2 2-224 0,-3 3 48 0,-2 0 16 15,-8 1 160-15,0 0 0 16,0 0-144-16,1 8 144 0,-2 1-128 0,-3 3 128 0,-2 2-160 0,-2 3 160 16,-1 1 0-16,-2 3 0 15,1-4 0-15,1 2 0 0,1 2 0 0,1-1 0 0,1-2 0 16,3-2 0-16,1-2-304 0,0-1 48 0,2-1 0 16,2-3 0-1,0-3-288-15,3 1-48 0,3-2-16 0,3-2 0 16,-1-3-224-16,2-1-64 0,-1-2 0 0,3-1 0 15,-1-6-160-15,0-1-32 0,0-1-16 0,1-1 0 16,-1 0 416-16,1 0 96 0,-1-1 16 0,0-4 0 0,2-1 448 0,-2 1 128 0,-3 1 0 0,1 3 0 16,-1-3 256-16,1 4 112 0,-4 3 16 15,1 2 16-15,-1 2 704 0,-2 3 144 0,-5 3 32 0,0 0 0 16,0 0-64-16,6 6 0 0,0 3 0 16,-1 3 0-16,-1 2-464 0,-2 2-112 0,0 1 0 0,-1 0-16 0,0 0-304 15,1-2-48-15,-1 1-16 0,0-2 0 0,0 1-256 0,1-1 160 16,-1 2-160-16,2-3 128 0,-1-2-128 15,1-1 0-15,1-3 0 0,-2 0 0 0,-2-7 0 0,4 6 0 16,-4-6 0-16,0 0 0 0,0 0 0 0,7 0 0 16,-1-3 0-16,1-3 0 0,1 1-128 15,0-1 128-15,1-2-160 0,0-3 160 0,1-3-192 0,1-3 192 16,0-1-208-16,1-2 80 0,2-1-16 0,1-1 0 16,-1 0 0-16,-1 0 0 0,0 0 144 0,2 2-128 15,-2 2 128-15,-3 5-128 0,-1 1 128 0,-1 4 0 16,-2 3 0-16,-6 5 0 0,0 0 224 0,0 0 32 15,4 8 0-15,0 2 0 0,-1 1-16 0,-2 3 0 16,1 4 0-16,-1-2 0 0,0 5-112 0,0-4-128 0,1 0 176 0,-1 0-176 16,2-2 128-16,-1 0-128 0,1-1 0 0,-1-1 0 15,1-2 0-15,1-1 0 0,0 0 0 0,0-3 0 16,-4-7 0-16,0 0 0 0,0 0 0 0,8 3 0 16,-8-3-160-16,6 0 160 0,2-3-160 0,0-1 160 15,-2-1-176-15,1-3 176 0,1-2-192 0,-1-2 192 16,3 0-176-16,0-2 176 0,0-3-160 0,2-1 160 15,4-2 0-15,-2 0 0 0,-1 2-128 0,2 1 128 16,-1 2 0-16,-1 2 0 0,-3 3-160 0,1 4 160 0,-2 1 0 16,-1 3 0-16,-8 2 0 0,0 0 0 15,6 7 128-15,-1 1 64 0,-1 2 0 0,-1 3 0 16,-2 2-192-16,1 3 192 0,0 0-192 0,0 2 192 16,-1-3-192-16,0-1 0 0,0-1 0 0,2 0 0 15,0-1-576-15,1-1-128 0,1-2-48 0,1 1-16016 16,2-2-3200-16</inkml:trace>
  <inkml:trace contextRef="#ctx0" brushRef="#br0" timeOffset="109985.64">25024 1058 21183 0,'0'0'944'0,"0"0"192"0,0 0-912 0,0 0-224 16,0 0 0-16,0 0 0 0,0 0 7232 0,0 0 1408 15,1 13 288-15,0 0 48 0,2-3-6192 0,-1 3-1248 0,1 4-240 0,1-1-48 16,0 0-880-16,0 2-176 16,0-1-48-16,0 0 0 0,-2 0-144 0,1-3 0 0,-3-14 0 0,4 14 0 15,-2-2 0-15,1 0 0 0,-1-2 0 0,1-1 128 16,-3-9-128-16,0 0 128 16,0 0-128-16,0 0 128 0,0 0-128 0,0 0 0 0,0 0 0 0,7-2 0 15,-7 2 0-15,6-4 0 0,1-3 0 0,-1 0 0 16,2-4 0-16,0 1 0 0,0-3 128 0,2 0-80 15,2-6-48-15,1 1 0 0,0 1-160 0,4 0 160 32,2 0-672-32,2 2-48 0,-3-1-16 0,1 0 0 0,-1 1-1504 15,-2 3-288-15,-2 0-64 0,0 6-12464 0,-1 3-2496 0</inkml:trace>
  <inkml:trace contextRef="#ctx0" brushRef="#br0" timeOffset="110452.24">25361 1257 16575 0,'0'0'736'0,"-1"9"160"0,0 1-720 0,1-10-176 16,1 9 0-16,-1-9 0 0,0 0 6000 0,8 5 1168 15,-2-1 224-15,2-2 48 0,0 0-4464 0,1-1-896 16,0-4-176-16,2 1-48 0,0-2-736 0,2-3-160 16,-1-3-16-16,2 1-16 0,1-2-480 0,-1-2-80 15,0 0-32-15,-1-2 0 0,2-1-208 0,-1 0-128 16,-1 1 128-16,-1 0-128 0,-2 2 0 0,-1 0 128 16,-3 0-128-16,0 3 0 0,-2 3 0 0,-4 7 0 15,0 0 0-15,0 0 0 0,-5 0 128 0,-2 3 16 16,-2 4 0-16,-2 2 0 0,-2 5-16 0,-1 3 0 15,1 0 0-15,2 4 0 0,2-4 0 0,1 1 0 16,0-2 0-16,3 1 0 0,1-1-128 0,2 1 0 16,2-4 0-16,3 1 0 0,1 2-416 0,1-2 32 15,4-5 16-15,4 0 0 16,-1-4-1120-16,2-5-240 0,2 0-32 0,2-3-16 16,3 2-480-16,1-4-112 0,1-3 0 0,0-2-16 15,2-2-368-15,0-2-64 0,-2 0 0 0,0-6-16 16,2-3 1616-16,-3-1 336 0,-3-1 64 0,-2-4 16 0,1 2 800 0,-1-2 192 0,-3-1 32 0,-1 0 0 15,-2 3 2176-15,-2 1 432 0,-1 2 96 0,-2 5 16 16,-2 6-192-16,-1 2-16 0,-1 3-16 16,0 1 0-16,-2 0-768 0,0 7-160 0,0 0-16 0,0 0-16 15,0-5-896-15,0 5-176 0,0 0-48 0,0 0 0 16,0 0-320-16,0 10-80 0,0 3-16 0,0 2 0 16,-2 0-416-16,1 2-96 0,-2 4-16 0,2 1 0 0,-2-1 304 0,1 4 256 15,-1 0-64-15,2 1 0 16,0 1-896-16,-2 1-176 0,2-1-32 15,1 0-16-15,1-1-1904 0,0 0-384 0,1-1-80 0</inkml:trace>
  <inkml:trace contextRef="#ctx0" brushRef="#br0" timeOffset="110935.06">25778 1200 26719 0,'-4'0'2368'0,"4"0"-1888"15,0 0-480-15,0 0 0 0,0 0 4944 0,0 0 896 16,0 0 176-16,10 0 48 0,-3 4-3568 0,4-4-704 0,1 0-128 0,2 0-48 16,2 0-944-16,2 0-192 15,-3-3-32-15,2 2-16 0,-1-2-240 0,4 1-32 16,0-2-16-16,3 0 0 0,-1 0-144 0,-1 1 0 16,0-3 144-16,-1 1-144 0,3-2 0 0,-1 1 0 15,-3-1 0-15,7 2 0 0,-2-2 0 0,-3 1 0 0,-3 1 0 0,-2 3 0 16,-5 2 0-16,-2 2-160 0,-9-2 160 0,0 0 0 15,7 6 0-15,-4 3 0 0,-3 2 0 0,-3-1 0 16,-4 2 0-16,2 2 0 0,0 2 0 0,0 0 0 16,1-6 0-16,1 2 0 0,-1-1 0 0,3 1 0 15,0 0 0-15,1 1 0 0,0-3 0 0,1 1 0 0,0-2-224 16,-1-9 16-16,4 6 0 0,3 1 0 16,-1 0-256-16,2-5-48 15,0-1-16-15,1-1 0 0,0-2-48 0,2-3-16 16,-1-3 0-16,3 0 0 0,0-1 96 0,1-2 32 0,0-2 0 0,-1-1 0 0,-3-2 128 0,3-1 16 15,1 2 16-15,1 0 0 0,-4 2 176 0,0 3 128 16,-1 0-192-16,-1 2 192 0,-2 0 0 0,-1 3 0 16,0 1 128-16,-6 4-128 0,0 0 512 0,0 0 0 15,0 0 0-15,5 6 0 0,-1 3 96 0,0 1 32 16,-3 0 0-16,2 2 0 0,-1-1-384 0,1 0-64 16,-2-1 0-16,3 2-16 0,0 0-176 0,0-1 0 15,0 0-192-15,1-2 192 16,2 1-2128-16,-1-3-304 0,1-2-64 0,-5-1-18656 0</inkml:trace>
  <inkml:trace contextRef="#ctx0" brushRef="#br0" timeOffset="111269.11">26681 1088 29487 0,'0'0'1296'0,"0"0"288"0,0 0-1264 0,0 0-320 0,0 0 0 0,0 0 0 15,0 0 4720-15,0 0 880 0,1 10 176 0,0 1 48 16,2 0-3616-16,-1 3-720 0,1-3-144 0,1 1-16 15,-4-12-800-15,4 14-144 0,0 1-48 0,1-1 0 16,-1-1-144-16,0 0-48 0,0-1 0 0,1 0 0 16,-5-12-144-16,0 0 128 0,8 10-128 0,-8-10 128 15,8 9-128-15,-2-2 0 0,-6-7 0 0,0 0 0 16,0 0 0-16,0 0 0 0,0 0 0 0,9 1 0 0,-1-4-240 0,-3-1 80 16,2-1 16-16,-2 0 0 0,-1-2 0 0,0 1 0 15,0-6 0-15,0 2 0 16,0-3 144-16,-1-2-192 0,1 0 192 0,0 0-192 0,5-2-16 0,-1 2-16 15,1-2 0-15,0 1 0 0,1 2 96 16,-1 1 128-16,-1-1-208 0,1 0 80 0,-2 1 128 16,0 0 0-16,0 3 0 0,-2 0-128 0,0 2-64 15,0 1 0-15,-1 2 0 0,0 2 0 0,-4 3 192 0,0 0 0 16,5-6 0-16,0 1 128 16,3 2-2576-16,4 3-512 0,2 0-112 0</inkml:trace>
  <inkml:trace contextRef="#ctx0" brushRef="#br0" timeOffset="111805.89">27099 1104 13311 0,'4'-2'0'0,"1"-2"0"15,-5 4 4448-15,4-6 896 0,-1-1 176 0,-2 2 48 16,-1 5-1792-16,3-6-336 0,-1 0-80 0,-2 6-16 0,0 0-912 0,0 0-192 16,0 0-48-16,0 0 0 0,0 0-720 0,0 0-160 15,0 6-32-15,-1 0 0 0,0 3-640 0,-2 3-144 16,0-3-32-16,1 5 0 0,1-1-256 15,-1 3-48-15,0 2-16 0,0 2 0 0,2-3-144 0,2 0 0 16,-1-3 0-16,-1 0 0 0,4-1 0 0,-2 2 0 16,4-3 0-16,-2-5 0 0,1-1 0 15,-1-1 0-15,-4-5 0 0,0 0-176 0,0 0-16 0,0 0-16 16,10 1 0-16,-1-1 0 16,4-4-16-16,-2-1 0 0,0 1 0 0,0-4 0 15,-1-3-32-15,-1-3 0 0,1-1 0 0,-3-2 0 0,2 0 0 0,1-1-16 16,1 2 0-16,1 0 0 0,0-4 128 0,1 4 144 15,1-1-208-15,1 5 80 0,-4-1 128 0,-2 3 0 16,2 2 0-16,-1 3 0 0,1 0 0 0,-1 2 0 0,-10 3 0 0,0 0 0 16,0 0 128-16,8 8 96 15,1 0 32-15,-4 3 0 0,-3 2 0 0,-1 3 0 16,0 1 0-16,-2-3 0 0,0 5-64 0,1-1-16 0,1-1 0 16,0 1 0-16,-1 0-176 0,1-2 0 0,3-2 0 0,0-1-176 31,-1 0-848-31,3-1-160 0,2-3-32 0,3-1-16 15,0-2-1744-15,2-3-352 0,2 1-64 0</inkml:trace>
  <inkml:trace contextRef="#ctx0" brushRef="#br0" timeOffset="112153.12">27824 1004 44975 0,'-7'-3'1984'0,"5"3"432"0,-2-3-1936 0,-1 2-480 0,1-3 0 0,-1 2 0 16,-2 2 1920-16,-1 0 272 0,2 0 64 0,-5 0 16 0,2 0-912 0,-3 2-176 15,2-1-32-15,2 2-16 0,3 1-752 0,0-1-128 16,-3 1-48-16,1 0 0 0,1 0-208 0,2 1 0 16,-1 2 128-16,1 1-128 0,0-3 0 0,0 3 0 15,3 1 0-15,1-1 0 0,2 0-224 0,2-1 64 16,0 1 16-16,4-1 0 0,0 1-48 0,2-2-16 16,3 3 0-16,2-1 0 0,2 0 80 0,2 1 128 15,2-3-208-15,0 2 80 0,-2 1 128 0,-2-2 0 16,2 2 0-16,-2 0-128 0,-1 0 128 0,-1 0 0 15,-3-2 0-15,1 3 0 0,-4 1 0 0,-3-1 0 16,-2-1 128-16,-1 0-128 0,-3-1 208 0,-3 1-16 16,-2-2-16-16,-3 1 0 0,-1-2-176 0,-1 0 192 15,-2-1-192-15,-1 0 192 0,4-2-192 0,-3 0-176 0,0-1 48 0,0 0 0 32,1 1-2112-32,0-3-400 0,3 3-96 0,8-3-19792 0</inkml:trace>
  <inkml:trace contextRef="#ctx0" brushRef="#br0" timeOffset="112405.1">28664 840 25791 0,'0'0'2304'0,"0"0"-1856"0,0 0-448 0,0 0 0 15,0 0 5504-15,0 0 1024 0,0 0 192 0,0 0 32 16,0 0-4064-16,0 0-832 0,-4 7-144 0,-2-1-48 15,1 3-976-15,-1-1-208 0,-1 5-32 0,-1 3-16 16,-1 5-432-16,0 1 0 0,0 3 0 0,-1 1 0 0,-1 2 0 0,1 0 0 16,1 2 0-16,-1-2 0 0,1 2 0 0,-1-2 0 15,2 0 0-15,2-1 0 16,2-3-496-16,-2 1-80 0,1-4 0 0,0-3-16 16,2 0-928-16,1-3-176 0,0-3-32 0,2-1-16 15,0 1-2544-15,0-12-512 0</inkml:trace>
  <inkml:trace contextRef="#ctx0" brushRef="#br0" timeOffset="112771.31">28469 1171 26719 0,'0'0'2368'0,"0"0"-1888"15,0 0-480-15,0-4 0 0,0 4 4592 0,0 0 816 16,4-7 160-16,0 0 48 0,0 1-2992 0,3 0-608 16,0 2-112-16,2 1-32 0,5 0-944 0,-1 0-192 0,0 1-32 0,1 0-16 15,3 0-416-15,2 2-80 0,1-3 0 0,1 2-16 16,0 0-176-16,1-1 160 15,0 1-160-15,2 0 160 0,0 1-160 0,1 1 0 0,-3 2-160 0,-1 0 160 16,-1 1 0-16,-5 0 0 0,-2 2 0 0,-2 0 0 16,-3 1 0-16,-3 0 0 0,-3 3 0 0,-2 0 160 15,-1-1-32-15,-3 1 0 0,-2 1 0 0,-2 2 0 16,-1 0 96-16,-2 0 16 0,1 0 0 0,-1-1 0 16,2-3-240-16,1 0 176 0,3-1-176 0,0 0 160 15,1 0-160-15,3-2 0 0,1-6 0 0,1 8 0 16,-1-8 0-16,7 4 0 0,3 1 0 0,2-2 0 15,2 1-128-15,2-2-16 0,1-1 0 0,1-1 0 0,3-1-16 0,-2-1 0 16,-2-2 0-16,0-2 0 0,-1 0 160 0,-2-2-128 16,-1 2 128-16,-4-4-128 0,-2 0 128 0,-2 0 0 15,-2-1 0-15,-5-1 0 0,-1-1 0 0,-5-1 0 16,-1-2 0-16,-3 1 128 16,-2 0-512-16,-3 1-112 0,-3-2-16 0,0 1-24512 0</inkml:trace>
  <inkml:trace contextRef="#ctx0" brushRef="#br0" timeOffset="113722.7">29855 1080 35935 0,'0'0'3200'0,"-1"-5"-2560"15,0-2-512-15,-1-2-128 0,1 1 3184 0,0 3 608 16,1 5 128-16,0 0 32 0,-6-6-1824 0,0 2-352 16,6 4-80-16,-7 1-16 0,0 2-944 0,-3 2-192 15,1 3-32-15,-1 5-16 0,-2 0-240 0,-1 2-32 16,0 4-16-16,1 0 0 0,1 1-208 0,1-1-192 16,3 1 48-16,1-1 0 0,1-3 144 0,4 0 176 15,2-2-48-15,2-1 0 0,1-2-128 0,1-4 0 16,1-1-160-16,4-1 160 0,-1 0-272 0,1-2 32 0,2-2 16 0,1-1 0 15,0-1-96-15,0-3 0 16,-1-2-16-16,-1 0 0 0,1-1-32 0,0 0 0 0,-3-3 0 16,0 0 0-16,-1-2 64 0,0-1 16 0,-2 0 0 0,0 0 0 15,-3-1 96-15,3-2 0 0,-5 1 16 0,2 0 0 16,-1 1-144-16,1 2-16 0,-2 0-16 0,0 3 0 16,1 1 32-16,0 3 16 0,0-3 0 0,0 2 0 15,-2 6 112-15,4-5 0 0,-4 5 16 0,0 0 0 16,7-5 176-16,-7 5-208 0,9 1 80 0,-3 3 128 0,-6-4 0 0,9 6 0 15,-1 5 0-15,-1 0 0 0,-2 4 256 16,0 0 64-16,-1 2 0 0,-1 3 16 0,1-1 112 0,-2 5 32 16,1-5 0-16,-1 1 0 0,1-3-96 0,0-3 0 15,-2-1-16-15,2-1 0 0,-2 0 320 0,1-2 64 16,1-3 16-16,-3-7 0 16,0 0-1056-16,0 0-208 0,0 0-32 0,0 0-16 0,0 0 544 0,8-2 0 15,-2-3 0-15,0 0 0 0,-1-1 0 0,1-2 0 16,2-1 0-16,0-1 0 0,0-4 0 0,1 0 0 15,0-2 0-15,2 0-160 0,-1 0 160 0,2 0 0 16,-1-1-144-16,1-1 144 0,0 1 0 0,1 2-144 16,0 1 144-16,1 5 0 0,-2-2 0 0,-2 4 0 15,-2 1 0-15,0 3 0 0,-8 3 0 0,0 0 192 16,0 0 0-16,0 0 0 0,8 5 192 0,-2 4 16 16,0-1 16-16,-2 2 0 0,-3 3-32 0,1 2-16 15,0 1 0-15,-1 1 0 0,-1 0-368 0,0 0 0 0,0-1 0 0,0 0 0 16,0-1 0-16,1 0 0 0,1-4 0 15,-1 0 0-15,0-2 0 0,2-1 0 0,-3-8 0 0,0 0-192 32,4 6-752-32,-4-6-144 0,0 0-48 0,0 0 0 15,0 0-2512-15,6-2-496 0</inkml:trace>
  <inkml:trace contextRef="#ctx0" brushRef="#br0" timeOffset="114354.52">30327 935 31327 0,'0'0'2784'0,"0"0"-2224"15,0 0-560-15,0 0 0 0,0 0 3952 0,0 0 672 16,0 0 144-16,0 0 32 0,0 0-3376 0,0 0-656 16,7 8-144-16,-1 3-32 15,2 0-1216-15,0 2-240 0,1-2-48 0,1 2-16 16,1 1-1712-16,0 1-352 0,3-4-64 0,0 1-16 16,0 0-1312-16,2-3-272 0,1-1-48 0,0-2-16 15,-2-1 2352-15,2-2 480 0,2-2 96 0,-2-1 0 16,-2-1 1088-16,0 0 224 0,-2-1 32 0,-2-2 16 0,0 2 2816 0,-2-3 560 15,-1 2 128-15,-8 3 0 0,0 0 1232 0,0 0 240 16,0 0 64-16,0 0 0 0,0 0-1408 0,0 0-288 16,0 0-48-16,0 0-16 0,-9 4-1136 0,-1 1-240 15,0 2-32-15,0 1-16 0,-2 2-592 0,0 2-128 16,0-1-32-16,2 2 0 0,1 2-304 0,1 0-64 16,0 4-16-16,2-1 0 0,0-1-64 0,3 2-16 15,0 0 0-15,2 0 0 0,1 1-208 0,1-1 0 16,3 1-192-16,0-1 192 0,0 2 0 0,0 4 0 15,-1 0 0-15,3-2 0 0,-2 0 0 0,-1-4-128 16,1 2 128-16,-2 0 0 0,-2 0 0 0,0-2 0 16,-2 2 0-16,0-5 0 0,-2-1 0 0,-1 0 0 15,-2-4 0-15,-1 0 0 0,-1-2 0 0,-1-2-240 0,-1-2 32 0,1-3 0 16,-1 0 16-16,0-2 16 0,-1-2 0 0,2-2 0 16,-1-1 0-16,2-3 0 0,0-2 0 0,0-2 0 0,0 3-48 15,1-7-16-15,0 1 0 0,3-2 0 0,2-1-32 16,6-2-16-16,1-6 0 0,2-1 0 15,3-2 32-15,4 2 0 0,3-5 0 0,4 1 0 0,2-2 96 0,3 2 32 16,-1 1 0-16,1 3 0 0,-1-1 128 0,0 5 0 16,-2 3 0-16,-1 2 0 0,-1 2 352 0,-2 2 0 15,-1 5 0-15,-1 0 0 0,-5 5 96 16,1-1 32-16,-1 3 0 0,-2 2 0 0,-9 0-128 0,8 7-32 16,-2-1 0-16,1 5 0 0,-2-1-144 0,-1 3-48 15,0 2 0-15,-2 0 0 0,1 4-128 0,-1-1 0 16,0 0 144-16,-1-1-144 0,0 0 0 0,1-4 0 15,-1 0 0-15,0 0 128 0,-1-1-128 0,2-2-192 16,-1-1 64-16,0-2 0 16,-1-7-1248-16,0 0-240 0,0 0-48 0,0 0-14416 15,5 4-2880-15</inkml:trace>
  <inkml:trace contextRef="#ctx0" brushRef="#br0" timeOffset="115324.1">30858 994 32255 0,'0'0'2864'0,"0"0"-2288"0,0 0-576 0,6-4 0 16,-2-1 2000-16,3-2 304 0,-1 3 48 0,-6 4 16 16,8-1-1536-16,1 1-320 0,2 0-48 0,-1 1-16 15,-2 1-128-15,0 0-48 0,1 5 0 0,0-1 0 16,0 1 112-16,-1 3 32 0,-2-2 0 0,1 5 0 16,-1 3 800-16,-2 1 176 0,0 4 16 0,-3 0 16 15,-1-1-128-15,0 4-16 0,-1-1-16 0,-1 1 0 16,-1-2-432-16,2-1-96 0,-1-2-16 0,2 0 0 0,0-2-416 0,0-3-96 15,0-1-16-15,2-4 0 0,0 2-192 16,1-5 0-16,-1 2 128 0,-2-8-128 0,0 0 0 0,0 0 0 16,0 0 0-16,0 0 0 15,0 0 0-15,8-1 0 0,-8 1 0 0,8-4 0 0,0-3 0 16,-2-1 0-16,1-2 0 0,0-2 0 0,-1 0-144 16,2-1 144-16,0-1-208 0,-1-4 80 0,3 0-16 0,0-1 0 15,-1 2 0-15,3 2 0 0,0-2-32 0,-1 2 0 16,0 2 0-16,-1 3 0 0,3-3-16 0,-1 4 0 15,-3 2 0-15,-1 2 0 0,0 2-16 0,-2 1-16 16,2 4 0-16,-8-2 0 0,7 7 224 0,-2 1-192 16,-1 2 192-16,0 3-192 0,0 2 192 0,-1 0 0 15,0 3 0-15,-2-1 0 0,2 3 0 0,1 0 0 16,1-2 0-16,3-1 0 0,1 1 0 0,0-4 0 16,0-1 0-16,4-1 0 0,0-4 0 0,0-2 0 15,0 0 0-15,2-1 0 0,-1-4 0 0,2 0 0 16,2-1 0-16,0-2 0 0,-1-2-208 0,0-3 48 15,0 0 16-15,0-3 0 0,-1 1-48 0,-1-2 0 0,-2-4 0 16,0 0 0-16,-2-1 64 0,-2-4 0 0,-1 5 0 16,-3 0 0-16,-2-2 128 0,-2 4-192 15,-2 2 192-15,-3 2-192 0,-4 3 192 0,-1 4 256 16,-2 2-64-16,-2 2-16 0,-2 4 160 0,-2 1 48 0,0 4 0 16,0 1 0-16,-1 2-144 0,1 0-32 0,1 2 0 0,4-2 0 15,1-1-208-15,1 0 144 0,0-1-144 0,5 0 128 16,2-2-128-16,3 2-272 0,0-4 64 0,3 0 16 15,-3-8-368 1,0 0-64-16,9 5-16 0,0-3 0 0,0 0-192 0,3-2-64 16,1 0 0-16,0-3 0 0,0-2-48 0,1-2-16 0,1 0 0 0,-2-3 0 15,2-1 64-15,1-1 16 0,0-5 0 0,-1 4 0 16,0-4 192-16,-1 3 48 0,-1-1 0 0,-1 5 0 16,-2-2 480-16,-2 4 160 0,-3 2 0 0,-5 6 0 0,0 0 320 0,0 0 160 15,0 0 32-15,0 0 16 0,-4 9 704 0,0 0 144 16,-1 2 32-16,1-1 0 0,2 0-384 0,0 1-80 15,2-2-16-15,2 0 0 0,-2-9-544 0,5 10-128 16,3 1 0-16,1-2-16 0,1-4-240 0,3-2 0 16,2-1 0-16,0-2-160 0,1-2 160 0,1-1-208 15,-1-1 80-15,0 0 128 0,3-5-176 0,-2 0 176 16,-2-3-128-16,0-1 128 0,0-2 0 0,1 0 0 16,-4 1 192-16,1-2-64 0,0-2 64 0,1 0 32 15,0-6 0-15,1 2 0 0,0-2 0 0,-2-4 0 16,0 1 0-16,2-7 0 0,-3 3 48 0,-2 3 16 15,-3 5 0-15,-2 3 0 0,-4 6 128 0,-1-2 32 16,-1 6 0-16,-2 3 0 0,-1 3 16 0,-1 4 16 16,-3 3 0-16,-1 2 0 0,-3 4-224 0,-1 0-32 0,3 2-16 0,-2 3 0 15,-1 8-208-15,0-2 144 0,0 1-144 16,1 2 128-16,3 2-128 0,0 2 0 0,2-2 0 16,1 9 128-16,1-3-128 0,3-2 0 0,4-2 0 15,2-2 0-15,2 0-240 0,3-7 32 0,3 0 0 16,1-5 0-1,3 1-816-15,1-3-144 0,2-2-48 0,2-1 0 16,0-4-2048-16,8-1-400 0</inkml:trace>
  <inkml:trace contextRef="#ctx0" brushRef="#br0" timeOffset="115683.9">32580 914 19343 0,'0'0'848'0,"-4"-3"192"0,-3-3-832 0,1 0-208 0,-1-3 0 0,1 4 0 0,-1 1 7616 0,-2 0 1488 15,0 1 304-15,-3 0 48 0,2-2-6592 0,-2 4-1328 16,1 2-256-16,-1 2-48 0,-1-1-784 0,1 4-176 16,-1 0-16-16,0 1-16 0,0-1-240 0,0 1 176 15,0-2-176-15,2 3 160 0,2 1-112 0,3 1-48 16,-2-2 0-16,3 1 0 0,1 2 0 0,1-1 0 16,2 2 0-16,1-4 0 0,2 1 0 0,2 1 0 15,0 1 0-15,2-1 0 0,0-1-128 0,3 2-32 16,0 0 0-16,2 0 0 0,0-2 160 0,3 1 0 15,0 1 0-15,0-1-128 0,1-1 128 0,0-1 0 16,2 1 0-16,0 0 0 0,0 1 0 0,-3 0 0 16,-2 0 0-16,-1 1 128 0,-4-2-288 0,0 1-48 15,-2 1-16-15,-2-1 0 0,-3 1 64 0,-2 0 16 0,-2-3 0 0,-2 0 0 16,-3-1 144-16,-2 0 0 0,-2-3-144 16,-1 2 144-16,-2 0-144 0,-1-1 144 0,2-1-192 15,-2-1 192 1,0-3-1296-16,-1-3-160 0,-1-2-16 0,1 1-16 15,0 1-2224-15,2 0-432 0,2 0-80 0</inkml:trace>
  <inkml:trace contextRef="#ctx0" brushRef="#br0" timeOffset="115923.84">32675 826 46703 0,'0'0'2064'0,"0"0"432"0,0 0-1984 0,0 0-512 15,0 0 0-15,0 0 0 0,0 0 1920 0,0 0 304 16,8 4 48-16,-8-4 16 0,6 2-1136 0,1 5-240 15,-2 5-32-15,0 1-16 0,-1 1-608 0,-1 3-112 16,-1 5-16-16,0 0-128 0,-2 2 176 0,0 1-176 16,0 2 160-16,-2-2-160 0,1 2 0 0,0 0 0 15,-3-2 0-15,1 0-160 0,2 0 160 0,0-3-208 16,-1-1 80-16,2-3 128 16,-1-1-976-16,0-1-80 0,-2-3-16 0,1-2 0 15,-1-2-1248-15,0-2-256 0,3-7-48 0</inkml:trace>
  <inkml:trace contextRef="#ctx0" brushRef="#br0" timeOffset="116355.46">32619 1084 30399 0,'0'0'1344'0,"8"-1"288"16,0-3-1312-16,2-1-320 0,2 2 0 0,2 0 0 0,2-1 4400 0,1-1 800 0,0 1 176 0,1 0 16 15,0 0-3152-15,2 2-640 0,-1 1-128 0,0-1-32 16,-2 1-736-16,-2 1-160 0,-2 1-32 0,-2 3 0 15,-4 1-192-15,0-2-64 0,-2 4 0 0,-2 2 0 16,-5 1-80-16,0 2-32 0,-2 1 0 0,-3 1 0 16,1-1-144-16,-2 2 160 0,-1 0-160 0,0 1 160 15,1-1-160-15,0 0 0 0,2-2 0 0,-1-1 128 0,2-2-128 16,1 0 0-16,0-3 0 0,2-1 0 0,2-6-272 0,0 0 64 16,0 0 16-16,0 0 0 15,0 0-208-15,0 0-48 0,0 0 0 0,7-2 0 16,1-2 32-16,1-1 0 0,-1-3 0 15,1-2 0-15,-1-2 112 0,1-1 32 0,0-2 0 0,0 1 0 0,-1-2 80 0,0 2 0 16,1 0 16-16,-1 1 0 16,-1 1 176-16,-2 2 0 0,-1 0 0 15,0 4 0-15,0-2 128 0,-4 8 64 0,0 0 16 0,0 0 0 0,0 0 80 0,0 0 16 16,0 0 0-16,0 0 0 0,3 8 16 0,1-2 0 16,0 5 0-16,0 1 0 0,0-1-192 0,0 2-128 15,1 0 192-15,0 2-192 0,1-1 128 0,0 2-128 16,1-2 0-16,-1 0 0 0,1-2 0 0,1-1 0 15,-1-1 0-15,1-4 0 16,1 2-448-16,0-1-160 0,2-2-32 0,-3-1 0 16,-1-4-1136-16,3-3-224 0,-1-1-48 0</inkml:trace>
  <inkml:trace contextRef="#ctx0" brushRef="#br0" timeOffset="116756.8">33384 894 27647 0,'0'0'2448'15,"0"0"-1952"-15,0 0-496 0,0 0 0 0,0 0 4896 0,0 0 880 0,0 0 176 0,0 0 48 16,0 0-3376-16,-5-2-656 0,5 2-144 0,0 0-32 16,-6 3-960-16,-1 3-208 0,1 4-48 0,-2 1 0 15,0 4-352-15,0 4-80 0,-1 5-16 0,0 2 0 16,-2 4-128-16,2 2 0 0,1 1 0 0,2-3 128 0,1 0-128 0,1-3 0 16,1-2 0-16,3-1 128 0,3-4-128 0,-1-1 0 15,2-4 0-15,3 0 0 0,1-4 0 16,1 0 0-16,0 1 0 0,1-6 0 0,1-2-160 15,2 0 160-15,1-2-208 0,0 0 80 0,1-2-64 0,-2-3 0 16,0-1 0-16,0-1 0 0,-1-1 16 16,-1-5 0-16,0 2 0 0,-1-4 0 0,-1 0-16 0,0-1 0 15,-1-1 0-15,-1 0 0 0,-2-2 192 0,-1 1-208 16,-1-2 80-16,-2 2 128 0,-2 2-192 0,-2 1 192 16,0 1-160-16,-1 3 160 0,-1 1-144 0,0 5 144 15,5 3-128-15,-7-2 128 0,0 2 0 0,0 2 0 16,2 5 144-16,0-1-144 0,0 4 192 0,1 1-192 15,1 1 192-15,2 1-192 0,1 0 192 0,1 1-64 16,0-1 0-16,2-1-128 0,1 1 160 0,1 0-160 0,0-1 128 0,2-2-128 16,1 0 0-16,1-3 0 15,0 1 0-15,1 0 0 16,1-1-1088-16,-1-2-128 0,1 0-48 0,-1-1 0 16,-1-1-2832-16,2-1-576 0</inkml:trace>
  <inkml:trace contextRef="#ctx0" brushRef="#br0" timeOffset="116956.94">33105 1034 26719 0,'0'0'1184'0,"0"0"240"0,0 0-1136 0,0 0-288 16,0 0 0-16,7-1 0 0,2 0 6016 0,1 1 1136 16,3 0 224-16,3 1 48 0,2 0-5360 0,3 2-1072 15,1 1-224-15,8 2-32 0,0 1-448 0,0 0-96 16,-1 0 0-16,-2 0-16 0,-1-2-176 0,0 3 0 15,-1-4 0-15,0 1 0 16,0-1-1808-16,0 0-400 0,-2-2-80 0</inkml:trace>
  <inkml:trace contextRef="#ctx0" brushRef="#br0" timeOffset="128544.68">21866 2381 28559 0,'0'0'1264'0,"0"0"272"0,-3-5-1232 0,1 0-304 16,2 5 0-16,-3-5 0 0,3 5 4224 0,-4-6 800 16,-1 0 160-16,1 1 16 0,4 5-2768 0,-5-2-544 0,0 0-112 0,-1 0-32 15,0 0-880-15,-1 2-176 16,1-3-48-16,-2 3 0 0,-1 3-144 0,0-3-48 16,-2 1 0-16,1 2 0 0,0 2-256 0,-1 0-48 15,1 2-16-15,-2 0 0 0,-1-1-128 0,0-1 0 16,0 0 0-16,1 2 128 0,0 0-128 0,2 0 0 15,1-2 0-15,0 0 0 0,1 1 0 0,1 0 0 0,2 1 0 0,5-7 0 16,0 0 0-16,0 0 0 0,0 0 0 0,3 6 0 0,-1 1 0 0,4-2-144 16,0-1 144-16,2 0 0 15,1-2 0-15,3 2 0 0,2-1 0 0,2-1 0 16,-2 0 0-16,3 0 0 0,1-2 0 0,2 3 0 0,1 0 0 0,0 0 0 16,-1 1 0-16,0 0 0 15,-3 3 0-15,-1-3 0 0,1 2 0 0,-4 1 0 16,-2 1 0-16,-2-2 0 0,-1 2 0 0,-1-2-160 15,-5 1 160-15,-2 2 0 0,-1 2 0 0,-2-2 0 0,0-2 128 16,-3 3 48-16,-2 1 16 0,1-2 0 0,-5-2-64 16,-1 1 0-16,-3 2 0 0,-1-1 0 0,-1-2-128 15,-2-1 0-15,1-2 0 0,-2 2 112 0,0-3-112 16,0 1-192-16,2-1 192 0,1 0-208 16,1-1-480-16,4-1-80 0,0 1-32 0,2-2 0 15,11 0-1440-15,0 0-304 16,-3-7-48-16,6-1-12336 0,5 2-2480 0</inkml:trace>
  <inkml:trace contextRef="#ctx0" brushRef="#br0" timeOffset="128916.56">22086 2427 7359 0,'4'-18'656'0,"-1"11"-528"15,-1 2-128-15,1-2 0 0,-2 2 7360 0,-1 5 1424 16,0 0 304-16,0 0 48 0,0 0-4672 0,0 0-944 16,0 0-176-16,0 0-32 0,0 0-1648 0,0 0-320 15,0 0-64-15,-2 9 0 0,-2 2-784 0,0 4-160 16,0 0-16-16,3 0-16 0,-1 0-176 0,2 0-128 0,-1 5 192 0,2-3-192 15,-1 0 160-15,2 0-160 0,2 1 128 0,1-1-128 16,0-4 0-16,2-1 0 0,-1-3-192 0,2 0 192 16,0-4-224-16,0 0 80 0,1-2 16 0,0-3 0 15,0 0-224-15,0-3-32 0,0-2-16 0,-1 0 0 16,2-2 176-16,-2-2 32 0,-1-1 16 0,-1-1 0 16,3 1 176-16,-1-2 0 0,-1-1 0 0,-1-1-128 15,1-1 128-15,-2 0 0 0,-1-1 0 0,0 2 0 16,-2 1 0-16,2 0 128 0,-1 2-128 0,0 4 0 15,-2 1 224-15,-1 0-32 0,0 6 0 0,0 0 0 16,0 0 64-16,0 0 0 0,0 0 0 0,2 9 0 0,0 1-256 16,-1 2 176-16,0 1-176 0,2 3 160 0,0 3-160 0,0-2 0 15,1 0 0-15,0 1 0 0,0 1 0 0,0-2 0 16,1-3-144-16,1 0 144 16,-1-1-1280-16,1-1-128 0,1-3-48 0,-1 0 0 15,1-2-1520-15,-1-3-304 0,-6-4-64 0,8 2-10032 16,0 0-2016-16</inkml:trace>
  <inkml:trace contextRef="#ctx0" brushRef="#br0" timeOffset="129437.81">22453 2458 19343 0,'0'0'848'0,"0"0"192"0,1-5-832 0,-1 5-208 16,0 0 0-16,0 0 0 0,0 0 6912 0,0 0 1344 16,0 0 272-16,8 4 48 0,0 2-5632 0,-2 1-1120 0,-1-1-224 0,1 1-64 15,-1 5-832-15,1 1-160 0,-1 1-32 0,1 0-16 16,-1-1-256-16,0 2-48 0,2 2-16 0,-3-2 0 15,-2-2 16-15,2 0 0 0,-1-2 0 0,-1-1 0 16,1-1-192-16,-1-2-176 0,-2-7 48 0,0 0 0 16,0 0 128-16,0 0 176 0,0 0-48 0,0 0 0 15,0 0-128-15,0 0-176 0,0 0 48 0,6-5 0 16,-1-1 128-16,-1-1 128 0,0-4-128 0,0-1 176 16,1 2-176-16,0-2 0 0,0-5 0 0,1 0 0 15,0 0 0-15,1 2 0 0,-1 0 0 0,2 0 128 16,1-3-128-16,1 2 0 0,0 2 0 0,-1 2 0 15,0 0 0-15,-1 4 0 0,-1 2 0 0,0 1 0 16,-7 5 0-16,7-3 0 0,-7 3 0 0,7 1 0 16,1 3 0-16,-1 3 0 0,-1 2 0 0,1-1 112 0,-1 2-112 0,-1 3 0 15,-1 1 0-15,2 3 0 0,-1 2 0 16,0-1 0-16,-1-1 0 0,0 0 0 0,0 0 0 16,0-2 0-16,0 0 0 0,1-2 0 0,-1 0 0 0,0-1 0 15,-1-2 0-15,0-2 0 0,-3-8 0 0,0 0 0 16,0 0 0-16,0 0 0 0,0 0 0 0,0 0 0 15,0 0 0-15,0 0 0 0,0 0 0 0,0 0 0 16,4-7 0-16,0-1 0 0,0-2 0 0,0-2 0 16,-2-1 0-16,1 0 0 0,1-1 0 0,1-2 0 15,2 2 0-15,-1-3 0 0,2 1 0 0,0-1 0 16,1-1 0-16,0 2 0 0,-1 1 0 0,2 0 0 16,1 2 0-16,-1 2 0 0,1 2 0 0,-2 1 0 0,0 0 0 0,0 3 0 31,-1 1-1072-31,0 0-96 0,-1 0-32 0,3 4 0 15,0 4-1936-15,0 2-400 0,3 5-80 0,-1-2-16992 0</inkml:trace>
  <inkml:trace contextRef="#ctx0" brushRef="#br0" timeOffset="129765.4">23164 2515 19343 0,'0'0'1728'0,"0"0"-1392"0,0 0-336 0,0 0 0 16,6-5 4272-16,-2-1 784 0,-1-2 144 0,1 1 48 16,2 1-1760-16,-2-1-352 0,-1-2-64 0,0 3 0 15,0 2-1232-15,-3 4-240 0,0 0-64 0,0 0 0 16,0 0-640-16,0 0-128 0,-7 0-16 0,1 4-16 15,-5 0-272-15,2 3-48 0,-3 4-16 0,1 2 0 16,-1 1-400-16,0 2 0 0,2 1 128 0,1 1-128 16,1 0 0-16,1-3 0 0,2 0 0 0,1 1-176 0,1-2 176 0,3-1 0 15,0-2 160-15,3-1-32 16,1-1-128-16,1-2 0 0,2-1 0 0,2-3 0 0,0-2 0 16,1-1-128-16,0-1 128 0,0 0-160 0,2-1 16 15,-2-3 0-15,1 1 0 0,-1-2 0 16,-1-2 144-16,0-1 0 0,0 2 0 0,-1-1 0 0,-3-1 0 0,1 0-160 15,-1-1 160-15,0-1 0 0,-1 1-208 0,0-1 64 16,0 2 16-16,-2-4 0 16,-2 0-640-16,3 3-128 0,0-2-32 0,-1 3 0 15,1 1-928-15,-2 2-192 0,0-1-48 0,2 1 0 16,0-1-1696-16,1 1-352 0,-4 6-64 0,2-8-12272 0</inkml:trace>
  <inkml:trace contextRef="#ctx0" brushRef="#br0" timeOffset="129970.38">23314 2420 12895 0,'0'0'1152'0,"0"0"-928"16,0 0-224-16,0 0 0 0,0 0 5840 0,2 8 1136 15,-4 1 208-15,1 2 48 0,-2 0-3136 0,1 2-624 16,1 2-128-16,-2 0-16 0,-1 1-1600 0,3 2-304 0,3-5-64 0,1 3-16 16,-2 0-720-16,2 1-160 0,-1-3-16 15,2-1-16-15,2 0-304 0,0-1-128 0,1-3 128 0,2 0-128 16,0-1 208-16,-1-4-32 0,1-2-16 0,3 0 0 16,1-1-336-16,0-1-64 0,1-1-16 0,0-3 0 31,-1-1-208-31,0-2-48 0,-1-1-16 0,-1 0 0 0,-2-3 144 0,-1-1 16 0,-2 0 16 15,1-1 0 1,-2-3-736-16,1-4-160 0,-1 1-32 0,-1 0 0 0,-1 2-1216 16,0 1-256-16,-1 2-64 0</inkml:trace>
  <inkml:trace contextRef="#ctx0" brushRef="#br0" timeOffset="130929.24">23597 2386 48543 0,'0'0'1072'0,"0"0"208"0,0 0 64 0,7 7 16 0,-7-7-1088 0,4 10-272 0,-2 1 0 0,1 2 0 0,0-1 1744 0,-1 1 304 16,1 1 48-16,-1 2 16 0,1-1-1264 0,0 2-240 16,0 0-48-16,1 1-16 0,0 1-304 0,0-4-64 15,0 0-16-15,0-1 0 0,0-1-160 16,-1-3 0-16,0-2 0 0,0-1 0 0,-3-7 160 16,0 0-160-16,0 0 160 0,0 0-160 0,0 0 0 15,0 0 0-15,0 0 0 0,0 0 0 0,7-4 0 16,-2 0 0-16,0-3 0 0,-1-2-144 0,0 0 144 15,0 0 0-15,2-3 0 0,-1-2-128 0,1 0 128 16,0-1 0-16,1 2 0 0,-1-1-384 0,2 1 16 16,0-4 16-16,-2 1 0 0,1 1 96 0,-1 2 32 0,2 1 0 0,-1 5 0 15,-1-3 32-15,0 3 16 0,-1 2 0 0,-5 5 0 16,6-2 176-16,-6 2-160 0,0 0 160 0,0 0-160 16,0 0 160-16,8 5-128 0,0 1 128 0,-2 5-128 15,0 2 128-15,0 1-192 0,1 0 192 16,-2 2-192-16,0 0 192 0,2 1-128 0,2 1 128 0,-1 0-128 15,-2-2 128-15,2-2 0 0,1 3 0 0,1-4 0 16,2-1 0-16,1-3 0 0,0-1 0 0,0-2 0 16,2 1 0-16,-1-6 0 0,0-1 128 0,2 0-128 15,-2-1 0-15,3-2 0 0,0-1 0 0,-1-1 0 16,-2-1 0-16,1-2 0 0,-1-1 0 0,0 1 0 16,-1-3 0-16,-2 1 128 0,-2-2-128 0,-1 1 0 0,1-3 0 0,-3 3 0 15,0 0 0-15,-3 0 0 0,-4-1 0 16,-1 1 0-16,-4 1 0 0,-2 1 0 0,-5 2 0 15,0 1 0-15,-1 6 0 0,-3 0-128 0,-2 0 128 0,-1 1-128 16,0 4 128-16,1 3-128 0,-2 1 128 0,1 2 0 16,2-1-144-16,3 2 144 0,0 2 0 15,2-1 0-15,1 0 0 0,5 0 0 0,1 0 0 0,5 0 0 16,0-2 0-16,2-1 0 0,2-1-192 0,3-1 16 16,1-3 16-16,3-1 0 15,2-2-272-15,2-1-48 0,2-2-16 0,1-1 0 16,0 0-192-16,2-3-32 0,2-3-16 0,0 0 0 15,-1-5-128-15,-1 0-32 0,1 0 0 0,-1-3 0 16,0-2 208-16,-1-2 48 0,-1 1 0 0,-2-1 0 0,0-3 384 0,-2-2 64 0,-3-1 32 16,1 0 0-16,-1-2 416 0,-1 2 64 15,-1 0 32-15,0 3 0 0,-3 3 544 0,-1 2 96 0,-1 1 32 16,-1 4 0-16,-1 3 64 0,-1 2 32 16,-1 3 0-16,1 5 0 0,0 0-352 0,0 0-64 0,0 0 0 0,-5 3-16 15,-2 4-304-15,0 2-64 0,0 4-16 0,1 3 0 16,-1 2-96-16,-1 3-16 0,0 1 0 15,1 2 0-15,-1-2-192 0,1 4 0 0,1-3 0 0,1 3 0 16,-1-2 0-16,4-2 0 0,0 0-144 0,4 0 144 16,-1 0-144-16,3-2 144 0,2-3-128 0,2-3 128 15,1-2-528-15,-1-2-32 16,1-3 0-16,0-2 0 0,2 0-272 0,1-3-48 0,-2-5-16 0,2-2 0 16,0-2 208-16,1-3 48 0,-4 0 0 0,1-4 0 15,1-1 288-15,-1-2 64 0,2-1 16 0,-3-3 0 0,-3 0 272 16,1 3 0-16,-1-1 0 0,1 2 0 0,-2 3 320 0,-1 1 0 15,1 5 16-15,-2 0 0 0,-3 2 496 0,1 1 80 16,-1 2 32-16,0 3 0 0,0 0-48 0,0 0-16 16,-1 8 0-16,-2 2 0 0,1 1-480 0,-1 2-80 15,2-1-32-15,-1 2 0 0,2 3-160 0,0-3-128 16,0 2 192-16,2-2-192 0,0 0 0 0,1 1 0 16,0-5 0-16,0 1 0 15,0-1-528-15,2-2-224 0,-5-8-32 16,0 0-16-16,11 4-1984 0,-1-2-400 0,2 2-80 15</inkml:trace>
  <inkml:trace contextRef="#ctx0" brushRef="#br0" timeOffset="132051.98">24574 2311 26719 0,'0'0'2368'0,"0"0"-1888"0,0 0-480 0,0 0 0 15,0 0 4544-15,0 0 832 0,0 0 144 0,0 0 48 16,0 0-3008-16,0 0-608 0,0 0-112 0,0 0-32 15,0 0-1168-15,9 0-224 0,-1 4-48 0,1 0-16 16,-1 1-352-16,1 1 0 0,1 2 0 0,-1 1 0 16,-2 2 0-16,-1 0 0 0,2 4 0 0,0-1 0 15,-3 2 0-15,0 1 0 0,-3-2 0 0,-1 2 0 0,2-1 176 0,-1 0-48 16,-3-1 0-16,2-2 0 16,2 0 16-16,-1-4 0 0,1 3 0 0,-2-4 0 15,-1-8-16-15,0 0-128 0,4 5 192 0,-4-5-64 0,6 4-128 0,0-3 160 16,-1 3-160-16,2-6 160 0,-1-1-160 0,0-2 0 15,-3-2 0-15,3 2 0 0,-2-1 0 16,1-5 0-16,0 2 0 0,2-1 0 0,-1-2-160 16,1-1 160-16,0-3-208 0,1 1 80 0,1-1-16 15,0 0 0-15,1 1 0 0,0-1 0 0,-1 2 16 0,-1 1 0 16,-3 0 0-16,2 2 0 0,-2 1 128 0,-1 2-160 16,0 1 160-16,-4 7-160 0,0 0 160 0,0 0 0 15,0 0-144-15,0 0 144 0,0 0 0 0,0 0 0 0,0 12 0 16,0 0 0-16,-3 2 0 0,2 2 0 15,-1 3 0-15,1 0 128 0,0-1-128 0,0-2 0 16,1-1 0-16,1 2 0 0,0 0 0 0,2-1 0 0,1-2 0 0,1-1 0 16,1 0 0-16,2-1 0 15,1-6-192-15,1 0 192 0,1 1-400 0,0-3 32 16,0-1 16-16,2-3 0 16,0 1-144-16,1-2-16 0,-1-2-16 0,0-1 0 0,0-1 96 0,-2-1 32 15,0-2 0-15,-1 0 0 0,-1-2 400 0,0 2-128 0,1-3 128 0,-3 2 0 16,1-1 0-16,-1-3 128 0,-1 0 0 0,1 0 0 15,-2 0 96-15,-1 0 32 0,2 1 0 0,0 3 0 16,-1-6-128-16,1 2 0 0,0 0-128 0,-2 2 192 16,-1 2-64-16,0-1-128 0,0 1 176 0,-1 3-176 15,0-3 192-15,-2 9-64 0,-2-8 0 0,2 3-128 16,0 5 304-16,0 0-48 0,-4 0-16 0,-1 1 0 0,5-1 16 0,-4 6 16 16,0 1 0-16,0 2 0 0,0 3 0 0,-1 1 0 15,1 1 0-15,0 2 0 0,1-1-16 0,0 1 0 16,0 4 0-16,2 2 0 0,1-3-16 0,1 2-16 15,1 5 0-15,0-2 0 0,2 2-64 16,1 1-16-16,2 1 0 0,-2 3 0 16,2 0-144-16,-1 4 0 0,1-1 0 0,-1 0 0 0,1-1 0 15,-2-2 0-15,-1-2 0 0,-3 1 0 0,0 0 0 0,-1 0 0 16,-3-2 0-16,-3-3 0 0,0 0 0 16,-2 1 0-16,-2-5 0 0,-2-2 0 0,3-4 0 15,-3-2 0-15,-1 0 0 0,1-1 0 0,-2-3 128 0,1-1-128 16,1-2 0-16,-2-2 128 0,-1 0-128 0,0-4 0 15,0 1 0-15,1-2 0 0,-2 0 0 0,1-6-192 16,2 2 32-16,4-3 16 0,1-1 16 0,4-4 0 16,0 0 0-16,3-4 0 0,2-1-32 0,3-3 0 15,4-3 0-15,1-1 0 0,1-3-16 0,3-3 0 16,0-2 0-16,3-4 0 0,2-2-16 0,3-2-16 16,3-2 0-16,0-3 0 0,4 0-48 0,2 1 0 0,1 2 0 15,0 1 0-15,-2 3 96 0,-2-2 16 0,-6 10 0 0,0 1 0 16,-1 1 144-16,-3 2 0 0,-4 2 0 0,0 1 0 15,-3 3 144-15,-2 1 16 0,-3 6 0 0,0 1 0 16,-1-2 288-16,-1 6 48 0,-3 3 16 0,1-1 0 16,0 1-48-16,1 1 0 0,-2 5 0 0,0 0 0 15,0 0-160-15,0 0-48 0,0 0 0 0,0 0 0 16,4 6-256-16,1 2 0 0,0 0 0 0,2 2 0 16,-1 2 0-16,2 1-144 0,0 0 144 0,0 1 0 15,-1 2 0-15,1 0 0 0,3-2 0 0,-2 2 0 0,0-2 0 16,-1 3 0-16,-2-2 0 0,3 1 0 0,-1-2 0 15,-1-2 0-15,2 4 0 0,-1-4 0 0,-2-1 0 0,1 0 0 16,-3-2 0-16,0 0 0 0,-4 1 0 0,0 1 0 16,-2-5 160-16,0 1-160 0,-2-1 0 15,1 1 128-15,-1-2-128 0,-2 0 0 0,-5 2 0 0,-1-3 176 16,2-2-176-16,-2 0 160 0,-1-1-160 0,-1 0 0 16,0-1 0-16,-3 2 128 15,0-4-512-15,0 2-96 0,-3-1-32 16,-1 0 0-16,0 1-1536 0,-1 0-320 0,0 1-64 0,1-1-20288 15</inkml:trace>
  <inkml:trace contextRef="#ctx0" brushRef="#br0" timeOffset="132532.12">22427 2977 4607 0,'-20'-14'192'0,"11"8"64"0,-4 0-256 0,1-1 0 0,0 3 0 0,1-2 0 0,1-1 10624 0,4 1 2064 15,-1-2 432-15,4 4 64 0,3 4-9328 0,0 0-1872 16,0 0-368-16,0 0-80 0,9-4-944 0,2 3-192 16,5-2-32-16,5 2-16 0,5-2-352 0,4 3 0 15,4-2 0-15,4-1 128 0,1 3-96 0,5-1-32 16,8 1 0-16,8-3 0 0,8 3 0 0,4 3 0 16,3 0 0-16,4 0 0 0,0-3 0 0,7 3 0 15,7 2 0-15,1 0 0 0,-2 2 0 0,1-2 0 16,-1 2 0-16,5-1 0 0,6-1 0 0,-5 2 0 15,-9-3 0-15,-4 1 0 0,-3 0 0 0,-2 1 0 16,-3-3 0-16,-4 4 0 0,-3-6 0 0,-5 4 0 16,-6-3 0-16,-7 2 0 0,-7 2 0 0,-4-2 0 0,-7-3 0 15,-3 1 0-15,-3 0 0 0,-5 2 0 0,-3-4 0 0,-5 2 0 32,-3-4-416-32,-4 2-80 0,-1 2-16 0,-7-2 0 15,0 0-3104-15,-12 3-624 0</inkml:trace>
  <inkml:trace contextRef="#ctx0" brushRef="#br0" timeOffset="132952.96">22955 3273 49247 0,'-20'-3'2176'0,"10"2"448"0,-2-2-2096 0,0-1-528 0,2 1 0 0,2-1 0 0,1-2 1120 0,2 3 112 15,5 3 32-15,0 0 0 0,-1-7-96 0,1 7-16 16,4-5 0-16,4 0 0 0,2 1-688 0,4-2-144 16,3 3-16-16,5-1-16 0,5 1-288 0,2-3 0 15,4 0 0-15,2 1 0 0,2 1 0 0,5 0 0 16,4 3 0-16,8-3 80 0,7 0-80 0,6 2 0 16,3-1 0-16,0 2 0 0,-2-1 0 0,3 2 0 15,3 3 0-15,7 0 0 0,5-3 0 0,-4 1 0 16,-8 4 0-16,-1-2 0 0,0 2 0 0,-2 0 0 15,0 2 0-15,-1-2 0 0,-1 0 0 0,-4-2 0 16,-5 1 0-16,-5-1 0 0,-5 0 0 0,-3-2 0 0,-10 1 0 16,-2-1 0-16,-2 0 0 0,-3 2 0 0,-3-3 0 15,-2 0 0-15,-2-1 0 0,-1 1 0 0,-2-2 0 16,1 1 0-16,-2 0 0 0,-4 1 0 16,-4-2 0-16,-1 1 0 0,-4 1 0 0,-6 0 0 15,0 0 0-15,0 0 0 0,0 0 0 0,0 0 0 16,0 0 0-16,0 0 0 15,3-6-400-15,-3 6-80 0,0 0-16 0,0 0 0 0,-3-7 496 0,0 2 288 0,0 1-32 0,-1 0-17344 16,4 4-3472-16</inkml:trace>
  <inkml:trace contextRef="#ctx0" brushRef="#br0" timeOffset="133656.46">26038 2268 42783 0,'0'0'1904'0,"1"-7"384"0,-1 7-1840 0,0 0-448 0,0 0 0 0,0 0 0 0,0 0 1216 0,0 0 160 16,0 0 32-16,0 0 0 0,5 11 80 0,3 2 32 16,0 2 0-16,0 2 0 0,0 2-576 0,-1-1-112 15,1 1-32-15,0 2 0 0,-1 3-400 0,0-1-80 16,-1-1 0-16,-1-2-16 0,0-3-96 0,-1-3-16 16,1-1 0-16,-2-2 0 0,-1-2-48 0,1-3-16 15,-3-6 0-15,0 0 0 0,0 0-128 0,0 0 128 16,0 0-128-16,0 0 128 0,0 0-128 0,0 0 160 15,0 0-160-15,0-8 160 0,1-3-112 0,1-1-48 16,-1-1 0-16,0 0 0 0,1-1 0 0,0-1 0 16,2 0 0-16,1-1 0 0,2-2-320 0,2-1-64 15,1 0-16-15,2-1 0 16,1 2-656-16,0 1-128 0,2-1-32 16,0 1 0-16,2 1-1696 0,-1 3-352 0,-1 1-64 15,2 6-10416-15,0 3-2080 0</inkml:trace>
  <inkml:trace contextRef="#ctx0" brushRef="#br0" timeOffset="134134.74">26374 2493 32543 0,'0'0'1440'0,"0"0"288"0,0 7-1376 0,0-7-352 0,0 0 0 16,4 8 0-16,-4-8 2224 0,0 0 368 0,7 2 80 0,-1-2 16 15,2-4-960-15,0 0-192 0,1-1-48 0,-1-3 0 16,0-2-720-16,-2-2-128 0,1-1-48 0,-1 0 0 16,-1 0-96-16,1 0-32 0,-1-1 0 0,0-1 0 15,-1 1-144-15,0 0-48 0,-2-1 0 0,0 4 0 0,-2-1-32 0,0 3-16 16,-2 0 0-16,0 2 0 0,-3 3 208 0,-1 4 32 15,1 3 16-15,-1 1 0 0,-3 2-48 0,-1 3-16 16,0 3 0-16,1 4 0 0,-2-2-208 0,2 4-32 16,1 2-16-16,3-2 0 0,0 0-160 0,2-1 128 15,3 0-128-15,0-4 128 0,0-1-128 16,3 1 0-16,2 0 0 0,3-2 0 0,1-4-320 0,2 0 0 16,-1-2 0-16,2 0 0 15,2-3-288-15,-1-1-48 0,3-2-16 0,1-3 0 16,0 0-784-16,2-5-144 0,1-2-48 0,1 1 0 15,6-3 608-15,-1-5 112 0,-2-1 32 0,-2 0 0 16,-1-2-240-16,-4-1-32 0,0-2-16 0,-2-2 0 0,-1-2 656 0,0-1 128 16,-3 0 16-16,-3 7 16 0,-1-1 576 0,-2-1 112 15,0 3 32-15,-1 2 0 0,-3 0 1040 0,-1 4 208 16,-1 3 32-16,0 0 16 0,-1 3 80 0,1 3 32 16,1 6 0-16,0 0 0 0,0 0-576 0,-5 2-112 15,0 1-32-15,-1 3 0 0,2 3-576 0,1 5-112 16,0 1-32-16,-1 5 0 0,1-1-160 0,1 2-32 15,1 1-128-15,-1 2 192 0,1-1-192 0,0 1 0 16,-1-1 0-16,2-1 0 0,2 2 0 0,-1-5 0 16,0 1 0-16,1-2 0 15,-1 0-656-15,0-1-80 0,0 0-16 0,2-4 0 16,0-1-784-16,-1 0-176 0,0-3-16 0,0-1-16 16,-2-8-2000-16,0 0-400 0,4 6-80 0</inkml:trace>
  <inkml:trace contextRef="#ctx0" brushRef="#br0" timeOffset="134603.46">26630 2405 49759 0,'0'0'1088'0,"0"0"240"0,0 0 32 0,0 0 48 0,0 0-1136 0,0 0-272 0,0 0 0 0,0 0 0 0,0 0 1296 16,0 0 208-16,0 0 32 0,0 0 16 0,8-7-960 0,3 7-192 16,2-1-32-16,2-2-16 0,0-1-224 0,2 0-128 15,0-1 128-15,1 0-128 0,2 0 0 0,0 0 0 16,-1-1 0-16,1 0 128 0,-3-1-128 0,0 1 0 15,0-1 0-15,-3 2 0 0,0 1 0 0,-2 3 0 16,-2 1 0-16,-2 1 0 0,-1 0 0 0,-7-1 0 16,6 7 0-16,-2 2-128 0,-3 3 128 0,-1 2 0 15,0-1 0-15,-1 3 0 0,-1-4 0 0,0 2 128 16,2 2-128-16,0-1 128 0,0 1-128 0,2-4 0 16,-2-1 0-16,2 2 128 0,1-5-128 0,2 0 0 15,0-3 0-15,0 0 0 0,2 1 0 0,-1-1-160 0,4-4 160 0,-3-1-160 16,1-1 0-16,1-4 0 0,-1-2 0 0,0-1 0 15,0 0 160-15,0 1-160 0,2-1 160 0,-2-5-160 16,-3-4 160-16,0 0-128 16,2 0 128-16,1 1-128 0,-1 2 128 0,1 0 0 0,-1-1 0 15,-1 2-128-15,0 0 128 0,-3 3 0 0,1-3 160 16,-1 5-160-16,0 3 0 0,-3 5 0 0,0 0 0 0,0 0 0 16,0 0 320-16,0 0 80 0,0 0 16 0,0 0 0 15,2 6-416-15,1 3 0 0,-2 2 0 0,2-2 0 16,-1 1 0-16,2-2 0 0,0 1 0 0,0 0 128 15,1 2-448 1,-1-1-112-16,1 3-16 0,2-4 0 0,-1-1-912 0,1-3-192 0,-1-1-48 16,1 2 0-16,-1-1-2112 0,1 1-416 0,0 1-96 15</inkml:trace>
  <inkml:trace contextRef="#ctx0" brushRef="#br0" timeOffset="135154.1">27282 2330 19343 0,'-4'-9'1728'0,"4"9"-1392"0,0 0-336 0,0 0 0 0,0 0 6016 0,0 0 1152 0,0 0 208 0,-3 8 48 0,3-8-4256 0,0 0-864 16,-1 12-160-16,1-3-32 0,0 1-1008 0,0 1-192 16,0-1-32-16,2-1-16 0,-2-9-512 0,4 8-96 15,0 0-32-15,-4-8 0 0,5 8-224 0,1 0 128 16,-1-1-128-16,-5-7 0 0,0 0 0 0,0 0 0 16,8 0 0-16,-8 0 0 0,9 2 0 0,-1-2 0 0,-8 0 0 0,7-2-160 15,1 0 160-15,-1-3-128 16,-2-1 128-16,0 0-128 0,0-1 0 0,1 1 0 0,-1-1 0 0,1-3 0 15,1-2 128-15,-1-1 144 0,1 0-16 0,-1 0-128 16,1-1 0-16,-2 1-320 16,0 1 32-16,1 3 16 0,-1-2 272 0,-1 4 0 15,0 0 0-15,-4 7 0 0,0 0 144 0,0 0 96 0,0 0 16 0,0 0 0 16,4 7-256-16,-1 2-288 0,-1 1 64 0,-1 3 16 16,0 3 368-16,1-3 80 0,-1 0 16 0,2 0 0 15,-1 0-256-15,1 0 0 0,-2-1 0 0,2-2 0 16,-1 2 0-16,2-2 0 0,0 3 0 0,0-5 0 15,1 0 0-15,-1 0 0 0,0-4 0 0,1 0 0 16,-5-4 0-16,7 2 0 0,-7-2 0 0,6-1 0 16,-6 1 0-16,8-3-128 0,-1-3 128 0,-1-1 0 15,2 2 0-15,-1-3 0 0,-1 0 0 0,1 1 0 0,-2-3 0 16,1 0-128-16,1-2-16 0,-1-1 0 0,2-1 144 0,0-2 224 16,0-2-48-16,0 2-16 15,1 1-160-15,0 0 0 0,-1 2 0 0,0 4 0 16,-2 0 0-16,-1 4 0 0,0 1 0 0,-5 4 0 15,0 0 0-15,0 0 0 0,0 0 0 0,0 0 0 0,0 0 0 0,8 10 0 16,-1 5 0-16,-1-2 0 0,1 1 0 0,-2-1 0 16,2 3 0-16,0-2 0 0,1 2 0 0,0-3 0 15,1 1 0-15,2 2 0 16,0-2-1024-16,2 2-64 0,0-3-32 0,3 0 0 16,1-3-1888-16,3-1-368 0,2-1-80 0,0-4-16672 0</inkml:trace>
  <inkml:trace contextRef="#ctx0" brushRef="#br0" timeOffset="135351.95">28283 2066 31327 0,'0'0'2784'0,"0"0"-2224"16,0 0-560-16,0 0 0 0,0 0 4800 0,0 0 864 0,0 0 160 0,0 0 48 16,0 0-3632-16,0 9-704 0,1 1-160 0,-1 3-32 15,0 2-912-15,0 2-192 0,0 0-48 0,0 2 0 16,-1 3-192-16,0 0 0 0,1 2 0 0,0 1 0 15,-2-2 0-15,2-1 0 0,0 0-192 0,0 1 192 16,-1-3-992-16,-2 1-96 0,2 0 0 0,-2-1-16 16,1-5-1568-16,-2 0-304 0,0 0-64 0</inkml:trace>
  <inkml:trace contextRef="#ctx0" brushRef="#br0" timeOffset="135721.63">28094 2420 21183 0,'1'-8'1888'0,"3"2"-1504"0,0-1-384 0,2 1 0 0,2-2 5648 0,1 0 1072 16,2 0 192-16,3 1 64 0,3-1-4240 0,1-1-848 16,-2 1-160-16,4 1-48 0,2 2-720 0,0 0-160 15,0-2-32-15,0 5 0 0,0-1-176 0,-1 2-32 16,-3 0-16-16,-1 2 0 0,-1 3-256 0,-3-2-48 16,-2 4-16-16,-1 0 0 0,-3 2-80 0,-5 0-16 15,1 0 0-15,-2 3 0 0,0 0 0 0,-1 2 0 16,0-3 0-16,-1 2 0 0,0 0-128 0,-1-1 0 15,2 1 0-15,0-1 128 0,2 0-128 0,-1-3 0 16,2 0 0-16,1-2 112 0,1 1-112 0,1-2 0 16,3-2-160-16,2-1 160 0,1 0-256 0,-1 0 48 0,1-2 0 0,1-2 0 15,0-1 16-15,0-1 16 0,-1-1 0 0,-2 0 0 16,-1-2 176-16,-1-2 0 16,-1 1-144-16,-3-1 144 0,-2-3 0 0,1 1 0 15,-3 0 0-15,0 0 0 0,-1 0 0 0,-2 3 192 0,-2-5-192 0,-2 2 192 16,-1-1-192-16,1 0 160 0,-1 0-160 0,-1 1 160 15,-3 0-160-15,2 1-176 0,0 2 48 0,0-1 0 16,-3-3-1728 0,4 2-320-16,4-2-80 0</inkml:trace>
  <inkml:trace contextRef="#ctx0" brushRef="#br0" timeOffset="136597.74">29360 2248 13823 0,'0'-10'1216'0,"-2"3"-960"0,1 1-256 0,-2-3 0 16,2-2 6768-16,-1 3 1296 0,-1 1 272 0,0 0 48 16,-1 3-5184-16,4 4-1056 0,-6-4-208 0,-1 3-32 15,0 2-448-15,-3 2-96 0,1 3-16 0,-1 5 0 0,-4-1-704 0,-2 6-160 16,-1 2-32-16,0 4 0 0,0-1-208 0,1 1-48 16,1-1-16-16,0-1 0 0,5-2-176 0,2-1 160 15,3 0-160-15,2 0 160 0,3-2-160 0,4 0 0 16,2-2 0-16,1 0-176 0,2-5-80 0,3-2 0 15,3-2-16-15,0 0 0 16,2-1-208-16,1-2-32 0,1-4-16 0,0-1 0 16,1-2-624-16,-2 1-112 15,2-1-16-15,-1-1-16 0,-1-5 576 0,-1-1 112 0,-1 0 32 16,-2-2 0-16,-3 2 0 0,-1-1 16 16,-1-2 0-16,-1 1 0 0,-1-3 416 0,-2 2 144 0,-1 0 0 0,-3 2-144 0,0 1 320 0,1 4 64 15,-2-2 16-15,-2 5 0 0,1 1 304 0,1 5 64 16,0 0 16-16,0 0 0 0,0 0 80 0,0 0 32 15,-1 6 0-15,-1 5 0 0,1 0-272 0,1 2-48 16,0 0-16-16,0 0 0 0,0 2-160 0,1-1-48 16,1 0 0-16,-1 1 0 0,0-1-208 0,2 0 176 15,1-1-176-15,0-1 160 0,0-1-160 0,0-2 0 16,-2-1 144-16,2-3-144 0,-4-5 0 0,8 4 128 0,-8-4-128 16,8 2 0-16,0-2 0 0,-1-4 0 0,1 2 0 0,-1-5 0 15,-1 1 0-15,2-1 0 0,0-1 0 16,0-1 128-16,0-2-128 0,2-1 0 0,0 0 0 0,1-4 0 0,1 1 0 15,1-3 0-15,-2-1-144 0,1 2 144 16,0 2-128-16,0 2 128 0,-1 0-160 0,0 2 160 0,-2 3-128 16,-1 2 128-16,-2 5 0 0,-6 1-144 0,0 0 272 0,0 0 64 15,7 6 16-15,-2 4 0 0,-2 4 96 0,-1 0 16 16,1-1 0-16,-2 1 0 0,-1 2 64 0,0 1 0 16,0 0 16-16,0 1 0 15,0 2-256-15,0-2-144 0,1-1 160 0,1 4-160 0,-1-3 0 0,2-1 0 16,-1-3 0-16,2-2 0 15,0-2-288-15,0-2-160 16,-1-1-16-16,-3-7-16 0,0 0-1232 0,6 2-240 16,3-2-48-16,-1-2-13440 0,-2-5-2688 0</inkml:trace>
  <inkml:trace contextRef="#ctx0" brushRef="#br0" timeOffset="137164.26">29894 2158 32255 0,'0'0'1424'0,"0"0"304"0,-6 0-1392 0,6 0-336 15,0 0 0-15,0 0 0 0,0 0 3776 0,0 0 704 16,0 0 128-16,0 0 16 0,0 0-3280 0,0 0-672 0,0 0-128 0,4 7-32 31,1 2-2048-31,1 1-432 0,1 1-80 0,1-3 0 16,1 1-1104-16,0 0-224 0,0 1-32 0,0-2-16 16,0 2 1744-16,-1 0 336 0,-3-1 80 0,3-3 16 0,0 1 1408 0,-1-1 288 0,-7-6 48 0,3 8 16 15,1 1 1840-15,0 2 368 0,-1-1 80 0,-1 1 16 16,1 0-160-16,0-2-32 0,-1 4 0 0,4 2 0 15,-4-1-832-15,3 3-192 0,2 1-16 16,-1-1-16-16,1 0-672 0,1 3-144 0,0 3-32 16,-1 3 0-16,0-1-144 0,-1 2-48 0,1 2 0 0,-2 1 0 0,0-2-400 0,-1-1-128 15,-1 0 0-15,-2-1 0 16,-1 0 0-16,-1-3-176 0,-4-3 32 0,-1 0 0 0,1 0 144 16,-3-5 0-16,-2 0 0 0,-2-4 128 0,1 0-128 0,-3-3 0 15,0-3 0-15,0 1 0 0,-2-1 0 0,2-5 0 16,1 0 0-16,0 0 0 0,-2-5-336 0,2 0-48 15,2-3 0-15,-1-1 0 0,0 0 192 0,3-4 16 16,1 0 16-16,2-4 0 0,0-4-192 0,5-1-32 16,1-5-16-16,4-1 0 0,3-2 32 0,2 0 16 15,2-1 0-15,5-2 0 0,1-2 64 0,4 0 16 16,1 0 0-16,4 1 0 0,4 1 272 0,-1 2 0 16,-1 2 0-16,-1 2 0 0,-5 2 0 0,0 3 0 0,-1 4 0 15,-3 3 0-15,-5 5 384 0,0 3 16 16,-2 2 16-16,-2 4 0 0,-9 1 144 0,0 0 16 15,0 0 16-15,9 8 0 0,-1 0-176 0,-2 3-32 16,-1 0-16-16,1 2 0 0,-3 0-240 0,1 1-128 16,0 2 160-16,0-1-160 0,0 2 128 0,-1 0-128 0,1 0 0 15,-3-2 144-15,0-2-144 0,2 0 0 16,-1-2 0-16,1 1 0 0,-2-4 0 0,1-2 0 0,-1 2-192 16,0-1 192-1,-1-7-832-15,0 0-64 0,0 0 0 0,0 0 0 0,0 0-2096 16,0-9-416-16</inkml:trace>
  <inkml:trace contextRef="#ctx0" brushRef="#br0" timeOffset="137313.99">30382 2133 27647 0,'0'0'1216'0,"0"0"256"0,0 0-1168 0,0 0-304 0,0 0 0 0,0 0 0 0,-5-3 5184 0,5 3 960 16,0 0 208-16,0 0 48 0,0 0-4608 0,0 0-896 15,0 0-192-15,0 0-48 16,0 0-2272-16,0 0-464 0,0 0-96 0,6 7-12224 15,2 4-2432-15</inkml:trace>
  <inkml:trace contextRef="#ctx0" brushRef="#br0" timeOffset="138192.1">30498 2319 25791 0,'0'0'2304'0,"0"0"-1856"16,0 0-448-16,4 13 0 0,0 2 4880 0,1-2 880 16,0 2 192-16,0 0 16 0,-1-3-3008 0,1 1-592 15,-1 0-128-15,0 0-32 0,0 0-1120 0,0-1-208 16,-1-2-48-16,-1-1-16 0,1-1-512 0,-3-8-112 15,0 0 0-15,4 9-16 0,-2 3-176 0,2-4 0 0,-4-8 0 16,0 0 0-16,0 0 0 0,0 0 0 16,0 0 0-16,0 0 0 0,4-5 0 0,0 1 0 15,0-3 0-15,0 1 0 0,0-2 0 0,0-2 0 0,-2-2 0 16,4-1 0-16,0 0 0 0,1-2 0 0,-1-2 0 16,2 2 0-16,0-1 0 0,0 1 0 0,-1-1 0 0,1 2 0 15,-1-1 0-15,2 2-192 0,0 1 32 0,-2 3 16 16,-2 3-16-16,0-1 0 0,-5 7 0 15,0 0 0-15,0 0 160 0,0 0-160 0,0 0 160 0,0 0-160 16,8 7 160-16,-2 1 0 0,0 1 0 16,0 1 0-16,1 1 0 0,-1 0 0 0,1 1 0 0,-1 0-128 15,2 0 128-15,1 1 0 0,0 0 0 16,2-2 0-16,-1 0 0 0,2-1-128 0,1 1 128 0,1-4 0 0,1 0-176 0,0-2 176 16,0-1-208-16,-1 1 80 0,2-5 128 0,-1 0 0 15,1-5-144-15,-1 1 144 0,0 0 0 0,-1-1 0 16,-1-1 0-16,-1-2 0 0,-2-1 0 0,-2-1 0 15,0-1 0-15,-1 0 0 0,-2 0-144 0,-1 0 144 16,0-1 0-16,-4 3 0 0,0-2-160 0,-2 1 160 16,-2 3-128-16,-1 1 128 0,-1 4 0 0,-2-1 0 15,-1 3 0-15,-2 3-128 0,-2 1 128 0,-1 1 176 16,0 1-48-16,0 2 0 0,4 3-128 0,-2-1 0 16,1 1 0-16,0-1 0 0,2 0 0 0,1 1 0 15,2-3 0-15,3 1 0 0,3 1-320 0,1-1 0 16,1-2 0-16,-2-7 0 15,7 4-448-15,1 1-96 0,-1-2-16 0,2-2 0 16,0-2 48-16,3-2 0 0,0-1 0 0,1 0 0 16,0-2 320-16,0-1 80 0,-2-1 16 0,4 0 0 0,-1-1 144 0,0 0 16 15,-1-1 16-15,2-1 0 0,-2 0-48 0,0-1-16 16,-3 0 0-16,-3 3 0 0,-1 5 144 0,-6 4 32 0,0 0 0 16,0 0 0-16,0 0 304 0,0 0 64 0,7 5 16 0,-3 2 0 15,-2-1 384-15,0 5 96 0,-1-2 16 0,2 0 0 16,-3-9-368-16,0 0-64 0,5 8 0 0,3 0-16 15,1 2-144-15,1-2-32 0,2-3 0 0,0-1 0 16,-1-3-128-16,2-1 0 0,0-2 0 16,2-1 0-16,-1-1 0 0,-1 0 0 0,0-1 0 0,-1-3 0 0,-2-1 0 15,1-3 0-15,-1-2 0 0,-1 0 0 0,0-4 160 16,-1 1 0-16,0-3 0 0,1-1 0 16,0-1 80-16,2-3 16 0,-1 3 0 0,1-1 0 0,-2-1 80 15,0 1 32-15,-1 0 0 0,-3 5 0 16,-1-4 80-16,-2 8 32 0,0 3 0 0,-1 3 0 0,-1 8-16 0,0 0 0 15,-1-3 0-15,1 3 0 0,-7 3-96 0,-1 7-32 16,-1 3 0-16,-1 4 0 0,-2 3-208 0,0 3-128 16,1 3 160-16,0 2-160 0,1 4 128 0,2-2-128 15,3-2 0-15,2 0 144 0,2-2-144 0,3-3 0 16,2-2 0-16,3 0 0 0,1 0 0 0,2-2 0 16,3-2-160-16,2-4 160 15,0-1-672-15,3 0-32 0,1-6-16 0,2 2 0 16,3-3-1296-16,1-1-256 0,1-1-48 0,4-4-20000 0</inkml:trace>
  <inkml:trace contextRef="#ctx0" brushRef="#br0" timeOffset="138530.85">32082 2122 19343 0,'0'0'1728'0,"-4"-4"-1392"16,-3 1-336-16,2-2 0 0,0 1 7232 0,0 0 1360 0,-2 0 288 15,-1 2 48-15,-1 0-6032 0,2 0-1200 0,0 0-240 0,-1 4-48 16,-1-2-800-16,-1 1-160 0,-1 2-16 0,-2-1-16 15,-2 1-288-15,-1 2-128 0,-1 2 128 0,1 2-128 16,3-3 0-16,0 3 0 0,0 1 0 0,-2 1 0 16,1 1 0-16,5 1 0 0,2-1 0 0,0 1 0 15,2 0 0-15,3 0 0 0,4-1 0 0,0-2-176 0,1 2 48 0,2-3 0 16,3 0 0-16,2 0 0 0,1 0 0 16,2 0 0-16,1-2 0 0,1-1 0 0,-1 1 128 0,0 1-160 15,2-2 160-15,0 1-160 0,-2-3 160 0,0 2 0 16,1 1-144-16,-1-1 144 0,0 2-144 15,-1 0 144-15,-1-2-192 0,-2 1 192 0,1-1-240 0,-3 2 64 16,-3 1 16-16,-1 1 0 0,-3-4 0 0,-3 3 0 16,-4 0 0-16,0 0 0 0,-6 1 160 15,-1-1 0-15,3-3 0 0,-2 1 0 0,0 2 0 0,-2-5 0 16,-2-2 0-16,-1 0 0 16,0-1-1776-16,2 0-320 0,0 2-64 15,-3-6-20160-15</inkml:trace>
  <inkml:trace contextRef="#ctx0" brushRef="#br0" timeOffset="138753.76">32271 2000 43823 0,'0'0'1936'0,"0"0"416"0,1-5-1888 0,-1 5-464 0,0 0 0 16,0 0 0-16,0 0 2128 0,0 0 336 0,0 0 64 0,0 0 16 15,4 8-1232-15,-1 3-240 0,-5 0-48 16,2 6-16-16,0 0-656 0,-1 5-128 0,0 3-32 0,-2 1 0 15,-1 0-192-15,0 4 0 0,-1-2 0 0,0 0 0 16,0 2 0-16,0-4 0 0,1 2 0 0,0-1 0 16,0-3-352-16,1-2-160 15,2-1-48-15,1-2 0 0,-3-1-1440 0,2-1-304 16,1-4-48-16,3-2-19872 0</inkml:trace>
  <inkml:trace contextRef="#ctx0" brushRef="#br0" timeOffset="139198.92">32077 2372 23039 0,'-2'-9'2048'0,"2"9"-1648"16,0 0-400-16,0 0 0 0,8-7 4736 0,3 1 880 16,-2-1 160-16,2 1 48 0,3 1-3120 0,0-1-608 15,4 1-128-15,2 1-32 0,1-2-976 0,-2-1-208 16,3 1-48-16,7-3 0 0,-2 1-304 0,-1-1-64 16,-3 2-16-16,-1 3 0 0,-3-1 16 0,-3 4 0 15,-6-1 0-15,-1 4 0 0,-1-1-16 0,-8-1-16 16,4 5 0-16,-3 3 0 0,-2 1-80 0,-1 3-16 15,-2 0 0-15,-3 1 0 0,-1 0-80 0,1 1 0 16,-3 2-128-16,0 2 192 0,0-1-192 0,2-1 0 16,1-3 0-16,2 0 0 0,0-2 0 0,2 1 0 15,4-3 0-15,-1 0 0 0,0-9-320 0,0 0 0 0,0 0 0 0,6 4 0 32,-6-4-144-32,7 3-48 0,1-2 0 0,1-2 0 0,1 0 224 0,-3-5 32 15,1-4 16-15,0 1 0 0,1-2 48 16,2 1 16-16,0-2 0 0,0-2 0 0,-2-3-16 0,0 0-16 0,3-3 0 0,-2 5 0 15,1 0 32-15,-4 2 16 0,-1 2 0 16,-2 2 0-16,-1 1 160 0,0 1 0 0,-3 7 128 0,0 0-128 16,0 0 448-16,0 0 0 0,0 0 16 0,0 0 0 15,1 11-96-15,2-1-32 0,-3 2 0 0,3 0 0 0,-1 1-208 16,2 0-128-16,1 0 128 0,2 0-128 16,-1-2 0-16,2 1 0 0,0-3 0 0,2 0 0 15,2 2-448-15,1-5-144 0,0 2-48 0,2-3 0 16,-1-2-1184-16,0-3-240 0,-1-1-48 0,0-1-16 15,3 1-2000-15,-2-2-400 16,-1-2-80-16</inkml:trace>
  <inkml:trace contextRef="#ctx0" brushRef="#br0" timeOffset="139605.62">32951 2148 15663 0,'3'-15'1392'16,"1"0"-1120"-16,0 0-272 0,0 2 0 0,0 3 5120 0,-2 0 960 16,1 0 192-16,-2 4 32 0,-1 6-2720 0,0 0-528 15,0 0-112-15,0 0-32 0,0 0-1088 0,-5 5-224 16,-2 3-32-16,1 4-16 0,-2-2-848 0,0 4-160 15,2 5-32-15,-2 2-16 0,-1 2-176 0,1 2-16 0,2 1-16 0,-1-3 0 16,3 5-288-16,1-2 128 16,2-1-128-16,0-2 0 0,1-3 128 0,2-1-128 15,1-1 0-15,2-2 0 0,2 2 0 0,-1-5 0 16,3 2 0-16,1-4 0 0,0 0 0 0,0-5 0 16,2 0 0-16,0-4 0 0,1 1-176 0,0-1 176 0,-1-3-192 0,1-3 192 15,-3-2-240-15,2-3 64 0,1-1 16 0,-4 4 0 16,2-3 0-16,0-2 0 0,-2 0 0 0,2-2 0 15,-1-2 160-15,-1-2-208 0,0-1 80 0,3-4 128 16,-3 1-208-16,-2 3 80 0,-1-2 128 0,-2 6-208 16,-1 2 208-16,-2 3 0 0,-1 1 0 0,-1 4 0 0,-3 3 192 15,0 1 16-15,0 3 16 0,0 0 0 0,-1 4-32 0,0 1 0 16,0 2 0-16,-1 2 0 0,2 1-192 16,1 1 176-16,-1 1-176 0,2-1 160 0,2 0-160 15,2 1 128-15,-2-15-128 0,5 15 128 0,1 0-128 16,2-1 0-16,1-1 0 0,2-1 0 0,2-2 0 0,0-1 0 15,0-1 0-15,0 1 0 16,0-3-640-16,1 0-16 16,-1-1 0-16,2-1 0 0,-1 0-1392 0,-1-1-256 0,-1-1-64 0</inkml:trace>
  <inkml:trace contextRef="#ctx0" brushRef="#br0" timeOffset="139832.76">32838 2119 7359 0,'-12'-4'320'0,"7"4"80"15,-1-4-400-15,6 4 0 0,0 0 0 0,0 0 0 0,0 0 9936 0,0 0 1904 16,6-2 384-16,2-2 80 16,1 2-8944-16,1 1-1792 0,2 0-352 0,1 1-80 0,3 0-752 0,2 0-160 15,2 0-32-15,2 1 0 0,3 0-192 0,-5 1 128 0,3-1-128 0,1 2 0 31,2-3-256-31,2 1-160 0,-1 0-32 0,1 1 0 16,-1 0-2880-16,11 1-576 0</inkml:trace>
  <inkml:trace contextRef="#ctx0" brushRef="#br0" timeOffset="201431.06">2903 4392 31327 0,'0'0'2784'0,"0"0"-2224"16,0 0-560-16,0 0 0 0,0 0 2528 0,0 0 400 0,0 0 80 0,0 0 0 16,-2 6-800-16,-2-1-160 0,4-5-48 0,-3 9 0 0,1 0-992 15,0 2-208-15,1 1-32 0,0 2-16 16,1 3-224-16,-2 2-32 0,1 5-16 0,0 3 0 16,-2 3-96-16,1 3-32 0,0 1 0 0,0 1 0 15,-1 2-128-15,0-1-32 0,1 2 0 0,1-2 0 0,-2 0-192 0,2-5 176 16,1-1-176-16,1-2 160 0,2-1-160 15,0-3 0-15,1 1 0 0,4 0 0 0,1-3 0 0,2-1 0 16,2-3 0-16,2-1 0 0,2-1 160 0,3-1-160 16,-2-3 192-16,2-1-192 15,1-4 0-15,1 3 0 0,-1-5 0 0,0-1 0 0,1-4-144 0,2 0 144 16,1-4-128-16,0 1 128 16,0-5-784-16,0 0-80 15,-1 1-16-15,1-5 0 0,-1 0-992 0,-1 0-208 0,0 1-32 0,1-2-16 16,-2-2-2176-16,-1 1-432 0</inkml:trace>
  <inkml:trace contextRef="#ctx0" brushRef="#br0" timeOffset="201754.47">3371 4920 25791 0,'-6'1'2304'0,"6"-1"-1856"0,0 0-448 0,-4 6 0 15,0 1 4416-15,4-7 768 16,0 0 176-16,3 8 16 0,1-2-3136 0,1 1-640 15,1-2-128-15,2 0-32 0,3 0-672 0,2 1-128 0,1 0-16 16,3-2-16-16,2 0-224 0,2 0-64 0,1 0 0 0,1 1 0 16,-2-2-160-16,2-1-32 0,-1 2-128 0,-1-1 192 15,-1 1-192-15,-1 2 0 0,-1-2 0 16,-1 1 0-16,-1-2 0 0,-2 2 0 0,1 2 0 0,-1-4 0 16,-4 3 0-16,-2-1 0 0,-1 1 0 0,-2 1 0 15,-2-1 128-15,-2 4-128 0,-2-3 0 16,-2 3 144-16,-4 0 96 0,0 2 16 0,-3 2 0 0,0 2 0 15,-2 1 80-15,-1-3 32 0,0 3 0 0,0 0 0 0,-1-1-176 0,0-1-16 16,-1 1-16-16,1-1 0 0,-2-1-160 16,2-1 0-16,0-2 0 0,0 1 128 15,1-2-448-15,2 0-80 0,0-1-32 16,2 0 0-16,0-1-1488 0,1-1-288 0,0 0-64 0</inkml:trace>
  <inkml:trace contextRef="#ctx0" brushRef="#br0" timeOffset="206248.62">5021 5051 23039 0,'0'0'1024'0,"0"0"192"0,-6-5-960 0,2 0-256 0,4 5 0 0,0 0 0 16,0 0 4800-16,0 0 896 0,0 0 192 16,0 0 48-16,0 0-3232 0,0 0-640 0,-1 8-128 0,-1 1-16 15,-1 2-1168-15,-1 8-240 0,-1 4-32 0,0 3-16 16,-2 2-16-16,1 2-16 0,-1 2 0 0,-1 3 0 15,0-2-80-15,1-2-16 0,-1-1 0 0,0-1 0 16,3-2-192-16,-2 1-144 0,2-6 192 0,1-4-192 16,-1-2 128-16,0-3-128 0,-1-3 0 0,3-1 0 15,0-2 0-15,3-7 0 0,0 0 0 0,0 0 0 0,0 0 0 0,0 0 0 16,0 0 0-16,0 0 0 0,3-8-272 16,-2-4 32-16,1-3 16 0,2-5 0 15,0-5-96-15,1-3-32 0,-1-5 0 0,4-1 0 0,3-5 32 16,-1 0 0-16,1 1 0 0,0-1 0 0,1 3 128 15,-2 3 48-15,2 4 0 0,-1 3 0 0,-1 3 144 0,-1 3 0 16,-2 3 0-16,0 5-128 0,0 2 128 0,0 4 224 16,-7 6-48-16,0 0-16 0,0 0 160 0,0 0 16 15,0 0 16-15,9 3 0 0,-2 3-16 0,3 0 0 16,-1 2 0-16,0 2 0 0,1 2-128 0,2 2-16 16,0 2-16-16,1 1 0 0,1-4-48 0,0 4 0 15,3 3 0-15,0-2 0 0,0 0-128 0,3 0 0 16,-2 1 0-16,0-1 128 0,2-2-128 0,1-1 0 15,-3 1 0-15,0-2 0 0,1-1 0 0,-3-1 0 16,0 0 0-16,-2-3 0 0,0 1 0 0,-3 1 0 16,0-1 0-16,-1-1 0 0,-3-2 0 0,-1-1 0 15,-6-6 0-15,0 0 0 0,3 8 0 0,-3-8 0 16,1 9 0-16,-1-9 0 0,-5 7 0 0,-2-1 0 16,-2 1 128-16,0-1-128 0,-4-1 208 0,-3 1-32 15,-3 0-16-15,-3 1 0 0,-1-5 0 0,-3 2 0 0,-4 0 0 16,-2 1 0-16,-3 1-160 0,-3 0 128 0,-3 1-128 0,1-1 128 15,0 2-128-15,2 0 0 0,4 0 0 16,3-2 0-16,5 1 0 0,2-2 0 0,4-1 0 0,5 0 0 31,2 0-496-31,5 0-80 0,8-4 0 0,0 0-16 16,0 0-1968-16,10 2-400 0,7 1-80 0</inkml:trace>
  <inkml:trace contextRef="#ctx0" brushRef="#br0" timeOffset="206905.1">6457 4946 24879 0,'0'0'2208'0,"0"0"-1760"0,6-7-448 0,-1 1 0 0,-1-5 3536 0,0 2 624 15,-2 1 128-15,1 0 32 0,-2 1-1312 0,-1-1-256 16,-1 0-48-16,-2 0-16 0,1 2-1072 0,-2-1-208 16,0 1-64-16,-1 0 0 0,-3 2-752 0,-3-1-144 15,1 3-48-15,-1-4 0 0,0 5 48 0,-4-2 16 16,-2 2 0-16,-1 0 0 0,-3 1-320 0,-1 1-144 15,-5-1 128-15,1 4-128 0,-2 3 0 0,1 0 0 16,1 1 0-16,0 1 0 0,0 0 0 0,2 2 128 0,2-1-128 0,1 2 0 16,3 0 0-16,2-2 0 0,3-1 0 0,2 0-176 15,1 1 176-15,3-1 0 0,1 0-144 0,4 0 144 16,0 0 0-16,4-2-176 0,2 0 176 0,1 3-128 16,1-4 128-16,5-3 0 0,1 1 0 0,2 0-128 15,2-2 128-15,3 2 0 0,3-1 0 0,3-2 0 0,2 2 0 16,1-2 0-16,0 0 0 0,1 2 0 0,1 1 0 0,-1 0 0 15,-2-3 0-15,-1 1 0 0,0 1 0 0,-1-2 0 16,-1 2 0-16,-2 1 0 16,-3 1 0-16,1 2 0 0,-2 0 0 0,-1 3 0 0,-4-1 0 15,-1 1 0-15,-3 1 128 0,-1 2-128 0,-4-2 176 0,-2 4-48 16,0-1 0-16,-2 3 0 0,-3-1-128 0,-1-1 0 16,-1 1 0-16,-4 0 0 0,-2-1 0 0,-2 2 0 15,-1-1 144-15,-2-1-144 0,-1 1 128 0,-1-2-128 16,-1 1 128-16,-4-2-128 0,0-1 128 0,-3-2-128 15,-3 2 160-15,-2-3-32 0,-3 0-128 0,1 0 0 16,1 0 0-16,-1-2 0 0,-1-2 0 0,3 3 0 16,1-4 0-16,3-2-160 0,2 0-32 0,1-2 0 15,2-3 0-15,3-1 0 16,2 0-704-16,2 0-160 0,4-1-32 0,2-1 0 16,2-2-1408-16,3-4-272 0,3 3-64 0,3 0-11520 15,5 2-2304-15</inkml:trace>
  <inkml:trace contextRef="#ctx0" brushRef="#br0" timeOffset="207231.43">5936 5278 43023 0,'0'0'1904'0,"0"0"400"0,-7-5-1856 0,1 0-448 0,-1 2 0 0,7 3 0 0,-6-3 1872 0,6 3 288 15,0 0 48-15,-8 3 16 0,1 1-832 0,1 1-176 16,-1 2-16-16,1 2-16 0,-1 1-640 0,1 3-128 16,-1 2-32-16,1 2 0 0,-1 1-176 0,-1 1-32 15,1 2-16-15,-1-1 0 0,0-3-160 0,1-2 0 16,2 0 0-16,0 0 128 0,-1 0-320 0,0-1-64 15,2-1 0-15,2-1-16 16,-1-3-1184-16,2-1-224 0,0-2-48 0,2 2-13936 16,4 0-2768-16</inkml:trace>
  <inkml:trace contextRef="#ctx0" brushRef="#br0" timeOffset="207573.95">6628 4657 31263 0,'-12'0'1392'0,"12"0"272"0,-5-3-1328 0,0 1-336 0,5 2 0 0,0 0 0 16,-7-1 2704-16,7 1 480 0,0 0 80 0,0 0 32 16,-6 0-880-16,6 0-176 0,0 0-48 0,0 0 0 0,-5 4-752 0,1 2-160 15,0 4-16-15,0-1-16 0,0 2-448 0,0 2-96 16,-1 3 0-16,-2 1-16 0,1 0-416 0,-1 2-80 16,1 1 0-16,-1 1-16 0,-1 0-176 0,2 0 0 15,-1-1 0-15,1 0 0 0,-1-4 0 0,4-1 0 16,-4 0 0-16,3-1 0 15,1 0-928-15,2 1-272 0,0-2-48 16,2 1-15392-16,3 0-3072 0</inkml:trace>
  <inkml:trace contextRef="#ctx0" brushRef="#br0" timeOffset="209056.53">7236 5145 29487 0,'0'0'2624'0,"-7"1"-2112"0,1-1-512 0,6 0 0 15,0 0 4608-15,0 0 800 0,0 0 160 0,0 0 48 16,0 0-3248-16,0 0-656 0,0 0-128 0,7-2-32 15,3-1-800-15,0 1-176 0,2-1-16 0,1 2-16 16,2-3-272-16,1 2-48 0,-2 1-16 0,3 1 0 0,0-4-80 0,2 2 0 16,-3 2-128-16,1-3 192 0,2 3-192 0,-2-1 0 15,1-1 0-15,0 1 0 0,2-2 0 0,-2 2 0 16,0 1 0-16,2-1 0 0,-3 0 0 16,0-1 0-16,0 1-128 0,-3 1 128 15,-1 1-1216 1,-1 1-128-16,-1 0-16 0,0 1-16 0,-3-1-2752 0,-8-2-544 0</inkml:trace>
  <inkml:trace contextRef="#ctx0" brushRef="#br0" timeOffset="209272.92">7285 5360 51087 0,'0'0'2256'0,"0"0"480"0,0 0-2192 0,0 0-544 0,0 0 0 0,0 0 0 0,0 0 1040 0,0 0 112 16,8 4 0-16,1-1 16 0,2-2-464 0,2-1-80 0,2-1-32 15,2 1 0-15,3-3-304 0,1 0-64 16,1 0-16-16,1-3 0 0,2 0-80 0,2 1-128 0,-1 1 176 0,2-3-176 16,-1 2 0-16,-1 0 0 15,0 0 0-15,-2-1 0 0,-3 2-160 0,0 1-144 16,-2-1-16-16,1 0-16 16,-3 1-1392-16,-2 0-256 0,0 2-64 0</inkml:trace>
  <inkml:trace contextRef="#ctx0" brushRef="#br0" timeOffset="209994.33">9183 4382 22111 0,'0'0'1968'0,"-4"-13"-1584"0,-1 3-384 0,0-3 0 15,0 2 4672-15,1 2 864 0,0 1 160 0,-1 1 48 16,0-1-3392-16,-1-4-688 0,2 2-128 0,-2 2-16 16,1-1-320-16,-2 2-64 0,1-1-16 0,0 4 0 15,1 1-416-15,0-1-64 0,-1 0-32 0,-1 1 0 0,0 3-160 0,1 0-48 16,-2 0 0-16,0 1 0 0,-1 3-208 0,0 0-32 16,-1 3-16-16,-1 2 0 0,2 3 80 0,-3 3 16 15,1 5 0-15,-1 5 0 0,-1 3-240 0,0 8 176 16,0 1-176-16,1 9 160 15,0 2-160-15,2 7 192 0,2 5-192 0,3 6 192 0,1 5-192 16,3 2 192-16,1 1-192 0,2 3 192 0,2 3-192 0,3-1 0 16,0 1 144-16,4-2-144 0,-1-4 0 15,2 0 0-15,0-1 0 0,-2 2 128 0,1-5-128 0,-1 1 0 16,-1-5 0-16,2-5 0 0,-5-6 0 0,1 0 0 16,-2-8 0-16,-2 1 0 0,-2-1 0 0,-1-3 0 15,-3-3 0-15,-1-3 0 0,-2-2 0 0,-1-2 0 16,-1-1 0-16,-1-6 0 0,-1 0 0 0,-2-2 0 15,-1-4 0-15,0-3 0 0,-1-2 0 0,-1-3 0 16,0-3 0-16,0-2 0 16,1-1-480-16,0-2-64 0,1-4-16 0,1-2 0 15,3-4-2384-15,1-2-496 0,-6-12-80 0,11-15-32 16</inkml:trace>
  <inkml:trace contextRef="#ctx0" brushRef="#br0" timeOffset="210376.81">9113 5446 23039 0,'-8'-4'2048'0,"-1"2"-1648"0,-1-1-400 0,-1 0 0 0,1 1 6080 16,-1 1 1152-16,1-1 208 0,-1 4 48 0,1-1-4688 16,0 1-944-16,-2-2-192 0,3 6-48 15,0 0-928-15,-2 2-192 0,-1 2-48 0,1 2 0 0,-4 1-128 0,1 0-48 16,-3 0 0-16,0 4 0 0,1 0-144 0,3 3-128 15,2-5 192-15,0 4-192 0,1-2 144 0,2 0-144 16,2-2 0-16,2 0 144 0,1-2-96 0,3-2-48 16,1-3 0-16,2 0 0 0,-3-8 0 0,8 8 0 15,-2-2 0-15,6-3-160 0,2-2 160 0,2-1-160 16,2-2 160-16,0-2-160 0,2 0 16 0,0-3 0 16,0-1 0-16,0-1 0 0,0-4-64 0,-1 0-16 15,1-1 0-15,-3 0 0 0,-3 1 32 0,-1-2 16 16,-1 0 0-16,-4 0 0 0,-2 1 176 0,-1 1-208 15,-2 0 80-15,-2 0 128 0,-2 0-144 0,-2-2 144 16,-3 0 0-16,-3 0 0 0,1 2-176 0,-1 2 176 16,-2-2-160-16,0 1 160 15,-4 3-768-15,0-3-64 0,-2 2-16 0,1 0 0 16,3 1-1664-16,1 4-336 0,2 1-64 0</inkml:trace>
  <inkml:trace contextRef="#ctx0" brushRef="#br0" timeOffset="211007.97">10121 4549 49471 0,'-8'-13'2192'0,"5"8"448"0,1-2-2112 16,-1 1-528-16,-1-1 0 0,0 1 0 0,-2 1 1264 0,-1-1 144 15,1 1 16-15,-2 1 16 0,-1 2-512 0,-2-1-96 16,1 1-32-16,-3 0 0 0,1 2-432 0,-2 2-96 16,-2-1-16-16,1 0 0 0,-2 2-80 0,1 1-32 15,0 0 0-15,1 3 0 0,-4 0-144 0,2 3 0 16,2 2 0-16,-1 0 0 0,2 0-128 0,1-1 128 15,1 1 0-15,2 2 0 0,0 2 0 0,4 1 0 16,2 0 0-16,1 2 0 0,2-3-144 0,2 2 144 16,3-1 0-16,3 2 0 0,1-2-128 0,1 1 128 0,1 0 0 0,3 0 0 15,2 1 0-15,0-3-128 16,1 1 128-16,2 0 0 0,2 3 0 0,1-1 0 16,-1 1 0-16,1 0 0 0,0-5 0 0,-1 2 0 0,-3 0-160 15,-3 0 160-15,-1 1 0 0,-3 1 0 0,0-1 0 0,-3 0 128 16,0-4-128-16,-4 2-192 0,-3 0 64 0,-3 1 0 15,-2-3 128-15,-2 2 176 0,-2-3-48 0,-3 0 0 16,-2 0-128-16,-2-2 0 0,-2 0 0 0,-1-2-176 16,-2-2 176-16,0-1 0 0,0-1 128 0,1-1-128 15,-2-2 0-15,0-1 144 0,-1 0-144 0,2-3 0 16,1-4 0-16,3 1 0 0,4-3 0 0,2 0 0 0,1-2 0 16,4-2 0-16,2-1 0 0,4 0 0 15,1-2 0-15,4 0 0 0,2 0 0 0,2-1-144 16,3-1 144-16,3 0-192 0,1 0 192 0,4-1-192 0,-1 2 192 15,3 2-160-15,-1-2 160 0,3 3-160 0,-2 1 160 0,0 2 0 16,-1 1-144-16,-3 1 144 16,0 0-576-16,-1 3-64 0,0 1 0 0,-1 0 0 15,-2 2-832-15,-2-4-160 0,-2 5-32 0,1-2-16 16,-2 3-2544-16,-9 0-512 0,17 13-112 0,-5-2-16 0</inkml:trace>
  <inkml:trace contextRef="#ctx0" brushRef="#br0" timeOffset="211477.62">10675 4737 21183 0,'0'-17'944'0,"0"9"192"0,-1-1-912 0,1 0-224 0,0-3 0 0,0 2 0 15,0-1 6832-15,0 1 1312 0,-2 1 272 0,1 1 48 16,-2-1-5632-16,-1 2-1120 0,0 1-240 0,-1 2-32 16,0 0-784-16,-1 3-144 0,-4-1-48 0,0 5 0 15,-3 2-272-15,-3 4-64 0,-3 7-128 0,-3 2 192 0,-4 6-192 0,-1 3 0 16,1 2 0-16,2 1 128 0,-1 4-128 0,3 0 0 16,2-1 0-16,4 1 0 0,5-2 0 15,3-1 0-15,4-1 0 16,4-1 0-16,5-3 0 0,4 0 0 0,4-1 0 0,3-3 0 15,0-3 0-15,3-2 0 0,3-2 0 0,3-2 0 0,3-4 0 0,-1-4 0 16,2-2 0-16,-2-1 0 0,0-4 0 0,-1-2-208 16,-1-3 64-16,0-1 16 0,-2-1 128 0,0-3-160 15,-3-1 160-15,0-1-160 0,0 0 160 0,-3-2 0 16,-3-1 0-16,-1-4 0 0,-1-1 0 0,-2-1 0 16,-1-5 0-16,0 2 0 0,-1-4 0 0,-3 1 128 15,-1 1-128-15,-2 0 0 0,-2 2 0 0,-3 3 0 16,-4-1 0-16,-2 2 0 0,-1 0 0 0,-3 3 0 15,0 2 0-15,-3 2-192 16,-1 4-432-16,0 1-80 0,0 4-32 0,2 2 0 16,-1 3-1408-16,2 2-288 0,-1 3-48 0,2 5-16 15,0 3-2880-15,0 2-592 0</inkml:trace>
  <inkml:trace contextRef="#ctx0" brushRef="#br0" timeOffset="211757.25">10645 5067 30399 0,'0'0'2704'0,"0"0"-2160"0,-8-1-544 0,2 1 0 0,-1 0 4592 0,2-2 800 15,0 1 176-15,5 1 16 16,0 0-2896-16,-4 6-576 0,1 1-112 0,0 2-16 0,2-2-1296 0,1 3-256 16,1 2-48-16,2 2-16 0,1 2-272 0,1 1-96 15,3 2 0-15,0 2 0 0,0-1 0 0,1-2 0 16,1 0 0-16,1 2 0 0,-2-1 0 0,1 0 0 15,1-1 0-15,-2-1 0 0,-1 0 0 0,-1-4 0 16,1 0 0-16,0 0 0 0,0 1 0 0,0-2 0 16,-2-3 0-16,1-1 0 15,-1-2-768-15,1 0-128 0,-7-6-48 0,6 6 0 16,-1 1-1712-16,1 2-352 0,-2-3-64 0</inkml:trace>
  <inkml:trace contextRef="#ctx0" brushRef="#br0" timeOffset="212057.31">9867 5698 50335 0,'-25'2'2240'0,"16"0"448"0,0-2-2160 0,1 1-528 16,1-2 0-16,7 1 0 0,0 0 1296 0,0 0 160 15,0 0 16-15,0 0 16 0,13-3-576 0,4 2-112 16,4-2-32-16,5 1 0 0,5-2-528 0,6 1-112 0,3 2-128 0,1-3 176 15,0 1-176-15,2-3 0 16,2 2 144-16,2 0-48 0,1 0-96 0,5 1 0 0,2 1 0 0,1-1 0 16,0 1 0-16,-4 0 0 0,-3-3 0 15,-4 4 0-15,-3-3 0 0,-4 3 0 0,-4 1 0 16,-4 1 0-16,-3-1 0 0,-2 4 0 0,-3-2 0 0,-4 2 0 31,-5 0-800-31,-5 1-96 0,-1 2-32 0,-5 1 0 0,-3 1-1136 0,-4 4-240 16,-3 3-32-16,-5 2-12720 0,-3 0-2544 0</inkml:trace>
  <inkml:trace contextRef="#ctx0" brushRef="#br0" timeOffset="212343.35">10307 6122 20271 0,'0'0'1792'0,"0"0"-1424"0,0 0-368 0,0 0 0 0,0 0 6736 0,0 0 1280 16,0 0 256-16,0 0 48 0,0 0-5136 0,7 5-1040 15,-2 1-208-15,0 3-32 0,0 2-1104 0,1 2-224 16,-1 3-32-16,-1 0-16 0,-2 3-384 0,2 2-144 16,0 3 0-16,0 2 0 0,-3 0 0 0,2 2 0 15,-2 1 0-15,1-1 0 0,-1 1 0 0,-1 0 0 16,-1-2 0-16,-1-1 0 0,1-2 0 0,0-4 0 16,-1 0 0-16,1-1 0 0,0 1 0 0,-1-4 0 15,1-1 0-15,-1 0 0 0,-1-2 0 0,0-2 0 0,1 0 0 16,-1-2 0-16,-1-1 0 0,2 0 0 15,2-8 0-15,0 0 0 16,-6 4-1072-16,6-4-144 0,0 0-48 0,0 0 0 16,-9-2-1920-16,1-2-384 0,2-2-80 0,-6-9 0 0</inkml:trace>
  <inkml:trace contextRef="#ctx0" brushRef="#br0" timeOffset="212575.17">9843 6205 53279 0,'0'0'2368'0,"0"0"464"0,0 0-2256 0,0 0-576 0,9-4 0 0,0 1 0 0,0-3 1104 0,4 1 112 16,2 1 32-16,6 0 0 0,3-1-736 0,8 1-128 16,2 0-48-16,1 0 0 0,1 0-240 0,2 1-96 15,1-3 0-15,3-1 0 0,2 0 0 0,2 0 0 16,0-1 0-16,1 3 0 0,2 0 0 0,-1 2 0 16,-2 2 0-16,-4-3 0 15,-6 0 0-15,-3 1 0 0,-3 0 0 0,-4 0 0 16,-3 2 0-16,-2-1 0 0,-3 2 0 0,-2 0 0 0,-4-1 0 0,-2 0-208 15,-2-1 64-15,-8 2 16 16,0 0-1664-16,0 0-320 0,4 7-64 0</inkml:trace>
  <inkml:trace contextRef="#ctx0" brushRef="#br0" timeOffset="-211971.74">12194 5300 16575 0,'0'0'1472'0,"0"0"-1168"0,0 0-304 0,0 0 0 15,0 0 7168-15,0 0 1360 0,0 0 288 0,0 0 48 16,0 0-5664-16,0 0-1152 0,0 0-208 0,0 0-48 0,0 0-896 0,0 8-192 16,1 4-16-16,-1 2-16 0,0 3-400 0,0 1-80 15,0 3 0-15,1 3-16 0,1 2-48 0,-1-4-128 16,-1 0 192-16,1 1-64 0,0 2-128 15,-1-1 0-15,2-3 144 0,-2 1-144 0,0-5 0 0,1 2 0 16,0-2 0-16,1 3 0 16,-1-7 0-16,2 0 0 0,-2-1 0 0,0-1-128 15,-1-2-448 1,0-1-64-16,0-8-32 0,0 0 0 0,0 0-736 0,0 0-128 0,0 0-48 0,0 0 0 16,0 0-1168-16,0 0-224 0,0 0-48 0,0 0-16256 15</inkml:trace>
  <inkml:trace contextRef="#ctx0" brushRef="#br0" timeOffset="-211727.33">11949 5571 44351 0,'0'0'1968'0,"-7"0"400"0,2-2-1904 0,5 2-464 15,0 0 0-15,0 0 0 0,-4-4 2048 0,4 4 320 0,0 0 64 0,0 0 16 16,0 0-1104-16,0 0-208 16,0 0-48-16,5-5-16 0,-1-2-624 0,4 3-112 15,1 2-16-15,1-1-16 0,1 0-112 0,1 1 0 0,-1-1-16 0,1 1 0 16,2 0-176-16,3 0 128 0,2 0-128 0,1 1 128 15,3 0-80-15,-1-2-48 0,3 2 0 0,-2 0 0 16,-1-1 0-16,0-3 0 16,1 1 0-16,-3 1 0 0,1 2 0 0,-1 1 0 0,-1-2 0 15,1-1 0 1,-2 0-480-16,0 2-96 0,-1 1 0 0,0 0-16 16,-1-1-1776-16,-2 1-336 0,1 1-80 0</inkml:trace>
  <inkml:trace contextRef="#ctx0" brushRef="#br0" timeOffset="-202229.3">13813 5381 27647 0,'0'0'2448'0,"0"0"-1952"16,2-6-496-16,0-2 0 0,-2-4 3232 0,0 2 544 0,0-1 128 0,0 1 0 16,1 1-1424-16,-2-1-304 0,-1 1-48 0,0 0-16 0,-2 0-816 0,0 0-160 15,0 1-48-15,-2 4 0 16,-2-5-384-16,-1 5-64 0,-2-2-32 0,0 3 0 0,-4 0-160 0,1 2-48 16,-1 1 0-16,-1 4 0 0,-4-1-144 0,0 3-16 15,-4 1-16-15,-1 2 0 0,-1 4-224 0,0 2 144 16,-2 0-144-16,4 0 128 0,0 4-128 15,3-4 0-15,3 2 144 0,4 0-144 16,2 0 0-16,3-1 0 0,2-1 0 0,5 0 128 0,2-2-128 0,2 1 0 16,5-3 0-16,2-1-128 0,3 0 0 0,5 0 0 15,2-1 0-15,3-3 0 0,2-2-16 0,3 0 0 16,3-3 0-16,1-1 0 0,1-1 144 0,0 0-208 16,1-2 80-16,1-1 128 0,0-2-224 0,-2-3 80 15,2 1 16-15,-4-3 0 0,-2 0-128 0,-4-2 0 16,-1-3-16-16,-3 0 0 0,0 1 128 0,-4-1 144 15,-5 2-208-15,0-2 80 0,-5 2 128 0,-2-1 0 16,-3 2 0-16,-2 2 0 0,-4-1 0 0,-2 0 0 0,-2-1 0 16,-2 3 0-16,-4-1 0 0,-2 2 0 0,-2 1 0 0,-2 0 0 31,-3 1-592-31,0 1-96 0,-1 2-16 0,0-1 0 16,0 3-1712-16,2-2-336 0,1 1-80 0,0 3-17536 0</inkml:trace>
  <inkml:trace contextRef="#ctx0" brushRef="#br0" timeOffset="-201897.32">13664 4916 36863 0,'0'0'3264'0,"0"0"-2608"0,0 0-528 0,0 0-128 15,0 0 3184-15,0 0 592 0,0 0 128 0,0 0 32 0,2 10-1904 0,-1 0-384 16,0 2-80-16,2 3-16 0,-1 0-976 0,1 5-192 16,0 3-32-16,-1 5-16 0,0 3-80 0,0 3-32 15,1 2 0-15,-2 1 0 0,-1 1-96 0,1 1-128 16,-1 2 176-16,0 0-32 0,0-3-144 0,0-2 0 16,0-2 0-16,0-4 0 0,2-3 0 0,-4 1 0 15,1-3 0-15,1-1 0 0,0 1 0 16,0-3 0-16,0-1 0 0,0-3 0 0,0-1 0 0,0-4 0 15,0-1 0-15,0 0 0 16,1-2-1024-16,1-2-80 0,-1-1-32 0,-1-7 0 16,0 0-1360-16,3 7-256 0,-1 0-64 0,-2-7-18704 0</inkml:trace>
  <inkml:trace contextRef="#ctx0" brushRef="#br0" timeOffset="-201663.17">13344 5994 45903 0,'0'0'2032'0,"-6"5"416"0,0-1-1952 0,1 1-496 0,1 2 0 0,4-7 0 16,-3 6 1984-16,3-6 288 0,0 0 64 0,5 7 16 15,2-1-1168-15,1-1-224 0,2-2-64 0,2 0 0 16,1-1-576-16,1 1-112 0,3-3-16 0,4 0-16 16,0 0-176-16,1-1 160 0,1-2-160 0,4 0 160 15,0 1-160-15,0 0 0 0,1-2 0 0,0-1 128 0,1-1-128 0,1-1 192 16,0 1-192-16,-1-1 192 15,-1 1-688 1,0-1-128-16,-1 1-16 0,-1-2-16 0,-1-3-2240 0,0 5-448 16,1-3-96-16</inkml:trace>
  <inkml:trace contextRef="#ctx0" brushRef="#br0" timeOffset="-201292.35">13428 4879 24879 0,'-13'-9'1088'0,"5"5"256"0,-2-2-1088 0,1-1-256 16,0-1 0-16,0 2 0 0,-2-1 6016 0,2 2 1152 0,0-2 240 15,1 4 32-15,3-4-4496 0,1 0-912 0,4 7-176 0,0 0-48 16,0 0-1280-16,0 0-256 0,5-5-48 0,2 0-16 16,2 0-144-16,1 0-64 15,3 2 0-15,2-2 0 0,4 1-176 0,5 0-16 0,3 0-16 0,4 0 0 16,5 0 336-16,0 2 64 0,2 0 0 0,2 1 16 16,2 1-144-16,0-3-64 0,1 2 0 0,-3 0 0 15,-2 2 0-15,-4-1 0 0,-3 0 0 16,-1 0 0-16,0 0-144 0,-3 0-32 0,-2 0 0 0,-1 1 0 15,-2 2-1552 1,-1-2-304-16,-4 3-64 0</inkml:trace>
  <inkml:trace contextRef="#ctx0" brushRef="#br0" timeOffset="-195679.4">12809 6401 26719 0,'0'0'2368'0,"0"0"-1888"0,0 0-480 0,0 0 0 0,0 0 3072 0,0 0 528 16,0 0 112-16,0 0 0 0,0 0-1408 0,0 0-272 15,0 0-64-15,0 0-16 0,0 0-1024 0,0 0-208 16,-1 9-32-16,1 2-16 0,0 5-208 0,1-2-32 16,-1 2-16-16,0-2 0 0,0 3-128 0,0 2-32 15,0-1 0-15,-1 0 0 0,-2-1-128 0,2 0-128 16,1 1 192-16,0-2-192 0,0 0 144 0,0-2-144 15,0 0 0-15,0-1 144 0,0-2-144 0,0-1 0 16,0-2 0-16,1 0 128 0,3-2-128 0,-4-6 0 16,5 5-160-16,3-1 160 0,0-2-352 0,2-1 32 15,2-1 0-15,4-3 0 0,2-1 64 0,3-2 0 16,0-2 16-16,1-4 0 0,1-1 32 0,3-1 0 0,2-2 0 16,-1 3 0-16,-1 2 80 0,0-1 128 0,0 0-208 15,0 2 80-15,0 2 128 0,-3 3 0 0,-1 2 0 0,-1-2 0 16,0 4 0-16,-2-2 0 0,-2 0 0 0,-1 2 0 15,-2 8 384-15,-1-5 0 0,-1 2 0 0,-2-1 0 16,-1 3-80-16,0 1-16 0,1-1 0 0,0-1 0 16,-1 1-160-16,2 0-128 0,0 2 192 0,2 0-192 15,0 1 0-15,2 0 0 0,-1 0 0 0,3 0 0 0,1-1 0 0,4 0 0 16,1 1 0-16,0-2 0 16,1-2 0-16,0 0 0 0,2 2 0 0,2-5-144 0,0-1-48 15,2 2-16-15,2-3 0 0,-1-3 0 16,0 2-16-16,-1-1 0 0,-1-2 0 0,-3-2 0 15,-1 0 224-15,-3 2 0 0,-2-3 0 0,-4 1-144 0,0-1 144 0,-4 1 0 16,-3-1 128-16,-2 2-128 0,-2 0 336 16,-1 1 0-16,-4 4 0 0,1-8 0 0,-2 2 304 0,-2-1 64 15,-1 1 16-15,0 0 0 0,4 6-208 0,-6-3-64 16,-1-4 0-16,1 1 0 0,0 2-208 0,6 4-48 16,-5-4-16-16,5 4 0 0,-4-6-176 0,4 6 128 15,0 0-128-15,0 0 128 0,3-7-128 0,0 0 0 16,0 1 0-16,3-1 0 0,0-1 0 0,2 0-272 15,2-1 64-15,3-1 16 0,2-2 192 0,2-1-144 16,2-1 144-16,1-2-128 0,-2 1 128 16,2-4 0-16,1 1 0 0,-1 0-128 0,1-3 128 0,0 0 0 15,-1-1 0-15,-2 1 0 0,-2-1 0 0,-3 1 0 0,-2 1 0 16,-2 3 0-16,-2 1 0 0,-2 1 0 0,-4 3 0 16,-1-1 0-16,-1 2 0 0,-1 0 128 15,-4 3-128-15,0-2 128 0,-2 1-128 0,-1 1 0 0,0 0 128 0,0 3-128 31,0 2-800-31,1 0-224 0,0 1-64 0,1 4-14848 0,1 1-2992 16</inkml:trace>
  <inkml:trace contextRef="#ctx0" brushRef="#br0" timeOffset="-194190.37">13065 7320 11055 0,'0'0'976'0,"0"0"-784"0,0 0-192 0,-4 5 0 16,4-5 6016-16,0 0 1168 0,-4 6 240 0,4-6 32 15,0 0-3648-15,0 0-736 0,0 0-128 0,0 0-48 16,8 6-1184-16,1-4-240 0,0 0-64 0,1-4 0 16,1 0-704-16,2-2-160 0,0 0-32 0,2-7 0 0,2 1-320 0,0-2-64 15,2 2 0-15,0-5-128 0,1 2 128 0,-1-1-128 16,-1-2 0-16,-1 1 0 0,0-2 0 0,-1 1 0 16,0 1 0-16,-3-1 0 0,-3 2 0 0,-1 0 0 15,-1 1 0-15,-4 3 0 0,-3 2 0 16,-1 2 0-16,-2-1-128 0,2 7 128 0,-9-2 0 0,-2 3 0 15,-3 3 0-15,-2 4 0 0,-2 2 128 16,-2 3-128-16,-2 4 192 0,1 3-192 0,-2 2 144 16,2 1-144-16,1 3 0 0,3-2 144 0,3 1-144 15,4-1 0-15,4 0 0 0,4-2-176 0,3-1 32 0,4-3 0 16,3-2 0-16,4-3 0 16,2-2-304-16,3-1-64 0,3-3-16 0,1-1 0 15,1-4-16-15,3-3 0 0,2-2 0 0,0-5 0 16,1-1-160-16,0-1-16 0,0-2-16 0,-2 0 0 15,-1-2 176-15,-3 0 48 0,0-3 0 16,-3-1 0-16,0-2 176 16,-2-1 32-16,-3 0 16 0,-1 2 0 0,-1-3 288 0,-2 1 0 15,-1 1 0-15,-2 3 0 0,-2-1 160 0,-1 2 32 0,-1 2 16 0,-2 2 0 0,0 3 304 0,-1 5 64 0,0 4 16 0,0 0 0 16,0 0 160-16,0 0 16 0,0 0 16 0,0 0 0 16,0 0-208-16,2 8-64 0,-2 2 0 0,-2 3 0 0,1 6-192 15,0-1-32-15,1 3-16 0,0 0 0 0,-2 0-96 0,2 1-32 16,3 0 0-16,-2 0 0 0,-1 0-144 15,0-2 128-15,2-2-128 0,0 0 128 0,1-2-128 0,-1-2 0 16,1-3 0-16,0-2 0 0,-1-1 0 0,-2-8 0 16,0 0 0-16,0 0 0 0,0 0 0 0,0 0 0 15,0 0-128-15,0 0 128 0,0 0-176 0,8-3 48 16,-1-2 0-16,-1-4 0 0,2-2 128 0,0-2 0 16,1-4-144-16,1-2 144 0,2-5-192 0,1 1 48 15,1-3 0-15,3 0 0 0,0 0 144 0,1 1-192 16,1 1 192-16,-2 2-192 0,0 3 192 0,-2 3 0 15,-2 4 0-15,0 3 0 0,-1 1 144 0,-1 3 64 16,-4 2 16-16,1 3 0 0,-8 0 48 0,7 6 16 16,-2 0 0-16,0 3 0 0,-1 3-48 0,0 1-16 15,0 3 0-15,0-2 0 0,0 2-224 0,0 1 176 0,1 0-176 0,-1 0 160 16,1-2-160-16,0 2 0 0,0-1 0 0,2 1 0 31,-2-4-832-31,2 0-80 0,-1-1-32 0,1-3 0 16,-1-3-800-16,-1-2-176 0,1-1-16 0,0-2-16 15,1 0-2272-15,-7-1-464 0</inkml:trace>
  <inkml:trace contextRef="#ctx0" brushRef="#br0" timeOffset="-193949.79">14188 6935 29487 0,'0'0'1296'0,"0"0"288"0,0 0-1264 0,0 0-320 0,0 0 0 0,0 0 0 15,0 0 5376-15,0 0 1024 0,0 0 208 0,0 0 48 16,0 0-4464-16,0 0-880 0,0 0-176 0,4 9-48 0,0-2-752 0,-1 3-144 15,-1 3-48-15,2 0 0 0,0 5-144 0,0 2 0 16,0 0 0-16,1 0 0 0,-1 1 0 0,0 3 0 16,0 2 0-16,0 1 0 0,0-1 0 0,0 0 0 15,-2 2 0-15,1-3 0 16,-2-1-752 0,1 1-80-16,-1-4 0 0,0 0-16 0,-1-6-880 0,0 0-160 15,-1-2-32-15,0-3-16 0,-1-2-1776 0,2-8-336 16,0 0-80-16</inkml:trace>
  <inkml:trace contextRef="#ctx0" brushRef="#br0" timeOffset="-193344.15">14135 7200 25791 0,'0'0'1152'0,"-5"-3"224"0,-2-2-1104 0,3 1-272 0,4 4 0 0,0 0 0 0,0 0 5808 0,0 0 1104 16,-1-5 208-16,1 5 48 0,1-7-4608 0,2 2-912 15,2-1-192-15,2 0-48 0,-1 1-896 0,3 0-176 16,4 1-32-16,2 0-16 0,-1 0-288 0,2 0 0 15,1 0 0-15,0 2 0 0,2-1 0 0,1 3 0 16,-1 0 0-16,1 0 0 0,-2 3 0 0,-1-2 0 0,-1 4 0 0,-2 2 0 16,0-1 128-16,-1 3-128 0,-1 1 0 0,-2 1 0 15,0 4 0-15,-3 0 0 0,0-2 0 0,-1 2 0 16,0 0 128-16,-2-3-128 0,-1 1 0 16,1-1 0-16,-1 1 0 0,0-3 0 0,-2 1 0 15,0-2 0-15,-1-9 128 0,0 0-128 0,0 0 0 0,0 0 0 16,0 0 176-16,0 0-176 0,0 0 160 0,0 0-160 15,0 0 144-15,0 0-144 0,0 0 128 0,2-7-128 16,-1-3 0-16,0-1 0 0,0 0 128 0,1 0-128 16,0 0 0-16,1 0 0 0,0-1 0 0,2 1 0 15,3-2 0-15,-2 1 0 0,1 0 0 0,0 2 0 16,3-1 0-16,0 2-144 0,0 0 144 0,2 1 0 0,1 2-160 16,0 2 160-16,2-3-128 0,-1 2 128 0,0-2-176 0,2 2 176 15,0 0-208-15,-2 2 80 0,-1 2 128 0,0 0-128 16,-1 1 128-16,-2 1-128 0,-1 2 128 15,-1 1 0-15,-3 1 0 0,-1 3-128 0,-1-2 128 16,-3 5 0-16,-1 0 0 0,-3 1 0 0,-2 1 0 16,1 1 192-16,1 2-64 0,2 0 0 0,-2 1-128 0,0-4 128 15,0 0-128-15,1 0 128 0,2-1-128 0,1-2 0 16,1-1 0-16,2 0 0 0,-3-9 0 0,5 7 0 16,-5-7-128-16,7 6 128 0,0-4-240 0,3-1 48 15,-1-1 0-15,1-1 0 0,1-3 64 0,-1 0 128 0,-1-3-208 16,0-1 80-16,0 1 128 0,-1-1 0 15,-1-1 0-15,-2 0 0 0,0-1 0 0,-1 0 0 16,-4-2 0-16,1 2 0 0,-1 1 128 0,0 0-128 16,-4-2 160-16,1 1-160 0,-3-1 144 0,0 1-144 0,-2 1 128 0,-1-2-128 15,-2 2 0-15,1 1 0 0,-2 1-224 16,2-1 80 0,1 0-880-16,0 4-192 0,1 1-16 0,1 1-16 0,1-1-2720 15,6 3-528-15</inkml:trace>
  <inkml:trace contextRef="#ctx0" brushRef="#br0" timeOffset="-193084.22">15118 7030 46879 0,'0'0'2080'0,"0"0"416"0,0 0-1984 0,0 11-512 0,-3-2 0 0,2 3 0 0,-2 1 1648 0,1 2 224 15,-1-2 48-15,2 4 16 0,0 3-1056 0,1-2-224 16,0 3-32-16,1 4-16 0,1 1-160 0,1 1-16 15,1 2-16-15,0-1 0 0,0 1-272 0,0 0-144 16,-2-4 160-16,1-1-160 0,0 0 0 0,-1-2 0 16,-1-1 0-16,1-2 0 0,-2 0-224 0,0-2 64 15,-2-2 16-15,2-2 0 16,-1-4-496-16,0-1-112 0,1-8-16 0,0 0 0 16,0 0-640-16,-5 4-128 0,5-4-16 0,0 0-16 15,0 0-2288-15,-9-5-464 0</inkml:trace>
  <inkml:trace contextRef="#ctx0" brushRef="#br0" timeOffset="-192838.21">15158 7103 34095 0,'4'-6'3024'0,"-1"-1"-2416"15,1-2-480-15,1 3-128 0,3-1 3488 0,0 2 672 16,1 2 144-16,0-3 32 0,1-1-2416 0,1-1-464 16,3 3-112-16,0 1 0 0,-1 2-800 0,0 0-160 0,2 2-16 0,-1 2-16 15,1-1-352-15,-1 2 144 0,-2-1-144 0,-1 2 0 16,0 1 0-16,-3 3 0 0,-2 1 0 15,-1-1 0-15,-2 1 0 0,-3 2 0 0,0-1 0 0,-4 2 0 16,-1 1 0-16,-3 1 0 0,-2 0 0 0,-2 0 0 16,-1-3 0-16,1 1-144 0,-1 1 144 0,-1-1-192 31,-2-2-576-31,2 1-128 0,1-2-32 0,2-1 0 0,2-2-992 16,1 1-192-16,2-3-32 0,6-4-16 0,0 0-1632 15,0 0-336-15,0 0-64 0</inkml:trace>
  <inkml:trace contextRef="#ctx0" brushRef="#br0" timeOffset="-192439.16">15500 7055 15663 0,'0'0'1392'0,"0"0"-1120"0,-5 0-272 0,-1 3 0 0,1 2 5696 0,0 1 1088 15,0 1 224-15,-2 1 32 0,1 0-3968 0,1 1-784 16,-2 1-176-16,3 2-16 0,2 0-1216 0,2 1-240 16,1 2-64-16,1-2 0 0,4 0-448 0,1 0-128 15,3-1 0-15,1-2 0 0,2 0-208 0,4-1-64 16,0-1-16-16,2-2 0 15,-1-3-112-15,1-2-32 0,1-1 0 0,-1-1 0 0,1-2 48 0,-2-1 16 16,-2-2 0-16,0-2 0 0,-2-1 176 0,0-2 16 16,-2 0 16-16,-2-1 0 0,-2 0 160 0,0 0 144 0,-1 3-16 15,-2-4-128-15,-3 0 368 0,1 0-48 0,-2 1 0 0,1 3 0 16,-4 3 320-16,1 1 64 0,1 5 16 0,0 0 0 16,0 0 80-16,0 0 16 0,0 0 0 0,0 0 0 15,-3 7-224-15,2 2-32 0,1 2-16 0,0 3 0 16,0 1-272-16,1 4-48 0,2 3-16 0,2 4 0 0,2-1-32 15,-1 4-16-15,-2 2 0 0,3 4 0 16,0-2-160-16,0 3 0 0,-2 0 144 0,-1 1-144 16,0 1 0-16,0 1 128 0,-3-2-128 0,1-3 0 0,-2-2 0 0,-3 1 0 15,-4-3 0-15,-2-3 0 0,-2 1 0 0,0-4 0 16,-2 1 0-16,-1-4 128 0,-2 0-128 0,-2-7 128 16,-2-1-128-16,-1 0 128 15,-1-4-320-15,-1-2-64 0,-3-1-16 0,-3-2 0 16,-1-2-1392-16,-1-2-256 0,0-3-64 0,6-3-20960 15</inkml:trace>
  <inkml:trace contextRef="#ctx0" brushRef="#br0" timeOffset="-190156.07">16823 6938 30399 0,'0'-7'2704'0,"0"-2"-2160"0,0 1-544 0,-1-1 0 0,0 0 2896 0,-2 1 480 16,-4-2 80-16,2 1 32 0,-3 2-1472 0,-1 3-288 15,-2 2-64-15,-1 0-16 0,-1 2-592 0,-2 4-112 16,0 0-32-16,-1 4 0 0,-1 1-560 0,0 1-112 16,0 3-32-16,2 1 0 0,-2 1-208 0,1-2 0 15,3 3 0-15,1-1 0 0,3 2 0 0,1-1 0 16,3 0 0-16,1 1 0 0,3-3 0 0,2 0-256 16,4-3 48-16,3-1 16 15,3-1-272-15,0 0-48 0,2-1-16 0,2-1 0 16,0-6-16-16,2-1 0 0,3 0 0 0,-2 0 0 15,-1-4-16-15,0-2 0 0,-1-1 0 0,-3-1 0 0,-1 1 160 0,1-1 16 0,-3-4 16 0,-1 3 0 16,-2 0 368-16,-2-3 0 16,-3 0 0-16,0 0 0 0,-1 2 0 0,-1 1 192 15,-1 1 0-15,-1 2 0 0,1-1 240 0,1 7 48 0,0 0 16 0,0 0 0 16,0 0 64-16,0 0 16 0,0 0 0 16,-5 8 0-16,1 2-288 0,1 2-48 0,1 4-16 15,2-1 0-15,0 2-224 0,1 2 0 0,2-1 0 0,1 4 0 16,1 5 0-16,1 2 0 0,2 2-128 0,3 2 128 15,-2 1 0-15,1 1 0 0,1 0-128 0,-1 3 128 16,-1 0 0-16,-1 0-160 0,0-1 160 16,-3 0-128-16,-2-2-384 15,-3-2-80-15,-3-3-16 0,-1-2 0 0,-5-3-128 0,-1-3-32 16,-4-1 0-16,1-4 0 0,-2-4 592 0,-1 0 176 0,-1-4 0 16,0-1 0-16,-1-3 0 0,0 2 256 0,-2-7-32 0,1 0 0 15,0-7-16-15,2 1 0 0,2-2 0 0,2-5 0 0,2-3-208 16,4-1 0-16,1-2 0 0,6-5 0 0,4-4-128 15,4-1 128-15,2-2-192 0,5-2 192 0,2-1-240 0,2 0 64 16,1-2 16-16,1-1 0 0,0 0 160 0,1-1 0 16,1-1-144-16,2 0 144 0,1-1 0 0,0 4 0 15,0 1 0-15,-2 2 0 0,-2 1 192 0,0 2 16 16,-2 1 0-16,-3 4 0 0,1 3 48 0,-3 4 16 16,-2 1 0-16,-1 4 0 0,-4 1 112 0,0 3 0 15,-3 2 16-15,-5 7 0 0,0 0-96 0,0 0-32 16,0 0 0-16,0 0 0 0,0 12-128 0,-3 1-16 15,-3 1-128-15,1 5 192 0,-2 2-192 0,2 1 0 0,0-4 128 16,1 3-128-16,1 0 0 0,2 0 0 0,0-2 0 0,2-1 0 16,2-3-208-16,2-2 16 0,1 0 0 0,1-4 0 31,1 0-480-31,2-1-96 0,2-3 0 0,1-2-16 16,1-3-288-16,2-4-48 0,-1-2-16 0,1 0 0 0,1-3-384 15,0 0-80-15,-1-4 0 0,-2 0-16 16,-2-3 176-16,-2-1 32 0,-2-1 16 0,-2 0 0 0,0-1 880 0,-1 0 192 15,-1-1 16-15,-2 3 16 0,0 2 800 0,-2-1 176 0,0 0 16 0,0 3 16 16,0 2 336-16,0 1 64 0,0 1 16 0,0 3 0 16,0 6 32-16,0 0 16 0,0 0 0 0,0 0 0 0,0 0 64 0,0 0 16 15,0 0 0-15,0 0 0 0,2 6-496 16,2 3-112-16,0 1-16 0,0 0 0 0,0 3-320 16,1 3-64-16,0-2 0 0,1 2-16 0,-2 1-64 0,-1-2-16 15,3 2 0-15,-1-2 0 0,-1 0-16 0,0 0 0 16,-2-4 0-16,2 0 0 0,0-4-144 0,-1 0 192 15,-3-7-192-15,0 0 192 0,5 5-32 0,-5-5 0 16,0 0 0-16,6 3 0 0,-6-3-160 16,8-3 0-16,-1-3 0 0,1-2 0 0,-1-1-240 0,0-2 32 15,-1 0 0-15,1-2 0 0,1-2-48 0,0 0 0 16,-1-4 0-16,1 1 0 0,0-1-16 16,0 0-16-16,0 1 0 0,0 1 0 0,-1 0 96 0,0 3 32 15,1 2 0-15,-2 2 0 0,-1 2 160 0,-1 1 0 16,-4 7 0-16,0 0 0 0,0 0 256 0,0 0 64 15,0 0 32-15,0 0 0 0,6 11 160 0,-2 0 48 16,-2 2 0-16,1 2 0 0,-1 0-240 0,1 2-64 16,1 3 0-16,0-2 0 0,1-1-96 0,2 0-32 15,0-3 0-15,2 1 0 0,2-1-128 0,1-1 0 0,1-2 0 16,1-2 0-16,2-3 0 0,-1-1-176 16,4-2 48-16,-4-2 0 0,0 1-48 0,0-2 0 0,1-2 0 15,-1-2 0-15,0-1 176 0,-1-4-192 0,-2 0 192 0,0 0-192 16,-2-2 192-16,-1 0 0 0,-2-2 0 0,-1-2-128 15,1 1 128-15,-1 0 0 0,-2-1 0 0,-1 1 0 16,-1-2 0-16,0 2 0 0,-2 0 0 0,0 2 0 16,-2 1 0-16,0 4 0 0,-1 0 0 0,3 7 0 15,-8-5 176-15,2 4-48 0,-2 1 0 0,0 2 0 0,0 3 96 0,1 3 16 16,-1 1 0-16,1 3 0 0,1 1-96 16,2-2-16-16,1 2 0 0,2 1 0 15,1 2-128-15,4-2 0 0,1-1 0 0,1 0 0 0,2 0-256 0,3-1-48 16,0-2 0-16,4-3 0 15,-1 2-1440-15,0-4-304 0,1-2-48 16,0-3-16-16,1 0-800 0,0-4-160 0,-2-1-48 16,0-1 0-16,1-3 32 0,-3-1 0 0,-2-3 0 0,-1 0 0 15,-1-4 2064-15,-2 1 432 0,-2-1 80 0,0 0 0 0,0-1 2272 16,-1 2 448-16,-1 2 96 0,1 2 0 0,0 3 1152 0,-1 0 208 16,-2 9 48-16,0 0 16 0,0 0-976 0,0 0-192 15,0 0-32-15,0 0-16 0,7 7-1024 0,1 2-208 16,-1-3-32-16,0 5-16 0,-1 2-480 0,1 1-112 15,-1-1 0-15,1 0-16 0,-2 0-336 0,3 0-64 16,-2 0-16-16,1 0 0 0,-2-2-208 16,0-2 128-16,-1-1-128 0,0-3 0 0,-4-5 128 0,0 0-128 15,0 0 0-15,0 0 0 0,0 0 0 0,0 0 0 16,0 0 0-16,0 0 0 0,0 0 0 0,2-8 0 16,-1 0 0-16,1 0 0 0,0-1 0 0,0 0 0 0,1 0-144 15,1 0 144-15,1 0-192 0,2-2 192 0,0 1-208 16,5-2 80-16,1 2-16 0,3-3 0 0,1 1 0 15,2 1 0-15,2 1 16 0,0 1 0 0,1 1 0 0,-1 3 0 16,0 0 128-16,-1-2-128 0,-2 2 128 0,-1 4-128 16,-3-2 128-16,-1 3 0 0,-2 3 0 0,-2-2 0 15,-9-1 0-15,0 0 192 0,6 5-32 0,-6-5-16 16,3 8 32-16,-3 2 0 0,-3 2 0 0,-3-1 0 0,-2 0-16 0,-1 2 0 16,-2 2 0-16,1-2 0 0,-2 1-160 15,2 2 128-15,1-2-128 0,1-1 128 0,1-3-128 0,2 1 0 16,1-2 0-16,2 0 0 0,0-2-144 0,2-1-16 15,0-6 0-15,0 0 0 0,0 0-176 0,0 0-48 16,7 4 0-16,1-4 0 16,-1-1-256-16,2-2-64 0,2-1-16 15,-1-2 0-15,1-5 208 0,2 0 32 16,-1-4 16-16,1 2 0 0,-2 0 128 0,1 0 16 0,0-1 16 0,-2-1 0 0,2 4-16 16,-3-2-16-16,0 0 0 0,-2 2 0 0,-2 3-16 0,-1 2 0 15,-4 6 0-15,0 0 0 0,0 0 352 0,0 0 208 16,0 0-16-16,0 0-16 0,0 0 272 0,0 0 48 15,0 0 16-15,2 9 0 0,2 0-288 0,0 0-48 16,1 2-16-16,2 0 0 0,1 1-160 0,1-1 128 16,3-1-128-16,1-1 128 0,0-1-128 0,1-1 0 15,2-4-160-15,1 1 160 0,0-1-192 0,1-2 192 16,-1-1-208-16,0-2 80 0,-3-5 128 0,2 1-208 0,1-2 80 0,0-1 128 16,-2-2-192-16,1-1 192 0,-3-2-160 15,1-4 160-15,-2 0 0 0,0-1-144 0,-2-3 144 0,1-1 0 16,-1-3-160-16,-1 0 160 0,0-4-192 0,-1-2 192 15,-1 1 0-15,-2 1-128 0,0 1 128 0,-2 1 0 16,-3-1 0-16,-2 6 224 0,0 3-32 0,-1 4-16 16,-1 3 336-16,0 4 80 0,-1 3 16 0,0-1 0 15,0 5-48-15,5 2-16 0,-5 0 0 0,-1 5 0 16,1 3-320-16,1 2-64 0,2 3-16 16,-1 0 0-16,0 4-144 0,1 1 0 0,-1 2 0 0,2 3 128 0,0 3-128 15,1 3 0-15,-3 0 0 0,2 2 0 0,1 2 0 16,0-3 0-16,0 0 0 0,1-2 0 0,0 1-176 15,1 0-64-15,-1-6-16 0,0 1 0 16,0-2-1888-16,1-3-384 0,0-2-80 0,-2-2-18848 16</inkml:trace>
  <inkml:trace contextRef="#ctx0" brushRef="#br0" timeOffset="-189911.52">18697 6828 18431 0,'0'0'1632'0,"0"0"-1312"0,5-6-320 0,3-1 0 0,1 7 6544 0,3-4 1248 16,2 2 240-16,1-4 48 0,2 2-5200 0,2 1-1024 16,0 0-224-16,2 0-32 0,1 2-784 0,0 1-160 15,1 1-16-15,-1 2-16 0,0 0-256 0,0 2-48 16,0 3-16-16,-5-2 0 0,0 2-144 0,0 0-32 0,-1 1 0 0,-1 3 0 16,1-2-128-16,-2 0 0 15,-1 1 0-15,-1 1 0 0,-1-1 0 0,-2 1-176 16,0 1 48-16,-1-4 0 15,-4-1-1216-15,-1 1-224 0,-1-2-48 0,0-1-16 16,-2-6-2496-16,0 7-496 0</inkml:trace>
  <inkml:trace contextRef="#ctx0" brushRef="#br0" timeOffset="-189787.84">19123 6648 26719 0,'0'0'1184'0,"0"0"240"0,0 0-1136 0,0 0-288 0,6 0 0 0,2 0 0 0,1 0 736 0,2 2 96 15,-1 0 0-15,3 3-13568 16</inkml:trace>
  <inkml:trace contextRef="#ctx0" brushRef="#br0" timeOffset="-189284.81">19526 6760 21183 0,'0'0'1888'0,"0"0"-1504"16,0 0-384-16,0 0 0 0,0 0 4992 0,-4 6 912 15,-3 0 192-15,1 1 48 0,-2-1-2992 0,-1 2-592 16,-3 1-112-16,-1 2-16 0,-1-1-1088 0,-1 2-224 15,0 1-32-15,0 0-16 0,0 0-416 0,2 1-80 16,1-1 0-16,-1 2-16 0,0 0-432 0,5-1-128 16,3-2 0-16,2 1 0 0,1-1 0 0,2 0 0 15,1-1 0-15,2-3 0 0,3 0-304 0,2-1 48 0,-2-3 0 0,4-1 0 32,-3 0-128-32,3 0-32 0,-1-2 0 0,2-1 0 0,2-3 16 0,0-1 0 0,1-2 0 0,0-2 0 15,1 0 64-15,1-1 16 0,0-4 0 16,-1 0 0-16,1 0 80 0,0-1 32 0,-1 1 0 0,5-6 0 15,-2 4 208-15,-6 6 0 0,-2-2 0 0,-1 5 0 16,-2 0 0-16,0 4 256 0,-7 2-16 0,0 0-16 16,0 0 368-16,0 0 80 0,6 8 16 15,-2 2 0-15,-1-3-208 0,-1 0-32 0,1 3-16 0,-1 1 0 16,0 1-176-16,-1 0-48 0,0 0 0 0,1-1 0 16,-1 4-208-16,1-2 144 0,1 0-144 0,0-4 128 15,-1-1-128-15,1-2 0 0,-3-6 0 0,0 0 128 0,3 5-128 0,-3-5 0 16,0 0 0-16,0 0 0 0,0 0 0 15,5-1 0-15,-1-3 0 0,1 0 0 0,0-2 0 0,2-1 0 16,0-3 0-16,3-3 0 0,-1 0 0 0,2 0 0 16,2-4 0-16,6-3-176 0,0-2 32 15,2 1 0-15,3 0 0 0,-1 3 0 0,-2 1 144 0,-2 4-160 16,-4 4 160-16,-1 2-160 0,-1 2 160 0,-1 3 0 16,0 2 0-16,-3 2 0 0,-1 2 160 0,-2 3 64 15,2 0 16-15,0 5 0 0,-2-1-80 0,1 2-16 16,-1 2 0-16,2 1 0 0,-1 2-144 0,-1-2 0 15,1 1 0-15,-1 1 0 0,1 0-320 16,-1 1 64-16,1 0 16 0,1 1-16816 16,-2-1-3360-16</inkml:trace>
  <inkml:trace contextRef="#ctx0" brushRef="#br0" timeOffset="-188000.82">20876 7106 24879 0,'3'-7'2208'0,"0"-2"-1760"15,-1 0-448-15,2-3 0 0,0-1 3264 0,0-1 576 16,-1-2 128-16,-1 1 0 0,1 0-1232 0,-2 1-256 16,0 0-48-16,-1-5-16 0,-1 2-1168 0,-2 2-224 15,1-1-64-15,-1 3 0 0,-3 0-416 0,-1 3-96 16,-2-2 0-16,0 3-16 0,-3 2-208 0,-1 3-32 16,-1 2-16-16,-2 2 0 0,-1 2-48 0,-1 4 0 0,-2 0 0 0,2 3 0 15,1 3-128-15,0 1 0 16,-1 0 0-16,4 1 0 0,2 1 0 0,4-1 0 15,3 0 0-15,4-1 0 0,2 0-288 0,3-1-32 16,2 0-16-16,5-3 0 16,1 0-416-16,2-5-80 0,3-1 0 0,1-2-16 15,2-2 80-15,1-2 0 0,-1-1 16 0,3-2 0 16,0-3 240-16,0 1 32 0,-2-3 16 0,0 0 0 0,-1-1 176 0,-1-3 32 16,0-1 16-16,-1-3 0 0,0 1-32 0,-2-2-16 0,-3 0 0 0,1-3 0 15,-2 3-112 1,-2-3-32-16,-1 3 0 0,-2-1 0 0,-2 1 432 0,-1 1-128 0,-1 3 128 0,-3 3 0 0,-2 5 464 15,0 2 176-15,2 6 48 0,0 0 0 16,-5-6 432-16,5 6 96 0,-7 2 0 0,0 3 16 0,2 4-464 0,0 4-80 16,0 0-32-16,0 3 0 0,1 1-368 15,1 2-80-15,2 2-16 0,1 1 0 0,1 0-32 0,2 2-16 16,1 1 0-16,2-4 0 0,1-1-144 0,-1 0 160 16,5-2-160-16,-1-2 160 0,0-2-160 0,2-1 0 15,0-1 0-15,1-3 0 0,0-4 0 0,1-1-144 16,1-4 144-16,-1-2-208 0,0-1-48 0,1-1 0 15,-1 0 0-15,0-5 0 0,1 0 0 0,-2-3 0 16,0-2 0-16,-1-1 0 0,-1 1 0 0,1-4 0 16,-2 0 0-16,0-1 0 0,-1 1 64 0,-2-3 0 15,0 6 0-15,-2-4 0 0,-1 2 192 0,-3 3 0 16,-1 1 0-16,-1 4 0 0,-1 2 192 0,2 7 144 16,0 0 32-16,0 0 0 0,0 0 208 0,-7 2 64 15,0 2 0-15,2 1 0 0,0 5-320 0,1 5-48 16,2-1-16-16,0 2 0 0,1 1-128 0,2-1-128 0,2 1 192 15,1 0-192-15,2 2 128 0,2-4-128 0,0 2 0 0,1-2 0 16,3-2 0-16,1 0 0 0,0-6 0 0,1 3-144 16,1-1-48-16,-1-3-16 0,2-1 0 0,-1-2 0 15,1-3-16-15,-1-1 0 0,1-2 0 16,0-2 0-16,-2-2 16 0,0 0 0 0,-1-3 0 0,1 0 0 16,-1-2 16-16,-2-1 0 0,1-1 0 0,0-2 0 0,1 1-80 0,-1-2-16 15,-1-2 0-15,0 2 0 16,-2 1-48-16,-1-1-16 0,-2 1 0 0,-2 2 0 15,-1 2 176-15,-2 3 48 0,-1 2 0 0,0 7 0 16,-4-8 368-16,1 3 80 0,3 5 0 0,0 0 16 16,-6 2 240-16,-1 0 32 0,1 2 16 0,1 3 0 0,-2 2-320 0,2 1-64 15,1 3-16-15,1 0 0 16,2 4-96-16,1-3-128 0,0 1 176 0,3 0-176 16,2 1 144-16,3 0-144 0,0-2 0 0,2-1 144 0,3 0-144 0,1 0 0 15,1-4 0-15,0 0 0 0,1-2 0 16,1-2 0-16,1 2 0 0,0-6 0 0,1-1 0 0,0-1 0 15,1-2 0-15,-1-1 128 0,0-1-128 16,-1 0 0-16,0-3 0 0,0-3 0 0,1 0-192 0,-1-4 192 16,-1 1-192-16,0-2 192 0,-2-2-256 0,1 0 64 15,-2-3 0-15,1 0 16 0,-3 2 0 0,-2-1 0 16,-1 2 0-16,-2 1 0 0,-4 1 176 0,-1 1-128 16,-4 2 128-16,0 3-128 0,-2 5 256 0,-3 3 64 15,-2 0 16-15,-1 2 0 0,-1 2 224 0,1 2 32 0,-2 2 16 16,3 2 0-16,-1 4-224 0,2-1-32 15,3 2-16-15,1 2 0 0,3 2-208 0,2 1 128 16,3 0-128-16,2-1 0 0,5 0 0 0,2-1 0 16,2-2-128-16,4 0 128 15,1-1-944-15,4-1-80 0,2-3 0 0,3-2-16 16,3-3-1488-16,2-2-288 0,3-2-64 0</inkml:trace>
  <inkml:trace contextRef="#ctx0" brushRef="#br0" timeOffset="-187768.68">22977 6371 51263 0,'0'0'2272'0,"-5"-2"464"0,-2 1-2192 0,7 1-544 15,0 0 0-15,-7 3 0 0,1 0 1008 0,-1 4 80 16,0 2 32-16,0 5 0 0,1 3-384 0,0 6-80 16,1 0-16-16,1 3 0 0,-1 0-448 0,0 4-192 15,0-1 128-15,1 1-128 0,0 2 0 0,2 1 0 16,1 0 0-16,1 1 0 0,0-2 0 0,1-5 0 15,1 0-192-15,0-4 192 16,2-1-1216-16,-1-1-112 0,-2-3-16 0,0-1-16 16,-1-4-1648-16,0-2-336 0,0-3-64 0,2 2-16512 0</inkml:trace>
  <inkml:trace contextRef="#ctx0" brushRef="#br0" timeOffset="-187395.78">22739 6783 22111 0,'0'0'976'0,"0"-7"208"0,0-2-944 0,2 1-240 15,0 0 0-15,2 2 0 0,1-2 5984 0,3 0 1152 0,1-2 224 16,3 3 64-16,2 1-4592 0,3-1-912 16,3 2-176-16,3 0-32 0,2-1-1072 0,3 1-192 0,0 1-64 0,2 2 0 15,0 0-112-15,-1 4-16 0,-3 0-16 0,-3 1 0 16,-2 0-32-16,-2-1 0 0,-5 2 0 0,-1 3 0 16,-3 0-32-16,-2 5-16 0,-3-3 0 0,-2 6 0 0,-4-2-32 0,-1 1 0 15,0 3 0-15,-2 1 0 0,-3-1-80 16,2 0-48-16,-1 0 0 0,0 0 0 15,1-1 0-15,1-2 0 0,2-2 0 0,-1-2 0 0,2 1 0 16,2-2 0-16,-1-9 0 0,5 9 0 16,1-3 0-16,0 0 0 0,2-4 0 15,2 1 0-15,5-3 0 0,-1 0-128 0,-1-3 128 0,1 1-160 0,1-2 160 16,-1-3-208-16,-2-1 80 0,1 0 128 0,-3 2 0 0,-1-1 0 16,1 0 0-16,-4-1 0 0,-1 0 0 15,-1 0-176-15,-1-1 48 0,-2 0 0 0,-2-2 128 0,-2 4 0 16,-1-3 0-16,0 1 0 0,-2-1 0 0,-2 2 0 15,-1-2-144-15,-3-1 144 16,0 2-736-16,-1-3-80 0,-2 3-16 16,-2 1-15808-16,-1 2-3152 0</inkml:trace>
  <inkml:trace contextRef="#ctx0" brushRef="#br0" timeOffset="-186802.97">23943 6623 35007 0,'0'0'1552'0,"0"0"320"0,0 0-1488 0,0 0-384 0,14-1 0 16,-3 0 0-16,-11 1 4368 0,0 0 816 0,0 0 144 15,-4 12 48-15,1-3-3648 0,-1 6-704 0,0 4-160 0,-1 0-32 16,2 3-512-16,1 1-96 0,-1-1-32 0,2 4 0 16,1-3-192-16,1-2 0 0,0-1 0 0,1-6 0 15,-1-1 0-15,0-1 0 0,1-2 0 0,-1-2 0 16,-1-8-880-16,0 0-112 0,0 0-32 0,0 0 0 15,0 0-2336-15,0 0-480 0,0 0-80 0</inkml:trace>
  <inkml:trace contextRef="#ctx0" brushRef="#br0" timeOffset="-186667.61">23925 6550 36863 0,'0'0'3264'0,"-3"-3"-2608"0,3 3-528 0,0 0-128 0,-3-7 2256 0,3 7 432 16,0 0 64-16,0 0 32 15,0 0-2784-15,0 0-512 0,0 0-128 0,0 0-32 16,8 3-3872-16,1 2-768 0</inkml:trace>
  <inkml:trace contextRef="#ctx0" brushRef="#br0" timeOffset="-185633.1">24102 6652 10127 0,'0'0'448'0,"0"0"96"0,0 0-544 0,4 11 0 16,0-4 0-16,0 4 0 0,-1-2 7904 0,0 1 1472 15,0 2 288-15,-1 0 64 0,1 2-5824 0,1 1-1184 0,0 0-224 16,0 2-64-16,-2-3-1232 0,1 2-256 15,1 0-48-15,0-2-16 0,0-1-496 0,-2-1-80 16,2 0-32-16,0-2 0 0,0-1-144 0,-4-9-128 16,4 7 192-16,-4-7-192 0,0 0 160 0,0 0-160 15,0 0 128-15,0 0-128 0,0 0 0 0,0 0 128 16,0 0-128-16,6-4 0 0,0-3 0 0,-1 1 0 16,-1-2 128-16,0-3-128 0,0-2 0 0,1-1 0 0,0-2 0 0,0 2 0 15,2-4 0-15,2 0 0 0,0 1-128 16,1-2 128-16,1-1 0 0,-1-1-176 0,1 1 176 15,-1 2-128-15,1 4 128 0,-2 2 0 0,0 3-144 0,-1 2 144 16,-2 1 0-16,1 3 0 0,-7 3 0 0,0 0 0 16,0 0 0-16,6 1 0 0,1 5 0 0,-1 1 0 0,-1 1 0 15,1 3 192-15,-2 3-192 0,-1 3 192 0,3 2-192 16,-1 2 160-16,-1-1-160 0,0 1 160 0,-2 0-112 16,1-1-48-16,0 0 0 0,-1 0 0 0,1-1 0 15,-1-5 0-15,1 0 0 0,2-1 0 0,-2-6 0 0,1 1 0 16,-4-8 0-16,4 5 0 0,-4-5 0 0,0 0 0 15,0 0 0-15,0 0 0 0,0 0 0 0,0 0 0 16,7-1 0-16,-1-3 0 0,-2-2 0 0,-1-1 0 16,1-3 0-16,0-1 0 0,1 1 0 0,1-2 0 15,0-1 0-15,2-1 0 0,0-1 0 0,1 1 0 16,1-3 0-16,2-2 0 0,1-1 0 16,2 3 0-16,0-6 0 0,2 3 0 0,0 3 0 0,0 0 0 15,1 4 0-15,-1 1 0 16,-1 2-512-16,-2 2-112 0,-1 0-16 0,-1 3 0 15,-3 2-896-15,-1 3-176 0,-8 0-32 0,8 7-16 16,-3 1-1344-16,-1 4-272 0,-2 2-48 0,0 3-16 16,-2 1-1232-16,0 3-240 0,0 1-48 0,-3 2-16 15,1-6 3184-15,-1 1 624 0,-2 0 128 0,1-1 16 0,1 0 3216 0,1-4 640 0,-1-2 128 16,2 0 32-16,1-3 1120 0,0-1 240 0,0-8 32 16,0 0 16-16,0 0-1744 0,0 0-352 0,6 5-64 0,-6-5 0 15,7 0-960-15,2-2-176 0,1-4-32 16,1 1-16-16,0-1-496 0,1-4-112 0,1 0 0 0,0-2-16 15,0-1-224-15,2-2-32 0,-2-2-16 0,0 0 0 16,0-2-160-16,-2 0 0 0,0-2 0 0,-2 1 128 0,0 4-128 16,-2 1 0-16,-2 3 0 0,-1 3 0 15,-2 2 0-15,-2 3 0 0,0 4 0 0,-6-3 0 0,-2 6 160 16,-1 1-160-16,-3 5 192 0,-1 4-192 0,0 2 160 16,3 4-160-16,1-6 128 0,-1 5-128 0,1 1 0 0,3 1 128 15,1 0-128-15,1-1 0 0,1 1 0 0,2-3 0 16,1 0 0-16,2-2 0 0,4 0-128 0,0-4-64 15,2 0-16-15,1-2 0 16,4-1-224-16,0-2-32 0,1-2-16 0,1-1 0 0,0-6 64 16,1 0 16-16,-2 2 0 0,1-5 0 0,-2-1 208 0,-3 1 64 15,3-4 0-15,-1 0 0 0,0-3 128 0,-2-1 0 16,1 1 0-16,-1-6 0 0,0 1 0 16,1-3 128-16,-1 2-128 0,3-5 128 0,-2 2 32 0,-2 0 16 15,-1 2 0-15,-2 5 0 0,-2 3 192 0,0 3 32 16,-3 2 16-16,2 2 0 0,-3 5 0 0,0 0 0 15,0 0 0-15,0 0 0 0,0 0-160 0,3 8-48 16,-2 1 0-16,0 1 0 0,-1 4-208 0,3 1 144 16,-2 5-144-16,2-3 128 0,-1 0-128 0,2 1 0 15,0 0 0-15,1-2 0 0,1-2 0 0,0 0 0 16,1-2 128-16,0-1-128 0,1-5 0 0,0 1 0 16,-1-2 0-16,0-1 0 0,1-3 0 0,1-1 0 0,1-1 128 0,-1-2-128 15,0-1 0-15,0-2 0 0,-1-1 0 0,1-2 0 16,0-1 0-16,1-2 0 0,0-1 0 15,-1-3 0-15,0 1 0 0,1-6-176 0,1-1 48 0,-1-1 0 16,1 3-768 0,-1-1-160-16,-2 1-32 0,0 2 0 0,-1 0-1856 15,-1 1-384-15,-4 4-80 0</inkml:trace>
  <inkml:trace contextRef="#ctx0" brushRef="#br0" timeOffset="-185352.01">25376 6783 34671 0,'0'0'1536'0,"0"0"320"0,0 0-1488 0,6 6-368 0,1-1 0 0,0-2 0 0,4-2 2112 0,-2-2 368 16,0-2 64-16,2-2 16 0,0-1-576 0,2-2-128 16,2-3 0-16,0 1-16 0,2-1-1024 0,-1 0-208 15,-3-2-32-15,1-3-16 0,-1 0-256 0,0 1-48 16,-1-1-16-16,-3-2 0 0,0 3-112 0,-1 5-128 16,-3 0 176-16,-1 2-176 0,-2 0 208 0,-4 4-64 15,2 4-16-15,0 0 0 0,-8 0 240 0,-1 7 32 16,-1-2 16-16,-2 5 0 0,-1 1-160 0,0 6-48 15,1-2 0-15,1 3 0 0,-1 1-48 0,1 2-16 16,2-2 0-16,3 1 0 0,1-1-144 0,2 0 0 16,2 0 0-16,2-3 128 0,2-2-272 0,0-1-64 0,3 0-16 15,2-4 0 1,3-1-944-16,1-1-192 0,0-3-48 0,2-2 0 16,0-2-704-16,3 0-128 0,2-5-48 0,-1 0 0 15,0-2-1984-15,6-2-400 0</inkml:trace>
  <inkml:trace contextRef="#ctx0" brushRef="#br0" timeOffset="-184747.99">25863 6584 35471 0,'-6'-11'1568'0,"3"5"336"0,0 1-1520 0,1 0-384 0,2 5 0 0,0 0 0 16,0 0 3008-16,0 0 544 0,0 0 96 0,0 0 32 15,0 0-1696-15,0 0-352 0,-3 6-64 0,1 2-16 16,0 4-816-16,1 1-160 0,-2 1-48 0,2 2 0 16,0 1-160-16,1 0-48 0,0 0 0 0,1 0 0 0,0 2-128 15,2 0-16-15,1-2-16 0,0 0 0 0,0-2-160 0,0 0 160 16,0-2-160-16,1-4 160 0,1-1-160 0,1-2 128 15,-7-6-128-15,0 0 128 0,8 4-128 0,-1-1 0 16,-7-3 0-16,0 0 128 0,0 0-128 0,8-4 0 16,-1-2 0-16,-2 0 0 0,-1-2 0 0,0-4 0 15,0 2 0-15,1-2 0 0,0-1 0 0,0 1 0 16,1-1 0-16,0-1 0 0,2-2 0 0,1-2-144 16,0 1 0-16,2 2 0 15,0 0-576-15,4 0-112 0,2 2-32 0,2 0 0 16,-1-4-448-16,3 0-96 0,3 0 0 0,-1 1-16 15,1 3 464-15,-1 3 80 0,2 0 32 0,-3 1 0 16,0 1 128-16,-1 2 16 0,-4 1 16 0,-1 2 0 0,-3 2 1216 0,-4 0 240 16,-1 1 64-16,-8 0 0 0,0 0 480 0,0 0 96 15,0 0 32-15,0 0 0 0,0 0-432 0,-3 5-96 16,-2 3-16-16,-3-1 0 0,-1 0-416 0,-3-1-96 0,-1 1 0 16,-1 1-16-16,-2 1-192 0,1 1-48 15,-2 2 0-15,1-4 0 0,0 1-128 0,2-1 0 0,0 0 144 16,1-1-144-16,1 3 0 0,3-3 0 0,1 3 0 0,1-4 128 15,2 1-128-15,5-7 0 0,-2 5 0 0,2 1 0 16,1 1 0-16,3-1 0 0,1 1 0 0,3-1-128 16,1 0 128-16,3-1-208 0,1 0 80 0,2-1 128 15,2-1-224-15,2 3 80 0,0-2 16 0,2 3 0 16,1-4-16-16,-1 3 0 0,-1-1 0 0,-4 0 0 16,-1 3 0-16,-2 0 0 0,-3 0 0 15,-1-2 0-15,-2 1 144 0,-2-1-128 0,-5-6 128 0,1 9-128 0,-2 0 128 16,-1 0 0-16,-4 1 0 0,0-3 0 0,-3 0 0 15,-3-1 176-15,-2 1-176 0,-2-1 192 0,-1 0-192 16,-1-1 192-16,-2 0-192 0,1-1 192 16,-2-1-192-16,0-1-192 0,0-2 32 0,2 0 16 15,-1-1-1952-15,3 0-384 0,3 1-80 16,2-4-19616-16</inkml:trace>
  <inkml:trace contextRef="#ctx0" brushRef="#br0" timeOffset="-184562.1">26537 6522 23039 0,'0'0'2048'0,"0"0"-1648"16,1 6-400-16,-1-6 0 0,0 0 6752 0,-1 7 1264 16,0 1 256-16,0 2 48 0,-2-2-5792 0,0 2-1168 15,1 2-224-15,-1 0-48 0,-1 1-576 0,2 1-128 16,-1 1 0-16,0 0-16 0,1 2-368 0,0-1 0 16,1-1 0-16,2 2 0 0,-1-2-224 0,0-2-112 15,0 0-32-15,0-3 0 16,0 1-1648-16,2-5-336 0,-1 2-64 0,-1-8-20432 0</inkml:trace>
  <inkml:trace contextRef="#ctx0" brushRef="#br0" timeOffset="-184446.71">26568 6299 27647 0,'0'0'1216'0,"4"-9"256"0,-1-2-1168 0,2 1-304 0,2 1 0 0,1-2 0 16,-1 0-1184-16,4-2-288 0</inkml:trace>
  <inkml:trace contextRef="#ctx0" brushRef="#br0" timeOffset="-184016.34">26729 6196 18431 0,'0'0'1632'0,"0"10"-1312"16,-1 1-320-16,1 0 0 0,-2 2 5792 0,4 2 1088 16,-1 0 224-16,0 2 32 0,0 3-3984 0,1-2-784 15,-1 3-176-15,0 3-16 0,1 2-1104 0,-1 2-224 16,0 2-32-16,-1 0-16 0,0-1-368 0,0-2-80 15,0 2-16-15,2-2 0 0,-2-1-128 0,0 1-16 16,1-3-16-16,-1-2 0 0,0-1-176 0,0-2 192 16,0-5-192-16,0-2 192 0,1-2-192 0,-1 1 128 15,0-5-128-15,0-6 128 0,0 0-128 0,0 0 0 16,0 0 0-16,0 0 0 0,0 0 0 0,0 0-192 16,0 0 32-16,0 0 16 0,4-10-112 0,0-1-32 15,0 1 0-15,2 1 0 0,0-2 16 0,0 2 0 0,3-3 0 0,2 1 0 16,0-5 32-16,2 3 16 0,1 0 0 0,0 0 0 15,1 1 96-15,2 2 128 0,0 1-208 0,2-1 80 16,-1 3 128-16,-2-3 0 0,-1 4-144 0,1 2 144 16,-3 4 0-16,-1 0 0 0,-2 0 0 0,2 1 0 0,1 2 0 15,-1 1 0-15,-2 0 0 0,-1 2 128 0,-1 6-128 16,-2-4 192-16,-2 4-192 0,-2-3 192 0,-5 2-32 16,-1 1 0-16,-1 1 0 0,-3 2 0 0,-2-2-32 15,-2 1 0-15,-1 2 0 0,-1-3 0 0,-2 0-128 16,0 0 160-16,2-2-160 0,-6 4 160 0,2-3-160 15,1-2-192-15,0-1 32 0,3-1 16 16,1-3-848-16,1-1-160 0,0-1-48 16,5-3 0-16,0 0-1504 0,7 0-304 0,0 0-64 15,0 0-16256-15</inkml:trace>
  <inkml:trace contextRef="#ctx0" brushRef="#br0" timeOffset="-183817.42">27184 6536 37663 0,'0'0'1664'0,"0"0"352"0,0 0-1616 0,0 0-400 15,0 0 0-15,2 11 0 0,1-4 2752 0,-2 2 480 16,2 1 96-16,-3 0 0 0,0 0-1696 0,0 4-352 16,0 0-64-16,0 2 0 0,-1-1-848 0,-1 2-176 15,1-1-16-15,0-1-16 0,1 2-160 0,0-2 0 16,0-1 0-16,0-1 0 16,0 0-752-16,0-2-176 0,0-1-32 0,1-2-16 15,-1-8-1616-15,0 0-320 0,0 0-64 0,0 0-16736 0</inkml:trace>
  <inkml:trace contextRef="#ctx0" brushRef="#br0" timeOffset="-183650.47">27296 6202 44351 0,'0'0'1968'0,"0"0"400"0,0 0-1904 0,1-6-464 0,1-2 0 0,-1 2 0 0,-1 6 1040 0,0 0 112 16,0 0 32-16,0 0 0 0,5-7-496 0,-5 7-112 15,0 0 0-15,8 1-16 16,0 2-2032-16,-2 1-384 0,-6-4-96 0,8 6-16 16,1 3-2224-16,-1-2-448 0</inkml:trace>
  <inkml:trace contextRef="#ctx0" brushRef="#br0" timeOffset="-183283.23">27471 6367 40831 0,'0'0'1808'0,"0"9"368"0,-2 2-1728 0,1-1-448 0,-2 1 0 0,2 5 0 0,-1-2 2272 0,-1 5 368 16,-1 1 80-16,0 1 16 0,0-1-960 0,0 2-192 16,0 0-48-16,2 0 0 0,-1-1-960 0,2 1-192 15,1-2-32-15,0-1-16 0,0 0-160 16,1-1-48-16,2-1 0 0,1-1 0 0,-2-6-128 0,1 3 0 16,1-4 144-16,0-1-144 0,1-3 0 0,0 0 0 15,2 1 0-15,0-4 128 0,-7-2-128 0,10-1 0 16,-1-2 0-16,0-1 0 0,0-1-128 0,0-1 128 0,0-2-128 0,0-1 128 15,0-3-192-15,2-2 64 0,-2-1 0 16,1-2 0-16,1 2-80 0,-1-1-16 0,1-2 0 0,-1 1 0 16,1 0 32-16,-2 1 16 0,-1 2 0 0,-1 4 0 15,0-4 176-15,-2 7 0 0,0 0 0 0,-1 2 0 16,0-2 144-16,-4 7 16 0,0 0 0 0,0 0 0 0,0 0-16 16,0 0 0-16,4 10 0 0,-1 0 0 15,-2 2-144-15,0-1 0 0,1 0 0 0,-1 1 0 0,-1 1 0 16,0 1 0-16,0 0 0 0,0 2 0 15,0-2-256-15,0 2-144 0,-1-4-32 16,1 1 0-16,2-2-1312 0,-2 0-272 16,-1-2-48-16,0-4-20528 0</inkml:trace>
  <inkml:trace contextRef="#ctx0" brushRef="#br0" timeOffset="-183117.94">27790 6346 11967 0,'0'0'1072'0,"1"-8"-864"15,1 0-208-15,0 0 0 0,2 0 7552 0,0 2 1456 16,1-1 288-16,-1 1 64 0,1-1-6608 0,2 1-1312 16,1 2-272-16,1-3-48 15,0 4-1488-15,3 0-288 0,-1-4-64 0,4 4-13568 16,2 0-2720-16</inkml:trace>
  <inkml:trace contextRef="#ctx0" brushRef="#br0" timeOffset="-182926.45">28082 6196 24879 0,'0'0'2208'0,"0"0"-1760"15,0 0-448-15,0 0 0 0,0 0 5184 0,0 0 960 16,-5 5 192-16,1 2 48 0,1 2-3664 0,-1 2-736 0,-1 0-128 0,0 3-48 16,1 4-816-16,0-1-160 0,-1 4-48 0,1 3 0 15,0 2-432-15,3 2-96 0,1-1 0 0,-1 0-16 16,-2-1-240-16,2-1 0 0,2-2 128 0,-1 2-128 16,-3-4 0-16,2 1 0 0,0-1 0 0,-1-2 0 15,0 0-416-15,-1-1-80 0,1-2-16 0,-1 1 0 16,-1-7-1008-16,0 2-208 0,0-3-32 0,0-3-16 15,0 0-2384-15,-1 0-496 0,-1-2-80 16</inkml:trace>
  <inkml:trace contextRef="#ctx0" brushRef="#br0" timeOffset="-182698.3">27827 6580 18431 0,'3'-17'1632'0,"0"10"-1312"0,1 1-320 0,1 0 0 15,0 2 4912-15,5 0 912 0,-1-1 176 0,2 1 32 0,4 0-2496 0,-1 1-496 16,3 2-96-16,3-1-32 0,2-4-1472 0,0 5-288 15,-3-2-64-15,2 3-16 0,3 0-480 0,-1 3-80 16,-1-3-32-16,1 1 0 0,-3 2-144 0,0 1-16 16,-2 0-16-16,-2 1 0 0,-2 3-144 0,-3 1-32 15,-4 0 0-15,0 0 0 0,-2 0-128 0,-1 3 0 16,-1-2 0-16,-2 2 0 0,-1 3 0 0,0-1 0 16,0 0 0-16,0 1 0 15,0-5-592-15,-1 2-160 0,-1-2-16 0,1 1-16 16,0 0-2496-16,-2-3-496 0</inkml:trace>
  <inkml:trace contextRef="#ctx0" brushRef="#br0" timeOffset="-182519.76">28292 6344 45039 0,'0'0'1984'0,"0"0"432"0,0 0-1936 0,5-3-480 0,2-3 0 0,-1 4 0 16,-6 2 1120-16,8-3 128 0,0 2 32 0,0 1 0 0,1 0-512 0,0 1-112 15,0 2-16-15,1-1 0 16,2 2-1856-16,-1 1-368 0,-1 3-80 0,1 3-12720 16,0 2-2544-16</inkml:trace>
  <inkml:trace contextRef="#ctx0" brushRef="#br0" timeOffset="-182249.32">28557 6677 10127 0,'0'0'448'0,"6"-7"96"0,3 1-544 0,3-1 0 16,0 0 0-16,2-1 0 0,0 0 6768 0,2 1 1232 15,-2 0 256-15,1 0 64 0,0-5-4992 0,2 2-976 16,2-3-208-16,-1 1-32 0,-1 0-1184 0,0 2-224 16,0 0-64-16,-3-2 0 0,-2 0-304 0,-3 2-64 0,-4 0-16 0,-1 4 0 15,-1-1 224-15,-3 7 32 16,0 0 16-16,-8-1 0 0,-3 1 208 0,-2 3 32 16,-1 1 16-16,-3 5 0 0,-3 3-288 0,-2 2-64 15,1 2-16-15,2-2 0 0,1 1-112 0,2 1-32 16,3 0 0-16,1 2 0 0,3 2-272 0,3-5 0 15,2 1 128-15,4-2-128 0,2 1 0 0,4-1 0 16,0 0-176-16,4-2 176 16,2-3-928-16,3-1-80 0,1 0-16 0,4-2 0 15,2 2-1280-15,3-5-256 0,1 1-48 0,1-4-11856 0,2-3-2368 0</inkml:trace>
  <inkml:trace contextRef="#ctx0" brushRef="#br0" timeOffset="-181907.97">29180 6599 10127 0,'2'-19'896'0,"-2"12"-704"0,-1-3-192 0,0 1 0 0,-2-1 7728 16,-1 1 1504-16,-1 0 304 0,-1-2 64 0,-1 2-5696 15,1 1-1152-15,-5 2-240 0,1-1-32 0,-1 1-1200 0,1 1-224 16,-2 1-48-16,0 1-16 0,1-1-528 0,-1 3-96 16,0 1-32-16,0 0 0 0,-1 1-192 0,3 3-144 15,-1 0 192-15,2 1-192 0,0 0 0 0,1 1 0 16,5 0 0-16,-3 2 0 0,2 1 0 0,2 1 0 16,2 4 0-16,1-4 0 0,2 0 0 0,2 2 0 15,1-1 0-15,4-1 0 0,0 4 0 0,2 1 0 16,1 2 0-16,2-3 0 0,0 2 0 15,0-3 0-15,2 1 0 0,0 2 0 0,2 1 0 0,-1 0 0 16,0-1 0-16,0 1 0 0,1 0 0 16,-3-1 0-16,-1 0 0 0,-2-2 0 0,-1 2 0 0,-3-1 0 15,-3-2 0-15,-2 2 0 0,-3-5 0 0,-2-1 160 16,-1 2-160-16,-4-2 192 0,-1 1-144 0,-4-3-48 16,-2-1 0-16,-1 1 0 0,-2-3 0 0,-1-2 0 15,0 0 0-15,0-2 0 0,0-2 0 0,0 1 0 0,0 0 0 16,0-3 0-16,2 0 0 0,-2-1 0 0,-4-2 0 15,1-1 0 1,0 0-624-16,-3 1-112 0,-1-2-32 0</inkml:trace>
  <inkml:trace contextRef="#ctx1" brushRef="#br0">29839 13820 0</inkml:trace>
  <inkml:trace contextRef="#ctx0" brushRef="#br0" timeOffset="-180698.78">25185 5940 18431 0,'-9'-4'816'0,"5"2"160"0,0-3-784 0,0-1-192 16,2 0 0-16,0-3 0 0,4-2 5600 0,0-2 1072 15,2 0 224-15,4-1 32 0,-1 1-4512 0,3-5-912 16,2-1-176-16,2 0-48 0,2-2-496 0,1 0-96 15,0-1-32-15,2 0 0 0,2 0-144 0,-1-2-48 16,0 1 0-16,3 2 0 0,-1 1-112 0,3 2-32 16,-2 1 0-16,4 0 0 0,1-2-176 0,3 2-144 15,-1 2 192-15,3 0-192 0,-1 3 128 0,2 3-128 16,0-2 0-16,0 3 0 0,-1 1 0 0,-2-1 0 16,-2 0 0-16,-2 1 0 15,0 2-896-15,-1-1-128 0,-2-1-16 0,-2 1-16 16,0-1-1712-16,-2 1-352 0,-5-1-64 0</inkml:trace>
  <inkml:trace contextRef="#ctx0" brushRef="#br0" timeOffset="-180398.54">25922 5268 28559 0,'0'0'1264'0,"-8"-2"272"0,0 1-1232 0,0 1-304 0,1-1 0 0,7 1 0 0,-7 1 4368 0,7-1 816 16,-5 1 176-16,5-1 16 0,0 0-3024 0,0 0-624 15,0 0-112-15,0 0-16 0,0 0-1040 0,9 7-208 16,1-2-32-16,1-1-16 0,1 1-112 0,1-2 0 15,1 1-16-15,0-2 0 0,1 2-176 0,-1-2 160 16,3 0-160-16,-1-1 160 0,-1 2-160 0,-1 0 0 16,2-1 0-16,0 1 0 0,1-1 0 0,-3 0 0 15,0-1 128-15,-1 2-128 0,-2-1 0 0,-2 2 0 16,-1 3 0-16,-3-2 0 0,0 1 0 0,-2 2 0 16,-2 0 0-16,-2 1 128 0,-2 2-128 0,-1 2 128 15,-2 0-128-15,-2 0 128 0,-1 4 0 0,-2-3 0 0,-2 2 0 0,0-2 0 16,0 0-128-16,2-1 0 15,1-1 0-15,1 0 0 0,0-3-144 0,1-1 144 16,2 0-192-16,1-2 192 16,1 1-2000-16,2 0-304 0,2 3-48 0,0-10-20240 0</inkml:trace>
  <inkml:trace contextRef="#ctx0" brushRef="#br0" timeOffset="-179582.03">26915 4892 18431 0,'2'-8'1632'0,"-1"-1"-1312"0,0 0-320 0,3-1 0 0,0-2 4576 0,-1 0 848 16,-1-1 160-16,-1-1 48 0,1-1-3328 0,-1 2-640 15,0 0-144-15,-1 0-32 0,0 0-336 0,-1 2-64 16,0-1 0-16,-2 0-16 0,-1 3-448 0,0-1-96 16,0 2-16-16,-1 0 0 0,-1 1-48 0,-1 3-16 15,1-1 0-15,-2 3 0 0,-1 0-128 0,0 2-16 16,-2 0-16-16,1 3 0 0,-3 1-160 0,1 5-128 16,0-1 144-16,1 4-144 0,-1 1 0 0,1 2 0 15,-2 3 0-15,3 3 0 0,1 1 0 0,1 3 0 16,1 3 0-16,1 0 0 0,2 2 144 15,1 0-144-15,2 2 128 0,1 0-128 0,0 2 144 16,1-1-144-16,1-2 160 0,0 0-160 16,0 1 144-16,-1-4-144 0,-1 0 128 0,0-2-128 0,0-3 0 0,0-2 128 15,0 1-128-15,-1-4 0 0,-1 1 0 0,1-5-256 0,1-1 48 0,-1-1 0 32,-2-2-1168-32,2-2-224 0,1-8-64 0,-3 7 0 15,-1-2-1472-15,4-5-288 0,-4 5-64 0,4 3-13824 0</inkml:trace>
  <inkml:trace contextRef="#ctx0" brushRef="#br0" timeOffset="-179114.09">26522 5188 21183 0,'0'0'944'0,"0"0"192"0,0 0-912 0,0-5-224 0,1 0 0 0,3-1 0 16,1 0 5408-16,1-1 1040 0,2 1 208 0,1-3 32 0,3 1-4480 0,1 0-896 15,-1 2-176-15,4-4-48 0,2 0-512 0,0 1-128 16,3 1 0-16,0 0-16 0,0 0-48 0,-2 3 0 15,1 3 0-15,-1-4 0 0,0 5-112 0,-2-2-16 16,-3 3-16-16,-1 3 0 0,-1 1 48 0,-2 3 16 16,-2-1 0-16,-2 3 0 0,0 2-32 15,-1-1 0-15,-1 0 0 0,0 3 0 0,-2 1-80 0,1 0 0 16,-1 0-16-16,1-1 0 0,0-1-176 0,-1 0 192 16,0-2-192-16,0-1 192 15,2-2-192-15,-4-7 0 0,3 6 144 0,-3-6-144 0,0 0 0 0,0 0 128 16,0 0-128-16,0 0 0 0,0 0 0 0,0 0 0 15,8-2 0-15,-2-4 0 0,-1 0-176 0,0-2 176 16,1-2-208-16,0-1 80 0,2 0 0 0,0 0 0 16,1-3 0-16,-1-2 0 0,1-2-16 0,-1-2 0 15,2 2 0-15,2-3 0 0,0 3 144 0,1 0-160 16,0 2 160-16,1 3-160 0,-1 3 160 0,-1 0-160 16,-2 4 160-16,-1 2-160 0,-1 4 160 0,-8 0 0 0,9 1 0 0,-1 5 0 15,-8-6 0-15,7 6 256 0,-1 1-48 0,-1 2 0 16,-1 0 0-16,0 3 0 0,-1 1 0 0,-1 0 0 15,0 4-64-15,-1-3-16 0,-1 2 0 16,0 1 0-16,-1-1-128 0,-1 0 0 0,1 0 144 0,1-2-144 16,-1-1 0-16,1-1 0 0,0 0 0 0,0-5-128 15,0-7-1088-15,0 0-224 0,0 0-32 0,0 0-16 16,4 6-2384-16,-4-6-480 0,0 0-80 0</inkml:trace>
  <inkml:trace contextRef="#ctx0" brushRef="#br0" timeOffset="-178962.94">27289 4896 12895 0,'-3'-10'576'0,"1"6"112"0,0-3-560 0,-1 1-128 0,2 3 0 0,1 3 0 0,0 0 6848 0,0 0 1344 15,0 0 272-15,0 0 48 0,0 0-5968 0,0 0-1200 16,0 0-256-16,0 0-32 16,0 0-2016-16,8 10-384 0,-2 4-96 0,1-1-16 15,-1-2-2000-15,-1 1-416 0,2 4-80 0</inkml:trace>
  <inkml:trace contextRef="#ctx0" brushRef="#br0" timeOffset="-178530.17">27478 5037 15663 0,'0'0'1392'0,"0"0"-1120"15,0 0-272-15,3-5 0 0,-3 5 4688 0,0 0 880 16,0 0 192-16,0 0 16 0,-4-7-2288 0,0 5-464 16,4 2-80-16,-9 0-32 0,0 2-1104 0,-1-1-208 15,-1 3-64-15,-1 4 0 0,-1 3-720 0,-1 2-160 16,-2 1-16-16,2-1-16 0,1-1-240 0,1 1-64 0,2 1 0 0,2-1 0 15,3-1-192-15,1 0-128 0,3 1 128 0,2-4-128 16,1-1 0-16,4-1-192 0,2-1 32 16,2-2 0-16,3-1-416 15,3 0-64-15,1 0-32 0,1-6 0 0,3-1-784 0,1 0-144 0,1-2-48 16,-1-2 0-16,-1-1-112 0,0 0-32 16,0-3 0-16,-1-1 0 0,-2-4 576 0,0-3 128 0,-1 0 0 0,-1-1 16 15,-5 1-144-15,0-1-48 0,-1-1 0 0,-1-3 0 16,-2 1 1264-16,-1 0 320 0,0-1 16 0,-1 3 16 0,-1 3 992 0,-3 2 192 15,2 0 32-15,-2 4 16 0,-1 1-48 0,0 3 0 16,-1 2 0-16,1 7 0 0,0 0-144 0,0 0-48 16,0 0 0-16,0 0 0 0,0 0-512 0,0 0-96 15,0 0-32-15,0 8 0 0,0 3-384 0,-2 2-96 16,2 1-16-16,0 4 0 0,-1 3-208 0,0 2 128 16,-2 4-128-16,1-4 0 0,-1 3 0 0,-1-2 128 15,1 0-128-15,0 1 0 0,-1 0 0 0,1 0 0 16,2 1 0-16,1-4 0 15,-2-1-768-15,1-3-208 0,0-2-48 0,1-2 0 16,0-2-1344-16,0-2-288 0,0-2-48 0,1-2-16592 0</inkml:trace>
  <inkml:trace contextRef="#ctx0" brushRef="#br0" timeOffset="-178290.29">27579 5032 23039 0,'0'0'2048'0,"0"0"-1648"0,0 0-400 0,4-6 0 15,0 1 5120-15,-4 5 928 0,6-5 192 0,3 1 32 16,2-2-3712-16,3 0-736 0,2 2-160 16,1 1-16-16,0 0-784 0,1 0-160 0,1 2-16 0,1-2-16 15,0 3-224-15,-2 2-64 0,0-1 0 0,-1 3 0 16,0 1-176-16,-1 2-32 0,-2 0-16 0,-1 3 0 16,-3-3-160-16,0 4 160 0,-3 2-160 0,1 1 160 15,-3-1-160-15,1 2 0 0,-1-1 0 0,-1 2 0 16,-3-3 0-16,0 0 0 0,1-2-192 0,-1 1 192 15,-1-4-1280 1,0-2-128-16,0-6-16 0,0 0-16 0,0 0-1952 0,0 0-400 0,0 8-80 0</inkml:trace>
  <inkml:trace contextRef="#ctx0" brushRef="#br0" timeOffset="-178118.58">27958 4893 23039 0,'0'0'1024'0,"0"0"192"0,0 0-960 0,0 0-256 0,0 0 0 0,0 0 0 0,0 0 4368 0,0 0 832 16,0 0 176-16,5 10 16 0,2-5-4032 0,-1 4-800 16,2 3-176-16,4-2-16 15,2-2-2288-15,1 1-448 0,-2-1-80 0,0 1-32 16,1 1-1536-16,0 2-304 0,2-1-64 0</inkml:trace>
  <inkml:trace contextRef="#ctx0" brushRef="#br0" timeOffset="-177628.74">28189 5042 23199 0,'0'0'1024'16,"0"0"224"-16,0 0-992 0,0 0-256 0,0 0 0 0,0 0 0 0,0 0 3216 0,0 0 608 0,0 0 112 0,0 0 32 15,0 0-1344-15,0 0-256 16,0 0-48-16,-7 1-16 0,0 5-704 0,-1 1-160 0,-1 5-32 0,0 1 0 16,-2 0-576-16,1-1-112 0,-1 1-16 0,2 3-16 15,1-3-176-15,3 1-48 0,1-1 0 0,3 0 0 16,-2 0-464-16,3-5 128 0,2-2-128 0,-2-6 0 16,4 8 0-16,2-1-256 0,2-1 48 0,1 0 16 15,0-6-304-15,2 0-48 0,0-2-16 0,4 0 0 16,-1-4-48-16,0 1-16 0,-1-1 0 15,0-1 0-15,2-5 304 0,-1 1 64 0,0-2 16 0,-1 0 0 0,2-2 240 0,-1 1 0 16,-1 0-160-16,0-2 160 0,0-1 0 0,-1 1 0 16,-3 5 0-16,-2-1 0 0,-1 3 320 0,-1 4 0 15,-5 5-16-15,0 0 0 0,0 0 336 16,0 0 64-16,0 0 0 0,0 0 16 0,0 0-128 16,0 10-16-16,0 2-16 0,-1-1 0 0,0-1-240 0,-1-1-32 15,2 1-16-15,0 1 0 0,0-1-96 0,2-1-32 16,0-1 0-16,1-2 0 0,-3-6-144 0,5 7 0 15,-5-7 0-15,7 4 0 0,-7-4 0 0,7 2 0 16,0 1 0-16,1-3 0 0,1-3 0 0,0 0 0 16,-1-1-128-16,0-2 128 0,2 0 0 0,-1-1-144 0,-1 0 144 0,-1-4 0 15,2-2-128-15,0 0 128 16,1-3 0-16,2 2 0 0,0 0-128 0,0 2 128 16,-1 2 0-16,-2 3 0 0,-1-2 0 0,-1 4 0 15,-7 5 0-15,0 0 0 0,0 0 0 0,0 0 0 16,6 5 0-16,-1 1 144 0,-1 1 112 0,-1 2 0 0,1-1 16 0,-3 2 0 15,0 2-272-15,1 1 128 0,-1 0-128 0,2 0 0 16,-1-1 0-16,1 0 0 0,0-1 0 16,2 1-192-1,0 1-1296-15,0-2-256 0,-1-4-48 0,3 1-13984 0,0-1-2784 16</inkml:trace>
  <inkml:trace contextRef="#ctx0" brushRef="#br0" timeOffset="-177468.35">28803 5180 12895 0,'0'0'576'0,"1"8"112"0,-1-8-560 0,-4 9-128 0,1 2 0 0,-1 2 0 0,0-2 8496 0,1 1 1664 16,0 2 336-16,1 1 64 0,-1-1-7296 0,2 2-1440 16,-3-1-288-16,3 1-64 0,-1 1-1008 0,4-1-192 15,-4-3-32-15,2 1-16 16,0 2-896-16,2-2-176 0,-2-1-48 0,0-1-15456 16,0 0-3104-16</inkml:trace>
  <inkml:trace contextRef="#ctx0" brushRef="#br0" timeOffset="-176438.5">29232 4960 17503 0,'0'0'1552'0,"0"0"-1232"0,0 0-320 0,0 0 0 0,-4 9 6688 15,1 0 1280-15,2 3 256 0,0 4 48 0,-2-3-5264 0,1 4-1072 16,0-1-208-16,1 3-32 0,0 2-752 0,-1-2-160 15,2 2-16-15,0-1-16 0,2-1-368 0,-1-3-64 16,2-2 0-16,-1-3-16 0,1-1-48 0,1 0-16 16,0-2 0-16,0-1 0 0,-1-1-240 0,-3-6-288 15,7 4 64-15,0-4 16 0,0-2 208 0,0-1 0 16,-1-1 0-16,1 0-144 0,-2-4-96 0,0 0-16 16,1 1 0-16,1-5 0 0,-1 0 256 0,0-1-144 15,1 0 144-15,-2 0-128 0,0-1 128 0,2-2-192 16,-1-1 192-16,2-1-192 0,1-2 192 0,0 2-192 0,0 1 192 0,2-2-192 15,0 2 192-15,0 2-160 0,-2 4 160 16,0 4-160-16,0 1 160 0,-2 2 0 0,-7 4 0 0,0 0-128 16,9 4 320-16,-1 2 64 0,-2 3 0 0,-1 2 16 15,-1 0 96-15,-1 4 16 0,-2 3 0 16,1 0 0-16,-4 0-384 0,1 1 0 0,-2-2 0 16,1 0 0-16,-1 2 0 0,1-3 0 0,-1-1 0 0,2-2 128 15,-1-1 64-15,1-1 0 0,1-2 16 0,0-9 0 16,1 6-336-16,-1-6-80 0,0 0-16 0,4 5 0 15,-4-5 80-15,0 0 16 0,7 3 0 0,-1-2 0 0,1-2 128 0,-1-2-208 16,1 0 80-16,1-1 128 0,1-5-128 16,0-1 128-16,0 0 0 0,1-2 0 0,5-1-128 15,-2-2 128-15,0-2-160 0,1-2 160 0,2 1-240 16,1-1 48-16,0 2 16 0,-2-2 0 0,-3 4-16 16,1 2 0-16,-1 4 0 0,-2-1 0 0,-2 4 192 0,-1 1-160 15,-7 5 160-15,0 0-160 0,0 0 160 0,0 0 192 16,1 10-32-16,-1 2-16 0,-1 0 144 0,-2 2 32 15,-1 2 0-15,0 1 0 16,0-1-160-16,0 1-32 0,1 0 0 0,-1 2 0 16,1-4-128-16,0 1 0 0,2-2 0 0,2-2 128 0,2 0-128 15,0-2 0-15,1-2-160 0,-1-2 160 16,-3-6-464-16,8 4 0 0,0-2 0 0,1-2 0 16,-1-2-304-16,1 0-48 0,0-2-16 0,2-1 0 15,-2-2 112-15,1-5 16 0,1 1 0 0,-1-2 0 0,-1 1 256 0,0-1 48 16,0-1 16-16,1-2 0 0,-3-4 256 0,3 3 128 15,-1 3-128-15,-1 4 128 0,-1-2 0 0,0 4 144 0,-3 2 0 16,-4 6 0-16,0 0 432 0,0 0 96 16,1-6 16-16,-1 6 0 0,0 0 112 0,0 0 32 0,1 8 0 0,-1 3 0 15,0-2-448-15,0 1-64 0,-1 2-32 0,0 1 0 16,-1 0-288-16,1 3 0 0,1-3 128 0,0-2-128 16,0 2 0-16,0-1 0 0,3-1 128 15,-1-2-128 1,2 1-1616-16,1-3-384 0,1-1-80 0,0-2-12928 0,2-1-2592 15</inkml:trace>
  <inkml:trace contextRef="#ctx0" brushRef="#br0" timeOffset="-176266.25">29980 4882 27647 0,'0'0'2448'0,"0"0"-1952"0,-5 0-496 0,5 0 0 0,-5-3 3616 0,5 3 624 16,0 0 128-16,0 0 32 0,0 0-2736 0,0 0-560 15,0 0-96-15,0 0-32 16,0 0-1872-16,0 0-368 0,6 3-80 0,4 2 0 16,1 1-2624-16,1 4-512 0</inkml:trace>
  <inkml:trace contextRef="#ctx0" brushRef="#br0" timeOffset="-176062.51">30096 4900 36911 0,'0'0'1632'0,"0"0"352"0,0 0-1600 0,0 0-384 0,0 0 0 15,0 0 0-15,9 5 2512 0,-2 0 432 16,-1 2 64-16,2-1 32 0,3 4-928 0,-1-3-176 16,-2 1-32-16,1 3-16 0,2 0-960 0,0 1-192 15,0-1-32-15,0-1-16 0,1 0-432 0,1 2-64 16,2 0-32-16,-1 1 0 0,-1-1-160 0,1 1 192 16,1 4-192-16,-1-6 192 0,-1 1-192 0,-1-2 0 0,-2 1 0 0,-1-2 128 31,2 0-1280-31,-2-1-256 0,-1-1-48 0,-2-1-16 0,-6-6-1824 0,0 0-368 0,0 0-80 0</inkml:trace>
  <inkml:trace contextRef="#ctx0" brushRef="#br0" timeOffset="-175846.94">30374 4927 45439 0,'0'0'2016'0,"0"0"416"0,-8 6-1952 0,0-3-480 0,1 3 0 0,-1 1 0 0,-1 3 1904 0,-2 0 272 15,-1 4 64-15,-1 1 16 0,0-1-1184 0,-1 2-240 16,0 1-64-16,-1 0 0 0,2 0-544 0,0-2-224 16,0 1 176-16,1-1-176 0,2 1-192 0,2-2-144 15,2 2-32-15,-1-7 0 16,3-1-1040-16,2 0-224 0,0 0-32 0,4 0-13712 16,0-3-2736-16</inkml:trace>
  <inkml:trace contextRef="#ctx0" brushRef="#br0" timeOffset="-175677.29">30600 4933 14735 0,'0'0'640'0,"0"0"160"0,0 0-640 0,0 0-160 16,0 0 0-16,2 13 0 0,-1 0 7872 0,-1 1 1536 0,-1-1 304 0,-1 1 64 16,-1 1-6896-16,0-1-1392 0,2 0-272 0,-2 2-48 15,0 0-864-15,0 1-176 0,0-2-128 0,2 0 144 16,-2-2-688-16,2-3-144 0,-2 0-16 0,3 0-16 15,2-3-2688-15,-2-7-544 0</inkml:trace>
  <inkml:trace contextRef="#ctx0" brushRef="#br0" timeOffset="-174909.13">30619 4836 22111 0,'0'0'1968'0,"0"0"-1584"15,0 0-384-15,0 0 0 0,0 0 2464 0,7-3 416 16,-7 3 64-16,7 0 32 0,1 0-1616 0,0 3-320 16,0 0-64-16,0 1-16 0,-2 2-64 0,1 2 0 15,-1 2-16-15,0 3 0 0,-3 3 784 0,1 0 176 0,-1 5 16 0,1-3 16 16,-3 1-112-16,0 2-32 16,1-3 0-16,-1 1 0 0,-1-2-496 0,0 0-96 0,0 0-32 0,1-2 0 15,-1 0-592-15,2-1-128 16,-1-2-32-16,0-2 0 0,1 0-192 0,0 0-32 0,1-4-128 0,-3-6 192 15,2 7-192-15,-2-7 128 16,0 0-128-16,0 0 0 0,0 0 0 0,0 0 0 16,8 0 0-16,-8 0 0 0,7-6 0 0,-1 1 0 15,-1 0 0-15,1-2 0 0,-2 0-208 0,1 0 64 0,0-3 16 0,2 1 0 16,-2-7-64-16,1 3 0 0,-1-1 0 0,3 1 0 16,-1 2 192-16,1-2 128 0,1 1-128 0,0 2 176 15,-1-2-576-15,0 2-112 16,-2 1-32-16,2 2 0 0,0 1 256 0,0-1 48 0,-2 4 16 0,-6 3 0 15,8-1 32-15,-8 1 16 0,0 0 0 0,0 0 0 16,8 7 176-16,-2 3 0 0,-2-1 0 0,0 3 0 0,-1 0 0 0,-1 2 0 16,1-1 0-16,-2 1 128 0,0 2-128 15,2-2 0-15,1 1 128 0,1-1-128 0,2-1 0 16,1 0 0-16,1-2 0 0,2-1 0 0,1 2-224 0,1-3-64 16,0-1-16-16,2-3 0 15,0-2-192-15,1-1-32 0,-1-1-16 0,0-1 0 16,-1 0-48-16,1-1-16 0,-2 1 0 0,1-5 0 15,-2 0 160-15,-1-2 16 0,1 1 16 0,0-5 0 0,-2 1 224 16,1-2 64-16,0 2 0 0,0-3 0 0,-2-2 128 0,0 1-128 16,-1 0 128-16,0 1-128 0,-2-1 128 0,-1 4 0 15,-1 1 128-15,0 1-128 0,0 2 480 0,-1-5 32 16,-4 5 0-16,1 6 0 0,0 0 288 0,0 0 64 0,0 0 16 16,0 0 0-16,-4 6-160 0,-2 2-16 15,0 1-16-15,-1 0 0 0,3 3-240 0,1 4-32 0,-1-1-16 16,0 6 0-16,-2-3-80 0,3 5 0 15,1 3-16-15,1 0 0 0,-2 4-304 0,2 0 160 16,2 2-160-16,-1 3 128 0,-1 3-128 0,0 3-176 16,2-5 48-16,-1 1 0 0,0-2 128 0,-1 1-128 0,-3-2 128 0,0 0-128 31,-3 1-544-31,-3-3-96 0,-4-2-32 0,-5-4 0 0,1-3 416 0,-4-1 64 0,-3-2 32 16,-1-3 0-16,0-3 288 0,1-2 0 0,1-4 128 15,-1-2-128-15,-1 1 128 0,4-3-128 0,-1-2 0 0,2-2 144 16,2-2-352-16,1-2-80 0,1-3-16 0,1-1 0 15,3-1-2000 1,3 3-416-16,0-5-80 0,0 0-17440 0</inkml:trace>
  <inkml:trace contextRef="#ctx0" brushRef="#br0" timeOffset="-174710.52">31427 5260 24879 0,'0'0'2208'0,"-2"6"-1760"16,-1 1-448-16,2 2 0 0,2 3 6464 0,-2 1 1200 16,-4 0 240-16,1 4 48 0,1-3-5856 0,1 2-1184 15,-2-1-224-15,1 2-48 0,2 2-272 0,-2-3-48 16,-1 3-16-16,3-4 0 0,2 0-528 0,1-2-96 16,-5-3-32-16,2 3 0 15,1-2-2656-15,1 3-544 0</inkml:trace>
  <inkml:trace contextRef="#ctx0" brushRef="#br0" timeOffset="-173902.33">29321 5740 17503 0,'0'-16'1552'0,"0"9"-1232"0,-2 0-320 0,2-1 0 0,0 1 4096 0,0 1 768 15,0 2 160-15,0 4 32 0,0-5-1936 0,0 5-384 16,0 0-80-16,0 0-16 0,-1 6-864 0,-2 5-176 16,1 3-48-16,0 4 0 0,-1 4-816 0,0 2-160 15,-4 3-48-15,2 2 0 0,-3 2-160 0,2 0-48 16,-1-1 0-16,1 0 0 0,2-2-192 0,1-2-128 15,-1-4 160-15,1-2-160 16,1-2-688-16,2-3-224 0,0-2-48 0,0-1-16 16,0 0-2640-16,0-3-528 0</inkml:trace>
  <inkml:trace contextRef="#ctx0" brushRef="#br0" timeOffset="-173621.82">29202 5712 16575 0,'0'0'736'0,"-1"-6"160"0,-1-3-720 0,2 1-176 0,2 1 0 0,-1-1 0 16,3 2 7744-16,1 1 1536 0,0 1 288 0,4-3 64 15,1 1-6944-15,3-1-1376 0,2 3-288 0,2-1-48 16,4 0-720-16,1 2-256 0,2-1 144 0,-1 3-144 0,2 1 0 16,-3-1 0-16,0 1 0 0,-1 1 0 0,-3 2 0 0,-3 1 0 15,-4 1 0-15,0 1 0 0,-2 1 0 0,-2 2 0 16,-5 1 0-16,-1 3 0 0,-2 2 0 0,-4 2 0 15,-3 0 0-15,-1 1 0 0,-1-1 128 16,-4 0-128-16,-1 0 0 0,-1 0 128 0,-1-2-288 16,2 0-64-16,-2-2-16 0,0-2 0 15,1 1-1168-15,2-3-224 0,1-1-48 16,1-1-16-16,3-3-1616 0,1-2-320 0,1-1-64 0</inkml:trace>
  <inkml:trace contextRef="#ctx0" brushRef="#br0" timeOffset="-173386.91">29731 5509 37599 0,'0'0'1664'0,"0"0"352"0,0 0-1616 15,0 0-400-15,0 0 0 0,7 4 0 0,-7-4 2352 0,0 0 384 16,4 8 80-16,-2 3 0 0,-2 1-912 0,-2 6-192 0,-2-2-48 16,-1 2 0-16,-2 3-928 0,1 1-192 0,-2 2-32 0,0-1-16 15,-1 1-288-15,1-1-48 0,1-2-16 0,2-2 0 16,0 0-144-16,2-2 0 0,2-2 0 0,2 0 0 31,2-2-1264-31,1-4-128 0,1-3-16 0,3 1-16 16,0-5-1344-16,4 0-272 0,3-4-48 0,1 0-16 0,2-5-2048 0,3-2-416 15</inkml:trace>
  <inkml:trace contextRef="#ctx0" brushRef="#br0" timeOffset="-173070.23">30012 5624 31615 0,'0'0'1408'0,"1"-6"272"0,-2 0-1344 0,-1-1-336 0,2 7 0 0,0 0 0 0,-6-4 2944 0,-2 6 528 16,-1 0 112-16,-2 1 0 0,0 2-1264 0,-2 3-256 15,-2 1-48-15,1 3-16 0,0-3-1024 0,1 4-208 16,-2 1-32-16,2 2-16 0,1 0-272 0,1-1-64 16,0 0-16-16,2-1 0 0,0 0-240 0,4-1-128 15,0 0 128-15,1-4-128 0,0-1 0 0,4 0 0 16,2-1 0-16,-2-7-128 16,0 0-272-16,7 5-48 0,1 1-16 0,0-4 0 15,-8-2-48-15,9 0-16 0,0-2 0 0,1-2 0 16,2 2 32-16,0-5 16 0,1 1 0 0,0-2 0 15,1-1 16-15,0 0 0 0,1-2 0 0,-1 1 0 0,0-2 64 0,0 2 16 16,-1 1 0-16,-2 3 0 0,0 2 64 0,-3 2 0 16,-8 2 16-16,0 0 0 0,6 4 304 0,-6-4 224 15,3 8-32-15,-2 1-16 0,-1 1 512 0,-1 1 96 0,-1 0 32 16,1 2 0-16,1-4-432 0,0 2-96 0,1-1-16 0,1 3 0 16,0-6-272-16,1 1 0 15,1-2-176-15,1-1 176 16,3-1-2592-16,2 0-416 0,3-1-64 0,2-6-16256 0</inkml:trace>
  <inkml:trace contextRef="#ctx0" brushRef="#br0" timeOffset="-172714.32">30296 5627 23951 0,'0'0'2128'0,"-5"-1"-1696"0,-2 1-432 0,1 0 0 0,-1-1 4752 0,0 1 880 15,0 0 160-15,0 1 32 16,-1 2-3264-16,1-1-672 0,-3 2-128 0,3-1-32 0,0 2-976 0,2 0-208 15,-3 2-32-15,1 1-16 0,2 1-304 0,0-1-48 16,0 1-16-16,1 0 0 0,1 0-128 0,1-1 192 16,0-2-192-16,1 2 192 0,1-8-192 0,1 9 0 15,2 0 144-15,0-1-144 0,-3-8 0 0,6 7 0 16,1-1 0-16,0-1 128 0,1 1-128 0,0-1 0 16,1-1 0-16,0 0 0 0,1 0 0 0,-1 1 128 15,0-4-128-15,-1 0 0 0,-2 3 0 0,2-1 0 16,-2 1 0-16,1 0 128 0,-7-4-128 15,6 5 0-15,0-1 0 0,-6-4 128 0,4 5-128 0,-4-5 0 16,1 7 0-16,-1 0 128 0,0-7-128 0,-3 7 128 16,-1-1-128-16,-1 2 128 0,-1 0-128 0,-1 0 0 15,-1-2 0-15,0 1 128 0,1-2-128 0,-4 0 0 16,0-1-176-16,-1 0 176 16,-1 0-1136-16,1-1-128 0,0-1-16 0,2-2-16 15,2-2-2672-15,2-1-512 0</inkml:trace>
  <inkml:trace contextRef="#ctx0" brushRef="#br0" timeOffset="-172475.38">30493 5474 41695 0,'0'0'1856'0,"0"0"368"0,0 0-1776 0,0 0-448 0,0 0 0 0,0 0 0 16,0 0 1760-16,2 9 272 0,1 0 48 0,-3 0 16 15,0 0-640-15,-1 3-128 0,-2 1-32 0,0 3 0 0,1 3-832 16,-2 3-160-16,-1-2-48 0,-1 3 0 0,1 2-256 15,0 1 160-15,0-1-160 0,0 0 128 0,-1-1-128 0,1 0 0 16,0-3 0-16,0-2 0 16,1 1-624-16,1-5-96 0,1 1-32 0,-1-3 0 15,2-2-1072-15,-1-2-224 0,1 0-32 0,1-9-16 16,-3 6-2224-16,2 1-448 0,4 11-96 0,-3-18 0 0</inkml:trace>
  <inkml:trace contextRef="#ctx0" brushRef="#br0" timeOffset="-172274.86">30339 5792 20271 0,'0'0'1792'0,"4"-7"-1424"16,1-1-368-16,0-2 0 0,2 1 4912 0,0-2 912 16,1 2 176-16,3 0 32 0,0-1-3360 0,3 1-688 15,-1 1-128-15,2 1-16 0,2 1-688 0,0 2-144 16,0 1-32-16,0-1 0 0,-1 4-240 0,-2-2-48 16,-1 2-16-16,0 2 0 0,-1 2-224 0,-2 3-64 15,-2 2 0-15,0 1 0 0,-3 1-160 0,-1 2-32 0,-1 1-16 0,-2 2 0 16,-1-1-176-16,0 2 0 0,0-4 144 0,-1 3-144 15,-1-2 0-15,1 1 0 0,1-4-160 16,0 1 160 0,-1 0-1344-16,2-6-176 0,-1-6-16 0,3 7-14240 0,-3-7-2848 0</inkml:trace>
  <inkml:trace contextRef="#ctx0" brushRef="#br0" timeOffset="-172108.65">30688 5648 8287 0,'-4'-13'736'0,"4"13"-592"0,0-10-144 0,0 10 0 0,0 0 7184 0,0 0 1408 16,0 0 288-16,0 0 48 0,0 0-6912 16,0 0-1376-16,0 0-288 0,6-1-48 15,-1 3-1200-15,1 1-224 0,2 3-48 0,1 1-10416 16,2-1-2096-16</inkml:trace>
  <inkml:trace contextRef="#ctx0" brushRef="#br0" timeOffset="-171904.39">30914 5700 37263 0,'0'0'1648'0,"0"0"336"16,0 0-1584-16,0 0-400 0,0 0 0 0,0 0 0 0,0 0 2688 0,0 0 464 16,0 0 96-16,0 0 16 0,-3 8-1184 0,-2 1-224 15,-3 2-64-15,-2 2 0 0,-2 1-960 0,-1 2-208 16,-1-1-48-16,-1 1 0 0,1 0-160 0,1-1-32 16,1 2-16-16,4 0 0 0,2-4-368 0,1 0 128 0,1-1-128 0,2-3 96 15,2 3-96-15,4-3 0 16,-4-9 0-16,7 8 0 0,2-2-144 0,1 0 144 15,3-4 0-15,0 1-144 0,2-2 16 0,0 2 0 0,2-1 0 0,0-2 0 32,2-2-768-32,0-2-128 0,2-1-48 0,2 1-15536 0,2 2-3104 0</inkml:trace>
  <inkml:trace contextRef="#ctx0" brushRef="#br0" timeOffset="-171088.65">31616 5892 35295 0,'0'0'1568'0,"4"-5"320"0,0-2-1504 0,-5 1-384 15,-3-1 0-15,1-3 0 0,2 1 2336 0,0-2 400 16,-2 2 80-16,2-1 0 0,0-3-880 0,-2 2-176 16,0 2-32-16,-2 3-16 0,-1-1-752 0,-2 2-128 15,-1 2-48-15,0-1 0 0,-6 3-256 0,1 2-48 16,-2 3-16-16,-2 0 0 0,-2 3-240 0,0 1-48 15,-1 1-16-15,-4 4 0 0,2 0-160 0,3 0 0 16,3 0-192-16,3 0 192 0,2 1-144 0,4 2 144 16,4-4 0-16,3-1 0 15,2-2-704-15,3 1-16 0,3-3-16 0,0 1 0 16,3-1 32-16,1-2 16 0,1-1 0 0,2-3 0 16,2-2-288-16,0-2-64 0,-2-1-16 15,0-1 0-15,-1-3 208 0,2-2 32 0,-1 3 16 0,-1-6 0 0,-1 0 224 16,1-1 32-16,-1-2 16 0,-2-1 0 15,-1-1 80-15,0-1 0 0,2-2 16 0,-2 1 0 0,-1 2 208 0,-2 1 32 0,-2 1 16 0,0-1 0 16,-1 4 176-16,-2 2 128 0,-1 3-128 0,-1 0 176 16,1 8 384-16,-6-3 80 0,1 2 0 0,-1 2 16 0,-2 2 112 15,-1 1 32-15,-2 2 0 0,2 5 0 0,3-1-240 0,-1 3-48 16,1 0-16-16,2-2 0 0,4 0-192 16,0 1-48-16,-2 1 0 0,6-2 0 0,7-4-256 0,2 1-144 15,0-1 16-15,1-1 0 16,2-3-320-16,-1 0-48 0,4-2-16 0,0-2 0 0,2-2 272 0,0 0 48 15,2-3 16-15,-2-1 0 0,0-2 176 0,-1-1 0 16,-1-1 0-16,0-2 0 0,-3-2 0 0,0 0 0 16,0-2 0-16,1-1 128 0,-3-1-128 0,0-2 0 15,-1 0 0-15,0 1 128 0,1-3-128 0,-3 1 0 16,-2 1 0-16,-1 3 128 0,-4 2 0 0,0 3 16 16,-3 4 0-16,-2-2 0 0,-3 2 352 0,-1 4 64 15,-2 2 16-15,0 5 0 0,-3 0 160 0,0 3 32 16,-2 3 16-16,-1 4 0 0,-1 2-432 0,0 3-96 15,-2 3 0-15,2 1-16 0,-1 1-64 0,2 1-16 16,0 2 0-16,1 1 0 0,5-5 0 0,0 1 0 16,2 2 0-16,1-2 0 0,1-1-160 0,2 0 0 15,1-1 0-15,3 0 0 0,2-3-208 0,1-1-80 0,3-3-16 0,3-2 0 32,4 1-1376-32,1-4-288 0,1-2-48 0,3-2-16 15,1-4-2048-15,2 3-400 0</inkml:trace>
  <inkml:trace contextRef="#ctx0" brushRef="#br0" timeOffset="-170837.07">32300 5399 17503 0,'-16'-2'768'0,"9"2"176"0,-2-6-752 0,1 4-192 0,1 1 0 0,0 1 0 0,1 1 6512 0,-1 1 1264 16,1 4 256-16,-1 0 48 0,1 2-5104 15,-1 2-1024-15,1 5-208 0,-1 2-32 0,2 0-816 0,-2 4-144 16,1-1-48-16,-1 5 0 0,-1 1-208 0,2 2-48 15,-2 2-16-15,2 0 0 0,2 1-128 0,-2 3-32 16,1-2 0-16,1 1 0 0,0 1-272 0,0 0 0 16,1 0 0-16,-1-2 0 0,0 1-224 15,1-8 0-15,-1-1 0 0,0-4 0 0,2-1 32 16,-1 0 0-16,2-4 0 0,-2-2 0 16,2-3-944-16,0-3-176 0,1-7-32 0,0 0-16 15,0 0-1056-15,0 0-208 0,-3 7-32 0,3-7-10944 0,0 0-2192 0</inkml:trace>
  <inkml:trace contextRef="#ctx0" brushRef="#br0" timeOffset="-170407.93">32044 5762 40831 0,'0'0'1808'0,"0"0"368"0,5-4-1728 0,3-3-448 0,0 3 0 0,2 0 0 16,2 1 1536-16,0 0 208 0,-2-2 48 0,5 2 16 15,-1-1-464-15,3 2-112 0,0-2-16 0,-2 1 0 16,2-1-576-16,0 2-128 0,2-2-32 0,-2 2 0 0,-2 2-176 0,1-1-48 15,-4 1 0-15,-2 1 0 16,-10-1-64-16,9 4-32 0,-9-4 0 0,5 8 0 0,-1 0 32 0,-2 1 16 16,-5 1 0-16,-2 1 0 0,0 1-16 15,-2-1 0-15,2 0 0 0,-3-1 0 0,1 1-64 0,1-4 0 16,1 1-128-16,0 0 192 0,-1 0-192 0,4-2 0 16,2-6 0-16,0 0 0 0,-4 4 0 0,4-4-208 15,0 0 16-15,0 0 0 16,0 0-448-16,0 0-96 0,0 0-16 0,0 0 0 0,0 0 384 0,0 0 80 15,0 0 16-15,0 0 0 16,4-6-144-16,0-1-32 0,0 1 0 0,1-2 0 0,1 1 48 0,-1 1 0 16,1-1 0-16,-2 1 0 0,-2-2 144 0,3 0 48 0,2 0 0 15,-2-1 0-15,-1 0 208 0,-1 1 0 16,-1-1 0-16,1 1 0 0,-1 1 0 0,1 0 208 0,-2 1-32 0,1-1-16 16,0 1 96-16,0 0 0 15,-4 0 16-15,2 6 0 0,0 0-128 0,0 0-16 0,0 0-128 0,0 0 192 16,-4-7-192-16,4 7 0 0,0 0-192 0,0 0 192 31,-5 0-1888-31,5 0-272 0,0 0-48 0,-4 7-17920 0</inkml:trace>
  <inkml:trace contextRef="#ctx0" brushRef="#br0" timeOffset="-169037.21">32468 5656 18431 0,'0'0'1632'0,"0"0"-1312"0,-7 0-320 0,7 0 0 0,-6 1 6720 0,6-1 1264 15,-7 6 256-15,1 0 48 0,-1 1-5360 0,2 2-1072 16,0 3-224-16,1-1-32 0,1 2-656 0,1 0-128 15,-2 0-32-15,1 0 0 0,2 2-480 0,1-2-112 16,0 0 0-16,1-1-16 0,-1-3-176 0,0 0 0 16,3-1 144-16,-3-8-144 0,0 0 224 0,0 0-32 15,0 0 0-15,0 0 0 0,0 0-192 0,0 0 0 16,8 5 0-16,-2-5 0 0,-6 0 0 0,7-3 0 16,-1-1 0-16,2-2 0 0,1-3 0 0,0 0 0 15,-1-2 0-15,1-1 0 0,2-1 0 0,-1 0 0 16,-1-4 0-16,2 4 0 0,-1 0 0 0,2-2 0 15,1 0-144-15,2 0 144 0,2-1-192 0,-1 0 48 0,-3 1 16 16,3-2 0-16,-2 4 128 0,-1 4-192 0,-3 1 192 16,0 3-192-16,-3-1 192 0,0 4 0 0,-7 2-144 0,6 1 144 15,-6-1 0-15,0 0 0 0,4 8 0 16,-1 2 0-16,-2 2 0 0,2 1 0 0,-3 1 0 0,-3 5 128 16,-1-2-128-16,0 1 128 0,-1 0-128 15,0 0 128-15,0 1-128 0,-2-1 160 0,1-2-160 0,1-1 160 16,1 1-160-16,1-3 0 0,0-1 0 15,2-3 128-15,1-9-128 0,0 0 0 0,0 0 0 0,0 0 0 16,0 0 192-16,0 0-64 0,0 0 0 0,0 0 0 16,0 0-128-16,0 0 0 0,5 2 0 0,-5-2 0 0,6-4 0 15,-1 2 0-15,3-5-192 0,-2 1 192 16,1-2-144-16,0-1 144 0,5-4 0 0,1 0 0 16,0-2-160-16,0 0 160 0,0-2-128 0,0 0 128 0,-1 0-128 0,1 1 128 15,0 2-128-15,-1 1 128 0,-2 0 0 0,1 1-160 16,-2 2 160-16,-1 3 0 0,-3 3-144 15,-5 4 144-15,0 0 0 0,0 0-144 0,0 0 144 0,0 0 0 16,0 0 0-16,0 0 0 0,-1 8 0 0,-1 3 0 16,1 0 0-16,-2 0 0 0,1 0 0 0,-1 4 0 15,-1-2 0-15,0-1 0 0,-1 1 0 0,3 0 0 16,2-2 0-16,0 1 0 0,-2 0 0 0,2-2 0 16,3-1 0-16,-1-1 0 0,1-1 0 0,1-1 0 15,1-1-128-15,0 1 128 0,1-2-224 0,-6-4 32 16,5 2 16-16,1 1 0 0,2-2 176 0,0-1-192 15,-1-1 192-15,-1-1-192 0,2 0 192 0,1-1-128 16,3 1 128-16,-1-2-128 0,0 0 128 0,1-3-192 16,-2 1 192-16,0-2-192 0,2 0 64 0,0 0 0 0,1-3 0 15,-3 1 0-15,2 1 128 0,0 0-128 0,0-1 128 16,-1 1-128-16,0 0 128 0,-2-1 0 0,0 3 0 0,0-1 0 16,-2-3 0-16,-2 5 0 0,-1-1 0 0,-4 7 128 15,0 0-128-15,0 0 128 0,0 0-128 0,0 0 128 16,0 0-128-16,-5-5 144 0,-2 1-144 0,-1 3 160 15,-2 2-160-15,1 2 0 0,-2 1 0 0,0 0 0 0,-3 1 0 16,1 3 0-16,0 1 0 0,0 1 0 16,2 2 0-16,-4 4 0 0,4 2 0 0,0-4 0 0,3 2 0 15,3-2 0-15,1-1 0 0,2 0 0 0,0-1-352 16,2-2 48-16,3 1 16 0,1-5 0 16,0 1-224-16,1-2-64 15,1-1 0-15,2-1 0 0,1-3-112 0,1-2-16 16,0 0-16-16,-1-1 0 0,0-1 96 0,2-1 32 0,-1-2 0 0,0 1 0 15,1-2 128-15,-1-1 16 16,1 0 16-16,2-3 0 0,0 0 144 0,-1 2 32 0,-2 1 0 0,0-3 0 0,1 3 64 0,-2 0 32 16,-2 0 0-16,-1 1 0 0,1 1 160 0,-2 2-192 15,-5 5 192-15,0 0-192 0,0 0 192 0,0 0 0 16,0 0 0-16,0 0 128 0,0 0 224 0,0 0 48 16,0 0 16-16,0 0 0 0,0 0 64 0,0 0 16 15,0 0 0-15,0 0 0 0,-5 7-192 0,1-1-48 0,4-6 0 0,-2 9 0 16,4-2-256-16,-1-2 0 15,-1-5 0-15,5 5 0 0,2 0 128 0,1-1-128 0,-1 0 0 16,4-4 0-16,-1 0 0 0,1 0 0 0,-1-4 0 16,2 0 0-16,0-1 144 0,1-1-144 0,0-3 0 0,0 1 144 15,-2-4-144-15,1 2 0 0,0-2 0 16,0-1 0-16,-1-1 0 0,1-3 0 0,-2-3 0 0,2 2 0 16,0-4-144-16,-2 1 144 0,1-5 0 0,-1 1 0 15,-1 3 0-15,0-4 0 0,-2 1 0 16,-1 3 0-16,0-3 512 0,-2 3 0 0,-2 2 0 0,0 3 0 15,-2 3 192-15,-2 4 32 0,0 2 16 0,2 8 0 16,0 0-192-16,0 0-48 0,0 0 0 0,-8 0 0 16,-1 6-256-16,1 3-48 0,0 6-16 0,0 3 0 0,-1 3-192 15,0 2 0-15,1 2 128 0,0 1-128 0,0 3 0 0,2-2 0 16,-2-1 0-16,2-1 0 0,0 0 0 0,1-2 0 16,0-2 128-16,0 3-128 0,1-1 0 0,1 2 0 15,2-3 0-15,0 1 0 0,-1-2-304 0,2-1 0 16,0-2 0-16,2-2 0 15,0-3-1200-15,1-3-240 0,-1-1-48 0,1-5-16 16,-3-4-1632-16,0 0-320 0,7 3-64 16</inkml:trace>
  <inkml:trace contextRef="#ctx0" brushRef="#br0" timeOffset="-168790.34">33284 5702 3679 0,'0'0'160'0,"0"-7"32"0,0 7-192 0,0-6 0 16,0-1 0-16,0 7 0 0,0 0 8496 0,8-2 1648 15,0 0 336-15,1 2 64 0,1-2-6768 0,2 0-1344 16,1 2-256-16,3 0-64 0,0 0-1040 0,1 2-208 16,0 0-32-16,-1-2-16 0,-3 2-416 0,0-1-80 15,0 0 0-15,-2 2-16 0,-4-1-48 0,1 2-16 0,0 2 0 16,0-1 0-16,-2 0 16 0,1 0 0 0,-2 2 0 16,-1 2 0-16,0 0-64 0,-1 1-16 0,-3 2 0 0,1 1 0 15,0 0-176-15,0 0 0 0,-1 0 0 0,0 0 0 31,2 0-384-31,-1-2-176 0,-1-2-16 0,0-1-16 0,0-8-1072 16,0 0-224-16,0 0-32 0</inkml:trace>
  <inkml:trace contextRef="#ctx0" brushRef="#br0" timeOffset="-168423.21">33631 5630 23039 0,'0'0'1024'0,"0"0"192"16,-4-5-960-16,4 5-256 0,0 0 0 0,0 0 0 0,0 0 4576 0,0 0 864 15,0 0 192-15,0 0 16 0,0 0-4128 0,0 0-832 16,8-1-176-16,-1 2-16 0,3 1-496 0,1 2 0 16,4 0 0-16,0 0 0 0,2 1-224 0,0 1 16 15,-1-1 0-15,2 3 0 0,-2 1 208 0,-5-3 0 16,-4 2 0-16,-3 0 160 0,-3 1 816 0,-2 0 176 16,-3 0 16-16,-4 2 16 0,-2-1 80 0,-2 1 16 15,-1 0 0-15,1 1 0 0,0 0-528 0,2-2-112 16,1 1 0-16,1-2-16 0,2 0-336 0,0-1-64 15,2-2-16-15,4-6 0 0,-2 7-64 0,2-7-16 16,0 0 0-16,0 0 0 0,0 0-128 0,0 0 0 16,0 0 0-16,8 2 0 0,-1 0 0 0,3-4 0 0,-1 0 0 0,2-2 0 15,3-1 0-15,-1-2 0 16,-2 1 0-16,2-2 0 0,2-1-144 0,0-2 144 16,4 1 0-16,-1-1 0 0,0 1 0 0,-6 5-128 0,-12 5 128 0,0 0 0 15,0 0 0-15,0 0 0 0,0 0 0 0,0 0 0 16,0 0 0-16,0 0 0 0,0 0 0 15,0 0 0-15,0 0 256 0,0 0 16 0,0 0 0 0,0 0 0 16,0 0-272-16</inkml:trace>
  <inkml:trace contextRef="#ctx0" brushRef="#br0" timeOffset="-154155.84">23406 3133 27647 0,'-4'-3'2448'0,"-3"-4"-1952"0,-3 3-496 0,-1 0 0 0,0 0 1072 0,-4 2 112 15,-2-1 32-15,-1 0 0 0,-1-3-864 0,-5 2-160 16,-2 0-48-16,-3 1 0 0,-1 1 768 0,-2 2 160 16,-5 2 16-16,1-2 16 0,-2 0-320 0,3 0-64 15,1 0-16-15,5 2 0 0,6-1-80 0,3 0-32 16,6 2 0-16,5-2 0 0,9-1-208 0,0 0-32 16,0 0-16-16,13 6 0 0,8-5-336 0,9 0 144 15,9-2-144-15,6 0 0 0,6 1 160 0,6-3-160 16,7 2 128-16,7-1-128 0,7 1 128 0,4-4-128 15,3 1 0-15,2 0 128 0,2 3 48 0,3-1 0 0,5 1 0 16,-5 0 0-16,-4-2 0 0,-2 2 0 16,-1 1 0-16,-5 1 0 0,0 0-176 0,-4 1 0 0,-7-2 144 0,-8 0-144 15,-9 0 0-15,-6 0 0 0,-8 1 0 0,-8-1 128 16,-10-1-128-16,-5-1 144 0,-7 0-144 16,-8 2 160-16,-7-5 16 0,-10-1 0 0,-9 2 0 0,-13-2 0 15,-12 1-176-15,-13 1 0 0,-10 1 0 0,-14-1 0 16,-13 0 0-16,-13 1 0 0,-9-1 0 0,-10 1 0 15,-11 0 0-15,-4 2 0 0,-5 0 176 0,-5 1-176 0,-3 1 416 0,2 3-16 16,3-1 0-16,8 1 0 0,7-2 16 0,13 2 0 16,13 0 0-16,15 0 0 0,14-2-96 0,14 1-32 15,15 1 0-15,13-3 0 16,12 2-288-16,11 1 128 0,10 1-128 0,11-5 0 16,8 3 0-16,11 1 0 0,11-2-240 0,11-1 80 0,9-2 160 15,14 1 0-15,11-2 0 0,11 0-128 0,10-3 128 16,10 1 0-16,10-1 0 0,6 2 0 0,7 2 0 15,7-2 0-15,3 3 0 0,1 3 0 0,-2 1 0 0,2 0 0 16,-30 1 0-16,3 0 0 0,-3 0 0 0,0 1 0 16,-2-1 0-16,-1 0 0 0,-5 0 0 0,-11 1 0 15,-12-1 0-15,-9 0 0 0,-12 1 0 0,-8-2 0 16,-9 0 0-16,-7-1 0 0,-8 0 0 0,-3-3 0 16,-10-3 128-16,-13 3-128 0,-3-7 224 0,-6 2-32 15,-8-1 0-15,-13 0 0 0,-14 3 0 0,-12-4-16 16,-11 2 0-16,-11 0 0 0,-11 1-176 0,-33 0 0 15,-7-3-160-15,-3 5 160 0,-4-1 0 0,-1 3 0 16,1 0 128-16,0 0-128 0,2 3 208 0,5 1-64 0,5-1-16 0,10 0 0 16,13-2-128-16,13 2 0 15,13 1 144-15,13 0-144 0,15 1 0 0,14-2 128 16,9 1-128-16,14-2 0 0,10-2 0 0,10 5 0 16,7 1 0-16,12-1 0 0,10 0-128 0,12-4 128 0,10 1-128 0,13-1 128 15,11-4 0-15,8 2 0 0,6-3 0 0,9 1 0 16,9 2 0-16,3 0 0 0,0 1 0 0,5 1 128 0,4 0-128 15,-3 2 0-15,-7 1 0 0,1-1 0 0,-2 1 0 16,-7-2 0-16,-8 2 0 0,-8-1 0 0,-11 1 0 16,-21-4 0-16,-4 1 0 0,-6 0 0 0,-6 0 0 0,-8 1 0 15,-8-2 0-15,-6 0 128 0,-8-2 0 0,-8 0 0 16,-9 2 0-16,-17-5 0 0,-13-3 16 16,-9 1 16-16,-9 1 0 0,-16-1 0 0,-17 2-160 15,-14 1 0-15,-14 2 0 0,-17-4 0 0,-12 2 0 0,20 3 0 16,-10 0 0-16,-9-1 0 0,-8 2 0 0,-6 2 0 15,-4-1 0-15,1 0 0 0,2 3 192 0,-31 2-64 16,17-1 0-16,22 0 0 0,19 0-128 0,22-1 160 16,20 0-160-16,21 0 160 0,16-1-160 0,15-1 0 15,13 2 144-15,18-4-144 0,0 0 0 0,18 3 0 16,11-2 0-16,12 2-192 0,14-3 192 0,10 0-128 16,10 0 128-16,9 0-128 0,10 0 128 0,11-3 0 15,8 2 0-15,7-1 0 0,2 1 0 0,5 1 0 16,3-3 0-16,1 3 0 0,-1 3 0 0,-1-3 0 15,-1 1 0-15,-7 2 0 0,-6 0 0 0,-2 0 0 16,-1 1 0-16,-10 0 0 0,-15 0 0 0,-11 0 0 16,-11 1 0-16,-10 1 0 0,-9-4 0 0,-10 2 0 0,-9-4 0 15,-7 1 0-15,-10-1 0 0,-10 0 0 0,0 0 0 0,-13-4 0 16,-9 1 160-16,-10-4-32 0,-13 2-128 0,-11 1 192 16,-13 0-192-16,-12 0 0 0,-10-1 0 0,-11 1 0 15,-11 1 288-15,-8 2-32 0,-4-2-16 0,-6 2 0 16,-4 1-384-16,2 0-80 0,2 0-16 0,6 1 0 0,5 2 240 15,11 4 0-15,10-2 0 0,13 4 0 16,10 3-1984-16,11 3-336 0,-47 20-80 16,45-7-16-16</inkml:trace>
  <inkml:trace contextRef="#ctx0" brushRef="#br0" timeOffset="-147172">13308 7832 9215 0,'4'-14'400'0,"-4"14"96"0,8-8-496 0,0-1 0 15,0 1 0-15,2-3 0 0,1 6 1312 0,2-1 160 0,1-2 48 0,0 1 0 16,2 1-1136-16,4 1-208 0,2 2-48 16,5 0-128-16,2 0 192 0,2-3-192 15,2 2 192-15,3-1-192 0,3 4 128 0,3 1-128 0,1-3 0 0,5 3 0 16,7 0 128-16,2 0-128 0,2 0 0 0,4-2 0 15,3-2 0-15,3 0 0 0,4 0 0 16,5 1 0-16,7 1 0 0,5-2 0 16,7-4 0-16,0 1 0 0,4 0 192 15,3-1-64-15,4-3 0 0,0 1-128 0,1 1 0 0,1-2 0 0,5 4-160 0,1-4 160 16,2-2 272-16,0 3 176 0,2 2 48 0,-1-1 0 16,-2-2 208-16,2 1 64 0,1 3 0 0,1 1 0 15,1-1-288-15,0 2-48 0,-2 1-16 0,2 3 0 16,6 1-288-16,-2 0-128 0,0 0 128 0,-1 1-128 0,0 2 0 0,-1-3 0 15,-6 0 0-15,-4 2 0 0,-6 2 0 0,-4-2-224 16,-5-2 32-16,-9 0 0 0,-9-2 32 16,-8 2 16-16,-8-2 0 0,-5 2 0 0,-6 0 144 0,-9 2 0 15,-5-6 0-15,-7 3 0 0,-4 1 240 0,-3 0 80 16,-8 0 0-16,-3-1 16 0,-3-2-16 0,-12 3-16 16,0 0 0-16,0 0 0 0,0 0-176 0,0 0-128 15,0 0 144-15,0 0-144 0,0 0 0 0,0 0 0 16,0 0 0-16,3 11 0 15,-1 3-1152-15,-4 0-320 0,-1-1-64 16,1-1 0-16</inkml:trace>
  <inkml:trace contextRef="#ctx0" brushRef="#br0" timeOffset="-141388.33">14965 8661 10127 0,'0'0'896'0,"0"0"-704"15,-5-4-192-15,1 2 0 0,4 2 7504 0,0 0 1472 16,-4-6 304-16,0 1 48 0,-1 1-5872 0,0 0-1184 15,0 0-224-15,0 1-64 0,-2-1-816 0,1-2-160 16,-1 5-48-16,-1-1 0 0,-2 0-320 0,-1 1-80 0,-2 0-16 16,-2 2 0-16,-2 4-160 0,-3-1-48 0,-1 1 0 0,-2 4 0 15,-5 3-96-15,0 2-32 0,-2 1 0 0,0 2 0 16,0 2-208-16,1 2 0 0,3-3 0 0,4 2 0 16,2 0 0-16,2-1 0 0,5 1 0 0,4 1 0 15,2-3 0-15,3 0 0 0,3 0 0 0,5-5 0 16,4 0 0-16,2-1 0 0,7-3 0 0,2-1-160 15,1-3 160-15,5-2-192 0,3-4 192 0,2-1-192 0,-2-2 192 16,5-1-160-16,1-4 160 0,0 0-160 0,-1 0 160 16,0-4-128-16,-2 2 128 0,-2-4-128 0,-2-1 128 0,-2 0 0 15,-3 1 0-15,-2 0-128 16,-3 0 128-16,-3 0 0 0,-2 2 0 0,-2-1 0 16,-2 0 0-16,-3 1 0 0,-2 2 0 0,-3-2 0 0,-3 0 0 15,-2 0 0-15,-3 0 0 0,-1 1 128 0,-1 3-128 16,-2-3 0-16,-4 2 0 0,1 2 0 0,-2-2-128 0,0 2-64 15,-1 3 0-15,-1 0 0 16,1-1-736-16,1 2-160 0,0-1-16 0,3 5-16 16,2 0-1120-16,2 0-208 0,-1 0-48 0,3 1-11568 15,3 3-2304-15</inkml:trace>
  <inkml:trace contextRef="#ctx0" brushRef="#br0" timeOffset="-141080.6">14792 8350 30399 0,'-4'-3'2704'0,"-1"0"-2160"16,5 3-544-16,-7-1 0 0,7 1 4416 0,-6 1 768 16,6-1 144-16,-5 6 48 0,1 0-3008 0,0 1-608 0,0 4-112 0,0 4-32 15,0 3-928-15,0 4-192 0,0 4-48 0,-1 3 0 16,1 3-112-16,1 4-16 0,2 0-16 0,-1 1 0 15,-2 2-144-15,-2 1-32 0,1 3 0 0,0-1 0 16,0 2-128-16,-2 1 0 0,2-4 0 0,0 0 0 16,0-2 0-16,1-3 0 0,1 0 0 15,1-3 0-15,-1-4 0 0,2-4 0 16,1-3 0-16,0-2 0 0,0-2-448 0,1-4-112 0,2 2-16 16,0-3-16-16,1-3-1152 0,2-2-240 0,-6-8-32 15,6 7-16-15,1-2-2832 0,-2 1-576 0</inkml:trace>
  <inkml:trace contextRef="#ctx0" brushRef="#br0" timeOffset="-140864.46">14370 9365 31327 0,'0'0'2784'0,"-7"1"-2224"0,7-1-560 0,0 0 0 0,0 0 4752 0,0 0 848 15,0 0 160-15,0 0 48 0,0 0-3760 0,8 4-768 16,0-4-128-16,3 0-48 0,4 2-656 0,0-4-144 15,4 0-32-15,0-2 0 0,2-1-144 0,3-1-128 16,3 1 144-16,0-1-144 0,2-2 0 0,0-4 0 16,-2 3 0-16,2 0 0 15,-2 0-1088-15,2 0-192 0,-1-2-64 0,0 1 0 16,-1-1-2848-16,-1-2-576 0</inkml:trace>
  <inkml:trace contextRef="#ctx0" brushRef="#br0" timeOffset="-140586.02">14544 8185 38703 0,'0'0'3440'0,"0"0"-2752"0,0 0-560 0,0 0-128 0,0 0 2992 15,0 0 560-15,0 0 112 0,8 6 32 0,1-6-2016 0,3-3-400 16,4 3-64-16,3 0-32 0,3 0-624 0,3 0-128 16,1 0-32-16,2 0 0 0,3 0-208 0,3 3-64 15,0-6 0-15,1 6 0 0,0-1-128 0,-1 2 0 16,-1 0 0-16,-1-1 0 16,1-1-608-16,-2 2-160 0,0 0-16 0,2 3-16 15,1-1-2288-15,-2 2-464 0,1 2-96 0</inkml:trace>
  <inkml:trace contextRef="#ctx0" brushRef="#br0" timeOffset="-140228.86">15466 8578 31327 0,'0'0'2784'16,"-4"6"-2224"-16,4-6-560 0,-1 8 0 0,1-8 5072 0,1 8 912 15,-1-8 176-15,4 8 48 0,0 0-4016 0,2 1-784 16,2-3-176-16,1-1-16 0,3 1-816 0,0 0-144 0,0 1-48 0,1-3 0 15,1-1-208-15,3 3 0 0,1-2 128 0,0-2-128 16,-1 1 0-16,0-1 0 0,0 1 128 0,0-2-64 16,-1 1-64-16,-2-4 0 0,-1 1 0 0,-1 1 0 15,-2 1 0-15,0 2 0 0,-4 0 0 0,-6-3 0 0,0 0 0 0,0 0 0 16,0 0 0-16,0 0 0 16,0 0 0-16,0 0 0 0,-3 6 0 0,0 3 0 0,-3-2 0 15,0-2 0-15,-2 3 0 0,-1 2 0 0,0-2 0 0,-3 2 0 16,0 2 0-16,1 1 0 0,-3-2 0 0,3 0 0 15,-1 1 0-15,2 0 0 16,-3 0 0-16,1-1 0 16,1 0 0-16,2-1 0 0,0 1 0 0,1-2 0 0,2 0 0 0,1-1 0 0,1-2 0 0,4-6-240 15,0 0 80-15,0 0 16 0,0 0-144 0,1 8-32 16,3-1 0-16,2-2 0 16,5-5-2368-16,4 0-464 0,2 0-112 0</inkml:trace>
  <inkml:trace contextRef="#ctx0" brushRef="#br0" timeOffset="-139788.39">16302 8562 33167 0,'0'0'1472'0,"0"0"304"0,0 0-1424 0,0 0-352 0,1-6 0 0,-1 6 0 15,0 0 4896-15,0 0 912 0,-1-4 176 0,1 4 32 16,-3-7-4000-16,3 7-800 0,0 0-176 0,-6-2-16 15,-2 2-720-15,-1 2-144 0,-2 2-32 0,-1 3 0 16,-1 0-128-16,-1 3 0 0,0 0 0 0,-2 4 0 16,0 3 0-16,1 3 0 0,-2 1 0 0,1-3 0 15,3 3 0-15,1 1 0 0,1-1 0 0,3 1 48 16,1 0-48-16,3-1 0 0,3 1 0 0,2-2 0 16,3-1 0-16,4-3 0 0,-1 0 0 0,4-3 0 15,4-3 0-15,2-2 0 0,2-2 0 0,5-2 0 16,1-4 0-16,2-2 0 0,3-2 0 0,-1-4 0 15,-1 0 0-15,1 0 0 0,0-3 0 0,-2-1 0 0,0-3 0 0,-1 1 0 16,-2 0 0-16,-3-2 0 16,-2 0 0-16,-2 1 0 0,-2-1 0 0,-4 1 0 15,0 0 0-15,-3-3 0 0,-3 0 0 0,-1 1 0 0,-3 0 0 16,-1 1 0-16,-3-3 0 0,-1-1 0 0,-2 1 0 16,-3-2 0-16,0 0 0 0,-3 0 0 0,-1 3 0 15,-3 1 0-15,-2 1 0 0,-1 2 0 16,-2 1 0-16,0 2-160 0,-1 2 160 0,-1 3-192 15,1 2-656-15,0 1-144 0,0 3-32 16,0 3 0-16,2 2-2480 0,2 3-496 0</inkml:trace>
  <inkml:trace contextRef="#ctx0" brushRef="#br0" timeOffset="-138835.45">17294 8516 21183 0,'0'0'1888'0,"0"0"-1504"16,0 0-384-16,0 0 0 0,-4 7 6384 0,0 2 1200 0,1-1 240 0,1 4 48 16,-1-1-5328-16,2 4-1072 0,0 2-224 0,1 1-32 15,0 0-544-15,1 0-96 0,-1 1-32 0,1-5 0 16,2 2-368-16,-1-3-176 0,1 1 160 0,1-1-160 16,0-1-432-16,0-2-176 0,0 1-32 0,0-3-16 15,1-3-2208-15,3-1-432 0,-2-2-96 0</inkml:trace>
  <inkml:trace contextRef="#ctx0" brushRef="#br0" timeOffset="-138669.83">17379 8394 28559 0,'0'0'1264'0,"0"0"272"16,0 0-1232-16,0 0-304 0,-6-1 0 0,6 1 0 0,0 0 3584 0,0 0 672 15,0 0 128-15,0 0 32 0,9-3-3744 0,3 3-672 16,0 3-272-16,2-3 16 15,3 0-3008-15,1-3-608 0,2 2-112 0,2-1-11360 0</inkml:trace>
  <inkml:trace contextRef="#ctx0" brushRef="#br0" timeOffset="-138368.92">17779 8331 8287 0,'0'0'736'0,"-3"-6"-592"0,1-1-144 0,0 2 0 0,0-4 5792 0,-1 1 1120 16,-1 0 240-16,-1 2 32 0,-2 1-3408 0,2-2-672 15,-1 1-144-15,-1-1-16 0,1 1-880 0,-1 0-160 16,-1 2-48-16,2 0 0 0,-1 1-752 0,1 0-144 15,-2 0-48-15,8 3 0 0,-7 2-368 0,1 2-80 0,-1-2-16 0,1 5 0 16,1 1-144-16,-1 2-48 0,3 3 0 0,-1 1 0 16,1 5-80-16,2 3-32 0,-1 5 0 15,1-1 0-15,0 0-144 0,1 4 192 0,1 4-192 16,2-1 192-16,-1 2-192 0,2 0 0 0,0-4 144 16,0 1-144-16,0-2 0 0,0 0 0 0,1 0 0 15,0-2 128-15,-1 0-128 0,0-2 0 0,-1-1 0 0,1-1 0 0,0 0 0 16,-2-3 0-16,1-4 0 0,-2-2 0 0,-1 0-208 15,1-2 32-15,1-3 16 0,-2-1 0 16,0-1-608-16,0-8-112 0,0 0-16 0,0 0-16 16,0 0-688-16,0 0-128 0,0 0-16 0,0 0-16 15,0 0-2048-15,0 0-416 0</inkml:trace>
  <inkml:trace contextRef="#ctx0" brushRef="#br0" timeOffset="-138184.78">17487 8687 47343 0,'0'0'2096'0,"0"0"432"16,0 0-2016-16,0 0-512 0,8-1 0 0,-1 0 0 0,3 1 1376 0,1 0 176 16,2 0 48-16,2-2 0 0,0 1-560 0,2 0-96 15,3-1-32-15,-1 2 0 0,2-2-624 0,1 1-128 16,1-2-32-16,0 2 0 0,3-2-128 0,0 2 0 16,0-3 0-16,2 1 128 15,0 1-1296-15,1-2-272 0,-2 0-48 0,6 2-22320 0</inkml:trace>
  <inkml:trace contextRef="#ctx0" brushRef="#br0" timeOffset="-137732.78">18613 8423 16575 0,'-8'-3'736'0,"3"3"160"0,1-1-720 0,-1 2-176 0,5-1 0 0,0 0 0 15,0 0 7952-15,0 9 1568 16,-4-2 304-16,3 4 64 0,2 4-7072 0,0 2-1408 0,3 1-272 0,2 0-64 15,-1 6-752-15,3-4-160 0,-2 3-32 0,3-2 0 16,2-2-128-16,-2-1 0 0,-1-1 0 0,1-1 0 31,-3-3-640-31,1-1-96 0,-1-3-32 0,-1-1 0 16,1-1-1312-16,-4 0-272 0,-2-7-48 0,0 0-12064 0,9 6-2400 0</inkml:trace>
  <inkml:trace contextRef="#ctx0" brushRef="#br0" timeOffset="-137085.27">18648 8387 25791 0,'0'0'2304'0,"0"0"-1856"0,0 0-448 0,0 0 0 0,0 0 3168 0,0 0 544 15,0 0 96-15,0 0 32 0,0 0-3120 16,0 0-720-16,0 0 0 0,0 0 0 16,10 3-2960-16,0 0-624 0,2-1-128 0,-1 1-32 15,2-1 816-15,0 2 176 0,-1 0 16 0,-1 1 16 0,-1 1 2096 0,-1 0 432 16,-1-1 192-16,-1 2-192 0,-1 1 3712 0,-1 1 736 15,0 0 160-15,-1 3 16 0,0-1-384 0,0 3-80 16,-1 0 0-16,-1 2-16 0,1-1-1456 0,1 3-272 16,0 1-64-16,1-1-16 0,-1 0-928 15,0 0-192-15,0 1-48 0,1-4 0 0,-1 0-512 0,0-2-96 16,0-3-32-16,0 1 0 0,0-2-192 0,-1 1-144 16,1-3 192-16,-4-7-192 0,0 0 128 0,0 0-128 15,7 2 0-15,-7-2 144 0,0 0-144 0,0 0 0 16,6 0 0-16,-6 0 0 0,6-4 0 0,-1-1 0 15,0-3 0-15,0-1 0 0,-1 1 0 0,1-1 0 16,1-1 0-16,0-3 0 0,1-3 0 0,-1-1 0 0,-1 0 0 16,2-2 0-16,1-1 0 0,1 1 0 0,0 0 0 0,1 1 0 15,0 0-144-15,0 2 144 16,-1 3 0-16,0 1-144 0,2 2 144 0,-2 2 0 0,-1 0 160 0,-1 3-32 16,1 2-128-16,-1 2-240 0,-7 1 80 0,8 3 16 15,-1 1 144-15,1 2 0 0,-1 5 0 0,-2-2 0 16,1 2 0-16,1 5 176 0,-2 0-48 0,0 2 0 15,1 2-128-15,-1 0 0 0,-1 1 0 0,0 0 112 16,0-3-112-16,0 1 0 0,-1-2 0 0,1-2 0 0,-1-2 0 16,0-1 0-16,-1 0 0 0,1-2 0 0,-1-2 0 0,1-1 0 15,-3-7 0-15,0 0 0 0,0 0 0 0,0 0 0 16,0 0 0-16,0 0 0 0,0 0 0 0,0 0 0 16,0 0 0-16,7-4 0 0,-4 0 0 0,3-3 0 15,-2-2 0-15,-2 0 0 0,1 1-176 0,-1-2-16 16,1-1-16-16,0 0 0 0,-1-4 336 0,2 0 64 15,1-2 0-15,1 0 16 0,-1 0-208 0,3 0-288 16,1 0 64-16,0-1 16 0,1-1 208 0,1 1 0 16,0 0 0-16,1 2 0 0,0 0 0 0,1 3 0 15,-1 2 0-15,1 2 0 0,-2-1 0 0,1 4 0 16,0 1 144-16,0 2-144 16,-2 3-784-16,0 4-256 0,1 0-48 0,-2 1-16 15,0 0-1456-15,2 3-272 0,-1 3-64 0,-1-1-18432 16</inkml:trace>
  <inkml:trace contextRef="#ctx0" brushRef="#br0" timeOffset="-136481.4">19474 8717 21183 0,'0'0'1888'0,"-2"9"-1504"0,-2-1-384 16,3 0 0-16,1-8 4224 0,0 0 784 15,0 0 160-15,0 0 16 0,0 0-1968 0,0 0-400 0,0 0-64 0,0 0-32 16,9-1-1184-16,0-2-224 0,0-1-48 0,2-2-16 16,-2-2-560-16,3-1-112 0,1-4-32 0,0 0 0 15,-1-2-160-15,-1 0-48 0,1-4 0 0,0 1 0 16,1-4-144-16,0 1-48 0,-1-2 0 0,-2 1 0 15,0 1 16-15,0 2 0 0,-3 2 0 0,-1 3 0 16,-2 1-160-16,-2 3 0 0,-2-1 0 0,0 11 0 16,-4-5 128-16,-1 2-128 0,-2 3 192 15,-2 3-64-15,0 4-128 0,-1 2 0 0,-3 1 0 0,0 3 0 0,1 1 0 0,0 3 0 16,1 2 128-16,0 0-80 0,1 1-48 0,2-1 0 16,3 2 0-16,2-3 0 15,2 1-448-15,2-4-48 0,4 0 0 0,2-2 0 16,1-2-448-16,1 1-80 0,1-1-32 0,3-2 0 15,2-3-736-15,0-1-160 0,1-2-32 0,-1 0 0 16,1-2-1024-16,0-1-192 0,1-3-64 0,0-1 0 16,2-1-960-16,-1-1-208 0,-1-3-48 15,-1-2 0-15,0-6 1648 0,-3 0 320 0,0-1 64 0,-4-2 16 0,-1 0 2112 0,-3-1 448 16,-1 1 64-16,-2 2 32 0,0 0 3952 0,-2 1 800 16,0 2 144-16,-2 2 48 0,0 3-768 0,-1 3-160 15,3 7-16-15,0 0-16 0,0 0-1488 0,0 0-288 16,-4-5-64-16,4 5-16 0,0 0-944 0,0 0-192 15,-4 8-48-15,0 2 0 0,2 3-560 0,-1 3-112 16,5 1-32-16,-1 3 0 0,0 0-256 0,2 3-48 16,-1-5-16-16,2 1 0 0,0 1-96 0,1-2-48 0,1-1 0 15,0 0 0-15,1-4 0 0,-1 2 0 0,1-5 0 16,1 2 0-16,-1-4 0 0,2-2 0 0,-2-1 0 16,0-2 0-16,-7-3 0 0,9 0 0 15,0-1 0-15,-1-1 0 0,-1-2 0 0,1-1 0 0,0-1 0 0,-1-2 0 16,-1-1 0-16,1-2 0 0,-1-2 0 0,1 0 0 15,-3-1 0-15,1-2 0 0,0-3 0 16,-1-1 0-16,0-1 0 0,-2 2 0 0,1-5 0 0,0 5 0 16,-1-4 0-16,1 4 0 0,-2 1 0 0,2 1 0 15,-1 2-432 1,1 1-80-16,0 1 0 0,-1 3-16 0,1 0-848 16,-1 4-160-16,-2 6-48 0,0 0 0 0,0 0-1888 0,0 0-384 0,8-1-80 0</inkml:trace>
  <inkml:trace contextRef="#ctx0" brushRef="#br0" timeOffset="-135478.93">20222 8724 36335 0,'0'0'1600'0,"0"0"352"0,0 0-1568 0,0 0-384 15,0 0 0-15,0 0 0 0,0 0 2816 0,0 0 496 16,0 0 80-16,0 0 32 0,9 1-1312 0,0-2-256 15,2-1-48-15,-2 0-16 0,0-3-1024 0,0-2-192 16,1-1-64-16,1-1 0 0,1 0-272 0,-1 0-64 16,0-2-16-16,-1-2 0 0,2-2-160 0,-2-1 0 15,1-3 144-15,-2 2-144 0,0-3 0 0,0 3 144 16,-1-4-144-16,0 3 0 0,-3 2 128 0,-1-1-128 16,-1 3 0-16,-2 0 0 0,-2 2 0 0,-2 3 0 0,-1 2 0 0,-2 2 0 15,-2 3 160-15,0 0-160 16,-1 4 128-16,-2 1-128 0,0 7 144 0,-1-1-144 0,-1 2 160 15,0 2-160-15,0 3 128 0,0 2-128 0,1 1 0 0,2-1 0 16,0 0 0-16,4 2 0 0,1-1 0 0,3 0 0 16,2-3 0-16,3 0 0 0,2-2 0 0,2-1 0 0,1 1-240 0,2-3 16 15,0 0 0-15,3-5 0 16,0 2-512-16,2-4-96 0,-1 0-32 0,0-2 0 16,2 0-480-16,0-2-80 0,1-3-32 0,1-1 0 15,-1 0-400 1,0-2-64-16,-1-1-32 0,-2-2 0 0,-1-6 704 0,-1 0 144 0,-1-4 16 15,0 2 16-15,-1-3 384 0,-1 1 80 0,-1-1 16 0,-1 0 0 16,-2 1 1168-16,1 2 256 0,0 3 32 0,-1-1 16 0,-3 6 928 0,1 0 192 16,-2 2 48-16,-1 7 0 0,0 0-176 0,0 0-16 15,0 0-16-15,0 0 0 0,0 0-704 0,6 10-144 16,-4-1-32-16,1 2 0 0,-2 3-464 0,2 1-112 16,-1 2 0-16,1 3-16 0,-2-3-176 0,2 2-48 15,-1-1 0-15,2 1 0 0,0-5-144 0,0 2 0 16,0-6 144-16,-1 1-144 0,1-2 0 0,-2-2 0 15,-2-7 0-15,0 0 128 0,5 6-96 0,1-2-32 16,-2 0 0-16,-4-4 0 0,0 0 0 0,0 0 0 16,6-4 0-16,1 0 0 0,-2-5 0 0,0-1 0 15,0 0 0-15,2-2 0 0,-1-3 0 0,2-1 0 16,0-1 0-16,1-1 0 0,0 0 0 0,2-1-192 0,0 4 192 0,1-4-208 16,1 2-32-16,1 2 0 0,1-1 0 15,-1 3 0-15,2 0-112 0,-1 3-32 0,4-1 0 16,-2 2 0-16,-2 0 64 0,1 1 16 0,0 2 0 0,1-1 0 15,-2 1 304-15,1 0-192 0,-2 2 192 0,0 3-160 16,-3 0 160-16,-3 0 176 0,-8 1-48 16,0 0 0-16,0 0 224 0,0 0 32 0,0 0 16 0,0 0 0 15,-2 9 0-15,-1-2 0 0,-4 3 0 0,-1-3 0 16,-2 3-160-16,-2 0-48 0,0-1 0 0,-1 2 0 0,0-1-128 16,-1 0-64-16,0 2 0 0,0-3 0 0,1 2 0 15,2-1 0-15,0-1 0 0,2 0 0 0,1-2 0 0,2-1 0 16,1 1 0-16,5-7 0 0,0 0 0 0,0 0 0 15,-2 8 0-15,2-8 0 0,0 0 0 0,7 8 0 16,1-3 0-16,2-1-160 0,2 0 160 0,0-2 0 16,-1 0-144-16,2 0 144 0,2-2 0 0,0 0 0 15,4 0-144-15,-4 1 144 0,1-1 0 0,-1 2 0 16,2-1 0-16,-1 2 0 0,-2-1 0 16,-1 2 0-16,0 0 0 0,-1 1 0 0,-1-1 0 0,-4 1 0 15,0 2 0-15,-3 1 0 0,-1 0 0 0,-3-1 0 16,-3 1 0-16,-1 0 0 0,-1 1 0 15,-2-2 0-15,-2 1 0 0,0-1 0 0,-3 2 0 0,1 1 0 16,-2-1 0-16,-1-4 0 0,0 0 0 0,-2 0 0 16,1 1-144-16,2-1 144 15,2 0-496-15,0 0 0 0,-1-3 0 0,3-1 0 16,2-1-752-16,1-1-160 0,-1-1-16 0,7 2-16 16,0 0-2480-16,0 0-496 0,5-6-112 0</inkml:trace>
  <inkml:trace contextRef="#ctx0" brushRef="#br0" timeOffset="-135299.58">21209 8406 23039 0,'0'0'1024'0,"0"0"192"16,0 0-960-16,0 0-256 0,0 0 0 0,0 0 0 0,0 0 6480 0,0 0 1264 0,0 0 240 0,0 0 48 15,4 10-5424-15,0-2-1088 0,0 1-224 0,0 3-32 0,-2 2-688 0,1-3-128 16,1 2-16-16,0 1-16 16,-2 2-416-16,1-2 0 0,-1 0 0 0,1-1 0 0,0 0-384 15,-2-2 64-15,2 0 0 0,-1 0 0 16,1-3-1648-16,-3-8-320 0,0 0-64 0,6 10-20432 15</inkml:trace>
  <inkml:trace contextRef="#ctx0" brushRef="#br0" timeOffset="-134730.72">21305 8104 46303 0,'0'0'2048'0,"0"0"432"0,0-6-1984 0,-1-1-496 16,0 0 0-16,1 1 0 0,0 6 592 0,0 0 32 15,0 0 0-15,4-6 0 16,1-1-880-16,1 1-192 0,0 1-16 0,1 1-16 16,3 0-2016-16,0 0-384 0,0 1-96 0,1 2-16 15,-1-2 784-15,-1 3 160 0,3 0 16 0,-3 3 16 16,-1 0 720-16,-1 2 144 0,-2 1 16 0,1 3 16 0,0-2 3040 0,-3 0 592 0,0 2 128 0,0 1 32 16,-1 3 720-16,1 1 160 0,-2 2 32 0,0 1 0 15,1-3-1264-15,-1 6-240 0,-1-1-48 16,1 4-16-16,1 1-864 0,-1 1-192 0,-1 3-16 0,1-2-16 15,2 0-528-15,-2 1-96 0,-1-3-32 0,2-1 0 16,0-1-272-16,-1 0 0 0,-2-1 128 16,0-3-48-16,2 1-80 0,2-5 0 0,-5-1 0 0,2 0 0 15,0-2 0-15,0-1 0 0,-1-2 0 0,1-8 0 16,0 0 0-16,0 0 0 0,0 0 0 0,0 0 0 16,0 0 0-16,0 0 0 0,0 0 0 0,0 0 0 0,0 0 0 15,-1-7 0-15,1-1 0 0,1 1 0 0,0-2 0 16,1-1 0-16,2 0 0 0,1-2 0 0,1-2 0 0,1 0 0 15,-1 1 0-15,4-1 0 0,1 1 0 0,2 2 0 16,-1-1 0-16,1 2-160 0,0 2 160 0,1 0 0 16,0 1 0-16,-1 2-128 0,0 1 128 15,0 2 0-15,0 2 128 0,10 4-128 16,-11 2 0-16,-2 1 0 0,-1-1 0 0,1 1 0 0,-3 3 0 16,-1 3 0-16,-3-2 128 0,-1 2-96 0,-1 1-32 15,-1 0 0-15,-1 2 0 0,-2 0 0 0,-1 0 0 0,-1 0 0 0,0 0 0 16,-2-3 0-16,2 1 0 15,-3-5 0-15,0 3 0 0,-1-3 0 0,0 0 0 0,-1 2 0 16,-1-6 0-16,0 0 0 0,0-1 0 16,-3-1 0-16,0-1 0 0,0 2 0 0,0-1 0 0,-2 1 0 0,3-4 0 31,2 0-592-31,0-4-112 0,3 1-32 0,2-1 0 16,1 0-2064-16,5 4-400 0,0 0-96 0</inkml:trace>
  <inkml:trace contextRef="#ctx0" brushRef="#br0" timeOffset="-134299.86">21959 8207 21183 0,'0'0'1888'0,"0"0"-1504"0,0 0-384 0,0 0 0 15,0 0 6432-15,0 0 1216 0,0 0 240 0,-3 7 48 16,-1 1-5008-16,0 4-1008 0,-1-1-208 0,-2 8-48 16,0-3-912-16,0 8-192 0,-1-1-48 0,3-3 0 0,0 1-208 0,1 1-48 15,1-1-16-15,3 1 0 0,0 0-240 0,3 0 176 16,1 1-176-16,1-3 160 0,3 5-160 0,0-4 0 15,1-3 0-15,1-2 0 0,2-2 0 0,0-2 0 16,-1-3 0-16,2-1 0 0,3-3 0 0,0-2 0 16,-2-2 0-16,-2-1 0 0,1-1 0 0,1-2 0 15,3-1 0-15,0-1 0 0,-1-3 0 0,1-2 0 16,1-3 0-16,4-6 0 0,-1-1 0 0,-2 0 0 16,1 1 0-16,-3 0 0 0,-1 0 0 0,-3-1-192 15,-4 2 32-15,-3 2 16 0,-2 3 144 0,-2 4-128 16,-5-1 128-16,-1 3-128 0,-3 2 128 0,-2 4 0 15,-4 1 128-15,0 2-128 0,-4 3 224 0,0 3-32 16,-1 3 0-16,1 0 0 0,2 4-128 0,0 0-64 16,2 1 0-16,3 0 0 0,1 2 0 0,3-2 0 15,2-2 0-15,2 2 0 0,1-1 0 0,3 2 0 16,2-4 0-16,3 0 0 0,2-1 0 0,2-2 0 0,4 0 0 16,6 0 0-16,2-1 0 0,-2-2 0 15,1-2 0-15,2-1 0 0,-1-2 0 0,1 1 0 0,0-2 0 0,1 1 0 31,0 0-416-31,6-1-32 0,-2 2 0 0,0 0-16736 0,-2-2-3360 0</inkml:trace>
  <inkml:trace contextRef="#ctx0" brushRef="#br0" timeOffset="-133430.78">22970 8702 46127 0,'0'0'2048'0,"0"0"416"0,0 0-1968 0,7-4-496 0,-7 4 0 0,8 0 0 16,-1 1 1056-16,1 4 112 0,-1-1 32 0,1 3 0 15,-1-1-176-15,0 3-16 0,-2 2-16 0,2 2 0 16,-2 1-544-16,0 2-96 0,0-1-32 0,0 2 0 16,1-1-320-16,-2-2 144 0,-1 1-144 0,3-2 0 15,0 0-688 1,2-4-240-16,-1 1-48 0,0-6-16 0,4 0-3200 0,3-3-640 0</inkml:trace>
  <inkml:trace contextRef="#ctx0" brushRef="#br0" timeOffset="-132997.27">23957 8440 32255 0,'0'0'1424'0,"0"0"304"15,1-8-1392-15,1 0-336 0,-1 0 0 0,0-1 0 0,-1 1 4736 0,0 2 864 16,-1-1 176-16,0 1 48 0,-2-1-3696 0,1 1-720 16,-2 0-160-16,0 2-32 0,-2 3-736 0,6 1-160 15,-7-2-16-15,-2 4-16 0,-5-1-160 0,-1 3-128 16,-1 2 192-16,-3 3-48 0,-5 1-144 0,1 4 0 16,-1 2 0-16,2 1 0 0,0 0 0 0,4 1 0 15,1 2 0-15,2 1 0 0,5-4 0 0,2 0 0 16,3 1 0-16,2-1 0 0,5-2 0 0,2 0-128 15,2-2 128-15,6-2-160 0,2-1 160 0,3-3 0 0,3 0 128 0,4-2-128 16,5-1 0-16,4-1-128 0,2-3 0 16,3 0 0-16,5 0-48 0,1-4 0 0,0-1 0 0,-1-2 0 15,-2 1 176-15,-2-2-160 0,-1-1 160 0,-4-2-160 16,-4-3 160-16,-3-1 0 0,-1 1-144 16,-3-2 144-16,-3 2 0 0,-4-3 0 0,-5 2 0 0,-3-1 0 15,-3-1 0-15,-3 3 0 0,-4-5 0 16,-1 1 0-16,-4 0 128 0,-3 0-128 0,-5-1 128 0,0 4-128 15,-4-1 144-15,-1 2-144 0,-3-1 160 0,-3 1-160 0,-2 0 0 0,-2 1 0 16,-3 0-128-16,2 2 128 16,1 3-752-16,2 3-32 15,2 0-16-15,3 1 0 0,2 1-1632 0,1 2-320 0,3 2-64 0,3 3-18720 16</inkml:trace>
  <inkml:trace contextRef="#ctx0" brushRef="#br0" timeOffset="-132660.74">23885 8089 24879 0,'0'0'2208'0,"0"0"-1760"15,0 0-448-15,0 0 0 0,0 0 6384 0,0 0 1184 16,2 6 240-16,-1 3 64 0,-1-2-5248 0,1 5-1056 15,1 2-208-15,0 6-32 0,1 4-832 0,1 5-176 16,-2 4-16-16,1 3-16 0,1 2-208 0,0 1-80 0,0 0 0 16,0 2 0-16,1 2 0 0,1-3 0 0,1-2 0 0,-2 0 0 15,2-6 0-15,-3 2 0 0,-2-3 0 0,1-1 0 16,-2-2 0-16,0-1 0 16,-1-2 0-16,0-3 0 0,-1-2 0 0,0-1 0 15,-2-3 0-15,1-2 0 0,0-1 0 0,0-4 0 0,-2-1 0 0,1-1 0 0,0-1 0 16,3-6 0-16,0 0 0 0,0 0 0 15,0 0-704-15,0 0-128 0,-6-5-16 0,1-3-16 16,-2-2-1840-16,2-2-368 0,0-5-80 0</inkml:trace>
  <inkml:trace contextRef="#ctx0" brushRef="#br0" timeOffset="-132402.59">23574 8007 51711 0,'0'0'2304'0,"-5"0"448"0,5 0-2192 0,0 0-560 16,0 0 0-16,0 0 0 0,0 0 1200 0,0 0 128 15,9 2 16-15,4 2 16 0,-2-2-624 0,5 0-128 16,2 1-32-16,3-1 0 0,3 1-576 0,2-3 0 16,4 0 0-16,2 0 0 0,4 0 144 0,0 1-144 15,2 1 192-15,1 1-48 0,1 0-144 0,0 2 0 0,-4 2 0 0,-2 1 0 31,-3-1-368-31,-1 3-64 0,-4 1-16 0,2 1 0 16,-1-2-928-16,-4 4-192 0,-2-3-32 0,-2 8-16 16,-2-1-2912-16,-4 7-576 0</inkml:trace>
  <inkml:trace contextRef="#ctx0" brushRef="#br0" timeOffset="-132198.56">23605 8911 51023 0,'0'0'2256'0,"0"0"480"0,0 8-2192 0,1-1-544 0,3 1 0 0,2-3 0 16,0 3 1168-16,3-3 128 0,2 0 32 0,0 0 0 16,4-1-432-16,3-1-64 0,1 1-32 0,5-4 0 15,2 0-592-15,1 0-208 0,3-4 144 0,2 1-144 0,0-6 0 0,3 3 0 16,2-2 128-16,2 1-80 0,0-3-48 16,-1-1-160-16,-1 2 160 0,-1-4-192 15,2 0-768-15,0 1-176 0,-4-2-16 0,-1-2-16 16,1 0-2672-16,0-1-512 0</inkml:trace>
  <inkml:trace contextRef="#ctx0" brushRef="#br0" timeOffset="-131984.08">24790 8423 52991 0,'0'0'2352'0,"0"0"464"0,0 0-2240 0,0 0-576 15,0 0 0-15,0 0 0 0,0 0 1216 0,0 0 128 16,0 0 16-16,9 0 16 0,0-3-864 0,1 2-192 0,-3 2-16 0,5-1-16 15,1 0-208-15,3 0-80 16,-3 0 0-16,1 3 0 0,-1-3 0 0,2 0 0 16,-1 0 0-16,0 0 0 0,-2 0 0 0,-2 1 0 15,1 0 0-15,-2 3 0 16,-1-4-1376-16,-2 1-272 0,-6-1-48 0,0 0-14752 0,0 0-2944 0</inkml:trace>
  <inkml:trace contextRef="#ctx0" brushRef="#br0" timeOffset="-131826.27">24794 8519 40607 0,'-16'3'1792'0,"16"-3"384"0,0 0-1744 0,0 0-432 0,-5 4 0 0,5-4 0 0,0 0 2448 0,0 0 416 16,0 0 80-16,0 0 0 0,0 0-1344 16,5 6-288-16,2 1-48 0,2-3-16 0,0-2-848 0,3-2-160 15,2 1-48-15,5-1 0 0,-1-1-192 16,3 1 0-16,1-2 0 0,1-1 0 16,1-1-416-16,1 0-80 0,1-1-16 15,1 1 0-15,2 0-1376 0,1-1-288 0,0 0-48 16,2-2-12592-16,5-3-2528 0</inkml:trace>
  <inkml:trace contextRef="#ctx0" brushRef="#br0" timeOffset="-131497.28">25476 8333 36511 0,'0'0'1616'0,"0"0"336"0,0 0-1568 0,0 0-384 15,0 0 0-15,0 0 0 0,0 0 3280 0,-5-3 576 16,-3 0 112-16,-1 5 32 0,-2 0-1824 0,-2 4-384 16,0 3-64-16,-1 2 0 0,-2 4-960 0,1 2-192 15,-1 2-48-15,2 2 0 0,-1-3-384 0,1 3-144 16,1 1 0-16,3 1 0 0,2-1 0 0,4 0 0 15,1 0 0-15,2 0 0 0,1-4 0 0,4-1 0 16,0-1 0-16,4 0 0 0,2-5 0 0,3 2 0 0,4-1 0 0,2-5 0 16,4-2 0-16,1-1 0 0,2-2 0 15,-5 0 0-15,2-1 0 0,0-1 0 16,2-1 0-16,0-1 0 0,-2-1 0 0,-1-3 0 0,0-1 0 0,-1-1 0 16,0-1 0-16,-3-2 0 0,-3 1 0 15,-4-3 0-15,0-4 0 0,-5-2 0 16,1 3 0-16,-3-3 0 0,-3 1 0 0,-2 1 0 0,-2 0 0 0,-2 0 0 15,-3-1 0-15,-4-4 0 0,-2 1 0 0,-3 3 0 16,-1-2 0-16,3 6 0 0,-1 1 0 0,-3 0 0 16,1 1-192-16,1 2-16 0,-1 2-16 0,0 0 0 15,-1 1-2848-15,-5 1-576 16</inkml:trace>
  <inkml:trace contextRef="#ctx0" brushRef="#br0" timeOffset="-130927.08">26370 8361 42383 0,'0'0'3776'0,"0"0"-3024"0,0 0-608 0,0 0-144 0,0 0 2112 15,0 0 384-15,0 0 64 0,0 0 32 16,7 8-1232-16,-2 4-240 0,0 2-48 0,-1 4-16 0,-1 5-240 0,1 0-48 16,-2 1-16-16,1 2 0 0,-1 1-608 0,1-1-144 15,1-2 0-15,0-4 0 0,-1-1 0 0,0-4 0 16,3 0 144-16,-2-6-144 0,-1 0 128 0,1-1-128 15,-4-8 128-15,0 0-128 0,0 0 144 0,0 0-144 16,0 0 192-16,8-2-48 0,-8 2-144 0,7-3 0 16,-1-4 0-16,-1-1 0 0,1-5 0 0,-1 0 0 15,0-1 0-15,0-2 0 0,1-1 0 0,1-4 0 16,2 0 0-16,1 1 0 0,-1-1 0 0,1-1 0 16,3-2 0-16,0 2 0 0,-1 1 0 0,1 0 0 0,1 3 0 0,3 0 0 31,-1 2-1088-31,1 0-192 0,0 6-64 0,0 2 0 15,0 2-1872-15,0 3-384 0,-3 3-80 0,-1 4-16688 0</inkml:trace>
  <inkml:trace contextRef="#ctx0" brushRef="#br0" timeOffset="-129433.35">26801 8619 11967 0,'0'0'1072'0,"0"0"-864"0,0 0-208 0,0 0 0 16,7 2 7040-16,1-4 1376 15,0-1 272-15,0-1 48 0,1-7-5520 0,1 2-1104 0,-1 0-208 0,2-3-48 16,-1 0-832-16,1-1-144 0,-1-1-48 0,3-4 0 15,-2 1-464-15,-1-1-112 0,1 1 0 0,-4 0-16 0,1 1-48 0,-3 4 0 16,-1 1 0-16,-1 0 0 0,-4 3 192 0,1 8 48 16,-6-5 0-16,1 3 0 0,-4 3 16 0,-1 1 0 15,-2 5 0-15,0 2 0 0,-1 3-256 0,-1 2-32 16,-1 2-16-16,1 2 0 0,0 2-144 0,2 1 0 16,0-1 144-16,4 0-144 0,3-2 0 0,3 0 0 15,0 1 0-15,4-2 128 0,2-4-128 0,1-2 0 16,1 0-128-16,3-2 128 15,2-1-176-15,1-2 176 0,-1 0-208 0,2-3 80 0,2 0-64 0,-1-2-16 16,2-1 0-16,-1-2 0 0,1-3-64 0,0-2-16 16,1 0 0-16,-2 0 0 0,1-4 0 0,-1-1 0 15,-1-1 0-15,0-1 0 0,-1-2 64 0,0 0 16 16,-1-3 0-16,-1 4 0 0,-1-4 208 16,-4 4 0-16,-1-1 0 0,0 0 0 0,-1 2 0 15,-1 1 160-15,0 3-32 0,-2-1 0 0,-1 3 192 0,0 2 16 16,0 6 16-16,0 0 0 0,0 0 32 0,0 0 0 15,0 0 0-15,0 0 0 0,0 8-176 0,0 2-16 16,0 1-16-16,1 2 0 0,1 0-48 0,0 4-128 16,2 2 192-16,1-1-64 0,0 2-128 0,2-1 0 15,1 1 144-15,2-3-144 0,2-1 0 0,1-3 128 0,0-3-128 0,1 1 0 16,1-2 0-16,-1 0 0 0,0-1 0 0,-1-3 0 16,-1-4 0-16,0-1 0 0,0-1 0 0,-2-2 128 15,-1-1-128-15,0 2 0 0,0-5 0 0,-1 1 128 16,-1-2-96-16,-2-1-32 0,0-4 0 0,0-3 0 15,1 0 0-15,-1 1 0 0,-1-2 0 0,1-1 0 16,0-5 0-16,0 1 0 0,-1-1 0 0,0-1 0 0,0 2 0 0,-1-1 0 16,-2 3 0-16,0 1 0 15,-1 3-560-15,2 4-96 0,-2 2-32 0,0 1 0 16,-2 2-976-16,2 7-192 16,0 0-32-16,0 0-16 0,0 0-2256 0,-5 8-448 0,1 4-80 0,0 5-32 15,2 0 176-15,0 2 16 0,1 2 16 0,1 1 0 0,1-1 3344 16,2 1 656-16,1-1 144 0,1-1 32 15,0-1 2320-15,1-3 480 0,0-1 96 0,1 0 0 0,0-2 1216 0,1-1 256 16,0-2 32-16,0-2 16 0,0-3-1008 0,1-2-192 16,0-3-32-16,1 0-16 0,1-2-1088 0,1 0-208 15,-1-4-64-15,2-1 0 0,2-2-704 16,0-2-160-16,1 1-32 0,0-5 0 0,-2 1-304 0,2 0-64 16,-1-1-16-16,0 0 0 0,-1-2-192 0,-1 0 128 15,-1 1-128-15,-3 0 0 0,-3 2 0 0,-2 1 128 16,0 0-128-16,-4 3 0 0,-2 3 0 0,2 7 128 15,-7-4-128-15,-1 3 0 0,-1 1 240 0,0 2-48 0,-3 5-16 0,-1 2 0 16,-1 3-176-16,0 4 128 0,-2 0-128 16,2 3 128-16,2 0-128 0,1 0 0 15,4 0 0-15,1 1 0 0,4-2 0 0,2 0 0 0,1-1 0 16,3-3 0-16,1 1-144 0,3-2-16 0,4 0 0 0,1-3 0 31,0-2-688-31,1-1-144 0,2-2-32 0,1-1 0 16,0-3-512-16,0-2-128 0,1-2 0 0,-1-1-16 0,-2-2-496 15,1-1-112-15,0-3-16 0,-1-2 0 16,0-2 1024-16,-2-5 192 0,-1 1 32 0,-1 0 16 0,-2 1 592 0,-1 0 128 0,-3-1 32 16,1 2 0-16,-2 3 1600 0,-2 0 320 0,-1 0 64 0,1 3 16 15,-2 0 528-15,0 10 128 0,0-6 0 0,0 6 16 16,0 0-720-16,0 0-160 0,0 0-32 0,0 0 0 0,0 0-672 0,4 8-144 16,0 1-16-16,-2 3-16 0,1-2-320 0,-1 3-64 15,2 1-16-15,0 2 0 0,-2 0-224 0,0 1 176 16,1-3-176-16,-1 2 160 0,2-5-160 0,-1 1 128 15,-1-1-128-15,1-2 128 0,0-2-128 0,-1 0 0 16,1 0 0-16,-3-7 128 0,0 0-128 0,0 0 0 16,0 0 0-16,8 0 0 0,-2-2 0 0,2 0 0 15,-8 2 0-15,5-7 48 0,0 1-48 0,-1-4 0 16,0 0 0-16,2-2 0 0,-3-1 0 0,3-1 0 16,-1-2 0-16,1 1 0 0,2-1 0 0,0 2 0 15,1-3 0-15,0 1 0 0,0 0 0 0,2 2 0 16,1-2 0-16,2 2 0 0,-1 1 0 0,3 3-208 15,2-3 64-15,1 3 16 0,2-1-96 0,-4 4-16 16,3 1 0-16,1 0 0 0,1-1 48 0,0 1 16 0,-2 1 0 0,-1 1 0 16,-1 0 176-16,-2 3 0 15,-2-2-144-15,2 2 144 0,-3 0 0 0,-4 0 192 16,-9 1-32-16,0 0 0 0,0 0 128 0,0 0 32 0,0 0 0 0,0 0 0 16,-5 7-176-16,0 0-16 0,-2 1-128 0,-3 0 192 15,-2-2-128-15,-1 2-64 0,0 1 0 0,-1 0 0 16,-1-1 0-16,-3 2 0 0,1 1 0 15,3-1 0-15,-2-1 0 0,3 1 0 0,3-1 0 0,-1 0 0 16,1-1 0-16,1-1 0 0,1 0 0 0,1-2 0 16,2 0 0-16,5-5 0 0,0 0 0 0,0 0 0 15,0 0 0-15,0 0 0 0,5 7 0 0,2-2 0 0,-1 2 0 16,2-5 0-16,3 2 0 0,3 0 0 0,0-1 0 0,4-1 0 16,3 2 0-16,0 0 0 0,-1-1 0 15,-1 2 0-15,2 0 0 0,-1 2 0 0,-2-3 0 16,-1 1 0-16,0 0 0 0,-3 0 0 0,-1 2 0 0,-1 1 0 15,-2-2 0-15,0 1 0 0,-3-2 0 0,-1 0 0 16,-2 0 0-16,-2 2 0 0,1-1 0 0,-3 1 0 16,-3-1 0-16,-1 1 0 0,-1-1 0 0,-2 1 0 15,-2-2 0-15,-2 2 0 0,-4-1 0 0,0 1 0 16,-2 0 0-16,0-1 0 0,-2 0 0 0,1-3 0 16,1 1 0-16,0-3 0 15,0 4-400-15,4-3-80 0,2 0-16 0,1 1 0 16,1-3-1184-16,9 0-240 0,0 0-64 0,0 0-13760 15,0 0-2768-15</inkml:trace>
  <inkml:trace contextRef="#ctx0" brushRef="#br0" timeOffset="-129264.83">28658 8417 13823 0,'0'0'608'0,"0"0"128"0,0 0-592 0,0 0-144 0,0 0 0 0,0 0 0 16,0 0 8640-16,0 0 1680 15,0 0 352-15,0 0 64 0,0 0-7616 0,0 12-1520 0,-1 1-320 16,1-1-48-16,-1 1-800 0,1 1-176 0,0 2-16 0,-2-2-16 15,2 2-224-15,2 0 0 0,0-1 0 0,1 0 0 16,0 0-496 0,-1-3-192-16,1 0-32 0,-1-2-16 0,-2-10-2224 0,0 0-448 15,4 7-96-15</inkml:trace>
  <inkml:trace contextRef="#ctx0" brushRef="#br0" timeOffset="-129122.33">28652 8201 31327 0,'0'0'2784'0,"0"-7"-2224"0,1 0-560 0,2-1 0 0,-1 0 2688 0,2-1 448 16,0-2 64-16,1 4 32 0,1 0-2448 15,-1-1-480-15,3 0-112 0,1 5-13024 16,1-3-2608-16</inkml:trace>
  <inkml:trace contextRef="#ctx0" brushRef="#br0" timeOffset="-128678.91">28837 8068 21183 0,'0'0'1888'0,"0"0"-1504"0,0 0-384 0,1 8 0 0,3 2 5568 0,0 2 1056 16,0 1 208-16,2-1 32 0,2 1-3984 0,1 2-816 15,1 4-144-15,0 2-48 0,2 2-624 0,-1 3-128 0,1 1-32 0,0 2 0 16,-2 0-640-16,1 0-128 16,-2-2-16-16,-1 2-16 0,0-1-288 0,-2 0 128 0,-1-2-128 0,0-3 0 15,-1-2 128-15,-1-1-128 0,-2-3 0 0,-1-2 0 16,-1 0 144-16,0-4-144 0,-2 1 0 0,-1-4 144 15,-1-3-144-15,0 0 0 0,0-1 0 0,1-3 128 16,-2-1-128-16,1 0 0 16,-1-1 0-16,0-1 0 0,3-2 0 0,-1-2 0 0,-2 1 0 0,4-1 0 15,1-1 0-15,1-2 0 0,0 0-128 0,1 0 128 16,1 0 0-16,2-3-144 0,2 1 144 0,0 1 0 16,3-3-128-16,2 3 128 0,-2-1 0 0,4 1 0 15,1 1 0-15,2-3-128 0,-2 3 128 0,0 1 0 16,1 1 0-16,-1 2 0 0,-1 1 0 0,0 2 0 15,0 0 0-15,-1 2 0 0,0 0 0 0,-1 2 0 0,0 0 240 0,-1 3-48 16,-1 2-16-16,1 2 0 0,-3-2-176 0,0 2 0 16,-3 0 0-16,0 3 0 0,-2 2 0 0,0 2 0 15,-1-1 144-15,-2 1-144 0,-2 2 0 0,-1-2 0 16,-1 2 0-16,1-2 128 0,-3-3-128 0,0 0 0 16,-1-1 0-16,-3 3 0 0,2-2-144 0,0-4 0 15,0 0 0-15,1-1 0 16,0-3-800-16,1 1-144 0,0-4-48 15,1 0 0-15,0-4-2016 0,6 2-416 0,0 0-80 16</inkml:trace>
  <inkml:trace contextRef="#ctx0" brushRef="#br0" timeOffset="-128260.48">29461 8215 49695 0,'0'0'2208'0,"0"0"448"0,0 0-2128 0,-1 9-528 0,0 3 0 0,-3 1 0 16,0-1 1344-16,-1 1 144 15,-3 3 48-15,0 1 0 0,-1 2-512 0,0 2-80 0,1 1-32 0,0 2 0 16,2 0-624-16,2 0-128 0,1-2-32 0,3 1 0 16,3 2-80-16,1-1-48 0,2-2 0 0,3-1 0 15,3-2 0-15,2-2 0 0,2 0 0 0,1-2 0 16,1-4 0-16,2 0 0 0,-1-2 0 0,1-1 0 16,-2-2 0-16,0-3 0 0,1-2 0 0,4-1 0 15,-1-3 0-15,0-2 0 0,-1-4 0 0,0 0 0 0,-1-1 0 16,1-3 0-16,-2-2 0 0,2-4-160 0,-1-1 0 0,-3 1 0 15,-3-1 0-15,-2 2 0 0,-2-1-64 16,-3 3-16-16,-4-1 0 0,-1 1 0 0,-5 3 112 0,-1 1 128 16,0 6-208-16,-2-1 80 0,-2 3 128 15,-2 3 256-15,-2 1-64 0,-3 3-16 0,-1-1 16 0,0 5 0 16,0 2 0-16,2 1 0 0,1 1 0 0,1 0 0 16,2 4 0-16,2-1 0 0,4 2-144 0,1 1-48 15,2 1 0-15,4 0 0 0,3 0 0 0,3 1 0 16,2-5 0-16,2 2 0 0,4-1 0 0,1-2 0 15,3-1 0-15,2-2 0 0,2 0 0 0,0-1 0 16,0-1 0-16,1 1 0 0,-2-2 0 0,1 1 0 16,0-1 0-16,0-1 0 15,5 2-784-15,0-1-160 0,-2-1-16 0,2-2-24288 0</inkml:trace>
  <inkml:trace contextRef="#ctx0" brushRef="#br0" timeOffset="-118097.09">3999 4392 36575 0,'-12'-2'1616'0,"5"2"336"0,1 2-1568 0,6-2-384 0,-7 0 0 0,7 0 0 16,0 0 1344-16,0 0 176 0,-4 1 32 0,4-1 16 15,-5 8-16-15,2 2 0 0,2 2 0 0,1 2 0 16,1 2-896-16,1 6-176 0,-2 3-32 0,0-1-16 0,0 8-64 0,0 6-16 15,-2 3 0-15,1 5 0 0,-3 1-96 0,3 0-32 16,0 1 0-16,-1-5 0 16,0-6-96-16,0-1-128 0,1-5 176 0,1-1-176 0,0-2 0 0,0-5 0 15,0-2 0-15,0-4 0 0,0-4 0 0,0-1 0 16,-1-2 0-16,0-3 0 0,1-7 0 0,0 0 0 16,0 0 0-16,0 0 0 0,-7-3 0 0,2-3-272 15,1-4 16-15,1-4 16 16,2-4-320-16,-2-3-64 0,1-2-16 0,0-6 0 15,2-6-128-15,0-4-16 0,0-4-16 0,0-24 0 16,2 1 224-16,0 3 64 0,2 3 0 0,0 5 0 0,-1 7 320 0,2 6 64 16,-1 6 128-16,0 6-208 0,-2 4 208 0,1 6 208 15,-2 6-32-15,1 5-16 0,-2 9 352 0,0 0 80 16,0 0 16-16,0 0 0 0,0 0-48 0,0 0-16 16,5 9 0-16,3 10 0 0,1 0-160 0,1 3-48 15,2 3 0-15,-2-3 0 0,1 6-80 0,2 2 0 0,1 6-16 16,2 1 0-16,1 4-112 0,1 2 0 15,2 2-128-15,2 0 192 0,0 0-192 0,0-2 0 0,0-3 128 16,0-4-128-16,-1-2 0 0,-1-1 0 0,-1-6 0 0,-2 2 0 16,-1-6 0-16,-2-3 0 0,1-1 0 0,-4-2 0 15,-3-4 128-15,0-1-128 0,-1-3 0 0,-1 1 144 16,-6-10-144-16,0 0 160 0,0 0-160 0,0 0 160 16,0 0 16-16,0 0 0 0,-8-5 0 0,-1-3 0 15,0 1-16-15,-4-5 0 0,-3 0 0 0,-3-1 0 16,-5-8-160-16,-4-1 0 0,-4-4 0 0,-3 0 0 15,-5-1-400-15,-2-2 32 0,-4-2 16 0,-1-3 0 16,-2 1-208-16,1 2-32 0,1 1-16 16,0 2 0-16,0 2 192 0,4 3 32 0,2 2 16 0,6 4 0 0,4 3 208 0,5 3 160 15,4 4-208-15,5 1 80 0,4 1 288 16,4 2 64-16,9 3 16 0,0 0 0 0,0 0 96 0,0 0 32 16,0 0 0-16,15 0 0 0,3 0-128 15,5 0-32-15,3 0 0 0,4-3 0 0,4-3 0 0,2-1 0 16,2-3 0-16,6 0 0 0,3-4 48 0,3 1 16 15,1-2 0-15,-1 0 0 0,0-1-112 16,-3-2-32-16,-3 1 0 0,-1 0 0 0,-1 0-128 0,-3 1 0 16,-2 1 0-16,-5 0 128 0,-4 1-128 0,-2 2 0 15,-3 0 0-15,-5 6 0 0,-7 1 0 0,-11 5 0 16,0 0 128-16,0 0-128 0,0 0 128 0,0 0-128 16,4 11 192-16,-4 2-64 0,-4 4 224 0,-5 0 32 15,-4 6 16-15,-3 5 0 0,0 7-144 0,-2 7-48 16,-4 4 0-16,6-11 0 0,-2 5-16 0,-2 6 0 0,1 4 0 0,-3-1 0 15,-2-3 0-15,1-2-16 0,-2-1 0 0,2 0 0 16,2-6-176-16,0-1 160 0,0 1-160 0,3-4 160 16,1-3-160-16,1-3 0 0,3-7 0 0,3-1 128 15,1-5-128-15,2-2 0 0,1-2 0 0,2-3 0 16,4-7-800-16,0 0-96 0,0 0 0 16,0 0-16-16,0 0-2752 0,1-11-560 0</inkml:trace>
  <inkml:trace contextRef="#ctx0" brushRef="#br0" timeOffset="-91633.31">23513 3200 25791 0,'-3'-5'2304'0,"-4"-2"-1856"15,-2 1-448-15,-1-1 0 0,-3 2 1584 0,-4 1 208 16,-4-1 64-16,-5 2 0 0,-4 1-1408 0,-7 0-256 0,-7 1-64 0,-7 2-128 16,-6 3 352-16,-7 1-32 15,-8 1-16-15,-3 1 0 0,-5 3-64 0,-1 0-16 16,-1-1 0-16,1 2 0 0,1-5-32 0,-1 2 0 0,6-3 0 15,8 0 0-15,7 1-48 0,8-5-16 0,8 0 0 0,9 0 0 0,8-1 16 16,6 0 0-16,5-2 0 0,7 1 0 16,4-5 16-16,9 1 0 0,8-1 0 0,9-4 0 0,9 0-160 15,9-4 128-15,8-1-128 0,11 1 128 0,10-7 112 16,8 0 16-16,6-3 0 0,12-1 0 0,11 0 384 0,11-2 64 16,8-3 32-16,10 4 0 0,7 2-112 15,4 2-32-15,1 0 0 0,0 3 0 16,-1 6-224-16,-8 2-48 0,-12 0-16 0,-7 2 0 0,-9 1-176 0,-10 4-128 15,-9-1 192-15,-12 4-192 0,-12 1 0 0,-10 0 0 16,-10-3 0-16,-11 6 0 0,-9 0 0 16,-7 0 0-16,-9-1-240 0,-10-2 80 15,-8 6-256-15,-10 1-48 0,-12-2-16 0,-14 0 0 0,-14 0 288 0,-11 3 192 16,-10 1-208-16,-14 0 80 0,-14-1 128 0,-9 1-128 16,-8-1 128-16,-6 0-128 0,-6 0 128 0,1 0 224 15,2 0-48-15,1-1-16 0,0 0 144 0,6 1 16 16,3 1 16-16,6 0 0 0,5-5-336 0,0 2 144 15,11 2-144-15,13-1 0 0,8-2 144 0,12-4-144 16,8 4 0-16,10-2 144 0,7 1-144 0,9-3 0 16,8 5 0-16,6-5 128 0,6 1-128 0,7 1 0 0,7-3 0 15,11 1 0-15,10 1-128 0,10-2 128 0,12-3 0 16,14-1 0-16,12-4 0 0,12 0 0 0,9-1 0 0,10-1 128 16,10-1-128-16,6-2 160 0,4 2-160 0,2 2 160 15,1 2 0-15,-2 2 0 0,-3 1 0 0,-6-1 0 16,-7 3-160-16,-4 0 0 0,-7 4 0 0,-10-2 0 15,-8-2 0-15,-11 1 0 0,-9 1 0 0,-9 1 0 16,-9 1-128-16,-11-2 128 0,-7 2-160 0,-10 0 160 16,-10-2-352-16,-9 6 32 0,-8-3 0 0,-11 0 0 0,-13 1 128 0,-11-1 16 15,-9 3 16-15,-10 1 0 16,-8 0 160-16,-11 0 0 0,-11-3 0 0,-3 2-128 0,-3 1 128 16,-4-1 0-16,-2 1 0 0,1-1 0 0,1 1 128 15,3 0 0-15,2-2 0 0,6 1 0 0,2 1-128 0,2-1 0 16,7-1 128-16,9-1-128 0,10-1 0 0,10-3 0 15,9 0 0-15,12 0 128 0,8 0-128 0,9-3 0 16,7 3 128-16,15 0-128 0,0 0 128 0,16-4-128 16,14 1 160-16,12-3-160 0,12 0 0 0,17-1 128 15,14 0-128-15,12-4 0 0,12-2 128 0,12 1-128 16,10 2 176-16,10 1-176 0,7 0 240 0,4 1-64 16,3 1-16-16,3 3 0 0,2 4-160 0,-2 0 160 15,-5-1-160-15,-3 2 160 0,-4 3-160 16,-12-1 0-16,-15-2 0 0,-11 1 0 0,-10-1 0 15,-11 1 0-15,-9 2 128 0,-10-1-128 0,-12 0 0 0,-10-2 0 16,-13 1 0-16,-8-2 0 0,-10 2 0 0,-15-2 0 16,-10 0 0-16,-12-2-176 0,-13 0 0 0,-12 1 0 0,-12 1 0 15,-14 0 0-15,-15 1 176 0,-14 1 0 16,-13-2 0-16,-12 3-128 0,-10 1 128 0,-7-3 0 16,-4 2 0-16,-2-1 0 0,-3 0 240 0,3 0-32 0,3 2 0 0,2 2 0 15,2 0-64-15,6 2-16 0,8 1 0 0,9 0 0 16,5-1-128-16,2 1 0 0,14 1 0 15,13-2 0-15,11 0-192 0,13-3-32 0,8-1 0 0,-6 1 0 16,19-3-400-16,15 0-80 0,9 1 0 16,17-3-16-16,0 0-1984 0,11 4-400 0,14 0-80 15</inkml:trace>
  <inkml:trace contextRef="#ctx0" brushRef="#br0" timeOffset="-51472.03">26991 9136 8399 0,'0'0'368'0,"0"0"80"0,-4-7-448 0,-1 3 0 0,-2-2 0 0,1 1 0 15,0-1 1152-15,-1 2 128 0,-1 2 16 0,0-1 16 0,1-1 544 0,1-2 128 16,6 6 0-16,0 0 16 0,-5-3-112 0,5 3-32 16,0 0 0-16,0 0 0 0,0 0-256 0,6-1-64 15,3 0-16-15,3-1 0 0,4 2-416 0,3 0-80 16,4-2 0-16,3 2-16 0,5 0-240 0,7-2-32 15,5 2-16-15,9 0 0 0,5 0-272 0,3 0-48 16,3 0-16-16,1-1 0 0,0 0-176 16,-11 1-32-16,6-2-16 0,2 0 0 0,4 2-32 0,-2-1-128 15,-2-1 192-15,0 1-64 0,1-2-128 0,14 1 128 16,-3 0-128-16,-5 1 128 0,-4 0-128 0,-5 1 0 16,-4 0 0-16,-5 0 0 0,-3 0 0 0,-4 0 0 15,-2 1-144-15,-3-2 144 0,-3 2-192 0,-3 0 64 16,-3 1 128-16,-3-1-208 0,-2 0 208 0,-7-1 0 15,-2 3 0-15,1-2 0 0,-2 1 0 0,-1-1 0 16,-1 0 0-16,0 0 0 0,-2 1 0 0,-1-1 0 16,-1-1 0-16,0 0 0 0,-2 1 0 0,-6-1 0 15,6 0 128-15,-6 0-128 0,0 0 0 0,0 0 128 16,7 0-128-16,-7 0 0 16,0 0-1024-16,8-2-320 0,-1-1-64 0</inkml:trace>
  <inkml:trace contextRef="#ctx0" brushRef="#br0" timeOffset="-50125.32">19320 9224 6447 0,'-8'0'576'0,"-2"0"-576"0,-4-1 0 0</inkml:trace>
  <inkml:trace contextRef="#ctx0" brushRef="#br0" timeOffset="-49739.94">19055 9150 4607 0,'0'0'192'0,"-5"-4"64"0,-3-1-256 0,0 0 0 16,0 1 0-16,2 0 0 0,-2 1 5376 0,3-1 1040 16,0 2 208-16,1-1 32 0,1 1-3664 0,3 2-752 15,0 0-128-15,0 0-48 0,0 0-720 0,0 0-160 16,9-4-32-16,2 1 0 0,4 0-544 0,5 1-112 16,3 2-32-16,5-3 0 0,4 3 144 0,5-1 32 15,5 1 0-15,2 0 0 0,3-1-208 0,2 1-48 16,1 0 0-16,2 0 0 0,3-2 0 0,3 2 0 15,5 0 0-15,1 2 0 0,4-2-192 0,1 0-32 0,-1 0-16 16,2-2 0-16,2 2-16 0,1 0 0 0,0 0 0 0,1-2 0 16,-1 0-128-16,0 0 192 0,-1 2-192 15,-2-3 192-15,-1 1-192 0,-1 0 0 0,-1 2 0 0,-6 2 0 16,-6-1 128-16,-6-1-128 0,-5 0 0 0,-4 0 128 16,-7 1-128-16,-1 2 0 0,-5-2 144 15,-3 0-144-15,-6 1 144 0,-2 0-144 0,-5 1 192 0,0-2-192 16,-4 2 192-16,-7-3-64 0,0 0 0 0,0 0-128 15,0 0 176-15,0 0-176 0,8 0 160 0,-8 0-160 16,0 0 0-16,0 0 0 0,0 0 0 0,0 0 0 16,0 0-480-1,8 0-96-15,-8 0 0 0,7 0-16 16,-7 0-1456-16,0 0-304 0,9 0-48 0,0 1-16288 0</inkml:trace>
  <inkml:trace contextRef="#ctx0" brushRef="#br0" timeOffset="-24459.33">8294 7231 11055 0,'-5'-8'976'0,"2"4"-784"15,1-1-192-15,-1 0 0 0,-1 2 3712 0,2-3 688 16,-1-5 144-16,2 3 16 0,-2 3-1488 0,3-1-288 15,0 6-64-15,0 0-16 0,3-7-800 0,-1 1-176 16,-2 6-16-16,6-6-16 0,-2 0-768 0,2 2-160 16,3 0-16-16,2 3-16 0,2 1-336 0,1 0-64 15,3 1-16-15,0 2 0 0,0-1 48 0,1 2 0 0,0 1 0 0,1 1 0 16,0 0 16-16,1 3 16 0,-2 2 0 0,1 0 0 16,0 1-176-16,2 3-32 0,-2 0-16 15,1 2 0-15,-2 1-176 0,0 3 128 0,-1-2-128 16,0 1 128-16,-1 1-128 0,-2 0 0 0,0-4 144 0,1 3-144 15,-1-1 0-15,-1-1 0 0,-1-1 0 0,1 0 128 16,0-1-128-16,1-2 0 0,2-1 0 0,0-4 0 16,1-1 0-16,-1-2 144 0,3-3-144 0,0 1 0 0,0-4 192 15,0 0-64-15,3-6 0 0,2-1-128 0,-1-1 192 16,5-1-64-16,-1-1 0 0,2-4-128 0,1-3 192 0,1 0-192 16,3-2 192-16,-2 0-192 0,1-3 144 0,1 0-144 15,1-1 0-15,0 3 144 0,0-1-144 0,-1 0 0 16,0 1 0-16,-1 2 0 0,-3 1 0 0,0 3 0 15,-3 1 128-15,1 0-128 0,-2 1 0 0,-2 3 0 16,3 2 0-16,-5 1 0 0,-1-1 0 0,-1 1 0 16,3 0 0-16,-4 3 0 0,-2 1 0 0,0 2 0 15,0 2 0-15,0 0 0 0,0 2 0 0,-1 1 0 16,-1 2 0-16,2 1 0 0,0 1 0 0,0 1 0 16,0 1 0-16,0 0 0 0,1 0-144 0,0-1 144 15,1 1 0-15,0 0 0 0,1 1 0 0,-1 0 0 16,1-2 0-16,3 2 0 0,1-2 0 0,1 1-128 15,1-1 128-15,1-3 0 0,2 1 0 0,1-2 0 16,0-1 0-16,2 1 0 0,2-1 0 0,0-3 128 16,3 1-128-16,-4-2 144 0,0-1 16 0,0-1 0 15,-2 0 0-15,0-1 0 0,-1 1 64 0,3 0 16 16,-2-4 0-16,0-1 0 0,1 1 0 0,-1-1 0 0,-1-2 0 0,-3 1 0 16,-2 1 0-16,-1-5 0 0,-1 2 0 0,-1 0 0 15,0 1 16-15,-2-2 0 0,-2 1 0 0,-1 1 0 16,-3-1-48-16,1 0 0 0,-3 0 0 15,-2-2 0-15,0-1-16 0,0 1-16 0,-4 0 0 0,-1-1 0 16,-1 1-48-16,0-4 0 0,-4 1 0 0,-1 1 0 16,-2 1-128-16,-1-1 192 0,-2 0-192 0,-2-1 192 15,-3 0-192-15,0-1 0 0,-4 1 0 0,1 1 0 16,-2 1 0-16,3 0 0 0,0 2 0 0,2 2 48 16,-1 2-1264-1,3 2-224-15,1 0-48 0,3 1-15088 0,5 3-3008 0</inkml:trace>
  <inkml:trace contextRef="#ctx0" brushRef="#br0" timeOffset="-20727.74">8249 7930 28559 0,'0'0'2544'0,"-12"-5"-2032"0,0-1-512 0,0 2 0 0,2-2 3408 15,1 2 592-15,0 0 112 0,0 0 32 0,-1 0-2192 0,10 4-432 16,-11 0-96-16,4 2-16 0,-2 0-224 0,0 2-48 16,-3 4-16-16,1 0 0 0,-4 5-432 0,1 6-96 15,-2 4-16-15,-1 6 0 0,0 4-208 0,-1 4-48 16,0-1-16-16,1 1 0 0,1-1 0 0,2 1 0 15,3-2 0-15,4 0 0 0,1-2-160 0,5-2-16 16,4-2-128-16,2-6 192 0,4-1-192 16,3-2 0-16,3-5-144 0,4-3 144 0,0-3-320 15,2-4 48-15,1-3 0 0,2-2 0 0,2-3 80 0,1-3 0 16,2-3 16-16,-2-2 0 0,-1-5 176 0,0 0-128 16,0-4 128-16,-1-1-128 0,-1-4 128 0,-3 1 0 15,-1-4 0-15,-1 1-128 0,-5-2 128 16,-4 0 0-16,0 2 0 0,-5-6 0 15,-3 0 128-15,-2-4-128 0,-2 1 160 0,-3-1-160 0,-3 1 176 0,-3 0-176 16,-2 2 192-16,-2 4-192 0,-4-1 128 0,0 6-128 16,-3 2 0-16,-1 5 0 0,0 3 0 0,1 6-176 0,1 4 0 15,1 2 0 1,1 1-720-16,1 4-128 0,2 2-48 0,2 7 0 16,2 3-1728-16,1 4-336 0,2 4-80 0</inkml:trace>
  <inkml:trace contextRef="#ctx0" brushRef="#br0" timeOffset="-20481.95">8211 8154 21183 0,'0'0'944'0,"0"0"192"0,0 0-912 0,0 0-224 16,0 0 0-16,0 0 0 0,0 0 6944 0,0 0 1344 15,0 0 272-15,1 10 48 0,-1 1-5824 0,1 1-1168 16,1 1-224-16,0 1-48 0,2 2-848 0,0 1-176 15,0 0-16-15,1 1-16 0,2 0-288 0,1 0 128 16,-2 1-128-16,2-4 0 0,1 1 0 0,2-1 0 16,-1 0 0-16,0-2 0 15,1-1-576-15,-1-3-80 0,1-1-16 0,-1-1 0 16,1-1-1008-16,0-3-208 0,-2 0-32 0,2-3-16 16,-1-4-2288-16,3 0-448 0</inkml:trace>
  <inkml:trace contextRef="#ctx0" brushRef="#br0" timeOffset="-20134.14">8637 8038 28559 0,'0'0'1264'0,"0"0"272"0,0 0-1232 0,-5 5-304 0,1 2 0 0,0-1 0 15,0 1 5792-15,4-7 1104 0,-2 6 208 0,0 2 64 16,4 0-4928-16,-1 1-992 0,1 1-192 0,2 1-32 16,0-2-640-16,4 0-112 0,1 0-16 0,0 0-16 15,2 1-240-15,1-4 0 0,-1 2 0 0,2-2 0 16,-1 0 0-16,2-2 0 0,-1-2 0 0,-1 2 0 15,1-1 0-15,0 1 0 0,0-1 0 0,0 0 0 0,-1 0 0 0,-2-2 0 16,2 0-160-16,-1 1 160 0,-4-2 0 0,-7 0-160 16,8 1 160-16,-8-1 0 0,0 0 0 0,0 0 0 15,0 0 0-15,0 0 0 0,0 0 0 0,0 0 0 16,0 0 0-16,0 0 0 0,0 0 0 0,-6 3 0 16,-2-3 0-16,-1 2 144 0,0 3-144 0,-2 2 0 15,1 1 144-15,-1 0-144 0,0-1 0 0,-1 1 128 16,0 0-128-16,0 1 96 0,1 2-96 0,-1-1 0 15,2 0 0-15,2 1 0 16,1-2-352-16,3 1-64 0,0 0-16 0,2 0 0 16,2-2-1744-16,1 0-336 0,3-2-80 0,3 1-20320 0</inkml:trace>
  <inkml:trace contextRef="#ctx0" brushRef="#br0" timeOffset="-19340.06">9275 7995 23951 0,'2'-13'2128'0,"-2"13"-1696"0,2-9-432 0,-1 1 0 0,-1-2 4304 0,0 2 784 16,-1 1 160-16,-2 1 16 0,-1-1-1952 0,1 2-400 0,-2 0-80 15,5 5-16-15,-8-4-1344 0,1 3-288 16,-1 1-48-16,-3 3-16 0,0 4-544 0,-1 1-128 0,-2 4 0 0,-1 4-16 15,-2 7-304-15,0 3-128 0,2 5 128 0,0-1-128 16,1-1 0-16,2-1 0 0,4 1 0 0,3-3 0 16,3 1 0-16,3 1 0 0,1-3 128 0,5-2-80 15,3 1-48-15,2-5 0 0,1 1 0 0,3-2 0 0,1-2 0 16,2-6 0-16,4-1 0 0,0-2 0 16,2-3 0-16,0-4 0 0,-3-4 0 0,2 0 0 15,3-3 0-15,-1-1 0 0,0 1-160 0,-3-5 160 16,-1 0 0-16,-1-1-160 0,-3-4 160 0,-1 1 0 15,-2 1 0-15,-2-1 0 0,-2 1 0 0,-1-5 0 0,-4 0 0 0,-1 1 0 16,-2-1 0-16,-2 2 0 0,-3-1 0 16,-2-1 0-16,-3 0 0 0,-2 1 0 0,-1-1 0 15,-2 2 0-15,-4 0 0 0,1 1 0 16,-2 2-480-16,-2 2-32 0,1 2-16 0,1 2 0 16,0 1-592-16,3 1-112 0,0 2-32 0,1 2 0 15,0-2-2320-15,-1 3-480 0</inkml:trace>
  <inkml:trace contextRef="#ctx0" brushRef="#br0" timeOffset="-18366.4">9821 8288 21183 0,'0'0'1888'0,"0"0"-1504"0,0 0-384 16,0 0 0-16,0 0 5856 0,0 0 1104 15,1 12 208-15,-1-4 64 0,0 2-5344 0,0 3-1056 0,-1 2-224 0,0 2-32 16,1 0 0-16,1 1 0 0,-1 0 0 0,0 2 0 16,1-5-448-16,2 1-128 0,-1-2 0 15,2 1 0 1,0-2-2048-16,0-3-528 0,0-1-112 0</inkml:trace>
  <inkml:trace contextRef="#ctx0" brushRef="#br0" timeOffset="-17776.12">10335 7854 20271 0,'0'-17'1792'0,"-2"11"-1424"0,-3-1-368 0,2 1 0 0,2-1 4928 0,1 7 896 16,-2-5 192-16,-1 0 48 0,3 5-3120 0,0 0-640 15,0 0-112-15,0 0-16 0,0 0-928 0,0 0-176 16,-3 11-48-16,1 6 0 0,-1 2-624 0,2 5-128 16,-1 1-16-16,2 5-16 0,0 3-112 0,0-1-128 15,2 1 176-15,-1-4-176 0,0 1 0 0,2-3 0 16,1-4 0-16,0 0 0 15,-2-4-528-15,1-2-224 0,1-3-32 0,0 0-16 16,0-4-1376-16,0-1-288 0,-2-1-48 0,-2-8-11344 16,7 4-2272-16</inkml:trace>
  <inkml:trace contextRef="#ctx0" brushRef="#br0" timeOffset="-17361.21">10109 8047 32255 0,'0'0'2864'0,"-5"1"-2288"0,5-1-576 0,0 0 0 16,0 0 3648-16,0 0 608 0,0 0 128 0,0 0 32 16,5 7-2688-16,3-3-512 0,1-2-128 0,3 0 0 15,1-1-576-15,2-1-128 0,2-1 0 0,3-3-16 16,1-1-128-16,2-3-32 0,2 0 0 0,1-4 0 16,-1 1-208-16,1-1 144 0,1 0-144 0,1-1 128 0,-1 0-128 0,0 0 0 15,-1 1 0-15,-2 0 0 16,-4 1 0-16,-2 0 0 0,-1 2 0 0,-3 1 0 15,0 1-144-15,-3 1 144 0,-3 4 0 0,-8 2 0 16,0 0 0-16,0 0 0 0,0 0 0 0,0 0 0 0,0 0 0 16,-4 5 0-16,-1 3 192 0,-3 2-48 15,-3 3 48-15,0 4 0 0,-4 1 0 0,-2 3 0 0,2 1-192 16,-1 1 128-16,2-1-128 0,1 0 128 0,0-2 16 16,5-1 0-16,1-2 0 0,3-1 0 0,3-2-144 0,1-1-256 15,1-5 64-15,5 0 16 0,0-2-16 0,3-1-16 16,2-1 0-16,2-1 0 0,1 0-96 0,2-3-16 15,1-3 0-15,2 2 0 16,1-5-64-16,-1 0-32 0,1-2 0 0,-1 2 0 16,1-5-304-16,-1 3-64 0,-2-1-16 0,-1-1 0 15,0-2-1072-15,-2 0-224 0,-1-1-32 0,-3 2-16 16,0 1-784-16,-3 1-144 0,1 1-48 0</inkml:trace>
  <inkml:trace contextRef="#ctx0" brushRef="#br0" timeOffset="-16367.09">10779 7961 19343 0,'0'0'848'0,"-8"-1"192"0,-1-1-832 0,3 2-208 0,6 0 0 0,0 0 0 0,-7 0 7056 0,7 0 1376 16,0 0 272-16,-5 7 48 0,1 2-5840 0,1 2-1168 15,3 0-224-15,0 4-48 0,2 0-912 16,0 2-176-16,1 1-48 0,1-1 0 0,0 0-144 0,1 0-16 15,-1-1-16-15,1-3 0 0,0-3-160 0,-1 0 0 16,0-1 0-16,0-1 0 0,-4-8 0 0,4 6 0 16,-4-6 0-16,0 0 128 0,0 0-128 0,0 0 192 15,0 0-192-15,0 0 192 0,0 0-192 0,0 0 0 16,0 0 0-16,1-6 0 0,1-2 160 0,-1-1-160 16,-1-1 192-16,0 0-192 0,0-3 0 0,1-1 0 15,-1-1 0-15,1 0 0 0,1-1 0 0,0-2 0 0,1-1 0 16,1 3 0-16,0-1 0 0,1 1 0 0,2 0-176 0,0 2 176 15,1 1 0-15,0 1 0 0,1 0 0 16,0 2 0-16,2 1 0 0,-1 2-128 0,-2 3 128 0,2-1 0 16,1 1-192-16,-2 3 64 0,-9 1 128 15,8 1-208-15,-8-1 208 0,9 6 0 0,0 4 0 0,-1 0 0 16,-2 3 0-16,0-2 0 0,-1 3 0 0,0 4 0 16,-2 1 0-16,1 0 160 0,-1 1-32 0,1-1 0 15,0 1-128-15,0 0 0 0,0-6 0 0,0 1 0 16,-1-1 0-16,-1-4 0 0,1 0 0 0,-1 0 0 15,-2-10 0-15,0 0 0 0,0 0 0 0,0 0 0 16,0 0 0-16,0 0 0 0,0 0 0 0,0 0 0 0,0 0 0 0,4-7 0 16,0-1 0-16,0-1 0 0,-1-1 0 15,-1-2 0-15,1-1 0 0,1-1 0 0,0-6-160 16,0 0 160-16,1 1 0 0,0-1-144 0,0 1 144 0,2 3 0 16,-2 0-144-16,0 2 144 0,1 1 0 0,-1 4 0 15,-1-1-144-15,0 3 144 0,-4 7 0 0,0 0 0 16,0 0 0-16,0 0 0 0,7 4 0 0,-1 2 0 15,-1 4 144-15,-1 1-144 0,0 2 144 0,0 4-144 16,-1 0 160-16,3 1-160 0,-2-1 128 0,1 0-128 16,0-1 0-16,0 0 144 0,2-1-144 0,-2 0 0 15,1-4 0-15,0-2 0 0,-1-2 0 16,0 0 0-16,-5-7 0 0,7 2 0 0,-7-2 0 0,6 3 0 16,-6-3 0-16,7-2 0 0,-2 1 0 0,1-4 0 15,-2-3 0-15,0 0 0 0,0-1 0 0,0 0 0 16,0-4 0-16,0 0 0 0,0-1-128 0,0-2 128 15,-2-1 0-15,2-1 0 0,1 0 0 0,1 1-144 16,-2-3 144-16,1 0 0 0,1-2-144 0,1 3 144 0,-1 0 0 16,1 3-144-16,-1 1 144 0,1 3 0 15,-2 2 0-15,-1 2 0 0,0 2 0 0,-4 6 0 16,0 0-128-16,0 0 128 0,0 0 0 0,8-2 0 0,-8 2 0 16,8 4 128-16,-2 2-128 0,1 4 0 15,-1 0 0-15,-1 5 0 0,-1 0 0 0,0 2 0 0,0 3 0 0,-1 1 0 16,1 0 128-16,1-1-128 0,-1 3 160 0,0-1-160 15,-2-1 0-15,1-1 128 0,-2 1-128 0,0-2 0 16,5-4 0-16,-2-2 0 0,-2-1 0 0,1-2 0 16,-1 0-400-16,2-3-80 0,-4-7-16 15,0 0 0-15,6 7-1232 0,-6-7-240 0,10 0-48 0,-1-1-13504 16,-1-2-2704-16</inkml:trace>
  <inkml:trace contextRef="#ctx0" brushRef="#br0" timeOffset="-16012.2">11544 7751 35007 0,'0'0'3120'0,"0"0"-2496"15,0 0-496-15,0 0-128 0,0 0 3872 0,0 0 752 16,0 0 160-16,4 8 16 0,0-1-2768 0,1 0-560 16,1 0-128-16,1 1 0 0,3-2-832 0,1 1-176 15,0-1-16-15,1 2-16 0,-1 0-176 0,2-2-128 16,0 1 144-16,0-1-144 0,0-2 0 0,0 2 0 15,2-3 0-15,-2 1-160 0,0-1 160 0,0 1 0 16,-1-1 0-16,-1 0 0 0,1-1 0 0,-3-1 0 16,-1 3 0-16,0-3 0 0,-2 1 0 0,-6-2-160 0,0 0 160 0,0 0-160 15,0 0 160-15,0 0 0 0,0 0 160 0,0 0-160 16,0 0 0-16,0 0 0 0,-5 5 0 0,-1 0 0 16,-1 0 0-16,1 0 0 0,-4 2 0 0,1-1 0 0,0 1 0 0,0 1 176 15,-1 1-176-15,-1 0 160 0,0 1-32 0,-1 1 0 16,1-1 0-16,2 1 0 15,0 0-128-15,0-3 0 0,-1 1 0 0,2 1-176 16,1-3-112-16,2 1-32 0,0-3 0 0,5-5 0 16,0 0-1456-16,0 0-288 0,0 0-64 15,1 8-13632-15,4-1-2736 0</inkml:trace>
  <inkml:trace contextRef="#ctx0" brushRef="#br0" timeOffset="-15666.66">12041 7683 34095 0,'0'0'1504'0,"0"0"320"0,0 0-1456 0,0 0-368 16,-2 7 0-16,-2-3 0 0,-2 1 4544 0,1 2 848 0,-3 0 176 0,1 4 16 15,-3 2-3632-15,1 2-736 16,-1 4-128-16,-1 3-48 0,0-1-656 0,0 1-128 16,2 0-16-16,4 0-16 0,0 0-224 0,1 1 128 15,2-3-128-15,4 0 128 0,-1-2-128 0,3 0 0 16,1-3 0-16,4-2 0 0,2-3 0 0,2-1 0 15,1-1 0-15,2-3 0 0,-1-2 0 0,2-3 0 16,3-1 0-16,1-1-160 0,1-4 160 0,0-1 0 0,0 0 0 16,-1-3 0-16,-1 0 0 0,-1-3-128 0,-2 0 0 0,-1-3 0 15,0 2 128-15,-5-4 0 0,-2-1 0 16,-1 1 0-16,-1 0 0 0,-3-2 0 0,-4 1 0 0,-2 2 0 16,-3 0 0-16,-1 4 144 0,-4-3-144 0,-1 2 0 15,-2-2 128-15,-4 3-128 0,0 2 0 0,0 1 0 16,-1 0 0-16,-1 3 0 0,1 2 0 0,1 0 0 15,1 0-576-15,2-2-128 0,0 3-32 0,2 4 0 16,0 0-2896-16,3 4-576 0</inkml:trace>
  <inkml:trace contextRef="#ctx0" brushRef="#br0" timeOffset="-14435.11">8108 9166 29487 0,'0'0'2624'0,"0"0"-2112"15,-3-4-512-15,-1-4 0 0,2 1 3008 0,-2 1 480 16,0-1 96-16,-1 2 32 0,-2 1-1200 0,1 0-240 15,-2 3-64-15,0 2 0 0,0 3-704 0,-1 3-160 16,-1 1-32-16,-1 3 0 0,-1 4-512 0,1 3-96 16,-4 3-32-16,0 5 0 0,-2 6-224 0,1 5-48 15,0 2-16-15,2 2 0 0,2-2-96 0,3 0-32 16,3 0 0-16,2 0 0 0,3-5-160 0,3-2 128 16,3-5-128-16,3-4 128 0,4-3-128 0,1-3 0 15,3-7 0-15,1-1 0 0,1-4-192 0,3-2 192 16,0-1-192-16,1-8 192 0,1-4-256 0,2-3 80 0,0-1 16 0,-1-5 0 15,3-2 160-15,-3-2-208 16,-2 0 80-16,-2 0 128 0,-3-2-144 0,-3 0 144 0,1-1 0 16,-2 0 0-16,-3-1 0 0,-2 0 0 0,-2-1 0 0,-2-1 0 15,-1 1 0-15,-2 0 0 0,-2 0 0 0,-2 2 0 16,-2 1 0-16,-1 0 0 0,-2 3 0 0,0 2 0 16,-2 3 0-16,-2 3-128 0,-4 2 128 15,1 3-208-15,0 5-496 0,0 0-80 0,-2 4-32 16,0 6 0-16,-2 1-1824 15,2 6-368-15,1 8-80 0</inkml:trace>
  <inkml:trace contextRef="#ctx0" brushRef="#br0" timeOffset="-14178.84">8107 9451 15663 0,'0'0'1392'0,"0"0"-1120"0,0 0-272 0,0 0 0 0,0 0 6848 0,0 0 1328 15,0 0 256-15,3 8 48 0,1 0-5008 0,0 1-992 16,0 1-208-16,1 3-32 0,2 2-1104 0,-1 4-224 16,0 1-32-16,0 1-16 0,-1 1-496 0,1-1-112 15,-1 2 0-15,0-2-16 0,0 0-240 0,0-5 128 16,-1-2-128-16,2-1 0 0,-3-1 0 0,1-1 0 16,0-1 0-16,0-3 0 0,-4-7 0 0,0 0-128 15,5 6-16-15,-5-6 0 16,0 0-1152-16,0 0-240 0,8 4-32 0,-8-4-16 15,0 0-1824-15,8-6-368 0,2-1-80 0</inkml:trace>
  <inkml:trace contextRef="#ctx0" brushRef="#br0" timeOffset="-13829.51">8665 9141 49247 0,'0'0'2176'0,"0"0"448"0,0 0-2096 0,0 0-528 0,0 0 0 0,0 0 0 15,0 0 1408-15,-4 8 192 0,0-2 16 0,0 1 16 0,0-1-624 0,0 2-128 16,-1 0-32-16,0 0 0 0,-2 0-496 0,0 1-96 16,0 1-32-16,-1 1 0 0,0-2-160 0,0 1-64 15,-1 1 0-15,-3 4 0 0,1-2 0 0,0 0 0 16,1-1 0-16,-1 0 0 0,2-2 0 0,1 1 0 16,-2-2 0-16,2 0 0 0,2 1 0 0,-1 1 0 15,1-2 0-15,0-1 0 0,6-8 0 0,-5 9 0 16,0-1 0-16,5-8 0 0,0 0 0 0,0 0 0 15,0 0 0-15,0 10 0 0,0-10 0 0,0 0 0 16,5 8 0-16,-5-8 0 0,11 6 0 0,0-2 0 16,2-1 0-16,-1-2 0 0,-2-1 0 0,2 0 0 15,0 0 0-15,-3-1 0 0,0 1 0 0,3 0 0 16,0-3 0-16,1 1 0 0,0 0-320 0,0-1-64 0,-3 0-16 0,2-2 0 31,0 1-1968-31,-1 1-400 0,2 1-80 0,-1-2-19872 0</inkml:trace>
  <inkml:trace contextRef="#ctx0" brushRef="#br0" timeOffset="-13455.03">8976 9132 29487 0,'0'0'2624'0,"0"0"-2112"0,0 0-512 0,0 0 0 0,0 0 4432 0,0 0 784 15,0 0 160-15,0 0 16 0,0 0-2672 0,-4 8-544 16,0 1-96-16,0 1-32 0,-1 2-1088 0,-3 2-240 15,-1 3-32-15,-3 3-16 0,1 3-480 0,-2 3-192 16,0 2 128-16,2 0-16 0,2 0-112 0,3 0 0 16,0 2 0-16,4-3 0 0,2-3 0 0,2 0 0 15,1-5 0-15,3 0 0 0,4-3 0 0,0-1 0 16,2-3 0-16,1-3 0 0,0-3 0 0,1-2 0 16,2-4 0-16,-1-2 0 0,2-4 0 0,2 0 0 15,-1-5 0-15,0-2-160 0,-1-1 160 0,1-2-160 16,-3-2 160-16,0-1-160 0,1-4 160 0,-2 0 0 15,-2-1 0-15,-1 0-128 0,-4-1 128 0,1-1 0 16,-3 1 0-16,-1 0 0 0,-2 2 0 0,-2 1 0 0,-2-2 0 16,-3 1 0-16,-3 2 0 0,-1-1 0 15,-3 2 0-15,-1 1 0 0,0 0-192 0,0 2 32 16,-1 2 16-16,0 2 0 16,1 1-816-16,0 3-176 0,-1 2-16 0,4 1-16 15,2 2-1312-15,0 5-256 0,2 3-48 0,-2 5-18256 16</inkml:trace>
  <inkml:trace contextRef="#ctx0" brushRef="#br0" timeOffset="-13229.36">9445 9501 53967 0,'0'0'2384'0,"0"0"496"0,2 9-2304 0,-1 0-448 0,0 3-128 0,-1-2 0 0,0 5 832 0,0 1 160 16,2-1 32-16,-2 2 0 0,0 1-576 0,0 0-128 16,0 1 0-16,1-3-16 0,0 0-304 0,1-2 0 15,-1 1 0-15,0-2 0 16,0-1-480-16,1-1-160 0,-2 1-16 0,1-3-16 16,0 2-2624-16,2-1-528 0</inkml:trace>
  <inkml:trace contextRef="#ctx0" brushRef="#br0" timeOffset="-12745.92">9882 8962 27647 0,'0'0'1216'0,"0"0"256"0,-4-2-1168 0,4 2-304 0,0 0 0 0,0 0 0 0,0 0 5120 0,0 0 976 16,0 0 192-16,0 9 48 0,0 4-4112 0,0 3-816 16,2 2-176-16,-2 3-16 0,1 5-640 0,1 2-112 15,0 4-16-15,0-1-16 0,0-1-240 0,-2 4-32 16,2-2-16-16,1 2 0 0,0-2-144 0,-1-2 0 15,1-2 0-15,-2 0 128 0,0-4-128 0,1 0 0 16,-1-6 0-16,0 0 0 16,1-5-608-16,-1-2-208 0,0-3-32 0,-1-8-16 15,0 0-1520-15,0 0-304 0,0 0-64 0,0 0-18448 0</inkml:trace>
  <inkml:trace contextRef="#ctx0" brushRef="#br0" timeOffset="-12402.53">9740 9286 29487 0,'0'0'1296'0,"0"0"288"0,0 0-1264 0,0 0-320 0,0 0 0 0,0 0 0 16,0 0 4736-16,11 2 896 15,0 1 192-15,2-3 16 0,3-3-3792 0,1 1-768 0,0-4-160 0,2 0-32 16,2 2-640-16,1-1-144 0,3 0-32 0,0-1 0 16,1 0-112-16,0-1-32 0,-1-3 0 0,0 1 0 15,-2 0-128-15,-1 1 0 0,-1-1 0 0,-1 0 0 16,-2-1 0-16,-2 1 0 0,-2-2 0 0,-1 1 0 15,-3 4 0-15,0 1 0 0,-5 1 0 0,-5 4 0 16,0 0 0-16,0 0 0 0,0 0 0 0,0 0 128 0,-4 6-128 0,-3 3 160 16,-1 3-160-16,-1 4 160 0,-1-2-160 0,-2 3 0 15,0 0 0-15,1 1 0 0,-1 1 0 0,2 0 0 16,-1 1 0-16,3-1 0 0,2-2 160 0,2 0-160 16,1 1 192-16,3-3-192 0,3 0 0 0,-1-2 0 15,2-3 0-15,2-1-144 0,0-3-144 0,3-1-32 16,2-2 0-16,0-2 0 15,2-1-816-15,3-2-160 0,1-2-48 0,0 0 0 16,0-4-304-16,0-1-64 0,1-1-16 0,-2 0 0 16,-1-4-1728-16,1 1-336 0,0 0-80 0</inkml:trace>
  <inkml:trace contextRef="#ctx0" brushRef="#br0" timeOffset="-11638.97">10402 9115 15663 0,'0'0'688'0,"0"0"144"0,0 0-656 0,0 0-176 0,0 0 0 0,0 0 0 15,0 0 7072-15,0 0 1376 0,-5 4 288 0,3 2 48 16,-1 2-5456-16,2 3-1088 0,-1 0-208 0,2 2-48 15,0 0-896-15,-1 2-192 0,2 0-16 0,1 4-16 16,-1-1-496-16,2 1-112 0,0 2 0 0,0-1-16 16,0-1-112-16,-1-3-128 0,2 0 176 0,0-2-176 15,0-1 128-15,0-1-128 0,0-3 0 0,0-3 0 16,-4-6 0-16,0 0 0 0,0 0 0 0,0 0 0 16,0 0 0-16,0 0-144 0,0 0 144 0,8-5-192 15,-3-3 192-15,0-1 0 0,0-2-144 0,0-3 144 0,-1 0 0 0,0-3-144 16,0-2 144-16,1-2 0 0,-1-1-192 0,1-1 192 15,1 0-192-15,0 1 192 0,1-2-144 16,-1 5 144-16,1-2 0 0,-2 5-144 0,0 1 144 16,-1 3 0-16,1 3 0 0,1 2 0 15,-6 7 0-15,0 0 0 0,0 0 0 0,6 3 0 0,1 1 192 16,-2 4 32-16,1 2 0 0,-2 3 0 0,0 3-224 0,0 1 128 16,-1 1-128-16,1 0 0 0,-2-1 144 0,2 1-144 15,-1 2 128-15,1-2-128 0,-2-1 128 0,2-1-128 16,-1-2 0-16,1-2 128 0,0 1-80 0,-1-5-48 15,0 1 0-15,0-3 0 0,-3-6 0 0,0 0 0 16,0 0 0-16,0 0 0 0,0 0 0 0,0 0 0 16,8 0 0-16,-8 0 0 0,6-6 0 0,-1-2-128 15,0-1 128-15,1-4 0 0,-1 1 0 0,0 0 0 16,0-3 0-16,1-1 0 0,0-2-128 0,1-3 128 16,-1-1 0-16,1 0 0 0,-1-2 0 0,1 5 0 0,-1-1 0 15,1 3 0-15,1 3 0 0,-3-1-128 0,-1 5 128 16,0 2-160-16,-1 2 160 0,-3 6 0 0,0 0 0 0,0 0 0 15,0 0 0-15,0 0 0 0,3 6 0 0,0 2 0 16,-1 1 0-16,2 3 0 0,0 1 160 0,0 1-160 16,1 2 0-16,0 0 0 0,-1-2 0 0,0 0 0 15,1 2 0-15,1 1 0 0,-1-4 0 0,0 0 0 0,-1-1 0 16,0-1 0-16,0 1 0 0,1 0 0 0,-1-4 0 16,1-1 0-16,-1 0 0 0,-4-7 0 0,0 0 0 0,0 0 0 15,0 0 0-15,0 0 0 16,0 0 0-16,0 0-128 0,8 0 128 0,-8 0 0 15,6-5 0-15,-2-2-128 0,2-1 128 0,0-1 0 16,-1-2 0-16,2-1 0 0,-1-5 0 0,2 0 0 0,1-3-144 16,0 1 144-16,2-5-208 0,-1 2 80 0,-1-1 128 0,1 3 0 15,-3 3 0-15,1 4-128 0,-1 4 128 16,-1 3 0-16,-6 6 0 0,0 0 0 0,0 0 128 0,0 0 0 16,4 11 0-16,-3 4 0 0,-1 3-128 0,0 3 0 15,-1 1 128-15,0 1-128 0,-2 1 144 0,2-1-144 16,0-3 192-16,-1-1-192 0,1 1 0 0,0 1 0 15,2-4 0-15,0 0 0 16,1-2-256-16,0-3-176 0,2-1-16 0,1-4-16 16,1 0-1072-16,0-3-192 0,2-2-64 0,2-2 0 15,1-4-2320-15,2 2-480 0</inkml:trace>
  <inkml:trace contextRef="#ctx0" brushRef="#br0" timeOffset="-11229.22">11546 8807 30399 0,'0'0'1344'0,"0"0"288"0,0 0-1312 0,0 0-320 15,0 0 0-15,0 0 0 0,0 0 5440 0,0 0 1008 0,0 0 208 0,0 0 32 16,-2 8-4384-16,2-8-864 0,-3 8-176 0,-3 0-48 0,0 1-960 15,-2 1-256-15,0 1 0 0,-1 0 128 0,1 1-128 0,-2 1 0 16,-3 3 0-16,0-2 0 0,0 2 0 0,-2-2 0 16,1 2 0-16,0 1 0 0,1-2 0 0,0 2 0 15,1-2 0-15,0 0 0 0,2 0 0 0,1 0 0 16,-1-2 0-16,3-2 0 0,1-1 0 16,4 1 0-16,-1-2 0 0,1 0 0 0,2-9 0 0,-2 8 0 15,2-8 0-15,0 0 0 0,2 9 0 0,1-3 0 16,-3-6 0-16,7 4 0 0,1-1 0 0,1-2 0 15,1 0 0-15,2-1 0 0,2-2 0 0,1-1 0 16,0 1 0-16,1-2 0 0,0 0 0 0,-1-3 0 16,1 2 0-16,-3 0 0 0,0 1 0 0,0 1 0 15,1-3 0-15,-2 2 0 16,1-1-480-16,0 1-32 0,-1 0-16 16,1 0 0-16,0 0-1920 0,-1 1-384 0,1 1-80 0,4-2-16 0</inkml:trace>
  <inkml:trace contextRef="#ctx0" brushRef="#br0" timeOffset="-10877.8">11999 8827 47391 0,'0'0'2112'0,"0"0"416"0,0 0-2016 0,0 0-512 0,0 0 0 0,-6-3 0 0,6 3 1888 15,-7 4 288-15,-2 0 48 0,0 2 16 16,-1 2-1184-16,-2 4-224 0,-2 2-64 0,-2 5 0 15,-1 3-448-15,0 1-80 0,0 2-32 0,1 1 0 0,2 0-144 0,2 2-64 16,3-4 0-16,3 1 0 0,2-1 0 0,3-4 0 16,1 0 0-16,3-3 0 0,3-1 0 0,3-2 0 15,1-1 0-15,3-4 0 0,3-2 0 0,2-2 0 16,2-1 0-16,3-2 0 0,3-2 0 0,0-4 0 16,0 1 0-16,0-3 0 0,1-2 0 0,-1-1-192 15,-3-4 192-15,-1-1-160 0,-1 0 160 0,-3-2 0 16,-3 0 0-16,-4-2 0 0,-3 0 0 0,-1 1 128 15,-5-1-128-15,-2 3 176 0,-2-2-128 0,-2 4-48 16,-4-2 0-16,-2 0 0 0,-3 2 0 0,-2-2 0 16,-2 0 0-16,0 2 0 0,-1-2 0 0,0 3-208 15,1-1 64-15,-1 1 16 16,1 2-1856-16,1 1-384 0</inkml:trace>
  <inkml:trace contextRef="#ctx0" brushRef="#br0" timeOffset="30421.52">4983 6178 25791 0,'-11'-4'2304'0,"-2"-2"-1856"0,-1 0-448 0,0-1 0 0,1 2 2576 0,2 0 432 16,-2 2 64-16,3-4 32 0,1-1-656 0,1 0-128 16,5 3-16-16,1-2-16 0,2 7-544 0,2-6-96 0,2-2-32 0,4 1 0 15,2 3-976-15,6-2-208 0,2-1-48 0,7 2 0 16,4 1-144-16,6 2-48 0,5-1 0 0,6 2 0 15,3-2 112-15,2 1 16 0,1-1 0 0,7 2 0 16,5-1-32-16,5 1 0 16,3 0 0-16,2 1 0 0,0 0-112 0,1 0-32 0,-2 0 0 0,0 0 0 15,0-2-144-15,-2 2 0 0,-1-2 0 0,-5 0 0 16,-5 1-128-16,-4 0-16 0,-3-2 0 0,-5 2 0 16,-3 0-1392-16,-6-1-256 0,-4 2-64 0,-5 0-16 15,-6 0-2288-15,-6 0-464 0</inkml:trace>
  <inkml:trace contextRef="#ctx0" brushRef="#br0" timeOffset="30851.31">4950 6312 25791 0,'-17'-1'2304'0,"-2"-1"-1856"16,-3 4-448-16,1-1 0 0,1-1 4336 0,2 2 768 15,6 0 144-15,4-1 48 0,8-1-3264 0,0 0-656 16,0 0-128-16,0 0-32 0,9 3-192 0,7 1-64 15,5-2 0-15,8 0 0 0,6-4-320 0,7 1-80 16,6-2-16-16,5-1 0 0,5-2 32 0,2 2 0 16,0-3 0-16,3 1 0 0,5 1-304 0,1-2-48 15,0-1-16-15,1 2 0 0,-1-2-48 0,-3 0-16 16,-3 0 0-16,-1 2 0 0,2-1-144 0,-3 1 0 0,-1 2 0 0,-2-3-176 16,-3 2 176-16,-6 1-128 0,-3 0 128 15,-6 2-128-15,-5 0-112 0,-2-1-16 0,-4 0 0 0,-3-1 0 16,-4 3-208-1,-3 2-48-15,0-1-16 0,-5 0 0 0,-4 0-1024 16,-2 1-208-16,-8-1-32 0,0 0-16 0,0 0-1968 0,7 4-384 0,-1 5-64 16,-6-9-32-16</inkml:trace>
  <inkml:trace contextRef="#ctx0" brushRef="#br0" timeOffset="32834.22">15148 5346 36863 0,'0'0'3264'0,"0"0"-2608"0,-5-4-528 0,5 4-128 16,0 0 3952-16,0 0 752 0,0 0 160 0,0 0 16 15,0 0-3536-15,0 0-704 0,5-5-128 0,3-1-48 0,2 1-144 0,3 3-16 16,3-4-16-16,1 3 0 0,1-1-288 0,2 0 0 16,-1-1 0-16,3 3 0 0,2-2 0 0,1 2 0 15,-1-1 0-15,0 0 0 16,-2 2-640-16,0 1-64 0,-2 0-32 0,-2 0 0 15,0 0-1184-15,-2 3-224 0,-3 1-48 0,-1 0-12608 16,-1-2-2528-16</inkml:trace>
  <inkml:trace contextRef="#ctx0" brushRef="#br0" timeOffset="32997.87">15234 5420 46815 0,'-13'1'2080'0,"6"1"416"0,0-1-1984 0,0 2-512 15,7-3 0-15,0 0 0 0,0 0 1184 0,0 0 144 16,0 0 16-16,0 0 16 0,0 0-160 0,0 0-48 15,8 1 0-15,4-1 0 0,3-1-816 0,2 1-160 16,1-2-48-16,1 0 0 0,3 0-128 0,3 0 160 0,1-1-160 0,1 1 160 16,0-1-160-16,2 2 0 0,1-3 0 0,1 1 0 15,2-1-1968-15,0 2-416 0,-1-4-96 0</inkml:trace>
  <inkml:trace contextRef="#ctx0" brushRef="#br0" timeOffset="33767.33">16755 4883 7359 0,'3'-10'320'0,"-3"4"80"0,-1 0-400 0,-1-1 0 0,1-2 0 0,1 0 0 15,-1 3 8896-15,-3-4 1680 0,0 1 352 16,-1 3 64-16,-2-1-7296 0,-1 2-1456 0,-2 0-304 0,-2 1-48 0,0 0-928 0,-1 1-176 15,-1 2-32-15,-2 1-16 0,0 1-400 0,-3 2-80 16,-2 1 0-16,-1 1-16 0,-1 2-240 16,-2 2 176-16,0 0-176 0,2 1 160 0,-1 1-160 0,3 1 0 15,2 1 0-15,1-2 0 0,-1 2 0 0,5 0 0 16,1 0 0-16,1-1 0 0,2-1 0 0,3-1 0 16,3-2 0-16,3 1 0 0,1 0 0 15,3 0 0-15,1-1 0 0,2-1 0 0,3-1 0 0,2 1 0 16,2-4-144-16,2 3 144 0,1-1 0 15,5 1 0-15,2 0 0 0,3 0 0 0,2-1 0 0,0 2 0 16,1-2 0-16,0 2 0 0,-2-3 0 16,1 1 0-16,-2 1 0 0,0 2 0 0,0-1 0 0,-3-1 0 15,-1 1 0-15,-2 2 0 0,-2 0 0 0,-2 3 0 16,-3-5 0-16,-3 4 0 0,-2 1 0 0,-3 1 128 0,-2-4-128 16,-3 1 0-16,-3 1 128 0,-2-2-128 15,-1 1 176-15,-5 2-176 0,-2-3 336 0,-2 0-32 16,-4 2-16-16,-2-2 0 0,-2 1-288 0,-2-2 0 0,-2 1 0 0,-3 0 144 15,-3 2-144-15,-2-4 0 16,-1 1 0-16,-1 0 0 0,1-1 0 0,0-1 0 16,2-2 0-16,4 1 0 0,2-1 0 0,4-1 0 0,3-2-160 15,6-2 160-15,2-2-800 16,5-1-80-16,3-1-16 0,3-1 0 0,6-2-2320 16,4 0-480-16,5-4-80 0</inkml:trace>
  <inkml:trace contextRef="#ctx0" brushRef="#br0" timeOffset="34034.08">16287 5295 29487 0,'0'0'1296'0,"0"0"288"0,0 0-1264 0,4-5-320 0,-4 5 0 0,0 0 0 0,4-5 4528 0,-4 5 848 15,0 0 160-15,0 0 32 0,0 0-3072 0,0 0-640 16,-4 6-112-16,-4 1-16 0,1 2-1088 0,-4 2-192 16,-1 2-64-16,2 2 0 0,-4-1-192 0,1 1-32 15,0-1-16-15,1 0 0 0,0-1-144 0,2 0 0 16,2-2 0-16,1-3 0 16,2-2-1648-16,5-6-256 0,-5 4-48 0,5-4-13920 15,0 0-2768-15</inkml:trace>
  <inkml:trace contextRef="#ctx0" brushRef="#br0" timeOffset="34257.61">16716 4591 30399 0,'0'0'2704'0,"-4"-3"-2160"0,-2 2-544 15,6 1 0-15,0 0 5120 0,0 0 928 0,0 0 176 0,-7 0 48 16,7 0-4544-16,-6 1-912 0,1 3-176 0,-1 3-48 15,1 1-240-15,0 2-48 0,0 3-16 0,1-1 0 16,0 1-288-16,0 3 0 0,0-2 0 0,1 1-144 16,1 0 144-16,1 0 0 0,-1-1 0 0,2-4 0 15,2 0-1120-15,0-1-192 0,1-1-32 0,1 0-14416 16,1-1-2880-16</inkml:trace>
  <inkml:trace contextRef="#ctx0" brushRef="#br0" timeOffset="34719.21">17060 5270 49935 0,'0'0'1088'0,"6"7"240"0,-6-7 32 0,5 4 48 0,1 0-1120 0,2-1-288 0,0 3 0 15,0-5 0-15,1 2 1360 0,1-1 224 16,1-2 32-16,-1 2 16 0,2-1-848 0,-2 0-160 0,0 0-48 16,-1 1 0-16,0-1-352 0,0 2-80 0,-1 1-16 0,0-2 0 15,-8-2 0-15,0 0-128 0,5 7 192 0,-1-1-64 16,-4-6-128-16,0 7 128 0,-2-1-128 0,-1 2 128 15,-3 1-80-15,-2 2-48 0,-1-1 0 0,-2 3 0 16,-2 3 0-16,-2-3 0 0,0 1 0 0,-1 2 0 16,2-2 0-16,-1 2 0 0,1-6 0 0,2 2 0 0,3-2 0 15,1 2 0-15,2-3 0 0,2-1 0 0,1-1 0 16,3-7 0-16,0 0 0 0,3 7 0 0,2 0 0 0,0-1 0 16,2 0 0-16,-1-1 0 0,2-1 0 0,1-2 0 15,2 0 0-15,-1 0 0 0,2-2 0 16,1 0 0-16,1-2 0 0,1-1 0 0,0-1-192 15,2-1-16-15,0-2-16 0,1 2 0 16,3 1-1168-16,-3-2-224 0,1 1-48 0,-1-1-14576 16,0 2-2896-16</inkml:trace>
  <inkml:trace contextRef="#ctx0" brushRef="#br0" timeOffset="35227.29">17664 5075 54479 0,'0'0'1200'0,"0"0"240"0,0 0 48 0,0 0 48 0,0 0-1216 0,0 0-320 0,4-6 0 0,1 1 0 0,-1 3 672 0,4-4 80 15,1 2 16-15,1 2 0 0,4 1-464 0,0-2-96 16,3 0-16-16,1 1 0 0,2-1-192 0,2 1 0 15,0 0 0-15,3 1 0 16,1-2-928-16,1 1-80 0,1 0-16 0,0 1 0 16,2-3-2320-16,0 4-480 0,1 2-80 0</inkml:trace>
  <inkml:trace contextRef="#ctx0" brushRef="#br0" timeOffset="35738.13">18890 4884 48383 0,'-8'-11'2144'0,"5"5"432"0,-1 2-2064 0,2 1-512 16,0-4 0-16,-2 2 0 0,-1 0 1168 0,-1-1 128 15,-2 0 32-15,-3 1 0 0,-2-1-240 0,0 0-32 16,-1 2-16-16,0-1 0 0,-1 1-624 0,0 1-128 15,-4 2-32-15,1 1 0 0,0 0-256 0,0 0 160 16,-1 1-160-16,0 2 128 0,1 2-128 0,1 0 0 16,2 1 0-16,4 0 0 0,0 1 0 0,2-1 0 15,3-1 0-15,0 2 0 0,2-1 0 0,3 3 0 16,1-9 0-16,3 8 0 0,-3-8 0 0,5 9 0 16,-1 1 0-16,4-3 0 0,2 2-160 0,2 1 160 15,1 0 0-15,1-3-144 0,4-1 144 0,2 1 0 16,1-1 0-16,1 2 0 0,0 1 0 0,2 0 0 15,-1 0 0-15,2-1 0 0,0-1 0 0,-1-1 0 16,2 2 0-16,2 1 0 0,-2 2 0 0,0-1 0 16,-3 3 0-16,0 1 0 0,-1-1 0 0,-3 2 0 0,-2 0 0 15,-4 4 0 1,-2-4 0-16,-3 0 0 0,-3-2 0 16,-1-3 0-16,-4 6 0 0,0 1 128 0,-3-7-128 0,-2 3 0 0,-2-4 0 15,-3 0 0-15,-7 1 0 0,-3-1 128 0,-10-3-128 0,-2 2 0 16,-3-3 0-16,-3 0 0 0,-3-1 0 15,1-1 0-15,0-2-192 0,-1 1 0 0,2-1 0 16,0 0 0-16,-1-1-1024 0,3 3-192 16,3 1-64-16,4-3 0 0,3 0-3088 0,3 1-624 15</inkml:trace>
  <inkml:trace contextRef="#ctx0" brushRef="#br0" timeOffset="35928.05">18514 5208 48207 0,'0'0'2128'0,"-8"6"448"0,-2 3-2064 0,1 3-512 16,1 1 0-16,-1 1 0 0,-3 1 1216 0,0 2 128 15,-1-2 16-15,2 2 16 0,0 0-336 0,2 0-64 16,0 3-16-16,1-3 0 0,0-2-768 0,3 0-192 16,0-1 0-16,0-1 0 15,1 0-832-15,1-1-192 0,-1-2-64 0,2-3 0 16,0-1-2672-16,2-6-528 0</inkml:trace>
  <inkml:trace contextRef="#ctx0" brushRef="#br0" timeOffset="36171.2">18981 4578 50047 0,'-8'-13'2224'0,"8"13"448"0,-3-5-2144 0,2-1-528 0,1 6 0 0,0 0 0 15,-3-5 768-15,3 5 64 0,0 0 0 0,0 0 0 16,0 0 16-16,0 0 16 0,-5 5 0 0,-1 2 0 16,-2 2-592-16,0 5-112 0,0-1-32 0,0 6 0 15,-1 2-128-15,2-1 0 0,-1 1 0 0,2 1 0 16,0 1 0-16,3-1-144 0,2 0 144 0,2-1 0 31,3-2-1792-31,3-2-256 0,1 0-64 0,2-1-20800 0</inkml:trace>
  <inkml:trace contextRef="#ctx0" brushRef="#br0" timeOffset="36481.82">19330 5228 38703 0,'-14'8'3440'0,"9"0"-2752"16,1-1-560-16,1 3-128 0,2 3 3520 0,0 0 656 0,-1 0 144 0,0 3 32 15,0 1-2560-15,1 1-512 0,1 4-112 16,0-1-16-16,-1 3-816 0,-1-2-160 0,1 0-48 0,1-1 0 16,0-4-80-16,1 2-48 0,1-1 0 0,-2 1 0 15,-2-4 0-15,2 1 0 0,-2-2 0 0,0-1 0 16,1 0 0-16,0-1 0 0,-2 0 0 0,1-2 0 31,-1 1-368-31,-1-2-64 0,0-1-16 0,0 1-16752 0,0 0-3344 0</inkml:trace>
  <inkml:trace contextRef="#ctx0" brushRef="#br0" timeOffset="37402.85">20120 5178 13823 0,'0'0'1216'0,"0"0"-960"0,-5-7-256 0,1 2 0 15,2 0 7232-15,2-1 1392 16,2 0 272-16,1-2 64 0,-1-5-6640 0,2-1-1328 0,3-1-272 0,1 1-48 15,3-2-160-15,2 2-48 0,2-2 0 0,0 2 0 16,0-5-464-16,0 3 0 0,1 2 0 0,-2 2 0 16,1 3 192-16,-4 1-64 0,1 3-128 0,-1 2 192 15,-2 3 160-15,-1 1 32 0,-1 5 0 0,0-1 0 16,-2 4 64-16,0 3 0 0,1 2 16 0,-1 0 0 16,0 2-16-16,1 0-16 0,1 1 0 0,1 0 0 15,1-1-432-15,1 0 0 0,2-2 128 0,1 2-128 16,3-3 0-16,-1-2 0 0,2-2 0 15,2-3-176-15,-2-2 176 0,1-1 0 0,0-3 0 0,0-2-128 16,-1 1 128-16,0-4-208 0,0 0 80 0,-1-3 128 16,-3-1-224-16,-1 0 80 0,-1-4 16 0,0-2 0 0,-2 2-64 15,0 0 0-15,-1-2 0 0,-2 0 0 16,0 1-304-16,-3 0-64 16,0 0-16-16,0 1 0 0,-2 0-1536 0,0 2-304 0,1 0-64 0,-1-1-17808 15</inkml:trace>
  <inkml:trace contextRef="#ctx0" brushRef="#br0" timeOffset="37980.89">21700 4588 14735 0,'-7'-17'640'0,"3"11"160"0,-3-3-640 0,1-2-160 0,-1 1 0 0,1 1 0 15,-4 0 7552-15,3 1 1488 0,-1-1 304 0,0 1 48 16,-1 0-6576-16,0 0-1296 0,-3 0-272 0,2 2-48 16,-2-1-816-16,0 5-144 0,-1-1-48 0,0 2 0 0,0 2-192 15,0 2 0-15,0-1 128 0,0 2-128 0,-1 2 0 16,0 1 0-16,1 2 0 0,2 2 0 0,0 2 128 0,2-3 0 15,1 6-128-15,2 2 192 16,-1 2-16-16,1 3-16 0,1 6 0 0,-1-2 0 0,4 5 32 16,0 0 0-16,1 2 0 0,1 3 0 0,1 3 0 0,1-1 16 15,-1 2 0-15,2-1 0 16,-1 0-16-16,0 2 0 0,-1-1 0 0,0 2 0 0,0 0 0 0,-1 0-16 16,0 1 0-16,-1-2 0 0,0-2-32 0,0-1 0 15,-1-5 0-15,1-1 0 0,0-3-144 0,-1 0 128 16,1-4-128-16,0-3 128 0,-1-3-128 0,1-2 0 15,0-2 0-15,-2-1 128 0,1-2-128 0,0-2 0 16,1-3 0-16,1-8 128 0,-1 6-128 0,1-6 128 16,0 0-128-16,0 0 128 0,0 0-128 0,0 0 0 15,0 0 0-15,0 0 128 0,0 0-128 0,0 0 0 16,5-4 0-16,1-2 0 0,2-1 0 0,1 2 0 16,2 0 0-16,-1-2 0 0,2 1 0 0,0-1 0 15,1 1 0-15,0 0 0 0,0 1 0 0,1 0 0 16,1 0 0-16,0 0 0 0,1-2-208 0,1 1 16 0,1-2 16 0,0 2 0 31,-1-1-1088-31,0-1-208 0,1 0-64 0,1-1 0 16,-2 0-2272-16,0-4-464 0</inkml:trace>
  <inkml:trace contextRef="#ctx0" brushRef="#br0" timeOffset="38317.55">21871 4515 52991 0,'-14'-2'2352'0,"14"2"464"0,-8-2-2240 0,8 2-576 0,0 0 0 0,0 0 0 0,0 0 816 0,0 0 48 16,0 0 16-16,0 0 0 0,0 0-368 0,3 8-64 16,2 0 0-16,3 1-16 0,2 0-432 0,3 2 0 15,1-2 128-15,2 1-128 0,0 1 128 0,-1 0 0 16,1 3 0-16,0-3 0 0,-2 1 64 0,-1-2 0 15,0 1 0-15,-2 1 0 0,-1-1-192 0,-1 1 0 16,0-2 0-16,-1 2 0 0,-1-1 0 0,-2-1 0 16,-1 1 0-16,-2 2 0 0,-2-4-192 0,-1 1-64 15,-2 1 0-15,-1-4-16 0,1 2 272 0,-3 1-128 16,-1-3 128-16,-3 0 0 0,0-2 0 0,-3 0 0 16,0-1 0-16,-3 0 0 0,1 1 0 0,-4-1 0 0,-2-1 0 15,-1 0 0 1,0-3-896-16,0 0-64 0,0 0 0 0,1 0-16 15,1 1-1904-15,5-1-384 0,3-1-80 0</inkml:trace>
  <inkml:trace contextRef="#ctx0" brushRef="#br0" timeOffset="38579.86">22380 4573 17503 0,'0'0'1552'0,"0"0"-1232"0,0 0-320 0,0 0 0 0,0 0 6592 0,0 0 1248 16,6 8 256-16,-3-1 48 0,-2 4-4832 0,-2 1-976 15,-2 2-192-15,-2 2-32 0,-2 3-928 0,-2 3-176 16,-1 4-48-16,-2 3 0 0,-1-2-576 0,-3 6-128 16,-2 2-32-16,0 0 0 0,1 1-224 0,-1-3 176 15,-1 0-176-15,3 0 160 0,0-1-160 0,-1 2 0 16,0 0 0-16,1 0 0 0,1 1 0 0,0-4 0 16,1 1 0-16,1-4 48 0,1-2-48 15,3-2 0-15,1-2 0 0,0-1 0 16,-1-1-400-16,3-2-32 0,-1 0 0 15,2-5 0-15,1-4-1328 0,2-2-272 0,2-7-48 0,0 0-13664 16,3 8-2720-16</inkml:trace>
  <inkml:trace contextRef="#ctx0" brushRef="#br0" timeOffset="38792.74">22489 5006 34095 0,'0'0'3024'0,"0"0"-2416"16,0 0-480-16,0 0-128 0,0 0 3392 0,0 0 672 15,8 0 128-15,-8 0 32 0,0 0-2112 0,6 6-432 0,-2 1-80 16,0 2 0-16,-1 1-928 0,-2 3-176 0,-1 3-48 0,-1 2 0 16,-4 2-256-16,1 3-48 0,0 1-16 0,1 2 0 15,1-3 0-15,-1 2 0 0,-1-3 0 0,0 0 0 16,0 2-480 0,0-5-96-16,0 1-32 0,2-3 0 0,1 0-1424 15,-1-3-272-15,2-1-64 0,2-1-12944 0,-1-2-2592 0</inkml:trace>
  <inkml:trace contextRef="#ctx0" brushRef="#br0" timeOffset="39045.09">22766 5124 16575 0,'0'0'1472'0,"0"0"-1168"0,-8 1-304 0,0 2 0 0,3 0 6960 0,-3 1 1328 16,-1-3 272-16,-3 4 48 0,-1 2-5408 0,0 0-1088 15,-1 3-224-15,-1 0-32 0,0 2-960 0,0 2-176 16,2-1-32-16,0-1-16 0,1 1-368 0,2 1-80 15,1 1-16-15,0-2 0 0,2-3-208 0,3 2 0 16,2 0 128-16,0-1-128 0,2 0 0 0,4-2 0 16,2-1 0-16,0-1 0 0,2-1-160 0,1 0 32 15,1-1 0-15,3-1 0 0,0-1-80 0,2-2-16 16,-1 1 0-16,2-1 0 16,1-2-624-16,1-1-128 0,2 0-32 0,-1-2 0 15,2-1-1744-15,1-1-336 0,0 0-80 16</inkml:trace>
  <inkml:trace contextRef="#ctx0" brushRef="#br0" timeOffset="39588.65">22831 4548 27647 0,'-6'-7'2448'0,"3"2"-1952"0,0 0-496 0,3 5 0 0,0 0 5200 0,0 0 944 16,0 0 192-16,5-5 48 0,2 0-4176 0,1 1-832 16,1-2-160-16,2 3-48 0,4 0-704 0,0-1-144 15,0 1-16-15,3-1-16 0,3 1-112 0,0 0-32 16,-2 0 0-16,1-1 0 0,1 2-16 0,-2 1-128 16,-2-2 192-16,0 3-64 0,-3 0-128 0,1 0 160 15,-2 3-160-15,-1 0 160 0,-3 1-160 0,1 3 192 16,-1 2-192-16,-1 3 192 0,-1 3-48 0,-1 5 0 15,-1-2 0-15,-1 7 0 0,-2 0 32 0,-1 5 0 16,1 2 0-16,1 5 0 0,-2 2-176 0,1 1 160 16,-1 2-160-16,2 0 160 0,-1-3-160 0,1 0 0 15,-1 1 0-15,2 1 128 0,0-1-80 0,0-1-48 16,-1 0 0-16,1 1 0 0,0-3 0 0,-1 0 0 16,1-8 0-16,0-1 0 0,0 2 0 0,0-2 0 15,-1-2 0-15,-1-3 0 0,1-1 0 0,0-1-128 0,-1-4 128 16,-1 4-160-16,2-3 160 0,-2-3 0 0,2-5 160 15,-2 2-32-15,1-3-128 0,-1 1 0 0,0-2 0 16,0-3 0-16,-1-5 0 0,0 0 0 0,0 0 0 16,0 0 0-16,0 0 0 0,0 0 0 0,0 0 0 0,0 0 0 15,0 0 0-15,-6 2 0 0,-3 0 0 0,0 0 0 16,-2-1 0-16,0 0 0 0,-2-1 0 0,-2 3 0 16,0-3 0-16,-1 2 0 0,2-2 0 0,-2 2 0 0,-1 0 0 15,1 1 0-15,2 0 0 0,1-1 0 0,0 1 0 16,1-2 0-16,2 2 0 0,-1-1 0 15,1 0-624-15,-1 0-112 16,1 1-32-16,0 1-16240 0,-1 2-3248 0</inkml:trace>
  <inkml:trace contextRef="#ctx0" brushRef="#br0" timeOffset="66747.31">1777 11025 53727 0,'0'0'1184'0,"0"0"240"0,0 0 48 0,4 5 48 0,4 3-1216 0,-2 0-304 15,1 1 0-15,-1 0 0 0,2 1 368 0,0 1 16 0,1 1 0 16,-2 1 0-16,-1 1-144 0,1 2-32 16,0 0 0-16,-1 1 0 0,-2-1-80 0,-1 1 0 15,3 1-128-15,-4-2 192 0,0 0-192 0,-1-3 0 16,-1-3 0-16,1 0 0 0,-1 0 0 0,0-3 0 0,0-7-176 0,0 0 176 31,0 0-1232-31,0 0-128 0,0 0-32 0,0 0 0 16,0 0-1264-16,0 0-256 0,0 0-48 0,0 0-10352 0,4-9-2048 0</inkml:trace>
  <inkml:trace contextRef="#ctx0" brushRef="#br0" timeOffset="67241.47">1931 10844 12895 0,'-5'-4'1152'0,"-2"-2"-928"0,-2 0-224 0,1-1 0 0,-1 0 5856 0,0-1 1120 16,-3-1 240-16,0 1 32 0,-1 1-4048 15,-1 1-832-15,0-1-144 0,-3 1-48 0,0 1-992 0,0 1-208 16,-1 0-32-16,-1 1-16 0,-2 2-368 0,1 2-80 16,-1 2-16-16,0-1 0 0,-4 2-80 0,0 1 0 15,1 3-16-15,-2 0 0 0,-1 4 64 0,1 1 16 16,0 1 0-16,-1 3 0 0,0 3-112 0,-1 2-16 15,2 3 0-15,1 3 0 0,3 2-80 0,3 3-32 16,2 3 0-16,2 4 0 0,2 0-64 0,4 0-16 16,4 1 0-16,1-2 0 0,4-1-128 0,4-2 128 15,5 2-128-15,5 0 128 0,6-2-128 0,3 1 0 16,3-1 0-16,4-3 128 0,0 0-128 0,2-5 0 16,-1 2 0-16,3-2 0 0,-1-5 0 0,2-2 0 15,0-5 0-15,1-3 0 0,1-3-160 0,1-3 160 16,1-4 0-16,1-3-144 0,1-3 144 0,-4-1-128 0,-1-7 128 15,-2-1-128-15,-1-2 128 0,0-4 0 0,-4 0 0 16,-1-2 0-16,-1 0 0 0,-1-3 0 0,-3 0 0 16,-2-4 0-16,-3 1 0 0,-1-1 0 0,-1 0 0 15,-3-1 128-15,-3 1-128 0,-1 0 144 0,0-3-144 0,-2-2 160 16,-4-2-160-16,-2 2 192 0,0 0-192 0,-2-13 192 16,-7 7-64-16,-11-22 128 0,5 34-128 15,-1 0-128-15,-3 4 0 0,-3 2 0 0,5 8 0 16,-3-2 0-16,-1 0 0 0,-1-2 0 0,0 3 0 15,0 1-224-15,2 2 80 0,-1 1 16 0,3 1 0 0,-1 1-16 0,4 2 0 16,1-1 0-16,1 2 0 16,2-1-384-16,0 2-80 15,4-1-16-15,1 1 0 0,1 2-1808 0,4 1-352 0,0 0-80 0</inkml:trace>
  <inkml:trace contextRef="#ctx0" brushRef="#br0" timeOffset="69170.6">2839 10901 17503 0,'0'0'1552'0,"-3"-5"-1232"0,-1 1-320 16,4 4 0-16,-4-7 5520 0,1 3 1056 0,3 4 208 0,0 0 32 16,0 0-3584-16,0 0-720 0,0 0-144 15,0 0-16-15,0 0-1136 0,0 0-208 0,-1 8-48 0,1 1-16 16,0 3-416-16,1 2-80 0,-1 3 0 0,1 4-16 15,1 4-64-15,-1 2-16 0,-1 3 0 0,3 0 0 16,-1 3-112-16,1 0-32 0,1 0 0 0,-2-3 0 16,1-1-208-16,0-2 0 0,2-2 0 0,-3-1 0 15,1-5 0-15,0 1 0 0,-1-2 0 0,1-1 0 16,-1-3-464-16,2-1-192 16,-1-2-48-16,1-3 0 0,-4-8-848 0,0 0-176 0,4 7-48 0,-4-7 0 15,0 0-2080-15,6 0-432 0,1-3-64 16</inkml:trace>
  <inkml:trace contextRef="#ctx0" brushRef="#br0" timeOffset="69424.75">3061 10883 27647 0,'0'0'1216'0,"-1"-7"256"0,-2-1-1168 0,3 2-304 16,0 1 0-16,0 5 0 0,0 0 4992 0,0 0 928 16,0 0 192-16,0 0 32 0,0 0-3760 0,0 0-752 15,0 0-160-15,0 0-16 0,5 9-864 0,-1 3-160 16,0 2-48-16,0 1 0 0,-1 4-176 0,1 2-32 15,-2-1-16-15,1 4 0 0,0 1-160 0,-1 1 128 0,-1 0-128 0,3 0 128 16,0 0-128-16,0 0 0 16,-1-1 0-16,-1-2 0 0,2-1-144 0,0-1-64 0,1-1-16 0,-2-1 0 15,-2-4 224-15,2-2-144 0,0-1 144 16,-1-2-128 0,-2-1-848-16,1-1-176 0,-1-8-16 0,0 0-16 15,2 6-656-15,-2-6-128 0,0 0-16 0,0 0-16 0,5 4-1904 16,-5-4-384-16,0 0-80 0</inkml:trace>
  <inkml:trace contextRef="#ctx0" brushRef="#br0" timeOffset="69960.36">2826 11246 36911 0,'0'0'1632'0,"0"0"352"0,0 0-1600 0,0 0-384 0,0 0 0 0,0 0 0 15,0 0 2576-15,0 0 432 0,0 0 96 0,0 0 16 16,8 4-1168-16,1-4-224 0,2-1-64 0,1-2 0 16,1 1-1040-16,1-1-224 0,2 2-32 0,1-4-16 15,-2 1-352-15,3 0 128 0,1 0-128 0,-1 0 0 0,-1 1 0 0,0-2 0 16,1 1 0-16,0 0-192 15,-1 2-1072-15,0-2-208 0,0 1-64 0,0 1 0 16,0-1-2112-16,1 0-416 0,3 2-96 0</inkml:trace>
  <inkml:trace contextRef="#ctx0" brushRef="#br0" timeOffset="70309.71">3318 11342 47679 0,'0'0'2112'0,"0"0"448"0,0 0-2048 15,0 0-512-15,0 0 0 0,0 0 0 0,0 0 1376 0,0 0 176 16,0 0 48-16,0 0 0 0,0 0-656 0,0 0-128 16,10 0-32-16,0-2 0 0,-1-2-576 0,0 0-208 15,3-2 144-15,-1-1-144 0,-3 0 0 0,2-5 0 16,1 1 128-16,-2-2-128 0,1 2 0 0,0-1 0 16,-3-1 0-16,1-1 0 0,0-1 0 0,-1 1-144 0,-4 0 144 15,1 1-160-15,0 1 160 0,-1 1-192 16,-2 2 192-16,-2 1-192 0,0 2 192 0,-2 1 0 0,-1-1-144 0,-2 3 144 15,-2 1 0-15,0 2 0 0,-1 2 0 0,-2 1 0 16,-2 1 0-16,-1 3 0 0,0 2 0 0,-1 1 0 16,0 3 0-16,0 4 0 0,2-1 0 0,2 2 0 15,-1 1 0-15,4-2 0 0,1-2 0 0,4 3 0 16,0-2 0-16,3-2-176 0,3-1 176 0,2 0-192 31,3-2-1040-31,1-1-224 0,1-1-32 0,5-1-16 0,1-1-1120 16,3-1-240-16,2 0-32 0,1-1-10160 0,3 0-2048 0</inkml:trace>
  <inkml:trace contextRef="#ctx0" brushRef="#br0" timeOffset="70668.07">3834 11236 32943 0,'3'-14'1456'0,"-3"8"304"0,-1 1-1408 0,-2-3-352 16,2 1 0-16,-2 0 0 0,-1 2 2976 0,0 1 528 16,-2-1 96-16,-2 3 32 0,-3 0-1264 0,0 2-240 15,-2 2-48-15,-2 0-16 0,1 3-1024 0,-2-2-208 16,1 4-32-16,-2 3-16 0,0 0-400 0,0 2-96 15,1-1-16-15,3 2 0 0,3-1-272 0,1 0 160 0,2 1-160 0,1-3 128 16,2 2-128-16,2 0-176 16,2 0 48-16,3-3 0 15,1-1-320-15,1-2-64 0,2-1-16 0,0 0 0 16,3-2-176-16,-1 1-16 0,1-4-16 0,1 0 0 16,-1 0 16-16,2 0 0 0,-1 0 0 0,2-3 0 15,1-1 80-15,-3-1 0 0,1 0 16 0,-2-1 0 0,1-4 272 0,-2 3 48 0,-3-3 16 16,1-1 0-16,0-1 288 0,-2 0-160 15,0 1 160-15,-1 0-128 0,-2 2 128 0,1-1 0 0,0 2 160 0,-2 1-160 16,-1 7 448-16,0 0-16 0,0 0 0 0,0 0 0 16,0 0 224-16,0 0 48 0,0 0 16 0,0 0 0 15,-1 9-320-15,1 0-64 0,1-1-16 0,0 1 0 16,-1 2-320-16,3 1 0 0,1-2 0 0,1 0 128 16,2 0-672-16,0 0-128 0,4-2-32 0,-1 0 0 15,3-3-2144-15,0 0-432 16,2 0-96-16</inkml:trace>
  <inkml:trace contextRef="#ctx0" brushRef="#br0" timeOffset="70923.33">4058 10961 13823 0,'0'0'608'0,"-5"-4"128"0,0 0-592 0,1 2-144 15,4 2 0-15,0 0 0 0,0 0 8000 0,0 0 1584 16,0 0 304-16,0 0 64 0,-2 7-6864 0,2 2-1360 15,1 2-288-15,1 2-48 0,0 0-960 0,0 1-192 16,1 5-48-16,1 1 0 0,0-1-192 0,0 2 144 16,0 1-144-16,0 1 128 0,-1 2-128 0,0-2 0 15,0 0 0-15,-1-1 128 0,1-1-256 0,-2-3-64 0,0-1-16 16,-1-2 0 0,0-2-912-16,0-2-176 0,-1-1-48 0,0-1 0 15,-2-1-544-15,3-8-112 0,-2 8-32 0,2-8 0 16,0 0-1872-16,0 0-368 0</inkml:trace>
  <inkml:trace contextRef="#ctx0" brushRef="#br0" timeOffset="71102.33">3922 11173 14735 0,'0'0'1312'0,"0"0"-1056"0,0 0-256 0,0 0 0 0,0 0 7104 16,0 0 1344-16,0 0 288 0,0 0 48 0,9-2-5872 16,0-1-1184-16,0 2-224 0,4-2-48 0,1-1-976 0,5-1-192 15,1 3-32-15,3-1-16 0,-1 0-240 0,3 1 0 16,1-1 0-16,0 2 0 15,4 0-1504-15,0-1-192 0,1 2-32 0,2 0-12736 16,-2 2-2528-16</inkml:trace>
  <inkml:trace contextRef="#ctx0" brushRef="#br0" timeOffset="72577.43">4998 11164 47343 0,'0'0'2096'0,"0"0"432"0,-2-4-2016 0,-1-1-512 16,1-1 0-16,-1-1 0 0,0 2 1328 0,1-2 160 16,-1 1 48-16,-1-2 0 0,-1 2-608 0,-1 2-112 0,-2 1-32 0,0 2 0 15,-1-1-464-15,-2 4-112 16,0 0-16-16,-4 5 0 0,-3 2-192 0,0 3 144 16,0 1-144-16,-3 2 128 0,4-2-128 0,0 2 0 15,1 2 0-15,3-2 0 0,3 0 0 0,2-1 0 16,1 0 0-16,3 1 0 15,3-2-896-15,2-1-48 0,2-2-16 0,2-1 0 16,2 1 176-16,2-3 16 0,1-2 16 0,2-1 0 16,1-3-240-16,1-1-48 0,2-1-16 0,1 0 0 15,-3-3 304-15,1-1 64 0,-1-1 16 0,-1 0 0 0,-1-3 352 0,-2 0 80 0,1 0 16 0,-1-1 0 0,-1-1 224 16,0-1 0-16,0 0 192 0,-1 1-192 16,0-1 144-16,0 1-144 0,-2 2 0 0,1 1 144 15,-2 2 192-15,-5 6 48 0,0 0 0 0,0 0 0 0,0 0 192 0,0 0 64 16,0 0 0-16,0 0 0 0,0 0-128 0,0 0-32 15,0 0 0-15,0 0 0 0,0 8-224 0,1 1-64 16,1 3 0-16,0-1 0 0,1 0-192 0,1-1 0 16,1 1 0-16,3-1 0 0,1 0 0 0,2 1-192 15,2-3 48-15,1 1 0 16,3 0-368-16,1-1-64 0,3-3 0 0,1 0-16 16,2 0-48-16,2 2 0 0,0-3 0 0,0-2 0 15,0-2 272-15,-1-2 48 0,-2-1 16 0,-1-1 0 0,-1-1 80 0,-1 0 16 16,-2-3 0-16,-1 2 0 0,-3-2 208 0,-1 1 0 0,-2-2-160 15,-2 0 160-15,-1 2 304 0,-2-2 128 16,-1 0 16-16,-2-1 16 0,-2-2 304 0,-1 0 48 0,-1 1 16 16,-2-1 0-16,1 1-192 0,-2 0-16 15,0 0-16-15,-1 1 0 0,-3-1-176 0,0 2-48 16,-1 0 0-16,-1 1 0 0,-1 2-160 0,-1 2-32 0,-2-1-16 16,-2 3 0-16,-1 4-176 0,-1-1 0 0,-1 4 0 0,0 2 0 15,1 2 0-15,1 0 0 16,0 1-160-16,2 3 160 0,2-1-128 0,2 3 128 0,3-2 0 0,3 1-144 15,1 0-48-15,4 1 0 0,1-1 0 0,5-1 0 32,2 0-416-32,1-4-96 0,1 0 0 0,3-1-16 0,1-3 16 15,2 0 16-15,1-5 0 0,1 0 0 0,1 0 112 0,0-3 0 16,-2-3 16-16,0 0 0 0,-1-2 48 0,1-2 0 0,-4-2 0 16,0-2 0-16,0-3 512 0,-2 1-128 0,-1-4 128 0,-1 1 0 0,-1-2 272 15,-2 1 112-15,-1-2 32 0,0 1 0 0,1 1 32 16,-2-3 16-16,-2 1 0 0,-1 1 0 0,-1 4 96 0,-1-1 16 15,-1 2 0-15,-1 3 0 0,-1 2 48 16,1 2 16-16,1 1 0 0,-1 1 0 0,1 3-112 0,2 4-16 16,0 0 0-16,0 0 0 0,0 0-240 0,0 0-48 15,0 0-16-15,0 0 0 0,-2 9-208 0,1 5 128 16,1 0-128-16,1 0 0 0,1 4 0 0,-1 2 0 16,0 0 0-16,3 0 0 0,4 1 0 0,1 1 0 15,0-1 0-15,0 1 0 0,2 2 0 0,1-3-192 16,2 1 192-16,2-4-208 15,0 2-384-15,3-3-80 0,0-2-16 0,2-2 0 16,1-1-368-16,3-1-80 0,0-1-16 0,0-4 0 16,-1-3-224-16,0 0-48 0,-2-2-16 0,-1-1 0 15,-2 1 224-15,-2-3 64 0,-2-2 0 0,-1 0 0 0,-5 0 1152 0,-1-1 192 16,-3-3 64-16,0 0 16 0,-1 0 1200 0,-1 0 256 0,-3-3 32 16,0-1 16-16,-1-1-368 0,-1 0-64 15,0 0 0-15,-2 0-16 0,0 0-432 0,-1 1-96 0,-2 0-16 16,1 2 0-16,-2-1-288 0,0 2-64 0,-1 2-16 15,0 0 0-15,-2-1-240 0,2 3-48 0,-1 2-128 0,-1 2 192 16,0 1-192-16,-1 3 144 0,-1 2-144 0,0-1 128 16,-2 5 0-16,2-1-128 0,0 1 192 0,3 0-64 15,0 3-128-15,0-1 0 0,4 3 144 0,1-1-144 16,2 0 0-16,3 1 0 0,1-1 0 0,3-3-192 16,1 1-240-16,3-2-48 15,3 0-16-15,0-1 0 0,1-2-272 0,3 0-64 0,0-2-16 0,1-3 0 16,1-1 176-16,2 2 32 0,0-4 16 0,-1-2 0 15,-1-3 144-15,-2 0 32 16,0-3 0-16,-1-1 0 0,-1-4 288 16,0 0 160-16,-1-2-160 0,-2-1 160 0,-1-2 0 0,-1 0 256 0,0 0-16 15,-1-1-16-15,-1 0 176 0,-1 0 48 0,-1 1 0 0,-1 1 0 0,0 1 176 0,-2 1 32 16,-2 2 16-16,-1 2 0 0,1 3 32 0,-2-2 0 16,1 3 0-16,2 9 0 0,-3-5-112 0,3 5-16 15,-4-4 0-15,4 4 0 0,0 0-192 0,0 0-32 16,-5 3-16-16,0 2 0 0,0 4-208 0,1 1-128 15,0 2 160-15,1 2-160 0,2 3 128 0,1 2-128 16,1-1 0-16,2 1 144 0,-1 1-144 0,2-1 0 16,1 1 0-16,2 0 0 0,-1 0 0 0,2 0 0 15,3-3 0-15,-1-1 0 0,-1-1 0 0,0 1-176 0,1-4 48 16,-1-3 0-16,0-1-208 0,1-2-48 16,-1 1 0-16,0-3 0 15,-1-3-128-15,0-1-48 0,0-1 0 0,0-2 0 0,-2-1 128 0,1-1 32 0,-1-3 0 0,1-1 0 16,-2 0 128-16,0-3 16 0,0-1 16 0,1 0 0 15,-2 0 112-15,0-1 128 0,-1-1-208 16,1 3 80-16,-1-1 128 0,1 0 0 0,-2 3 0 0,1 1 128 16,-2 1 304-16,-1 8 64 0,0-5 16 0,0 5 0 15,0 0 192-15,0 0 32 0,0 0 16 0,0 0 0 16,0 0-176-16,0 0-48 0,3 9 0 0,0 0 0 16,-2 1-288-16,1 2-64 0,0 0-16 15,0 1 0-15,1 0-160 0,0 0 0 0,-1 0 0 0,3 0 0 16,2 1-784-1,-2-3-48-15,-1-2 0 0,0-1 0 0,-1 1-1728 0,-3-9-368 16,4 6-64-16</inkml:trace>
  <inkml:trace contextRef="#ctx0" brushRef="#br0" timeOffset="72748.06">6262 10956 23039 0,'0'0'2048'0,"0"0"-1648"0,0 0-400 0,0 0 0 0,-2-5 6880 0,2 5 1296 15,0-7 256-15,0 7 48 0,0-7-6144 0,0 7-1232 16,0 0-240-16,0 0-48 0,0 0-816 0,7-2 0 16,-1-3-192-16,2 3-16464 15,3 4-3312-15</inkml:trace>
  <inkml:trace contextRef="#ctx0" brushRef="#br0" timeOffset="73256.57">6672 10840 24879 0,'0'0'2208'0,"0"0"-1760"16,0 0-448-16,0 0 0 0,0 0 5888 0,0 0 1088 16,0 2 208-16,-1 1 48 0,-1 1-4608 0,-2 2-912 15,-2 1-192-15,5 2-48 0,0 5-896 0,-1 1-176 16,1 2-32-16,-1 2-16 0,-1 2-352 0,2 1 0 15,-1 2 0-15,2 0 0 0,0 1 0 0,0 0 0 0,0 1 0 16,0 4 0-16,2-3 0 0,-1-1-128 16,0-5 0-16,-1-1 0 15,0-1-1248-15,0-3-240 0,2-2-48 0,-2-3-16 16,1-1-1744-16,-1-1-352 0,0 1-64 0</inkml:trace>
  <inkml:trace contextRef="#ctx0" brushRef="#br0" timeOffset="73519.99">6476 11142 23951 0,'0'0'1056'0,"0"0"224"0,0 0-1024 0,0 0-256 0,0 0 0 0,0 0 0 0,3-5 6416 0,1-2 1232 15,2 4 240-15,0 0 48 0,3-2-5456 0,2 1-1104 16,0 0-224-16,4 0-32 0,2 0-736 0,1 1-128 16,2 0-48-16,0 0 0 0,0 0-208 0,1 2 0 15,-2 0 128-15,2 1-128 0,0 0 0 0,-1 1 0 16,-2 3 128-16,-1 0-128 0,-3 1 192 0,-1 2 0 15,-1 0 0-15,0 4 0 0,-2-1-192 0,-1 1 0 16,0 0 0-16,-1 2 0 0,-1 2 0 0,-2 0 0 0,-1-2 0 16,0-1 0-16,-2 1-160 0,1-1-80 0,0 0-16 15,0-3 0 1,-1 0-496-16,-1-3-96 0,0 1-32 0,-1-7 0 16,0 0-1712-16,0 0-352 0,6 4-64 0</inkml:trace>
  <inkml:trace contextRef="#ctx0" brushRef="#br0" timeOffset="73718.04">6778 10995 12895 0,'0'0'1152'0,"0"0"-928"0,0 0-224 0,0 0 0 16,0 0 4736-16,3-7 912 15,1 2 176-15,-4 5 48 0,5-4-2800 0,-5 4-576 0,8-4-96 0,-1 0-32 16,0 0-1472-16,-1 2-320 0,0-1-48 0,0 1-16 0,-6 2-512 0,8-2 0 15,0 1 0-15,-8 1-192 16,8 0-2816 0,1 3-576-16,0 2-96 0</inkml:trace>
  <inkml:trace contextRef="#ctx0" brushRef="#br0" timeOffset="74562.29">7301 11155 25791 0,'0'0'1152'0,"0"0"224"0,1-5-1104 0,0-2-272 0,3 1 0 0,-2-1 0 16,-2 1 5712-16,0-3 1088 0,0 1 224 0,-2-1 32 15,1 0-4528-15,0 1-912 0,-2 0-176 0,-1 2-32 16,-1 0-864-16,1 2-160 0,-2 1-48 0,-2 1 0 0,-3 2-112 0,0 2-32 16,-2 1 0-16,-2 3 0 0,0 0-192 0,-2 3 0 15,-2 3 128-15,2 1-128 0,2-1 0 0,2 1 128 16,0 1-128-16,4 0 0 0,2 1 0 0,2-1 0 16,2-1 0-16,3 0 0 0,3-1 0 15,2 0-320-15,2-3 64 0,0 0 0 16,3-4-688-16,0 0-128 0,3-1-16 15,3-1-16-15,-3-3-48 0,1 0-16 0,0-1 0 16,1-2 0-16,-2-1 496 0,0-1 96 0,-3-4 32 0,1 2 0 0,-2 1 192 16,0-2 32-16,-3-1 16 0,1 1 0 0,-2-2 304 0,0 0 128 15,-1 1-128-15,0-1 192 0,0-1 144 0,0 1 32 16,-1-2 0-16,-1 1 0 0,1 0-48 0,1 1 0 16,-2 1 0-16,1-1 0 0,0 4 0 0,0-2 0 15,1 2 0-15,0 0 0 0,-4 6 96 0,0 0 16 16,7-4 0-16,-7 4 0 0,0 0 16 0,8 3 0 15,-1 1 0-15,0 1 0 0,-7-5 0 0,6 9 16 16,1 3 0-16,-2 0 0 0,0 2-160 0,2 0-48 16,-2-1 0-16,0 0 0 0,1 2-128 0,-1-2-128 15,0-1 144-15,0-1-144 0,0 1 144 0,1-1-144 0,-1-4 128 0,-1 0-128 16,-4-7 192-16,0 0-64 16,0 0 0-16,0 0 0 0,0 0-128 0,0 0 0 0,6 0 0 0,1-3 0 15,-1-1 0-15,0-2 0 0,-1-2 0 0,0-2 0 16,2-2 0-16,2-1 0 0,0-2 0 15,1 2 0-15,1-6 0 0,2 2-176 0,-2 0 48 0,2 0 0 16,0 1 128-16,0 2-192 0,1 1 192 0,-3 4-192 0,0 1 192 16,-1 3 0-16,-1 2 0 0,0 3-128 15,-9 0 128-15,10 4 224 0,-3 1-48 0,0 3-16 16,-2 4 64-16,0-2 16 0,-1 3 0 0,0 0 0 0,0 2-112 16,1 0-128-16,-1 1 176 0,0 0-176 0,0 2 0 0,1-4 0 15,2 2 0-15,1-2 0 16,1-1-1360-16,1-1-240 0,2-2-32 0,1 0-14496 15,2-3-2880-15</inkml:trace>
  <inkml:trace contextRef="#ctx0" brushRef="#br0" timeOffset="74813.21">8319 10776 52175 0,'0'0'2304'0,"0"0"496"0,0 0-2240 0,0 0-560 15,0 0 0-15,0 0 0 0,0 0 976 0,0 0 96 16,-1 8 16-16,1 1 0 0,-2 0-512 0,2 3-80 16,-1 1-32-16,0 2 0 0,0 1-464 0,-1 2 128 15,1 2-128-15,0 1 0 0,-1 3 0 0,2 0 0 16,0-3 0-16,0 2 0 0,2-1 0 0,-1 1-240 0,0-3 80 0,1 0 16 31,-1-3-944-31,0 0-176 0,-1-2-32 0,0 2-16 16,0-6-1664-16,-1-1-336 0,-2 1-64 0</inkml:trace>
  <inkml:trace contextRef="#ctx0" brushRef="#br0" timeOffset="75295.47">8163 11040 11055 0,'-12'-6'480'0,"12"6"112"0,-5-1-464 0,5 1-128 0,-6-4 0 0,2 0 0 0,4 4 9216 0,0 0 1808 15,0 0 368-15,0 0 80 0,-2-4-8336 0,2 4-1680 16,0 0-336-16,0 0-64 0,0 0-672 0,0 0-144 15,8-4-32-15,-8 4 0 0,8-1-208 0,-1-1 144 16,1 2-144-16,1 0 128 0,2 0-128 0,-2 0 0 16,1 0 0-16,3 2 0 0,3-1 0 0,1 0 0 15,-1 2 0-15,2-3 0 0,-1 0 0 0,0 0 0 16,-2 0-128-16,4 1 128 0,-1 1-144 16,0-2 144-16,-1 0-192 0,1 0 192 0,2 0-288 0,-1-2 48 0,1 1 16 15,-2-2 0-15,0 1-32 0,1 0 0 16,-4-2 0-16,1 2 0 0,-2-3 256 0,-1 1 0 15,-1 0 0-15,-3 1 0 0,-2 1 0 0,-7 2 0 16,0 0 192-16,0 0-192 0,0 0 480 0,0 0-16 16,0 0 0-16,0 0 0 0,-8-3-96 0,0 2-32 15,-1-1 0-15,-1 4 0 0,-2-1-160 0,0 2-48 0,0 1 0 16,1 1 0-16,-4 4-128 0,2-1 0 0,0 2 144 16,3 1-144-16,1-1 0 0,2 2 0 0,1-2 0 0,0 2 128 15,1 1-128-15,1-3 0 0,2 1 0 16,2-2 0-16,1-1 0 0,2 1 0 0,2-1 0 0,1-2 0 15,1-1 0-15,2 2 0 0,1-6 0 0,2 2-128 16,1-1 128-16,2-2-192 0,0-2 192 16,1-1-192-16,1 2 192 0,0-4-208 0,-2-1 80 0,1 0 128 15,-2-2-192-15,-1 0 192 0,-1 1-192 0,0-1 192 0,-4 0-240 16,-2 0 80-16,-1 0 16 0,-1 0 0 16,-1 2-128-16,-3 6-32 0,1-9 0 0,-2 1 0 15,-2 1-1184-15,1-2-240 0,-2 3-64 0,-1-1-21248 16</inkml:trace>
  <inkml:trace contextRef="#ctx0" brushRef="#br0" timeOffset="75913.98">9259 10850 35935 0,'0'0'3200'0,"0"0"-2560"0,0 0-512 0,-3-4-128 0,1-2 3744 0,2 6 736 15,-7-7 128-15,1 1 48 0,-1-1-2976 0,1 3-592 16,-1 2-112-16,-1 2-16 0,1 0-448 0,-3 1-64 15,1-1-32-15,-1 4 0 0,-1 0-288 0,1 1-128 16,0 1 128-16,-1 2-128 16,2 0 0-16,1 1 0 0,2 2 128 0,-2 0-128 0,0 1 0 0,3 0 0 15,2 0 0-15,5-1 0 0,-1 2 0 0,3-2 0 16,1-1 0-16,3 2 0 0,1-2 0 0,1 0 0 16,2 0 0-16,2-2 0 0,1-2-128 0,0 0 128 15,2 0 0-15,2-1 0 0,-2 0-144 0,-2 2 144 16,-2 0-192-16,-1-1 192 0,-2 1-160 0,-2-2 160 15,-1 0-128-15,-7-5 128 0,0 10 0 0,-2-3-128 16,-3 1 128-16,-3 1 0 0,-3 0 0 0,-2 1 0 16,-3-2 0-16,-2 1 0 0,-1 0 128 0,0 2-128 15,-1-5 128-15,3 2-128 0,2-3 0 0,2-1 0 0,2-1 0 16,2-2-192 0,3-1-1472-16,6 0-320 0,0 0-48 0,0 0-16 15,4-8-1840-15,5-2-368 0,6-2-80 0,2-2-7776 0,2 1-1568 16</inkml:trace>
  <inkml:trace contextRef="#ctx0" brushRef="#br0" timeOffset="76315.06">9331 10995 7359 0,'11'-13'656'0,"-11"13"-528"0,7-4-128 0,-2 0 0 16,-5 4 6000-16,0 0 1168 0,0 0 224 0,0 0 48 16,0 0-2880-16,0 0-576 0,0 0-112 0,0 0-32 15,0 0-1776-15,0 0-352 0,0 0-80 0,-4 8-16 0,2 1-960 16,-1 1-192-16,0-1-32 0,2 2-16 0,1-1-256 0,3 1-160 16,1-2 192-16,2 1-192 0,-2-2 0 0,4 0 0 15,2 0 0-15,2 1 0 0,1-3-192 0,1-2-64 16,1 0 0-16,-2-1 0 0,1-2-112 0,2-1-16 15,-1-1-16-15,1-2 0 0,0-1 80 0,-1 0 32 16,-2-2 0-16,0-1 0 0,0 1 112 0,-1-2 32 16,0-2 0-16,1-1 0 0,-4 1 144 0,-1-2 0 15,-2-1 0-15,1 0-128 0,-3 0 128 0,0 1 0 16,-2 0 0-16,0 3 128 0,-2 3 64 0,0-1 0 16,0 1 16-16,0 6 0 0,0 0 288 0,0 0 48 15,0 0 16-15,0 0 0 0,0 0-128 0,-3 8-32 16,1 1 0-16,0 6 0 0,2 0-144 0,0 4-16 15,0 3-16-15,2 5 0 0,-1 1 160 0,0 2 16 16,2 0 16-16,1 1 0 0,0 2-416 0,1-2-176 0,0-1 16 0,3-1 0 16,-3-3 160-16,0-1 0 0,2 0 0 15,-2-3 0-15,-1-3 0 0,0 0 0 0,0-2 0 0,-2-6 0 16,1 1 0-16,-2-2 0 0,2 1 0 0,-2-5-192 16,-1-6-112-16,0 0-16 0,0 0-16 0,0 0 0 31,0 0-880-31,0 0-160 0,0 0-32 0,0-7-16 15,3-3-1808-15,1 0-352 0,2-6-80 0</inkml:trace>
  <inkml:trace contextRef="#ctx0" brushRef="#br0" timeOffset="76669.17">10073 10883 21183 0,'0'-20'944'0,"-2"14"192"0,-2-1-912 0,0 2-224 16,2 1 0-16,-2-1 0 15,-1-2 6128-15,-2 3 1168 0,1 0 256 0,-2 2 32 0,-1-2-4928 0,0 3-992 16,-2 1-192-16,2 1-32 0,0 0-864 0,-2 2-192 15,1-2-16-15,0 4-16 0,-1-2-352 0,2 2 144 16,0 0-144-16,1 2 0 0,2-1 0 0,-1 1 0 16,1-2 0-16,0 2 0 0,2-1 0 0,4-6 0 15,0 9 0-15,2-1 0 0,0 0 0 0,2 0 0 16,-4-8 0-16,7 9 0 0,1 1 0 0,2-3 0 16,2-1 0-16,1 1 0 0,0-1 0 0,1 1 0 15,2-1 0-15,1 0 0 0,0-1 0 0,0 0 0 16,0 2 0-16,0-1 0 0,-1-1 128 15,0 2-128-15,-3-1 0 0,0 1 0 0,-1-2 128 0,-3 2-128 16,-1-1 0-16,-3 2 0 0,-2 0 0 0,-3-8 0 16,0 0 0-16,-2 8 0 0,-2 1 0 0,-2 0 0 15,-3 0 0-15,-3 1 0 0,-2-2 0 0,-3 0 0 16,-3 0 0-16,1 0 0 0,-2-3 0 0,0 0-144 0,0-1 144 0,0 0-192 31,2 0-1088-31,0-2-240 0,1-2-32 0,3-1-16 16,2-1-2592-16,2-4-512 0</inkml:trace>
  <inkml:trace contextRef="#ctx0" brushRef="#br0" timeOffset="76922.78">10276 10687 25791 0,'0'0'2304'0,"0"0"-1856"0,0 0-448 0,0 0 0 16,0 0 5152-16,0 0 928 0,0 0 192 0,0 0 48 15,0 0-3568-15,0 0-720 0,0 0-144 0,1 11-32 0,1 0-1040 0,-2 2-224 16,-2 2-32-16,1 0-16 0,1 2-352 0,-1 2-64 15,-1-1 0-15,1 1-128 0,1 2 128 0,0 1-128 16,0-1 0-16,0 1 0 0,0 2 0 0,1-3 0 16,1 1 0-16,0-3 0 0,1 0 0 0,-1-2-144 15,1-2 16-15,0-2 0 16,2-1-704-16,-3-3-144 0,1-1-32 0,-3-8 0 16,3 8-1136-16,-3-8-224 0,0 0-64 0,0 0-11968 15,0 0-2416-15</inkml:trace>
  <inkml:trace contextRef="#ctx0" brushRef="#br0" timeOffset="77250.11">10162 11003 23951 0,'0'0'2128'0,"0"0"-1696"15,0 0-432-15,0 0 0 0,0 0 5600 0,0 0 1040 16,0 0 208-16,7-2 32 0,0 0-4192 0,0-1-832 16,2-1-160-16,2 2-32 0,2-2-928 0,1 1-176 15,3-1-48-15,1 0 0 0,1 0-192 0,2-2-64 16,1 1 0-16,3-1 0 0,-1 0-128 0,2-1-128 0,0 1 192 0,1-3-192 15,-1 1 0-15,-2 1 0 0,0 1 0 0,-2-1 0 16,-2 1 0-16,-4 1 0 0,-1-1 0 0,-2 3 0 16,-3 1-192-16,-2 1 48 0,-8 1 16 0,0 0 0 15,0 0 128-15,0 0-128 0,0 0 128 0,-5 3-128 16,-4 4 128-16,-2 0 0 0,0-1 0 0,-2 3 0 16,1-1 0-16,0 0 144 0,0 1-144 0,1 2 0 15,-1 0 128-15,1 1-128 0,1 0 0 0,2-3 0 16,0 5 0-16,3-1 0 0,1-2 0 15,3-1 0-15,2 1-128 0,3-2-48 0,1-1 0 0,3-2 0 16,1-1-256-16,2 2-48 16,2-5-16-16,1 2 0 0,2-1-768 0,-1-2-144 0,1-1-48 0,2 0 0 15,3-1-912-15,1-2-176 0,1-2-32 0,-1-1-10544 16,1-1-2112-16</inkml:trace>
  <inkml:trace contextRef="#ctx0" brushRef="#br0" timeOffset="77621.04">10835 10924 16575 0,'-6'-15'1472'0,"3"11"-1168"16,-1-3-304-16,-1 1 0 0,-3 2 5728 0,0 1 1088 15,2-2 224-15,-1 3 32 0,2-1-3696 0,0 0-752 16,5 3-128-16,0 0-48 0,0 0-896 0,0 0-176 16,0 0-32-16,0 0-16 0,-1 8-656 0,-1 1-128 15,2 0-32-15,2 0 0 0,0 3-256 0,2 0-64 16,0 1-16-16,1 0 0 0,0 1-176 0,1 2 0 16,0 0 144-16,1-1-144 0,-1 1 0 0,1-2 0 15,-2-2 0-15,1-2 128 0,-2 1 0 0,0-3 16 16,-4-8 0-16,4 6 0 0,-4-6-144 0,0 0 0 15,0 0 0-15,0 0 0 0,0 0 0 0,0 0 0 16,0 0 0-16,0 0 0 0,0 0 0 0,0 0 0 0,0 0 0 0,3-8 112 16,-2-1-112-16,0-1 0 0,-1-1 0 0,0-2 0 15,3 0 0-15,-3-1 0 0,0-2-160 0,1 1 160 16,2 0 0-16,-1 1 0 0,1-2 0 0,1-1 0 16,0 0 0-16,1 3 0 0,2 0 0 0,-1 1 0 15,-1 0 0-15,3 1 0 0,1 2 0 0,0-1 0 16,2 3 0-16,-1-2 0 0,1 2 0 0,0 0 0 15,3 4 0-15,0-1-128 0,-1 1 128 0,1 2 0 16,1 0-416-16,-1 2 0 0,0 2 0 0,-1-1 0 16,0 3-1184-16,-1-2-224 0,0 2-48 15,0 3-16-15,-1 1-2720 0,0 1-560 0</inkml:trace>
  <inkml:trace contextRef="#ctx0" brushRef="#br0" timeOffset="78438.57">11013 10870 15663 0,'-6'-15'688'0,"6"10"144"0,-1-1-656 0,1 0-176 0,1 4 0 0,2-2 0 0,-3 4 6528 0,0 0 1280 15,5-4 256-15,3 1 64 0,0 3-5104 0,1-4-1008 16,0 3-208-16,1 1-32 0,2 0-880 0,1 1-160 16,-1 3-32-16,0 0-16 0,-2 0-288 0,1 1-48 15,-1 2-16-15,0-2 0 0,2 3-112 0,-1 1-32 16,-5-1 0-16,2 2 0 0,0 3-192 0,-2-1 144 15,-1 1-144-15,-1 1 128 0,-1 1 0 0,1-1 0 0,-2 2 0 0,1 1 0 16,-2-2 0-16,1-3 0 16,-2 2 0-16,0 0 0 0,-2-5-128 0,1 1 160 0,0-1-160 15,1 0 160-15,0 0-160 0,0-3 0 16,0-6 144-16,0 0-144 0,0 0 0 0,0 0 128 0,-3 7-128 0,3-7 0 16,0 0 0-16,0 0 0 15,0 0 0-15,0 0 0 0,-4 7 0 0,4-7 0 16,0 0 0-16,0 0 0 0,0 0 0 0,0 0 0 0,0 0 0 15,0 0 128-15,0 0-128 0,0 0 0 0,0 0 0 0,0-8 0 16,0 2 0-16,2-5-208 16,1-1 80-16,1 1 128 0,-1-2-192 0,4-2 192 0,0-2-160 15,2 0 160-15,2-1-224 0,1-1 48 0,-2-1 16 0,2 2 0 16,1-3 0-16,0 3 0 0,0 0 0 16,-1 2 0-16,-2-1 160 0,-1 3 0 0,-1 2 0 15,1-1 0-15,0 2 0 0,0 4 0 0,1 1 0 0,-1 0 0 16,-2 2 128-16,0 3 0 0,-7 1 0 0,8 0 0 0,-8 0 48 0,9 5 16 15,-1-3 0-15,0 5 0 0,-2 1-48 16,1 1 0-16,-2 1 0 0,0 1 0 0,-1 3-144 0,-1 2 192 16,-2-1-192-16,-1 2 192 0,0 3-192 0,1 1 192 15,0-2-192-15,1 1 192 0,-2-5-192 0,0 1 0 16,2-2 144-16,0 2-144 0,-1-3 0 0,2-1 0 16,-1-3 0-16,1-2 128 0,-3-7-320 15,4 6-64-15,-4-6-16 0,0 0 0 16,6 5-1088-16,1-1-224 0,-1-3-32 0,2 1-14352 15,0-2-2864-15</inkml:trace>
  <inkml:trace contextRef="#ctx0" brushRef="#br0" timeOffset="78732.73">11797 11140 26719 0,'0'0'2368'0,"0"0"-1888"0,0 0-480 0,2 7 0 16,-2-7 5152-16,0 0 928 0,1 9 192 0,0 2 48 15,-3 2-3600-15,0-1-720 0,4-1-144 0,-2 4-16 0,-2 0-1072 0,1 1-224 16,1 0-32-16,-1-2-16 0,-1 4-368 0,1-2-128 15,1-2 0-15,-1 1 144 16,0-1-656-16,-1 2-144 0,1-2-32 0,-2 2-16080 16,-2-1-3232-16</inkml:trace>
  <inkml:trace contextRef="#ctx0" brushRef="#br0" timeOffset="79597.46">12246 10926 11967 0,'1'-13'1072'16,"0"7"-864"-16,2 1-208 0,0 1 0 0,1-2 4336 0,1-1 816 16,-1-2 160-16,1 3 48 0,0 0-1600 0,0 4-320 15,-1-5-64-15,-4 7-16 0,0 0-992 0,0 0-192 0,0 0-32 0,0 0-16 16,8 2-784-16,-8-2-144 0,8 7-48 0,-2 4 0 16,0 1-560-16,-4 2-112 0,2 3-32 0,-1 2 0 15,-1 2-144-15,1 3-48 0,0-1 0 0,-1 1 0 16,-1-2-112-16,2-4-16 0,-2 0-128 0,2-1 192 15,-2-2-192-15,1-4 144 0,-1-3-144 16,-1-8 128-16,0 0-128 0,0 0 128 0,0 0-128 0,0 0 128 16,0 0 0-16,0 0-128 0,0 0 192 0,1-5-64 15,1-3-80-15,-1 0-48 0,-1-1 0 0,0-2 0 0,0-3 0 16,0 0 0-16,0 0 0 0,1-2 0 0,0-1 0 16,2-1 0-16,1 0 0 0,1-2 0 15,0 1 0-15,3 0 0 0,0-2 0 0,1 3 0 16,2 1 0-16,-1 2 0 0,0 0-160 0,2 2 160 15,-1 0-800-15,-1 3-80 0,2-1-16 0,-1 2 0 16,1 0-1360-16,0 4-288 16,-2 2-48-16,2 3-12288 0,0 4-2464 0</inkml:trace>
  <inkml:trace contextRef="#ctx0" brushRef="#br0" timeOffset="80166.9">12565 11057 38239 0,'0'0'1696'0,"0"0"352"0,0 0-1648 0,0 0-400 16,8 2 0-16,-1-4 0 0,-1 0 1520 0,2-2 208 15,1-3 64-15,1 0 0 0,2-3-464 0,1 0-96 16,2-3-16-16,0 0 0 0,0 0-832 0,-1 0-160 16,-1-4-32-16,1 1-16 0,-1 1-176 0,0-4 0 0,0 1 144 0,-1 1-144 15,-3 3 0-15,-1-1 0 0,-5 2 0 0,-1 4 0 16,-2 3 0-16,-1-1 144 0,-3 5 0 0,-2 2 0 16,-4 2 512-16,0 5 112 0,-2 1 0 0,-1 3 16 15,-1 4-128-15,-2 2-16 0,1 1-16 0,0 3 0 16,1 0-208-16,2-1-32 0,2 1-16 0,3 0 0 15,3 1-368-15,2-2 144 0,2-4-144 0,2-1 0 16,4 0 0-16,0-1 0 0,1-5-160 0,3-1 160 16,0-2-368-16,3-2 48 0,2-1 16 0,0-4 0 0,2-1-80 15,0-2 0-15,0-2-16 0,0 2 0 0,-1-5 64 16,0 1 16-16,-2-2 0 16,0-2 0-16,1-3 176 0,-2 0 144 0,-2-2-192 0,0 0 192 0,-1 0 0 15,1-1 0-15,-5-2 0 0,1 2 0 16,-2 1 0-16,-1 3 176 0,-2 2-48 0,0 3-128 0,-1 1 448 0,-1 3-32 15,0 5 0-15,0 0 0 0,0 0 64 0,0 0 16 16,0 0 0-16,0 0 0 0,-3 9-240 0,3 3-32 16,0-1-16-16,-1 2 0 0,2-1-16 0,2 2-16 15,0 3 0-15,2-1 0 0,0-2-48 0,2 2 0 16,-1 0 0-16,2-3 0 0,1-2-128 0,0 0 0 16,0-2 0-16,0-2 0 0,1-2 0 15,0-1 0-15,-1-2 0 0,0 0 0 0,0-2 128 0,0-3 0 16,1 0 0-16,0-1 0 0,-2-2-128 0,0-1 0 15,-2-3 0-15,-1 2 0 0,1-2 0 0,-2-1 0 16,-1 0 144-16,1-3-144 0,0 0 0 0,0-1 144 0,0-4-144 16,0 1 0-16,0 0 0 0,-1 0 0 0,-2-1 0 0,0 4 0 31,0-1-336-31,-1 3-128 0,-1 1-32 0,0 3 0 16,-2 0-656-16,1 4-128 0,-1 1-16 0,3 4-16 15,0 0-1632-15,0 0-336 0,0 0-64 0,-4 10-16512 0</inkml:trace>
  <inkml:trace contextRef="#ctx0" brushRef="#br0" timeOffset="81049.53">13148 10987 7359 0,'0'0'320'0,"7"5"80"0,0 2-400 0,1-2 0 0,1 0 0 0,2-2 0 0,-1-1 6768 16,2-2 1264-16,0 0 256 0,1-2 48 0,0-2-4688 0,0 0-960 15,0 1-176-15,1-4-32 16,0-1-944-16,1 0-176 0,0-3-32 0,1 1-16 0,-2-2-720 0,2-1-144 16,0 0-16-16,-2-1-16 0,-1-2-240 0,0 2-48 15,-1 1-128-15,-3 0 192 0,-1 1-192 0,-3 0 0 16,-2 6 0-16,-3-1 0 0,0 7 128 0,-6-5-128 15,-1 4 0-15,-3 1 0 0,0 6 368 0,-3 1-32 16,-1 2 0-16,-2 3 0 0,-1 3-48 0,0 2-16 16,0 3 0-16,2-3 0 0,0 2-64 0,3 1-16 15,3 1 0-15,1 0 0 0,2-2-192 0,2-1 0 16,3 1 128-16,2-5-128 0,2-2-144 0,2 1-80 16,1-3-16-16,2-1 0 15,1-1-272-15,3-3-64 0,1-1-16 0,0-1 0 16,1-3-272-16,2-4-48 0,0-1-16 0,1-2 0 15,0 1 32-15,0-2 16 0,0-3 0 0,-2 1 0 16,-2-2 304-16,-1-1 64 0,-2-1 16 0,1-2 0 0,-1-1 496 0,-2-1 0 0,-1 0 0 16,-2-2 0-16,-1 3 352 0,0-1 160 15,-2 2 48-15,1 3 0 0,-2 2 352 0,0 3 80 0,1-1 16 16,-2 9 0-16,0-4-48 0,0 4-16 16,0 0 0-16,0 0 0 0,0 0-304 0,0 0-48 0,0 0-16 0,1 6 0 15,0 3-256-15,1 3-48 16,-1 1-16-16,2 3 0 0,1-2-96 0,-1 2-32 0,0 0 0 0,1 0 0 15,0 1-128-15,1 0 128 0,2-1-128 0,0 1 128 16,-1-3-128-16,-1-2 0 0,-1-5 0 0,1-1 128 16,0 2-128-16,0-4 0 0,-5-4 144 0,0 0-144 15,0 0 0-15,8 2 144 0,-1-2-144 0,-7 0 0 16,0 0 128-16,5-6-128 0,0-2 0 0,0 0 0 16,1 0 0-16,-2-2 0 0,-1 0 0 0,1-2 0 0,0-1 0 15,0 0 0-15,1-2 0 0,1 2 0 0,0-2-224 16,2 2-48-16,1 0-16 0,0 0 0 15,2 1-928-15,0-4-176 16,4 2-32-16,0 1-16 0,4 1-880 0,0 0-176 16,2-1-48-16,2 0 0 0,2 3-1728 0,0 1-336 0,0 1-80 0,-3 0-16 15,-3 0 2592-15,0 3 528 0,-2 1 112 0,-3 2 0 16,-4-2 2416-16,0 2 464 0,-10 2 112 0,0 0 16 0,0 0 2096 0,0 0 416 16,0 0 96-16,0 0 16 0,0 0-848 0,-3 8-176 15,-1-1-16-15,-2-1-16 0,-4 1-1600 0,1-1-320 16,-1 1-64-16,-1-1-16 0,-2 2-592 0,0 0-112 15,0-2-16-15,0 2-16 0,0 0-208 0,0 0-32 16,0-2-128-16,1 2 192 0,1 0-192 0,0-1 128 16,2-1-128-16,1 1 0 0,3-1 0 0,1 1 128 0,0-2-128 0,4-5 0 15,0 0 0-15,0 0 0 0,2 6 0 16,0 1 0-16,-2-7 0 0,7 5 0 16,2 0 0-16,1-1 0 0,2-1 0 0,2-1-128 15,1 2 128-15,2-2 0 0,1 0 0 0,0 0 0 0,2-1 0 0,-1 2 0 16,1 0 0-16,-2 0 0 0,0 0 0 0,-1 2 0 15,-1-3 0-15,-3 2-128 0,-1-1 128 0,-2 1 0 16,-1 1 0-16,-2-1 0 0,-7-4-128 0,0 0 128 16,4 8 0-16,-4-2-160 0,-3 1 160 0,-2 2-128 15,-3-1 128-15,-2-2 0 0,-2 3 0 0,-2-1 0 16,-2 1 0-16,-2-3-128 0,-2-1 128 0,-1 0-128 16,-1-1-528-16,1 0-112 15,0 0 0-15,2 0-16 0,2-2-1104 0,1 1-224 16,3-3-32-16,3 0-12640 0,2-3-2544 0</inkml:trace>
  <inkml:trace contextRef="#ctx0" brushRef="#br0" timeOffset="81234.03">14278 10788 19343 0,'0'0'848'0,"0"0"192"0,0 0-832 0,8 0-208 0,-8 0 0 0,0 0 0 0,8 5 6992 0,-2 1 1360 15,0 1 272-15,-2 1 48 0,-2 1-5760 0,1 1-1152 16,-2 3-224-16,0 3-64 0,-1-2-896 0,0 2-176 15,0-2-32-15,0 2-16 0,2-1-352 0,0 0 0 16,-2-2 0-16,2 0 128 16,2-3-576-16,-3 1-128 0,0-1 0 0,0-3-16 15,-1-7-1856-15,0 0-368 0,0 0-80 0</inkml:trace>
  <inkml:trace contextRef="#ctx0" brushRef="#br0" timeOffset="81391.05">14295 10571 15663 0,'0'0'1392'0,"2"-5"-1120"0,-4-4-272 0,1 0 0 16,1-2 5440-16,1 1 1024 0,3 2 192 0,0 3 64 15,-1-7-5696-15,-1 4-1024 0,2 2-448 0,1 0-11136 16,2 1-2224-16</inkml:trace>
  <inkml:trace contextRef="#ctx0" brushRef="#br0" timeOffset="81812.77">14418 10471 21183 0,'0'0'1888'0,"0"0"-1504"0,0 0-384 0,0 0 0 0,4 9 4432 0,0 1 816 16,-4 5 176-16,2-1 16 0,2 0-2080 16,0 3-416-16,-3 2-96 0,3 0-16 0,-1 3-1152 0,1 0-224 15,0 6-48-15,0-3-16 0,0-1-752 0,1 2-160 16,1-1-32-16,-2 0 0 0,1-2-192 0,1 1-64 16,-1-1 0-16,0-2 0 0,0 1-192 0,-1-5 176 15,0 0-176-15,-1-1 160 0,1 1-160 0,-3-4 0 16,0-1 0-16,1-1 0 0,0-2 128 0,-1-1-128 15,-1-8 0-15,0 0 128 0,0 0-128 0,0 0 0 16,0 0 0-16,0 0 128 0,0 0-128 0,0 0 0 16,0 0 0-16,0 0 0 0,-3-6-144 0,0-2 144 15,4-1-192-15,2-2 192 0,-3 1-240 0,2-2 64 16,5-1 16-16,1-1 0 0,2-3-16 0,3 0 0 0,0 1 0 16,2-2 0-16,0 2 16 0,2 1 0 15,0 0 0-15,0 4 0 0,-1-2 160 0,1 2-128 16,0 2 128-16,0 4-128 0,0-2 128 0,-2 3 0 0,1 2 0 0,-2 2 0 15,-1 2 0-15,-1 2 128 16,-3 0-128-16,1 3 176 0,-2 1-176 0,1 1 160 0,-3 1-160 16,-2 3 160-16,-3 0-160 0,-1 3 0 0,-3 2 0 15,-2-1 0-15,-1 1 0 0,-2-2 0 0,-1 0 128 0,-2-1-128 16,1 1 0-16,-2 1 0 0,0-4 0 0,1 1 128 16,-1-2-128-16,0 0 0 0,3-3-160 0,-2-1 160 15,2-2-1088-15,2-1-112 16,0-3-16-16,7-2-16 0,0 0-2336 0,0 0-464 0,-6-5-80 0</inkml:trace>
  <inkml:trace contextRef="#ctx0" brushRef="#br0" timeOffset="82176.01">14994 10645 25791 0,'0'0'2304'0,"0"0"-1856"16,0 0-448-16,0 0 0 0,0 0 4864 0,-4 8 864 15,-2 0 176-15,-1 4 48 0,2 2-3536 0,-2 3-704 16,0 0-144-16,0 3-32 0,2-1-544 0,-2 1-112 15,1-1-32-15,1 2 0 0,1 1-432 0,2-2-96 16,4-3 0-16,0 2-16 0,2-2-176 0,3 3-128 16,1-7 144-16,2 0-144 0,2 0 0 0,1-3 0 15,1 0 0-15,0-3 0 0,2-3 0 0,0 0-128 16,1-1 128-16,1-3-160 0,0-3 160 0,2-1 0 16,-1 0-144-16,1-5 144 0,-1-1-144 0,1-3 144 0,-2-2-192 0,2 0 192 15,-1-3-272-15,0-2 48 0,-1-2 16 0,-1 1 0 16,-2-1-160-16,-2 1-16 0,-3 1-16 0,-3 2 0 15,-3 2 128-15,-4 5 16 0,-1 0 16 0,-3 5 0 16,-2 1 480-16,-2 3 80 0,0 4 32 0,-3 3 0 16,-4-3 192-16,0 9 32 0,2-1 16 0,0 3 0 15,0 0-224-15,2 2-48 0,0 0-16 16,2 0 0-16,3 0-112 0,2 2 0 0,2 0-16 0,2 0 0 0,6 0-176 16,0 1 0-16,3-2 0 0,3 0 0 15,2-1-464-15,2 1-128 0,0-3-32 16,1 0-16288-16,1-1-3264 0</inkml:trace>
  <inkml:trace contextRef="#ctx0" brushRef="#br0" timeOffset="82785.85">15986 10674 42671 0,'0'0'1888'0,"0"0"400"0,5-2-1840 0,-5 2-448 15,7-3 0-15,-7 3 0 0,0 0 2176 0,8 6 320 16,0 4 80-16,-2 1 16 0,-2 2-1104 0,1 6-208 16,-1 1-64-16,0 4 0 0,-1 1-608 0,-2 3-128 15,-1 2-32-15,3 2 0 0,-2 2-256 0,0 1-64 16,-1 0-128-16,1 0 192 0,1 0-192 0,-1-2 176 15,-1-3-176-15,0-1 160 0,0-2-160 0,0-2 160 16,-1-4-160-16,-1-3 160 0,1-1-160 0,0-4 0 16,0-1 0-16,-1-5-176 0,2-7-176 0,0 0-32 15,0 0-16-15,0 0 0 16,0 0-976-16,-6-1-192 0,-1-4-32 0,1 1-16 16,-1-3-2096-16,1-4-400 0,-1-1-96 15</inkml:trace>
  <inkml:trace contextRef="#ctx0" brushRef="#br0" timeOffset="83035.64">15852 10700 49983 0,'0'0'2224'0,"0"0"448"0,1-6-2144 0,2-1-528 0,3 2 0 0,1 1 0 15,1-1 1040-15,1 1 112 0,0-1 0 0,4 2 16 16,1 2-336-16,2 1-80 0,2-3-16 0,2 3 0 16,1 0-544-16,-1 3-192 0,1-1 144 0,0 2-144 15,0 0 0-15,-1 1 0 0,-3 2 0 0,0 1 0 16,-3 1 0-16,-1 1 0 0,-3-1 0 0,-1 3 0 15,-1 4 0-15,-3-4 0 0,-1 1 0 0,-2 0 0 0,-4 0 0 0,0 2 0 16,-3-2 0-16,-2 2 0 0,-1 0 0 16,-1 1 0-16,1 0 0 0,-2-3 0 0,-2-2 0 0,0 1 0 15,-1 0 0-15,0-3 0 0,2 1-240 0,-1-2-16 16,0-1-16-16,2-2 0 16,-1-1-1696-16,2-2-336 0,3 2-64 0,6-4-12784 15,0 0-2560-15</inkml:trace>
  <inkml:trace contextRef="#ctx0" brushRef="#br0" timeOffset="83592.97">16243 10711 25791 0,'3'-4'2304'0,"2"0"-1856"0,1-3-448 0,2 3 0 0,-1 2 4608 0,1-1 816 16,-1 3 160-16,-7 0 48 0,9 3-2688 0,-1 3-544 16,-1-2-96-16,1 5-32 0,1-1-1136 0,-1 4-240 15,-1 1-32-15,0 3-16 0,-1-2-464 0,0 2-80 16,-2 2-32-16,-1-1 0 0,0 2-112 0,0 1-32 15,-1-1 0-15,1 0 0 0,0-1-128 0,0 1 0 16,-1-3 0-16,-1-2 128 0,0-2-128 0,1 0 0 16,-2-2 0-16,0-3 128 0,0-1-128 0,0-6 0 0,0 0 0 0,0 0 0 15,0 0 0-15,0 0 0 0,0 0 0 0,0 0 48 16,0 0-48-16,0 0 0 0,0 0 0 0,0 0 0 16,-2-9 0-16,1 1 0 0,1-2 0 0,1 1 0 0,3-4 0 15,1 0 0-15,2 0 0 0,1-3 0 0,2 0 0 0,2 1 0 16,2-1-160-16,2 2 160 0,1-3 0 0,1 3-160 15,0-2 160-15,1 3 0 0,2 0-144 16,-1 2 144-16,-1 2 0 0,-2 1-144 0,-3-1 144 0,-1 4 0 16,-1 4 0-16,-2-2 0 0,-1 3 0 0,-9 0 0 15,0 0 0-15,0 0 0 0,5 7 0 0,-2 1 144 16,-2 1-144-16,-2 1 160 0,0 1-160 16,-2 0 128-16,1 2-128 0,-4 0 128 0,1 0-128 0,0 0 0 15,0 0 0-15,1 1 0 0,0 0 0 0,1-1 0 16,1-5 0-16,0 1 48 0,2-1-48 0,3-1 0 15,-3-7 0-15,5 7 0 0,0-2 0 0,2 0 0 16,1-1 0-16,1-2 0 0,0-2 0 0,1-2 0 16,1 2 0-16,-1-2 0 0,2-1 0 0,0-1 0 15,-2 0 0-15,1 0-160 0,-2-2 160 0,0-3 0 16,-1 0-144-16,-2-2 144 0,-1 1 0 0,1-1 0 16,-2 0-144-16,-2-1 144 0,-1 0 0 0,-1 0-192 15,-1 1 192-15,-1-1-160 0,-1 0-16 0,-1-1 0 16,-3 0 0-16,1 1 0 15,-2-1-400-15,-2 2-96 0,-2-1-16 0,-2 1 0 16,-2 2-864-16,-2 3-176 0,1-1-48 0,0 2 0 16,0 4-1744-16,1 1-336 0,3 0-80 0</inkml:trace>
  <inkml:trace contextRef="#ctx0" brushRef="#br0" timeOffset="84688.67">17053 10690 39455 0,'0'0'1744'0,"0"0"368"0,0 0-1696 0,0 0-416 0,0 0 0 0,0 0 0 0,0 0 2544 0,0 0 416 16,-7 2 96-16,-1 5 16 0,2-1-1152 0,-2 4-240 15,-2 0-32-15,-2 4-16 0,-3-1-928 0,1 4-176 16,1-2-32-16,0 0-16 0,1 5-224 0,1-3-32 16,0-2-16-16,3 4 0 0,-1 3-208 0,3-5 0 15,2 0 128-15,4 0-64 0,1-2-64 0,3-2 0 16,1-2 0-16,2-2 0 0,1 1-160 0,1-3 160 15,0-5-128-15,1 2 128 0,3-1-192 0,0-2 64 16,2-2 0-16,-1-2 0 0,0 1 128 0,2-2-208 16,-2-3 80-16,2 1 128 0,0-3-144 0,-2-2 144 15,-1 1 0-15,1-2 0 0,-1-2 0 0,0-1 0 16,0-2 0-16,-1 2 0 0,0-1 0 0,-2 2 0 16,-1 1 0-16,-1-3 0 0,0 2 0 0,-1-3 0 15,-3 1 0-15,-1 2 0 0,0 2 0 0,-2 2 0 16,-1-1 0-16,0 5 0 0,0 6 0 0,0 0 0 15,-4-3 0-15,4 3 144 0,0 0-144 0,-6 5 160 16,-1 2-160-16,1 2 160 0,-2 1-160 0,0 2 0 0,0 3 144 0,2-1-144 16,-1-1 0-16,2 0 0 0,1 3 0 0,2-1 128 15,0 0-128-15,4 0 0 0,0 1 0 0,2-4 0 16,3-1 0-16,0 0 0 0,3-2 0 0,1-1 0 16,2 1 0-16,2-7-128 0,0 2 128 0,1-4-128 15,0 0 128-15,1 0-160 0,-2-4 160 0,1 2-160 16,0-5 160-16,-1 1 0 0,0-2 0 0,-1 0 0 0,0-2-128 15,1-2 128-15,-2-2-128 0,-2-1 128 0,0 1-176 16,-1-2 176-16,1-1-208 0,-1 0 80 0,-1-1 128 0,0-1-160 16,-1-1 160-16,0 2-160 0,-3 0 160 15,0 2 0-15,-1 3 0 0,-1 1 0 0,-1 2 0 0,0 2 0 16,-1 0 0-16,-1 8 0 0,1-4 224 16,-1 4-32-16,0 0 0 0,0 0 0 0,0 0-48 0,0 0-16 15,0 0 0-15,0 0 0 0,0 0-128 16,4 9 0-16,-4-9 0 0,6 9 128 0,-1 6-128 0,0-2 0 15,1-1 0-15,0 2 0 0,-1-1 0 0,0 1 0 16,2 3 0-16,0-2 0 0,0-1 0 0,1 0 0 16,0 1 0-16,-1-1 0 0,0-1 0 0,1 1 0 15,0 1 0-15,-1-2 0 0,0 0 0 0,1-2 0 16,-3 1 0-16,0 0 0 0,-1 0 0 0,1-3 0 16,1 0 0-16,-3-3 0 0,1 2 0 0,-2 1 0 15,-1-2 0-15,0-1 0 0,-1-6 0 0,0 0 0 0,0 0 0 0,0 0 0 16,0 0 0-16,0 0 0 15,0 0 0-15,0 0 0 0,0 0 0 0,0 0 0 16,0 0 0-16,0 0 0 0,-5-5 0 0,5 5 0 0,0 0 0 0,-1-8 0 16,1-2 0-16,2-1 0 0,2 2-176 0,4-2 176 15,0-1-128-15,1-1 128 0,1-1-128 0,4-2 128 16,1-1-128-16,2-1 128 0,0-1-128 0,0 1 128 16,0-1-144-16,-1-1 144 0,-2-1-160 0,2 2 160 15,-2-1 0-15,0 3 0 0,-2-1-128 0,-2 2 128 16,1 3 0-16,-2 0 0 0,-1 1 0 0,-2 2 0 0,0 2 0 15,-3 2 0-15,1 2 192 0,-4 4-192 0,3-7 208 16,-3 7-64-16,0 0-16 0,0 0 0 0,0 0-128 0,0 0 192 16,0 0-192-16,0 0 192 0,0 0-192 0,-1 11 0 15,-2-1 144-15,2 2-144 0,-1-2 0 0,2 3 0 16,0-2 0-16,2 3 128 0,-1 2-128 0,2-1 0 16,1 0 0-16,1-1 0 0,0 0 0 0,0-2 0 15,2-1 0-15,1 0 0 0,-1 2 0 0,2 0 0 16,1-2 0-16,-1 2 0 0,0-3 0 0,0 2 0 15,0-2 0-15,-1 1 0 0,-2-1 0 0,1-1 0 16,0-1 0-16,-2 1 128 0,-1-2-128 0,-2 1 0 16,0 0 0-16,-2-2 0 0,0 2 0 0,-2-2 0 15,-2 1 0-15,-1-1 0 0,-1 2 128 0,-2-3-128 16,-1 1 128-16,-2-1-32 0,2 1-96 0,-3-2 0 16,1-1 0-16,-1 0 0 0,-1 0 0 0,1 0 0 15,-1-2 0-15,1 1 0 0,2-1-320 0,-1-1-48 16,2 0-16-16,0-1-16848 15,1-1-3376-15</inkml:trace>
  <inkml:trace contextRef="#ctx0" brushRef="#br0" timeOffset="85957.55">18581 10841 23039 0,'-10'-7'2048'0,"7"5"-1648"0,-4-1-400 0,2 2 0 0,0-2 4736 0,-1 3 880 15,0-4 160-15,6 4 48 0,0 0-2816 0,0 0-544 16,0 0-112-16,0 0-32 0,0 0-816 0,0 0-160 15,0 0-48-15,6-2 0 0,4-1-720 0,1-1-128 16,2 4-48-16,3-2 0 0,2 0-400 0,2 1 0 16,2 0 0-16,0-3 0 0,3 3 192 0,1-1-64 15,1 0 0-15,3 0 0 0,2 1-128 0,3 0 0 16,3-2 0-16,2 1 112 0,2-2-112 0,1 2 0 16,1-2 0-16,0 2 0 0,-2-2-160 0,-3 1 160 0,-2-1-128 15,-2 2 128 1,-4 0-544-16,-1 1-32 0,-4-3 0 0,0-1 0 15,-5 1-1056-15,-3 3-224 0,-3-3-32 0,-3 1-16 0,-5-1-1392 16,0 3-288-16,-7 1-48 0,0 0-8912 0,0 0-1776 0</inkml:trace>
  <inkml:trace contextRef="#ctx0" brushRef="#br0" timeOffset="86237.57">19364 10715 5519 0,'-16'-4'496'0,"10"4"-496"0,-3-2 0 0,0 2 0 0,0 0 6688 0,1 0 1248 16,3 0 240-16,5 0 48 0,0 0-4096 0,0 0-816 16,0 0-176-16,0 0-16 0,0 0-960 0,0 0-192 15,0 0-48-15,0 0 0 0,5 7-960 0,1-1-192 16,1 1-32-16,1-1-16 0,-1-2-304 0,1 3-64 15,3-1-16-15,-2 0 0 0,0-3-208 0,3 1-128 16,-1 2 160-16,2-1-160 0,0 1 128 0,1-2-128 16,-1 0 0-16,1 1 0 0,0-1 0 0,-1 3 0 15,2-5 0-15,-4 4 0 0,0-1 0 0,-2-3 128 16,0 2-128-16,0-2 0 0,-1 0 0 0,-8-2 0 16,0 0 0-16,0 0 0 0,5 7 0 0,-2 1 144 15,-3-8-144-15,-4 6 128 0,-1 2-128 0,-1 0 128 16,-1 0-128-16,-4 1 128 0,-1 0-128 0,-1-3 192 15,-1 3-192-15,1-1 192 0,-1-1-192 0,-1-1 0 0,2 1 0 16,0-1 0-16,0 1-240 0,2-1-128 16,0 0-16-16,1 0-16 15,1 1-1920-15,1-1-384 0</inkml:trace>
  <inkml:trace contextRef="#ctx0" brushRef="#br0" timeOffset="88938.35">20372 10421 18431 0,'0'0'1632'0,"0"0"-1312"0,1-6-320 0,2-2 0 0,1-1 3712 0,0 2 688 0,-2-2 128 0,3 0 16 15,-2-1-2080-15,0-1-416 0,-1 2-96 0,1 1-16 16,-2-1-464-16,0 0-80 0,1 0-32 0,-2 1 0 16,-2 1-272-16,1 2-64 0,1 5-16 0,-2-5 0 15,-2 0-48-15,0 2 0 0,-3-2 0 0,1 4 0 16,-2-3-304-16,0 2-64 0,-1 1-16 0,0 1 0 15,-3 1-240-15,2 5-48 0,-1-4-16 0,1 5 0 0,-1-1-144 0,0 3-128 16,-1 3 144-16,0 3-144 0,0 1 160 0,2 5-160 16,2 3 160-16,0 2-160 15,3 1 224-15,1 5-48 0,3 3-16 0,4 1 0 16,2 1-32-16,3 3 0 0,2 1 0 0,3 0 0 0,0 0-128 16,1 0 0-16,1 1-160 0,2 2 160 0,-3 1 0 0,0 0 0 15,-1 2 0-15,-1-2 0 0,0 3 0 16,-3-5 0-16,-2 0 0 0,-1-7 0 0,-1 1 0 15,0-4 0-15,-2-3 0 0,-2-2 0 0,1 0 0 16,-2-4 0-16,-2 0 0 0,0-2 160 0,-2-5-32 0,0 3 0 16,-1-5 0-16,1-1 0 0,-4 0-128 0,0-3 0 15,-1 0 0-15,-1-3 0 0,1-1 0 0,-3 0 0 16,-1-2 0-16,0 0 0 0,0-1 0 0,0 0 0 16,0-1 0-16,0-2-176 15,0-2-256-15,1-1-48 0,0 1-16 0,0-3 0 16,2 0-1296-16,1-1-272 0,1-1-48 15,3-4-13472-15,0 0-2688 0</inkml:trace>
  <inkml:trace contextRef="#ctx0" brushRef="#br0" timeOffset="89338.86">20333 10921 45503 0,'0'0'2016'0,"-5"-6"416"0,-2 0-1952 0,2-1-480 0,1 3 0 0,0-2 0 0,0-1 1600 0,0 2 208 16,4 5 48-16,0 0 16 0,-5-4-576 0,0 2-112 16,5 2-32-16,0 0 0 0,0 0-720 0,-7 4-160 15,1-2-16-15,-1 3-16 0,-1 3-32 0,1 1 0 16,-1 0 0-16,0 2 0 0,-1-1-64 0,2 2-16 16,-1 1 0-16,1 1 0 0,0-2-128 0,2 0 0 15,1-2 0-15,3 1 0 0,1-1 0 0,1-1 0 16,3 0 0-16,1-2 0 0,3-1 0 0,2 0 0 15,1-2 0-15,2-2 0 0,2-1 0 0,2-1-224 16,0-1 48-16,0 0 16 0,0-2 0 0,0-1 0 16,1-2 0-16,-1-1 0 0,-1 3-32 0,-2-3 0 15,-1-1 0-15,-1 0 0 0,-1-1 192 0,-2 0-160 16,-3 0 160-16,-1-1-160 0,-1 1 160 0,-2 1-160 16,-2-1 160-16,-3 0-160 0,0-1 160 0,-2 1-128 15,-1 0 128-15,-2-1-128 0,0 1-128 0,0 0-32 16,-1 1 0-16,0 1 0 15,0 0-992-15,-2 0-208 0,0 1-48 0,2 3 0 16,2-1-2240-16,7 4-464 0,-13-2-96 0,13 2-16 0</inkml:trace>
  <inkml:trace contextRef="#ctx0" brushRef="#br0" timeOffset="89874.83">21060 10481 13823 0,'-2'-4'1216'0,"-2"-1"-960"0,-3 0-256 0,2-2 0 0,1-1 7104 0,-1-1 1392 15,-2 3 272-15,1-1 48 0,-2 2-5680 0,1 1-1152 16,0-2-208-16,-1 0-48 0,0 3-768 0,0 0-160 16,-1 2-32-16,-1-1 0 15,-1 1-352-15,1 1-80 0,-2 1-16 0,0 2 0 0,-1 0-144 0,2 0-48 16,-1 3 0-16,0-2 0 0,2 2-128 0,-1 3 0 15,1 0 0-15,1 2 0 0,2-1 0 0,2 1 0 16,0-1 0-16,2 2 0 0,1-2 0 0,3 2 0 16,1 0 0-16,4 1 0 0,0-2 0 0,2 3 0 15,1-3 0-15,3 1 0 0,0 1 0 0,-1-1 0 16,4 1 0-16,0-1 0 0,1 1 0 0,0 1 0 16,-1 0 0-16,0-1 0 0,-1 0 0 0,0 0 0 15,-1 0 0-15,0 0 0 0,-2 0 0 0,-2-1 0 16,-1 0 0-16,-3 0 0 0,-1-1 256 0,-2 0 0 0,0-1 16 0,-4 1 0 15,-1-2-272-15,-3-1-224 0,-2 1 32 0,-1-1 16 16,-1-2 304-16,-1 1 48 16,0-1 16-16,-1-1 0 0,-1-1-48 0,-1-1 0 15,-2-3 0-15,-1-3 0 0,0 1-144 0,0-2 128 0,0 0-128 0,2-3 128 16,-1 0-128-16,2-1 0 0,1 0 0 0,2-1 0 16,3 0 0-16,2-1 0 0,2 1 0 0,1 0 0 15,2-1 0-15,2-1 0 0,3 1-128 16,1 1 128-16,2-4-144 0,3 2 144 0,2 0-192 0,1 0 192 15,1 1-224-15,2-1 64 0,2-2 16 0,2 3 0 16,-1 1-224 0,1 0-32-16,1 1-16 0,0 1 0 0,0-2-1120 15,-2 3-208-15,1-1-48 0,-1 2-16 0,1 2-1616 0,-2-3-320 16,-1 3-64-16</inkml:trace>
  <inkml:trace contextRef="#ctx0" brushRef="#br0" timeOffset="90256.88">21552 10476 18431 0,'-2'-5'1632'15,"0"-2"-1312"-15,-3 1-320 0,1-3 0 0,0 2 6736 0,0 2 1280 16,-1 0 256-16,-2 1 48 0,-1 0-5184 0,1 1-1024 16,-3 1-224-16,0 2-32 0,-2 0-992 0,0 2-192 15,-2 2-32-15,0 3-16 0,-1 2-272 0,-1 2-48 16,-3 3-16-16,1 0 0 0,-2 3-128 0,2 1-32 15,0 0 0-15,2 2 0 0,3-2-128 0,3 0 0 16,2 3 144-16,3-1-48 0,2-3-96 0,5 2 0 16,1-3 0-16,4 0-160 0,1-2 160 0,2-2-128 0,3-2 128 0,2-1-128 15,0-1 128-15,3-1-192 0,-1-2 192 16,3-1-192-16,0-2 192 0,-1 0 0 16,1-2-144-16,-1 0 144 0,-1-2 0 0,1-3 0 0,-1 0-144 15,-1-2 144-15,-3 1 0 0,1-3 0 0,-1-3 0 0,-1-2 0 16,-1-1 0-16,-1 1 0 0,0-2 0 0,-1-1 0 15,1-1 0-15,-2 0-160 0,0 0 160 0,-1-2-128 0,-2-1-96 16,1 2-16-16,-5 0 0 0,0 4 0 16,-1-1-256-16,-2 2-48 0,-3 2-16 0,-1 3 0 15,-1 1-1072-15,-1 3-224 0,-3 2-32 0,0 1-16 16,-2 4-2704-16,-2 3-560 0</inkml:trace>
  <inkml:trace contextRef="#ctx0" brushRef="#br0" timeOffset="90519.36">21387 10642 17503 0,'0'0'768'0,"0"0"176"0,0 0-752 0,2-6-192 16,-1 1 0-16,-1 5 0 0,4-5 6976 0,-4 5 1376 16,0 0 272-16,8-1 48 0,-8 1-5344 0,10 1-1056 0,1 3-224 15,0 1-32-15,-1 0-1232 0,0 2-240 0,-1-1-48 0,2 3-16 16,-2 2-272-16,1 1-48 15,2-1-16-15,0 2 0 0,-1-2-144 0,1-1 0 16,2 1 0-16,1-1 128 0,-2-1-128 0,0 2 0 0,-1-4 0 0,-1 1 0 31,0 0-560-31,-2 0-80 0,-1 0-32 0,-2 2 0 0,1 1-1040 16,-3-2-208-16,-2 0-32 0,-1 0-16 16,-1 3-2944-16,0-1-592 0</inkml:trace>
  <inkml:trace contextRef="#ctx0" brushRef="#br0" timeOffset="90792.05">20974 11052 46415 0,'-18'-1'2048'0,"11"1"448"0,1 1-2000 0,6-1-496 0,0 0 0 0,0 0 0 0,0 0 2000 0,0 0 304 16,0 0 64-16,0 0 16 0,8 3-1136 0,2-1-224 15,2-2-64-15,4 0 0 0,2 0-672 0,4 0-144 16,3 0-16-16,2-2-128 0,3-1 128 0,1 2-128 15,1 1 0-15,2-3 144 0,-1 3-144 0,1 0 0 16,-1 0 0-16,0 3 0 0,-2-3 0 0,-1 1 0 16,-4-1 0-16,-1 2 0 0,-2 1 0 0,-2-1 0 15,-1 0 0-15,-3 1 0 16,-2 1-528-16,-2 0-112 0,-2 0 0 0,-4 1-16 16,-7-5-1120-16,0 0-208 0,6 4-64 0,-5 5 0 15,-5-5-1648-15,-4 5-336 0,-2 0-64 0</inkml:trace>
  <inkml:trace contextRef="#ctx0" brushRef="#br0" timeOffset="91044.14">21197 11276 19343 0,'0'0'848'0,"0"0"192"0,0 0-832 0,0 0-208 0,0 0 0 0,5 7 0 16,-1-1 7200-16,0 2 1392 0,0 0 288 0,0 0 48 15,0 1-5888-15,0 1-1184 0,-2-2-224 0,1 4-48 16,0 1-1008-16,-1 1-208 0,1 2-48 0,-1 1 0 15,2 1-144-15,0 2-48 0,0 2 0 0,-1-2 0 16,-1-2-128-16,1 1 0 0,-2 0 144 0,1-2-48 0,-1-2-96 0,0 0 0 16,-1-1 0-16,0-1 0 0,0-3 0 0,0-1 0 15,0-9 0-15,0 10 0 0,0-10 0 0,-1 5-240 16,1-5 80-16,0 0 16 16,0 0-1008-16,0 0-192 0,0 0-32 0,0 0-16 15,0 0-1456-15,0 0-288 0,-5-8-64 0,0-2-17344 0</inkml:trace>
  <inkml:trace contextRef="#ctx0" brushRef="#br0" timeOffset="91253.49">20976 11339 47055 0,'0'0'2080'0,"0"0"432"0,0 0-2000 0,0 0-512 16,0 0 0-16,0 0 0 0,0 0 1808 0,10-1 272 15,0-1 48-15,2 1 16 0,2 0-1056 0,2-1-224 0,1 2-32 0,3-2-16 16,0 1-528-16,4 1-96 0,-1-2-32 0,2 1 0 15,0 1-160-15,0 0 192 0,-1 0-192 0,3 0 192 16,-3 0-192-16,0 0 0 0,-3 0 0 0,-1 0 0 31,1-3-848-31,-1 3-160 0,-1-1-16 0,0 0-16 16,-1-1-2128-16,0 0-416 0,2 2-96 0</inkml:trace>
  <inkml:trace contextRef="#ctx0" brushRef="#br0" timeOffset="91719.49">22055 10915 48431 0,'0'0'2144'15,"0"0"448"-15,0 0-2080 0,0 0-512 0,0 0 0 0,0 0 0 0,0 0 1840 0,0 0 256 16,0 0 48-16,0 0 16 0,0 0-1120 0,0 0-208 16,0 0-64-16,0 0 0 0,8 6-624 0,0-1-144 15,1-1 0-15,1 1 0 0,2 1 0 0,1 1 0 16,1 1 0-16,2 1 0 0,-2-3 0 0,2 1 0 16,1 2 0-16,0 0 64 0,-2-1-64 0,1 2 0 15,0-3 0-15,-2 1 0 0,-2-2 0 0,-2 1 0 16,1-1 0-16,-2 1 0 0,-3-2 0 0,1 0 0 15,-7-5 0-15,0 0 0 0,0 0 0 0,4 7 0 16,-4-7 0-16,0 0 0 0,0 0 0 0,0 0 0 16,0 0 0-16,0 0 0 0,0 0 0 0,-4 6 0 15,-1-2 0-15,-1 3 0 0,0-1 0 0,-3 1 0 16,-3-1 0-16,0 1 0 0,-1-1 0 0,0 3 0 16,-1-2 0-16,0 2 0 0,-2 0 0 0,2 3 0 0,1-3 0 0,-1 1 0 15,1 1 0-15,2-2 0 0,2-2 0 0,1 0 0 16,1 3 0-16,2 0 0 0,2-4 0 0,1 1 0 15,2-7-640 1,0 0-112-16,4 6-16 0,2 0-16 0,3-2-2080 16,2 0-400-16,2-1-96 0</inkml:trace>
  <inkml:trace contextRef="#ctx0" brushRef="#br0" timeOffset="92143.15">22719 10966 43935 0,'0'0'1952'0,"2"-6"400"0,1-2-1888 0,-1 0-464 0,0 0 0 0,-1 2 0 0,2-1 2368 0,-2 2 368 16,-2 0 80-16,1 5 0 0,0 0-1328 0,0 0-272 15,-3-4-48-15,3 4-16 0,0 0-768 0,-5 1-144 16,-2 3-48-16,1 1 0 0,-3 2-128 0,-2 2-64 16,-1 3 0-16,-1 2 0 0,0 3 0 0,0 1 0 15,0 0 0-15,0 3 0 0,2 1 0 0,-1-1 0 16,1 1 0-16,2 2 0 0,4-2 0 0,1 2 0 15,3-2 0-15,2 0 0 0,3-1 0 0,3-2 0 16,0 0 0-16,4-3 0 0,1-2 0 0,2-3 0 0,2-2 0 0,2-2 0 16,1-1 0-16,4 0 0 15,-1-4 0-15,2 1 0 0,1-2 0 0,1-1 0 0,0-2 0 0,0-1 0 16,-1-2 0-16,-1-1 0 0,-2 0 0 16,-1-1 0-16,-2-4 0 0,-2 0 0 0,-1-2 0 15,-3 0 0-15,-3-2 0 0,-2-1 0 0,-1-1 0 0,-2 0 0 16,-1-1 0-16,-2 0 0 0,-2-2 0 0,-1 2 0 15,-3 1 0-15,-1 0 0 0,-2 0 0 16,0 0 0-16,-3 1 0 0,0 1 0 0,-4-1 0 0,-2 2 0 16,-2 1 0-16,-2 1-128 0,-2-1 128 0,0 2-160 15,-2 2-544 1,1 0-128-16,1 1 0 0,1 2-16 0,0 2-2640 0,2 3-528 16</inkml:trace>
  <inkml:trace contextRef="#ctx0" brushRef="#br0" timeOffset="98102.66">23950 11486 26719 0,'0'0'2368'0,"0"0"-1888"0,0 0-480 0,0 0 0 0,0 0 4752 0,0 0 864 16,0 0 160-16,0 0 48 0,-2 9-3456 0,-1-3-704 16,1 4-128-16,-1 0-16 0,1 1-624 0,-1 1-112 15,1 1-16-15,-1 0-16 0,1 1-528 0,0-3-96 16,1-1-128-16,0 2 176 0,0-1-176 0,-1 1 0 15,1-3 0-15,2 0 0 16,-1-2-352-16,0 3-160 0,2-4-16 0,-1 0-16 16,-1-6-1824-16,0 0-384 0,4 9-64 0,-1-3-18464 0</inkml:trace>
  <inkml:trace contextRef="#ctx0" brushRef="#br0" timeOffset="98749.93">24385 10932 24879 0,'0'-11'2208'0,"1"5"-1760"0,-1 0-448 0,1-1 0 15,1 1 4304-15,-1-1 784 0,0-1 160 0,1 3 16 0,-2 5-2976 0,0 0-608 16,0 0-112-16,0 0-32 16,0 0-576-16,0 0-112 0,0 0-16 0,0 0-16 0,0 0-496 0,0 0-112 15,0 0-16-15,0 0 0 0,0 0 0 0,0 0-16 16,0 0 0-16,0 0 0 0,0 0-16 15,0 0 0-15,0 0 0 0,0 0 0 0,0 0 80 0,0 0 16 16,0 0 0-16,0 0 0 0,0 0-96 0,0 0-16 16,0 0 0-16,0 0 0 0,0 0-144 0,0 0 160 15,0 0-160-15,0 0 160 0,0 0-160 0,0 0 0 16,0 0 0-16,0 0 128 0,0 0-128 0,0 0 160 16,0 0-160-16,0 0 160 0,0 0-160 0,0 0 192 15,0 0-192-15,0 0 192 0,0 0-64 0,0 0 0 16,0 0 0-16,0 0 0 0,0 0-128 0,0 0 160 15,0 0-160-15,0 0 160 0,0 0-160 0,0 0 0 16,-7 3 0-16,1-1 128 0,-1 2-128 0,0-1 0 16,0 1 0-16,-1-2 128 0,0 2 0 0,-1 0 0 15,0 1 0-15,-2 1 0 0,1-1-128 0,-1 1-144 16,1 0 144-16,1-1-208 0,1 1 208 0,0 1 0 16,2-1 0-16,3 2 0 0,1 1 0 0,0-1 0 15,2 0 0-15,2 1 0 0,-1 0 0 0,1 0 0 0,2 1 0 16,2-1 0-16,0-2 0 0,3 1 0 0,2 1 0 15,2-3 0-15,1 0 0 0,3-1 0 0,1-1-128 16,3-1 128-16,1-2 0 0,2-1 0 0,2-1 0 0,0-2-144 16,1-1 144-16,2-1 0 0,0-1 0 0,-1-2 0 15,0 0 0-15,-2-1 0 0,-3-3 0 0,-1 0 0 16,-1-1 0-16,-3 0 0 0,-3 0 0 0,-3 0-128 16,-2 0 128-16,-3-1 0 0,-5-2 0 0,1 2 0 0,-5 1 0 15,-1 0 128-15,-7 0-128 0,0 0 0 0,-2 1 128 16,-1 2-128-16,-2-2 160 0,-2 1-160 0,-3 2 0 0,0 1 0 15,0 1 0-15,-3 0 0 0,1-1-160 16,0 4-80-16,0 2-16 0,2 0 0 16,2 1-1280-16,3 2-272 0,0 1-48 0,2 2-16 15,3 1-2800-15,2 1-544 0</inkml:trace>
  <inkml:trace contextRef="#ctx0" brushRef="#br0" timeOffset="99132.18">24420 10552 51775 0,'0'0'1152'0,"0"0"224"0,0 0 48 0,0 0 16 0,0 0-1152 0,0 0-288 0,0 0 0 0,5 7 0 16,-1 3 1264-16,1 1 192 0,2-3 32 0,-1 6 16 15,1 3-912-15,-2 4-176 0,-1 5-32 0,0 0-16 16,0 3-240-16,0 0-128 0,0-1 128 0,-2 4-128 16,1 3 0-16,-1 0 144 0,1-1-144 0,0 1 0 0,1 0 128 0,-2 2-128 15,1-3 0-15,-1 0 80 16,0-2-80-16,0 0 0 0,1-4 0 0,-1 1 0 15,0-7 0-15,-1-1 0 0,2-3 0 0,-2 0 0 16,0-6 0-16,1-1 0 0,-1-4 0 0,0 0 0 16,-1-7-448-16,0 0-16 0,0 0-16 0,0 0 0 15,0 0-1056-15,0 0-192 0,0 0-64 0,0 0-14080 16,0 0-2816-16</inkml:trace>
  <inkml:trace contextRef="#ctx0" brushRef="#br0" timeOffset="99373.75">24244 11349 46655 0,'-12'3'2064'0,"12"-3"432"0,0 0-2000 0,0 0-496 16,0 0 0-16,-5 4 0 0,5-4 1808 0,0 0 272 16,0 6 48-16,0-6 16 0,0 0-992 0,6 7-192 15,4-4-32-15,0 1-16 0,2-4-608 0,2 1-128 0,2-1-32 0,-1 0 0 16,2 0-144-16,2-1 128 15,1 1-128-15,1-4 128 0,2 1-128 0,-1-2 0 0,1 3 0 0,2-3 0 32,0 0-592-32,-1-1-160 0,0-2-16 0,1-1-16 0,-1-1-1616 15,1-4-320-15,-1 0-64 0,-2-1-19120 0</inkml:trace>
  <inkml:trace contextRef="#ctx0" brushRef="#br0" timeOffset="99614.66">24249 10460 55807 0,'0'0'2480'0,"0"0"496"0,0 0-2384 16,0 0-464-16,0 0-128 0,0 0 0 0,8 2 384 0,2 0 64 15,1-2 16-15,2 3 0 0,3 1-128 0,3-2-16 16,5 1-16-16,0 0 0 0,1-2-304 0,1 1 0 15,3 1 0-15,1 0 0 0,1-1 0 0,2 2 0 16,-2-2 0-16,0 0-144 16,1 2-1088-16,-2-1-224 0,0-1-32 0,-2 1-16 15,1 2-3296-15,-3 0-640 0</inkml:trace>
  <inkml:trace contextRef="#ctx0" brushRef="#br0" timeOffset="99852.63">25005 10883 34095 0,'0'0'1504'0,"0"0"320"0,0 0-1456 0,0 0-368 0,0 0 0 0,0 0 0 15,0 0 5280-15,0 0 992 0,0 0 192 0,0 0 32 16,8 2-4880-16,1 0-976 0,3-1-192 0,0 0-32 16,1 2-304-16,1-3-112 0,3 0 0 0,0 0 0 15,1 1 0-15,0 0 0 0,-1-1 0 0,0 0 0 16,0 2-272-16,-2 0 0 0,-4-2 0 0,0 2 0 15,-2-1-1104-15,-1 0-224 0,-2 2-32 0,-6-3-16 16,0 0-2672-16,-2 8-544 16,-4 2-96-16</inkml:trace>
  <inkml:trace contextRef="#ctx0" brushRef="#br0" timeOffset="99994.36">25057 11003 15663 0,'0'0'1392'0,"-7"1"-1120"0,-1 0-272 0,1 2 0 0,7-3 6400 0,0 0 1216 16,-6 2 240-16,6-2 48 0,0 0-4192 0,0 0-832 15,0 0-160-15,0 0-32 0,0 0-1408 0,0 0-256 16,0 0-64-16,6 4-16 0,3-1-688 0,3 1-128 15,1-4-128-15,3 0 192 0,1 0-320 0,1 0-64 16,2 0-16-16,2 0 0 16,3-3-1568-16,-1 2-304 0,2-2-64 0,2 1-13392 15,0 0-2672-15</inkml:trace>
  <inkml:trace contextRef="#ctx0" brushRef="#br0" timeOffset="100348.69">25669 10773 27647 0,'0'0'1216'0,"0"0"256"0,-1-6-1168 0,1 6-304 16,0 0 0-16,-6-3 0 0,1-1 5600 0,0 3 1056 16,-2 0 224-16,0 2 32 0,-1 1-4480 0,0 4-896 0,-1-1-176 0,-2 3-32 15,0 2-816-15,-2 2-144 0,-3 1-48 0,0 1 0 16,1 3-128-16,-1 0-48 0,0 1 0 0,2 2 0 16,1 1-96-16,3-2-48 0,0 1 0 0,4-1 0 15,2 0 0-15,4 3 0 0,3-4 0 0,2 0 0 0,3-1 0 0,2-1 0 16,3-3 0-16,1-1 0 15,3-2 0-15,3-1 0 0,2-1 0 0,2 0 0 0,0-3 0 0,2 0 0 16,1-3 0-16,0-1 0 16,0-1 0-16,1-3 0 0,-2-1 0 0,-1-2 0 0,-2-2 0 0,-1-1-128 15,0 0 128-15,-2-3 0 0,-3 0 0 0,-2-1 0 16,0-2 0-16,-2 0 0 16,-3-3 0-16,-2 0 0 0,-3 0 0 0,-2-1 0 0,-2 1 0 0,-2 1-128 15,-3-1 128-15,-3 1 0 0,-3-1 0 16,-2 1 0-16,-2 0 0 0,-2 1 0 0,-2 1 0 0,-1-1 0 15,-2 3-160-15,0 0 160 16,0 1-832-16,1 2-64 0,1-2-32 0,1 4 0 16,1 2-2656-16,2 0-544 0</inkml:trace>
  <inkml:trace contextRef="#ctx0" brushRef="#br0" timeOffset="101281.74">26561 10930 19343 0,'-9'-11'848'0,"5"7"192"0,-2 0-832 0,1 2-208 15,5 2 0-15,0 0 0 0,-5-4 7424 0,2 0 1424 16,3 4 304-16,0 0 48 0,0 0-6176 0,0 0-1232 16,4-5-240-16,3 1-48 0,1 4-960 0,2-4-192 15,3-1-32-15,4 1-16 0,3 1-224 0,3 1-80 16,6-1 0-16,3 0 0 0,4 1 0 0,0 0 0 0,-1 1 0 0,0 0 0 15,-1-3 0-15,0 1 0 16,1 1 0-16,2-1 0 0,2 2 0 0,0-3 0 0,-1 3 0 16,0-1 0-16,0 2 0 0,-2 0 0 0,-2 0 0 15,-1 2 0 1,-3-4-480-16,-3 4-96 0,-2-1 0 0,-3 0-16 0,-1 2-1456 16,-3-3-304-16,-2-4-48 0,-3 4-12992 0,-3 4-2592 0</inkml:trace>
  <inkml:trace contextRef="#ctx0" brushRef="#br0" timeOffset="101587.99">27370 10754 11055 0,'0'0'976'0,"-5"-4"-784"0,0 0-192 0,0 0 0 0,5 4 8416 0,0 0 1632 16,0 0 336-16,0 0 64 0,0 0-7088 0,0 0-1424 15,0 0-272-15,0 0-64 0,0 0-576 0,0 0-96 16,6 4-32-16,2 0 0 0,0 1-576 0,1 0-112 16,1 0-16-16,1 1-16 0,-1 0-176 0,1 1 128 15,-1-1-128-15,2 1 128 0,-2-1-128 0,2 1 0 16,1-2 0-16,-1 0 0 0,1 0 0 0,-2 1 0 15,1-3 0-15,-1 3 0 0,-1-1 0 0,-1-1 0 16,-1 0 0-16,0 0 0 0,-2 1 0 0,-6-5 0 16,0 0 0-16,4 4 0 0,-4-4 0 0,0 0 0 15,0 8 128-15,-2-1-128 0,-2 1 0 0,0 1 128 0,-4-2-128 0,-1 1 128 16,-3 0-128-16,0-1 0 16,-1 1 0-16,-1 0 128 0,-3 0-80 0,0 0-48 15,0-1 0-15,-1 1 0 0,0 3 0 0,1-3 0 16,1-1 0-16,3 2-160 15,3-1-880-15,1-1-176 0,2-1-48 0,3 1 0 16,4-7-3200-16,5 6-640 0</inkml:trace>
  <inkml:trace contextRef="#ctx0" brushRef="#br0" timeOffset="102187.58">28430 10686 51663 0,'0'0'2288'0,"0"0"464"0,0 0-2192 0,0 0-560 0,-6 5 0 0,0 0 0 0,1 3 1024 0,-1 3 80 15,-3 0 32-15,-2 5 0 0,-1 2-304 0,-2 0-48 16,-3 1-16-16,0 0 0 0,0 3-512 0,-1 2-128 16,0-3 0-16,1 2-128 0,2-1 128 0,4-1-128 15,0-1 0-15,3-2 80 0,2-1-80 0,2-3 0 16,1 1 0-16,2-4 0 0,0-3 0 0,2-1 0 15,-1-7 0-15,0 0 0 0,0 0 0 0,0 0 0 16,0 0 0-16,8-2 0 0,0 2 0 0,1-6-240 16,1-1 80-16,2-6 16 0,-2-1-48 0,2-2 0 15,1-3 0-15,2-1 0 0,0-1-48 0,2-5-16 16,0 0 0-16,1-1 0 0,1-1 0 0,-1 0-16 16,0-2 0-16,-1 4 0 0,-1 2 144 0,-3 5 128 15,-3 2-192-15,-2 4 192 0,-1 2 144 0,-4 5 144 0,-3 6 32 0,0 0 0 16,0 0 96-16,0 0 32 15,0 0 0-15,0 0 0 0,0 0-208 0,4 8-48 0,-1 2 0 16,0 3 0-16,-1 1-128 0,1 2-64 0,-1 0 0 0,2 1 0 16,0-2 0-16,1 0 0 0,2 2 0 0,-1-2 0 15,1 2 0-15,1-1 0 0,1-2 0 0,0 1 0 16,0 0 0-16,2-1 0 0,-1 0 0 0,0-3 0 16,0 1 0-16,-1 1 0 0,-1-1 0 0,-2-2 0 15,-1-1 0-15,-1-1 0 0,0-1 0 0,-1-1 0 16,-3-6 0-16,0 0-128 0,0 0 128 0,0 8 0 0,-2-1 0 15,0-2 0-15,-3-1 0 16,-2 0 0-16,-2-1 0 0,-1 1 0 0,-4-2 0 0,-1 3 0 0,-3-4 0 16,-3 2 0-16,-3-1 0 0,-2 0 0 0,-4-1 0 0,-1 0 0 15,-2 2 0-15,-1-2 0 0,-1 1 0 0,1-1 0 16,3 0 0-16,2 0 0 0,3 1-336 0,4-1-16 16,5 0 0-16,4-1 0 15,3 0-992 1,3-1-192-16,7 1-32 0,0 0-14528 0,0 0-2912 0</inkml:trace>
  <inkml:trace contextRef="#ctx0" brushRef="#br0" timeOffset="102678">29353 10515 48607 0,'0'0'2160'0,"0"-6"432"0,0-1-2080 0,0-1-512 0,-1-1 0 16,0 3 0-16,-2-1 1472 0,0 1 192 15,1-1 48-15,-2 2 0 0,-1 0-624 0,-2-1-112 0,1 2-16 0,-2 2-16 16,-1-1-624-16,-2 3-112 0,2-2-16 0,-1 4-16 16,-2-2-176-16,-1 3 0 0,-1-1 144 0,-1 1-48 15,0 1-96-15,-1 1 0 0,0 2 0 0,-2 1 0 16,1-1 0-16,1 2 0 0,2 3 0 0,1-4 0 0,0 4 0 0,3-3 0 15,0 3 0-15,3-2 0 0,0 0 0 0,2 1 0 16,1-2 0-16,1 3 0 16,2-4 0-16,2 1 0 0,2 1 0 0,2 1 0 15,0-1 0-15,3 0 0 0,1 0 0 0,3-1 0 0,0 0 0 0,2 0 0 16,2 0 0-16,1 0 0 0,-3 0 0 16,3-2 0-16,1 2 0 0,2 0 0 0,-1 0 0 0,1 0 0 15,0 0 0-15,-2 1 0 0,-1-1 0 0,-2 0 0 16,1 0 0-16,2 3 0 0,-2-3 0 0,-3 0 0 15,-3-1 0-15,0 1 0 0,-4 1 0 0,-1-2 0 16,-1 1 0-16,-4 0 0 0,0-1 0 0,-1 1 0 16,-2-2 0-16,-2 1 0 0,-3 1 0 0,-1-1 0 15,-4-1 0-15,0 1 0 0,-1 0 0 0,-1 0 0 0,-3-2 0 16,-1 1 0-16,-4-1 0 0,0 1 0 16,-1-2 0-16,1 2 0 0,-2-2-192 0,-1 0-48 15,-1 0 0-15,-3 2 0 16,-2-3-1312-16,0 0-272 0,-2 1-48 0,3-1-22064 15</inkml:trace>
  <inkml:trace contextRef="#ctx0" brushRef="#br0" timeOffset="102899.82">29061 10978 13823 0,'0'0'608'0,"0"0"128"0,1-5-592 0,-1 5-144 0,0 0 0 0,0 0 0 16,0 0 8624-16,0 0 1680 0,0 0 352 0,0 0 64 15,-5 5-7456-15,-3 3-1504 0,-1 1-288 0,-1 1-64 16,-3 2-960-16,0 1-192 0,0 1-48 0,-2-1 0 0,1-2-208 0,0-1 0 16,-1 2 128-16,1 0-128 0,0-2-256 0,1-1-80 15,1-2-32-15,0-1 0 16,0 0-1600-16,2-4-320 0,1-1-64 0,1 2-20624 16</inkml:trace>
  <inkml:trace contextRef="#ctx0" brushRef="#br0" timeOffset="103138.66">29463 10177 50335 0,'0'0'2240'0,"0"0"448"0,0-6-2160 0,0 6-528 0,0 0 0 0,0 0 0 0,0 0 1344 0,0 0 144 0,0 0 48 0,0 0 0 16,1 9-720-16,-1 0-144 15,-3 2-32-15,-1 0 0 0,-1 4-480 0,-1-1-160 16,-2 2 0-16,1-1 0 0,-2 1 128 0,0 2-128 16,0-1 0-16,0 0 0 0,1-1-192 0,0 1-112 0,2-2-16 0,1 0 0 31,-1-1-1184-31,4-2-240 0,-1-1-48 0,2 0-21824 0</inkml:trace>
  <inkml:trace contextRef="#ctx0" brushRef="#br0" timeOffset="103758.58">29606 10687 15663 0,'0'0'1392'0,"0"0"-1120"0,0 0-272 15,0 0 0-15,0 0 8752 0,0 0 1680 0,0 0 352 0,0 0 64 16,0 0-7824-16,0 0-1552 0,0 0-320 0,9 3-64 15,0 1-800-15,3 0-160 0,2 1-128 0,-1-1 192 16,2 1-144-16,0 1-48 0,4 1 0 0,-1 1 0 16,0-2 0-16,0 1 0 0,1-1 0 0,-2 2 0 0,-3 1 0 0,-1-2 0 15,-4-3 0-15,-1 1 0 16,0 1 0-16,-3 1 0 0,-5-7 0 0,4 8 0 16,-3-2 0-16,1 1 0 0,-1-1 0 0,0 1 0 0,-3-1 0 0,-4 1 0 15,0 1 0-15,-2 1 0 0,-1-3 0 0,0 4 0 16,2-3 0-16,-1 0 0 0,-1-1 0 15,0 1 0-15,-3 2 0 0,1-1 0 0,0-2 0 0,1 1 0 16,1-1 0-16,0 1 0 0,1-2 0 0,3 0 0 16,-2-1 0-16,1 1 0 15,3 1-816-15,3-6-144 0,0 0-48 0,0 0 0 16,3 5-2784-16,3-3-560 0,3 0-128 16</inkml:trace>
  <inkml:trace contextRef="#ctx0" brushRef="#br0" timeOffset="104158.55">30405 10668 23039 0,'0'0'2048'0,"0"0"-1648"15,3-7-400-15,0 2 0 0,-3 5 6400 0,1-7 1184 0,-1 1 240 0,0 1 48 16,0 5-4976-16,0 0-992 16,0 0-208-16,-8 0-32 0,-2 1-1008 0,-2 4-192 0,-1 4-32 0,-4-1-16 15,-3 4-416-15,-1 2 128 0,-1 3-128 0,0 1 112 16,0 2-112-16,2-1 0 0,0 0 0 0,1-1 0 15,4 3 0-15,2-4 0 16,1 2 0-16,4 1 0 0,3-2 0 0,2-1 0 16,3 1 0-16,3-2 0 0,1 5 0 0,2-6 0 0,3 2 0 0,4 0 0 15,3-1-176-15,2 0-16 0,-1-7-16 16,4 0 0-16,4 0 208 0,1-1 0 0,0-2 0 0,1 1 0 0,3-3 128 0,0-2 64 16,3 0 0-16,6-2 16 0,-2-2-208 15,-4-3-288-15,-3-3 64 0,-2-1 16 0,-3 0 208 0,-3-1 0 16,-3-3 0-16,-3 0 0 0,-3-3 0 0,-3 0 0 15,-2-2 0-15,-3 1 0 0,-2-1 128 0,-3 1 64 16,-3 0 0-16,-2 1 16 0,-3-2-144 16,-1 1-64-16,-2 0 0 0,-4 0 0 0,-2 0 0 0,-1 0 0 15,-3-1 0-15,0 1 0 0,0 3 0 0,-1-2 0 16,-1 2-160-16,-1 1 160 16,0 1-2000-16,0 3-320 0,1 1-64 15</inkml:trace>
  <inkml:trace contextRef="#ctx0" brushRef="#br0" timeOffset="113031.98">1514 12887 57471 0,'9'3'1280'0,"-1"-3"256"0,2-2 48 0,2 1 16 0,-1-2-1280 0,2 3-320 0,2-3 0 0,-1 3 0 16,-1-2 0-16,0 0 0 0,-1 2 0 0,0 0 0 15,1 0 0-15,-2 2 0 0,-1-1 0 0,-3 3 0 16,0-1 0-16,1 0 0 0,-8-3 0 0,0 0 0 15,4 7 0-15,-2 1 0 0,0 1 0 0,-2 0 0 16,-4-2 0-16,-2 0 0 0,3 2 128 0,-4 1-128 0,-1-1 128 0,-1 2-128 16,0-1 144-16,-1 1-144 15,-3 5 160-15,1-6-160 0,-3 1 160 0,1-1-160 16,-2 2 128-16,2-3-128 0,1 3 0 0,1-2 144 0,1 2-144 0,0-4 160 16,2 0-160-16,3 0 160 0,0-2-160 0,6-6 192 15,-4 4-192-15,4-4 192 0,0 0-144 0,0 0-48 16,0 0 0-16,4 5 0 0,-4-5 0 0,7 4 0 15,2-3 0-15,0 1 0 0,0-2 0 0,0-2 0 16,2 0 0-16,0-2 0 0,3 0 0 0,0 0 0 16,0 0 0-16,1 2 0 0,-1-5 0 15,0 4 0-15,1-1 0 0,0 1-160 16,1-1-304-16,1 1-64 0,-3-3-16 0,0 2 0 16,0 1-960-16,-1-2-192 0,-2 0-32 0,1 1-16 15,-2 0-2592-15,0 0-512 0</inkml:trace>
  <inkml:trace contextRef="#ctx0" brushRef="#br0" timeOffset="113555.69">1767 12682 36047 0,'-15'-12'1600'0,"6"4"320"0,-1-2-1536 0,-1 1-384 0,-1 0 0 0,-2-1 0 15,-2 1 2592-15,0-1 432 0,-1 3 96 0,-2 0 16 16,0-1-1264-16,-2 4-240 0,0-1-48 0,-1 3-16 0,-2-2-816 0,1 6-176 16,-2 2-16-16,7 1-16 0,-2-1-16 0,0 2 0 15,-4 2 0-15,1 1 0 0,-2 3-112 0,1 2-32 16,1 2 0-16,1 2 0 0,1 4-192 0,1 2-32 16,1 3-16-16,1 4 0 0,1 3-144 15,4 0 128-15,2-1-128 0,5 2 128 0,2 2-80 16,4 0-48-16,4 3 0 0,3-1 0 0,4 2 0 0,4 1 0 15,5-2 0-15,5-2 0 0,3-3 0 16,5-1 0-16,2-1 0 0,3-3 0 0,0-4 0 0,1-3 0 16,0 0 0-16,3-6 0 0,-2-4 0 15,1-4 0-15,0-1 0 0,4-2 0 0,-2-3 0 0,0-2 0 16,-2-2 0-16,1-2 0 0,-4-3 0 0,0-2 0 16,-3-4 0-16,-1 2 0 0,-2-7 0 0,0-3 0 15,-5-3 0-15,-2-1 0 0,-3-2 0 0,-2 0 0 16,-3 0 0-16,-2 0 0 0,-4 0 0 0,-4-3 0 15,0-1 0-15,-4 3 0 0,-3-2 0 0,-4 0 0 0,-3 2 0 0,-2-2 0 16,-4 3 0-16,-3 1 0 0,-4-1 0 0,-1 3 0 16,-1-1 0-16,-3 0 0 0,-1 2 0 15,-3 2 0-15,-1 2 0 0,-1 1 0 0,1 2 0 16,1 4 0-16,2 0 0 0,-1 3 0 0,0 1 0 0,4 1 0 16,2 1-144-16,2 1-32 0,3 0 0 0,3 2 0 15,2-1-1184 1,5 2-240-16,-1-2-64 0,5 2-22592 0</inkml:trace>
  <inkml:trace contextRef="#ctx0" brushRef="#br0" timeOffset="114299.19">2720 12624 31327 0,'0'0'2784'0,"0"0"-2224"0,0 0-560 0,0 0 0 0,0 0 3584 0,0 0 624 15,0 0 112-15,0 0 32 0,0 0-1840 0,0 0-352 16,0 0-80-16,-2 10-16 0,1 0-1232 0,1 2-240 15,0 2-48-15,1 4-16 0,1 2-160 0,0 5-48 16,1 2 0-16,-1 3 0 0,0 1-112 0,-1-1-16 16,0-1-16-16,1 0 0 0,-1-2-176 0,0 0 0 15,1-3 144-15,-1-1-144 0,0 2 0 0,2-4 0 16,-2-3 0-16,3 1 0 16,-1-6-400-16,-2 0-112 0,0-3 0 0,2-1-16 15,2-2-1200-15,-1-2-256 0,-4-5-32 0,0 0-16 16,6 0-2720-16,2-4-560 0</inkml:trace>
  <inkml:trace contextRef="#ctx0" brushRef="#br0" timeOffset="114526.13">2936 12619 41759 0,'0'0'1856'0,"0"0"368"0,0 0-1776 0,0 0-448 0,0 0 0 0,0 0 0 16,0 0 2496-16,0 0 432 0,0 0 80 0,0 0 0 0,0 0-1312 0,0 0-272 15,0 0-48-15,-1 9-16 0,1 1-880 0,-2 4-176 16,2 2-48-16,0 4 0 0,0 1-256 0,2 4 160 15,-2 4-160-15,1-1 128 0,2 1-128 0,-1-2 0 16,1-2 144-16,-1 0-144 0,1-2 0 0,1 1 128 16,-1-2-128-16,-1-1 96 0,2 0-96 0,-1-2-240 15,-1-2 80-15,1 0 16 16,-2-1-496-16,0 0-112 0,1-6-16 0,0 0 0 16,0 0-1008-16,2-3-208 0,-3 0-32 0,2-1-13264 15,-3-6-2640-15</inkml:trace>
  <inkml:trace contextRef="#ctx0" brushRef="#br0" timeOffset="114974.14">2691 13025 47743 0,'-13'2'2112'0,"13"-2"448"0,0 0-2048 0,0 0-512 0,0 0 0 0,0 0 0 15,0 0 1600-15,0 0 240 0,0 0 32 0,0 0 16 16,0 0-1040-16,0 0-208 0,9 4-32 15,-1-2-16-15,0-2-384 0,2 0-80 0,3-2 0 0,1 0-128 16,1-1 176-16,2-1-176 0,1 2 160 0,0-4-160 16,2 2 128-16,1 0-128 0,1-3 0 0,0 0 144 0,-1 1-144 0,2-2 0 15,1 3 0-15,-1-2 0 0,1-1 0 0,-1 0 0 16,-1 1 0-16,0-1 0 0,-2 0 0 16,0-2 0-16,-3 0-160 0,-1 3 160 0,0-1-176 15,0 0 176-15,-1-4-192 0,-2 3 192 0,-3 0-160 0,-3 2 160 16,0-2-128-16,-1 4 128 0,-3-1 0 0,-3 6 0 15,3-7 0-15,-3 7-128 0,0 0 128 16,0 0 0-16,-3-5 0 0,3 5 0 0,-6-3 0 0,-2 2 0 16,0 1 128-16,-1 3-128 0,0 3 128 0,-2 1-128 15,1 3 128-15,-2 3-128 0,0 1 128 0,1 3-128 16,-1 0 128-16,1 3-128 0,1-1 0 0,2 2 144 16,2 0-144-16,0 0 0 0,3 1 128 0,1-1-128 15,2-1 0-15,4-1 0 0,1-1 0 0,4-1 0 16,3-2 0-16,3-2 0 0,-1-2-384 0,3-1 32 15,2-3 0-15,2 0 0 16,3-5-1200-16,-1-2-240 0,3-1-64 0,2-1 0 16,2-5-2800-16,-2 1-560 0</inkml:trace>
  <inkml:trace contextRef="#ctx0" brushRef="#br0" timeOffset="115586.08">3743 13010 5519 0,'0'0'496'0,"0"0"-496"0,5-4 0 0,0-1 0 0,1 0 3264 0,-1 0 576 16,1-2 96-16,0-1 32 0,0 3-112 0,1 0-16 16,-2-1 0-16,0-2 0 0,-1-1-768 0,-3-1-176 15,2 1-16-15,-1 0-16 0,1-1-800 0,-3 2-144 16,0 1-48-16,-1-3 0 0,-2 0-576 0,-1 2-112 16,-2 0-32-16,1 1 0 0,-2 2-384 0,0 1-96 15,0-1-16-15,-4 4 0 0,-4 2-256 0,0 2-48 16,0 2-16-16,-2 3 0 0,-2 0-176 0,-1 3-32 15,-1 5-128-15,0-3 192 0,1 1-192 0,1 2 128 16,0-2-128-16,5 2 128 0,2-2-128 0,5 1 0 16,1-1 0-16,4-1 0 0,2-1-272 0,2-2 48 15,2-1 16-15,4-1 0 16,1-1-240-16,2-2-32 0,0-1-16 0,2-2 0 16,2 0 48-16,0-2 0 0,1-3 0 0,1 0 0 0,0 0 64 0,0-3 32 15,-1 0 0-15,-1-1 0 16,0-1-48-16,-2 1-16 0,0-1 0 0,-2 0 0 0,0-1 192 0,-2 0 32 0,-1 0 16 15,-2-1 0-15,-2-1 176 0,0 0 0 0,0 1 0 0,0 2 0 16,-2 2 160-16,-2 6-32 0,0-7-128 0,0 7 192 16,0 0 160-16,0 0 32 0,0 0 0 0,0 0 0 0,0 0-16 0,0 0 0 15,0 7 0-15,2-1 0 0,-2-6-224 0,2 9-144 16,2 0 192-16,0 2-192 0,0 0 0 0,1-3 0 16,1 1 0-16,0 2 0 0,2-2 0 0,1 0-192 15,0-1 16-15,0-2 16 16,0 1-1408-16,2-4-288 15,1-2-48-15,-1 1-16 0,2-4-1344 0,-1-1-256 0,0 2-64 16,0-4-16-16</inkml:trace>
  <inkml:trace contextRef="#ctx0" brushRef="#br0" timeOffset="115799.66">4039 12581 11967 0,'0'0'1072'0,"0"0"-864"0,-5-2-208 0,5 2 0 0,0 0 8192 0,0 0 1584 0,0 0 320 0,0 0 64 16,0 0-6608-16,-4 6-1312 15,1 3-272-15,2 2-48 0,1 2-976 0,1 1-192 0,0 3-48 0,2 2 0 16,0-1-560-16,1 4-144 16,-2 1 0-16,2 1 0 0,0 2 0 0,1-3 0 15,0 2 0-15,2 0 0 0,-2-4 0 0,-1 1 0 0,3-4 0 0,-3 0 0 16,-1-2-304-16,1-2 16 0,-2-1 0 0,-1-1 0 31,2 0-928-31,-3 1-176 0,0-4-32 0,0-1-16 16,0-2-1216-16,0-6-240 0,1 7-48 0,-1-7-17072 0</inkml:trace>
  <inkml:trace contextRef="#ctx0" brushRef="#br0" timeOffset="115976.39">3903 12837 30399 0,'0'0'2704'0,"0"0"-2160"0,0 0-544 0,0 0 0 0,0 0 4944 0,0 0 880 16,0 0 192-16,0 0 16 15,0 0-3536-15,7-1-720 0,3-2-144 0,1 0-32 0,0-2-1072 0,2 1-208 16,6 0-64-16,3 1 0 0,3 0-256 0,1-4 0 15,1 2 128-15,2-1-48 0,-1-1-80 0,0 2-160 16,1-2 160-16,2 1-192 16,3-1-944-16,1 1-192 0,-1 1-32 0</inkml:trace>
  <inkml:trace contextRef="#ctx0" brushRef="#br0" timeOffset="117743.18">5150 12722 40943 0,'0'0'1808'0,"-2"-8"384"0,0-1-1744 0,-1 0-448 0,1 1 0 0,-2 1 0 0,-2-1 1648 0,0 1 240 16,-3 2 48-16,0 2 16 0,0-2-416 0,-2 4-64 16,-1 2-32-16,-2 6 0 0,0 1-736 0,-3 3-160 15,-2 5-32-15,5-6 0 0,-3 6-160 0,-1 2-32 16,-2 0-16-16,5 3 0 0,2 1-112 0,1-1-32 16,3-2 0-16,2-2 0 0,3-1-160 0,2 1 0 15,2-4 0-15,1-2 0 0,3-3-192 0,3-2-64 16,0 1 0-16,4-2-16 15,1-5-288-15,-1 0-48 0,2-3-16 0,2-1 0 16,0 1 112-16,1-3 32 0,-2-1 0 0,1-1 0 0,-2 0 128 0,0 0 32 0,0-1 0 16,0-3 0-16,-2 0 48 0,1-1 16 0,-1-1 0 15,-1 1 0-15,-2-1-16 0,-2 1 0 0,2 1 0 0,-1-1 0 16,-3 1 272-16,0 2-128 0,-2 2 128 0,1 1 0 16,-3 7 0-16,0 0 0 15,0 0 0-15,0 0 144 0,0 0 256 0,0 0 48 16,0 0 16-16,0 0 0 0,0 0-80 0,0 0 0 0,0 0-16 0,1 10 0 15,0 1-224-15,1 0-144 16,0 0 192-16,2 2-192 0,1 2 0 0,2 0 0 0,1-2 0 0,1 1 0 16,3-3 0-16,2 1 0 0,2 0 0 0,2-1 0 15,0-3 0-15,3 0-144 0,1-3 144 0,0 2-128 16,2-3-96-16,-1-3-16 0,-1-2 0 0,1-1 0 16,-1 0 112-16,0-1 128 0,1-1-208 0,-2-1 80 0,-1-1 128 0,-2 0-128 15,-1 2 128-15,0-2-128 0,-1-3 128 16,-2 0 0-16,-2-2 0 0,-2 1-128 0,-2-1 128 0,-2 2 0 15,-2-1 0-15,-1-1 128 0,-2 1 32 0,-1 0 16 16,-1 0 0-16,-3 4 0 0,-1-5 112 0,-2 4 32 16,-1 1 0-16,-2 1 0 0,-2 1-80 0,-2 2-16 15,-3 0 0-15,0 2 0 0,0 0-224 0,0 2 128 16,-2 3-128-16,-2 1 0 0,-1 0 0 0,1 1 0 16,-1 4 0-16,-1-3 0 15,4 3 0-15,1 2 0 0,2 1 128 0,3-1-128 0,1 0 0 0,3 1 0 16,3-4 0-16,2 2 0 0,2 0 0 0,4-2 0 15,2-2 0-15,3 0 0 0,3-2-320 0,1-2 64 16,4-1 0-16,2-2 0 16,1-2-176-16,0-2-16 0,0-2-16 0,1-1 0 15,-1-2 160-15,0 0 48 0,0-4 0 0,1 0 0 0,-1-1 256 0,-1-3 0 16,-2 0 0-16,1-1 0 0,-2-1 256 0,-1-1-32 16,0-1-16-16,-1 0 0 0,-1-1 16 0,-2-1 0 15,-1-1 0-15,-1-1 0 0,0-1-80 0,-2 2-16 16,0 1 0-16,-1 2 0 0,-1 2 0 0,-3 0-128 0,-1 3 192 15,-1 5-64-15,1-2 32 0,-2 6 0 16,1 0 0-16,2 6 0 0,0 0 160 0,-7 2 48 0,1 2 0 0,-1 2 0 16,1 2-160-16,-1 2-16 0,2 3-16 0,0 0 0 15,-1 4-48-15,3 3-128 0,-1 1 192 0,1 1-64 16,0 1 16-16,2 1 0 0,1-1 0 0,1 3 0 16,2-2-16-16,1 2-128 0,1-1 192 0,3-2-64 15,0-2-128-15,2-1 160 0,2-2-160 0,1-1 160 16,1-4-160-16,3-1 0 0,2-3 0 0,0-1-176 15,2-3-64-15,0 0-16 0,0-5 0 0,1 0 0 0,1 0 16 16,-1-3 0-16,-2-1 0 0,1-1 0 0,-3-3 64 16,-1 1 16-16,-1-1 0 0,-1 0 0 15,0-4 160-15,-2 0-160 0,-3-4 160 0,1 0-160 0,-2 2 160 0,-3-1 0 16,0 1 0-16,-4 1-128 0,-1 0 128 0,-1 1 0 16,-1 3 0-16,-1-2 128 0,-2 4 32 0,-2 0 16 15,-1 2 0-15,-3-2 0 0,-1 3 80 0,-1 3 0 16,-1 1 16-16,-1 1 0 0,-3 3-128 0,0-1-16 15,0 2-128-15,1 2 192 0,0 1-64 0,2 1-128 16,0 0 176-16,-2 1-176 0,2 1 0 0,2 0 0 0,2 2 0 16,0 2 0-16,3 0 0 0,0-2 0 15,3 1 0-15,2-1 0 0,-1 0 0 0,3-2 0 16,1 1 0-16,5-2-144 0,0-2-64 0,3 0-16 0,0 0 0 16,2-4 0-16,0-2-144 0,3 2-16 15,1-1-16-15,2-3 0 16,1-4-96-16,1 1-16 0,-2-3 0 0,0-3 0 15,-1-2 0-15,0 1 0 0,0-3 0 0,-2-3 0 16,0-1 32-16,1-2 0 0,-1-2 0 0,0-1 0 0,-2-2 160 0,1 1 16 0,-2-3 16 16,-1 0 0-16,-1 1-32 0,0-4-16 0,-1 2 0 15,-1 3 0-15,-3-3 96 0,-2 1 32 0,-1 2 0 16,-1 5 0-16,-1 1 208 0,-1 3 208 0,-2 1-32 16,-2 5-16-16,1 0 544 15,0 5 128-15,0-1 0 0,5 5 16 0,-5-4 112 0,5 4 32 0,-7 2 0 0,1 2 0 16,-1 1-432-16,1 3-96 0,0 3-16 0,1 2 0 0,0 2-128 15,1 1-48-15,1 2 0 0,1 2 0 16,-1 1 0-16,1 1 0 0,2 0 0 0,0 1 0 0,2 2-48 16,2 0-16-16,0-2 0 0,1 1 0 15,0-1-208-15,1-3 144 0,-1-1-144 0,1 0 128 0,1-1-128 16,1-1 0-16,0-5 0 0,-1-1 128 16,1 0-128-16,1-2 0 0,0-3 0 0,1 1 0 0,-3-6 0 0,2 2 0 15,1-3 0-15,-1 0 0 16,0-7 0-16,-1 2-192 0,0-1 32 0,-1-2 16 0,1-3 144 15,0 0 0-15,0-4 0 0,-2 0 0 0,1 0 0 0,-1-2-240 16,1-2 64-16,-1-1 16 0,1 1 160 16,-1 0 0-16,0 3 0 0,0 0-128 0,-1-1 128 15,-1 3 0-15,-1 2-144 0,-1 0 144 0,0 4 0 0,-2 8 0 16,0 0 192-16,0 0-64 0,0 0 144 0,0 0 32 16,0 0 0-16,0 0 0 0,0 0-64 0,1 7-16 15,0 1 0-15,-1 3 0 0,0 1-96 0,0 2 0 16,0 1-128-16,2 0 192 0,-1 2-48 0,-1 0-16 15,3 0 0-15,-1 0 0 0,1-1-128 0,-2 0 0 0,0-2 0 16,2-1-176-16,1 0 176 0,0-4 0 16,0 0 0-16,0-2 0 15,-4-7-1856-15,6 5-352 0,-6-5-64 0,9 0-21328 0</inkml:trace>
  <inkml:trace contextRef="#ctx0" brushRef="#br0" timeOffset="117926.73">6396 12439 36863 0,'0'0'1632'0,"-4"-2"336"0,-2-5-1584 0,-1 3-384 0,3 0 0 0,4 4 0 0,0 0 3760 0,0 0 656 15,-1-5 144-15,1 5 32 16,0 0-3168-16,0 0-624 0,8-4-128 0,1 0-32 16,3 0-1792-16,1 2-384 0,2 1-64 0,2 1 0 15,0 0-2832-15,0 0-560 0,17 0-128 16,-7 0-11904-16</inkml:trace>
  <inkml:trace contextRef="#ctx0" brushRef="#br0" timeOffset="118143.21">6662 12297 24879 0,'0'0'2208'0,"0"0"-1760"0,0 0-448 0,0 0 0 0,0 0 5088 0,-3 7 928 16,1-1 192-16,-1 2 48 0,2 1-3360 0,0 4-656 15,-2 0-144-15,2 2-32 0,-1 0-1040 0,2 2-224 16,0 4-32-16,0 0-16 0,0 1-400 0,2 2-80 15,0 2-16-15,2 0 0 0,0-1-256 0,0-1 0 0,-1 2 0 16,-1-3 0-16,1-3 0 0,-1 0-192 0,2-1 192 16,-1 1-192-1,-2-3-640-15,1-3-128 0,-2-1-32 0,0 0 0 16,-2-5-1056-16,1 0-224 0,-2-1-32 0,-1 0-16 0,-1 0-2064 16,0-3-416-16</inkml:trace>
  <inkml:trace contextRef="#ctx0" brushRef="#br0" timeOffset="118359.96">6547 12630 24879 0,'0'0'2208'0,"0"0"-1760"0,0 0-448 0,7-4 0 0,-2-4 5408 0,3 3 992 16,0 1 208-16,-1-3 48 0,1 2-3808 0,3 0-752 15,2 0-160-15,1-1-16 0,0 4-1056 0,2-3-208 16,1 1-32-16,0 1-16 0,0 1-384 0,0 0-80 16,0 2-16-16,0 2 0 0,0 0-128 0,-2 3 0 15,0 2 0-15,-4-1 0 0,0 3 0 0,-2 3 0 16,-2-1 0-16,-2 2 0 0,-1 1 0 0,-2 0 0 15,1 1 0-15,-2 0 0 0,0-2 0 0,1 0 0 16,-2-1 0-16,0 0 128 16,-2-4-704-16,1 0-160 0,1-8-32 0,0 0 0 15,0 0-2144-15,0 0-432 0,0 0-96 0</inkml:trace>
  <inkml:trace contextRef="#ctx0" brushRef="#br0" timeOffset="118545.03">6831 12478 24879 0,'0'0'2208'0,"0"0"-1760"0,4-6-448 0,-1-1 0 16,-2 1 4944-16,-1 6 912 0,0 0 176 0,0 0 48 16,0 0-3776-16,0 0-736 0,3-5-160 0,-3 5-16 15,0 0-880-15,0 0-160 0,0 0-32 0,9 2-16 32,0 5-1632-32,0-1-320 0,3 2-64 0,0 3-16 0,-1 0-2800 0,4-2-560 15</inkml:trace>
  <inkml:trace contextRef="#ctx0" brushRef="#br0" timeOffset="119094.67">7228 12563 44975 0,'0'0'1984'0,"0"0"432"0,0 0-1936 0,1-6-480 0,0-1 0 0,-1 7 0 0,0 0 1776 0,0 0 256 16,0-6 48-16,0 6 16 0,-3-2-704 0,-3 0-144 16,0 4-32-16,-3 1 0 0,-3 2-624 0,-1 4-128 15,-1 4-16-15,-2 0-16 0,-1-1-240 0,1 2-32 16,1 3-16-16,2-1 0 0,1 0-96 0,0-2-48 15,4 2 0-15,3-1 0 0,1 0 0 0,3-1 0 16,0-1 0-16,2 0 0 0,2-1-128 0,0-2-32 16,3-1 0-16,0-1 0 0,2 0-160 0,1-1-16 15,2-4-16-15,-1-1 0 0,-1-2-16 0,2-2 0 16,-1-4 0-16,2 1 0 0,1-2 144 0,-2-1 32 16,1-2 0-16,0-1 0 0,0-2 192 0,-1 0-192 0,1-2 192 0,0-1-192 15,0 0 192-15,-1 1 0 16,1-1-160-16,0 2 160 0,-2 0 0 0,1 0 0 15,-2 3 0-15,0 0 0 0,-1 2 224 0,0 3 16 16,-2 2 0-16,-6 4 0 0,0 0 160 0,0 0 48 16,0 0 0-16,7 4 0 0,-1 3-128 0,-1 1 0 15,-1 1-16-15,-1 2 0 0,-1-2-144 0,1 3-32 0,-2-1 0 16,2 1 0-16,0 0-128 0,-1-2 128 0,1 1-128 0,-1-2 128 16,2 0-80-16,0 0-48 0,-4-9 0 0,5 8 0 15,-5-8 0-15,7 7 0 0,-7-7 0 0,0 0 0 16,0 0 0-16,9 0 0 0,-1-2 0 0,-2-2 0 15,0 0 0-15,0-3 0 0,-1-1 0 0,3 0 0 0,1-3-128 16,0 0 128-16,2-4 0 0,1 0 0 16,2-1-176-16,2-1 176 0,-1-1-160 0,1 1 160 0,-2 3-128 15,-1 2 128-15,0 1 0 0,-2 5-144 16,-3 1 144-16,-8 5 0 0,0 0 0 0,7 0 0 0,-7 0 192 0,8 6-16 16,-3 2-16-16,-1 1 0 0,0 2-112 0,0 0-48 15,1 2 0-15,-1 0 0 0,-1 0 0 0,1 1 0 16,1 0 0-16,-1-1 0 0,-1-1 0 15,-1 1 0-15,-1-2 0 0,3 0 0 16,2-1-384-16,-1 1-80 0,0 0-16 0,0-1-16704 16,2-1-3344-16</inkml:trace>
  <inkml:trace contextRef="#ctx0" brushRef="#br0" timeOffset="119674.58">8417 12166 21183 0,'0'0'1888'0,"0"0"-1504"0,0 0-384 0,0 0 0 0,0 0 7136 0,0 0 1360 16,-2 7 272-16,1 3 48 0,0 1-6368 0,0 4-1264 15,-2 2-256-15,3 3-48 0,-1 5-320 0,1 1-64 16,0 2-16-16,0-2 0 0,0 0-240 0,0 0-48 16,1 0-16-16,0-1 0 0,1-2-176 0,-1 1 0 15,-1-2 0-15,1-1 0 0,0-2 0 0,2-2 0 16,-3-1 0-16,0-2 0 16,-1 0-640-16,-1-2-144 0,1-3-48 0,0-1 0 15,-2 0-1344-15,3-8-288 0,-5 5-48 0,0-1-12400 16,5-4-2496-16</inkml:trace>
  <inkml:trace contextRef="#ctx0" brushRef="#br0" timeOffset="120059.79">8182 12549 19343 0,'0'0'1728'0,"0"0"-1392"0,0 0-336 0,0 0 0 16,0 0 7072-16,7-5 1344 0,-1-1 272 0,2 1 48 16,0 0-5984-16,4 0-1216 0,3 0-224 0,3-1-48 15,2 0-576-15,2-1-112 0,2 2-32 0,0-1 0 0,2-1-288 0,1 1-48 16,-1 0-16-16,-3 2 0 0,1 2-192 0,-2 2 144 15,-1-3-144-15,-3 3 128 0,-3 0-128 0,0 3 0 16,-5-2 0-16,-1 4 128 0,-2-1-128 0,-3 3 128 16,-4-7-128-16,1 10 128 0,-2 1 0 0,-1 0-128 15,-1 1 192-15,-1 1-64 0,-3 1-80 0,1 2-48 16,-1-2 0-16,1 1 0 0,0-2 0 0,1 0 0 16,3-1 0-16,-1-2 0 0,2-1 0 0,2 0 0 15,2-1 0-15,0-1 0 0,-3-7 0 0,8 5 0 16,0-1 0-16,3-2 0 0,2 0 0 0,2-2 0 0,1-2 0 15,1 0 0-15,0-2 0 0,1 0-240 0,0-3 80 16,1 2 16-16,0-3 16 0,-1-1 0 0,-2-1 0 16,-2-1 0-16,-1-2-80 0,-1 0-16 0,-3 0 0 15,-1 0 0-15,-1 0 64 0,-4 3 16 0,0-1 0 0,-2-2 0 16,-2 2 144-16,-2-1-192 0,-2 0 192 16,-3 2-192-16,-1-1 192 0,0 2-192 0,-1 1 192 15,-2-2-192 1,0 2-496-16,1 3-96 0,0-2-32 0,1 1 0 15,1-1-2176-15,2 3-432 0,7 4-96 0</inkml:trace>
  <inkml:trace contextRef="#ctx0" brushRef="#br0" timeOffset="120529.37">9522 12305 32255 0,'0'0'2864'0,"-4"-4"-2288"16,2 0-576-16,-2-1 0 0,0 1 3984 0,0 0 688 16,-1 0 144-16,-2 2 32 0,-2-2-2640 0,-1 4-528 15,-2 0-96-15,-1 0-32 0,-1 2-976 0,-1 2-192 16,0 0-32-16,-2 3-16 0,-1 1-192 0,1-1-144 16,0 4 192-16,1-3-192 0,0 1 160 0,1 0-160 15,0 1 128-15,4-1-128 0,0 2 0 0,2-1 0 16,1-3-224-16,2 1 80 0,0-1 144 0,3 1-128 15,0-1 128-15,2-1-128 0,1-6-144 0,0 0-32 0,2 7 0 0,2-1 0 16,1 0 176-16,2-1 128 16,1-1-192-16,2-2 192 0,2 1 0 0,1-2 0 15,1 2 0-15,3-3 0 0,0 1 0 0,1 0 0 0,2 3 0 16,0-4 0-16,-2 2 0 0,0-1 176 0,-1 2-176 0,-1-1 160 16,-2 1 16-16,-1 1 0 0,-1 1 0 0,-2 0 0 15,-1 0-176-15,0 2 192 0,-1-1-192 0,-3 2 192 16,-1-1-192-16,-1-1 192 0,-3 1-192 0,-1 2 192 15,-1-1-192-15,0 2 160 0,-3-2-160 0,-2 0 160 16,-2 0-160-16,-2 1 0 0,0 1 144 0,-2-1-144 16,0 0 0-16,0-2 0 0,-4-1 0 0,0 1 0 0,-2-1-336 15,1 1 16-15,-1-3 0 0,0 0 0 16,1 0-1376 0,3 0-272-16,0-2-48 0,3 1-16 0,3-2-1968 0,3 0-400 0</inkml:trace>
  <inkml:trace contextRef="#ctx0" brushRef="#br0" timeOffset="120963.45">9706 12357 45551 0,'0'0'2016'0,"0"0"416"0,0 0-1936 0,0 0-496 16,0 0 0-16,0 0 0 0,0 0 1600 0,-5 7 240 16,-2 1 32-16,2 1 16 0,0 1-560 0,1 1-112 15,0 0-32-15,-1-2 0 0,2 3-816 0,2 1-176 16,0 0-16-16,2-1-16 0,2 0-160 0,1-2 0 15,2 2 0-15,2-2 0 0,1 1 0 0,1-2-144 16,1-3 144-16,1 1-208 0,-1-2-160 0,1-1-16 16,0-1-16-16,0-3 0 15,-1-2-32-15,1 1 0 0,0-2 0 0,-2-1 0 0,-1-1 112 0,-1 1 32 0,0-2 0 16,-2-2 0-16,1-1 288 0,-2-2 0 16,0 0-128-16,1-1 128 0,-2 0 0 0,-1 2 0 0,0-3 0 0,1 2 144 15,-1 2 48-15,-1 1 0 0,1 1 0 16,-2 1 0-16,-1 6 192 0,0 0 32 0,0 0 16 15,0 0 0-15,0 0 16 0,0 0 16 0,0 0 0 0,0 0 0 16,4 8-112-16,-1 3-32 0,-1 0 0 0,1 4 0 16,-1 2-96-16,0 2-32 0,-2 3 0 0,0-1 0 15,1 3-192-15,2 0 176 0,-1 4-176 0,2 2 160 16,0-1-160-16,0-1 0 0,0 3 0 0,0-1 0 0,-2-1 0 0,1-1 0 16,0-2 0-16,-1-4 0 0,0 0 0 0,-1-3 0 15,-1-4 0-15,0 0 0 16,0-3-544-16,-1-1-32 0,-1-4-16 15,1 1 0-15,1-8-672 0,0 0-128 0,0 0-16 0,0 0-16 16,0 0-1520-16,0 0-320 0,0 0-48 16,-3-8-16272-16</inkml:trace>
  <inkml:trace contextRef="#ctx0" brushRef="#br0" timeOffset="121363.16">10212 12441 41983 0,'-3'-19'1856'16,"3"12"384"-16,0-3-1792 0,-1 1-448 0,0-1 0 0,0 1 0 0,-2 0 2272 0,0 0 352 15,-1-1 80-15,0 4 16 0,1-1-1216 0,-1 3-240 16,0 1-48-16,0 0-16 0,-1-1-624 0,-2 1-128 16,-1 1-32-16,0 2 0 0,2 1-224 0,-2 2-32 0,0-1-16 0,0 1 0 15,-1 1-144-15,2 0 0 16,-1 2 144-16,1-2-144 0,1 0 0 0,0 3 0 16,3-1 0-16,0 1 128 0,0 2-128 0,1-3 0 15,2-6 0-15,0 8 0 0,1 1 0 0,2 0 0 16,-1-1 0-16,3 1-128 0,2-2 128 0,1 1 0 15,0-2 0-15,1 3 0 0,1-2 0 0,2-1 0 0,0 0 0 0,1-1-128 16,-2 0 128-16,2 3 0 0,-1-4 0 0,1 2 0 16,3 1 0-16,-2-1 0 0,-1-1 0 0,-1 2 0 15,-2 1 0-15,0-2 0 0,-4 1 0 16,-1 1 0-16,0 0 0 0,-1-1 0 0,0 1 0 0,-4 0 0 16,-2 1 0-16,-2 0 0 0,-3 0 0 15,-1-2 0-15,-2-1 0 0,-2 2 0 0,1-1 0 0,-3-2 128 16,1 0-128-16,-1 0 0 0,-2-2 0 0,1 1-128 15,-1-1-80-15,2-2-16 0,-1-1 0 0,2 0 0 16,2 0-688-16,2-1-144 0,1-2-32 16,1-1 0-16,1 1-1216 0,1-3-240 0,5 6-48 0,-2-8-11648 15,5 0-2336-15</inkml:trace>
  <inkml:trace contextRef="#ctx0" brushRef="#br0" timeOffset="121606.25">10392 12215 3679 0,'9'-17'160'0,"-5"11"32"0,0-1-192 0,1-1 0 0,2 2 0 0,-1 1 0 0,1-1 9536 0,-2 4 1856 16,-5 2 368-16,0 0 80 0,0 0-7936 0,0 0-1600 0,0 0-304 0,0 0-64 16,0 0-784-16,0 0-176 15,4 6-16-15,-2 3-16 0,0 1-464 0,0 3-96 0,0 1 0 0,-1 4-16 16,-1 2-208-16,-1 1-32 16,-1 1-128-16,0 0 192 0,-1 1-192 0,2 1 0 15,-1-3 128-15,1 0-128 0,0-1 0 0,2 1 0 16,0 1 0-16,1-3 0 0,0-2 0 0,1-2 0 0,0 0 0 0,-1 0 0 15,-2-2-192-15,2-2-16 0,-1-2-16 16,0-3 0 0,-1 2-1072-16,0-8-224 0,0 0-32 0,0 0-16 15,0 0-2592-15,0 0-528 0</inkml:trace>
  <inkml:trace contextRef="#ctx0" brushRef="#br0" timeOffset="122540.43">10255 12437 24879 0,'-10'0'2208'0,"10"0"-1760"0,0 0-448 0,0 0 0 0,0 0 4864 0,0 0 896 0,0 0 192 0,0 0 16 0,9 5-3296 0,1-1-672 16,-1-2-128-16,3-2-16 15,1 2-784-15,3-1-160 0,1 0-16 0,1-1-16 0,1 0-448 0,4-2-96 16,1 0-16-16,2 0 0 0,2-1-128 0,-2-1-16 16,1 0-16-16,1 2 0 0,-4-5-160 15,1 3 0-15,0 2 0 0,-2-5 128 0,-2 2-128 0,-1-1 0 16,-2 0 0-16,-1 1 0 0,-4 0 0 0,-1 0 0 15,-3 1 0-15,-3 0 0 0,-6 4-160 0,0 0 160 16,0 0 0-16,0 0-144 0,0 0 144 0,0 0 0 16,-5 0 0-16,-3 0 0 0,-2 4 0 0,0 0 0 15,-2 5 0-15,-1-1 0 0,-2 1 0 0,1 1-128 16,0 2 128-16,1 1-128 0,0 1 128 0,1 2 0 16,2-2 0-16,0 1-128 0,3-2 128 0,1 0 0 15,2 0 0-15,3-2 0 0,1 0-192 0,1 1 64 16,2-1 0-16,4-3 0 0,2 0-160 0,1 0-32 0,2-4 0 0,1 0 0 15,3 1-32-15,1-5-16 0,1 0 0 16,1-3 0-16,1 1 112 0,-2-2 32 16,0 0 0-16,-1-5 0 0,-1 0 224 0,0-1 0 0,-1 1-160 0,0-4 160 15,-1-1 0-15,-2 0 0 0,1-2 0 16,0 0 0-16,-1 1 128 0,-1-2-128 0,0 1 0 16,-1 3 128-16,-1 1 80 0,-1 1 16 0,0-1 0 0,-3 4 0 15,-1 3 176-15,0 0 48 0,-4 5 0 0,0 0 0 16,0 0 0-16,0 0 16 0,0 0 0 0,0 0 0 15,0 0-176-15,1 7-32 0,-1 3-16 0,-1 1 0 0,0 0-240 0,-1 0 144 16,1 2-144-16,0 2 128 0,2-2-128 0,0 1 0 16,2-1 0-16,0 0 112 0,0 0-112 0,1 0 0 15,-1-2 0-15,1-2 0 0,1-1 0 0,2-2 0 16,-1-1 0-16,-6-5 0 0,7 4 0 0,-7-4 0 16,7 0 0-16,1 0 0 0,-8 0 0 0,8-4 0 15,0 2 0-15,0-5 0 0,-2 0 0 0,1-1 0 16,-1 0 0-16,2-3 0 0,0-2 0 0,0 0 0 15,0-2 0-15,-1 0 0 0,1 0 0 0,1-1 0 16,0 0 0-16,1 2 0 0,-3 1 0 0,1 3 0 16,-1-1 0-16,-2 2 0 0,-1 1 0 0,0 3 0 15,-4 5 0-15,0 0 0 0,0 0 0 0,0 0 0 16,0 0 0-16,0 0 0 0,0 0 0 0,0 0 0 16,0 0 0-16,2 12 0 0,2-3 0 0,0 1 0 15,-1-1 0-15,-1 1 0 0,1 1 0 0,1 0 0 0,-1-2 0 0,0 1 0 16,3-2 0-16,-1 1 0 0,-1 0 0 15,1-1 0-15,-1 1 0 0,1-2 0 0,-5-7 0 16,7 2 0-16,-1 2 0 0,1-1 0 0,-7-3-160 0,0 0 160 16,8 0-144-16,-1-1 144 0,2-1-160 0,1-4 160 15,0-1-144-15,0-2 144 0,0 1-128 0,-1-1 128 16,1-1-160-16,1-5 160 0,0 1-192 0,1 0 192 16,0-1-192-16,0 0 64 0,1-2 128 0,-2 1-208 15,-2-1 208-15,-1 6-176 0,-1 1 176 0,-3 4-160 0,0 1 160 16,-4 5 0-16,0 0 0 0,0 0 128 0,0 0 128 0,0 0 48 15,2 9 0-15,-1 1 0 0,-1 3-144 0,0 0-32 16,-1-1 0-16,0 1 0 0,-2 0-128 0,2 0 0 16,0 0 0-16,-1 3 0 0,1-4 0 0,1 1 0 15,1 0 0-15,-1 0 112 16,2-3-112-16,-1 2 0 0,2-3 0 0,-1 0 0 16,1 0-656-16,2 0-128 0,2-1-32 0,-1 1 0 15,1-2-1584-15,0-1-320 0,3 1-64 0</inkml:trace>
  <inkml:trace contextRef="#ctx0" brushRef="#br0" timeOffset="122736.3">11722 12575 27647 0,'0'0'1216'0,"0"0"256"16,0 0-1168-16,0 0-304 0,1 8 0 0,0 1 0 0,1 1 5904 0,-1 1 1136 16,-1 0 208-16,1 0 48 0,-1 1-4976 0,2 2-992 0,-1 2-208 0,-1 2-32 15,-3-4-672-15,-1 3-128 16,3-1-32-16,-2-1 0 0,1 2-256 0,-1-2 0 15,-1 0 0-15,2-2 0 16,-2-1-320-16,0-3-160 0,-1 2-32 0,-1 0-16592 0,1-1-3312 16</inkml:trace>
  <inkml:trace contextRef="#ctx0" brushRef="#br0" timeOffset="124186.25">12312 12126 41807 0,'0'0'1856'0,"0"0"384"0,0 0-1792 15,0 0-448-15,0 0 0 0,0 0 0 0,0 0 2128 0,0 0 352 16,0 0 64-16,0 0 16 0,0 0-1008 0,4 12-192 16,0-1-32-16,0 2-16 0,-1 2-800 0,-2 0-176 15,2 0-16-15,-1 2-16 0,1 0-144 0,-1 0-32 16,1-1 0-16,0-2 0 0,-1 2-128 0,1-3 0 16,-3-3 0-16,2 1 128 0,1-2-128 0,-2-1 0 15,-1-8-192-15,0 0 192 16,0 0-1488-16,0 0-176 0,0 0-48 0,0 0-14160 15,0 0-2848-15</inkml:trace>
  <inkml:trace contextRef="#ctx0" brushRef="#br0" timeOffset="124349.82">12282 12007 48143 0,'0'0'2128'0,"0"0"448"0,0 0-2064 0,0 0-512 0,0 0 0 0,0 0 0 16,0 0 528-16,0 0 0 0,6-4 0 0,1 2 0 15,2 2-1232-15,2 2-256 0,-1 0-64 16,2 3 0-16,0 3-2624 0,1 0-512 16</inkml:trace>
  <inkml:trace contextRef="#ctx0" brushRef="#br0" timeOffset="124681.69">12465 12155 7359 0,'0'0'320'0,"0"0"80"0,0 0-400 0,0 0 0 0,0 0 0 0,0 0 0 0,1 9 9264 0,2 2 1760 16,-1-1 368-16,2 2 64 0,0-2-7808 0,1 3-1536 16,2 2-320-16,1-1-64 0,0 0-912 0,-1 2-176 15,1-2-48-15,0 1 0 0,-1-1-256 0,-1-2-48 16,1-2-16-16,-1 1 0 0,1-4-96 0,-1 1-32 16,-6-8 0-16,7 7 0 0,-7-7-144 0,0 0 160 15,0 0-160-15,0 0 160 0,0 0-160 0,0 0 128 16,0 0-128-16,0 0 128 0,0 0-80 0,0 0-48 15,0 0 0-15,0-7 0 0,0 7 0 0,-2-8 0 16,1 1 0-16,0-5 0 0,-1 0 0 0,2-1 0 16,0 0 0-16,0-1 0 0,0-1 0 0,2 1 0 15,0-2 0-15,1 2 0 0,1 1 0 0,0 1 0 16,-2-1 0-16,4 2 0 0,0 0 0 0,3 2-240 0,-1 0 80 0,0 1 16 31,0 1-672-31,1 1-128 0,0 1-16 0,1 1-16 16,1 0-992-16,-1 1-192 0,2 2-32 0,1 1-12768 0,1 1-2544 15</inkml:trace>
  <inkml:trace contextRef="#ctx0" brushRef="#br0" timeOffset="124997.36">12752 12173 34095 0,'0'0'1504'0,"0"0"320"0,0 0-1456 0,0 0-368 0,0 0 0 0,0 0 0 0,0 0 2816 0,0 0 512 16,5 11 80-16,0-1 32 0,0 1-1168 0,1 2-224 15,-1 0-64-15,1-2 0 0,-2 5-960 0,1 1-208 16,1 0-48-16,-1-1 0 0,0-2-256 0,0-1-48 16,0-1-16-16,1 1 0 0,-2-3-192 0,-2-2-64 15,-2-8 0-15,0 0 0 0,4 7-192 0,-4-7 176 16,0 0-176-16,0 0 160 0,0 0-112 0,0 0-48 16,0 0 0-16,0 0 0 0,0 0 0 0,0 0 0 15,4-7 0-15,0-1 0 0,0-1 0 0,0-3 0 16,0 1 0-16,0-2 0 0,-2 0 0 0,2-2 0 15,1-2 0-15,1 0 0 0,-1-1 0 0,1 0 0 16,1 0 0-16,1 3 0 0,-1 0-224 0,1 0-32 0,0 2-16 16,0 1 0-1,0 1-864-15,1 2-160 0,0 1-48 0,1 1-15040 16,0 2-3008-16</inkml:trace>
  <inkml:trace contextRef="#ctx0" brushRef="#br0" timeOffset="125322.08">13061 12399 12895 0,'0'0'576'0,"0"0"112"0,0 0-560 0,0 0-128 0,0 0 0 0,0 0 0 0,0 0 7856 16,5-4 1536-16,-1 0 304 0,2-1 64 0,2-2-6432 0,1 0-1296 15,3-4-256-15,1 1-48 0,-1-1-1248 0,2 0-240 16,2-1-48-16,-1-5-16 0,2 3-176 0,0-2 0 16,-1 0 0-16,0-1 0 0,-2 0 0 0,-1 2 0 15,-1-1 0-15,-3 2 0 0,-3-1 0 16,-2 2 0-16,-1 0 0 0,-2 4 0 0,-1 3 0 15,0 6 0-15,0 0 0 0,-6-4 0 0,-2 1 0 0,0 3 192 16,-2 3-32-16,0 1 0 0,-1 2 32 0,-1 3 0 16,0 3 0-16,0 1 0 0,-1 1-192 0,0 2 192 15,3 1-192-15,1 1 192 0,1 2-192 0,3-1 0 16,2 0 0-16,2-1 0 0,2-1-320 0,3-4 48 16,1 1 16-16,3-1 0 15,0-2-1040-15,1-1-208 0,3 2-32 0,0-7-16 16,-1 0-480-16,2-1-80 0,-1-1-32 0,0-2 0 15,0 0-832-15,1-1-160 0,0 0-48 0</inkml:trace>
  <inkml:trace contextRef="#ctx0" brushRef="#br0" timeOffset="125634.99">13484 12078 24879 0,'0'0'2208'0,"0"0"-1760"0,0 0-448 0,0 0 0 15,0 0 5376-15,0 0 1008 0,-4 7 192 0,2 1 32 16,1 2-3936-16,-1 2-800 0,1-1-144 0,1 4-48 15,0-1-880-15,1 4-176 0,1 1-48 0,-1-1 0 16,1 0-256-16,1 2-64 0,1-1-16 0,1 0 0 16,0-4-112-16,2 1-128 0,-1-6 176 0,1 1-176 15,-1-2 144-15,2-3-144 0,0-2 0 0,0 0 144 0,0-1-144 16,0-2 0-16,-1-2 0 0,3-1 128 0,-3-1-128 16,1-3 0-16,0 0 0 0,-1-1 0 0,-1-4 128 15,1 0-128-15,-2-1 0 0,1-1 128 0,2-1-128 0,-1-2 0 16,-3-1 0-16,1-1 128 0,1-1-128 0,-1-1 0 15,-1 0 0-15,0 2 0 0,0 0 0 0,0 1-224 16,0 0 48-16,-1 3 16 16,-1 1-672-16,1 2-144 15,-2 2-32-15,-1 9 0 0,0 0-1040 0,0 0-224 0,0 0-32 0,0 0-16 16,0 0-2592-16,0 0-512 0</inkml:trace>
  <inkml:trace contextRef="#ctx0" brushRef="#br0" timeOffset="125926.7">13681 12321 17503 0,'0'0'1552'0,"4"8"-1232"0,-4-8-320 0,4 7 0 0,0 0 5008 0,1-3 944 16,2-3 192-16,0 0 48 0,1-2-3072 0,1 0-624 16,2-4-112-16,-1-2-16 0,2-1-752 0,1-1-144 15,0-1-16-15,0-1-16 0,0-3-800 0,2 1-144 0,-1-1-48 16,-1-1 0-16,0 0-256 0,0-2-64 16,0 0-128-16,-1 1 192 0,-2 2-192 0,-2 1 128 0,-3 2-128 0,-2 2 0 15,-2 1 128-15,-1 8-128 16,-2-5 0-16,2 5 0 0,-7-1 256 0,-1 3-64 0,-1 4 0 0,0 1 0 15,-1 4 0-15,-2 2 0 0,-1 2 0 0,1 4 0 16,2-2-192-16,0 2 0 0,3 1 128 0,0-1-128 16,2 1 0-16,2-2 0 0,2-1 0 0,2-1 0 0,2-2-192 15,1 0-16-15,2 1-16 0,2-6 0 16,1-1-1024 0,3-2-208-16,2-1-32 0,2-1-16 0,1-2-864 15,0-2-160-15,0-2-32 0,0 1-16 0,1-3-1296 0,-1-2-256 16,-3-2-48-16,-1-3-10160 0</inkml:trace>
  <inkml:trace contextRef="#ctx0" brushRef="#br0" timeOffset="126531.03">14097 12196 4607 0,'0'-15'400'0,"0"15"-400"0,-3-9 0 0,1 3 0 0,-2 0 6800 0,4 6 1280 16,-3-5 256-16,1 1 48 0,2 4-3648 0,0 0-752 15,0 0-144-15,0 0-16 0,0 0-1648 0,0 0-320 16,0 0-64-16,0 0 0 0,0 0-896 0,1 8-160 16,0 2-32-16,2 2-16 0,0 1-320 0,0 3-64 15,-1-2-16-15,3 3 0 0,2-1-160 0,-1 1-128 16,-1-2 144-16,0 1-144 0,1-2 128 0,0-1-128 15,1-2 0-15,-2-1 144 0,-1-2-144 0,1-1 0 16,0-1 0-16,-5-6 112 0,0 0-112 0,0 0 0 16,8 0 0-16,-1-1 0 0,-7 1 0 0,7-5 0 15,1-2 0-15,-1-1 0 0,-1-1 0 0,0 0 0 16,-1-3 0-16,1-1 0 0,2-4 0 0,1 2-160 16,2-2 160-16,0-3-192 0,2 1-96 0,2-1-32 15,0 1 0-15,1 0 0 0,1 2-64 0,1 2 0 0,0-2-16 0,1 4 0 16,-1 0 80-16,0 2 0 0,-1 1 16 0,-1 2 0 15,-3 3 304-15,0 1 0 0,-1 0 0 0,-2 1 0 16,-10 3 272-16,0 0 112 0,9-1 32 0,-9 1 0 16,0 0 16-16,0 0 0 0,0 0 0 15,0 0 0-15,0 0-176 0,-1 8-48 0,-2-2 0 0,-2 2 0 16,0 0-208-16,-2 0 128 0,-2 0-128 16,0 1 0-16,0-1 0 0,0 1 0 0,-2 0 0 0,1 0 0 15,1-1 0-15,0 0 128 0,0 1-128 0,-1-3 64 0,1 1-64 16,0-1 0-16,0 1 0 0,0-2 0 0,1 0 0 15,3-2 0-15,5-3 0 0,-4 5 0 0,4-5 0 0,-4 7 0 16,4-7 0-16,0 0 0 0,0 0 0 0,0 0 0 16,0 0 0-16,3 9 0 0,3-3 0 0,2-2 0 15,0 0 0-15,2 1 0 0,2-3 0 16,1 0 0-16,3 1 0 0,-1-1 0 0,2-2 0 0,0 3 0 16,0-2 0-16,1 3 0 0,3-2 0 0,-1 0 0 15,-2 1 0-15,-1 1 0 0,-1 1 0 0,-2 0 0 16,-2 0 0-16,-2 2 0 0,-2-1 0 0,-1 2 0 15,-2 1 0-15,-3-2 0 0,-2-7 0 0,-1 9 0 0,-2 0 0 0,-2 0 0 16,-3 3 0-16,-1-3 0 16,-2-1 0-16,-2 2 0 0,-3-3 0 0,0 1 0 0,1-2 0 15,-2-1 0-15,-2 1 0 0,0-1 0 16,2-1-128-16,0-2 128 16,0 0-864-16,1-1-112 0,2 0-32 0,2-2 0 15,3 0-1296-15,1-1-256 0,8 2-48 0,0 0-19280 0</inkml:trace>
  <inkml:trace contextRef="#ctx0" brushRef="#br0" timeOffset="126731.74">14706 12104 20271 0,'0'0'1792'0,"0"0"-1424"0,0 0-368 0,6-2 0 15,-6 2 5504-15,8 0 1040 0,-8 0 208 0,0 0 32 16,8 1-3184-16,-8-1-640 0,8 7-128 0,-2 0-16 0,-2 2-1552 0,0 3-304 16,-1-1-64-16,-1 0-16 0,1 2-608 0,0 2-112 15,-2-1-32-15,0 2 0 0,-1-2-128 0,2 2 0 16,-2-3 0-16,2 0 0 0,2 0-432 0,0-1 48 15,0-3 0-15,0 0 0 16,-4-9-992-16,0 0-192 0,0 0-32 0,0 0-16 16,0 0-2912-16,0 0-576 0</inkml:trace>
  <inkml:trace contextRef="#ctx0" brushRef="#br0" timeOffset="127233.41">14844 11880 30399 0,'0'0'1344'0,"0"0"288"0,3-6-1312 0,-3 6-320 0,2-4 0 0,2-4 0 16,0 1 4544-16,-1 2 848 0,1 1 176 0,-4 4 16 0,0 0-3136 0,0 0-624 15,8 0-128-15,-1 1-32 0,1 5-912 0,0 2-192 16,0-2-48-16,-2 3 0 0,0-1-272 0,-1 4-64 16,0 2-16-16,0 3 0 0,0 0-112 0,1 2-48 15,-1 4 0-15,1-2 0 0,1 2 0 0,1 2 0 0,-3 0 0 0,0-1 0 16,-1 2 0-16,1 2 0 0,0-3 0 0,-1 1 0 15,0-4 0-15,-1-1 0 0,-1 1 0 0,0-7 0 16,-1 0 0-16,0-2 0 16,-1-4 0-16,0 1 0 0,0-3 0 0,0-7 0 0,0 0 0 0,0 0 0 15,0 0 0-15,0 0 0 0,0 0 0 16,0 0 0-16,0 0 0 0,-2-5 0 0,0-3 0 0,1-1 0 16,1-2 0-16,0 0 0 0,0-2 0 0,1 1 0 15,3-1 0-15,0-2 0 0,0 1 0 0,3 0 0 16,1-1 0-16,1 2 0 0,-1 0 0 0,1 3 0 0,2-2 0 15,1 2 0-15,-1-1 0 0,0 3 0 0,2 2 0 16,2 1 0-16,-2 1 0 0,1 1 0 0,-1 1 0 0,1 4 0 16,2-2 0-16,-2 2 0 0,-1 3 0 0,0-1 0 15,2 2 0-15,-3 1 0 0,-3 0 0 0,0 3 0 16,-1 0 0-16,-2 2 0 0,-3 0 0 16,-1 2 0-16,-2 2 0 0,-1-1 0 0,-2 1 0 0,0 1 0 15,-5-3 0-15,-1 2 0 16,-1-1 0-16,0 1 0 0,-3-4 0 0,0 1 0 0,0-3 0 0,0 1 0 15,0-2 0-15,0-3 0 0,0-2-176 0,0 0-16 16,1-1-16-16,0-2 0 16,1-1-1136-16,0-3-240 0,3 1-32 15,2-3-14656-15,6 5-2928 0</inkml:trace>
  <inkml:trace contextRef="#ctx0" brushRef="#br0" timeOffset="127632.39">15427 11999 16575 0,'0'0'736'0,"0"0"160"0,0 0-720 0,0 0-176 0,0 0 0 16,0 0 0-16,0 0 7904 0,0 0 1552 0,0 0 304 0,0 0 64 16,-4 10-6800-16,0 3-1360 0,-1 3-256 0,0 2-64 15,-2 2-736-15,2-1-144 0,0 1-16 0,-1-1-16 16,3 0-288-16,1 1-144 0,2 1 160 0,2 0-160 16,0-3 128-16,3-1-128 0,2 0 0 0,1-1 0 15,1-2 0-15,1-3 0 0,1-2 0 0,0-1 0 0,2-2 0 0,1-1 0 16,0-1 0-16,0-4 0 0,1 0 0 0,0-4 0 15,2 0 0-15,0-1 0 16,0-3 0-16,0-1 0 0,0-2 0 0,0-2 0 0,0-2 0 16,0 0 0-16,-2-2-160 0,1-2 160 0,-3 1-224 0,-1 1 32 15,-2 0 16-15,-3 2 0 0,-3 0-64 0,-3 2-16 16,-2 3 0-16,-2 3 0 0,-2 1 128 0,-3 0 128 16,-2 5-208-16,-2 2 80 0,-2 2 272 0,-1 4 64 15,0 2 16-15,0 0 0 0,2 3 64 0,1 3 16 16,1 0 0-16,2 2 0 0,1-1-112 0,1 3-32 15,2 0 0-15,1 1 0 0,3-1-160 0,2 2 0 16,3-5 0-16,3 1 0 0,0 0 0 0,4-4 0 16,1 0 0-16,2-1 0 0,2-1-160 0,2 0-64 15,1-1-16-15,2-1 0 16,1 0-2400-16,4 1-496 0</inkml:trace>
  <inkml:trace contextRef="#ctx0" brushRef="#br0" timeOffset="128215.42">16295 12116 47279 0,'0'0'2096'0,"0"0"432"0,0 0-2016 0,0 0-512 0,0 0 0 0,1 9 0 16,1 0 1440-16,-1 3 192 0,0 1 32 0,1 5 16 15,-1 3-464-15,0 5-112 0,-1 3-16 0,2 1 0 16,-1 0-672-16,0 0-144 0,2 1-16 0,-2-1-16 16,0 0-240-16,-1-1 144 15,0-2-144-15,2-1 128 0,-1 0-128 0,0-5 0 0,-1-1 144 0,0-2-144 16,0-1 0-16,0-4 0 0,0-3 0 0,0 1-128 15,0-3-768-15,0-8-128 0,0 0-48 0,0 0 0 16,0 0-1424-16,0 0-304 0,0 0-48 0,0 0-18480 16</inkml:trace>
  <inkml:trace contextRef="#ctx0" brushRef="#br0" timeOffset="128499.81">16214 12145 51375 0,'0'0'2272'0,"0"0"480"15,0-7-2208-15,2-2-544 0,0 3 0 0,2-1 0 0,1 2 768 0,2 2 32 16,1-2 16-16,1 1 0 0,3 0-48 0,1 0-16 16,2 2 0-16,2 0 0 0,3 2-592 0,-1 0-160 15,2 2 0-15,0-1 0 0,1 2 0 0,0 0 0 16,1 3 0-16,-3-2 0 0,-1 2 0 0,-2 2 0 16,-3 1-160-16,-1 1 160 0,-4 2-256 0,-2 1 48 15,-5 0 16-15,-2 0 0 0,-4 2 64 0,-2 0 128 0,-5 2-208 0,-2 0 80 16,-2 0-96-16,-2 0-16 0,-3 1 0 15,2-3 0 1,-3-2-848-16,0 0-160 0,0-3-32 0,2-1-16 16,-1-2-1536-16,3-1-304 0,3 1-64 0,1-3-15872 0</inkml:trace>
  <inkml:trace contextRef="#ctx0" brushRef="#br0" timeOffset="129049.98">16521 12111 18431 0,'21'-7'816'0,"-14"5"160"0,0-1-784 0,1 0-192 0,1 1 0 0,0 1 0 0,0-2 6144 15,-1 3 1168-15,-8 0 240 0,8 3 64 0,-8-3-4256 0,9 3-848 16,-9-3-160-16,9 8-48 16,-2 3-1280-16,-1-1-256 0,-1 3-48 0,0 0-16 0,-1 3-288 0,0 2-64 15,-1 2-16-15,0-1 0 0,-1 1-192 0,1-1-144 16,-2 1 192-16,2-2-192 0,-1-1 160 0,0-3-160 16,-1 1 128-16,0-5-128 0,2-1 128 0,-1 2-128 15,-2-11 0-15,0 0 128 0,0 0-128 0,0 0 0 16,0 0 0-16,0 0 128 0,0 0-128 0,0 0 0 15,0 0 0-15,0 0 0 0,4-9 0 0,0-2 0 16,0-3 0-16,3-2 0 0,-1-1 0 0,3-1-144 16,0-3 144-16,1-1 0 0,1-1-208 0,2-1 64 15,0 3 16-15,2-2 0 0,-1 3-144 0,0-1-32 16,1 2 0-16,-1 2 0 0,2 1 304 0,-1 3-192 16,0 3 192-16,-1-1-160 0,-1 3 160 0,0 2 0 0,-2 1 0 15,-1 2-128-15,-1 2 128 0,-1 2 128 16,0 2-128-16,-2 2 176 0,-1 1-48 0,-1 4 0 0,2 1 0 15,-4 1 0-15,-1 1 32 0,-2 3 0 0,0 1 0 0,0-2 0 16,-1 2-32-16,1 0 0 0,0-2 0 0,-1 0 0 16,1 1 0-16,1 0-128 0,1-2 192 0,2-1-64 15,0-1-128-15,0-2 0 0,3-1 0 0,-1-1 0 16,1-1 0-16,2-2 0 0,1-1 0 16,0-2 0-16,3 1 0 0,-1-3 0 0,-1-1-144 0,2-3 144 15,0 1 0-15,-1-1 0 0,0-2 0 0,-1-1 0 16,-1-1 0-16,0 2 0 0,-1-5 0 0,0 0 0 15,-1-2-192-15,0-2 192 0,-1 1-192 0,-2 1 192 16,-3-2-176-16,-1 1 176 0,0-2-160 0,-1 1 160 0,-2-1-192 16,-1 2 48-16,-1 1 16 0,-2 0 0 0,-1 1-64 15,-2 3-16-15,-3-1 0 0,0 2 0 16,-1 1-544-16,-1-1-96 0,0 4-32 0,0 1 0 16,4 0-1200-16,-1 2-240 0,1 2-48 0,4 2-19008 15</inkml:trace>
  <inkml:trace contextRef="#ctx0" brushRef="#br0" timeOffset="129649.39">17446 11960 36287 0,'0'0'1600'0,"0"0"336"0,2-4-1552 0,-2 4-384 16,0 0 0-16,0 0 0 0,0 0 2560 0,-7 1 416 15,-1 4 96-15,-1 0 0 0,0 3-704 0,-1 4-160 16,-2 2-32-16,0 3 0 0,-1 0-1152 0,0 1-256 15,0 1-32-15,0-1-16 0,1 0-336 0,2-1-64 0,2 3 0 16,3-5-16-16,1 2-304 0,1-2 0 0,2-2 0 0,2-3 144 16,2 2-144-16,1-2 0 0,1-1 0 15,2-1 0-15,0-1-176 0,2-1 32 0,2-2 0 0,1 0 0 16,-1-3-48-16,2-1-16 0,-2-1 0 0,3 0 0 16,3-2 208-16,0-1 0 0,-3-2-160 15,2-1 160-15,0-1-176 0,-2-1 48 0,0-2 0 0,1-1 0 16,-1 0 128-16,-1-1 0 0,1-1 0 0,0 1-128 15,-3-3 128-15,0 2 0 0,-1-1 0 0,1 1 0 0,-1 0 0 16,-1-1 0-16,0 0 0 0,-1 2 0 0,-1 0 0 16,-2 2 0-16,-1 3 0 0,0 1 0 0,-3 0 0 0,-1 7 0 15,0 0 0-15,0 0 0 0,0-7 0 16,0 7 176-16,0 0-176 0,0 0 192 0,0 0-192 0,0 0 192 16,-5 0-192-16,5 0 192 0,-6 6-192 0,3-4 0 15,3-2 0-15,-6 7 128 0,1-1-128 0,5-6 0 16,-4 8 0-16,2-1 128 0,2-7-128 0,0 0 0 15,-3 6 0-15,3-6 0 0,0 0 0 0,0 0 128 16,0 0-128-16,0 0 0 0,0 0 0 0,0 0 0 16,0 0 0-16,0 0 0 0,0 0 0 0,0 0 0 15,-1 7 0-15,1-7 0 0,0 0 0 0,0 0 0 16,0 0 128-16,0 0-128 0,0 0 0 0,0 0 0 16,0 0 0-16,0 0 0 0,0 0 0 0,0 0 0 15,0 0 0-15,0 0 0 0,0 0 0 0,0 0 0 16,0 0 0-16,0 0 0 0,0 0 0 0,0 0-144 15,0 0 144-15,0 0 0 0,0 0 0 0,0 0-128 0,0 0 128 16,0 0 0-16,0 0 0 0,0 0 0 16,0 0 0-16,0 0 0 0,0 0 0 0,0 0-128 15,0 0 128-15,0 0 0 0,4-7-256 0,-4 7 16 0,0 0 0 0,0 0 0 32,0 0-896-32,0 0-176 0,0 0-32 0,0 0-16 0,0 0-2000 0,0 0-400 15</inkml:trace>
  <inkml:trace contextRef="#ctx0" brushRef="#br0" timeOffset="130513.75">17568 12163 10127 0,'0'0'896'0,"-6"1"-704"0,1 1-192 0,0 0 0 0,-2-2 6336 0,7 0 1248 15,0 0 240-15,0 0 48 0,0 0-4400 0,0 0-880 16,0 0-176-16,0 0-48 0,0 0-592 0,0 0-128 16,0 0-32-16,10-2 0 0,-1-2-848 0,1 0-192 15,1-7-16-15,-1 3-16 0,2 1-288 0,2-2-48 16,0-2-16-16,2 1 0 0,-2-3-192 0,2 2 0 15,-2-2 128-15,1-1-128 0,-2 1 0 0,-2 0 0 16,0-2 0-16,-1 4 0 0,-1-2 0 0,-2 1 0 16,-2 1 0-16,-1 4 0 0,-3 0 0 0,-2 1 0 15,1 6 0-15,-4-4 0 0,-1 1 0 0,-2 2 0 0,0 1 0 16,-2 1 0-16,-3 3 224 0,-1 3-48 16,-2 2-16-16,-2 2 0 0,2 2 80 0,-1 3 16 0,1 1 0 15,0 1 0-15,1 2-64 0,1 1-16 0,4-3 0 16,0 0 0-16,2 0 0 0,2 1 0 0,4-5 0 0,2 2 0 15,3-3-176-15,2-2-224 0,3 0 48 16,3-2 16-16,1 0-64 0,3-2-16 0,2-2 0 0,3-1 0 16,1-2-944-1,2 0-192-15,0-2-32 0,2-2-16 0,0-2-1328 16,-1 1-256-16,0-1-48 0</inkml:trace>
  <inkml:trace contextRef="#ctx0" brushRef="#br0" timeOffset="130875.98">18170 11974 32255 0,'0'0'2864'0,"-5"-4"-2288"0,-2-1-576 0,-1-2 0 0,1 5 4096 0,-1-4 704 16,0 5 128-16,-1-3 48 0,-2 2-2784 0,1 2-544 15,-1 0-112-15,0 0-32 0,-2 1-768 0,0 2-160 16,-2-1-16-16,1 2-16 0,-3 3-304 0,1-1-64 16,1 1-16-16,0 0 0 0,1 1-160 0,1 3 0 15,1-2 0-15,2 0 128 0,1 0-128 0,1 0 0 16,3 0 0-16,1 0 0 0,1-1 0 0,2 0 0 15,1 1 144-15,0-9-144 0,4 7 0 0,1-1 0 16,-5-6-192-16,9 7 64 0,2-1 128 0,0 0 0 16,1-1-144-16,1-1 144 0,3-2 0 0,1 1 0 15,1-1 0-15,0 1 0 0,-1 0-144 0,0-2 144 16,-1 0-192-16,-1 3 192 0,0-3 0 0,-2 2 0 0,-3 0 0 0,-1-1 0 16,-1 2 0-16,-8-4 0 0,5 4 0 15,-5-4 0-15,0 0 0 0,0 9 0 16,-2-1 0-16,-4 1 0 0,0 0 0 0,-3 0 0 0,-3-1 0 0,-1 3 0 15,-1-3 0-15,-2-1 128 0,0 0-128 0,-2-2 0 16,-1 2 0-16,0-2 0 0,2 0-144 0,3 0 144 31,1-3-1472-31,1-1-192 0,3-1-32 0,3 1-16 16,6-1-3136-16,0 0-624 0</inkml:trace>
  <inkml:trace contextRef="#ctx0" brushRef="#br0" timeOffset="131219.51">18412 11973 22111 0,'0'0'976'0,"3"-6"208"0,-3 6-944 0,0 0-240 0,0-5 0 0,-1-1 0 0,1 6 6176 0,-3-4 1184 16,-2 1 256-16,-2 1 32 0,0-1-4848 0,-3 3-976 15,-1 1-192-15,-1 1-32 0,0 0-1008 0,-1 2-192 16,-1-1-32-16,-1 3-16 0,1 1-144 0,0 1-16 16,-1 1-16-16,4-3 0 0,-1 2-176 0,2 0 160 15,0 0-160-15,3-1 160 0,0 1-160 0,2 0 0 16,4 0 0-16,-1 0 0 0,2 0 0 0,3 1 0 15,1-3-128-15,1 2 128 0,3-1-144 0,2 2 144 16,2-3-192-16,2 3 192 0,2 0-192 0,1-1 192 16,1-1-192-16,2 1 192 0,-1 1-144 0,1-1 144 15,-2-2 0-15,-1 3-144 0,-1 0 144 0,-2 2 0 0,-2-1 0 0,-3 1 0 16,-3-2 0-16,-2 0 0 16,-1-1 128-16,-4 1-128 0,-2 1 208 0,-1-2-16 15,-2 1-16-15,-4 0 0 0,0 2 16 0,-3-5 0 16,-3 3 0-16,-1-2 0 0,-2-1-192 0,-1 0 160 0,1-2-160 0,-2 1 160 15,-1-4-480 1,-2 2-112-16,1-1-16 0,-1 0 0 0,0-1-2656 16,-1 0-544-16</inkml:trace>
  <inkml:trace contextRef="#ctx0" brushRef="#br0" timeOffset="132154.11">18910 12445 17503 0,'0'0'768'0,"-5"-3"176"0,-1 0-752 0,0 2-192 0,6 1 0 0,-5-1 0 15,0-1 6576-15,5 2 1280 0,-5-1 256 16,5 1 48-16,0 0-4848 0,0 0-976 0,0 0-192 0,0 0-32 16,0 0-1024-16,0 0-192 0,8 1-32 0,2 1-16 15,2-1-432-15,3-1-96 0,4 0 0 0,0 0-16 16,3-1-176-16,3-1-128 0,4 0 192 0,1 2-48 0,4-3-144 15,1 2 0-15,1 0 0 0,1-1 0 16,-2 2 0-16,-1 0 0 0,0 0 0 0,-1 0 0 0,0 0 0 0,-1 0 0 16,-2 0 0-16,-3 0 0 0,-1 0 0 0,-2 0 0 15,-3 0 0-15,-2 2 0 16,-1-2-832-16,-1 0-144 0,-2 0-48 0,-4 1 0 16,0 0-1728-16,-2 2-336 0,-3 1-80 0</inkml:trace>
  <inkml:trace contextRef="#ctx0" brushRef="#br0" timeOffset="132425.69">19543 12377 27647 0,'0'0'1216'0,"-5"1"256"0,-3-2-1168 0,1 1-304 15,-1 0 0-15,8 0 0 0,0 0 5472 0,0 0 1040 16,0 0 208-16,0 0 32 0,0 0-4272 0,0 0-864 16,-1 6-160-16,2 1-48 0,-1-7-1008 0,3 6-208 15,2 3-32-15,2-1-16 0,1-1-144 0,1-1 192 0,0 1-192 0,2-2 192 16,3 3-192-16,-1 0 0 15,-2 1 0-15,2-3 128 0,-1 1 0 0,0-1-128 0,-2 0 192 0,-1 0-64 16,-1-1-128-16,-1 2 0 0,-1-3-192 0,-6-4 192 16,0 0 0-16,2 9 0 0,-1-1 0 0,-1 1 0 15,-3-3 0-15,-1 1 160 0,-1-2-32 0,-1 2-128 16,-1 0 144-16,1-1-144 0,-2-1 0 0,0 1 144 16,-1-2-144-16,1 0 0 0,0 1-160 0,2-1 160 15,-1-1-1280-15,7-3-176 16,-5 4-16-16,5-4-14976 0,0 0-3008 0</inkml:trace>
  <inkml:trace contextRef="#ctx0" brushRef="#br0" timeOffset="133021.62">20605 12224 37599 0,'-6'-10'1664'0,"3"5"352"0,1-2-1616 0,-2-1-400 0,0 2 0 0,-2-3 0 16,1 2 2304-16,0 1 368 0,-1 0 80 0,-1 1 0 0,0 1-928 0,0 2-192 16,-2-1-32-16,-1 2-16 0,1 1-816 0,0 0-176 15,0 1-16-15,0 4-16 0,0-2-160 0,1 2-16 16,-1 4-16-16,1 4 0 0,-1 0-192 0,1 4-48 15,0 3 0-15,2 1 0 0,-1 3 32 0,2 4 0 16,1-2 0-16,1 5 0 0,3-2-32 0,0 1-128 16,2 1 192-16,0 4-64 0,1 2-128 0,2 3 0 15,0-1 144-15,2 3-144 0,-2 2 128 0,2-1-128 16,1 0 128-16,-1-3-128 0,0 0 0 0,1-4 0 16,-2 1 0-16,1-1 0 0,-2-3 0 0,-1 0 0 15,-2-2 0-15,0 2 0 0,-2-7 144 0,0-2-144 16,-3-1 192-16,1-1-192 0,-2-1 144 0,-2-3-144 15,1-3 0-15,0 0 144 0,-2-3-96 0,1-3-48 16,-1 1 0-16,1-3 0 0,-2-2 0 0,0-1 0 16,0-2 0-16,1 2 0 0,-3-1 0 0,1-2 0 15,0-2 0-15,0 0 0 16,0-3-864-16,0 1-160 0,0-2-48 0,0 0 0 16,1-6-2560-16,3-1-512 0</inkml:trace>
  <inkml:trace contextRef="#ctx0" brushRef="#br0" timeOffset="133395">20550 12739 27647 0,'-6'-5'1216'0,"3"2"256"0,1-1-1168 0,-2 1-304 0,4 3 0 0,-5-4 0 16,-1 0 5392-16,1 0 1024 0,0 1 208 0,5 3 32 15,-7-1-4224-15,1 1-864 0,6 0-160 0,-7 4-48 16,1 0-800-16,-1 2-176 0,1-1-16 0,-2 6-16 0,2-3-144 15,-2 2-16-15,-1 2-16 0,1 1 0 0,0 1-176 0,0 2 0 16,2-3 0-16,-1 0 0 0,1-1 0 0,0-1 128 16,2-3-128-16,2 1 0 0,1-1 0 0,2 0 0 15,-1-8 0-15,4 8 0 0,0 0 0 0,2-2 0 16,1-1 0-16,1-1 0 0,-1-1 0 0,2-3-144 16,1 1 144-16,1-1-160 0,0-1 160 0,0-3 0 15,3-1-144-15,-3 0 144 0,1-1 0 0,-2 0 0 16,1-2-144-16,-1-1 144 0,-1 0 0 0,-1-2 0 15,0 1 0-15,-1-3 0 0,-2 1 0 16,-1 2-208-16,-2-2 64 0,1 2 16 0,-2-1-112 0,1 2-16 16,-2 0 0-16,-2-3 0 15,0 2-624-15,-1-1-128 0,-1 1-16 0,0 1-16 16,0 1-688-16,0-1-144 0,0 2-32 0,1 1-12624 16,3 6-2512-16</inkml:trace>
  <inkml:trace contextRef="#ctx0" brushRef="#br0" timeOffset="134080.29">21136 12279 26719 0,'0'0'2368'0,"0"0"-1888"16,1-5-480-16,0-2 0 0,-1 7 4864 0,3-6 864 15,0-2 176-15,-2 1 48 0,-1 7-3344 0,0-5-672 16,0 5-128-16,0 0-16 0,-3-4-960 0,3 4-176 16,-5-5-32-16,0 4-16 0,-2-2-352 0,0 3-64 15,-3 0 0-15,1 0-16 0,-1 3-176 0,-2 1 128 16,-1 1-128-16,-1 0 128 0,-1 2-128 0,2 2 0 16,2-1 0-16,-1 1 0 0,0 0 0 0,3 1 0 15,0-2 0-15,1 1 0 0,0 0 0 0,3 0 0 16,1 1 0-16,2 1 0 0,0 1 0 0,2 0 0 0,2-3 0 15,2 1 0-15,3-1 0 0,1 2 0 0,1 1 0 16,3-2 0-16,1 2-128 0,1-2 128 16,2 1 0-16,1 0 0 0,0 1 0 0,0 0 0 0,0-2 0 15,0 2 0-15,-2 2 0 0,1-1 0 0,-2 0 0 0,-1 0 0 16,-2-1 0-16,-1 4 0 0,-2-6 0 16,-3 2 0-16,-2 0 0 0,-2-2 0 0,-1 2 0 15,-1-2 0-15,-3-1 192 0,-2-1-64 0,-2-1 0 0,-1-1 0 0,-3 1-128 0,0-2 0 16,-1 0 0-16,-1-1 128 15,-3 1-128-15,0-3 160 0,-3-1-160 0,2-2 160 16,-2-1-160-16,1-2 128 0,-2 1-128 0,0-3 128 0,2 0-128 16,-2-2 0-16,1 0 0 0,2 0 0 0,1-2 0 15,3 1 0-15,1-2 0 0,2 2 0 0,3 0 0 16,3-1 0-16,1-1 0 0,3 1 0 0,2-1-192 0,3 1 192 16,3 1-192-16,2 2 192 15,1-2-256-15,3 1 80 0,2 2 16 0,0 1 0 0,2-2-160 16,1 2-48-16,1 0 0 0,2 1 0 15,1 0-1200-15,0 0-240 0,-1 3-48 0,0-1-13680 16,0 2-2720-16</inkml:trace>
  <inkml:trace contextRef="#ctx0" brushRef="#br0" timeOffset="134581.71">21610 12347 43359 0,'-1'-12'1920'0,"0"7"400"0,-2 0-1856 0,1-3-464 0,-1 1 0 0,0-2 0 15,-1 3 1568-15,-1-1 224 0,0 1 32 0,0 0 16 0,0 0-336 0,-2 3-64 16,1 3-16-16,-2-2 0 0,0 2-704 0,-1 2-144 16,-3 0-16-16,-1 4-16 0,-1 3-272 0,-2 2-48 15,-2 2-16-15,-2 1 0 0,-1 2 0 0,1 2 0 16,-1-1 0-16,2 1 0 0,2-1-208 0,4 1 176 16,2-2-176-16,3 1 160 0,3-1-160 0,2 2 0 15,3-5 0-15,4 0 0 0,2 0 0 0,6-1 0 16,0-1 0-16,2 0-176 0,2-3 32 0,2-2 0 15,3-1 0-15,3-2 0 0,0 0-32 0,1-3 0 16,1-2 0-16,0 0 0 0,-1-2 0 0,-2 0 0 16,0-3 0-16,-3-2 0 0,0 1 176 0,-2-1-192 15,-1-1 192-15,-1-5-192 0,-2 2 192 0,-1-1-208 16,-2 0 80-16,-2 1 128 0,-3-4-256 0,-2 2 64 16,-1 1 0-16,-3 1 16 0,-3-3-96 0,-1 3-32 15,-2 2 0-15,-2 0 0 0,-1 2-16 0,-3 1-16 0,-1-1 0 0,-1 4 0 31,-2 1-1392-31,-2 3-256 0,-3 1-64 0,0 2-16 16,0 2-2224-16,-1 3-448 0</inkml:trace>
  <inkml:trace contextRef="#ctx0" brushRef="#br0" timeOffset="134826.02">21460 12515 12895 0,'0'0'1152'0,"0"0"-928"0,0 0-224 0,0 0 0 0,0 0 7680 0,0 0 1504 15,0 0 288-15,10 4 64 0,-10-4-5696 0,7 4-1136 16,0 1-224-16,-1 3-48 0,1 1-1344 16,-2 0-272-16,0 0-48 0,1 3-16 0,-1 0-544 0,0 2-208 15,2 0 176-15,0-1-48 0,1-1-128 0,1 1 0 16,0 0 0-16,1 0 0 0,-1-1 0 0,1 0 0 16,-1-2 0-16,0 1 0 0,1-1 0 0,-3 0-240 15,0-3 80-15,-1 2 16 16,0-1-928-16,-1 0-176 0,-1 0-32 0,-2-1-16 15,-2-7-1520-15,0 9-320 0,0 3-48 0,-2-3-17520 0</inkml:trace>
  <inkml:trace contextRef="#ctx0" brushRef="#br0" timeOffset="135070.7">21075 12873 48143 0,'0'0'2128'0,"0"0"448"0,0 0-2064 0,7 0-512 15,1-1 0-15,3 0 0 0,2 0 1520 0,1 1 192 16,0 0 32-16,5-2 16 0,0 1-624 0,3 0-128 0,3-1-32 0,1 2 0 16,2 0-560-16,0 2-112 0,1-5-32 0,0 3 0 15,-1 0-192-15,2 0-80 0,-1 0 0 0,1 1 0 16,0-2 0-16,0 0 0 0,0-1 0 0,-1 2 0 16,-2-3 0-16,0 1 0 0,-1 1 0 0,-1 1 0 15,-4 0-832 1,-3 0-144-16,-2 0-48 0,-3 0 0 0,-4 0-1840 15,-9 0-368-15,0 0-80 0,0 0-17936 0</inkml:trace>
  <inkml:trace contextRef="#ctx0" brushRef="#br0" timeOffset="135427.08">21453 13172 14735 0,'0'0'1312'0,"0"0"-1056"0,0 0-256 0,0 0 0 0,0 0 7872 0,0 0 1504 16,0 0 304-16,0 0 64 0,0 0-6416 0,0 0-1296 16,0 0-256-16,0 0-48 0,0 7-784 0,1 0-160 15,2 3-16-15,-2-1-16 0,-1 1-560 0,0-1-192 16,0 3 144-16,0 0-32 0,0 1-112 0,0 1 0 15,0-1 0-15,1 1 0 0,0-1 0 0,1 0 0 16,-1 1 0-16,0-4 0 0,1 2 0 0,0-2 0 16,-2-10 0-16,0 0 0 0,2 8 0 0,-1 0-160 15,-1-8 160-15,0 0-192 16,0 8-656-16,0-8-144 0,-1 6-32 0,1-6 0 16,0 0-384-16,0 0-64 0,-7 0-32 0,-1-4 0 15,-1 2-880-15,1-4-176 0,1 1-48 0,-1-1-10512 0,0-3-2096 16</inkml:trace>
  <inkml:trace contextRef="#ctx0" brushRef="#br0" timeOffset="135628.03">21180 13123 19343 0,'0'0'1728'0,"0"0"-1392"0,0 0-336 0,0 0 0 0,0 0 7056 15,0 0 1344-15,8-7 272 0,1 2 48 16,3 1-5712-16,1 0-1136 0,1 1-224 0,3 2-48 0,1-3-864 16,3 2-160-16,1-2-48 0,3 1 0 0,1-1-288 0,0 3-64 15,0-1-16-15,2-1 0 0,-1 1-112 0,2 1-48 16,0-2 0-16,-1 1 0 15,0-2-768-15,-2 0-128 0,-2 0-48 0,1-3 0 16,-1 2-2656-16,-3 0-544 0</inkml:trace>
  <inkml:trace contextRef="#ctx0" brushRef="#br0" timeOffset="135948.86">22039 12678 52751 0,'0'0'2336'0,"0"0"480"16,0 0-2240-16,0 0-576 0,0 0 0 0,0 0 0 0,0 0 1328 0,0 0 144 0,0 0 48 15,9 0 0-15,-1 0-1072 0,1 1-192 0,1 1-64 0,-1 0 0 16,-2 1-192-16,4-1 0 0,1 2 0 0,-1 0 0 16,1 1 0-16,0-1 0 15,0 0 0-15,1 0 128 0,-2 0-128 0,1 0 0 0,-1-1 0 0,-1-1 0 16,-1 1 0-16,-1-1 0 0,0 0 0 0,0 0 0 15,-8-2 0-15,0 0 0 0,6 4 0 0,-6-4 0 16,7 5 0-16,-7-5 0 0,0 0 0 0,0 0 0 16,0 0 0-16,-3 8 0 0,0 1 0 0,-1 0 0 0,-2 2 0 0,-2-3 0 15,-2 3 0-15,-2 0 0 0,-1 2 0 16,-1-4 0-16,-1 5 0 0,0-3 0 16,-2-1 0-16,2 1 0 0,2-2 0 0,2 0 0 0,0 0 0 15,2 0 0-15,1-1 0 0,2 0 0 16,-1-2-672-1,3 1-80-15,2-1-16 0,3 1 0 0,-1-7-2240 0,8 6-464 0,3 2-96 0</inkml:trace>
  <inkml:trace contextRef="#ctx0" brushRef="#br0" timeOffset="136346.68">22711 12598 49359 0,'0'0'2176'0,"1"-4"464"0,2-2-2112 0,-1-2-528 0,0 3 0 0,-1 0 0 0,-1 5 1552 0,0 0 208 16,0-4 32-16,0 4 16 0,0 0-752 0,0 0-160 15,0 0-16-15,-7-1-16 0,0 1-688 0,-1 2-128 0,-1 3-48 0,-3 3 0 16,-1 3 0-16,-2 2 0 0,1 2 0 0,-2 4 0 16,0 1 0-16,-1 0 0 0,0 1 0 15,2 1 0-15,2 1 0 0,3 1 0 0,1-2 0 0,2 0 0 16,2-1 0-16,4 0 0 0,2-4 0 0,4 2 0 15,4-4 0-15,3-1 0 0,1 0 0 0,3-3 0 16,1-3 0-16,2 0 0 0,3-2 0 16,1-1 0-16,-1 0 0 0,1-3 0 0,1-1 0 0,-1 0 0 15,-1-3 0-15,0-2 0 0,1 0 0 0,-3-3 0 0,0 1 0 0,-2-2 0 16,-2-1 0-16,-3-4 0 0,-1 3 0 16,-3-1 0-16,-1-5 0 0,-2 2 0 0,-2-2 0 0,-1-2 0 15,-3 1 0-15,-3 0 0 0,-1 3 0 0,-2-3 0 16,-3 0 0-16,-1 1 0 0,-3-1 0 0,-2 2-208 15,-4-1 64-15,1 1 16 16,0 0-1072-16,1 2-208 0,-1 0-32 0,1 1-15024 16,1 2-3008-16</inkml:trace>
  <inkml:trace contextRef="#ctx0" brushRef="#br0" timeOffset="141054.83">23708 12879 34095 0,'0'0'1504'0,"0"0"320"0,0 0-1456 0,0 0-368 0,0 0 0 0,0 0 0 0,0 0 3904 0,-3 8 720 16,3-8 144-16,-2 10 32 0,-1-1-2944 0,2 2-576 16,1-1-112-16,0 3-16 0,-1 1-768 0,-1 2-160 15,0-3-32-15,0 1 0 0,1 2-192 0,0 0 128 16,-2-2-128-16,2 0 0 0,0 1 0 0,-1-1 0 16,1-4 0-16,1 3 0 15,0-3-848-15,3 0-272 0,-2-3-48 0,-1-7-16 16,0 0-1824-16,5 6-352 0,2-2-80 0</inkml:trace>
  <inkml:trace contextRef="#ctx0" brushRef="#br0" timeOffset="141647.2">24413 12735 7359 0,'0'0'656'0,"0"0"-528"0,0 0-128 0,3-6 0 0,-2-2 5392 0,1 1 1056 16,-1 1 208-16,0-1 32 0,-1 7-3216 15,0-6-640-15,0-3-128 0,0 1-16 0,-1 0-656 0,0 3-128 16,-1-2-32-16,0 2 0 0,-1-1-464 0,1 0-112 16,-2 1-16-16,0 1 0 0,-2 0-368 0,0 2-80 15,-1 2 0-15,0 0-16 0,-3 2-320 0,0-2-64 16,-2 4-16-16,1 3 0 0,-2 2-96 0,-3 1 0 16,0 1-16-16,1 3 0 0,0 4-176 0,2-1-128 15,0 3 192-15,3-1-192 0,1 2 240 0,3 0-64 16,3-1-16-16,3-1 0 0,3 0-160 0,4-1 0 15,2-1-192-15,4-2 192 0,3 0-144 0,1-2 144 0,1-3 0 16,3-2 0-16,1-1-160 0,4-2 160 0,4-3-128 16,3 1 128-16,2-3-192 0,1-3 64 15,1 2 0-15,1-2 0 0,1-2-32 0,0-1 0 0,-4-2 0 0,-1-1 0 16,-3-2-64-16,-2 0-16 0,-4-2 0 16,-3-2 0-16,-3 0 48 0,-2-1 0 0,-4-2 0 0,-3-1 0 15,-3 1 192-15,-3 1-144 0,-4-2 144 0,-2 2-128 16,-2 2 128-16,-3-2 0 0,-2 0 0 15,-3 2 0-15,-2 1 0 0,-3 0 0 0,-1 3 192 16,-3 0-64-16,-2 1-128 0,-4 1 144 0,0 1-144 16,0 0 160-16,-1 2-160 0,1 0-144 0,0 1 144 0,0 1-208 15,3 0-864-15,2 4-160 0,-1 0-48 16,4 0 0-16,2 3-2048 0,3 1-400 16,0 2-96-16</inkml:trace>
  <inkml:trace contextRef="#ctx0" brushRef="#br0" timeOffset="141993.13">24413 12465 25791 0,'0'0'2304'0,"0"0"-1856"0,0 0-448 0,0 0 0 16,0 0 5104-16,0 0 912 0,0 0 192 0,0 0 48 15,0 0-3504-15,6 10-688 16,1 0-144-16,0 4-16 0,-2-1-1008 0,2 4-208 16,-1 4-48-16,-1 1 0 0,-1 3-304 0,2 2-64 15,-4 3-16-15,2 7 0 0,0 3-128 0,0-1-128 16,0 2 192-16,0-5-192 0,0 1 128 0,0-2-128 0,-2 0 0 16,3 1 0-16,-2-1 128 0,0-3-128 0,-1 0 0 0,-1-1 0 15,2-2 0-15,-2-2 0 0,-1 0 128 0,0-2-48 16,0-1-80-16,-1-1 0 0,-2-3 0 0,1-2 0 15,-1 0-144-15,3-4-32 0,-2-1 0 0,-1-2 0 16,0-3-720-16,3-2-128 16,0-6-48-16,0 0 0 0,0 0-1360 0,0 0-288 0,0 0-48 0,0 0-18672 15</inkml:trace>
  <inkml:trace contextRef="#ctx0" brushRef="#br0" timeOffset="142297.18">23983 12493 27647 0,'0'0'2448'0,"0"0"-1952"16,0 0-496-16,11 0 0 0,2-4 5456 0,4 3 1008 15,2-1 192-15,5 1 32 0,2-2-4320 0,2 2-880 16,2 1-160-16,2 0-48 0,0-1-656 0,1 1-144 16,-1 0-32-16,2 0 0 0,2 0-192 0,0 1-64 15,2 0 0-15,1 1 0 0,1-2-192 0,1 1 0 16,-1 2 0-16,1 2 0 16,-4-3-272-16,-1 2-160 15,-4 0-16-15,-3 1-16 0,-3 1-960 0,-4 1-192 0,-4 0-48 0,-2 1 0 16,-4 1-2944-16,-3 3-576 0</inkml:trace>
  <inkml:trace contextRef="#ctx0" brushRef="#br0" timeOffset="142559.43">24155 13441 21183 0,'0'0'1888'0,"-5"7"-1504"0,-3 1-384 0,2-1 0 0,6-7 6576 0,0 0 1232 15,0 0 256-15,0 0 64 0,0 0-5184 0,8 5-1024 16,1 2-192-16,2-4-64 0,4-1-880 0,3-2-176 16,0-2-32-16,2 1-16 0,2-1-352 0,0-1-64 15,0 2-16-15,3-6 0 0,1 2-128 0,0 0 0 16,2-2 0-16,0 2 112 0,2 0-112 0,0-1 0 16,0 0 0-16,2-1 0 0,0 1-256 0,1-2-32 15,1-1-16-15,-1-1 0 16,0-1-1584-16,-2-1-320 0,-1-1-64 0,-1 2-21168 15</inkml:trace>
  <inkml:trace contextRef="#ctx0" brushRef="#br0" timeOffset="142962.68">25168 12751 21183 0,'0'0'944'0,"0"0"192"0,-6 0-912 0,6 0-224 0,-7-4 0 0,7 4 0 16,0 0 7680-16,0 0 1504 0,0 0 288 0,0 0 64 15,0 0-6864-15,0 0-1392 0,5 7-256 0,2-1-64 16,1-1-768-16,1 2-144 0,1-2-48 0,2 0 0 0,1 0 0 0,1 1 0 16,1-1 0-16,0 1 0 15,0-2 0-15,-2 2 0 0,0-3 0 0,-1 4 0 0,-1-4 0 0,0 0 0 16,-2 1 0-16,-1 0 0 15,-8-4 0-15,0 0 0 0,6 7 0 0,-2-1 0 0,-4-6 0 0,1 9 0 16,-1-2 0-16,-1 1 0 0,-1 1 0 0,-2-1 0 16,-4 1 0-16,0 1 0 0,0 2 0 0,-1 0 0 15,-1-1 0-15,-2 0 0 0,0-1 0 16,0 1 0-16,-1-1 0 0,2 2 0 0,-2-3 0 0,1 2 0 16,0-4 0-16,0 1 0 0,2 0 0 0,1-4 0 15,1 1 0-15,1 0 0 0,2 1-160 0,1-1-32 16,4-5 0-16,0 0 0 15,0 0-1248-15,0 0-256 0,4 9-48 0,3-3-16 16,3 0-2656-16,5-2-544 0</inkml:trace>
  <inkml:trace contextRef="#ctx0" brushRef="#br0" timeOffset="143348.34">25750 12755 44927 0,'0'0'1984'0,"0"0"416"0,0 0-1920 0,0 0-480 0,0 0 0 0,0 0 0 15,0 0 2016-15,0 0 304 0,0 0 64 0,0 0 16 16,-8 0-832-16,0 2-160 0,-1 4-48 0,0 1 0 0,-2 5-976 0,0 3-192 16,-4 0-32-16,1 5-16 15,0 2-96-15,-3-4-48 0,0 3 0 0,2-1 0 0,2-2 0 0,0 0 0 16,3 3 0-16,2-4 0 0,2 0 0 0,3 0 0 16,3 0 0-16,0-3 0 0,4 0 0 0,2 1 0 15,4-2 0-15,3-1 0 0,0-1 0 0,2-2 0 16,3 1 0-16,3-5 0 0,1 0 0 0,3-1 0 15,3-3 0-15,-1-1 0 0,0-1 0 0,1-2 0 16,-1-1 0-16,-1-1 0 0,-2-3 0 16,-1 1 0-16,-2-5 0 0,0-3 0 0,-2 1 0 0,-2 0 0 15,-2-2 0-15,-2-1 0 0,-3-1 0 16,-1 0 0-16,-1-2 0 0,-3 1 0 0,-5-1 0 16,0-2 0-16,-2 1 0 0,-3 0 0 0,-2 2 0 0,-2 0 0 15,-3 2 0-15,-1 0 0 0,-1 2 0 0,-2 0 0 16,-1 1 0-16,-2 0 0 0,-2 2 0 0,-1 0 0 15,-1 2-160-15,0 1 160 16,-2 1-1248-16,0 1-160 16,1-3-48-16,3 2-23200 0</inkml:trace>
  <inkml:trace contextRef="#ctx0" brushRef="#br0" timeOffset="144311.18">26651 12807 32255 0,'0'0'2864'0,"0"0"-2288"15,-2-5-576-15,2 5 0 0,0 0 3760 0,0 0 640 16,6-5 128-16,-3-1 16 0,3 1-2160 0,1 0-432 0,3 1-96 0,1 1 0 15,4 1-896-15,2 0-160 0,2 2-32 16,3 0-16-16,2 0-400 0,2 0-80 0,1 0-16 0,2 0 0 16,0 0-256-16,1 2 0 0,-2 0 0 0,2-2 144 15,2 0-144-15,0 2 0 0,2-1 0 0,3-1 0 16,0 0 0-16,1 0 0 0,0 0 0 0,1 0 0 31,1 0-1024-31,0 0-112 0,-4-1-16 0,-1-1 0 0,-1-2-2304 0,-3 2-448 0</inkml:trace>
  <inkml:trace contextRef="#ctx0" brushRef="#br0" timeOffset="144612.04">27555 12675 10127 0,'0'0'896'0,"-7"-2"-704"16,-3-1-192-16,3 1 0 0,-1-1 9232 0,1 3 1824 16,7 0 352-16,-6 0 80 0,6 0-8352 0,0 0-1664 15,0 0-320-15,0 0-80 0,0 0-432 0,0 0-64 16,5 5-32-16,1 3 0 0,2 0-400 0,1 1-144 15,1-3 0-15,0 2 144 0,2 1-144 0,-1 0 0 16,2-2 0-16,1 1 128 0,-1 0-128 0,0-1 0 16,0 0 144-16,0 1-144 0,0-3 0 0,-2 3 0 15,0-2 0-15,-2 1-128 0,-1-1 128 0,0 1 0 16,-8-7 0-16,6 8 0 0,-2 0 0 0,-1-1 0 0,-2 1 0 0,-1-1 0 16,-1 2 0-16,-2-1 0 0,-1-1 0 0,-1 4 128 15,-4-3 0-15,0 3 16 16,-2 0 0-16,0-1 0 0,-3-1-144 0,3 1 192 0,-2-1-192 15,1-1 192-15,0-1-192 0,1 0 0 0,0-1 0 0,1 2 128 16,-1 0-416-16,2 2-96 0,0-3 0 0,0 1-16 16,0 0-1408-16,1-1-288 15,1 1-48-15</inkml:trace>
  <inkml:trace contextRef="#ctx0" brushRef="#br0" timeOffset="150999.38">28601 12524 23951 0,'0'0'1056'0,"0"-6"224"0,0-2-1024 0,1 0-256 0,1 1 0 0,-2 7 0 0,2-5 5248 0,-2 5 1008 15,0 0 192-15,0 0 32 0,0 0-3664 0,0 0-752 16,0 0-144-16,0 0-16 0,0 0-960 0,-1 12-192 15,-3 1-48-15,-1 3 0 0,-2 2-208 0,-1 0-48 16,-1 4-16-16,0 2 0 0,-1-1-240 0,-1 2-32 16,1 0-16-16,-1 0 0 0,1-1-144 0,0 0 0 15,0-2 0-15,3-3 128 0,-1 0-128 0,1-4 0 16,2-2 0-16,0-2 0 0,0-2 0 16,1-3 0-16,4-6 0 0,0 0 0 0,0 0-192 15,0 0 16-15,0 0 16 0,0 0 0 0,0 0-80 0,0 0-16 0,1-7 0 0,3-4 0 16,1 0 256-16,3-5 0 15,0-1 0-15,2-4-144 16,1-4-384-16,2 1-80 0,1-4-16 0,2 1 0 16,1-1 208-16,-2-2 32 0,1 2 16 0,-2 0 0 0,-1 1 176 15,-1 3 16-15,-4 5 16 0,0 3 0 0,-3 5 160 0,-1 3 176 16,-4 8-48-16,0 0 0 0,0 0 448 0,0 0 96 16,0 0 16-16,0 0 0 0,0 0-160 0,0 9-16 0,-2 1-16 0,2 3 0 15,-1-2-272-15,1 3-48 0,1 4-16 0,1-1 0 16,0 3-160-16,2-2 0 0,2 2 144 0,0-1-144 15,1 1 0-15,0-1 0 0,3 1 0 0,0-2 0 0,0 2 0 16,1-2 0-16,-1-1 0 0,1-3 0 0,-2 2 0 0,0-2 0 16,0-1 0-16,0 0 0 0,0-1-144 0,0 0 144 15,-1-2-160-15,0 2 160 0,0-8-192 0,-2 2 192 16,0 1-208-16,-2 1 80 0,-4-8 0 0,0 0 0 16,0 0 0-16,0 0 0 0,2 8 128 0,-2-8-208 15,0 0 80-15,-4 6 128 0,-2-1 0 0,-2 0 0 16,-1-2 0-16,-2 1 0 0,0-3 0 0,-1 2 0 15,-4-1 160-15,-1 0-160 0,-1 0 128 0,-2 1-128 16,1 0 0-16,-1-2 0 0,-1 0 0 16,1 1 0-16,-1-2 0 0,1 0 0 15,2 0-976-15,2 0-112 0,3 0 0 0,3 0-15152 16,1 0-3024-16</inkml:trace>
  <inkml:trace contextRef="#ctx0" brushRef="#br0" timeOffset="151498.5">29605 12271 27647 0,'0'0'2448'0,"-4"-4"-1952"0,-3-6-496 0,1 1 0 15,-2 1 5888-15,2 0 1088 0,-1 2 224 0,-1-1 32 0,-1 1-5008 16,0 2-1008-16,-1 0-208 0,0 0-48 0,-1 1-432 0,-1 2-80 16,-2 1-32-16,-2 0 0 0,-1 1-272 0,-1 3-144 15,-3 3 160-15,0-1-32 0,0 1-128 0,-1 2 0 16,-3 0 0-16,2 1 0 0,-1 2 0 0,3 0 0 16,2-2 0-16,2 3 0 0,1 0 0 0,3 0 0 15,1-1 0-15,3 0 0 0,3 1 0 0,2-1 0 16,1-1 0-16,3 1 0 0,2-3-144 0,2 0 144 15,1 0 0-15,1 2-144 0,2-3 144 0,3 1 0 16,2 0 0-16,2-1-128 0,2 0 128 0,1 1 0 16,3-3 0-16,3 1 0 0,2-1 0 0,1-1 0 15,3 1 0-15,0-1 0 0,0 0 0 0,-1 2 0 16,-2-1 0-16,-2 2 0 0,-3 0 0 0,-2 1 0 16,-5 1 0-16,-2 1 0 0,-1 0 0 0,-3 0 0 15,-4-1 0-15,-1 1 0 0,-2 1 0 0,-2-1 0 0,-3 0 0 16,-2-1 0-16,-2 3 0 0,0-1 0 15,-3-2 128-15,-3 2-128 0,-1 0 0 0,-3 0 144 0,0 2-144 0,-1-1 144 16,-2-4-144-16,-1 1 0 0,-1 1 0 16,0-1 0-1,-1-1-384-15,0 2-64 0,0-1 0 0,1-1-16 16,0-2-1088-16,1-1-224 0,3 1-32 0</inkml:trace>
  <inkml:trace contextRef="#ctx0" brushRef="#br0" timeOffset="151766.96">29208 12662 53567 0,'0'0'1184'0,"0"0"240"0,0 0 48 0,0 0 16 0,-5 6-1184 0,1-1-304 0,0 3 0 0,1 1 0 0,-1 2 1168 16,0 1 176-16,0 6 48 0,-1 1 0 0,-2 1-1088 0,1 3-304 15,0-1 0-15,0 0 128 0,-2 1-128 0,0-4 128 16,0-1-128-16,1-1 128 0,-3 0-128 0,3-3 0 16,-1-1 0-16,1-1 0 15,1-3-448-15,1-1 16 0,1 1 16 0,-2-2 0 16,6-7-1216-16,-5 3-240 0,5-3-48 0,0 0-13888 16,0 0-2752-16</inkml:trace>
  <inkml:trace contextRef="#ctx0" brushRef="#br0" timeOffset="152002.23">29761 11923 32255 0,'0'0'2864'0,"0"0"-2288"0,0 0-576 0,0 0 0 15,0 0 4208-15,0 0 720 0,0 0 160 0,0 0 32 16,-6 3-3136-16,1 2-640 0,2 7-112 0,-1-3-16 0,-1 2-688 0,0 3-128 15,-1 1-16-15,0 0-16 0,-1 0-368 0,1 2 0 16,-1-1 0-16,1 1 0 16,-1 0-144-16,1-2-112 0,-1 0 0 0,2-2-16 15,1 0-1712-15,1 0-320 0,1-3-80 0,3-1-19824 16</inkml:trace>
  <inkml:trace contextRef="#ctx0" brushRef="#br0" timeOffset="152508.42">30117 12415 21183 0,'-18'-4'1888'0,"11"2"-1504"0,0 0-384 0,0 0 0 15,7 2 7200-15,-5 2 1376 0,5-2 256 0,0 0 64 16,0 0-5968-16,0 0-1200 0,0 0-256 0,0 0-32 15,0 0-1024-15,5 6-208 0,-5-6-32 0,10 8-16 16,1 0-160-16,1 0 0 0,-1 0 0 0,2-3 0 0,2 1 0 0,-1 1 0 16,2 1 0-16,-1-2 48 0,1 1-48 0,1-1 0 15,0-1 0-15,0 1 0 0,-3 0 0 0,1-1 0 16,-4 2 0-16,0-2 0 0,-2 0 0 0,-1 2 0 16,-2-1 0-16,-3-2 0 0,-1 1 0 15,0 3 0-15,-2-1 0 0,-3-1 0 0,-2 1 0 16,-2-1 0-16,0 1 0 0,-3 1 0 0,0 1 0 0,0-1 0 15,0 1 0-15,0 0 0 0,0-1 0 0,-1 1 0 16,1-3 0-16,1 2 0 0,-1-1 0 0,1-1 0 16,0 3 0-16,1-5 0 0,2 1-240 0,1-1-32 15,-1 0-16-15,6-4 0 16,0 0-1808-16,0 0-352 0,0 0-80 0,7 4-20688 0</inkml:trace>
  <inkml:trace contextRef="#ctx0" brushRef="#br0" timeOffset="152867.09">30875 12475 21183 0,'0'0'1888'0,"0"0"-1504"0,0 0-384 0,0 0 0 15,-4-4 6688-15,4 4 1264 0,-5-2 256 0,-2 2 48 16,-1 0-5136-16,-1 2-1040 0,-3 3-208 0,-1 1-32 16,-1 5-1168-16,-2-2-224 0,-1 3-64 0,-1 2 0 15,-1 2-384-15,-1 2 0 0,2 1 0 0,-1 1 0 16,3 1 0-16,1-3 0 0,3 2 128 0,5-1-80 15,0 1-48-15,4-1 0 0,3 1 0 0,3-1 0 16,2 0 0-16,3-2 0 0,4-2 0 0,1-2 0 0,3 2 0 0,1-4 0 16,1-1 0-16,1-1 0 0,2-4 0 15,1-3 0-15,0 2 0 0,1-4 0 0,-1-1 0 16,0-3 0-16,1-1 0 0,0-2 0 0,-3-3 0 0,0 0 0 16,0-3 0-16,-2-3 0 0,-1-2 0 0,-2-1 0 15,-2 1 0-15,-3 0 0 0,-4 0 0 16,-2 1 0-16,-3-3 0 0,-2 2 0 0,-4-2 0 0,-4 1 0 15,-3-1 0-15,-2 1 0 0,-2 0 0 0,-2 2 0 16,-3 2 0-16,0-3 0 0,1 2 0 0,1 2-160 16,1-1 160-16,2 5-128 15,2 3-1776-15,1-2-336 0</inkml:trace>
  <inkml:trace contextRef="#ctx0" brushRef="#br0" timeOffset="159711.74">1372 14580 33167 0,'0'0'2944'0,"0"0"-2352"0,0 0-464 0,0 0-128 16,0 0 3120-16,0 0 592 0,0 0 128 0,0 0 32 0,7-3-1696 0,2-3-352 15,2 2-64-15,1 3-16 0,-1-2-832 0,4 1-160 16,0-2-48-16,4 0 0 0,-1 2-416 0,1 0-96 16,-2-3 0-16,3-1-16 0,1 4-176 0,-2 0 0 15,-2 0 0-15,2-1 128 0,-3 1-128 0,0 0 0 16,-3 1 0-16,-1 2 0 0,0 2 0 0,-12-3 0 16,0 0 0-16,0 0 0 0,9 9 0 0,-3 1 0 0,-6-10 0 0,2 11 0 15,-2-11 0-15,-4 14 0 16,-2-1 0-16,-1-1 0 0,-3-2 0 0,0 1 0 15,0-2 0-15,-1 1 0 0,1 1 0 0,-1-2 0 16,0 0 0-16,0 0 0 0,-1 0 0 0,2 0 0 16,1-2 128-16,1 0-128 0,2-2 0 0,0 1 0 0,6-6 0 0,0 0 0 15,0 0 0-15,0 0 0 16,0 0 0-16,-1 12 0 0,1-12 0 0,0 0 128 16,0 0-128-16,0 0 0 0,0 0 368 0,9 7-16 0,-9-7 0 0,14 3 0 15,0 1-512-15,0-1-96 0,0 0-32 16,1-2 0-16,-4 0 288 0,2 2 0 0,2-1 0 15,-1 1 0-15,-1 1 0 0,0 0 0 0,-1 1 0 16,-12-5 0-16,13 4 0 0,-1 2 0 0,-12-6 0 0,10 11 0 16,-1-2 0-16,-9-9 0 0,0 0 0 0,4 10 0 15,-4-10 0-15,-1 12 176 0,-4-1-176 16,-2-1 160-16,0-1-32 0,-2 0-128 0,-2-1 192 16,-2 3-64-16,0-5-128 0,0 1 160 0,-2-1-160 0,0-2 160 15,-4 1-160-15,2 0 0 0,2-1 144 0,-2-1-144 0,0-3 0 16,1 3 0-16,2-3 0 0,-1 0-192 15,-1 0-704-15,1-4-160 16,2 1-32-16,3 2 0 0,10 1-2112 0,0 0-448 0,-11-9-64 0</inkml:trace>
  <inkml:trace contextRef="#ctx0" brushRef="#br0" timeOffset="160238.99">1641 14347 38991 0,'-15'-7'1728'0,"4"3"352"0,0-1-1664 0,-2 0-416 0,-1 0 0 0,1-1 0 0,-2-3 1696 0,-1 3 256 0,-1-1 48 16,2 3 16-16,-2 0-352 0,1 2-64 16,0-1 0-16,1 3-16 0,-1 0-688 0,-1 3-144 15,-2 1-32-15,0 0 0 0,1 3-208 0,0 5-32 0,-2 4-16 0,-2 5 0 16,-4 0-176-16,1 2-32 0,2 6-16 15,1 1 0-15,1 2-64 0,2 3-16 0,4 3 0 16,3 3 0-16,2 2-32 0,3 1 0 0,3 3 0 16,4-4 0-16,3 1-128 0,3-1 192 0,4-1-192 15,5-5 192-15,6-6-192 0,4-1 192 0,1-1-192 0,4-2 192 16,4 2-192-16,2-3 0 0,3-3 144 0,0 1-48 16,2-4-96-16,-2-3 0 0,-1-1 0 0,-2-4 0 15,-1-3 0-15,2-4 0 0,1-4 0 0,0-1 0 16,-1-3 0-16,-11-3 0 0,3 0 0 0,4-3 0 15,-1-4 0-15,0 1 0 0,-2-5 0 0,0 0 0 16,-2-1 0-16,0-2 0 0,-2 1 0 0,-4-5 0 16,-3 1 0-16,-2-3 0 0,-1-3 0 15,-3-1 0-15,-2 0 0 0,-2-1 0 0,-3-1 0 0,-3 0 0 0,-5 1 0 0,-1-2 0 16,-4 3 0-16,-3 1 0 0,-3 2 0 16,-3 1 0-16,-4 1 0 0,-2 3 0 0,-1 1 0 0,-3 3 0 15,-3 1 0-15,-14-4 0 0,1 1 0 0,4 5 0 16,1 0 0-16,3 5 0 0,4 1 0 0,4-2 0 15,1 2 0-15,4 3 0 0,2 1 0 0,3-1 0 16,3 0 0-16,4 2 0 0,1 0 0 0,8 4-160 16,-8-3 160-16,8 3-192 15,0 0-912-15,0 0-192 0,0 0-48 0,0 0-15216 0,9-6-3040 0</inkml:trace>
  <inkml:trace contextRef="#ctx0" brushRef="#br0" timeOffset="161506.87">2790 14332 21183 0,'0'0'1888'0,"0"0"-1504"0,-3-7-384 0,3 7 0 0,0 0 4592 0,0 0 848 15,0 0 160-15,0 0 32 0,0 0-3200 0,0 0-640 16,0 0-128-16,0 0-16 0,0 0-320 0,3 14-64 16,0 0-16-16,-1 4 0 0,-1 3-512 0,2 5-96 15,1 2-32-15,0-2 0 0,-3 0-112 0,2 0-32 16,1 5 0-16,0 2 0 0,-2-1-240 0,2-2-48 15,0-2-16-15,0-2 0 0,0 0-160 0,-2-4 0 16,1-1 0-16,1-1 0 0,0-3 0 0,0-3 0 16,-2-1-160-16,1-1 160 15,-3-12-1008-15,3 10-96 0,-3-10-32 0,0 0 0 16,0 0-1280-16,0 0-256 0,0 0-48 0,0 0-17632 0</inkml:trace>
  <inkml:trace contextRef="#ctx0" brushRef="#br0" timeOffset="161777.15">3044 14240 32255 0,'0'0'2864'0,"0"0"-2288"0,0 0-576 0,0 0 0 0,0 0 3584 0,0 0 624 15,0 0 112-15,0 0 32 0,-2 12-2464 0,-1 2-480 16,2 2-112-16,-1 4-16 0,4 3-384 0,-2 1-96 16,0 4-16-16,0-1 0 0,0 2-400 0,0-1-96 15,1 0-16-15,3 2 0 0,-2-2-64 0,1 2-16 16,0-5 0-16,-1 1 0 0,2 3-192 0,-1-4 0 15,-2 0 0-15,2-5 0 0,-1-1 0 0,1-2 0 16,0-3 0-16,-1-1 0 0,-1-3 0 0,-1-10-192 16,4 11 16-16,0-3 0 15,-4-8-896-15,0 0-176 0,0 0-32 0,0 0-16 16,0 0-704-16,0 0-144 0,0 0-32 0,0 0 0 16,0 0-2272-16,0 0-464 0</inkml:trace>
  <inkml:trace contextRef="#ctx0" brushRef="#br0" timeOffset="162158.68">2897 14650 27647 0,'0'0'2448'0,"0"0"-1952"15,0 0-496-15,0 0 0 0,0 0 4112 0,0 0 736 0,0 0 144 16,0 0 16-16,0 0-2352 0,0 0-480 0,5 10-80 0,4-3-32 16,3-1-1200-16,1-2-240 0,3-3-48 0,2-2-16 15,3-2-144-15,1 0-32 0,0-1 0 0,2 0 0 16,0-6-128-16,1 2-48 0,0 0 0 0,-3 2 0 15,-1-1-208-15,0 0 176 0,0-3-176 0,-2-3 160 0,2 3-160 16,-1 0 0-16,-4 0 0 0,0 0 0 0,-2-3 0 0,-2 4 0 16,-1 1 128-16,-2 1-128 15,-1 1 0-15,-3-4 0 0,-3 0 0 0,1 3 0 0,-3 7 0 0,0-10 0 16,-1 4 0-16,1 6 0 0,0 0 0 0,-7-5 0 16,7 5 0-16,-9-2 0 0,-3 2-144 0,1 3 144 15,-1 4 0-15,0 2 0 0,-1-2 0 0,0 7 0 16,0 0 0-16,-1 5 0 0,-3 4 0 0,2 0 0 15,4-1 0-15,2 3 0 0,1 1 0 0,3 0 176 0,1 2-176 16,1-5 160-16,2-1-160 0,2-1 192 0,2-1-192 16,3-3 192-16,5-3-64 0,0-1 0 15,2-3 0-15,2-3 0 0,2-2-400 0,2-1-96 16,1-5-16-16,-1-1 0 16,3 1-896-16,-3-4-192 0,3 1-48 0,3 0 0 15,1-5-2320-15,2 1-448 0,2-1-112 0</inkml:trace>
  <inkml:trace contextRef="#ctx0" brushRef="#br0" timeOffset="162607.45">3882 14593 25791 0,'-1'-5'2304'0,"0"-2"-1856"0,-3-3-448 0,-1 3 0 15,0 2 4608-15,-2-1 816 0,-2 0 160 0,-2 4 48 16,0-2-2880-16,-1 4-560 0,-1 0-112 0,-1 3-32 16,-1 0-960-16,1 0-192 0,0 5-32 0,-2 1-16 15,-2-1-368-15,-1 4-80 0,0 1-16 0,1 1 0 16,1 2-176-16,2-1-32 0,2 0-16 0,7-4 0 0,-1 2-160 15,3 3 0-15,2-4 0 0,2 2 0 0,1-2 0 16,2 0 0-16,2-3 0 0,1 0 0 0,1-1-304 0,2-2 16 16,1-2 0-16,2 0 0 0,1-3 80 0,0-1 16 15,0-1 0-15,6-3 0 0,-5-1-128 16,2-2-32-16,-2 1 0 0,0-3 0 0,-1-4 32 16,-1 1 0-16,-2 1 0 0,0 0 0 0,-4-1 160 15,1-1 160-15,-2-1-208 0,-1 1 80 0,-2 0 128 0,1 0 0 16,-2-1 0-16,-1 1 0 0,0 0 176 0,-1 3-48 15,0-2 0-15,-1 3 0 0,2 9 80 0,0 0 16 16,-2-9 0-16,2 9 0 0,0 0-32 0,0 0-16 16,0 0 0-16,0 0 0 0,0 0-176 0,0 0 0 15,0 0 0-15,0 0 128 0,-3 13-128 0,3 0 0 16,3 0 0-16,1-1 0 0,0 0 0 0,1-1-176 0,3 4 176 16,-1-1-128-16,3-5 128 0,1 2 0 0,2 2 0 0,0-3-128 15,0-3-192-15,2-4-48 0,2 1 0 16,-6-2 0-1,1-2-304-15,1-2-64 0,0-2-16 0,0 1 0 16,0-3-832-16,-1 0-160 0,0-2-48 0,-2 0 0 16,-1-1-496-16,0 0-96 0,1 1-32 0,-1-1-9456 15,-3-4-1888-15</inkml:trace>
  <inkml:trace contextRef="#ctx0" brushRef="#br0" timeOffset="162838.3">4128 14202 23039 0,'-3'-3'2048'0,"3"3"-1648"0,-4-1-400 0,4 1 0 16,0 0 5120-16,0 0 928 0,0 0 192 0,0 0 32 15,0 0-3328-15,-3 10-688 0,2 0-128 0,0 3-16 16,1 1-1040-16,1 2-208 0,2 1-32 0,-1 2-16 0,2-1-352 0,0 6-64 16,1-2-16-16,1 1 0 0,-1 2-384 0,0 0 0 15,0-4 0-15,2 2 0 0,-1 3 0 0,2-3 0 16,-3 0 0-16,1-1 0 0,-3-2 0 0,1-2 0 16,-1 2 0-16,0-3 0 0,-1-1-352 0,-1-4 48 15,1 0 16-15,-1-2 0 16,-1 0-800-16,0-10-144 0,0 0-48 0,0 0 0 15,0 0-784-15,0 0-176 0,0 0-16 0,0 0-16 16,0 0-2144-16,-6 0-416 0,6 0-96 0,-19-11 0 0</inkml:trace>
  <inkml:trace contextRef="#ctx0" brushRef="#br0" timeOffset="163019.93">3979 14550 21183 0,'-5'-12'1888'0,"3"8"-1504"15,2 4-384-15,0 0 0 0,0 0 5616 0,0 0 1040 16,2-7 224-16,2 3 32 0,-4 4-3696 0,7-4-736 15,3 1-160-15,1 1-16 0,4-1-1248 0,2-1-240 16,1 1-48-16,3-2-16 0,1 0-432 0,0 0-96 16,2 1-16-16,0-1 0 0,0-1-80 0,-1 1-128 15,1 0 176-15,-1 0-176 0,1 1 0 0,-1 1 0 0,1-1 0 16,-2 2 0 0,0 0-1584-16,-3 1-320 0,2 1-64 0,0 1-21840 0</inkml:trace>
  <inkml:trace contextRef="#ctx0" brushRef="#br0" timeOffset="164158.78">4948 14366 11055 0,'0'0'480'15,"0"0"112"-15,0 0-464 0,0 0-128 0,-3-6 0 0,3 6 0 0,0 0 7136 0,0 0 1408 16,0 0 288-16,0 0 48 0,0 0-5184 0,0 0-1040 15,-3 10-208-15,3 3-32 0,3 0-1168 0,1 3-224 16,-1 3-64-16,2-2 0 0,1 3-272 0,1-3-64 16,-2 0-16-16,2 1 0 0,-1 0-288 0,1-1-64 15,-1-4-16-15,-1-1 0 0,-1 0-240 0,1-2 144 0,1-2-144 0,-6-8 128 16,0 0-128-16,0 0 128 0,0 0-128 0,0 0 128 16,0 0-128-16,0 0 160 15,0 0-160-15,0 0 160 0,-6-3-112 0,1-3-48 16,1-2 0-16,0-1 0 0,2-3 0 0,-1 1 0 0,1 0 0 0,0-2 0 15,2-3 0-15,0-1 0 0,2-1 0 0,1 0 0 16,3-4 0-16,-1 1 0 0,-1-1 0 0,2-2 0 16,2 2 0-16,0 4 0 0,-2 1 0 0,1 4 0 15,-2-3 0-15,0 6 0 0,1 2 0 0,1-1 0 32,0 2-704-32,-7 7-144 0,9-6-32 0,-9 6 0 15,13 1-1408-15,-2 4-272 0,-1 3-64 0,2 3-19552 0</inkml:trace>
  <inkml:trace contextRef="#ctx0" brushRef="#br0" timeOffset="164692.57">5194 14555 17503 0,'0'0'1552'0,"0"0"-1232"0,0 0-320 0,0 0 0 0,0 0 6336 0,0 0 1200 15,0 0 240-15,8-5 48 0,-2-1-4816 0,1-1-960 16,1-1-192-16,1-1-32 0,1-3-800 0,2-1-176 16,-3-1-16-16,3-2-16 0,0 1-496 0,1-4-112 15,-2 0-16-15,1-2 0 0,-1 1-192 0,0 1 176 16,0-2-176-16,-1 1 160 0,-2 5-160 0,-2-1 0 15,-2 4 0-15,0 3 0 0,-2 3 0 0,-2 6 0 16,0 0 0-16,0 0 0 0,-6-1 0 0,0 3 0 16,-2 5 0-16,0 4 0 0,-1 2 0 0,0 4 0 15,-1 0 0-15,-1 5 0 0,1 2 0 0,-1 1 160 16,1-3-32-16,2 0-128 0,3-1 192 0,2-2-192 0,2 0 192 16,2-1-192-16,3-2 0 0,0-2 0 15,1-2 0-15,2-1 0 0,1 0 0 0,1-2 0 0,1-5-160 0,1 0 160 16,-1 0-208-16,2-4 80 15,-1-3 128-15,2-1-208 0,2-1 16 0,-2-4 0 0,0 0 0 0,-1-2 0 16,-1 1 64-16,1-1 128 16,-3-2-208-16,0 0 80 0,0 0 128 0,1-1 0 15,-3-2-144-15,0 1 144 0,-3-1 0 0,1 2 0 0,0-2 0 0,-1 2 0 16,-1-1 192-16,-1 2-32 0,1 3-16 0,-2 3 0 16,-1 1 128-16,-1-1 32 0,1 7 0 15,0 0 0-15,0 0 16 0,0 0 16 0,0 0 0 0,0 0 0 16,4 13-112-16,0 2-32 0,1 2 0 15,0 2 0-15,2 3-32 0,1 2-16 0,-1-1 0 0,1 3 0 16,0 2-96-16,1 3-48 0,2 4 0 0,-1 0 0 0,0 2 0 0,1-4 0 16,-1 0 0-16,1-1 0 15,-2 0 0-15,-1-2 0 0,0-1 0 0,-2-6 0 16,-2 4 0-16,0-8 0 0,0-2 0 0,-3-3 0 0,-1-2 0 0,0-4 0 16,0-8 0-16,0 0 0 0,0 0-224 0,0 0-32 15,0 0-16-15,-6-1 0 16,0-2-1088-1,1-6-224-15,0-2-32 0,0-3-14592 0,1-4-2928 0</inkml:trace>
  <inkml:trace contextRef="#ctx0" brushRef="#br0" timeOffset="164856.64">5632 14190 14735 0,'0'0'1312'0,"0"0"-1056"0,-1-4-256 0,1 4 0 15,0-6 7728-15,0 6 1488 0,0 0 288 0,4-8 64 16,-2 1-6576-16,-2 7-1328 0,5-5-256 0,-5 5-48 15,8-4-880-15,0 2-176 16,1 0-48-16,2 4 0 16,-1 0-1408-16,2 1-304 0,-3 2-48 0,3 2-16 15,-1 2-3024-15,1-1-624 0</inkml:trace>
  <inkml:trace contextRef="#ctx0" brushRef="#br0" timeOffset="165175.09">5808 14482 22111 0,'0'0'976'0,"0"0"208"0,0 0-944 0,0 0-240 0,5 7 0 0,-5-7 0 15,0 0 5776-15,0 0 1120 0,8 0 208 0,1-3 64 16,-1-2-4272-16,2-2-848 0,1-2-160 0,-1 0-32 16,1 0-1088-16,-1-3-224 0,1-1-32 0,0-1-16 0,1 0-240 0,0-2-64 15,-2 0 0-15,-1 1 0 0,1-4-192 0,-3 2 128 16,0 2-128-16,-3-1 0 16,0 3 0-16,-2 3 128 0,0 1-128 0,-4 2 0 15,0 2 0-15,-2 0 0 0,-3 3 0 0,-1 4 0 0,-2 0 0 0,0 5 0 16,-2 2 0-16,-1 4 0 0,-2 4 0 0,1 1 0 15,-2 3 0-15,2 0 0 0,0 1 0 0,2 1 144 16,2-2-144-16,2 0 128 0,3-1-128 0,2-2 0 16,2-1 0-16,2 0 0 0,2-4 0 15,2 0-144-15,3-1 0 0,1-1 0 16,2-4-576-16,3 0-112 0,0-4-32 0,3 1 0 31,1-4-800-31,2-1-176 0,-1-3-16 0,2-2-16 0,-1-2-1760 0,0 1-336 16,0 1-80-16,1-1-12848 0</inkml:trace>
  <inkml:trace contextRef="#ctx0" brushRef="#br0" timeOffset="165409.44">6293 14291 15663 0,'1'-8'1392'0,"1"0"-1120"0,-1-1-272 16,-1-2 0-16,0 2 5488 0,0 0 1040 0,-1 1 192 0,-2-1 64 15,-2 5-3440-15,0 0-672 0,-2 2-144 0,1 2-32 16,-2-2-784-16,-1 4-176 0,-2 2-16 0,-1 1-16 16,1 1-640-16,-2 5-128 0,-2 1-32 0,1 3 0 15,1 2-256-15,0 3-64 0,0 1-16 0,1-1 0 16,3 1-368-16,3 3 0 0,2-3 0 0,1-2 128 15,3 1-128-15,3-5 0 0,3 0 0 0,1-2 0 16,2-1-128-16,1-2 0 0,2-1 0 0,2-1 0 16,2-2-112-16,1 1-16 0,1-4 0 0,2-2 0 15,-1-1-512-15,1-1-96 0,1-1-32 0,1-3 0 16,0-3-640-16,0-2-144 16,0-3-32-16,2-2 0 0,-2 0-2368 0,0-3-464 15</inkml:trace>
  <inkml:trace contextRef="#ctx0" brushRef="#br0" timeOffset="165626.26">6594 14009 28559 0,'-8'-9'1264'0,"8"9"272"0,-6-1-1232 0,6 1-304 16,-7-2 0-16,1 0 0 0,-1 2 4720 0,7 0 880 15,-6 4 176-15,-1 0 48 0,7-4-3376 0,-5 6-656 16,1 3-144-16,2 3-32 0,-2 2-1040 0,1 3-192 16,2 1-64-16,-1 5 0 0,2 0-64 0,0 4 0 0,2 1-16 0,-1 0 0 15,2 1-240-15,-1 1 128 16,2 0-128-16,0-1 0 0,1-2 0 0,0-1 0 0,1-1 0 0,-1-3 0 15,-1-4 0-15,0-1-208 0,-2 0 16 0,1-4 0 32,0-2-576-32,-2-2-128 0,-1-9 0 0,1 8-16 15,-1-3-688-15,0-5-128 0,0 0-16 0,0 0-16 16,0 0-1520-16,0 0-304 0,0 0-64 0,0 0-13696 0</inkml:trace>
  <inkml:trace contextRef="#ctx0" brushRef="#br0" timeOffset="165858.13">6477 14347 23039 0,'-11'-8'2048'0,"11"8"-1648"0,-5-3-400 0,5 3 0 15,-1-5 4352-15,1 5 768 0,0 0 176 0,0 0 16 16,3-5-2256-16,2 1-464 0,1 0-96 0,1 1 0 16,1 1-1088-16,1-2-192 0,1 1-64 0,2 1 0 15,2 0-496-15,2-2-96 0,1 2-32 0,1 2 0 0,2-3-208 16,-1 3-64-16,-3 0 0 0,2 3 0 0,0-3 0 0,1 4-16 16,-4 1 0-16,1 3 0 0,-2 1-240 0,-1 1 0 15,-1 3 0-15,-2-1 0 0,1 1 0 0,-2 1 0 16,-3 1 0-16,1-1 0 0,-2-2 0 0,0 0-208 15,-2-2 64-15,-2-1 16 16,-1 0-448-16,0-2-64 0,0-7-32 0,0 0 0 16,-1 5-1152-16,1-5-224 0,0 0-64 0,0 0-13216 15,-5 4-2656-15</inkml:trace>
  <inkml:trace contextRef="#ctx0" brushRef="#br0" timeOffset="166031.38">6751 14199 24879 0,'0'0'2208'0,"1"-6"-1760"15,0-3-448-15,2 2 0 0,-1 1 4480 0,1-1 800 0,-3 7 160 0,4-6 48 16,0 0-3280-16,-4 6-656 16,5-2-128-16,-5 2-16 0,7-4-1040 0,-7 4-208 0,9 0-32 0,0 0-128 31,0 0-1184-31,0 1-352 0,-1 4-64 0,0 1 0 16,0-2-2176-16,-1 3-416 0,1 4-96 0</inkml:trace>
  <inkml:trace contextRef="#ctx0" brushRef="#br0" timeOffset="166715.78">7150 14293 33567 0,'0'0'1488'0,"0"0"304"0,2-6-1424 0,1-1-368 0,-2 1 0 0,0-1 0 16,-1 7 2784-16,2-6 480 0,-1-1 112 0,-1 2 16 0,0 5-1264 0,0 0-240 16,-5-4-48-16,-2 1-16 0,-1 1-800 0,1 2-144 15,-2 1-48-15,-2 3 0 0,-2 1-240 0,0 2-48 16,-1 2-16-16,-1 3 0 0,0 1-256 0,-1 0-48 15,2 1-16-15,2 0 0 0,0-1-208 0,3 2 144 16,1 0-144-16,3-2 128 0,1 2-128 0,4 0 0 16,-1-4 0-16,2-1 0 0,2-1-208 0,1 1 16 15,1 0 16-15,1-2 0 0,1-3-64 0,2-1-16 16,0 0 0-16,2-2 0 0,0 0 64 0,1-4 16 16,0 0 0-16,0-2 0 0,-2-1-16 0,0-1-16 15,1 0 0-15,-1-1 0 0,1-3 80 0,-1 0 128 0,-1-2-208 16,0 1 80-16,-1-3 128 0,0 1 0 15,1 0 0-15,0 0 0 0,-1 0 0 0,0 0 0 16,0-1 0-16,-2 2 0 0,-2-1 0 0,1 2 0 0,1 1 0 16,-2 3 128-16,-2 1-128 0,-2 6 176 0,0 0-176 0,0 0 192 15,0 0 32-15,0 0 16 0,0 0 0 0,0 0 0 16,7 6-16-16,-2 0 0 0,-5-6 0 16,5 10 0-16,-1 4-32 0,-1-1-16 0,-1 3 0 0,1 0 0 15,-1-1-32-15,2 2 0 0,-1-1 0 0,1-2 0 16,0-1-144-16,0 0 128 0,0 0-128 0,-1-2 128 15,1-2-128-15,2-4 0 0,-6-5 0 0,4 7 0 16,-4-7 0-16,0 0 128 0,0 0-128 0,0 0 0 16,0 0 128-16,0 0-128 0,0 0 0 0,7-2 128 15,0-3-128-15,-1 0 0 0,0-4 0 0,-1 0 0 0,0-3 0 0,2-1 0 16,-1-3 0-16,2 1 0 16,2-2 0-16,2-3 0 0,0-2 0 0,1 0 0 0,0 0 0 15,1 1 0-15,1 0-160 0,-1 1 160 16,-1 3-128-16,0 2 128 0,-1 2 0 0,-2 4-144 15,-3 1 144-15,0 1 0 0,0 5 0 0,-7 2 0 0,8 0 0 0,0 4 0 16,-1 2 160-16,0 3-160 0,-2 2 192 0,0 2-48 16,-1 2-16-16,0 0 0 0,-1 2-80 0,-1 1-48 15,1 1 0-15,0 1 0 0,-1-2 0 0,1 2 0 16,-1-5 0-16,1 2 0 0,0 2 0 0,-1-5 0 16,2-2 0-16,0-1 0 0,0-1 0 0,0-1 0 15,0-3 0-15,1-1 0 0,-5-5-224 0,4 8-32 16,0-1-16-16,-4-7 0 15,0 0-1008-15,0 0-192 0,6 4-32 0,1 0-14768 16,-2 1-2960-16</inkml:trace>
  <inkml:trace contextRef="#ctx0" brushRef="#br0" timeOffset="167377.84">8452 14057 19343 0,'0'-17'1728'0,"-1"8"-1392"0,-2 0-336 0,0 0 0 0,0 1 5664 0,-1 0 1056 15,0-3 224-15,0 0 32 0,-1 1-5392 0,-2 1-1088 16,-1 1-224-16,0-3-32 0,1 5 704 0,-1 2 144 15,-1 0 16-15,0 3 16 0,-1-1-608 0,1 4-112 16,-1 0-16-16,-3 4-16 0,1 5-48 0,-1 2-16 0,-1-2 0 0,1 4 0 16,0 5 80-16,2 2 32 0,2 3 0 0,1 2 0 15,0 3 32-15,2 3 16 16,2-1 0-16,1 4 0 0,2-1-16 0,4 1 0 0,2 3 0 0,0-1 0 16,0 1-128-16,3 0-48 0,1-7 0 0,2 0 0 15,-2 2-112-15,-3-10-32 0,0 0 0 0,-1 0 0 16,0 2-128-16,2-5 0 0,-2 0 0 0,0-2 0 0,-1 0 0 15,-1-3 0-15,-2-2 0 0,0-3 0 16,-1 0 0-16,1-2-176 0,-2-1 48 0,1-8 0 16,-2 5-944-16,2-5-176 15,0 0-32-15,-10 5-16 0,3-8-1040 0,-3 1-208 0,1-2-32 0,-1-3-18336 16</inkml:trace>
  <inkml:trace contextRef="#ctx0" brushRef="#br0" timeOffset="167727.33">8113 14428 30399 0,'3'-8'2704'0,"1"0"-2160"16,1-3-544-16,4 1 0 0,3 2 3680 0,1 0 624 16,0 2 128-16,0-1 32 0,0 1-2400 0,1 2-464 15,2 0-112-15,1 1-16 0,1 1-496 0,-6 2-96 0,-1 2-32 0,2-2 0 16,1 7-272-16,-1-2-64 0,-2 3-16 0,1 2 0 16,1 3-160-16,-1-1-16 15,1 4-16-15,-3-1 0 0,1-2-96 0,-1 2-16 0,1-1 0 0,-2 0 0 16,-3-3-192-16,1-2 128 0,-2 0-128 0,0-1 0 15,0-1 0-15,-5-7 128 0,0 0-128 0,0 0 0 16,0 0 0-16,0 0 128 0,0 0-128 0,0 0 0 16,0 0 128-16,0 0-128 0,0 0 0 0,0 0 0 15,2-8 0-15,-2-3 128 0,0 0-128 0,0-4 64 16,0 0-64-16,0-1 0 0,0-4 0 0,1 3 0 16,0-1 0-16,1 1 0 0,-2 2 0 0,1-1 0 15,0 3 0-15,0-1 0 0,3 0 0 0,2 1 0 16,-1 2-672-1,1 2-80-15,1 1-16 0,1 1 0 0,1-1-512 0,1 3-128 0,2 1 0 0,1 3-16 16,0 1-1200-16,1 0-256 0,2-1-32 0,1 2-16 16,0 2-2112-16,0 1-416 0,0-1-96 0</inkml:trace>
  <inkml:trace contextRef="#ctx0" brushRef="#br0" timeOffset="168477.58">8787 14272 4607 0,'0'0'192'0,"0"0"64"0,0 0-256 0,0 0 0 0,0 0 0 0,0 0 0 0,0 0 8272 0,0 0 1616 15,0 0 320-15,0 0 64 0,0 0-6304 0,0 0-1280 16,-5 10-240-16,-2 1-48 0,-3 1-848 0,-2 2-160 15,-1 2-48-15,0 1 0 0,0 0-576 0,1 0-112 16,1 0-16-16,1-2-16 0,1 2-368 0,3-2-64 0,1-2 0 0,2-2-16 16,3 1-176-16,1-3 0 0,2 0 0 0,0-2 0 15,-3-7 0-15,5 4 0 0,-5-4-224 0,8 2 80 16,-1 2-96-16,2-4-16 16,2-2 0-16,-1-1 0 0,-1-1 16 0,2-1 0 15,-1-3 0-15,1 0 0 0,-2-6 48 0,1 1 16 16,2-1 0-16,0-2 0 0,-2 0 176 0,1-2-192 0,-1 1 192 0,-1-1-192 15,0 0 192-15,0 2 0 0,-1 0 0 0,0 3-128 16,-1 0 128-16,-1 3 0 0,-1 1 0 0,1 2 0 16,-6 7 224-16,0 0-32 0,5-4 0 0,-5 4 0 15,0 0 64-15,6 4 16 0,1 3 0 0,-2 2 0 16,0 1 32-16,0 3 0 0,-1 3 0 0,0 0 0 16,0 3-96-16,0 1-16 0,0-1 0 0,1 1 0 0,2-4-64 15,-1 0 0-15,2 3-128 0,-1-5 192 16,-1 0-192-16,2-3 0 0,0 1 128 0,-2-5-128 0,1 0 0 15,-2-3 0-15,-5-4 0 0,0 0 0 0,7 2 0 0,-7-2 128 16,0 0-128-16,7-2 0 0,0-1 0 0,-1-3 0 16,0-2 128-16,-1-1-64 0,0-3-64 0,0-1 0 15,0-3 0-15,1-1 0 0,-1 0 0 0,0-5 0 16,0-1 0-16,2-1-160 0,-1 1 160 0,2-5-192 16,0 2 192-16,0 3-192 0,1-2 192 0,-1 6-208 15,0 3 80-15,-1 4 128 0,-1-1-160 0,-1 4 160 16,-1 3 0-16,-4 6-144 0,0 0 144 0,0 0 0 15,0 0 0-15,0 0 0 0,5 10 0 0,2 4 144 16,-2 1-144-16,0 2 160 0,0 2-32 0,0 3-128 16,1-2 192-16,0 1-64 0,-1 0-128 0,2-1 192 15,-1 1-192-15,1-1 192 0,-1-4-144 0,1-2-48 16,-1-1 0-16,0-3 0 0,-2 1 0 0,1-2 0 16,-5-9 0-16,0 0 0 0,5 4 0 0,-5-4 0 15,4 5 0-15,-4-5 0 0,0 0 0 0,0 0 0 16,0 0 0-16,0 0 0 0,0 0 0 0,5-6 0 15,0-2 0-15,1-1 0 0,-3-1 0 0,1-3 0 16,2 0 0-16,0-2 0 0,2-2 0 0,1-1 0 16,0-2 0-16,2 0 0 0,0 1 0 0,2-2 0 15,-1 3 0-15,0 1 0 0,1 2 0 0,-1 6 0 0,-2 0 0 0,-1 4 0 16,0 2 0-16,-1 3 0 0,0 3 0 0,-2 3 0 16,1 4 0-16,-1 3 0 15,0 2-128-15,-1 2 128 0,-1 2 0 0,0 1 0 0,0-1 0 0,0 0 128 16,1-1-128-16,0 1 0 0,0-1 0 0,0 0 0 0,1 0 0 15,0-5 0-15,2 1 0 0,0-3 0 16,-2 1-608-16,1-2-112 0,-1-2-32 16,1-1 0-16,1-2-1648 0,0 0-336 0,2 3-64 0</inkml:trace>
  <inkml:trace contextRef="#ctx0" brushRef="#br0" timeOffset="168911.38">10122 14156 21183 0,'1'-13'944'0,"-1"8"192"0,-1 0-912 0,0 0-224 16,-2-1 0-16,3 6 0 0,-2-5 6480 0,-2 1 1264 15,0 0 240-15,-1 2 48 0,-2-1-5248 0,0 2-1056 0,0-2-192 16,-1 3-64-16,-1 0-784 0,-2 2-176 0,0 0-16 16,-1 1-16-16,-1-2-224 0,0 4-32 0,-2-1-16 0,1 1 0 15,-2 2-208-15,3 1 128 16,2 0-128-16,-1-1 0 0,0 1 176 0,0 0-176 0,2 0 192 0,1-2-192 15,1 2 0-15,2 0 0 0,0 0 0 0,2-2 0 16,2 2 0-16,2-8 0 0,1 9 0 0,2-2 0 16,1 1 0-16,2 0 0 0,3-1 0 0,2 0 0 15,-1-1 0-15,3 0 0 0,2-1 0 0,0 0-192 16,1-1 192-16,-1 0 0 0,2 0 0 16,0 1 0-16,-1 0 0 0,0 0 0 15,-2 1 0-15,-1-1 0 0,-1 1-144 0,-1 1 144 0,-1-3-128 16,-3 2 128-16,-1 1-128 0,-6-7 128 0,1 8-128 0,-1-2 128 15,-3 2-128-15,-1 2 128 0,-1-2-128 0,-3 0 128 16,-1 0 0-16,-1 1 0 0,-2-1 0 0,-1-2 0 16,-3 1 0-16,1-2 0 0,-1 0 0 0,0 2-128 15,1-3-592-15,2-2-112 16,0 1-32-16,2-3 0 0,1 1-1152 0,2-1-224 0,2-1-64 0,6 1 0 16,0 0-2240-16,0 0-448 0,0 0-80 0,6-12-10224 0</inkml:trace>
  <inkml:trace contextRef="#ctx0" brushRef="#br0" timeOffset="169328.98">10121 14229 6447 0,'14'-18'272'0,"-6"12"80"0,1 0-352 0,-1 0 0 0,-2-1 0 0,0 2 0 0,-6 5 7552 0,0 0 1424 16,0 0 304-16,0 0 48 0,0 0-5328 0,0 0-1056 15,0 0-224-15,1 12-32 0,-1 0-1248 0,0 1-240 16,-1-2-48-16,-1 4-16 0,2 0-480 0,0 1-80 0,2 1-32 0,-1 0 0 16,0-4-304-16,3 0-64 15,0 0-16-15,3-1 0 0,0-2-160 0,1 2 0 0,0-3 0 0,1-1 0 16,2-2 0-16,-1-2 0 0,0-1 0 0,2-2 0 15,0-1-256-15,-2-1 80 0,-1-4 16 0,1 1 0 16,-1-1-16-16,-1-2 0 16,-2-1 0-16,1 0 0 0,-1-3 176 0,1-1-160 15,-1-1 160-15,1-1-160 0,-2-1 160 0,0 1 0 0,0-3 0 0,-1 1-128 16,0-1 128-16,0 2 0 0,-1 0 0 16,1 4 0-16,-2 1 0 0,1 4 144 0,-3 6-144 0,0 0 160 15,0 0 64-15,0 0 16 16,0 0 0-16,0 0 0 0,5 8 64 0,-1 2 16 0,-2 2 0 15,2 5 0-15,0 0-16 0,0 4 0 0,0 1 0 0,0 3 0 16,0 2-80-16,1 2-16 0,0 1 0 0,-1-3 0 16,0-2-208-16,0 1 144 0,3 1-144 0,-2 2 128 0,0-2-128 15,-1-1 0-15,0 0 0 0,-2-3 0 0,0-1 0 0,-1 0 0 16,-1-2 0-16,0-2 0 0,-1-3 0 16,-1-2 0-16,0-2 0 0,-1-1 48 0,-1-2-48 0,4-8 0 15,-4 5 0-15,4-5-160 16,-5 4-608-16,5-4-128 0,-8 0-32 0,2-1 0 15,-1-3-992-15,2-1-208 0,0-2-48 0,4-3-20288 0</inkml:trace>
  <inkml:trace contextRef="#ctx0" brushRef="#br0" timeOffset="169726.65">10839 14121 42847 0,'0'0'1904'0,"-1"-8"384"0,-1-1-1840 0,1 3-448 16,-1-3 0-16,-1 1 0 0,-1 1 1520 0,-1 1 208 15,-2 2 32-15,1-1 16 0,-1-1-256 0,-1 4-48 0,-1 2-16 0,0 0 0 16,-1 0-768-16,-1 0-160 0,1 1-16 0,-2 2-16 16,0-1-160-16,1 2-16 0,-2 0-16 0,1 1 0 15,0 2-176-15,2-3-128 0,-1 0 144 0,4 1-144 16,-1 0 0-16,1 2 128 0,2-1-128 0,1 1 0 16,1 0 0-16,2 1 0 0,1 0 0 0,3 0 0 15,1 0 0-15,0 0 0 0,1-1 0 0,1 4 0 16,2-5 0-16,1 2 0 0,2 0 0 0,0 0 0 15,1 0 0-15,1-2 0 0,-1-1 0 0,2 2 144 16,2-3-16-16,0 1-128 0,-1 0 192 0,1 0-64 16,0 1-128-16,-2 0 0 0,0-1 0 0,-1 2-176 15,-1-2 176-15,-2 2-192 0,0-2 192 0,-3 1-192 0,-1 1 192 0,-3-1 0 16,-3-6 0-16,2 10 0 0,-2-3 0 0,-3 1 0 16,-2 0 0-16,-2 1 0 0,0 0 0 0,-3 0 0 15,0-1 0-15,-2 1 0 0,-1-1 0 0,-1 0-128 16,-2-2 128-16,1 1-128 15,0 0-432-15,0-1-80 0,-2-2 0 0,0 0-16 16,0 0-752-16,1 0-128 0,2-2-48 0,1 1 0 16,1 0-1920-1,3-3-384-15,1-3-80 0</inkml:trace>
  <inkml:trace contextRef="#ctx0" brushRef="#br0" timeOffset="170001.37">10994 13928 42383 0,'2'-8'1872'0,"-2"8"400"0,0 0-1824 16,0 0-448-16,0 0 0 0,0 0 0 0,0 0 1728 0,0 0 240 16,6 4 48-16,1 2 16 0,-7-6-528 0,5 11-96 15,-1-2-32-15,0 3 0 0,-2 1-720 0,0 4-144 0,-1 3-16 0,-1-2-16 16,0 4-96-16,0 0 0 0,-1 4-16 0,1-2 0 16,0-1-208-16,0 1-32 0,-2-2-128 0,2 1 192 15,0-3-192-15,2-1 0 0,-1-2 0 0,0-1 0 16,0-2 0-16,1-1 0 0,-1 0 0 0,0-2 0 15,1-2 0-15,0-2-208 0,-2-7 32 0,0 0 16 16,0 0-1040-16,0 0-208 16,0 0-32-16,0 0-16 0,0 0-928 0,0 0-192 15,0 0-48-15,0 0 0 0,0 0-2112 16,0 0-416-16</inkml:trace>
  <inkml:trace contextRef="#ctx0" brushRef="#br0" timeOffset="171047.15">10937 14199 6447 0,'0'0'576'0,"0"0"-576"0,0 0 0 0,0 0 0 0,-7 0 6528 0,1 2 1184 15,6-2 240-15,0 0 48 0,-7 1-4144 0,7-1-832 16,0 0-160 0,0 0-48-16,0 0-944 0,0 0-192 0,0 0-32 0,0 0-16 0,0 0-928 0,0 0-192 15,0 0-48-15,9 5 0 0,1-1-144 0,0 1-48 16,2-3 0-16,-1 0 0 0,0 1-80 0,1-1-32 16,-1 0 0-16,2 0 0 0,0-2-32 0,2 0 0 0,-1-2 0 0,0 0 0 15,2 1-128-15,0 0 192 16,-1-3-192-16,2 1 192 0,0-2-192 0,0 0 192 0,-1-2-192 0,0 1 192 15,-1-1-192-15,1 1 128 16,-1-1-128-16,0 1 128 0,-2-2-128 0,-3 1 0 16,-1 1 0-16,1-1 128 0,-3 1-128 0,0 1 0 0,-2-1 0 0,-5 6 0 15,0 0 192-15,0 0-32 0,0 0-16 0,0 0 0 16,0 0-144-16,-5-2 0 0,-2 2 0 0,0-3-176 16,-3 3 176-16,0 3 0 0,-3-1 128 0,0 5-128 15,0 1 0-15,-1 2 144 0,-2 2-144 0,0 2 0 16,2 2 176-16,0 1-176 0,1 0 160 0,1 0-160 15,0 0 0-15,3 0 128 0,1 0-128 0,2 1 0 16,2-2 0-16,2-1 176 0,2 0-176 0,3-2 160 16,1 1-160-16,2-4 0 0,2 1 0 0,1-2 0 0,2-1 0 15,1-2 0-15,1-3 0 0,1-1 0 16,2 0 0-16,-1-2 0 0,2-2-192 0,0 0 192 0,-1-2-320 0,-1-1 48 16,1-3 16-16,0-1 0 0,-1-2 80 0,0 1 32 15,-2-4 0-15,0-1 0 0,0 1 144 0,-2-4-192 16,1 1 192-16,-1 0-192 0,-1 0 192 0,-1 0 0 15,-1 0 0-15,0 0 0 0,0-1 0 0,-2 3 0 16,1 1 0-16,-2 1 0 0,0 4 0 0,0-2 128 16,1 2-128-16,-3 3 128 0,-3 6 64 0,0 0 0 15,0 0 16-15,0 0 0 0,0 0 48 0,0 0 16 16,0 0 0-16,6 6 0 0,-2 2-16 0,0 4 0 16,-2-2 0-16,1 5 0 0,-1 0-32 0,1 2-16 15,-2 1 0-15,1-1 0 0,-1 2-144 16,1-1-64-16,1 1 0 0,-2 1 0 0,1-2 0 15,0 1 0-15,2-3 0 0,1 1 0 0,1-1 0 0,-1-2 0 0,0-1 0 0,0-3 0 16,0-3 0-16,-5-7 0 16,6 7 0-16,-6-7 0 0,0 0 0 0,0 0 0 15,0 0 0-15,0 0 0 0,0 0 0 0,8-5 0 16,-2-2 0-16,-1-1 0 0,0 1 0 0,1-3 0 0,-1-3 0 0,1 0 0 16,2-1 0-16,0-2 0 0,0-1 0 15,1-1 0-15,0 0 0 0,2-4 0 0,0 1 0 16,1 0 0-16,0 0 0 0,0 3 0 0,-1 1 0 0,1 3 0 15,-2 1 0-15,0 2 0 0,-4 3 0 16,-1 0 0-16,0 3 0 0,-5 5 0 0,0 0 0 16,0 0 0-16,0 0 0 0,0 0 0 0,4 7 0 0,0 3 0 15,-1 2 0-15,0 2 0 0,-2 3 0 0,0 1 0 16,0 1 0-16,1 0 0 0,-1 1 0 0,0-1 0 0,1 0 0 16,0-1 0-16,2-1 0 0,0-4 0 15,0 0 0-15,0-1 0 0,1-1 0 0,0-3 0 16,-1 0 0-16,1 0 0 0,-5-8 0 0,6 2 0 0,-6-2 0 0,7 2 0 15,-7-2 0-15,8-3 0 0,-2 2 0 0,0-6 0 16,1 0 0-16,-1-3 0 0,1 0 0 0,-1-2 0 16,1-1 0-16,-1-1 0 0,1-4 0 0,0 1 0 15,3-2 0-15,0 0 0 0,0-5 0 16,2 1 0-16,1-1 0 0,0 4 0 0,-1 1 0 0,0 0 0 16,-1 3 0-16,1 6 0 0,0-1 0 15,-3 3 0-15,-2 3 0 0,-1 1 0 0,-6 4 0 0,0 0 0 16,8 0 0-16,-2 4 0 0,2 3 0 0,-1 3 0 15,-1 2 0-15,1 2 0 0,-2 1 0 16,0 2 0-16,0 1 0 0,1 1 0 0,-2 1 0 0,0-2 0 16,-1-1 0-16,3 1 0 0,-1-1 0 0,0-1 0 15,0-2 0-15,1 1 0 0,-1-2 0 0,0-3 0 16,-1-2 0-16,0 0 0 0,0-2 0 0,0 1 0 16,-4-7 0-16,2 5 0 15,-2-5-640-15,0 0-112 0,0 0-16 0,1 7-24672 0</inkml:trace>
  <inkml:trace contextRef="#ctx0" brushRef="#br0" timeOffset="171921.07">12633 14300 28559 0,'0'0'2544'0,"0"0"-2032"0,-5-2-512 0,5 2 0 15,0 0 4336-15,0 0 768 0,0 0 144 0,-1 13 48 16,-1-1-3536-16,1 0-704 0,1 0-144 0,0 2-16 16,-1 0-208-16,1 2-48 0,0-2 0 0,1 1 0 15,4 0-480-15,0-2-160 0,1 0 0 0,-1-2 0 16,-1-2 0-16,1 1 0 0,-1 0 0 0,-4-10 0 31,0 0-1248-31,5 10-160 0,-2 0-16 0,-1-2-16 0,-2-8-1536 16,0 0-304-16,2 9-64 0</inkml:trace>
  <inkml:trace contextRef="#ctx0" brushRef="#br0" timeOffset="172446.14">12969 14040 28559 0,'0'0'2544'0,"0"0"-2032"0,0 0-512 0,0 0 0 15,0 0 4480-15,0 0 784 0,0 0 176 0,-5 9 16 16,3 3-3024-16,2 4-592 0,1-1-128 0,1 6-32 16,2 3-624-16,0 1-128 0,2-1-32 0,-1 0 0 15,0-3-432-15,1-2-80 0,2-2-32 0,0-1 0 16,1-3-352-16,-1 0 144 0,-1-7-144 0,-7-6 144 15,0 0-144-15,7 6 0 0,-7-6 0 0,0 0 0 0,0 0 0 0,0 0 0 16,7-8 0-16,-3-1 0 0,-4 9 0 0,2-12 0 16,1-4 0-16,-2 2 0 15,-1 0 0-15,2-3 0 0,-1 0 0 0,0-2 0 0,1-1 0 0,0 1 0 16,3-2 0-16,-1 3 0 0,2 1 0 0,-1-2 0 16,1 2 0-16,1-1 0 0,1 2-192 0,-1 3 32 15,0 1 0-15,-2 6 0 16,2 0-1248-16,-1 1-240 0,2 1-48 0,0 0-16 15,0 4-3104-15,-1 4-624 16</inkml:trace>
  <inkml:trace contextRef="#ctx0" brushRef="#br0" timeOffset="173030.59">13252 14304 28559 0,'0'0'2544'0,"0"0"-2032"16,0 0-512-16,8 1 0 0,0-4 3088 0,1-2 528 15,1 0 96-15,2-2 32 0,1 0-1360 0,0-3-272 16,0 1-48-16,2-4-16 0,-1-1-1072 0,0 0-208 15,-1 1-64-15,0-2 0 0,-1 0-464 0,0-2-112 16,0 0 0-16,-2 1-128 0,-2-1 160 0,-2 1-160 0,0 1 128 0,-2 2-128 16,-3 0 0-16,-2 4 0 0,-2 1 0 0,-1 3 0 15,-1 3 0-15,-2 2 128 0,-2 3-128 0,-1 3 0 16,-1 2 320-16,-2 4 0 0,-1 2-16 0,0 5 0 16,-1 0 48-16,2 3 16 0,1 2 0 0,3-1 0 15,3-1-144-15,2-1-32 0,3-1 0 16,2-1 0-16,2 1-192 0,2-2 0 0,3-2 128 0,1-3-128 15,1-3 0-15,2-1-208 0,1-2 32 0,1-3 16 16,-1-2-160-16,2-2-48 0,0-1 0 0,0-1 0 16,-1-4-144-1,0 0-48-15,1-3 0 0,-2-2 0 0,-3-1 176 0,0-1 16 0,1-2 16 16,-2-1 0-16,0-2 192 0,-1 0 160 0,-1-3-208 0,-2 0 80 16,0 0 128-16,0 0 0 0,-1 0 0 0,1 2 0 0,1 2 176 0,-3 1-48 15,-1 3 0-15,-1 1 0 0,0 3 224 0,1 0 32 16,-2 3 16-16,0 6 0 0,0 0 128 0,0 0 32 15,0 0 0-15,0 0 0 0,0 0-48 0,0 0-16 16,4 9 0-16,-1 3 0 0,0 2-16 0,1 3 0 16,2 2 0-16,1 2 0 0,1 0-224 0,0 0-32 15,-1 0-16-15,3 0 0 0,1 1-80 0,1-4-128 0,1 0 176 0,0-3-32 16,0-1-144-16,0 0 0 16,-1-5 0-16,0-1 0 0,-1-1 0 0,0-2 0 0,-2-4 0 0,0-1 0 15,-1 0 0-15,-2-2 0 0,0-2 0 16,-1-1 0-16,0-1 0 0,-1-3 0 0,-1 0 0 0,-1-1 0 15,0-2 0-15,-1-1 0 0,0-1 0 0,-1-3 0 16,0-2 0-16,0 0 0 0,0-1 0 0,0-1 0 16,1 1 0-16,1-1 0 0,-1-1 0 0,0-1 0 31,-1 3-704-31,0 1-128 0,0 1-16 0,2 4-16 0,-2 1-1680 16,-2 2-336-16,1 3-64 0,1 8-18928 0</inkml:trace>
  <inkml:trace contextRef="#ctx0" brushRef="#br0" timeOffset="173340.33">13865 14238 19343 0,'0'0'1728'0,"8"6"-1392"0,-2-1-336 0,2 0 0 0,1 0 4096 0,0-3 768 16,2-1 128-16,-1-1 48 0,1-1-1984 0,0-1-400 15,1-2-80-15,0-1-16 0,1-3-864 0,1-1-176 16,1-1-48-16,-1-2 0 0,0-1-864 0,1 1-176 16,-2-3-48-16,0 2 0 0,0-2-208 0,0-2-48 15,-3 2-128-15,1-2 192 0,-2 0-192 0,-1 1 128 16,-2-1-128-16,-1 3 0 0,-2 2 0 0,-2 3 0 15,-1 3 0-15,0 6 0 0,-5-6 0 0,-1 4 0 16,-2 4 0-16,-3 1 0 0,0 3 176 0,-2 5-16 16,-2 3 0-16,1 3 0 0,0 1 96 0,0 2 0 0,1 1 16 0,3 2 0 15,2 3-48-15,2-2-16 16,2-2 0-16,2 0 0 0,2 0-208 0,3-1 0 16,0-3 0-16,2-1 0 0,3-1 0 0,1-3-288 15,1-3 32-15,1 1 16 16,0-5-944-16,1 0-192 0,1-2-32 0,0-3-16 15,0-1-1184-15,0-1-224 0,-1-2-48 0,5-4-16 16,-1 1-1808-16,-7-1-352 0</inkml:trace>
  <inkml:trace contextRef="#ctx0" brushRef="#br0" timeOffset="173971.92">14273 14091 15663 0,'1'-19'688'0,"-1"12"144"0,0 1-656 0,0 6-176 0,0 0 0 0,0 0 0 16,0 0 6464-16,0 0 1248 0,0 0 256 0,0 0 48 15,0 0-4672-15,0 0-928 0,0 0-192 0,4 7-48 16,2 5-832-16,-1 2-160 0,-1 3-32 0,1 2-16 15,0-4-432-15,2 4-64 0,-1-1-32 0,2 0 0 16,1 0-416-16,0-2-192 0,0-2 160 0,0 1-32 0,1-2-128 0,-3-2 0 16,1 0 0-16,-1-5 0 15,-2 1 0-15,-5-7 0 0,6 4 0 0,-6-4 0 0,0 0 0 0,0 0 0 16,0 0 0-16,0 0 0 0,6-4 0 0,-1-3 0 16,-1-2 0-16,-2 1 0 0,1-1 0 0,-2-1 0 15,1-2 0-15,0-1 0 0,1-1 0 0,1-1 0 16,1 0 0-16,1-1 0 0,2-1 0 0,0 3 0 15,1-2 0-15,2 2 0 16,-1-2-512-16,2 2-112 0,1 1-16 0,1 0 0 0,1 2 224 16,0 2 32-16,1 0 16 0,0 1 0 0,-1 2 48 15,1-1 16-15,-1 3 0 0,0 0 0 0,-2 1 176 0,-1 0 128 16,-2 0-192-16,-1 3 192 0,0-2 0 16,-1 0 144-16,-8 2 16 0,0 0 0 0,0 0 176 0,0 0 48 15,0 0 0-15,0 0 0 0,4 8-64 0,-1 1-16 16,-2 2 0-16,-1-2 0 0,-3-1-64 0,-2 0-16 15,-1-1 0-15,-2 1 0 0,-1 1-96 0,-1-1-128 0,0 0 176 16,0 1-176-16,-2-1 192 0,0 0-192 0,0 1 192 0,2-3-192 16,0 2 0-16,-1-1 0 0,1-1 0 0,2 1 0 15,0-1 0-15,3-1 0 0,5-5 0 16,0 0 0-16,0 0 176 0,0 0-32 0,0 0 0 0,0 0 0 16,0 0-144-16,0 0 0 0,0 0 0 0,6 7-176 15,3-2 176-15,3-1-128 0,1 1 128 0,2-3-128 16,2-1 128-16,1 0 0 0,3-1 0 0,0 0 0 15,-2-1 0-15,2 1 0 0,1 1 0 0,-1 2 0 16,0-3 0-16,0 1 0 0,-2 2 0 0,-1-1 0 16,-1 2 0-16,-1 0 0 0,-4 1 0 0,-2 1 0 0,-2-1 0 0,-8-5 0 15,5 6 0-15,-1 2 0 0,-4 1 0 0,-1 0 0 16,-3 2 0-16,-3-3 0 0,-3 0 0 0,-2-1 0 16,-2 1 0-16,-2 0 0 0,-1 2 0 0,-1 0 0 15,0-3 0-15,-2 1 0 0,-2-1 0 16,0-1 0-16,-2-1 0 0,2 1 0 15,1-2-672-15,2-1-96 0,1 1-32 0,2-4 0 16,2 2-1136-16,2-2-240 16,3 0-32-16,-2-2-12928 0,11 2-2592 0</inkml:trace>
  <inkml:trace contextRef="#ctx0" brushRef="#br0" timeOffset="174179.01">15016 14043 41295 0,'0'0'1824'0,"0"0"384"0,0 0-1760 0,0 0-448 15,0 0 0-15,0 0 0 0,4 8 1952 0,-1 1 304 16,-2 1 64-16,0 1 16 0,-1 0-816 0,0 5-176 0,-1 2-16 0,0 2-16 16,-1-1-736-16,1 2-128 15,0-2-48-15,1-1 0 0,0 0-272 0,1 0-128 0,0-2 128 0,1-3-128 16,-1-1 0-16,0-2-192 0,-1-1 0 0,0-9 16 31,0 0-1584-31,0 0-320 0,0 0-64 0,0 0-12992 0,0 0-2592 0</inkml:trace>
  <inkml:trace contextRef="#ctx0" brushRef="#br0" timeOffset="174699.06">15053 13776 23039 0,'1'-15'1024'0,"0"10"192"0,-1-1-960 0,2 2-256 0,-1-4 0 0,2 1 0 0,0 2 4848 0,1 1 912 15,2-2 192-15,-1 0 48 0,0 1-3984 0,2 1-800 16,-7 4-144-16,6-2-48 0,-6 2-480 0,8 0-96 15,0 0-32-15,-8 0 0 0,0 0 160 0,6 6 48 16,1 2 0-16,-2 1 0 0,0 3 48 0,0 2 16 16,1 3 0-16,-1 3 0 0,-1 2-96 0,0 4-16 15,1 1 0-15,-1 3 0 0,0-2-144 0,1 2-48 16,0-2 0-16,-1 2 0 0,0 0-144 0,1 2-48 16,0 0 0-16,1-3 0 0,-1 0-192 0,0-1 176 15,-1-4-176-15,0-2 160 0,-2-4-112 0,1-1-48 16,0-2 0-16,-1-4 0 0,1-2 0 0,-3-9 0 0,2 8 0 15,-2-8 0-15,0 0 0 0,0 0 0 16,0 0 0-16,0 0 0 0,0 0 0 0,0 0 0 16,0 0 0-16,0 0 0 0,2-8 0 0,-1-1 0 15,0-1 0-15,1-1 0 0,-2-2 0 0,2-1 0 16,1 0 0-16,1-1 0 0,0-3-144 0,1 2 144 0,3 1 0 0,2-1-144 16,1 0 144-16,-1 1 0 0,2-1-144 15,1 3 144-15,0 0 0 0,1 1 0 0,2 2-144 0,1 2 144 16,-2 2 0-16,2 2-128 0,-1 0 128 15,0 4 0-15,-3 0 0 0,0 1-128 0,-3 4 128 0,1 1 0 16,-2 3 0-16,-1 1 0 0,-3 2 0 0,-1 0 0 16,-2 6 0-16,-2-3 0 0,-2 6 0 0,-2-1 0 15,-1-1 0-15,-2 1 0 0,-1-2 0 0,-1 0 0 16,-1-1 0-16,-2 0 0 0,0-4 0 0,-1 0 0 16,0-1-160-16,0-3 32 0,1-2 0 0,1-1 0 15,-2 1-672 1,0-5-128-16,-1 2-32 0,3-4 0 0,-1 0-864 15,2 0-176-15,-1-2-48 0,3-2 0 0,2-4-1984 0,1 0-416 0,-1-2-80 0</inkml:trace>
  <inkml:trace contextRef="#ctx0" brushRef="#br0" timeOffset="175081.16">15600 13851 9215 0,'0'0'816'16,"0"0"-656"-16,0 0-160 0,0 0 0 0,-1 8 7952 0,0 1 1568 15,-2-1 304-15,0 2 64 0,0 4-6336 0,-1-1-1264 16,0 1-256-16,-1 3-48 0,-2 1-656 0,0 4-128 15,1-2-32-15,1 3 0 0,0-1-528 0,1 3-128 16,1 1 0-16,3-2-16 0,1-1-240 0,2-1-64 16,0-1 0-16,2-1 0 0,1-1-192 0,2-3 128 15,0 0-128-15,1-3 0 0,0-3 0 0,2-1 128 16,-2-2-128-16,1-3 0 0,2-3 0 0,1-2 0 16,-1-1 0-16,1-3 0 0,0-1 0 0,1-2 0 15,-1-1 0-15,1-3 0 0,2-2 0 0,0-2 0 16,-1-4 0-16,1 1 0 0,1-5 0 0,1 2 0 0,2-5-144 0,1-1 144 15,-2 1-256-15,-1 0 32 0,-1 2 16 16,-2 3 0-16,-5 4-80 0,-2 3-16 0,-4 5 0 16,-1 1 0-16,-3 9 304 0,0 0-192 0,-8 0 192 0,-1 4-160 15,-2 2 288-15,-2 6 48 0,-3-2 16 16,1 6 0-16,-1 2 16 0,2 4 16 0,-1-2 0 16,2 3 0-16,2-1-32 0,0 2 0 0,2-2 0 0,3 0 0 15,2-1-64-15,2 0-128 0,2-3 176 0,3-1-32 16,1-2-144-16,2-1 0 0,2-5 0 0,1 1 0 0,2 1 0 15,1-2-192-15,-1-3 192 0,4 2-208 16,-1 0-1456-16,2 0-304 0,-1 0-48 0</inkml:trace>
  <inkml:trace contextRef="#ctx0" brushRef="#br0" timeOffset="175681.84">16412 14031 47343 0,'6'-13'2096'0,"-4"8"432"0,-2 5-2016 0,3-5-512 16,1 1 0-16,-4 4 0 0,0 0 944 0,9 1 80 15,-1 2 32-15,1 5 0 0,0 3-128 0,0 5-32 16,-1 5 0-16,0 5 0 0,-2 5-192 0,1 4-32 15,-1-1-16-15,0 3 0 0,-1 2-256 0,0 0-48 16,-1-1-16-16,0-3 0 0,0-1-208 0,0-2-128 0,0-3 128 0,-2-4-128 16,1-3 0-16,-2-1 0 0,-1 0 0 0,0-6 128 15,-1-2-128-15,-2-2 0 0,-1-2 0 16,0-1-128 0,0-3-640-16,4-5-112 0,-6 4-16 0,-1-4-16 15,0 0-976-15,-1-3-192 0,0 2-32 0,0-4-16 16,-1-3-2096-16,-1-2-400 0</inkml:trace>
  <inkml:trace contextRef="#ctx0" brushRef="#br0" timeOffset="176432.58">16399 14094 24879 0,'4'-9'2208'0,"2"1"-1760"15,-1-1-448-15,3 1 0 0,1-4 5392 0,2 4 1008 16,3-2 192-16,1 2 32 0,2 2-4640 0,0 0-912 16,1 0-192-16,1 2-48 0,0 1-240 0,-1 3-48 15,-1-2-16-15,0 2 0 0,-2 0-400 0,-2 0-128 16,-2 2 0-16,0 4 0 0,-2 0 224 0,-1 2-64 15,-2 2-16-15,-2 3 0 0,-3 0-16 0,-1 4 0 16,-2 2 0-16,-2 0 0 0,-1 2 0 0,-2 0 0 16,1 1 0-16,-2-1 0 0,-1-3-128 0,0-2 0 15,-2 1 0-15,2-2 0 0,0-2 0 0,1-2-176 16,0-1 48-16,2-1 0 16,1-2-1472-16,-1-5-272 0,6-2-64 0,0 0-16 15,0 0-1216-15,0 0-240 0,-5-2-48 0,1-5-16 16,2-3-1520-16,0 0-288 0,4-4-64 0,2 1-16 15,1-4 3184-15,3-1 624 0,-1-1 128 0,4-1 16 0,1-1 2352 0,-1 2 464 16,0 2 80-16,0 2 32 0,0 1 2384 0,-1 1 496 16,-1 1 80-16,2 3 32 0,-2 1-992 0,0 3-208 15,0 0-48-15,0 2 0 0,1 3-960 0,-1 0-208 16,-2 3-48-16,3 2 0 0,-1 2-752 0,0 2-144 16,-1-1-48-16,1 2 0 0,0 2-448 0,-1 2-80 0,0 2-32 0,-1 1 0 15,1 0-224-15,-1 1-32 0,-2 1-16 0,0 0 0 16,-1-2-144-16,0-3-128 0,0 0 144 0,-2-3-16 15,-2-1-128-15,2-1 0 0,-2-9 0 0,0 0 0 16,1 8 0-16,-1-8 0 0,0 0 0 0,0 0 0 0,0 0 0 16,0 0 0-16,0 0 0 0,0 0 0 15,0 0 0-15,3-6 0 0,-2-2 0 0,2-1 0 0,2-2 0 16,1-2 0-16,1-1 0 0,1-4 0 0,1 1 0 0,3-3-160 16,1-2 160-16,4 0-192 0,1 0-96 15,0 1-32-15,0 4 0 0,1-3 0 16,-1 3-32-16,0 2-16 0,0 2 0 0,-1 2 0 15,-2 2 160-15,-2 3 16 0,-3-1 16 0,-1 4 0 16,-1 3 176-16,-8 0 0 0,0 0 0 0,0 0 0 0,5 8 0 0,-1 0 304 16,-3 3-48-16,1 2-16 0,-4 1 0 0,1 2 0 15,-1 2 0-15,-2 0 0 0,-2 3-16 0,2 1 0 16,1-1 0-16,0 1 0 0,0 0-80 0,2-1-16 16,1-1 0-16,1-2 0 0,1-1-128 0,2-4 0 15,-1 0 144-15,3-3-144 0,-1-1 0 0,1-2 0 16,1-2 0-16,1-2 128 0,0-2-128 0,1-1 0 15,0-2 0-15,0-2 0 0,0-2 0 0,2 0 0 16,-1-3 0-16,-1 0 0 0,0-2-144 0,0 1 144 0,-1-1-160 0,0-4 160 16,-1 0-192-16,-2-2 48 15,-1 2 16-15,0-2 0 0,-1 0-96 0,0 0-16 0,-3 0 0 16,0 1 0-16,-1 3-128 0,-2-1-16 0,-1 1-16 16,-1 4 0-1,-1-2-592-15,-2 4-112 0,-3 1-32 0,1 0 0 16,-2-1-528-16,2 3-96 0,-2 3-32 0,2 4-12368 0,0-1-2480 0</inkml:trace>
  <inkml:trace contextRef="#ctx0" brushRef="#br0" timeOffset="177373.91">17505 13971 14735 0,'7'-10'640'0,"-7"10"160"0,0 0-640 0,0 0-160 0,0 0 0 0,0 0 0 0,0 0 8000 0,0 0 1584 15,0 0 304-15,-4 8 64 0,-2-1-6928 16,1 5-1376-16,0 4-288 0,-2 1-48 0,-2 2-624 0,2 0-128 15,-1 0-32-15,1 3 0 0,2-2-208 0,1-1-64 16,1 1 0-16,2 1 0 0,2-3-128 0,2 0-128 16,1-2 144-16,1-2-144 0,0-3 0 0,2-1 128 15,1-2-128-15,1-1 0 0,1-2 0 0,1-1 0 16,-1-2 0-16,2 1 0 0,1-6 0 0,0 2-160 16,0-3 32-16,0-1 0 0,-1-2 0 0,1-1 0 15,0-1 0-15,0-4 0 0,0 0-80 0,0-1-16 16,0-2 0-16,0-1 0 0,-1-1 0 0,-1 0 0 15,1-3 0-15,-1 1 0 0,-2 0-48 0,0 1-16 16,0 0 0-16,-1 2 0 0,-2-1 96 0,-2 3 0 16,-1 5 16-16,-2-1 0 0,-1 2 176 0,-1 3 0 15,1 6 0-15,0 0 0 0,0 0 288 0,-5-2-16 16,5 2 0-16,-7 3 0 0,1 4-16 0,-1 0 0 16,1 4 0-16,0 1 0 0,2 3-16 0,1 2-16 15,-1 1 0-15,1 2 0 0,0-1-48 0,3 2-16 0,2 1 0 0,0-1 0 16,2-1 0-16,1-2 0 0,2-2 0 0,0-2 0 15,-1-1-160-15,2-2 0 0,0-2 0 0,1-3 0 16,0-1 0-16,0-1 0 0,0-4 0 0,2 0 0 16,-2-2 0-16,1-2 128 0,1-3-128 0,-1 0 128 15,0-4-128-15,1-1 0 0,-2-1 0 0,1-4 0 16,2 2 0-16,1-2 0 0,-1-3-160 0,1-1 160 16,1-2-192-16,1 1 192 0,-2-2-208 0,1 1 80 15,0-5-48-15,-1 6 0 0,-1 0 0 0,-1 4 0 0,-2 1 176 16,-1 3-192-16,-2 3 192 0,-2 2-192 0,-4 9 192 0,0 0 0 15,4-4 0-15,-4 4 0 0,0 0 176 16,0 0-48-16,5 7 0 0,0 2 0 0,2-1-128 0,-2 3 160 16,-1 6-160-16,0-4 160 0,-2 3-160 0,1 1 0 15,0 1 144-15,1 4-144 0,-1-1 0 0,1 1 0 16,2-2 0-16,-1 1 128 0,-1 0-128 0,1-1 0 16,0-1 0-16,0-2 0 0,1-3 0 0,-1 0 0 15,0 1 0-15,-1-4 128 0,0 0-128 0,0-2 0 16,0-3 0-16,-4-6 0 0,5 6 0 0,-5-6 0 15,0 0 0-15,9 1 0 0,-1-1 0 0,0-1 0 0,-8 1 0 0,7-4 0 16,1 0 0-16,0-5 0 0,0-2 0 0,1 1 0 16,-1-3 0-16,0-2 0 15,0 0 0-15,1-2-128 0,0-1-32 0,1-3 0 0,1-1 0 0,0-3 0 16,0-1-48-16,-1 0-16 0,1-2 0 0,-2 2 0 16,-1 0 32-16,-1 3 0 0,0 1 0 0,-2 3 0 15,-2 4 192-15,-2 2 0 0,0 3-160 16,-1 4 160-16,0 6 0 0,0 0 192 0,0 0-32 0,0 0 0 15,0 0 0-15,0 0 0 0,0 0 0 16,2 8 0-16,0 2-160 0,0 1 192 16,0 0-192-16,2 4 192 0,0-2-64 0,1 1 0 0,2-1 0 0,1 0 0 15,1 0-128-15,0 3 128 0,0-3-128 0,1 3 128 16,2-1-128-16,0 1 0 0,-2 1 144 0,1-3-144 0,-3 0 0 16,-1 1 0-16,1-1 0 0,-1-1 0 0,-1-1 0 0,-1-2 0 15,-1-1 0-15,-1 1 128 0,-2-3-128 0,-1-7 0 16,-2 8 0-16,-2-1 0 0,-1-1 0 0,-1 1 0 15,1-1 0-15,-1-2 0 0,-4 0 0 0,0 1 0 16,0-3 0-16,-2 0 128 0,-1 1-128 0,0-3 0 16,0 0 0-16,1 0 0 15,0 1-448-15,1-1-96 16,-2-1-32-16,-1 1-16288 0,1 0-3264 0</inkml:trace>
  <inkml:trace contextRef="#ctx0" brushRef="#br0" timeOffset="178060.88">19295 14248 41055 0,'0'0'1824'0,"0"0"368"16,-7-2-1744-16,7 2-448 0,-6-1 0 0,6 1 0 0,0 0 2048 0,0 0 336 15,0 0 64-15,0 0 16 0,0 0-480 0,0 0-112 16,0 0-16-16,0 0 0 0,5-4-1072 0,3 3-208 15,0-1-64-15,2 1 0 0,3 0-288 0,2 1-64 0,2 0-16 0,0 1 0 16,2 0-96-16,2 1-48 16,2-2 0-16,2 2 0 0,3-2 0 0,0 2 0 0,1-1 0 0,0 0 0 15,-1 1 0-15,2-2 0 16,0-2 0-16,0 2 0 0,-1 0 0 0,-2 0 0 0,-1 0 0 16,-1 0 0-16,-1 0 0 0,-4 0 0 0,0-1-160 0,-2 0 160 31,-1-2-1184-31,-1 0-160 0,-3 1-16 0,-1-3-16 0,-2 3-2864 15,-2-2-576-15</inkml:trace>
  <inkml:trace contextRef="#ctx0" brushRef="#br0" timeOffset="178352.21">19886 14160 46591 0,'0'0'2064'0,"-7"-2"432"0,1 0-2000 0,-1 0-496 0,1 0 0 0,6 2 0 0,0 0 1344 0,0 0 192 16,0 0 16-16,0 0 16 0,-3 7-448 0,3 1-96 15,1 0 0-15,3 1-16 0,1 0-688 0,2-1-144 16,-1 1-32-16,2 0 0 0,1-1 80 0,2 1 16 15,0-1 0-15,3 0 0 0,-1-1-240 0,1 0 176 16,0-1-176-16,1-2 160 0,-1 0-160 0,0 0 0 16,-1-1 0-16,-1-2 0 0,0 2 0 0,-2-2 0 15,-2-1 128-15,-8 0-128 0,0 0 0 0,0 0 160 16,0 0-160-16,0 0 160 0,0 0-160 0,0 0 0 16,0 10 144-16,-3-1-144 0,-2 1 192 0,-1-1-16 0,-3 0-16 0,-1 0 0 15,0 0-160-15,-2 0 0 16,-1 0 144-16,0-2-144 0,1 2 0 0,1-1 0 15,-1-2 0-15,2 2 0 0,-2 0-400 16,1 0-160-16,1 1-16 0,0 0-16512 0,-3 2-3312 0</inkml:trace>
  <inkml:trace contextRef="#ctx0" brushRef="#br0" timeOffset="179284.57">20994 14047 17503 0,'-2'-26'768'0,"2"11"176"0,-1 4-752 0,0 0-192 16,-2 0 0-16,1 0 0 0,-1-1 4800 0,2 1 912 15,-1-2 192-15,1 2 48 0,-1 1-3504 0,0 1-688 0,0-2-144 0,-1 5-16 16,3 6-496-16,-5-4-80 15,-2-3-32-15,7 7 0 0,-6-2-352 0,6 2-64 16,-9 2 0-16,9-2-16 0,-11 7-16 0,2-1 0 16,0 5 0-16,2-1 0 0,1 6-160 0,-1-1-16 15,1 6-16-15,-1 0 0 0,1 8-32 0,1 3-16 16,1 4 0-16,0 17 0 0,2-2-16 0,4 0 0 16,2 0 0-16,0-16 0 0,1 4-48 0,0-1-16 15,2 1 0-15,0 1 0 0,1 2-80 0,1-3-16 0,0 3 0 0,1-2 0 16,-1-2-128-16,-1 0 128 0,-1 0-128 15,0-3 128-15,-2-4-128 0,-1-2 0 0,0-2 0 16,-1 1 0-16,-2-9 0 0,0-1 0 0,-1-2 128 0,0-2-128 16,-1-2 0-16,-2-4 0 0,-1-3 0 0,0 0 128 15,-2 2-128-15,-2-5 0 0,-1 1 0 0,-2-3 0 16,0-3-320-16,-1 3 16 0,-1-3 0 0,-1-3 0 16,-1-1-1152-16,1-1-224 0,0 1-48 15,-5-5-16-15,4-3-2496 0,6 3-496 0</inkml:trace>
  <inkml:trace contextRef="#ctx0" brushRef="#br0" timeOffset="179625.7">21086 14421 42959 0,'0'0'1904'0,"0"0"400"0,-6-3-1856 0,-2 1-448 0,0-1 0 0,0 3 0 0,1 1 1392 0,-1 1 176 16,-1 0 32-16,-1 2 16 0,1 5-128 0,-1-1-16 15,-1 3-16-15,1 0 0 0,-2 0-784 0,1 1-160 16,-1-1-16-16,0 1-16 0,2 0-128 0,1 0-32 16,1-2 0-16,2 2 0 0,1-3-192 0,1 0-128 15,4-9 160-15,0 0-160 0,-1 6 144 0,1-6-144 16,0 0 128-16,0 0-128 0,0 0 0 0,0 0 128 0,7 4-128 0,-1-1 0 16,-6-3 0-16,9 0 0 0,0-4 0 0,0 1 0 15,1 0 0-15,-1 0-176 0,0-5 176 0,-1 3-128 16,0 0 0-16,-1-1 0 0,0-3 0 0,-1 2 0 15,1-3-32-15,-2 3 0 0,0-1 0 0,-1 0 0 16,0-5-64-16,-1 1-16 0,-2 2 0 0,0 2 0 16,-1-3-528-16,0 2-128 0,-2 0 0 15,-1-1-16-15,1 2-848 0,-2 3-160 0,-2 1-48 0,0-1-19152 16</inkml:trace>
  <inkml:trace contextRef="#ctx0" brushRef="#br0" timeOffset="180158.24">21749 13988 41759 0,'0'0'1856'0,"-2"-6"368"0,0-1-1776 0,-2-1-448 15,0 2 0-15,-1-1 0 0,-1-2 1472 0,1 1 224 16,-1 2 32-16,-1 1 16 0,-1 1-160 0,1 0-48 0,-4 0 0 0,1 1 0 16,-1 3-848-16,0 0-176 0,-1 0-48 0,-1 0 0 15,0 2-176-15,0 0-32 0,-2 2-16 0,2 1 0 16,0 1-240-16,0 0 128 16,2 2-128-16,-1 2 0 0,0-3 0 0,2 1 128 15,-1 1-128-15,3 1 0 0,2 1 0 0,1 0 0 0,1 1 0 0,1 0 0 16,3-2 0-16,3 2 144 0,1 0-144 0,1-1 128 15,1 0 0-15,2 1-128 0,0-1 192 0,2 1-64 16,2-2-128-16,0 1 0 0,0 2 144 16,1 1-144-16,1 1 0 0,0 0 128 0,2 0-128 0,0-1 0 0,-1 0 0 0,0 1 0 15,-1-1 0-15,-1 0 0 16,-1-1 0-16,-2 0 0 0,-2 2 0 0,-1-4 0 16,-2 0 0-16,-3-2 0 0,0 1 0 0,-2-2 0 0,-2 1 0 0,-2-3 0 15,-1-1 0-15,-3 0 0 0,-1 0 0 0,-2-1 128 16,-4-1-128-16,0-1 0 0,-2 0 0 0,0-2 144 15,-2-2-144-15,1 2 0 0,0-5 128 16,0 0-128-16,-1 0 0 0,1 0 0 0,0-5 0 0,0 4 0 16,-1-5 0-16,4 2 0 15,-1 0-608-15,3 1-32 16,1-1 0-16,3 1 0 0,3 1-640 0,0-1-128 16,3 1-16-16,3 3-16 0,2-2-1264 0,5 1-256 0,2 1-48 15,10-1-16176-15</inkml:trace>
  <inkml:trace contextRef="#ctx0" brushRef="#br0" timeOffset="180569.86">22145 14073 21183 0,'4'-13'1888'0,"-2"6"-1504"0,1 0-384 0,-2-1 0 16,-1 1 4624-16,0 1 864 0,0-2 160 0,-1 1 48 15,-2 2-2944-15,1 1-576 0,-1 0-112 0,-1 0-16 16,-2 2-512-16,-1 2-80 0,-1 0-32 0,2 0 0 15,-2 0-704-15,-1 2-144 0,-1 2-16 0,-1 3-16 16,-1-1-112-16,-1 5-32 0,-2-2 0 0,0 3 0 16,2-1-144-16,0 2-48 0,0 0 0 0,2 3 0 0,0 2-16 0,3 1-16 15,2-1 0-15,2-3 0 0,3 1-176 0,2 0 0 16,3-2 0-16,2 0 0 0,2-1 0 16,3-1 0-16,0-1 0 0,2 0 0 0,0-3 0 0,2 0-144 15,0 0 144-15,0-2-208 0,-1-2 208 16,2-1 0-16,-1-2-160 0,1-2 160 0,-2-2-160 0,1-1 160 15,-2-1-208-15,0-1 80 0,-2-2-32 0,1 0 0 16,-3-1 0-16,0-2 0 0,-1 0 160 0,-3-2-160 16,1-2 160-16,-2 0-160 0,0-4 160 0,-2 1-192 15,-1-1 192-15,-1-1-192 0,0 2 192 0,-1-3 0 16,-1 3 0-16,-2 1-128 0,0 0 128 0,-2 1-160 16,0 4 160-16,-2 3-160 0,-1-1-32 0,-1 2-16 15,-2 0 0-15,-1 3 0 16,-3 4-880-16,2 1-160 15,-1 0-32-15,1 1-16 0,0 6-2064 0,-4 6-416 0</inkml:trace>
  <inkml:trace contextRef="#ctx0" brushRef="#br0" timeOffset="180953.37">21992 14236 21183 0,'0'0'1888'0,"0"0"-1504"0,0 0-384 0,0 0 0 0,0 0 5376 0,0 0 992 16,0 0 208-16,0 0 32 0,7 0-3344 0,1 0-688 15,0 0-128-15,-1 2-16 0,3 2-1280 0,-1 3-240 16,0 3-48-16,0-1-16 0,0 2-544 0,0 1-112 16,0-1-32-16,2 2 0 0,-1-1-160 0,1 0 0 15,-1-3 144-15,0 1-144 0,1 0 0 0,-2-1 0 16,0-2-192-16,0 1 64 15,-1 0-1424-15,-1 1-288 0,-2 2-48 0,0 0-13904 16,0 0-2768-16</inkml:trace>
  <inkml:trace contextRef="#ctx0" brushRef="#br0" timeOffset="181320.18">21374 14677 23951 0,'0'0'1056'0,"0"0"224"0,0 0-1024 0,0 0-256 0,2-7 0 0,3 2 0 16,3 1 6464-16,2 0 1216 0,5 0 256 0,2-1 64 0,1 0-5600 0,3 1-1120 15,-1 1-208-15,5-1-48 0,4 0-576 0,4 0-96 16,0 0-32-16,4-1 0 0,1 0-48 0,2 0-16 16,3 0 0-16,0 1 0 0,2 1-112 0,-4-1-16 15,0 0-128-15,-2 0 192 0,-1 2-192 0,-2 0 0 16,-2 2 0-16,-3-2 0 0,-1-1 0 0,-2 2 0 16,-4 1 0-16,-1 1 0 15,-4 2-512-15,-2-1-112 0,-3 0-16 0,-2 3 0 16,-3 0-928-16,-2 2-192 0,-5-1-32 0,-2 2-16 15,-2 0-1552-15,-3 1-304 0,-3 3-64 0,-1 1-14752 0</inkml:trace>
  <inkml:trace contextRef="#ctx0" brushRef="#br0" timeOffset="181606.13">21749 15012 18431 0,'0'0'1632'0,"0"0"-1312"0,0 0-320 15,0 0 0-15,0 0 6416 0,0 0 1216 16,0 0 240-16,0 0 64 0,0 0-4992 0,5 6-976 0,-5-6-208 0,6 9-32 16,0 2-528-16,-1 2-112 0,-1 2 0 0,0 1-16 15,0 1-560-15,1 1-128 0,0 0 0 0,0 2-16 16,-1 2-176-16,0-4-16 0,0 1-16 0,0 0 0 0,-2 1-160 0,1-2 0 16,0-2 0-16,-2-2 112 0,-1-1-112 0,0-1 0 15,-1-3 0-15,-1 0 0 0,1 0-224 0,-2-2 16 16,-1-1 0-16,1 1 0 15,3-7-560-15,0 0-128 0,-6 2 0 0,6-2-16 16,-6 2-1008-16,-1-2-192 0,0-2-32 0,-4-3-12832 16,2-3-2560-16</inkml:trace>
  <inkml:trace contextRef="#ctx0" brushRef="#br0" timeOffset="181802.19">21561 14972 48671 0,'0'0'2160'0,"0"0"432"0,0 0-2080 0,4-3-512 15,1-4 0-15,2 4 0 0,0-2 1472 0,2 1 176 16,2-1 32-16,3 1 16 0,4-1-560 0,5 1-112 0,1-1-32 0,4 0 0 16,0-1-672-16,4 1-144 15,0 1-32-15,2 0 0 0,0 0-144 0,-1 1 0 16,-2 0 0-16,-1 0 128 0,-1 2-400 0,-2-4-96 16,-1 4-16-16,0 1 0 15,-2-3-1216-15,-2 2-256 0,-1-1-64 0,7 0-13984 16,-3-1-2800-16</inkml:trace>
  <inkml:trace contextRef="#ctx0" brushRef="#br0" timeOffset="182237.2">22820 14478 50159 0,'0'0'2224'0,"0"0"464"0,0 0-2160 0,0 0-528 0,0 0 0 0,0 0 0 15,0 0 1472-15,0 0 176 0,0 0 32 0,0 0 16 16,0 0-784-16,0 0-144 0,0 0-48 0,-5 6 0 16,1 1-544-16,-1 0-176 0,-2-3 0 0,1 2 144 0,-2 1-144 0,0 2 0 15,-1 3 0-15,-1-1 0 0,-1-3 0 0,0 3 0 16,-1 0 0-16,0-1 0 0,-1-1 0 0,0 0 0 16,0 0 0-16,1-3 0 0,0 4 0 0,2-3 0 15,0-1 0-15,0 1 0 0,1 0 0 0,2-3 0 16,0 1 0-16,1-1 0 0,0 0 0 0,6-4 0 15,-6 4 0-15,6-4 0 0,0 0 0 0,0 0 0 16,0 0 0-16,0 0 0 0,0 0 0 0,0 0 0 16,0 0 0-16,0 0 0 0,0 0 0 0,0 0 0 15,5 6 0-15,3 0 0 0,0-1 0 0,1 0 0 16,1-1 0-16,2 0 0 0,0-2 0 0,2 1 0 16,0-2 0-16,2 2 0 0,0 0 0 0,-1-1 0 15,1 1 0-15,0-1 0 0,-2 1 0 0,-1-3 0 16,-3 1 0-16,-1 2 0 0,-1 0 0 0,0-3 0 15,-8 0 0-15,0 0 0 0,7 2-272 0,-7-2-48 16,0 0-16-16,0 0 0 16,0 0-944-16,0 0-192 0,0 0-48 0,0 0 0 15,0 0-3056-15,0 0-608 0</inkml:trace>
  <inkml:trace contextRef="#ctx0" brushRef="#br0" timeOffset="182764.67">23359 14541 21183 0,'-2'-17'944'0,"2"10"192"0,0 1-912 0,0 1-224 16,0-2 0-16,0 2 0 0,0-2 4016 0,2 1 752 15,-1-1 160-15,0 2 16 0,1-3-1872 0,-1 2-384 16,-1-1-80-16,1 2-16 0,-1 5-1088 0,0-5-224 16,-2-2-32-16,-1 2-16 0,3 5-240 0,-4-4-48 15,4 4-16-15,-6-2 0 0,-2 0-368 0,-1 2-80 0,0 0-16 0,-2 3 0 16,-2 1-208-16,-3 4-32 0,-1 2-16 0,-1 5 0 16,-1 1-80-16,-2 3 0 0,0 0-128 0,0 3 192 15,-1-1-128-15,1 3-64 0,3 2 0 16,2-1 0-16,3-1 0 0,4 1 0 0,4-1 0 0,2-1 0 15,3-1 0-15,4-2 0 0,4-1 0 0,2 0 0 16,3-2 0-16,2-1 0 0,0-2 0 16,4-3 0-16,-1-2 0 0,3 1 0 0,0-4 0 0,2-2 0 15,3-1 0-15,0-3 0 0,0-3 0 16,0-1 0-16,-1-1 0 0,0-2 0 0,0-2 0 0,-2 0 0 16,-1-1 0-16,-2-2 0 0,-3-1 0 15,-3-1 0-15,-2-1 0 0,-2 0 0 0,-3-5 0 0,-2 3 0 16,-1-4 0-16,-3 3 0 0,-2-2 0 0,-2 1 0 0,-2-2 0 0,-1 1 0 15,-2 1 0-15,-3 2 0 0,-2 0 0 0,-1-1 0 16,-3-1 0-16,-1 4-160 0,-1 0-32 16,1 2 0-16,0 0 0 0,0 3 0 15,-1 1-816-15,1 1-160 16,1 3-48-16,2 2-15264 0,-1 2-3056 0</inkml:trace>
  <inkml:trace contextRef="#ctx0" brushRef="#br0" timeOffset="195549.03">24213 14738 8287 0,'-7'-12'736'0,"5"8"-592"0,-2-1-144 0,1 1 0 0,3 4 7616 0,0 0 1504 16,-3-4 288-16,3 4 64 0,0 0-6208 0,0 0-1232 15,0 0-256-15,0 0-48 0,0 0-160 0,0 0-32 16,-2 9 0-16,-2 0 0 0,0 4-864 0,0 2-176 16,0-1-48-16,-1 3 0 0,-2-1-224 0,2-1-48 15,-1 1-16-15,-1 0 0 0,2-1-160 0,0 1 0 0,0 0 0 0,-1-6 0 32,2 2-512-32,2-2-192 0,0 1-48 0,1-5 0 15,1-6-2128-15,0 0-416 0,7 8-96 0,4-4 0 0</inkml:trace>
  <inkml:trace contextRef="#ctx0" brushRef="#br0" timeOffset="196114.11">25084 14486 37439 0,'5'-13'1664'15,"-3"8"320"-15,0-2-1584 0,-1-2-400 0,0 0 0 0,1 0 0 0,-1 0 1760 0,-1-3 272 16,-1 3 48-16,-2 0 16 0,-1 0-208 0,-1 1-32 16,-2 0-16-16,-1 2 0 0,-1 2-800 0,-1 0-144 15,-2 1-48-15,0 2 0 0,-2 2-304 0,-2 3-64 16,0 3-16-16,-3 4 0 0,-2 0-96 0,1 3-32 16,0 4 0-16,0-2 0 0,1 1-144 0,2 0-16 15,3 1-16-15,1 0 0 0,1 1-160 0,4 0 0 16,3 0 0-16,2-1 128 0,3-1-128 15,3-2 0-15,3 1 0 0,2-2 0 16,3-1 0-16,3 0 0 0,2-2 0 0,3-2 0 0,3-1-192 0,2-2 192 0,-1 0-192 0,3-5 192 16,2 1-160-16,0-2 160 0,1-1 0 15,0-1-144-15,-1-4-32 0,1 0 0 16,-3-2 0-16,-1 0 0 0,-2-1-32 0,0-1-16 16,-4 0 0-16,-2-4 0 0,-3 0 32 0,-2-1 16 0,-1-3 0 0,-4 1 0 15,-1 0-16-15,-4 0 0 0,-2-1 0 16,-2 2 0-16,-4-1-96 0,0 2-32 0,-3 1 0 0,-3-1 0 0,-2 0-16 15,-5 3-16-15,0 0 0 0,-2 2 0 16,-1 0-768-16,0 3-160 16,-2 0-16-16,2 1-16 0,0 2-1184 0,1 1-224 0,0 2-48 15,3 0-15616-15</inkml:trace>
  <inkml:trace contextRef="#ctx0" brushRef="#br0" timeOffset="196452.32">25018 14160 42383 0,'-2'-10'1872'0,"2"10"400"0,-2-7-1824 0,1 2-448 16,0 0 0-16,1 5 0 0,0 0 2064 0,0 0 320 16,0 0 64-16,0 0 16 0,0 0-800 0,0 0-144 15,1 8-48-15,0 1 0 0,1 3-880 0,0 3-176 16,1 3-32-16,1 5-16 0,-2 0-112 0,2 6-32 15,0 3 0-15,0 0 0 0,0 2-224 0,-1-1 176 16,-1 0-176-16,1 1 160 0,-2-4-112 0,1 1-48 0,-1 2 0 0,0-2 0 16,0-1 0-16,1 0 0 0,-2 0 0 0,0-1 0 15,0-3 0-15,0 0 0 0,0-4 0 0,-2-2 0 16,1-1 0-16,-1-2 0 0,-1 0 0 0,2-4 0 16,-2-1 0-16,2 0 0 0,-2-6 0 0,3-6-160 15,-3 7-480 1,3-7-80-16,0 0-32 0,-3 5 0 0,3-5-816 15,0 0-160-15,0 0-48 0,0 0 0 0,0 0-2512 16,0 0-496-16,0 0-96 0,0 0-32 0</inkml:trace>
  <inkml:trace contextRef="#ctx0" brushRef="#br0" timeOffset="196802.93">24713 14241 16575 0,'-10'-9'1472'0,"5"6"-1168"15,-1-3-304-15,1 1 0 0,1 1 7296 0,4 4 1392 16,0 0 272-16,0 0 64 0,0 0-5824 0,0 0-1184 15,0 0-224-15,7-3-64 0,2 0-752 0,1 1-144 0,3-1-48 0,2 2 0 16,2 0-512-16,2-1-96 16,2 2-32-16,4-1 0 0,4 0-144 0,1-1 0 15,2 1 144-15,1 1-144 0,1 0 0 0,0 0 128 16,1 1-128-16,-1 1 96 0,-2-1-320 0,1 2-32 16,-3-1-16-16,-2 2 0 15,-3 1-1024-15,-1 1-208 0,-2 0-32 0,-3 2-16 16,0 1-2368-16,-4 3-480 0,-2 1-80 0,-4 3-32 0</inkml:trace>
  <inkml:trace contextRef="#ctx0" brushRef="#br0" timeOffset="197026.48">24867 14756 15663 0,'-6'7'1392'0,"-2"0"-1120"0,-1 3-272 0,1-3 0 0,1 2 7264 0,3 2 1392 16,0-1 288-16,3 1 48 0,1-3-5536 0,3 2-1088 15,-3-10-240-15,6 8-32 0,2 1-1056 0,3-1-208 16,2-2-32-16,1 0-16 0,3-4-496 0,2 2-96 15,1-3-32-15,1 1 0 0,0-4-112 0,2 1-48 16,1 1 0-16,0-4 0 0,1 2 0 0,0-2 0 16,0 0 0-16,-2 0 0 0,1 0 0 0,-1 0 0 15,-1 0 0-15,0 0 0 16,-1 2-1248-16,0-2-192 0,1-2-32 0,-2 2-16 16,-3-1-2688-16,0 0-544 0</inkml:trace>
  <inkml:trace contextRef="#ctx0" brushRef="#br0" timeOffset="198300.31">25730 14442 23039 0,'0'0'2048'0,"0"0"-1648"15,-8-4-400-15,2 1 0 0,6 3 5504 0,0 0 1008 16,0 0 208-16,0 0 32 0,0 0-3648 0,0 0-736 15,0 0-128-15,0 0-48 0,0 0-1216 0,9 2-240 16,1-1-48-16,1 0-16 0,1 1-432 0,-1-1-96 16,1 1-16-16,1-2 0 0,1 0-128 0,1 0 0 15,-1-1 0-15,0 0 128 0,1 0-128 0,-2-1 0 0,0 1 0 0,-1 0-176 32,-1-1-592-32,0 1-112 0,-2 0-16 0,-1 1-16 15,-8 0-1088-15,0 0-224 0,6-2-32 0,-6 2-12608 16,5 6-2528-16</inkml:trace>
  <inkml:trace contextRef="#ctx0" brushRef="#br0" timeOffset="198475.06">25786 14551 21183 0,'0'0'1888'0,"-6"4"-1504"0,-2-1-384 0,1 1 0 15,7-4 4656-15,-5 5 848 0,5-5 192 0,-4 5 16 16,4-5-2704-16,0 0-560 0,0 0-96 0,0 0-32 16,3 7-1024-16,1-2-208 0,-4-5-32 0,9 5-16 0,1 0-688 0,2-1-144 15,1-1-16-15,3 0-16 0,-2 0-176 0,2-3-224 16,1 2 48-16,1-2 16 15,0-2-1456-15,0 2-304 0,1-2-48 0,0 2-16 16,2-4-1744-16,0 1-368 0,0 1-64 0</inkml:trace>
  <inkml:trace contextRef="#ctx0" brushRef="#br0" timeOffset="198837.59">26403 14383 15663 0,'-12'-6'1392'0,"12"6"-1120"0,-5-4-272 0,-2 0 0 0,1 0 6496 0,-1 1 1248 15,2 2 240-15,-1 0 48 0,-1-1-4784 0,-1 1-960 16,-1 2-192-16,0 2-48 0,0 0-608 0,-2 2-128 16,0 1-32-16,-2 2 0 0,0 3-720 0,-2 0-160 15,1 2-16-15,-2 2-16 0,1 0-144 0,0 0-32 0,1-1 0 0,1 0 0 16,1 1-192-16,3 0 144 16,1 5-144-16,3-4 128 0,1 1-128 0,4-2 0 0,1 1 0 0,3-1 128 15,3 0-128-15,3 0 0 16,3-4 0-16,3 1 0 0,2-2 0 0,3 0 0 0,1-3-144 15,2-3 144-15,-1-1 0 0,2-1-128 0,0-1 128 0,-2-1 0 16,1-2-144-16,-2 1 144 0,0-6 0 0,0 0-144 16,-1 1 144-16,0-2-192 0,-2-2 192 0,1-1-192 15,-2 0 32-15,-1-2 0 0,-1-1 0 0,-3 1 0 16,-3-4 0-16,-2 2 0 0,-1 1 0 0,-3 0 0 16,-3 1 160-16,-1-2 0 0,-3-2 0 0,-2 2 128 15,-5 2-128-15,-1 0 0 0,1 0 0 0,-5 2 0 0,1-1 0 0,-2-1 0 16,1 2 0-16,-2 2 0 15,0 0-784-15,-1 1-176 0,-1 1-48 0,0 1-15296 16,-1 0-3056-16</inkml:trace>
  <inkml:trace contextRef="#ctx0" brushRef="#br0" timeOffset="199682.98">27130 14498 34783 0,'-9'-7'1536'0,"9"7"320"0,-5 0-1472 0,0-2-384 0,-2 2 0 0,2 0 0 15,5 0 2320-15,0 0 400 0,-5-2 80 0,5 2 16 16,0 0-480-16,0 0-96 0,0 0 0 0,0 0-16 15,0 0-1136-15,8-2-240 0,2 1-32 0,3 1-16 16,3 0-288-16,3 0-64 0,5 0-16 0,3-2 0 16,4 4-160-16,3-1-16 0,2-1-16 0,-1 0 0 0,0 0-240 0,0 0 176 15,0 1-176-15,2-1 160 0,-1-2-160 0,2 0 0 16,-1 0 0-16,-2 0 0 0,-1 2-192 0,-2 0-80 16,-2-2-16-16,-2 2 0 15,-3 1-912-15,-3-1-176 0,-3 0-32 0,-2 0-16 16,-4 0-3072-16,-4 1-624 0,-9-1-112 0,0 0-16 0</inkml:trace>
  <inkml:trace contextRef="#ctx0" brushRef="#br0" timeOffset="199951.21">27731 14386 23951 0,'0'0'2128'0,"-5"-4"-1696"16,5 4-432-16,0 0 0 0,0 0 5952 0,0 0 1120 16,-4 0 224-16,4 0 32 0,0 0-4800 0,0 0-960 15,0 0-192-15,0 0-32 0,9 2-688 0,2 4-128 0,1-1-16 0,2 1-16 16,2 1-272-16,2-1-48 0,1 1-16 0,1 0 0 15,1-1-32-15,-2 1 0 16,0-2 0-16,-1 1 0 0,-1 1-128 0,-2 2 0 16,0-4 0-16,-2 2 0 0,-3-2 0 0,-2 1 0 15,-1 2-144-15,-4-1 144 0,-3-7 0 0,2 9-160 16,-4-1 160-16,0 1-128 0,-2 0 256 0,-3 0 64 0,-2-1 16 0,-1 1 0 0,-2 1-208 0,-1-2 144 16,-3 0-144-16,1 0 128 0,-2 0-128 15,0 1 0-15,0-3 0 0,1 1 0 0,1-1-176 0,0 1-112 16,2-1-32-16,2 1 0 15,1-1-1552-15,3-2-320 16,1 2-64-16,6-6-20992 0</inkml:trace>
  <inkml:trace contextRef="#ctx0" brushRef="#br0" timeOffset="200591.25">28849 14237 24879 0,'0'0'1088'0,"0"0"256"0,0 0-1088 0,0 0-256 16,0 0 0-16,0 0 0 0,0 0 6304 0,0 0 1200 16,0 0 240-16,0 0 64 0,-6 11-5376 0,0 0-1056 15,-3 2-224-15,0 4-32 0,1 4-672 0,-1 3-128 0,-2 3-16 16,0-2-16-16,-1 1-96 0,0-4-32 15,2 2 0-15,1-2 0 0,-1-1-160 0,4-1 0 16,1 0 144-16,-1-4-144 0,3-2 0 0,0-1 0 0,0 0 0 0,2-3 0 16,0-3 0-16,1-7 0 0,-2 6 0 0,2-6 0 15,0 0 0-15,0 0 0 0,0 0-176 0,0 0 176 16,7-6-256-16,-2-4 64 0,2-4 0 0,-1 1 0 0,2-3-112 0,2-1-16 16,2-2 0-16,0-2 0 0,0-5-16 0,2-1-16 15,2-3 0-15,1 0 0 0,1-1 48 16,0 1 16-16,0 2 0 0,-1 4 0 0,-2 1 288 15,-2 4 0-15,-4 2 0 0,-1 5 0 0,-1 3 272 16,0 4 176-16,-7 5 16 0,0 0 16 0,0 0-32 0,8 1 0 16,-8-1 0-16,8 5 0 0,-2 3-144 0,1 1-48 15,-2 0 0-15,0 4 0 0,2 2-80 0,-1 2-32 16,1 1 0-16,0 0 0 0,3 2-144 0,-3 1 0 16,1-2 0-16,0 1 0 0,1-2 0 0,0 0-144 15,3 2 144-15,-2-1-160 0,0-6 160 0,0 4 0 16,-1-2 0-16,0 2 0 0,-1-4 0 0,0 0 0 15,-2-1 0-15,0-2 0 0,-2 0 0 0,-1-1 0 16,0-1 0-16,0-1 0 0,-3-7 0 0,1 9 0 0,-1-5 0 16,0-4 0-16,0 0 0 0,0 0 0 15,-4 5 0-15,-1 2 0 0,0-3 0 0,-2-2 0 16,-2-1 0-16,-1 1 0 0,-2-1 0 0,-1-1 0 0,-3 0 0 0,-1-1 128 16,0-1-128-16,-4 0 0 0,-5-1 0 0,2-1 0 15,-3 0 0-15,1 2-160 16,-1-2 160-16,1 0-160 15,1-5-720-15,3 2-144 0,1 2-16 0,4-1-16 16,3-1-1744-16,3 2-336 0,5 2-80 0</inkml:trace>
  <inkml:trace contextRef="#ctx0" brushRef="#br0" timeOffset="201084.39">29971 14036 14735 0,'0'0'1312'0,"1"-5"-1056"0,1-1-256 0,-1 2 0 0,0-3 8448 0,1 2 1648 16,-2 5 320-16,-2-5 64 0,-2-4-7504 0,1 2-1504 15,-3 3-288-15,0-1-64 0,-2-1-512 0,-1 2-96 16,-2-2-32-16,1 4 0 0,0-5-336 0,-3 5-144 16,-3 0 128-16,-1 2-128 0,0 0 0 0,0 2 0 15,-1 0 0-15,0 2 0 0,-1-1 0 0,2-1 0 16,2 4 0-16,-1-1 0 0,0 0 0 0,2 0 0 15,2 2 0-15,2-1 0 0,-1 2 0 0,4 1 0 16,0-1 0-16,2 1 0 0,1 2 0 0,1-1 0 16,2 2 0-16,2-3 0 0,3 1 0 0,2 2 0 15,-1 1 0-15,4 0 0 0,1-1 0 16,3-2 0-16,2 3 0 0,2 0 0 0,2-1 0 0,2 0 0 16,0 1 0-16,1 0 0 0,-1-1 0 0,1-1 0 15,2 1 0-15,-1 0 0 0,-1 0 0 0,-1-1 0 16,-1 2 0-16,-2 0 0 0,-4-1 0 0,1 0 0 0,-4 1 0 15,-2-3 0-15,-2 1 0 0,-2-1 0 0,-2-1 0 0,-3 2 128 16,-3 0-128-16,-2 1 0 0,-3 1 0 0,-1-2 128 16,-3-2-128-16,-1 0 192 0,-1 1-192 0,-3-1 192 15,-1-2-144-15,-2 0-48 0,1-2 0 0,-2 0 0 16,0 1 0-16,1 0 0 0,1-2 0 0,-1 0 0 16,2-1 0-16,0 1 0 0,1-1 0 0,0 1 0 15,-1-2-304-15,1-2-48 0,1 2-16 0,0-1 0 16,-1-1-1232-16,0 0-256 0,0 0-64 15,-1 3-21776-15</inkml:trace>
  <inkml:trace contextRef="#ctx0" brushRef="#br0" timeOffset="201311.36">29615 14399 21183 0,'0'0'944'0,"0"0"192"0,0 0-912 0,0 0-224 0,0 0 0 0,0 0 0 0,0 0 6976 0,0 0 1344 16,2 9 256-16,-1 1 64 0,-1-2-5744 0,-1 3-1152 16,-3 0-224-16,1 2-48 0,-1-1-960 0,-1 1-192 15,0 0-48-15,-1 0 0 0,0 2-272 0,-1-4 0 0,0 0 0 0,0-1 0 16,-1 2 0-16,0 1 0 16,1-5 0-16,-1 0 0 15,0-1-1120-15,1 0-128 0,1-1-32 0,1-3 0 16,5-3-2720-16,0 0-544 0</inkml:trace>
  <inkml:trace contextRef="#ctx0" brushRef="#br0" timeOffset="201568.14">30006 13658 36863 0,'11'-6'3264'0,"-11"6"-2608"0,6-3-528 0,2-1-128 15,0 3 3552-15,1 0 672 0,2 1 144 0,-1 1 32 0,-2 0-2768 0,-8-1-544 16,6 4-128-16,1 1 0 0,-2 3-464 0,-1 3-96 16,-4-1-16-16,1 3 0 0,1 3-256 0,-4 2-128 15,-3 2 0-15,-2-1 128 0,2 1-128 0,-1-1 0 16,-2 0 0-16,-1-1 0 0,0-3-272 0,0 2-96 16,1-2-16-16,0-2 0 15,1 0-1152-15,2-1-256 0,0 1-32 0,2-2-13744 16,1 1-2752-16</inkml:trace>
  <inkml:trace contextRef="#ctx0" brushRef="#br0" timeOffset="202385.28">30744 14102 26719 0,'0'0'2368'0,"0"0"-1888"0,0 0-480 0,0 0 0 16,0 0 5024-16,0 0 912 0,0 0 176 0,0 0 32 16,0 0-3376-16,0 0-672 0,0 0-144 0,0 0-32 15,0 0-1024-15,0 0-192 0,0 0-64 0,0 0 0 16,0 0-352-16,-6 1-80 0,-1 0-16 0,1 2 0 15,-2 1-192-15,1 1 128 0,2 1-128 0,-3 2 128 16,1-3-128-16,-3 3 0 0,0 3 0 0,0-2 0 0,-2 0 0 0,-1 1 0 16,0 1 0-16,0-2 0 0,0 0 0 0,0 0 0 15,-2 0 0-15,1-2 0 0,0 1 0 0,1 0 0 16,0-1 0-16,1 0 0 0,0-1 0 0,2-2 0 16,0 0 0-16,3 1 0 0,0-3 0 15,7-2 0-15,0 0 0 0,0 0 0 0,0 0 0 0,0 0 0 16,0 0 0-16,0 0 0 0,4 9 0 0,1-3 0 15,3 1 0-15,1-3 0 0,3 2 0 0,4 0 0 16,-2-3 0-16,3 0 0 0,1 0 0 0,0-1 0 16,-1 1 0-16,0-3 0 0,0 1-272 0,0 0-48 15,0-1-16-15,1 0 0 16,1 0-1408-16,-1 0-288 0,1 0-48 0,-4 0-21504 0</inkml:trace>
  <inkml:trace contextRef="#ctx0" brushRef="#br0" timeOffset="202851.12">31327 14171 26719 0,'0'0'2368'0,"4"-7"-1888"0,0-1-480 0,0 2 0 16,0-3 4800-16,-4 9 848 0,2-7 176 0,-2 7 48 15,0 0-3184-15,0 0-624 0,-2-6-128 0,-1-1-16 16,3 7-848-16,-5-4-176 0,-2 0-16 0,1 4-16 15,-2-2-528-15,-1 4-96 0,-2 0-32 0,0 3 0 0,-2 3-208 16,-2 1 176-16,2 4-176 0,-4 0 160 0,-1 5-160 0,0 0 0 16,-2 1 0-16,2 0 128 0,0 1-80 0,1-1-48 15,1 2 0-15,3 0 0 0,1 1 0 0,5-1 0 16,1 0 0-16,5-3 0 0,1 2 0 0,3-2 0 16,2 0 0-16,3-2 0 0,1-3 0 0,1 0 0 15,2 0 0-15,2-3 0 0,3 1 0 0,2-1 0 16,-1-1 0-16,1-1-160 0,2-1 160 0,1-2 0 15,2-1-144-15,1-2 144 16,-1 0 0-16,2-1 0 0,-1-2 0 0,1-3 0 0,0-3 0 0,-1 0 0 16,-1-1-144-16,-2-1 144 0,-1-1 0 0,-2-4-128 15,-1-2 128-15,-2-1 0 0,-4-1-128 0,-3 0 128 16,-4-2 0-16,-2 1 0 0,-3-2 0 0,-2 0 0 16,-5 0 0-16,-5 0 0 0,-2 2 0 0,-3-2 0 15,-3 0 0-15,-2 2 0 0,-3-4 0 0,-1 5 0 16,-1 1 0-16,1 3 0 0,1 2 0 0,1 2 0 0,2 1 0 0,3 2 0 15,2 3-304-15,2 2 0 0,4-1 0 0,1 3 0 32,4 0-1552-32,6 0-320 0,-4 6-64 0</inkml:trace>
  <inkml:trace contextRef="#ctx0" brushRef="#br0" timeOffset="-196206.14">1688 15946 54367 0,'0'0'1200'0,"0"0"240"0,0 0 48 0,0 0 48 16,0 0-1232-16,-2 9-304 0,-2 3 0 0,0-1 0 0,1 0 400 0,-2-1 32 15,-1 0 0-15,-2 2 0 0,0 2-144 0,-1-1-32 16,0-1 0-16,-2 0 0 0,-1-2-112 0,1 2-16 16,0 1-128-16,1 0 192 0,1-3-192 0,1 2 0 15,0-2 128-15,2 2-128 0,0-4 0 0,1 0 0 16,5-8 0-16,-6 8 0 0,6-8 128 0,-4 7-128 16,4-7 0-16,0 0 0 0,0 0 128 0,0 0-128 15,0 0 0-15,0 0 0 0,0 0 0 0,0 0 128 16,0 0-128-16,8 6 0 0,-8-6 0 0,11 0 0 15,1 0 128-15,0-2-128 0,-1 1 0 0,1-2 0 0,1-1 0 0,0 2 0 16,0-1 0-16,2 2 0 0,-1-2 0 0,0 1 0 16,1-3 0-16,-1 2 0 0,2 2 0 0,-2-1 0 15,-1 0 0-15,0-1 0 0,1 2 0 0,-2-1 0 16,-12 2-240-16,11-1 16 0,-11 1 0 0,10-1 0 16,-10 1-800-16,0 0-176 0,0 0-16 0,9-1-16 15,-9 1-1616-15,0 0-320 0,7 5-64 0</inkml:trace>
  <inkml:trace contextRef="#ctx0" brushRef="#br0" timeOffset="-195456.82">1716 15967 6447 0,'0'0'576'0,"0"0"-576"16,0 0 0-16,0 0 0 0,0 0 9088 0,0 0 1696 15,0 0 352-15,0 0 64 0,0 0-7488 0,0 0-1504 16,0 0-288-16,0 0-64 0,8 12-1088 0,-1 0-224 16,2 1-32-16,1 2-16 0,-7-2 0 0,4 3 0 15,1 0 0-15,1 1 0 0,-1 1-112 0,0 1 0 0,-2 2-16 0,-2 0 0 16,-1 0-368-16,-1-1 128 16,1-2-128-16,-1 0 0 0,1-2 0 0,1-2 0 15,-1-1 0-15,-1-1 0 0,-2-12 0 0,3 13-240 16,-3-3 48-16,0-10 0 15,0 0-1088-15,0 0-192 0,0 0-64 0,0 0 0 16,0 0-2608-16,0 0-528 0</inkml:trace>
  <inkml:trace contextRef="#ctx0" brushRef="#br0" timeOffset="-195278.56">1843 15885 11967 0,'-11'-14'1072'0,"4"6"-864"0,-2-1-208 0,-1 0 0 0,-3 1 6432 0,1-3 1248 0,3 2 240 0,-3 0 48 0,-2 1-4608 0,-1-1-928 16,4 3-176-16,-2-1-32 0,-2 2-848 0,-2 1-160 15,0 0-48-15,0 3 0 0,-1-3-528 0,0 3-128 16,0 3 0-16,-2 2-16 0,-1 0-16 0,0 1 0 16,-2 2 0-16,-1 2 0 0,0 3-480 0,-2 1 0 15,-1 2 0-15,0 0 0 0,-3 2 0 0,1 3 0 16,1 8 160-16,0-2-32 0,2 4 0 0,2 1 16 0,1-1 0 15,3 5 0-15,1 2 32 0,5-1 0 16,2 2 0-16,4 4 0 0,3 1-32 0,4-3 0 16,5 2 0-16,4-2 0 0,3-3-144 0,8 0 192 15,5-4-192-15,6-1 192 0,3-4-192 0,6-2 160 0,5-7-160 0,3-1 160 16,2 2-160-16,-3-5 0 16,-3-2 0-16,1-1 128 0,0-4-80 0,0-4-48 15,0-3 0-15,0-4 0 0,-3-2 0 0,0-1 0 16,-1-5 0-16,-1 2 0 0,-2 0 0 0,-3-1 0 0,-2-1 0 15,-3-5 0-15,-3-1 0 0,-3-2 0 0,-3-2 0 0,-2-2 0 16,-1-2 0-16,0-3 0 0,-3-2 0 0,-2 0 0 16,-4-2 0-16,-1-1 0 0,-2-2 0 15,-3 2 0-15,-3 4 0 0,-3-3 0 0,-4 1 0 0,-3 2 0 16,-5 4 0-16,-2 2 0 0,-6-2 0 0,-1 2 0 16,-2 2 0-16,-3-1 0 0,-1 1 0 0,-1 1 0 15,-3 1 0-15,0 2 0 0,0 0 0 0,2 1 0 16,1 5 0-16,2 0 0 0,0 2 0 0,4 0 0 15,3 0 0-15,4 2 0 0,2 1 0 0,4 0 0 0,3 0 0 0,4-1 0 16,6 7 0-16,0 0 0 16,-1-6-768-1,1 6-32-15,8-7-16 0,4 0 0 0,2-4-3040 0,7 3-624 0</inkml:trace>
  <inkml:trace contextRef="#ctx0" brushRef="#br0" timeOffset="-192938.4">2902 15808 22111 0,'0'-10'1968'0,"0"10"-1584"0,-3-7-384 0,2 3 0 0,1 4 4368 0,0 0 800 15,0-8 144-15,0 8 48 0,0 0-3248 0,0 0-640 16,0 0-128-16,0 0-16 0,0 0-48 0,0 0 0 15,5 10 0-15,1 1 0 0,-2 2-576 0,1 4-128 16,-1 2-32-16,1 3 0 0,-1 1 32 0,0 2 16 16,0 0 0-16,1 0 0 0,0-1-288 0,0 2-64 15,0-3-16-15,1 0 0 0,-1 0-224 0,-1 1 176 16,0-5-176-16,0 0 160 0,-2-2-160 0,1-2 0 16,-1-2 0-16,1 3 0 15,-2-4-512-15,-1-12-144 0,0 0-32 0,0 0 0 16,2 11-976-16,-2-11-208 0,0 0-48 0,0 0 0 15,0 0-2256-15,0 0-464 0</inkml:trace>
  <inkml:trace contextRef="#ctx0" brushRef="#br0" timeOffset="-192672.15">3171 15675 18431 0,'-3'-17'816'0,"2"11"160"0,-1-1-784 0,1 3-192 0,0-2 0 0,1 6 0 15,0 0 7136-15,0 0 1376 0,0 0 288 0,0 0 48 16,0 0-6032-16,0 0-1216 0,1 8-256 0,0 3-32 15,-1 1-736-15,0 6-160 0,0 6-32 0,2 2 0 16,-1 4-128-16,0 0-48 0,2 2 0 0,0 2 0 16,-2 0-32-16,1-1-16 0,0-1 0 0,-1 0 0 0,2-4-160 0,-1 0 0 15,2-2 0-15,-1 0 128 0,-1-4-128 16,1 0 0-16,0 0 0 0,-1-2 0 0,2-3 0 0,-1-1 0 16,-2 0 0-16,2 3-176 15,-2-5-432-15,0-2-96 0,-1-12 0 0,0 0-16 16,0 0-512-16,0 0-112 0,0 0 0 0,0 0-16 15,0 0-1664-15,0 0-336 16</inkml:trace>
  <inkml:trace contextRef="#ctx0" brushRef="#br0" timeOffset="-192287.78">2894 16088 41343 0,'0'0'1840'15,"-6"2"368"-15,-2 0-1760 0,8-2-448 0,0 0 0 0,0 0 0 0,-7 2 1728 0,7-2 272 0,0 0 48 0,0 0 16 16,0 0-656-16,8 5-128 16,3-4-16-16,2 0-16 0,4 1-736 0,2-2-128 0,5-3-48 0,10 2 0 15,-2-4-80-15,1 1 0 0,-1 0-16 0,0-1 0 16,-4-1-240-16,1-3 144 0,0 1-144 0,-1-1 128 16,2-1-128-16,-2 1 0 0,-4 0 0 0,3 0 128 15,1-2-128-15,-2 2 0 0,-5-3 0 0,0 2 0 16,-1 1 0-16,-3 1 0 0,-3-3 0 0,-1 2 0 15,-3 0-128-15,-1 1 128 0,-1 2-160 0,-8 6 160 16,3-9-192-16,-3 9 192 0,0-7-208 0,0 7 80 16,0 0 128-16,0 0-208 0,-8-1 80 0,-1 6 128 15,-3 3-176-15,-2 2 176 0,-2 5-128 0,1 0 128 0,-1 1 0 16,-1 2 0-16,0 2 0 0,5-1 176 0,2 1-176 16,2-3 0-16,0 2 0 0,6 0 128 0,0 0-128 0,6-1 0 15,0-1 0-15,5-1-176 16,4 0-768-16,3-3-144 0,0-2-48 0,4 0 0 15,5-7-976-15,3 0-192 0,2-3-32 0,3-1-17696 0</inkml:trace>
  <inkml:trace contextRef="#ctx0" brushRef="#br0" timeOffset="-191903.49">4074 15918 28559 0,'-12'-4'1264'0,"3"1"272"0,-4 3-1232 0,-2 0-304 16,-2 0 0-16,-2 3 0 0,-1 1 4704 0,-3 1 880 15,0 1 176-15,-1 4 48 0,0 0-3376 0,-1 2-688 16,1 2-128-16,4 0-16 0,0 2-960 0,4-2-192 16,3 1-48-16,4-1 0 0,1 0-224 0,4-1-48 15,2-1-128-15,2 1 192 0,2 0-192 0,4-1-160 16,-1 0 32-16,3-1 0 16,2-4-320-16,2-1-64 0,1 0-16 0,0-2 0 15,0 1-48-15,0-3-16 0,0-2 0 0,0-3 0 16,0 1 48-16,-1-2 16 0,-2 0 0 0,2-1 0 15,-2-3 80-15,2-1 0 0,1 0 16 0,-1-1 0 16,-3-2 32-16,0 1 0 0,0 0 0 0,-1-1 0 16,0 0-48-16,-1-1 0 0,-2-1 0 0,0 1 0 0,-1 1 208 0,-2 2 48 0,0-1 0 0,-4 3 0 15,2 8 192-15,0 0 128 0,0 0 0 0,0 0-128 16,0 0 384-16,0 0-48 0,0 0 0 0,0 0 0 0,0 0-80 16,-3 12 0-16,0 0-16 0,2 1 0 15,-1 1-96-15,4-1-16 0,0 0 0 0,2 2 0 16,1-1-128-16,3 2 0 0,0-1-160 0,4 2 160 0,-2-4-240 0,3 2 48 15,2-2 16-15,0-2 0 16,1-3-2016-16,2-3-416 0,0-3-80 0,2 0-9712 16,-1 2-1936-16</inkml:trace>
  <inkml:trace contextRef="#ctx0" brushRef="#br0" timeOffset="-191654.47">4336 15885 13823 0,'1'-26'1216'0,"-2"-3"-960"15,-3-1-256-15,-1 2 0 0,2 3 3664 0,0 3 688 16,-3 2 144-16,1 5 32 0,-1 3-496 0,0 0-80 15,2 3-32-15,4 9 0 0,-6-8-1424 0,6 8-272 0,0 0-64 0,0 0-16 16,0 0-976-16,0 0-192 16,0 0-32-16,-1 12-16 0,2 2-576 0,2 4-112 15,-1 5-32-15,2 1 0 0,1 2-208 0,0 3 176 0,2 0-176 16,2 1 160-16,-1 0-160 0,2 0 0 16,1-2 0-16,-1 1 0 0,2-1 0 0,0-4 0 0,-2-2 0 15,-1-1 0-15,-1-1-256 0,0-1 64 0,-2 0 0 0,0-4 16 31,-2-2-240-31,-2-1-48 0,-1 0-16 0,1-2 0 0,-2-10-1056 16,0 0-224-16,0 0-32 0,0 0-16 0,0 0-1152 16,-7 7-240-16,7-7-32 0</inkml:trace>
  <inkml:trace contextRef="#ctx0" brushRef="#br0" timeOffset="-191451.17">4126 15996 30399 0,'0'0'1344'0,"0"0"288"0,0 0-1312 0,0 0-320 0,0 0 0 0,11 0 0 0,-1 0 4736 0,2-3 864 16,1-1 176-16,3 0 48 0,3 2-3632 0,3-3-720 16,0-2-128-16,3 1-48 0,1 0-784 0,3 0-144 15,0-1-48-15,2 0 0 0,3-1-192 0,-3 2-128 16,-4 4 160-16,0-3-160 16,-4 1-704-16,2 1-224 0,-2 2-48 0,-1-3-15472 15,-1 4-3072-15</inkml:trace>
  <inkml:trace contextRef="#ctx0" brushRef="#br0" timeOffset="-190718.53">5174 15825 28559 0,'0'0'2544'0,"0"0"-2032"15,-5-4-512-15,5 4 0 0,0 0 4672 0,0 0 832 16,0 0 160-16,0 0 32 0,0 0-3280 0,-1 13-672 15,1 2-128-15,3 3-16 0,-1 4-784 0,1 1-160 0,1 0-16 0,0-1-16 16,-1 0-224-16,3 1-32 0,-2-2-16 0,1-2 0 16,0-4-176-16,0 0-48 0,-2-4 0 0,-1 1 0 15,-2-12-128-15,3 10 0 0,-3-10 0 0,0 0 128 16,0 0-128-16,0 0 0 0,0 0 0 0,0 0 0 16,0 0 0-16,0 0 0 0,0 0 0 0,0 0 0 15,-6-9 0-15,0 0 0 0,1-1 0 0,1-2 0 0,0-2 0 16,2-1 0-16,0 0 0 0,2-1 0 0,2-2 0 0,0 0 0 15,2-3 0-15,0-2 0 0,3 3 0 0,-1 0 0 16,1 2 0-16,3-3 0 0,2 1 0 0,1 2 0 16,-1 0 0-16,-1 2 0 0,0 1-256 15,-1 3 32-15,1 3 0 0,-2 2 0 16,3 3-800 0,-1 2-176-16,0-1-16 0,2 4-16 0,1 3-1328 0,0 3-272 0,1-1-48 0,-1 5-18048 15</inkml:trace>
  <inkml:trace contextRef="#ctx0" brushRef="#br0" timeOffset="-190220.2">5433 16075 41759 0,'0'0'1856'0,"0"0"368"15,0 0-1776-15,0 0-448 0,0 0 0 0,0 0 0 0,-6-5 1936 0,6 5 304 0,-2-8 64 0,3 1 16 16,3-3-848-16,1 0-160 16,2-2-32-16,1-2-16 0,-1 1-944 0,2 0-176 15,1-5-144-15,0 1 192 0,2-2-192 0,0 0 0 0,1-2 0 16,-3 3 128-16,-2-1-128 0,0 1-224 0,1 1 48 0,-3 3 16 15,-4 2-160-15,-1 4-16 0,-1 8-16 0,0 0 0 16,0 0 80-16,0 0 16 0,0 0 0 0,-11 4 0 16,1 3 256-16,0 1 0 0,-1 2 0 0,2 3 0 15,0 1 144-15,1 3 96 0,-1 3 16 0,4 1 0 16,1-2-80-16,1 0-16 16,2-1 0-16,2-1 0 0,4 2-160 0,1-4 0 0,0-2 0 0,1-2 128 15,2 1-128-15,0-1 0 0,0-5-160 0,1-1 160 16,1-2-240-16,1 1 48 0,-1-4 16 0,1 0 0 15,0-3 16-15,0-1 0 0,-1-1 0 0,1-1 0 0,-2-1 16 16,1-2 0-16,-2-3 0 0,0 1 0 0,2-2 144 0,-2-2 0 16,-3 0-144-16,2-1 144 0,0-4 0 0,0 3-176 15,0-2 176-15,-2 2-128 0,1 1 128 0,-2 4 0 16,-4 5 0-16,-1 7-128 0,0 0 272 0,0 0 64 16,0 0 16-16,0 0 0 0,0 0 320 0,3 15 64 15,-2 5 16-15,-1 3 0 0,-1 2-16 16,1 4 0-16,0 3 0 0,0-2 0 0,1-1-96 0,2 2-32 15,-1 3 0-15,2 1 0 0,3-3-304 0,-1 0-176 16,-1 1 192-16,2-2-192 0,-2-3 0 0,-1-2 0 16,0-4 0-16,0 0 0 0,0-5 0 0,-2-1 0 0,-2-5 0 0,0-2-192 31,0-9-304-31,0 0-48 0,0 0-16 0,0 0 0 16,0 0-1648-16,0 0-336 0,0 0-64 0,-5-13-19824 0</inkml:trace>
  <inkml:trace contextRef="#ctx0" brushRef="#br0" timeOffset="-190067.69">5781 15710 35007 0,'-2'-9'3120'0,"2"0"-2496"0,2 1-496 0,-2 8-128 16,2-13 3264-16,-2 13 624 0,6-9 128 0,-6 9 16 16,6-8-3024-16,2 4-624 0,-8 4-112 0,14 0-16 15,1 3-2368-15,-2 2-480 0,0 3-96 0,1 4-17024 16</inkml:trace>
  <inkml:trace contextRef="#ctx0" brushRef="#br0" timeOffset="-189769.43">6000 16048 40943 0,'0'0'1808'0,"0"0"384"0,0 0-1744 0,0 0-448 0,0 0 0 0,5-8 0 0,0 0 1616 0,0-2 240 15,3 0 64-15,0-2 0 0,1-1-544 0,-1-2-96 16,1 2-32-16,0-4 0 0,0 0-912 0,2 2-176 15,-1-3-32-15,-1 2-128 0,-1-1 176 0,-1 3-176 16,-2-1 160-16,-1 2-160 0,-3-1 128 0,-1 5-128 16,0 9 0-16,-5-7 144 0,5 7 16 0,-11-4 0 15,1 3 0-15,0 4 0 0,-2 3 224 0,-1 3 64 16,-3 3 0-16,-1 4 0 0,-1 3-96 0,0 3-16 16,1 1 0-16,2 1 0 0,4 0-64 0,2-1-16 15,3-1 0-15,2 1 0 0,2-4-256 0,2-1 0 0,2-1 128 16,4-4-128-16,1-1 0 0,4 0-304 0,2-2 64 0,1-1 16 31,2-2-1008-31,5-2-208 0,0-2-32 0,2-3-16 16,2-3-1456-16,1 1-304 0,0-1-48 0,0 2-9968 0,0-3-2000 0</inkml:trace>
  <inkml:trace contextRef="#ctx0" brushRef="#br0" timeOffset="-189317.87">6502 15847 21183 0,'7'-17'944'0,"-1"4"192"0,-2-1-912 0,-1 0-224 0,0-1 0 0,-2 2 0 0,-2 0 4944 0,-3 4 944 16,0 1 192-16,-1 2 48 0,-1-1-3024 0,-1 3-608 15,1 0-112-15,-4 3-16 0,-3 1-1120 0,0 5-224 16,0-1-32-16,2 3-16 0,-2-1-528 0,1 7-96 16,0 7-32-16,-1-3 0 0,0 2 16 0,0 2 0 15,0 1 0-15,2 2 0 0,4-2-208 0,3 0-128 16,1-1 128-16,3 0-128 0,1-4 0 0,3 0 0 16,2-2 0-16,1 2 128 0,5-4-128 15,0-2 0-15,0-1-128 0,-1-1 128 0,1-2-288 0,1-6 32 16,3 2 0-16,2-3 0 15,2-1-240-15,-1-2-32 0,1-4-16 0,-1-2 0 16,-1-1-736-16,1-1-128 0,-1-4-48 0,0-2 0 16,0 0-224-16,1-4-48 0,-1-1-16 15,-1-2 0-15,-3 0-784 0,-1-4-160 0,0 2-16 0,-1-1-16 16,-3-1 1360-16,-1 2 272 0,-3-5 48 0,0 4 16 0,-2 2 1376 0,-2 3 288 16,-1 2 48-16,-1 3 16 0,0 3 2064 0,-1 2 432 15,0 2 64-15,2 10 32 0,-4-9-1056 0,4 9-224 16,0 0-32-16,0 0-16 0,0 0-720 0,0 0-144 15,0 0-16-15,0 0-16 0,-5 13-544 0,-1 2-96 16,3 4-32-16,0 1 0 0,2 3-144 0,1-5-16 16,0 3-16-16,1 13 0 0,2-1-96 0,-1-3-128 0,3-2 176 0,1-2-176 15,-1 0 0-15,3 1 0 0,-1-5 0 0,1 1 0 16,-2-4 0-16,-1-1 0 0,-1-3 0 0,0-1-192 16,-1-2-624-16,0 1-112 15,-3-13-32-15,1 8 0 0,-1-8-704 0,0 0-128 16,0 0-48-16,0 0 0 0,0 0-1808 0,-6 8-352 0,6-8-80 15</inkml:trace>
  <inkml:trace contextRef="#ctx0" brushRef="#br0" timeOffset="-189052.7">6637 15890 24879 0,'0'0'2208'0,"0"0"-1760"16,-2-9-448-16,2 3 0 0,0 6 4704 0,4-8 864 16,2 1 160-16,2 1 32 0,0-2-2960 0,1 1-608 15,1 2-112-15,3 1-32 0,2-2-1088 0,0-2-208 16,2 0-48-16,3 0-16 0,-1 2-208 0,-3 3-32 15,1 1-16-15,8-2 0 0,-3 0-288 0,-1 4-144 16,-3 2 160-16,-1 2-160 0,-3 3 0 0,-1 1 128 16,-1-1-128-16,-2 5 0 0,0 4 0 0,-1-1 0 15,-1 4 128-15,-3-1-128 0,-1 0 0 0,-2 0 0 16,1-1 0-16,-2 0 0 0,0-1 0 0,-1 0 0 0,0-2 0 16,0-2 0-16,0-1-128 0,-1 0-80 15,-1-3-16-15,-1 0 0 16,3-8-1232-16,0 0-240 0,0 0-48 0,-5 7-16 15,0 0-2432-15,5-7-480 0</inkml:trace>
  <inkml:trace contextRef="#ctx0" brushRef="#br0" timeOffset="-188904.71">6996 15757 10127 0,'2'-6'896'0,"2"-1"-704"0,0-4-192 0,1 1 0 16,1 1 5040-16,1 3 976 0,-1-1 192 0,-1 2 32 15,-5 5-3744-15,6-4-768 0,-6 4-128 0,8-2-48 16,-8 2-1120-16,9 1-240 0,-1 1-32 0,3 4-16 15,-4 0-1616-15,3 3-320 0,-1 0-64 0,0 2 0 16,1-1-1584-16,2 3-304 0</inkml:trace>
  <inkml:trace contextRef="#ctx0" brushRef="#br0" timeOffset="-188339.8">7292 15820 27519 0,'0'0'1216'0,"0"0"256"0,0 0-1168 0,8-3-304 0,-1-1 0 0,1 0 0 0,-1 1 2656 0,-7 3 480 15,0 0 80-15,0 0 32 0,0 0-832 0,0 0-176 16,0 0-16-16,0 0-16 0,0 0-480 0,-3 9-80 15,-2 2-32-15,-3 1 0 0,-1 1-480 0,-2 3-112 16,1-2 0-16,0 3-16 0,-2-1-544 0,3-1-96 16,2 2-32-16,2-1 0 0,1 0-208 0,0-2-128 15,2 0 128-15,2-1-128 0,0-4 0 0,0 2 0 16,0-5 0-16,0-6 0 0,4 8 0 0,1-1-256 16,-5-7 64-16,9 4 0 0,0-2-32 0,0 1-16 15,0-3 0-15,2 0 0 0,-1-7 96 0,2 1 16 16,0-2 0-16,1-1 0 0,0-3 128 0,0-1 0 15,1-5 0-15,0 1-128 0,2 0 128 0,0-1 0 16,-1-2 128-16,-2 1-128 0,2 0 0 0,-2 6-128 0,-3-1 0 16,-1 4 0-16,-2 2 256 0,-2 1 48 0,-5 7 16 0,0 0 0 15,0 0-192-15,0 0 0 16,0 0 0-16,3 11 0 0,-1 2 384 0,0 0 64 0,-1 0 0 0,0 1 0 16,0 0-256-16,1 1-32 0,0-1-16 0,0 0 0 15,-1 0-144-15,0-3 0 0,2 1 0 0,-1-2 128 16,1 0-128-16,-2-3 0 0,-1-7 0 0,0 0 0 15,0 0 0-15,0 0 0 0,0 0 128 0,0 0-128 16,0 0 0-16,0 0 0 0,8 0 0 0,0 0 0 0,-1-5 0 0,0 0 0 16,1-4 0-16,1-2 0 0,0-2 0 0,2-2 0 15,1-5 0-15,-1-1 0 0,5-2 0 0,1-1-192 16,0 1 64-16,1-1 128 16,2 2-336-16,-3 3 48 0,-3 2 16 0,-1 4 0 15,-1 2 272-15,-2 2-160 0,-1 5 160 0,-1 3-128 0,-8 1 304 0,7 5 64 16,-1 4 16-16,-1 0 0 0,-1 4 0 0,0 2 16 15,-1 2 0-15,-1 1 0 0,1 0-192 0,0 0-80 16,1 3 0-16,-1-2 0 0,1 0 0 0,0-1 0 16,0 1 0-16,0-4 0 0,3-2 0 0,-2 0 0 15,-1-1 0-15,0-3 0 0,0 0 0 0,-1-5 0 16,-3-4 0-16,0 0 0 16,8 7-880-16,0-1-160 0,-8-6-48 0,8 4-15728 0,0 0-3152 0</inkml:trace>
  <inkml:trace contextRef="#ctx0" brushRef="#br0" timeOffset="-187715.24">8658 15465 40719 0,'0'-15'1792'0,"0"8"384"0,0-1-1728 0,0 0-448 15,0-2 0-15,-1 2 0 0,-2-2 1024 0,-1 1 128 16,0 1 32-16,0 1 0 0,-1 1 464 0,0 1 80 16,0 1 32-16,-1-2 0 0,0 5-864 0,-2-1-160 15,0 2-32-15,0 0-16 0,2 2-96 0,-2 5-16 0,0-1 0 0,1 2 0 16,-3 4-224-16,1 2-48 0,-1 3-16 0,-1 5 0 16,1 2-64-16,1 2-16 0,0-1 0 0,1 2 0 15,0 3-16-15,2 4-16 0,-1 0 0 0,3 2 0 16,2 3-48-16,0-2 0 0,2-1 0 0,2-2 0 15,0 1-128-15,2-1 128 0,0-1-128 0,1-3 128 16,0 0-80-16,1-5-48 0,-2-3 0 0,-1-3 0 0,1-2 0 0,0-1 0 16,0 1 0-16,-1-4 0 15,-2-1 0-15,0-2-240 0,-1-2 80 0,0-8 16 16,-1 9-688-16,1-9-128 0,0 0-16 0,0 0-16 16,0 0-832-16,0 0-160 0,-12 0-48 0,6 1-13008 15,6-1-2624-15</inkml:trace>
  <inkml:trace contextRef="#ctx0" brushRef="#br0" timeOffset="-186610.79">8320 15852 46527 0,'0'0'2064'0,"0"0"432"0,0 0-2000 0,4-5-496 15,1 1 0-15,2-1 0 0,1 1 1536 0,1 0 224 16,1-1 32-16,3-1 16 0,4-1-544 0,0 2-112 16,2 0-32-16,-1-1 0 0,0 1-768 0,0 1-160 15,1 0-16-15,-3 2-16 0,1-1 16 0,0 2 0 16,0 0 0-16,-1 2 0 0,-2 0-176 0,1 3 0 15,-2 1 0-15,0 2 128 0,-2 1-128 0,3 1 0 0,0 4 0 16,-1 0 0-16,-3-1 0 0,1 2 0 16,-1 3 0-16,1-1 0 0,-1-1 128 0,-2 1-128 15,-3-2 128-15,-1-1-128 0,0 0 0 0,-2-2 0 16,1-2 0-16,-2 0 0 0,-1-1 0 0,0-8 0 16,0 5 144-16,0-5-144 0,0 0 0 0,0 0 144 0,0 0-144 15,0 0 144-15,-6-4-144 0,1-1 0 0,1-2 0 0,0 1 0 16,0-3 0-16,0-3 0 0,1-1 0 15,2-3 0-15,1-1 0 0,1 0 0 0,2-2 0 0,1 2 0 16,0-3 0-16,1 3 0 0,0 0 0 0,4-2 0 31,2 1-384-31,-1 3-64 0,1 5 0 0,-1-1-16 0,1 2-544 0,-1 3-96 0,2 2-32 16,1 4 0-16,1 0-576 0,2 0-112 16,1 0-32-16,1 1 0 0,2 0-1392 0,-1 1-272 0,3-1-64 15,-1-1-16-15,0-1-368 16,-3 1-64-16,0-2 0 0,-6 2-16 0,-1-1 3120 0,-2 1 624 0,-9 0 128 0,0 0 32 15,0 0 2864-15,0 0 576 0,0 0 112 0,0 0 32 0,0 0 704 0,0 0 144 16,0 0 16-16,-4 8 16 0,-1 0-1824 0,-2 2-384 16,-1 2-64-16,-1 1 0 0,-1-1-912 0,-1 3-176 15,1-2-48-15,1 4 0 0,0-2-464 0,2 0-112 16,2 1-16-16,1 1 0 0,0-3-320 0,4-1 128 16,-1 0-128-16,1-2 0 0,1-2 0 0,2-1 0 15,1 1 0-15,1-3 0 0,-5-6 0 0,8 4-160 16,-8-4 160-16,9 0-208 0,0-1 48 0,0-2 16 15,0-2 0-15,2-1 0 0,-1-2 144 0,2-1-208 16,-2-3 80-16,2-1 128 0,0-4-192 0,-1-1 192 16,1-2-160-16,1-1 160 0,1-1-192 0,1 0 48 15,-2 0 16-15,0 1 0 0,-1 3 128 0,-2 2-160 16,-1 2 160-16,-1 3-160 0,-2 3 160 0,1 3 0 0,-7 5 0 16,0 0 0-16,8 3 176 0,-2 3 16 0,0 5 0 15,-1 2 0-15,-1 2 64 0,0 4 32 0,1 0 0 0,-1 3 0 16,-2 1 0-16,2-1 0 0,1 1 0 0,1-1 0 15,-1-1-160-15,0-1-128 0,2-1 144 0,-1-2-16 16,1-2-128-16,-1-2 0 0,-1 0 0 0,1-4 0 16,-1-3 0-16,-5-6 0 0,5 7 0 0,-5-7 0 0,0 0 0 15,8 0 0-15,-8 0 0 0,8-5 0 16,-2 1 0-16,1-3 0 0,-1-2 0 0,-1-1 0 16,1-3 0-16,-1-3 0 0,0-2 0 0,2-2 0 0,-1-1 0 15,1-1 0-15,0-3 0 0,1 1 0 0,1-2 0 16,1 1 0-16,-3 1 0 0,1 1 0 0,0 3 0 15,0 2 0-15,-2 6 0 0,1-1 0 0,-2 4 0 0,0 3 0 16,-5 6 0-16,0 0 0 0,0 0 0 0,0 0 0 16,0 0 0-16,8 9 0 0,-1 1 0 0,-1 3 0 15,1 4 0-15,-2 3 0 0,0 2 0 0,0 0 0 16,1 0 0-16,-1-1 0 0,1 1 0 0,1 0 0 16,-1-1 0-16,0-2 0 0,-1-4 0 0,-1-1 0 15,0-2 0-15,-1-1 0 0,1-4 0 0,0 0 0 16,-4-7 0-16,0 0 0 0,0 0 0 0,0 0 0 15,0 0 0-15,0 0 0 0,0 0 0 0,0 0 0 16,8-5 0-16,-1-2 0 0,-2-2 0 0,1-3 0 16,2-3 0-16,0-2 0 0,1-3 0 0,0-1 0 15,0-1 0-15,2-3 0 0,1-1 0 0,-1 0 0 16,2 0 0-16,-1 3 0 0,0-1 0 0,-2 5-208 16,-1 4 64-16,-2 6 16 0,-2 0 128 0,-1 5-128 15,-4 4 128-15,0 0-128 0,0 0 128 0,4 7 0 16,0 2 0-16,-2 4 0 0,0 5 0 0,-1 3 0 15,-1 1 128-15,1 2-128 0,2-1 0 0,0 1 0 0,-1-1 0 0,3-1 0 16,1 0 0-16,1-2 0 0,1-2 0 0,4 6-192 16,0-6-928-1,-2-5-192-15,-1-3-32 0,2-3-16 16,-1-3-1408-16,3-2-288 0,0-2-48 0,-2-1-10832 0,0 0-2160 16</inkml:trace>
  <inkml:trace contextRef="#ctx0" brushRef="#br0" timeOffset="-186227.66">10378 15656 39455 0,'6'-13'1744'0,"-6"13"368"16,3-7-1696-16,-2-1-416 0,0 0 0 0,-1 2 0 0,-2-1 2816 0,-1 2 496 16,-2 1 80-16,0-2 32 0,-1 2-1792 0,0 3-352 15,-3-1-80-15,0 2-16 0,-3 2-688 0,0 0-144 16,0 1-32-16,1 1 0 0,-2 1-144 0,0 1-48 16,0 1 0-16,0 1 0 0,1 0-128 0,1-1 128 15,1 4-128-15,1-5 128 0,1 2-128 0,3 1 0 16,0-2 0-16,-1 1 128 0,4-1-128 0,1 1 0 15,1-8 0-15,0 9 128 0,0-9-128 0,2 11 0 16,2-3 144-16,1-1-144 0,2 1 0 0,1-1 128 16,-1-3-128-16,4 0 0 0,1-2 0 0,2 2 128 15,0-3-128-15,2 1 0 0,1-2 0 0,1 0 0 16,2-2 0-16,1 2 0 0,-3 0 0 0,0 0 0 0,-1 0 0 16,0 2 0-16,0 0 0 0,-1 2 144 0,-2-1-144 15,-2 2 0-15,-2 0 0 0,-2 2 0 0,-2 1 0 16,-6-8 0-16,4 7 0 0,-2 3 0 15,-4-1 0-15,-2 0 0 0,-1 0 0 0,-3-1 0 0,-2 0 0 0,-2 1 0 16,-1 0-192-16,0-1 48 0,-3 1 16 0,-1 0 0 16,-1 1-64-16,0-3 0 0,0-1 0 0,-6 4 0 15,6-3-784-15,4-3-176 16,1-1-16-16,2-2-16 0,11-1-1232 0,0 0-240 0,0 0-48 0,0 0-11376 16,0 0-2288-16</inkml:trace>
  <inkml:trace contextRef="#ctx0" brushRef="#br0" timeOffset="-185783.65">10547 15636 14735 0,'7'-5'1312'0,"-1"0"-1056"16,1-1-256-16,-7 6 0 0,6-5 6048 0,-6 5 1152 16,0 0 224-16,0 0 64 0,0 0-4048 0,0 0-816 15,0 0-144-15,5 9-48 0,-2 2-1200 0,-2 2-240 16,-2 0-48-16,0 8-16 0,-1-2-224 0,1 2-32 16,0-1-16-16,1-5 0 0,1-2-400 0,2 8-96 15,1-4-16-15,-1-1 0 0,3-3-144 0,0-4 0 16,-6-9 0-16,9 9 0 0,-9-9 0 0,11 8-192 15,-1-3 32-15,-10-5 16 0,12-1-48 0,-2 1 0 16,-10 0 0-16,12-8 0 0,-4-1 192 0,1 0-160 16,0 0 160-16,-1-3-160 0,-1-2 160 0,-1-2 0 15,1 2 0-15,-1-2-128 0,-1 0 128 0,2-1 0 16,-2 0 0-16,0 2 0 0,2-2 0 0,-2 2 0 16,1 2 0-16,-2 2 0 0,-1 0 0 0,-3 11 0 15,0 0 0-15,0 0 0 0,0 0 256 0,0 0 0 16,0 0-16-16,0 0 0 0,0 0 64 0,0 0 16 0,4 13 0 0,-1 0 0 15,-1 0 0-15,-1 4 0 0,2 3 0 16,0 3 0-16,-1 3-128 0,1 2-32 0,-1-2 0 16,2 0 0-16,3 3-160 0,-1-1 0 15,1 0 0-15,-1 0 112 0,0 4-112 0,0-4 0 0,-1-2 0 0,3-2 0 16,-3-2 0-16,1 1 0 0,-2 1 0 0,-2-3 0 16,-1-4 0-16,-1-2 0 0,0-2 0 0,0 0 0 15,-1-2 0-15,1-11 0 0,0 0-160 0,0 0 160 16,-4 13-608-16,4-13-32 15,0 0-16-15,0 0 0 0,0 0-560 16,0 0-96-16,0 0-32 0,0 0 0 0,-4-12-1600 0,4-1-336 0,2-1-64 0</inkml:trace>
  <inkml:trace contextRef="#ctx0" brushRef="#br0" timeOffset="-185382.69">11173 15581 40079 0,'6'-15'1776'0,"0"4"368"0,-1 0-1712 0,-1 0-432 16,-4 1 0-16,1 2 0 0,-1 8 2032 0,0-8 320 15,0 8 64-15,0 0 16 0,-6-8-896 0,-1 4-192 16,7 4-16-16,-9-1-16 0,-2 1-736 0,1 3-128 16,-2 0-48-16,1 3 0 0,-3 0-64 0,0 1-16 15,-3 1 0-15,2-1 0 0,0 1-144 0,2 0-48 16,0 0 0-16,3 2 0 0,1-2 16 0,2 3 0 16,1 0 0-16,0 1 0 0,1-3-144 0,5-9 0 0,-1 11 0 0,1 0 128 15,0 0-128-15,0-11 0 16,5 11 0-16,-5-11 128 0,7 15-128 0,0-5 0 15,4 1 0-15,1-2 0 0,1-3 0 0,1 1 0 16,2-1 144-16,2 1-144 0,0-1 0 0,0 1 0 0,1-2 0 16,-1 0 0-16,0 2 0 0,-2-2 0 15,-3 3 0-15,0-2 0 0,-3 2 0 0,-1 1 0 16,-1-2 0-16,-8-7 0 0,0 0 0 0,7 12 0 0,-3-1 0 16,-4-11 0-16,1 11 0 0,-1-1 0 0,0-10 0 0,-4 13-128 15,-1-1 128-15,-2-4-128 0,-2 0 128 16,-1-1-128-16,-2 1-112 0,-2 1-16 0,-2-2 0 0,0-1 0 15,1 0-64-15,-1-1-32 0,2 1 0 0,-1-3 0 16,1-2-928-16,2-1-192 16,3 0-48-16,9 0 0 0,-9-2-1632 0,9 2-336 0,-8-6-64 0,8 6-14848 15</inkml:trace>
  <inkml:trace contextRef="#ctx0" brushRef="#br0" timeOffset="-185124.56">11414 15417 18431 0,'5'-12'1632'0,"-5"12"-1312"15,4-9-320-15,0 1 0 0,-1 2 6032 0,-3 6 1136 16,0 0 240-16,0 0 32 0,0 0-4192 0,0 0-848 16,0 0-160-16,0 0-48 0,5 12-1088 0,-1 1-208 15,-2 2-64-15,0 2 0 0,-2 7-416 0,-2-1-96 16,1 1 0-16,0 0-16 0,1 0-16 0,0 2 0 16,0 1 0-16,2 3 0 0,1-5-144 0,0 2-16 15,1 2-128-15,-2 0 192 0,-2-6-192 0,1-1 0 16,2-2 0-16,-2-3 0 0,-1-4 0 0,2-1 0 15,-2-12 0-15,1 11 0 16,0 0-496-16,-1-11-32 0,0 0-16 0,0 0 0 16,0 0-832-16,0 0-160 0,0 0-48 0,0 0 0 15,0 0-1040-15,0 0-224 0,0 0-32 0,0 0-10480 0,-5-11-2080 0</inkml:trace>
  <inkml:trace contextRef="#ctx0" brushRef="#br0" timeOffset="-184246.8">11245 15691 34383 0,'0'0'1520'0,"0"0"320"0,0 0-1472 0,0 0-368 0,0 0 0 0,0 0 0 16,0 0 2736-16,0 0 464 0,0 0 112 0,0 0 16 16,0 0-1600-16,13 4-304 0,0-2-64 0,2 1-16 0,4 0-576 0,0-2-128 15,1-1-32-15,3-1 0 0,3-1-176 0,0 1-48 16,0 0 0-16,0-2 0 0,0-1-176 0,2-1-32 16,-2 0-16-16,0 1 0 0,-1-3-160 0,0-2 192 15,-3 0-192-15,0 1 192 0,-3-1-192 0,-2 1 0 16,0 0 0-16,-2 2 0 0,-5 1 0 15,-10 5 0-15,0 0-144 0,0 0 144 0,0 0 0 0,0 0-128 16,0 0 128-16,0 0 0 0,0 0 0 0,0 0 0 16,-9 2 0-16,-3 5 144 0,1 3 32 0,-3 3 0 15,0-2 0-15,-2 3 0 0,1 0-32 0,2 3 0 16,0 2 0-16,2-1 0 0,2 0-144 0,3 0 192 16,2 1-192-16,1-2 192 0,2-4-192 0,2 0 0 15,2-2 0-15,-3-11 0 0,6 13 0 16,3-2 0-16,2-3 0 0,1-1 0 0,-1 0-176 0,2-3-64 0,0-1-16 15,2-3 0-15,0-2-112 0,1 0-16 16,-2-2-16-16,2-3 0 0,0-3 192 0,1-1 32 0,-2 0 16 16,2-4 0-16,1 0 160 0,1-2-192 0,-2-2 192 15,0 1-192-15,0-1 192 0,-1-2-208 16,1 0 80-16,-1 1 128 0,-2-1-240 0,-1 6 80 0,-2-1 16 16,-3 4 0-16,-3 3 144 0,-5 9 144 15,0 0-16-15,0 0-128 0,0 0 560 0,0 0 0 16,0 0 0-16,0 0 0 0,0 0-48 0,4 13-16 0,-2 0 0 0,-2 3 0 15,-1-2-96-15,0 5-16 0,0 3 0 0,-1-4 0 16,1 0-256-16,2 3-128 0,2 1 0 0,-1-3 128 16,1-1-128-16,1-5 0 0,0 0 0 0,-4-13 128 0,6 12-128 15,-6-12 0-15,7 11 0 0,-7-11 0 0,9 7 0 16,-9-7 0-16,10 1 0 0,-10-1 0 0,0 0 0 0,11-4 0 16,-1 0 0-16,1-2 0 0,-2-5 0 0,0 0 0 15,0-1 0-15,2-2 0 16,-1-3 0-16,2-3 0 0,-1-2 0 0,3-2 0 0,0 0 0 15,1 0-256-15,1 2 64 0,-2 0 16 0,2 2-80 0,-3 3-32 16,-2 3 0-16,-6 6 0 0,0 2 128 0,-5 6 32 16,0 0 0-16,0 0 0 0,0 0 128 0,0 0-160 15,0 0 160-15,0 0-160 0,0 0 160 0,0 6 224 16,-3 5-48-16,1-1-16 0,-1 2-32 0,1 1-128 16,-1 1 192-16,2 1-64 0,-1 0-128 0,2 2 192 15,0 0-192-15,0-1 192 0,2-1-192 0,0 0 0 16,2-1 0-16,0-2 0 0,1-2 0 0,1-1 0 15,-1-3 0-15,0-1 0 0,-5-5 0 0,6 2 0 16,1 0 0-16,3-2 0 0,0-4 0 0,-5 1 0 0,0-1 0 16,2 0 0-16,0-5 0 0,1 0 0 0,1-3-144 15,0-1 144-15,2 0-208 0,8-17 16 0,-2 7 0 16,0-1 0-16,-1 1-128 0,0 3-32 0,-5 3 0 0,-2 8 0 16,-3-1 96-16,-6 10 32 0,0 0 0 0,0 0 0 15,0 0 368-15,0 0 80 0,0 0 16 0,0 0 0 16,0 0 80-16,-4 5 32 0,0 3 0 0,0 0 0 15,1 0-112-15,1 3-32 0,-1 2 0 0,2-2 0 16,1-1-208-16,1 14 0 0,2-2 0 0,1-3 0 16,1-2 0-16,-3-9-128 0,2 1 128 0,0 0-208 15,1 2-1712 1,1-1-320-16,0 1-80 0</inkml:trace>
  <inkml:trace contextRef="#ctx0" brushRef="#br0" timeOffset="-184065.39">12831 15843 11055 0,'0'0'976'0,"0"0"-784"16,1 13-192-16,1 2 0 0,0 2 8960 0,0-2 1728 15,-4 1 368-15,2 0 64 0,-1 2-7840 0,0-1-1552 16,-1 4-320-16,1-3-64 0,-1-1-704 0,-1 1-128 16,-1-2-16-16,0-1-16 0,0-3-480 0,2 2 128 15,-2 0-128-15,0-1 0 0,1 1-192 0,-1-1-64 16,0 0-32-16,0 0 0 15,1 0-1760-15,-1 0-336 0,-2 1-80 0</inkml:trace>
  <inkml:trace contextRef="#ctx0" brushRef="#br0" timeOffset="-183064.22">13280 15519 42495 0,'0'0'1888'0,"0"0"384"0,0 0-1824 0,0 0-448 0,0 0 0 0,0 0 0 0,0 0 2080 16,0 0 320-16,0 0 64 0,-2 13 16 0,1 1-880 0,0 2-192 16,1-2-16-16,1 3-16 0,0 1-816 0,3-1-176 15,0 3-16-15,1-6-16 0,1 2-224 0,0-4-128 16,1-1 160-16,0-2-160 0,-7-9 0 0,8 8 0 16,-8-8 0-16,0 0-160 15,9 8-1248-15,-9-8-240 0,0 0-48 0,0 0-14368 16,0 0-2864-16</inkml:trace>
  <inkml:trace contextRef="#ctx0" brushRef="#br0" timeOffset="-182883.71">13333 15297 34095 0,'0'0'3024'0,"0"0"-2416"15,0 0-480-15,0 0-128 0,0 0 1792 0,0 0 320 16,0 0 80-16,0 0 16 15,0 0-2896-15,8 13-576 0,0 1-112 0</inkml:trace>
  <inkml:trace contextRef="#ctx0" brushRef="#br0" timeOffset="-182364.02">13510 15498 9215 0,'0'0'400'0,"0"0"96"0,0 0-496 0,0 0 0 0,0 0 0 0,0 0 0 16,0 0 8624-16,0 0 1616 0,7 9 336 0,-2 0 64 15,2 2-6928-15,-1-1-1408 0,3 2-256 0,0 2-64 16,1 2-1088-16,0-1-224 0,0 1-32 0,1-2-16 16,-2 3-272-16,-1-4-48 0,0 0-16 0,-1-1 0 0,0 0-288 15,-1-2 160-15,0-1-160 0,-2-1 128 0,-4-8-128 0,0 0 0 16,0 0 0-16,0 0 128 0,0 0-128 0,0 0 0 16,0 0 144-16,0 0-144 0,0 0 0 0,0 0 144 15,0 0-144-15,-6-2 0 0,2-2 128 0,2 0-128 16,-2-4 0-16,1 0 0 0,2 0 0 0,1-3 0 15,0-1 0-15,3-1 0 0,-1-4 0 0,3 0 0 16,2 1 0-16,0-1 0 0,0 0 0 0,2 2 0 16,2-2-192-16,-1 1 192 0,1 3 0 0,-2 3-144 15,0 1 144-15,0 2 0 0,-1 2 0 0,0 1 0 16,-8 4 0-16,9 1 0 0,0 3 0 16,0 1 0-16,-1 3 0 0,0 3 0 0,1 2 0 15,-1 2 224-15,-2 1-32 0,1 5 0 0,-1 0-192 16,1 1 0-16,-1 1 0 0,1 1 0 0,-2 2 0 0,0-3 0 15,-1 1 0-15,1-2 128 0,1-3-128 0,-2 0 0 16,-2-4 0-16,2-2 0 0,0-2 0 0,-1-2 0 16,-3-9 0-16,0 0 0 0,0 0 0 0,0 0 0 0,0 0 0 15,0 0 0-15,0 0 0 0,0 0 0 0,0 0 0 16,0 0 0-16,1-8 0 0,0-1 0 0,-1-1 0 16,2-5 0-16,-1 0 0 0,0-2 0 0,0-2 0 15,2 1 0-15,1 1 0 0,-1-2 0 0,-1-2 0 0,1 0 0 16,1 0 0-16,0 3 0 0,-1 0 0 0,1 1 0 15,2-2 0-15,-2 2 0 0,-1 2 0 0,3 2 0 16,-1 1 0-16,0 2 0 0,-1-2 0 0,1 3 0 0,2 1 0 0,-1 1 0 16,-1 2 0-16,5 1 0 15,0-1-752-15,0 4-80 0,2 2-32 0,0 4 0 16,1-2-2176-16,0 5-432 0,0 3-96 0</inkml:trace>
  <inkml:trace contextRef="#ctx0" brushRef="#br0" timeOffset="-182014.89">14109 15753 43311 0,'0'0'1920'0,"0"0"384"0,0 0-1840 0,0 0-464 0,0 0 0 0,0 0 0 0,0 0 1824 0,0 0 272 15,0 0 48-15,9-1 16 0,1-3-720 0,1 0-144 16,-1-5-16-16,2 0-16 0,1-1-736 0,0-2-144 16,-1-1-16-16,1 0-16 0,1 0-144 0,1-2-16 15,-2 0-16-15,1 0 0 0,0 0-176 0,-1-1 0 16,2 0 0-16,-4 0 128 0,0-1-128 0,-2 2 0 15,-1-2 0-15,-2 4 0 0,-2 2 0 0,-1 0-176 16,-2 3 176-16,-1 2-128 0,0 6 128 0,0 0 0 16,-8-3 0-16,-1 4 0 0,-1 3 0 0,-2 5 0 15,-1 3 0-15,-1-1 0 0,-2 3 176 0,2 2-48 0,1-1 0 0,1 4 0 16,0 1 0-16,2 1-128 16,2 0 192-16,3 1-64 0,1 0-128 0,1-1 0 15,3-1 0-15,1-2 0 0,3-1 0 0,0-1 0 0,0-2 0 0,5 4-176 16,3-5-464-1,1-5-80-15,-1-3-32 0,1 1 0 0,0-4-720 0,1 1-128 16,1-6-48-16,0 2 0 0,-1 0-1648 16,1-2-336-16,-1-2-64 0,1-4-14544 0</inkml:trace>
  <inkml:trace contextRef="#ctx0" brushRef="#br0" timeOffset="-181725.21">14508 15512 23039 0,'-5'-22'2048'0,"3"16"-1648"0,1-1-400 0,1 7 0 0,-4-5 4864 0,4 5 880 16,0 0 176-16,0 0 32 0,0 0-2656 0,0 0-544 15,0 0-96-15,0 0-32 0,-1 10-1296 0,-1 3-272 16,1 2-48-16,1 2-16 0,1 0-512 0,2 2-96 16,1 3-32-16,0 0 0 0,1 1-352 0,3-1 144 15,-2-1-144-15,2 1 144 0,0 0-144 0,0-1 0 16,0-2 0-16,0-6 0 0,-2 0 0 0,-1-2 0 16,-1-3 0-16,-4-8 0 0,0 0 0 0,7 5 0 15,-7-5 0-15,0 0 0 0,0 0 0 0,6-1 0 16,-1-3 0-16,1-3 0 0,-1-1 0 0,0-2 0 15,-1-3 0-15,1 0 0 0,0-4 0 0,1 0 0 16,-1-1 0-16,0-2 0 0,2-1 0 0,-1-1 0 16,2 0 0-16,1-11 0 15,-1 3-368-15,-2 4-64 0,1 4-16 0,-1 3 0 16,-2 0-880-16,0 6-176 0,-1 0-32 0,-2 7-16 16,-1 6-2784-16,0 0-544 0,0 0-112 0,0 0-32 0</inkml:trace>
  <inkml:trace contextRef="#ctx0" brushRef="#br0" timeOffset="-181129.4">14729 15802 36799 0,'0'0'1632'0,"0"0"336"0,0 0-1584 0,10 0-384 0,-1-2 0 0,1-3 0 15,1 0 2240-15,0-3 352 0,2-1 80 0,2 0 16 0,-1-4-736 0,2 0-144 16,-1-2-16-16,2 1-16 0,0 0-1136 0,0-1-240 16,1 0-32-16,1-1-16 0,-2-1-176 0,-2 2-48 15,-2-1 0-15,0 2 0 0,-2-2-128 0,-2 3 0 16,-4 1 0-16,-1 2 0 0,-3 2 0 0,-1 8 128 15,-2-7-128-15,-4 5 0 0,0 2 208 0,-3 4-32 16,-3 2-16-16,-1 2 0 0,0 4 96 0,-1 1 0 16,-2 1 16-16,0 6 0 0,-1-3 0 0,3 5 0 15,2-1 0-15,3 1 0 0,3 0-272 0,2 0 160 16,1 0-160-16,3-2 128 0,3-2-128 0,2-2-176 16,0-2 48-16,6 2 0 15,0-5-256-15,2-3-64 0,0-3 0 0,0-2 0 16,2-4-272-16,0-3-64 0,1-1-16 0,-2-2 0 15,-2 1-96-15,0-5-32 0,1-4 0 0,-1-1 0 16,-1-1 48-16,0 1 16 0,1-5 0 0,-3 7 0 0,0-3 400 0,0-2 80 16,0-2 0-16,0 0 16 0,-1 0 368 0,0 3 240 15,-2 1-48-15,-2 2 0 0,0 4 704 0,-1 2 144 0,-1 1 32 16,-2 8 0-16,0 0 112 0,0 0 32 0,0 0 0 16,0 0 0-16,0 0-416 0,0 0-80 15,0 10-16-15,2 1 0 0,-1 3-208 0,0 4-48 0,1 1-16 16,0-1 0-16,1 0-96 0,-1 2-16 15,2 0 0-15,0 1 0 0,1-2-224 0,2-1-96 0,0 0 0 16,0-2 0-16,0-5 0 0,1 0 0 0,-2-2 0 16,2-1 0-16,0-4 0 0,-8-4 0 0,0 0 0 0,8 2 0 0,-1-4 0 15,0-1 0-15,-7 3 0 0,7-5 0 16,-2-3 0-16,0-1 0 0,0 0 0 0,-1-2 0 0,0-2 0 16,0 0 0-16,0-4 0 0,0 0 0 0,-2-1 0 15,2 3 0-15,1-2 0 0,1 0 0 0,-2-2 0 16,1 2 0-16,0 3 0 0,0 2 0 0,0 1 0 0,2-2 0 15,-2 0 0-15,4-4 0 16,-1 2-352-16,3 4-64 0,-1 0-16 0,0 2 0 16,0 4-752-16,0-2-160 0,0 5-16 0,1-1-16 15,-1 2-1712-15,3 1-352 0,2 6-64 0</inkml:trace>
  <inkml:trace contextRef="#ctx0" brushRef="#br0" timeOffset="-180747.2">15809 15485 24879 0,'0'0'2208'0,"0"0"-1760"0,0 0-448 0,0 0 0 0,0 0 5120 0,0 0 928 16,1-5 192-16,-1 5 32 0,0 0-3424 0,0 0-688 16,0 0-144-16,-6-3-32 0,-1 2-1024 0,-1 1-192 15,-2 0-64-15,-1 2 0 0,-2 2-384 0,0-1-64 16,-1 1-32-16,0 0 0 0,-2 2-80 0,2 2-16 16,-1 0 0-16,2 0 0 0,0-2-128 0,2 2 0 0,0 0 0 0,2 0 0 15,1-2 0-15,2 1 0 16,0 0 0-16,3 0 0 0,3-7 0 0,0 0 0 0,0 0 0 0,1 12 0 15,1-4 0-15,2-1 0 0,-4-7 0 0,8 6 0 16,1 0 0-16,2 1 0 0,3-2 0 0,2-1 0 16,1-2 0-16,2 2 0 0,2-4 0 0,0 3 0 15,-1-2 0-15,0 2 0 0,3-1 0 0,-3 2 0 16,-3 0 0-16,-1 1 0 0,-2-1 0 0,-1 2 0 16,-2-1 128-16,-2 1-128 0,-3 0 0 0,0 1 128 15,-4 1-128-15,0 1 0 0,-2 0 0 0,-3 1 0 16,-1-1 0-16,-2 0 128 0,-4 0-128 0,1 0 128 0,-1 1-128 15,-2 1 0-15,-1-1-192 0,-1-2 192 0,-2-1-176 16,-1-1 176-16,0-1-128 0,-6 3 128 16,3-3-608-16,3 1-32 0,2-2-16 0,2-1 0 15,1 0-704-15,1-2-144 0,11-1-32 0,-7-1 0 16,7 1-1904-16,0 0-384 0,0 0-80 0</inkml:trace>
  <inkml:trace contextRef="#ctx0" brushRef="#br0" timeOffset="-180503.71">15965 15549 40479 0,'0'0'1792'0,"0"0"384"0,0 0-1744 0,0 0-432 16,0 0 0-16,0 0 0 0,0 0 2592 0,8 4 432 15,-8-4 96-15,5 9 16 0,-1 2-1440 0,-1 4-288 16,-2 2-48-16,0-3-16 0,-1 3-768 0,0 0-144 16,0 1-48-16,2 1 0 0,-1-1-192 0,0 0-64 15,1 0 0-15,-1-1 0 0,0-1-128 0,1-4 0 0,-2-3 0 0,0-9 0 31,0 0-768-31,0 0-192 0,0 0-48 0,0 0 0 16,0 0-1568-16,0 0-320 0,0 0-64 0</inkml:trace>
  <inkml:trace contextRef="#ctx0" brushRef="#br0" timeOffset="-180330.55">16040 15218 33167 0,'0'-7'2944'0,"1"-1"-2352"0,0 2-464 0,1-1-128 15,-2 7 2640-15,1-6 512 0,0-1 112 0,0 1 0 0,-1 6-2208 16,0 0-448-16,0 0-96 0,10-6 0 16,-10 6-2080-16,10-1-416 0,0 1-64 0,-2 1-10560 15,0 2-2112-15</inkml:trace>
  <inkml:trace contextRef="#ctx0" brushRef="#br0" timeOffset="-179977.45">16153 15192 6447 0,'0'0'576'0,"0"0"-576"0,0 0 0 0,0 0 0 0,0 0 5584 0,3 9 1008 15,-1-3 208-15,1 5 48 0,-1 0-2496 0,1 4-480 0,0-2-96 16,-1 1-32-16,1 3-1168 0,0 3-224 15,-1 2-48-15,1 2-16 0,1 5-816 0,0 0-176 16,-1 0-16-16,3-1-16 0,-2 0-688 0,1 0-144 16,-1 0-32-16,0-2 0 0,0 0-272 0,-2-3-128 15,1-1 0-15,-2 1 128 0,0-1-80 0,1-1-48 16,-2-3 0-16,0-1 0 0,-2-2 0 0,1-2 0 16,0-2 0-16,1-3 0 0,0-8 0 0,0 0 0 0,0 0 0 15,0 0 0-15,0 0 0 0,0 0 0 0,0 0 0 16,0 0 0-16,0 0 0 0,0 0 0 0,0 0 0 0,1-8 0 15,0-1 0-15,2-3 0 0,1 0 0 0,1-1 0 16,0-1 0-16,2 0 0 0,1-1 0 0,2 1 0 16,1-2 0-16,0-2 0 0,1 1 0 15,1 1 0-15,1 2 0 0,2 1 0 0,0 1 0 0,1 3 0 16,0 3 0-16,-2-1 0 0,0 3 0 0,-1 0 0 16,0 3 0-16,-1 1 0 0,-1 1 0 0,-2 3 0 15,0 0 0-15,-3 3 0 0,0 2 0 0,-2 4 0 0,-1 1 0 0,-3 2 0 16,-2 1 0-16,-3 1 0 0,-1 3 0 0,-2 0 0 15,0-2 0-15,-3 1 0 0,1-1 0 0,0 1 0 16,0-3 0-16,-1-1 0 0,-1-1-160 0,1-2 32 16,-1-4 0-16,-2 3 0 15,3-3-608-15,1-2-112 0,0-2-32 0,-1-1 0 16,1-3-960-16,9-1-192 0,-9-4-32 0,9 4-13072 16,-5-2-2608-16</inkml:trace>
  <inkml:trace contextRef="#ctx0" brushRef="#br0" timeOffset="-179561.75">16741 15289 29487 0,'0'0'1296'0,"0"0"288"0,0 0-1264 0,-6 8-320 16,-1-1 0-16,0 3 0 0,1 6 5040 0,-2-2 944 16,0 4 192-16,0 3 32 0,1 1-3856 0,0 6-784 15,1-4-160-15,0 3-16 0,1-4-816 0,3 0-176 0,-1 2-16 0,3 0-16 16,3-3-128-16,1 0-32 0,-1-2 0 0,3-1 0 15,0-2-208-15,2-1 0 16,0-2 0-16,2-1-160 0,1-1 160 0,0-3 0 16,1-2 128-16,0-1-128 0,0-4 0 0,2-1 0 0,2-1 0 15,-1 0 0-15,2-3 0 0,1-3 0 0,1-3 0 0,7-6 0 16,-4 0 0-16,-8 6-288 0,2-3 48 0,2-1 16 0,2-5-80 16,-1-1-16-16,0-3 0 0,-3 1 0 15,0 0-224-15,6-14-48 0,-7 9-16 16,-8 7 0-16,-4 6 176 0,-4 5 48 0,-4 0 0 0,-1 5 0 0,0 3 768 15,-2 2 144-15,-4 0 48 0,-1 5 0 0,-2 1 0 16,-1 2 16-16,0 2 0 0,2 1 0 0,0-2-160 0,-2 8-48 16,3 2 0-16,5 1 0 0,0-5-272 0,4 2-112 15,3-2 0-15,4 1 0 0,2 3 0 0,1-5 0 16,1 0 0-16,3-1 0 0,2 0 0 0,2-2 0 16,3 0 0-16,9 4 0 0,-2-3 0 15,-11-8-208-15,1 0 64 0,2-1 16 16,1-1-2384-16,5 2-480 0</inkml:trace>
  <inkml:trace contextRef="#ctx0" brushRef="#br0" timeOffset="-178945.5">17634 15477 30399 0,'3'-5'2704'0,"-3"5"-2160"0,4-7-544 0,-4 7 0 16,0 0 4096-16,0 0 720 0,0 0 144 0,11 11 32 16,0 2-2912-16,-1 0-576 0,1 6-112 0,-1 4-32 15,-1 1-336-15,0 4-80 0,-2 4-16 0,-2 1 0 16,0 6-368-16,0-3-80 0,1 1-16 0,-1-1 0 15,0 2-208-15,-2-3-64 0,1-1 0 0,0-4 0 16,-1-4-128-16,0-1-64 0,0-1 0 0,-1-6 0 16,0-4 0-16,0-2 0 0,-1-2 0 0,-1-10 0 15,0 0 0-15,0 0 0 0,0 0 0 0,0 0 0 16,0 0-704-16,0 0-16 0,0 0-16 0,0 0 0 16,0 0-528-16,0 0-96 0,-9-6-32 0,3-3 0 15,1 0-2960-15,-2-7-608 0</inkml:trace>
  <inkml:trace contextRef="#ctx0" brushRef="#br0" timeOffset="-178692.59">17647 15553 23039 0,'4'-9'2048'0,"1"-2"-1648"0,0 3-400 0,2-2 0 0,1 3 5808 0,2 2 1072 16,1 0 224-16,0 1 32 0,2-1-4576 0,2 1-928 16,-1 1-176-16,-2 3-48 0,2-2-752 0,2 2-144 15,1-2-48-15,1 2 0 0,2 4-336 0,-1-2-128 16,-1 3 0-16,1-1 144 0,-2 3-144 0,-2 1 0 15,0 0 144-15,-4 1-144 0,-2 0 0 0,-2 3 0 16,-3 1 0-16,-4 1 128 0,-3 2-128 0,-2 1 144 16,-1 0-144-16,-4 1 160 0,0-3-32 0,-2 2-128 15,-2-2 192-15,2 1-64 0,-1-2 0 0,1-1 0 0,2 0 0 0,-3 0 0 32,2-2-848-32,2-3-176 0,3-2-48 0,6-6 0 15,0 0-1536-15,0 0-304 0,0 0-64 0,0 0-16 16,0 0-1744-16,0-10-336 0,2 2-80 0</inkml:trace>
  <inkml:trace contextRef="#ctx0" brushRef="#br0" timeOffset="-178190.81">17877 15630 24815 0,'7'-29'1088'0,"-1"17"256"0,-1-1-1088 0,1 0-256 0,2 3 0 0,0-2 0 16,1-1 3728-16,2 1 688 0,-1 3 144 0,2 1 32 15,-1 3-1808-15,1 1-352 0,0 3-80 0,0-2-16 16,1 3-672-16,0 3-144 0,-2-1-32 0,2 5 0 16,1-1-624-16,-1 2-128 0,-2 3-32 0,1 0 0 15,-3 1-304-15,0 4-64 0,-1-2-16 0,0 3 0 16,-2 1-320-16,0 1 144 0,-2-1-144 0,-1-5 144 15,1 4-144-15,-1-3 0 0,-2 2 0 0,1-3 0 0,-2-4 0 16,1 0 0-16,-1-2 0 0,0-7 0 0,0 0 0 16,0 0 0-16,0 0 0 0,0 0 0 0,0 0 0 0,0 0 0 15,0 0 0-15,0 0 0 0,3-7 0 0,-1-1 0 16,-1-1 0-16,3 1 0 0,2-3 0 0,0-1 0 16,2 0 0-16,1-2 0 0,1-2 0 0,1 2 0 15,1-3 0-15,-1 4 0 0,2-3 0 0,0 2 0 16,-1-2 0-16,0 3 0 0,0 1 0 0,-2 3 0 15,-1 0 0-15,-1 1 0 0,-1 3 0 0,-7 5 0 16,0 0 0-16,0 0 0 0,0 0 0 0,0 0 0 16,0 0 0-16,0 9 0 0,-3-1 0 0,-1 4 0 0,-1 1 0 15,-2 1 0-15,1 0 0 0,-1 5 0 16,1-2 0-16,-1 0 0 0,2 0 0 0,1 1 0 16,1-1 0-16,2 0 0 0,0-2 0 0,1 1 0 15,2-3 0-15,2-1 0 0,0-2 0 0,1-1 0 16,1-2 0-16,2-1 0 0,1 0 0 0,0-4 0 0,0-2 0 0,0-1 0 15,0-2 0-15,2 1 0 0,-2-2 0 0,1-1 0 16,1-3 0-16,-1-1 0 0,-1-2 0 16,-1-1 0-16,0-1 0 0,-2 0-208 0,1 0 64 0,-2 0 16 15,-1 0-112-15,0 0-16 0,-2-1 0 16,1-6 0 0,-2 3-448-16,-1 3-112 0,-2 1-16 0,-1 1 0 15,1 2-480-15,-2 1-96 0,0 1-32 0,4 8 0 0,-5-9-1056 0,5 9-224 16,0 0-32-16,0 0-10240 0,0 0-2032 0</inkml:trace>
  <inkml:trace contextRef="#ctx0" brushRef="#br0" timeOffset="-177257.72">18574 15486 13823 0,'0'0'1216'0,"0"0"-960"0,8-4-256 0,-8 4 0 0,0 0 5328 0,0 0 1024 16,0 0 208-16,0 0 32 0,6 7-2752 0,0 2-576 16,-4 1-96-16,-2 2-32 0,-1 1-1120 0,0 0-224 15,-2 3-64-15,0-1 0 0,1 6-784 0,0-1-176 16,1-3-16-16,2 2-16 0,2 1-320 0,1-1-64 15,0 0-16-15,1-4 0 0,2 0-336 0,0-2 0 16,4-3 0-16,-1 1 0 0,2-4 0 0,1 0-128 16,0-3 128-16,-1-2-192 0,0 0 192 0,1-2-208 15,0-4 80-15,1-1 128 0,0-2-304 0,1-1 64 16,-2-1 16-16,0-1 0 0,0-1-48 0,0-2-16 16,1 0 0-16,-1 0 0 0,0-2-32 0,-1-2-16 15,0-2 0-15,-2 1 0 0,-2 0 16 0,0 0 0 16,-2-1 0-16,0 4 0 0,-3 0 160 0,0 2 160 0,-3 2-208 15,0 11 80-15,-4-8 128 0,4 8 0 16,-6-7 160-16,-2 2-160 0,-3 4 400 0,1 3-16 16,0 4 0-16,-1 3 0 0,1 2-80 0,1 4-32 0,-2-2 0 0,2 4 0 15,1 2 0-15,2 0 0 0,0 0 0 0,3-1 0 16,1 2-96-16,2 1-32 0,3 0 0 0,2-1 0 16,0 1-144-16,2-4 128 0,1-1-128 0,2-4 128 15,0-5-128-15,2 1 0 0,0-1 0 0,1-3 0 16,0-2 0-16,1 0 0 0,1-4 0 0,0 2 0 15,1-4 0-15,0 2 0 0,-1-7 0 0,1 0 0 16,-2-2 0-16,2-1-144 0,2-1 144 0,-1 0 0 16,-3-6-192-16,1 2 64 0,-1-4 128 0,2 1-208 15,-1-2-16-15,0 0 0 0,-1 0 0 0,-1 2 0 0,-2 2 32 0,-2 4 0 16,-2-2 0-16,0 6 0 0,-2 1 192 0,-5 9 0 16,0 0 0-16,0 0 0 0,5-7 0 0,-5 7 256 15,0 0-16-15,0 0-16 0,0 0 0 0,0 0 0 16,0 0 0-16,6 12 0 0,-2 1-96 0,-2 1 0 15,-1 2-128-15,1 1 192 0,-1 1-48 0,0 2-16 16,-1-1 0-16,0-1 0 0,0 1-128 0,2 0 160 16,0 2-160-16,1-1 160 0,-2-2-160 0,2-3 0 15,-2 0 0-15,2-2 128 0,-3-13-128 16,4 12 0-16,-2-1 0 0,-2-11 0 0,0 0 0 0,8 8 0 16,-8-8 128-16,8 7-128 0,-8-7 0 0,0 0 0 15,10 1 0-15,1-2 0 0,-2-1 0 0,0-3 0 16,-1 0 0-16,1-2 0 0,1-2 0 0,0-2 0 15,-1-1 0-15,1-5 0 0,2-1 0 0,0-1 0 16,1 0 0-16,1-1 0 0,-1-2 0 0,1-1 0 16,1-2-160-16,-2 1 160 0,0-2-240 0,0 0 48 15,0 0 16-15,-1 1 0 0,-2 5 32 0,-2 1 0 16,-2 2 0-16,-1 3 0 0,-1 1 144 0,-1 1 0 0,-3 12 0 0,0 0-128 16,1-9 128-16,-1 9 0 0,0 0 128 0,0 0-128 15,0 0 208-15,0 0-16 0,0 0-16 0,0 0 0 16,0 0-176-16,-2 13 128 0,0 0-128 0,1 3 128 15,0 1-128-15,2 2 160 0,0 1-160 0,2-2 160 16,0-4-160-16,2 2 128 0,1 2-128 0,1 1 128 16,1-1-128-16,-3-5 128 0,-1 1-128 0,4 10 128 15,1-2-80-15,-4-10-48 0,2-1 0 0,-1 1 0 16,-1 0 0-16,0-3 0 0,-1 1 0 0,0 1 0 16,-1-1 0-16,-2 8 0 0,-2-3 0 0,-2-5 0 0,3-10 0 0,-5 9 0 15,-4 2 0-15,0-5 0 0,-2 1 0 16,1-1 0-16,0-3 0 0,-2 1 0 15,0 0 0-15,0-2 0 0,-1 0 0 0,0-1 0 0,0-1 0 0,1 0 0 16,2-1 0-16,1-1 0 16,0 1-384-16,9 1-80 0,-9-1-16 0,9 1 0 15,-9 0-1808-15,9 0-352 0,0 0-80 0</inkml:trace>
  <inkml:trace contextRef="#ctx0" brushRef="#br0" timeOffset="-176725.94">20205 15841 21183 0,'0'0'1888'0,"-9"-4"-1504"16,1 1-384-16,8 3 0 0,-12-4 4656 0,2 0 848 0,1 2 192 16,1-2 16-16,8 4-2368 0,0 0-464 0,0 0-112 0,0 0-16 15,0 0-1120-15,0 0-224 0,0 0-64 0,0 0 0 16,10-4-800-16,2 3-160 0,1-1-48 0,3 4 0 16,2-1-176-16,4 2-32 0,4-1-128 0,3 1 192 15,2-3-64-15,1 0-128 0,-1 2 176 0,1 0-176 16,1 0 160-16,2 1-160 0,0 1 128 0,2-2-128 15,-1-2 0-15,0 2 128 0,-4 0-128 0,0-2 0 16,-3 3 0-16,0 0 0 0,-3-3 0 0,-2 0 0 16,-3-2-192-16,-3 1-112 0,-3 0-16 0,-1 1-16 31,-3-2-1008-31,-11 2-192 0,0 0-32 0,0 0-16 0,0 0-3168 0,0 0-640 0,0 0-128 16,0 0-32-16</inkml:trace>
  <inkml:trace contextRef="#ctx0" brushRef="#br0" timeOffset="-176493.97">20773 15773 19343 0,'0'0'848'0,"0"0"192"0,-10-4-832 0,2 0-208 0,8 4 0 0,0 0 0 0,-9-4 6544 0,9 4 1264 16,0 0 256-16,0 0 64 0,0 0-4960 0,0 0-992 16,0 0-192-16,0 0-32 0,0 0-1040 0,0 0-208 15,0 0-32-15,0 0-16 0,5 12-288 0,0 0-64 16,1-1-16-16,2 0 0 0,-1-3-208 0,4 2-80 16,1 2 0-16,1-2 0 0,-2 1 0 0,1 0 0 15,0 1 0-15,-2 1 0 0,-1 3 0 0,-1-3 0 16,-1 0 0-16,-3 0 0 0,-3-1 0 0,1 1 0 15,-2-3 0-15,-1 2 0 0,0-4 0 0,-2 1 0 16,-2 0 0-16,-1-1 0 0,-4 1 0 0,1-3 0 16,1 0 0-16,1-1 0 0,-3 1-176 0,1 1-16 15,0-3-16-15,1 1 0 16,1 0-2128-16,-1 4-416 0</inkml:trace>
  <inkml:trace contextRef="#ctx0" brushRef="#br0" timeOffset="-175660.54">21805 15721 42095 0,'2'-13'1856'0,"0"1"400"0,-1 0-1808 0,0 1-448 0,-1 0 0 0,0-1 0 16,1-2 944-16,-1 2 80 0,-1 3 32 0,-1 0 0 15,-1 1 160-15,-1 2 48 0,4 6 0 0,0 0 0 16,-10-8-624-16,-1 4-128 0,1 1-32 0,-2 5 0 0,0 0 64 0,1 5 16 16,-1 3 0-16,-1 2 0 0,-3 2-176 0,1 5-16 15,-1 1-16-15,0 7 0 0,2 4-32 0,1-1-16 16,1 4 0-16,3 5 0 0,1-3-32 0,3 3 0 16,1 1 0-16,4-1 0 0,3 2-48 0,2-4-16 15,1 1 0-15,4-1 0 0,0 0-80 0,2 2-128 16,1 2 176-16,0-1-176 0,0-2 160 0,0 0-160 15,-1-1 128-15,-2 0-128 0,-2-3 0 0,0-3 128 16,-2-1-128-16,-2-3 112 0,-4-2-112 0,0-3 0 16,0 2 0-16,-1-3 0 0,-2-3 0 0,-1-2 0 15,0-1 0-15,0-2 0 0,-1-2 0 0,0-1 0 16,1-3 0-16,-1-1 0 0,5-6 0 0,-9 5 0 0,0-2 0 0,9-3 0 16,-10 3 0-16,10-3 0 0,-7 0 0 0,7 0 0 15,0 0 0-15,-8-3 0 0,8 3 0 0,0 0 0 31,-7-7-640-31,7 7-128 0,0 0-32 0,-2-10 0 16,0 0-1056-16,2 10-224 0,4-12-32 0,0 3-20704 0</inkml:trace>
  <inkml:trace contextRef="#ctx0" brushRef="#br0" timeOffset="-175205.41">21749 16186 21183 0,'0'0'944'0,"1"-11"192"0,-4-3-912 0,-1 3-224 0,-1-1 0 0,1 2 0 0,-1 0 6064 0,0 1 1168 16,0 1 224-16,-2 3 48 0,-1 1-4912 0,8 4-992 16,-10-4-192-16,-1 2-32 0,0 2-768 0,-1 1-160 15,-1 2-16-15,0 1-16 0,-3 1-64 0,-1 1-16 16,0 4 0-16,3 0 0 0,0-1-32 0,1 3-16 0,1 0 0 0,3-2 0 16,2 3-112-16,3-3-32 0,4-10 0 0,-2 12 0 15,0 0-144-15,2-12 0 0,4 13 0 0,-4-13 0 16,11 10 0-16,1-2 0 0,1-1 0 0,1-2 0 15,0-2-256-15,2-2 64 0,0-4 0 0,0 2 16 16,1-3 0-16,2 0 0 0,-2-2 0 0,-2-1 0 16,-2 1-48-16,2-1-16 0,-1-1 0 0,-1 0 0 31,-1-1-176-31,-4 3-32 0,-8 6-16 0,6-11 0 0,-1 1-320 16,-1 1-64-16,-4 9-16 0,0-8 0 0,0 8-1088 15,0 0-224-15,-2-13-32 0,2 13-16 0,0 0-1616 0,0 0-336 0</inkml:trace>
  <inkml:trace contextRef="#ctx0" brushRef="#br0" timeOffset="-174292.08">22391 15712 8287 0,'12'-16'736'0,"-5"7"-592"0,-7 9-144 0,6-9 0 0,-1-4 6160 0,1 2 1200 15,-3 1 256-15,0 1 32 0,-3 0-4256 0,0 9-864 16,-3-13-160-16,1 5-48 0,-2 1-656 0,-3 2-144 16,-2 1-32-16,0 2 0 0,-1-2-752 0,-3 2-160 15,-4 2-16-15,-2 3-16 0,0 1-176 0,-3 2-48 0,-3 2 0 0,0 3 0 16,2-2-128-16,-1 1-16 16,1 1-16-16,2-1 0 0,1 2-32 0,3-2-128 0,3-1 192 15,2 2-64-15,5-1-128 0,3 1 0 16,4-11 0-16,-2 11 128 0,1 1-128 0,5 1 192 15,1-1-192-15,3 0 192 0,2-1-48 0,3-2 0 0,3-1 0 0,4 0 0 16,-1 1-16-16,3 0-128 0,3 0 192 0,0 1-64 16,1-3-128-16,-1 4 128 0,-3-2-128 0,0 1 128 15,0 3-128-15,-2-1 0 0,-2 0 0 0,-2-2 128 16,-2-2-128-16,-1 0 0 0,-4 0 0 0,-1 1 0 16,-1-1 0-16,-7-8 0 0,0 0 0 0,-2 11 0 15,-2 0 0-15,-2-2 0 0,-2-1 0 16,-5 0 128-16,-5-3 64 0,-2-1 0 0,-1 0 0 0,-1 1 0 15,-3-1 64-15,1-2 0 0,-1 1 16 0,0-2 0 16,-1 1-144-16,1-2-128 0,2-3 144 0,1 0-144 16,1 2 0-16,4 0 0 0,2-2 0 0,4-1 0 15,0-2 0-15,5-1 0 0,6 7 0 0,0 0 0 16,-3-11 0-16,3 0-192 0,3 1 48 16,2-1 0-16,3 2-80 0,4 0-16 0,2 0 0 0,2 0 0 15,2 0-128-15,1-1-16 0,2 1-16 0,0 0 0 16,-3 1-816-1,3 2-144-15,1-1-48 0,0 2 0 0,1 0-1200 0,-1 2-240 16,0-1-48-16,-1 2-16208 0</inkml:trace>
  <inkml:trace contextRef="#ctx0" brushRef="#br0" timeOffset="-173942.52">22729 15722 27647 0,'0'0'2448'0,"0"-8"-1952"15,0-2-496-15,0 2 0 0,0 0 3824 0,0 8 656 0,0 0 144 0,0 0 32 16,-3-10-2144-16,1 3-416 15,2 7-96-15,0 0-16 0,-7-4-912 0,7 4-192 0,-10-1-48 0,1 6 0 16,-2 2-192-16,0 1-64 0,-4 2 0 0,1 4 0 16,1 3-160-16,1 2-32 0,2 1-16 0,2 1 0 15,0-1-192-15,3 1-48 16,1 0 0-16,3-2 0 0,2 1-128 0,3-3 0 16,0-2 0-16,4 0 0 0,2-2 0 0,2-2 0 0,1-4 0 15,2-1 0-15,2-2 0 0,3-1-176 0,-1-3 176 16,2-1-192-16,1-2 0 0,1-1 0 0,-1-2 0 0,0 0 0 15,-2-3 64-15,-1-1 0 0,-1-2 0 0,-3 0 0 16,-1-1 128-16,-1 0-160 0,-1-1 160 0,-2 0-160 16,-2-1 160-16,-1-2 0 0,-4-1-144 0,0 0 144 15,-2-2 0-15,-1 1 0 0,-1-1-144 0,-2 2 144 0,1 1-128 16,-2 3 128-16,-3-1-192 0,0 4 192 16,-3 0-368-16,0 3 48 0,-2 2 0 0,1-1 0 15,-2 2-896-15,-2 2-160 0,-2 3-32 0,0 3-16 16,-1 2-1376-16,1 2-272 0,1 3-48 0</inkml:trace>
  <inkml:trace contextRef="#ctx0" brushRef="#br0" timeOffset="-173657.77">22732 15877 15663 0,'-4'-13'1392'0,"1"5"-1120"0,-1 1-272 0,2 1 0 0,-1 0 5168 0,3 6 976 0,-4-9 192 0,4 9 32 16,0 0-2400-16,0 0-496 0,0 0-80 0,0 0-32 16,0 0-1408-16,0 0-288 0,0 0-48 0,1 10-16 15,-1-10-912-15,6 14-192 0,-1 2-48 0,3 0 0 16,1 1-208-16,0 1-48 0,-1-1-16 0,1 0 0 16,1 0-176-16,-1-2 0 0,0 1 0 0,1-2 0 15,-1-2 0-15,0 1 0 0,1-2 0 0,-1-2 0 31,-9-9-560-31,10 9-144 0,-3-3-16 0,-7-6-16 16,7 8-1136-16,-7-8-240 0,0 0-32 0,5 11-13184 0,-2 0-2640 0</inkml:trace>
  <inkml:trace contextRef="#ctx0" brushRef="#br0" timeOffset="-173355.52">22170 16238 45039 0,'0'0'1984'0,"0"0"432"0,0 0-1936 0,0 0-480 16,0 0 0-16,0 0 0 0,0 0 1824 0,11-2 272 16,5-3 48-16,5 2 16 0,5-1-832 0,4 1-176 15,3 0-16-15,4-3-16 0,4 0-592 0,2 1-112 0,2-1-32 16,-1 2 0-16,-4-2-160 0,-1 1-32 0,0 1-16 0,0 0 0 15,2 1-176-15,-2-1 0 0,0 0 0 16,-4 1 0 0,-4 3-336-16,-3 0-112 0,-5 1 0 0,-3 1-16 15,-6 1-944-15,-3 2-176 0,-11-5-32 0,3 9-16 16,-3-9-1136-16,-7 13-240 0,-5-2-32 0,-2 2-10336 0,-5 1-2048 0</inkml:trace>
  <inkml:trace contextRef="#ctx0" brushRef="#br0" timeOffset="-173075.19">22510 16443 43599 0,'0'0'1920'0,"0"0"416"0,0 0-1872 0,0 0-464 0,0 0 0 0,0 0 0 0,10 1 2304 0,-10-1 352 16,0 0 80-16,11 6 16 0,-2 0-1216 0,-1 5-256 15,0-2-32-15,-3 5-16 0,0-1-816 0,0 3-160 16,-1 1-48-16,0 1 0 0,0-1-208 0,-1 1 176 15,-1-5-176-15,1 1 160 0,-2 2-160 0,0 1 0 16,-1-4 0-16,0 0 0 0,0-1 0 0,-1 0 0 16,1-12 0-16,-1 10 0 0,1-10 0 0,-3 9 0 15,3-9-128-15,0 0 128 16,-6 11-800-16,6-11-96 0,-8 2 0 0,8-2-16 16,-9 5-752-16,0-2-160 0,-2-4-32 0,2-1 0 15,9 2-1792-15,-12-4-384 0,-1 1-64 0,-1-7 0 0</inkml:trace>
  <inkml:trace contextRef="#ctx0" brushRef="#br0" timeOffset="-172900.4">22317 16482 11055 0,'-3'-12'976'0,"2"6"-784"0,-1-3-192 0,2 1 0 16,1 0 8176-16,1 0 1584 0,0 1 320 0,-2 7 64 15,5-7-6384-15,3 0-1280 0,2 4-256 0,3-1-48 16,2-2-960-16,4 4-176 0,5-2-32 0,3 0-16 16,4-1-800-16,-1 1-128 0,-1 0-64 0,-2 0 0 15,-1-1 0-15,0 2 0 0,1 2 0 0,-1 0 0 16,-2 1 0-16,2-2 0 0,2 2 0 0,-2 0-160 31,-1 0-1024-31,-3 0-208 0,0-1-32 0,-1 0-15136 0,0-2-3024 0</inkml:trace>
  <inkml:trace contextRef="#ctx0" brushRef="#br0" timeOffset="-172491.41">23563 15974 16575 0,'12'-8'1472'0,"-12"8"-1168"16,8-5-304-16,-8 5 0 0,0 0 8384 0,10-4 1600 15,-10 4 336-15,0 0 64 0,0 0-7456 0,0 0-1504 16,0 0-288-16,0 0-64 0,0 0-608 0,0 0-112 16,0 0-32-16,-4 13 0 0,1 0-224 0,-4 0-96 15,-2 0 0-15,-3 0 0 0,-1-1 0 0,-1-1 0 16,-2 0 0-16,1-1 0 0,-1-1 0 0,0-2 0 0,-2 1 0 0,2 1 0 15,3 1 0-15,0 1 0 0,0-1 0 0,0 2 0 16,1-4 0-16,1 0 0 0,0-2 0 0,2 1 0 16,1 0 0-16,2 1 0 0,-1 0 0 0,7-8 0 15,0 0 0-15,-8 8 0 0,8-8 0 0,-6 8 0 16,6-8 0-16,0 0 0 0,0 0 0 0,0 0 0 16,-3 13 0-16,3-13 0 0,3 11 0 0,-3-11 0 15,8 11 0-15,2-3 0 0,1-3 0 0,0 1 0 16,1-3 0-16,1 1 0 0,-1-3 0 0,2 1 0 15,3-1 0-15,0 1 0 0,-1-2 0 0,1 3 0 16,0-2 0-16,-2 2 0 0,0 0 0 0,-2-1 0 16,-2 0 0-16,0-1-160 0,-11-1 160 0,12 2-192 15,-12-2-1152 1,11 0-224-16,-11 0-48 0,0 0-14768 0,11 4-2960 0</inkml:trace>
  <inkml:trace contextRef="#ctx0" brushRef="#br0" timeOffset="-172083.95">24050 16044 14735 0,'0'0'1312'0,"0"0"-1056"0,0-9-256 0,0 9 0 0,0 0 8384 0,0 0 1600 16,0 0 336-16,0 0 64 0,-8-3-7136 0,8 3-1440 15,-12 0-272-15,-1 7-64 0,-1-1-880 0,-2 5-160 16,-1-1-48-16,-1 3 0 0,-3 3-256 0,1 2-128 15,4 2 0-15,-3 2 128 0,0-2-80 0,3 2-48 0,4 0 0 0,3 1 0 16,1 2 0-16,4-1 0 0,3-1 0 0,4-2 0 16,3-2 0-16,3 1 0 0,3-4 0 0,3-1 0 15,3 0 0-15,3-4 0 0,-1 0 0 0,3-2 0 16,-1 0 0-16,3-2 0 0,2-5 0 16,2 1 0-16,-1-1 0 0,1-2 0 0,-2-2 0 0,-1-2 0 15,-2-3 0-15,-1 0 0 0,-2-4 0 0,-1-2 0 16,-2-4 0-16,-2 0 0 0,-2 1 0 0,-1-4 0 15,-2-3 0-15,-2-3 0 0,-3 0 0 0,-1 2 0 16,-1-1 0-16,-1 0 0 0,-3-1 0 0,-3 1 0 16,-2 2 0-16,-3 4 0 0,-1 0 0 0,-4-1 0 15,-3 1 0-15,-2 1 0 0,-1 2 0 0,-5-1 0 16,-1 1-192-16,-2 3 64 0,-2 3 128 0,3 1-208 16,1 2-1072-1,2 3-224-15,2 3-32 0,2 2-16 0,0 2-3072 0,4 1-624 0</inkml:trace>
  <inkml:trace contextRef="#ctx0" brushRef="#br0" timeOffset="-171754.46">24545 16328 15663 0,'0'0'1392'0,"0"0"-1120"0,0 0-272 0,0 0 0 0,0 0 7616 0,0 0 1456 0,11 2 288 0,-11-2 64 15,10 4-5984-15,-10-4-1200 0,0 0-256 0,12 11-32 16,-3 5-1104-16,-3 0-208 0,0-2-64 0,-1 2 0 16,-3 3-384-16,1 1-192 0,-2 1 160 0,-1-5-32 15,-1 4-128-15,0-3 0 0,-2 0 0 0,-1 0 0 16,0-1 0-16,0-3 0 0,-1-4 0 0,-1 2 0 15,-1 0-272-15,1 1-48 0,-2-3-16 0,1 2 0 32,2 2-2688-32,1 4-544 0</inkml:trace>
  <inkml:trace contextRef="#ctx0" brushRef="#br0" timeOffset="-171071.87">25627 15961 29487 0,'5'-13'2624'0,"-2"5"-2112"0,-2-1-512 0,2-2 0 15,0-2 3552-15,-1 2 608 0,-2-1 112 0,0 3 16 16,-1 1-2368-16,-2 0-496 0,-2 3-80 0,5 5-32 0,-9-4-224 15,-2 1-64-15,0 2 0 0,-2 2 0 0,-2 3-336 16,-3 0-80-16,-5 1-16 0,-2 6 0 0,-1 3-160 16,0 4-48-16,-2 2 0 0,4 3 0 0,0-2-64 0,5 3-32 15,0-2 0-15,6-1 0 0,4 1-144 0,4-3-16 16,2-3-128-16,5 2 192 0,3 1-192 0,3-1 0 16,3-3 0-16,5-1 0 0,2-4 0 0,4-1 0 15,4 0 0-15,2-4 0 0,-1-1-144 0,2-1 144 16,0-6-208-16,-2 2 80 0,-1-2 128 0,0-1-160 15,0-1 160-15,0 0-160 0,-1-3-32 0,-3 0 0 0,-2-2 0 16,-2 0 0-16,-1 0-80 0,-3-1-32 16,-3 2 0-16,-2-1 0 0,-3-3-48 0,0 2-16 0,-4-2 0 15,-2 1 0 1,-2-2-32-16,-2 1-16 0,-2-2 0 0,0 1 0 16,-3 1-176-16,-2 0-48 0,0 1 0 0,-2 0 0 15,-2 2-1248-15,0 1-256 0,-1 1-48 0,-1 3-16 16,-1 1-2208-16,-2 0-448 0</inkml:trace>
  <inkml:trace contextRef="#ctx0" brushRef="#br0" timeOffset="-170772.52">25498 15718 44223 0,'0'0'1968'0,"0"0"400"0,3-9-1904 0,-3 9-464 0,6-5 0 0,-6 5 0 0,0 0 2128 0,11 4 336 15,-1 0 64-15,1 5 16 0,-1 3-1008 0,-1 3-208 16,-1 6-48-16,0 4 0 0,0-2-800 0,-1 5-160 16,2 2-48-16,-1 2 0 0,-1 1-192 0,-1-1-80 15,0-2 0-15,0 0 0 0,1-2 0 0,-1-1 0 16,-1-1 0-16,-1 0 0 0,0-1 0 0,-1-1 0 16,-1-1 0-16,0-2 0 0,-2-4 0 0,0-2 0 15,-2 0 0-15,1-3 0 0,0-2 0 0,1-10 0 16,-4 10 0-16,4-10 0 0,-3 10 0 0,3-10 0 15,0 0 0-15,-6 7 0 16,6-7-704-16,-7 7-128 0,7-7-16 0,-6 5-16 16,6-5-2592-16,0 0-528 0</inkml:trace>
  <inkml:trace contextRef="#ctx0" brushRef="#br0" timeOffset="-170539.02">25314 16570 48495 0,'0'0'2144'0,"0"0"448"0,0 0-2080 0,0 0-512 0,0 0 0 0,0 0 0 16,0 0 1776-16,13 0 240 0,0-3 48 0,3 0 16 15,2-1-1024-15,4-1-208 0,4-4-32 0,2 3-16 16,-1-1-608-16,2 2-192 0,0 0 0 0,-1-1 144 16,1 1-144-16,0 3 0 0,-2-4 0 0,-2 2 0 15,-3 1 0-15,-2-3 0 0,-4 2 0 0,0 0 0 16,-3-2-960-16,-1 1-192 0,-3 0-48 0,-1-5 0 15,-3 1-2736-15,-2-1-544 0,-5-11-128 0,6 0 0 0</inkml:trace>
  <inkml:trace contextRef="#ctx0" brushRef="#br0" timeOffset="-170266.62">25339 15712 13823 0,'-6'-15'1216'0,"0"6"-960"16,0-1-256-16,2 1 0 0,3 2 9008 0,2-2 1744 15,1 1 368-15,2 0 64 0,-4 8-8112 0,11-9-1600 16,3 0-336-16,4 1-64 0,3 2-624 0,5-3-128 16,6 5-32-16,0-4 0 0,2 0-208 0,3 4-80 15,2 2 0-15,0 2 0 0,-1 0 0 0,-2 1 0 16,-2 1 0-16,-3 0 0 0,-3 0 0 0,-3 1 0 15,-5 1 0-15,0 0 0 0,-2 1-192 0,-1 0-48 16,-1 2 0-16,-1-1 0 16,0 0-1552-16,-2 0-304 0,-1 2-64 0,-2 2-21488 0</inkml:trace>
  <inkml:trace contextRef="#ctx0" brushRef="#br0" timeOffset="-169918.93">26151 15905 50735 0,'0'0'2240'0,"0"0"480"0,0 0-2176 0,0 0-544 0,0 0 0 0,0 0 0 0,0 0 1568 0,0 0 208 15,2 11 32-15,1-3 16 0,7 1-1088 16,0-1-224-16,3 0-32 0,1 0-16 0,2-2-336 16,2 2-128-16,2 1 0 0,-1 0 0 0,1-2 0 0,-2-2 0 15,-1 2 0-15,-1 0 0 0,-2-1 0 0,-1-1 0 16,-1-1 0-16,-2 0 0 0,-10-4 0 0,11 5 0 15,-11-5 0-15,0 0 0 0,5 8 0 0,-5-8 0 16,3 10 0-16,-3-10 0 0,0 0 0 0,-3 12 0 16,-2-4 0-16,0 0 0 0,-3-1 0 0,-1 1 0 15,-2-1 0-15,1 1 0 0,-2 2 0 0,-1 0 0 16,-1 1 0-16,-1-1 0 0,1-1 0 0,1 2 0 16,0-2 0-16,2-3 0 0,1 1 0 0,1-1 0 15,1 2 0-15,8-8 0 0,-8 9-208 0,2-2-48 16,6-7 0-16,-7 6 0 15,7-6-1088-15,0 0-240 0,0 0-32 0,0 0-16 16,0 0-2272-16,9 11-448 0</inkml:trace>
  <inkml:trace contextRef="#ctx0" brushRef="#br0" timeOffset="-169537.92">26842 15941 35007 0,'0'0'3120'0,"0"0"-2496"0,-2-9-496 0,2 9-128 16,-4-8 4064-16,4 8 800 0,-5-6 144 0,5 6 48 16,-8-6-2944-16,-1 5-592 0,-2 1-112 0,1 3-32 15,-3 3-928-15,-3 2-176 0,-2 3-32 0,-2 3-16 0,1-1-160 16,0 4-64-16,1 1 0 0,1 0 0 0,0 2 0 0,2-2 0 16,2 2 0-16,2-1 0 0,1 3 0 0,3-2 0 15,3 0 0-15,3 0 0 0,2-3 0 0,4 3 0 16,3-3 0-16,1 0 0 0,2-5 0 15,1-1 0-15,1 0 0 0,4 0 0 0,1-4 0 16,4-1 0-16,1 1 0 0,2-6 0 0,0 2 0 0,0-3 0 16,-2-3 0-16,1-1 0 0,-1-3 0 0,-2-3 0 15,-3 0 0-15,1 0 0 0,-1-2 0 0,-3-1-192 16,0-2 192-16,-2 0-208 0,-1-2 80 0,-3 0 128 0,-3-3-208 16,-1 1 80-16,-1-2 128 0,-2 1-192 15,-4 3 192-15,-2 1-192 0,-1-1 192 0,-1 4 0 0,-3-1-144 16,-1 1 144-16,0 4 0 0,-2 0 0 15,1 1 0-15,-3 2 0 16,1-1-720-16,-1 3-32 0,0 3 0 0,-3 4-15856 0,-3 3-3168 0</inkml:trace>
  <inkml:trace contextRef="#ctx0" brushRef="#br0" timeOffset="-164583.91">27544 15966 23039 0,'0'0'2048'0,"0"0"-1648"0,0 0-400 0,0 0 0 0,0 0 4064 0,0 0 736 16,0 0 128-16,0 0 48 0,0 0-2320 0,9-7-464 16,2-2-80-16,3 5-32 0,0-1-896 0,4 3-176 15,3-2-48-15,0 0 0 0,0 0-176 0,1 0-32 16,-1 1-16-16,2 1 0 0,2-2-288 0,1 1-48 15,1 2-16-15,2-2 0 0,1 2-192 0,-1-2-64 16,-2 3 0-16,-1 0 0 0,2 0-128 0,-1-2 0 16,0 0 0-16,2 1 0 0,1 0-160 0,0 1 160 15,0 0-208-15,-1 0 80 16,-2-1-1136-16,0-1-208 0,-2 1-64 0,-1 1 0 16,-2-1-1088-16,-3-1-208 0,0 1-48 0,-4 0-16 15,-2-1-2064-15,-1 0-416 0,0-6-64 0,-12 8-6832 0</inkml:trace>
  <inkml:trace contextRef="#ctx0" brushRef="#br0" timeOffset="-164318.6">28338 15813 18431 0,'-13'-2'816'0,"13"2"160"0,-10-2-784 0,10 2-192 0,-9-2 0 0,9 2 0 16,-6-4 5648-16,6 4 1088 0,0 0 224 0,0 0 32 15,0 0-4080-15,0 0-816 0,0 0-176 0,0 0-16 16,0 0-1008-16,0 0-192 0,0 0-32 0,8 5-16 16,1 2-256-16,1 2-48 0,2-5-16 0,2 5 0 15,1-3-144-15,0 1-48 0,2 2 0 0,1 0 0 16,-1-1-144-16,0 1 0 0,-2-1 144 0,3 2-144 15,-2-2 0-15,-5 0 0 0,-2-4 0 0,-9-4 128 16,8 9-128-16,-8-9 0 0,0 0 0 0,3 12 0 16,-4-3 0-16,-3 1 128 0,-3-1-128 0,-2 2 0 15,-1-3 176-15,-5 1-48 0,-3 0 0 0,-2 1 0 16,0 1-128-16,0-2 128 0,2-3-128 0,2 1 128 16,3 1-464-1,3-2-112-15,10-6 0 0,-7 9-16 0,3-2-1680 0,4-7-336 16,0 0-64-16,8 13-11904 0,5-1-2384 0</inkml:trace>
  <inkml:trace contextRef="#ctx0" brushRef="#br0" timeOffset="-163755.98">29085 15787 22111 0,'4'-15'1968'0,"-3"7"-1584"15,-1 1-384-15,0 7 0 0,0 0 5280 0,0 0 976 16,0 0 192-16,0 0 32 0,0 0-3536 0,0 0-704 0,-7 7-128 0,0 3-48 15,-3 5-1072-15,0 4-224 0,-2 3-32 0,-1 3-16 16,-2 2-144-16,0 1-16 0,0-3-16 0,2 2 0 16,-1 0-272-16,4-3-48 0,1-1-16 0,1-2 0 15,0-1-208-15,3-2 0 0,0-1 128 0,2-3-128 16,1-3 0-16,2-11 0 0,0 0 128 0,0 0-128 16,0 0 0-16,0 0 0 0,0 0 0 0,0 0 0 15,0 0 0-15,11-3-160 0,0-3 32 0,1-4 0 16,-1-1-128-16,1-2-32 0,-2-2 0 0,2-2 0 15,1-2-160-15,2-3-16 0,0-3-16 0,1-1 0 16,-1-2-16 0,2 0 0-16,0-2 0 0,-2 2 0 0,-4 4 208 0,1 1 32 0,-1 3 16 0,-4 4 0 0,-4 3 432 15,1 4 96-15,-4 9 16 0,0 0 0 0,0 0 224 0,0 0 48 16,0 0 16-16,0 0 0 0,0 0-224 16,4 10-48-16,-2 5-16 0,0-1 0 0,-1 0-96 0,0 3-16 15,2 1 0-15,0 3 0 0,0 1-64 0,3 1-128 16,0-1 176-16,3 0-176 0,0-1 144 15,2-2-144-15,1 1 0 0,-1-3 144 0,0-1-144 0,1-2 0 16,1-1 0-16,0-1 0 0,0-1 0 0,-3 2 0 16,-1 0 128-16,-1-5-128 0,-8-8 0 0,9 7 0 15,-9-7 0-15,0 0 0 0,0 0 0 0,0 0 0 16,0 0 0-16,0 0 0 0,0 0 0 0,0 0 0 16,-10 2 0-16,-2-2 0 0,-4 2 0 0,-1-1 0 0,-1-1 0 15,0 0 0-15,-3-1 0 0,0 1 0 0,0 0 0 16,0-2 0-16,-2 0 0 0,2-1 0 0,0 2 0 0,3 0 0 15,1-1 0-15,3 0-224 0,1-1 48 0,1 0 16 32,3 3-1024-32,9 0-208 0,0 0-32 0,0 0-16 15,0 0-1984-15,0 0-400 0,1 7-80 0,11-2 0 0</inkml:trace>
  <inkml:trace contextRef="#ctx0" brushRef="#br0" timeOffset="-163314.18">30176 15563 10127 0,'2'-26'896'0,"-2"14"-704"0,-1-1-192 0,-1-1 0 0,-2 1 7984 0,0 1 1552 15,0 0 320-15,-3 3 64 0,-2-4-6160 16,0 4-1248-16,-1 1-240 0,-2 2-48 0,-2 1-1248 0,-3 1-240 16,-2 1-48-16,0 3-16 0,-2 3-368 0,-3 1-80 15,1-1-16-15,0 4 0 0,-1 1-208 0,2 2 176 16,2 3-176-16,2 2 160 0,0-4-160 0,3 2 0 15,4 2 0-15,2-2 0 0,-1-2 0 0,7 1 0 16,3-12 0-16,0 16 0 0,0-1 0 0,3 0 0 16,3-3 0-16,0-1 0 0,2-2 0 0,2 2 0 15,1-1 128-15,-1 2-128 0,1 0 0 0,3-2 0 0,3 2 0 0,3 0 0 16,-1-1 144-16,3 1-144 16,3-1 160-16,2-2-160 0,2 1 0 0,-1 2 0 15,-5 1 0-15,-2-1 0 0,-3-1 0 0,-1 1 0 0,-3 0 0 16,-2 1 0-16,-1 0 0 0,-4 0 0 0,-1-3 0 0,-4 2 0 15,-2 0 0-15,-1 1 0 0,-3-4 128 0,-1 1-128 16,-4 1 0-16,-2 2 128 0,0-4-128 0,-4 1 0 16,-2 1 144-16,-2-3-144 0,-2 1 128 0,-3-1-128 15,-2-2 0-15,-1-1 128 0,0-1-128 16,-1 0 0-16,1 1 0 0,1 2 128 0,2-6-128 0,1 3 0 31,-1 0-304-31,3 0-144 0,1-1-16 0,1-2-16 16,4-1-928-16,0 1-176 0,2 0-32 0,2-1-16 15,-1 0-2848-15,1 0-560 0</inkml:trace>
  <inkml:trace contextRef="#ctx0" brushRef="#br0" timeOffset="-163091.85">29720 15863 37023 0,'0'0'1648'0,"0"0"336"0,0 0-1600 0,10-4-384 0,-1 1 0 0,-9 3 0 0,0 0 2368 0,0 0 400 16,12 3 80-16,-12-3 16 0,6 14-1072 0,-2-1-224 15,-2 2-32-15,-5 2-16 0,-4 1-624 0,-2 0-112 16,-1 2-16-16,-1-1-16 0,1 0-320 0,0-3-64 16,0 0-16-16,1-2 0 0,2 0-352 0,0-3 144 15,0 0-144-15,2 0 0 16,5-11-384-16,-5 8-176 0,5-8-32 0,0 0-16 16,0 0-1376-16,0 0-288 0,0 0-48 0,0 0-12512 0,0 0-2496 15</inkml:trace>
  <inkml:trace contextRef="#ctx0" brushRef="#br0" timeOffset="-162602.7">30202 15386 40767 0,'0'0'1808'0,"-9"1"368"0,-2 0-1728 0,2 2-448 0,1 2 0 0,8-5 0 15,-9 7 2240-15,1 3 352 0,-1 1 80 16,3 2 16-16,1 0-1408 0,1 1-288 0,1 0-48 0,0 1-16 16,2-2-752-16,0 0-176 0,0-3 0 0,-1 2 0 31,1 2-1632-31,0-5-320 0,1-9-64 0,0 17-12688 16,0 7-2528-16</inkml:trace>
  <inkml:trace contextRef="#ctx0" brushRef="#br0" timeOffset="-161944.63">30709 15643 37663 0,'0'0'1664'0,"0"0"352"0,-5-8-1616 0,5 8-400 0,0 0 0 0,0 0 0 0,0-9 2768 0,2 0 480 15,2 1 80-15,3 4 32 0,3-1-1376 0,3 3-256 16,3-3-64-16,4 0-16 0,0-3-1024 0,3 1-208 16,1 2-32-16,4 1-16 0,-1 2-176 0,-1-1-48 15,-2 1 0-15,-2 2 0 0,0 1-144 0,-1 0 0 16,-3-1 0-16,-2 3 0 16,-3 3-1008-16,-3-2-224 0,-1 1-48 0,-9-5-16 15,0 0-1584-15,2 12-320 0,-6 0-64 0</inkml:trace>
  <inkml:trace contextRef="#ctx0" brushRef="#br0" timeOffset="-161791.71">30675 15821 21183 0,'0'0'1888'0,"0"0"-1504"0,0 0-384 0,0 0 0 16,0 0 4864-16,8-4 912 0,-8 4 176 0,12-4 48 16,-2 0-3712-16,3 1-752 0,2-1-128 0,1 2-48 15,1-2-768-15,3 2-144 0,2 2-48 0,0-3 0 16,0 2-400-16,3 0-192 0,0-1 0 0,0 2 16 31,0-4-3200-31,-1 2-640 0</inkml:trace>
  <inkml:trace contextRef="#ctx0" brushRef="#br0" timeOffset="-161349.02">31452 15442 38463 0,'0'0'1712'0,"0"0"336"0,0 0-1632 0,0-8-416 0,0 8 0 0,5-8 0 0,-1-2 2240 0,2 1 384 16,1 1 64-16,2 1 0 0,1-1-832 0,1-1-160 15,1 0-32-15,4 3-16 0,1-1-672 0,1 1-128 0,1-1-16 0,2 2-16 16,0 0-448-16,3 1-96 0,0 1-16 16,-1-1 0-16,-4 3-256 0,2 0 128 0,0 1-128 0,0 0 0 15,0 0 128-15,-1 1-128 0,0 0 0 0,0 3 0 16,-2-1 0-16,-1 1 0 0,-3 0 0 0,-1 1 0 16,-4 1 0-16,-9-6 0 0,5 9 0 0,-3 1 0 15,-2-10 0-15,-7 13 0 0,-2-2 0 0,-3 0 0 16,-2-1 0-16,0-1 0 0,-1-1 0 0,1 0 0 15,-2 1 0-15,1 0 0 0,0 2 0 0,1-4 0 16,0 0 0-16,1 0 0 0,0-2 0 0,1 0 0 16,-1 0 0-16,0 0 0 0,1 3 0 0,2-4 0 15,-1 0-480 1,2 1-48-16,9-5-16 0,-10 4 0 0,1 1-1344 0,1 1-272 0,0 0-48 0,3 3-20528 16</inkml:trace>
  <inkml:trace contextRef="#ctx0" brushRef="#br0" timeOffset="-161122.85">31671 15889 50799 0,'0'0'2240'0,"0"0"480"0,0 0-2176 0,0 0-544 16,0 0 0-16,0 0 0 0,0 0 1792 0,0 0 240 15,0 0 48-15,0 0 16 0,0 0-1552 0,0 0-304 16,0 0-64-16,0 0-16 0,0 0-160 0,0 0 0 15,0 0 0-15,0 0 0 0,0 0 0 0,0 0 0 16,0 0 0-16,0 0 112 0,0 0-336 0,-1 10-32 0,-3 1-16 0,-3-3-25680 16</inkml:trace>
  <inkml:trace contextRef="#ctx0" brushRef="#br0" timeOffset="-117991.4">1640 17240 57023 0,'-12'5'5056'0,"2"10"-4032"0,1 0-768 0,1 2-256 0,0-3 144 0,2 2-144 0,-2-1 0 0,1 0 0 0,2-2 0 16,5-13 0-16,-3 12 0 0,3-12 0 15,-1 11 0-15,1-11 0 0,4 15 0 0,-4-15 0 0,0 0 0 0,9 11 0 16,2-3 0-16,2-3 0 0,1-1 0 0,2-1 0 16,2-3 0-16,1 0 0 0,1-3 0 0,0 3 0 15,2 0 0-15,0 0 0 16,-1 2 0-16,-3-1 0 0,0 3 0 0,-3-3 0 0,-15-1 0 16,14 7 0-16,-4 0 0 0,-10-7 0 15,8 13 0-15,-3-1 0 0,-2 0 0 0,-6-2 0 0,-1 1 0 16,-1-2 0-16,0 0 0 0,-4 0 0 0,-1 0 0 0,-2-2 0 15,-3 1 0-15,1-1 0 0,0 1 0 0,-1-1 0 16,0-1 0-16,-2-2 0 0,1 0 0 0,2-1 0 16,-1-1-128-16,1-2-64 0,1 0-16 0,1-4 0 15,2 3-1840-15,1 0-384 16,4-3-64-16</inkml:trace>
  <inkml:trace contextRef="#ctx0" brushRef="#br0" timeOffset="-117750.68">1548 17251 17503 0,'0'0'1552'0,"0"-7"-1232"0,0-1-320 0,0 8 0 0,1-11 6896 0,-1 11 1312 15,4-9 272-15,-4 9 48 0,8-9-5136 0,1 4-1040 16,2 0-208-16,4 1-32 0,2 0-1280 0,2 1-256 16,2-1-64-16,3 2 0 0,-4-2-224 0,7-1-48 15,0 1-16-15,2 1 0 0,-5 2-64 0,1-3-16 16,0 1 0-16,0 1 0 0,-2 0-144 0,-1 2-224 0,-3 2 48 0,-4 0 16 31,-2 0-768-31,0 0-160 0,-2 1-16 0,-1 1-16 16,-10-4-1632-16,0 0-320 0,9 4-64 0,-9-4-11072 0,7 10-2240 15</inkml:trace>
  <inkml:trace contextRef="#ctx0" brushRef="#br0" timeOffset="-116818.07">1842 17019 35647 0,'-12'-11'1584'0,"6"4"320"0,-3-2-1520 0,0-1-384 0,-2 2 0 0,-1-3 0 16,1 1 1936-16,-2-1 320 0,-4 2 64 0,0 1 16 16,0 2-608-16,0-1-112 0,-4 1-16 0,2 2-16 15,-1 3-704-15,-1 1-144 0,-1 0-32 0,-2 5 0 0,1 3-112 16,-3 2-16-16,-3 3-16 0,-1 2 0 0,-1 3-80 0,-2 4-16 16,-1 3 0-16,3 1 0 0,0 1-48 0,2 3-16 15,2 3 0-15,3 3 0 0,2 1-144 0,4 3-16 16,2 2-16-16,6 2 0 0,2-1-224 0,5 2 176 15,5-1-176-15,4-1 160 0,6-1-160 0,5-3 0 16,4-3 0-16,2-4 128 0,3-4-128 0,2 1 192 16,2-2-192-16,2-2 192 0,2-3-192 0,0-5 0 15,0 1 0-15,3-5 0 0,-1-1 0 0,3-5 0 16,2-5 0-16,0-3 0 0,2-4 0 0,0-3 0 16,0-1 0-16,0-4 0 0,-1-4 0 0,-2 0 0 15,-2-1 0-15,-3-1 48 0,-1-3-48 0,-2 1 0 0,-5-2 0 16,-3-3 0-16,-4 0 0 0,-1-2 0 0,-1-2 0 15,-2 2 0-15,-3-6 0 0,-3 4 0 0,-2 0 0 16,-3-1 0-16,-2-3 0 0,-3 0 0 0,-3 0 0 16,-1 1 0-16,-4 3 0 0,-2 0 0 0,-3 4 0 0,-4 0 0 15,-1 4 0-15,-3 4 0 0,-1-2 0 0,-3 5 0 16,-3 0 0-16,-2 1 0 0,-1 5 0 0,0-2 0 16,-2 3 0-16,3 2 0 0,4 1 0 0,3 1 0 15,-1 1-304-15,5 2-48 0,4-2-16 0,5 3 0 31,10 0-1136-31,-9 4-224 0,9-4-64 0,-5 9-14208 0,2 3-2864 0</inkml:trace>
  <inkml:trace contextRef="#ctx0" brushRef="#br0" timeOffset="-114497.68">2868 17124 39903 0,'0'0'1776'0,"0"0"352"0,0 0-1696 0,0 0-432 0,0 0 0 0,0 0 0 0,0 0 1664 15,0 0 240-15,0 0 48 0,-5 9 16 0,-2-3-512 0,4 9-112 16,0 3 0-16,2 5-16 0,-5-1-448 16,4 6-96-16,2 2-16 0,0 2 0 0,-2 1-176 0,1-2-32 15,1-1-16-15,3-4 0 0,-1 3-304 0,1-2-64 16,-2 1-16-16,2-7 0 0,1-2-160 0,-2-2 0 15,2-1 0-15,-2-3 0 0,-2-13 0 0,0 0 0 16,0 0 128-16,0 0-128 0,0 0 0 0,0 0 192 16,0 0-192-16,0 0 192 0,0 0-192 0,0 0 0 15,4-12 0-15,-2-2 0 0,1-3 0 0,-1-5 0 16,1-4 0-16,1-2 0 0,1 1 0 0,2-4-224 16,0-6 80-16,4-2 16 0,1-4 128 0,1 1-208 15,-2 0 80-15,2 5 128 0,2 3-176 0,-2 2 176 16,-1 4-128-16,-1 2 128 0,0 2 0 0,-1 5 0 15,-1 2 0-15,0 4 0 0,-1 2 0 0,3 3 192 0,-1 3-32 0,-10 5-16 16,11 0 0-16,0 4 0 16,0 3 0-16,-4 1 0 0,1 2-144 0,0 4 192 15,0 3-192-15,0 3 192 0,0 2-192 0,-2 4 192 16,2 3-192-16,-2-1 192 0,1 4-64 0,0 0-128 0,-1 5 192 0,-1-5-64 16,-1 2-128-16,1-4 0 0,-1 2 0 0,0-4 128 15,0 0-128-15,0-4 0 0,-1 0 0 0,-1-6 0 16,0 0 0-16,-1-2 0 0,0 0 0 0,-1-5 0 15,0-4 0-15,0-7 0 0,0 9 0 0,0-9 0 16,0 0-192-16,0 0 0 0,0 0-16 0,0 0 0 16,0 0-560-1,0 0-128-15,-6-8 0 0,0 0-16 0,2-3-1520 0,4-2-320 16,3-2-48-16</inkml:trace>
  <inkml:trace contextRef="#ctx0" brushRef="#br0" timeOffset="-114231.74">2823 17367 38751 0,'0'0'1728'0,"0"0"336"0,0 0-1648 0,0 0-416 0,0 0 0 0,0 0 0 0,0 0 2176 0,0 0 336 16,13 6 80-16,-3-5 16 0,2-1-928 0,3-1-176 16,4-1-32-16,0-2-16 0,5 2-752 0,0-3-160 15,1 1-32-15,1 0 0 0,0 0-320 0,2-1-192 16,-2-1 192-16,12-1-192 15,-4 0-304-15,-2 2-160 0,-2 0-48 0,0 1 0 16,0 1-2240-16,-4 2-464 0,-2 3-96 0</inkml:trace>
  <inkml:trace contextRef="#ctx0" brushRef="#br0" timeOffset="-113582.73">3637 17446 6447 0,'0'0'272'0,"6"-8"80"0,-1-4-352 0,0 3 0 0,2 0 0 0,-1 0 0 16,-1-2 8816-16,-1 2 1680 0,0-1 352 0,0-1 64 0,-1 1-7264 0,-1 1-1440 15,1 0-288-15,-3 1-64 0,-1-3-1152 0,-1 4-208 16,2 7-48-16,-4-8-16 0,-2 1-96 16,-3 3-16-16,-2-1 0 0,-2 4 0 0,-2 2-96 0,-5 6-32 15,-3 3 0-15,-4 3 0 0,-1 1 32 0,-1 5 0 16,0-1 0-16,14-2 0 0,-2 2 16 0,0 0 0 15,0 2 0-15,4-1 0 0,2 1-240 0,5-2 0 16,1 0 0-16,2 0 0 0,3-1 0 0,4-2-160 16,3-4 160-16,0 0-128 0,2-3-128 0,2-2-32 15,1-1 0-15,-1-1 0 0,2-4 32 0,2-2 0 16,0-1 0-16,2-2 0 0,0-3 64 0,0-2 0 16,-1-2 16-16,1-1 0 0,-2-1 176 0,1-3-208 15,0-3 80-15,-2 2 128 0,-1-4-224 0,-1-2 80 16,-2-2 16-16,1 0 0 0,-2-1-16 0,0-1 0 15,-1 2 0-15,0 0 0 0,-3 1 144 0,-3 2 0 16,0 2 0-16,-2 4-128 0,0 3 288 0,0 1 64 16,-2 2 16-16,0 3 0 0,-1 2 128 0,3 6 16 0,0 0 16 0,0 0 0 15,0 0-96-15,0 0-32 16,-4 9 0-16,0 3 0 0,1 2-96 0,0 4-32 0,2 3 0 0,-2 3 0 16,2 0-16-16,1 4 0 0,1-1 0 15,2 1 0-15,-1 0-128 0,2 2 128 0,0-2-128 0,1-4 128 16,2-1-128-16,-1-3 0 0,1 1 0 0,1-6 0 15,-1-2 0-15,0-3 0 0,-2-1 0 0,0-2 0 16,2-2 0-16,-7-5 0 0,0 0 0 0,0 0-176 16,8 0 176-16,0-1 0 0,-2-2 0 0,3-6 0 15,-2 0 0-15,-1-6-128 0,1 1 128 0,-1-3-192 16,-1-2 192-16,2-2 0 0,0-3 0 0,0 0 0 16,0 0 0-16,1 2-160 0,0 0 160 0,-3 6 0 15,0 2 0-15,-1-2-128 0,0 3 128 0,0 5 0 0,0-1 0 0,-4 9 0 16,0 0 176-16,0 0-176 0,0 0 272 0,0 0-48 15,5 11-16-15,0 2 0 0,0 2-48 0,-1 1-16 16,-1 2 0-16,-2 2 0 0,0 1 0 0,1 1 0 16,2 0 0-16,-2 0 0 0,1-2-144 0,1-1 0 15,1-1 0-15,1 6 0 16,0-7-416-16,-2-4-112 0,-1-4-32 0,-3-9 0 16,4 8-736-16,-4-8-160 0,0 0-16 0,0 0-16 15,0 0-1856-15,0 0-368 0,0 0-80 0</inkml:trace>
  <inkml:trace contextRef="#ctx0" brushRef="#br0" timeOffset="-113334.95">3954 17229 22111 0,'-5'-21'1968'0,"4"10"-1584"0,-1-1-384 0,2 3 0 0,2-4 4032 0,0 4 736 0,-2 9 144 0,5-11 16 16,-5 11-2816-16,8-9-560 0,0 1-112 0,-8 8-32 16,11 0-960-16,-11 0-208 0,13-2-48 0,-3 4 0 31,0 2-1568-31,1 4-320 0,-2 2-64 0,0 6-10704 15,0 6-2128-15</inkml:trace>
  <inkml:trace contextRef="#ctx0" brushRef="#br0" timeOffset="-113014.65">4330 17401 10127 0,'0'0'448'0,"6"-9"96"0,1-1-544 0,-1-1 0 0,1 1 0 0,-2-2 0 0,-2 2 6912 0,-1 1 1280 15,-2 1 256-15,0 8 64 0,-2-11-4928 0,-4 6-992 16,-3 1-192-16,-1 3-32 0,-3 2-800 0,-3 4-160 15,-2 3-16-15,-3 5-16 0,-4 4-496 0,0 3-112 16,-2-5 0-16,2 4-16 0,2-1-336 0,3 3-64 16,3-3-16-16,3 2 0 0,2-1-192 0,3 1-144 15,3-3 192-15,3-2-192 0,2 0 0 0,3-2 0 16,2-2-192-16,3 0 48 0,1-3-192 0,2 0-48 16,2-5 0-16,1 0 0 0,0 0 16 0,1-3 0 0,2-2 0 0,-1-2 0 15,1-1 112-15,0 0 32 16,-2-2 0-16,0 0 0 0,1-8 224 0,-1 1-192 0,-1 1 192 15,1-3-192-15,-1-1 192 0,1-1 0 0,-3 0 0 0,-2-3 0 16,1 1 0-16,-1 2 0 0,-2 1 0 16,1-1 0-16,-3 2 176 0,1 3-176 15,-2 4 160-15,-2 0-160 0,-2 1 272 0,0 8-32 0,0 0-16 0,0 0 0 16,0 0 16-16,0 0 0 0,0 0 0 0,-6 11 0 16,-1 2-240-16,3 0 128 0,2 0-128 0,0 1 0 15,2 2 0-15,2-1 128 0,2 2-128 0,1-1 0 16,1 0 0-16,2-1 0 0,0 0 0 0,1-4 0 31,0-2-832-31,-1 1-48 0,-3-3-16 0,4 0 0 0,2 1-1392 0,-1-4-272 16,-10-4-64-16,13 0-11520 0,-2 0-2304 0</inkml:trace>
  <inkml:trace contextRef="#ctx0" brushRef="#br0" timeOffset="-112556.5">4580 17031 44463 0,'0'0'1968'0,"0"0"400"0,0 0-1888 0,0 0-480 0,0 0 0 0,0 0 0 0,0 0 2112 0,0 0 336 16,0 0 64-16,1 18 16 0,2 2-1216 0,2 1-240 16,0-2-48-16,2 5-16 0,-1 1-528 0,1 2-96 15,-1 3-32-15,1 4 0 0,1-3-160 0,1 0-48 16,0 1 0-16,0 0 0 0,-2 1-96 0,-1-6-48 16,1 1 0-16,-2-2 0 0,0-4 0 0,0-1 0 15,-2-3 0-15,0-4 0 0,-1-2 0 0,-2 0 0 16,1-2 0-16,-1-10 0 0,0 0 0 0,0 0 0 0,0 0 0 0,0 0 0 15,0 0 0-15,0 0 0 0,0 0 0 0,0 0 0 16,-9-1 0-16,3-6 0 0,1-3 0 0,1-2 0 16,1 0 0-16,2-2 0 0,1-2 0 0,1-2 0 15,4-3 0-15,2 0 0 0,1 1 0 0,1 0 0 16,1 2 0-16,1-3-128 0,-1-1 128 0,2 4-160 16,-1 2 160-16,1 3 0 0,0 1-144 0,0 2 144 15,1 3 0-15,-2 3 0 0,1 0-144 0,1 3 144 16,0 2 0-16,0 3 0 0,-1 3 0 0,-2-1 0 15,1 6 0-15,-1 1 0 0,-2 0 0 0,0 3 0 16,-3-1 0-16,-1 4 0 0,0-2 0 0,-3-2 0 16,-2 1 0-16,0 1 0 0,-2 1 0 0,-1-2 0 15,-1-2 0-15,-2 0-128 0,-2-2 128 0,0 0 0 16,-1-2 0-16,-1-2-128 0,1-3 128 0,-2 2 0 16,-2-3-272-16,-2 2 48 0,1-3 16 0,-2 0 0 15,-3-1-1056-15,0 3-208 0,1-1-32 16,2-1-16-16,0-6-1664 0,4 3-336 0,4 3-64 15</inkml:trace>
  <inkml:trace contextRef="#ctx0" brushRef="#br0" timeOffset="-111896.16">5274 17298 34095 0,'0'0'3024'0,"0"0"-2416"0,0 0-480 0,6-6-128 0,-6 6 3120 0,0 0 592 16,0 0 128-16,0 0 32 0,0 0-1440 0,0 0-304 0,-12 5-48 0,-1 4-16 15,-1 4-1184-15,-4 3-240 0,-3 1-64 0,0 0 0 16,0 1-240-16,3 0-48 0,1-1-16 0,3 0 0 16,1 1-272-16,2 1 160 0,2-2-160 0,4-2 128 15,0-2-128-15,2-1 0 0,2-2 0 0,1-10 0 16,2 11-192-16,-2-11 48 0,0 0 0 0,9 8 0 16,-1-3-96-16,3-3-16 0,-1-3 0 0,2 0 0 15,0-4 48-15,-1 1 0 0,2-3 0 0,0-2 0 16,-1-1 0-16,1-3 0 0,-2 0 0 0,2 0 0 15,0-3-32-15,0-1 0 0,-2-1 0 0,0 1 0 16,-3 0 32-16,-1-1 0 0,0 1 0 16,-1 2 0-16,1-2 208 0,-2 4 0 15,-1 0-160-15,0 3 160 0,-3 1 0 0,-1 9 0 0,0-8 0 0,0 8 0 16,0 0 0-16,0 0 0 0,0 0 0 0,0 0 0 16,0 0 0-16,0 0 0 0,0 0 0 0,0 0 128 0,-5 12-128 15,3 1 0-15,-1 0 0 0,0 2 0 0,1 4 0 16,2-1 0-16,0-1 0 0,2 0 0 0,1 2 0 15,1-2 0-15,0-1 0 0,1-2 0 16,1-1 0-16,2-1 0 0,1-4 0 0,2-2 0 0,-1-2-160 0,1-1 160 16,0-3 0-16,2 0-144 0,1-5 0 0,-1-1 0 15,-2-3 0-15,1-1 0 0,0-3 144 0,-1-5-160 16,0-1 160-16,-1-3-160 0,1 1 160 0,-2-6 0 16,1-3 0-16,1-3 0 0,-2 1 0 0,1-3 0 15,3-3 0-15,-1 1-128 0,0-3 128 0,-2 1-192 16,-1 2 192-16,1 1-192 0,-4 4 192 0,-1 8 0 15,-1 1 0-15,-1 5 128 0,-2 5 320 0,-1 4 64 0,0 9 0 16,0 0 16-16,0 0 80 0,0 0 16 0,0 0 0 0,-4 9 0 16,-1 3-240-16,0 6-64 0,0 6 0 15,-1 0 0-15,1 5-64 0,2 0-32 16,2-2 0-16,0 2 0 0,0 1-224 0,-1 1 128 0,1 0-128 0,2 1 128 16,2 0-128-16,2-2 0 0,0-4 0 0,1-1 0 15,-1-1 0-15,0-2 0 0,-1-3 0 0,0 0 0 16,-2-8 0-16,1 2 0 0,0-2 0 0,-3-11 0 15,0 11-608 1,0-11-112-16,0 0-32 0,0 0 0 16,-3 11-624-16,3-11-128 0,-5 8-32 0,5-8 0 0,-9 0-1312 0,0-2-272 15,-1 0-48-15</inkml:trace>
  <inkml:trace contextRef="#ctx0" brushRef="#br0" timeOffset="-111655.62">5483 17270 44575 0,'0'0'1984'0,"0"0"384"0,2-10-1888 0,-2 10-480 0,4-9 0 0,1 2 0 0,1-1 2096 0,4 0 320 15,1 0 64-15,2 3 16 0,3 0-1216 0,2 2-256 16,2-1-32-16,1 0-16 0,1-1-464 0,3 2-112 16,1 2-16-16,0 1 0 0,-3 0-192 0,-1 4-64 15,-2 1 0-15,-2 3 0 0,-1 0-128 0,-3 0 0 16,-1 0 0-16,-2 3 0 0,-3 2 0 0,-3 4 0 16,-1 3 0-16,0-1 0 0,-2 2 0 0,1 0 0 0,0-3 0 15,-3-1 112-15,-2 3-112 0,1-5 0 16,0 2 0-16,-1-4 0 15,1-1-432-15,1-12-80 0,0 0 0 0,-5 9-16 16,-2-1-1216-16,7-8-240 0,-10 5-64 0,1-5-21264 0</inkml:trace>
  <inkml:trace contextRef="#ctx0" brushRef="#br0" timeOffset="-111500.1">5841 17167 24879 0,'1'-8'2208'0,"3"-1"-1760"0,0 0-448 0,1 1 0 16,-5 8 4928-16,8-11 896 0,0 2 176 0,-1 3 32 15,-7 6-3872-15,11-6-784 0,-2 3-160 0,-9 3-16 16,13 0-912-16,-1 1-288 0,-2 1 160 0,1 4-160 16,-2 0-1296-16,0 2-352 0,0 0-64 0,-1 2-16 15,0 2-2880-15,-2 2-592 0</inkml:trace>
  <inkml:trace contextRef="#ctx0" brushRef="#br0" timeOffset="-111254.1">6163 17279 11055 0,'7'-13'480'0,"-1"6"112"0,-6 7-464 0,6-4-128 0,-6 4 0 0,0 0 0 0,0 0 7776 0,0 0 1536 16,0 0 304-16,0 0 64 0,0 0-5584 0,0 0-1136 16,-15 3-208-16,-2 7-64 0,-2 5-1520 0,-1 2-304 15,-4 0-64-15,1 2-16 0,-1 3-512 0,5-2-96 16,3-1-32-16,3 1 0 0,2 1-96 0,5-3-48 16,3 0 0-16,2-1 0 0,2-2 0 0,5-1 0 15,0 2 0-15,4-5 0 0,5-3 0 0,3-1 0 16,2-1 0-16,1-2 0 0,1-1 0 0,2-3 0 15,3 0 0-15,0 0 0 0,-1 0 0 0,0 1 0 16,-1-4 0-16,-2-1 0 0,-2 2 0 0,0-5 0 16,-1 2 0-16,-4 0 0 15,-2-2-1152-15,-1 0-208 0,-2-3-48 0,1 4-23392 0</inkml:trace>
  <inkml:trace contextRef="#ctx0" brushRef="#br0" timeOffset="-110408.94">6749 17541 30399 0,'0'0'2704'16,"0"0"-2160"-16,0 0-544 0,0 0 0 0,0 0 4000 0,0 0 688 16,0 0 144-16,0 0 32 0,0 0-2272 0,0 0-448 15,0 0-96-15,0 0 0 0,0 13-1280 0,0 0-256 16,-1 0-64-16,0 1 0 0,-1 1-192 0,2-1-64 0,2-2 0 16,0-1 0-16,1 1-192 0,0 0 144 0,-1 1-144 0,2-1 128 31,-4-12-528-31,5 11-112 0,-5-11-32 0,7 9 0 15,-7-9-1504-15,0 0-288 0,0 0-64 0,8 8-12688 0,-2 1-2528 0</inkml:trace>
  <inkml:trace contextRef="#ctx0" brushRef="#br0" timeOffset="-110064.17">7137 17214 28559 0,'-7'-6'2544'0,"7"6"-2032"15,-9-5-512-15,9 5 0 0,0 0 5632 0,0 0 1040 16,0 0 208-16,-7 9 32 0,2 3-4544 0,1 4-928 16,2 3-176-16,2 2-48 0,2 1-736 0,2 2-160 15,1-2-16-15,2 1-16 0,-1-3-288 0,2-1 0 0,1-2 0 0,0 0 0 16,-1-1 0-16,0-2 0 0,-1-1 0 0,-1-1 144 31,-6-12-480-31,7 9-64 0,-1-2-16 0,-6-7 0 16,0 0-1664-16,0 0-336 0,0 0-64 0,0 0-20560 0</inkml:trace>
  <inkml:trace contextRef="#ctx0" brushRef="#br0" timeOffset="-109801.33">7189 17154 35935 0,'2'-15'1600'0,"-2"15"320"0,-2-13-1536 0,2 1-384 0,2 2 0 0,-2 10 0 15,3-12 3584-15,1 3 656 0,1 0 128 0,-5 9 32 16,0 0-3280-16,9-5-656 0,0 1-128 0,-9 4-16 31,0 0-1216-31,11 4-224 0,-2 1-48 0,-3 4-16 0,-6-9-1936 0,6 13-384 0,-4-1-80 0,-2 6-8640 16,-1-2-1744-16</inkml:trace>
  <inkml:trace contextRef="#ctx0" brushRef="#br0" timeOffset="-109338.1">7255 17223 26367 0,'0'0'1168'0,"0"0"240"0,11-2-1120 0,-11 2-288 0,11-1 0 0,0 1 0 0,-11 0 3536 15,12 0 656-15,-12 0 128 0,13 3 32 0,-13-3-1376 0,13 5-272 16,-2 3-48-16,0 1-16 0,-3 3-1040 0,-1 2-224 15,0 4-32-15,-1 0-16 0,0 3-576 0,1 0-112 16,1-1-32-16,-2 1 0 0,-3-1-384 0,1 1-80 16,-1-1-16-16,0-2 0 0,-1-2-128 0,1-2 0 0,-2-1 0 15,0-1 0-15,-1-12 0 0,3 9 0 0,-3-9 0 16,0 0 48-16,0 0-48 0,0 0 0 0,0 0 0 0,0 0 0 16,0 0 0-16,0 0 0 0,0 0 0 0,3-13 0 15,-2-1 0-15,1-3 0 0,0-2 0 16,0 0 0-16,1-1 0 0,1-3 0 0,0-1 0 0,1 0 0 15,0-5 0-15,4 3 0 0,2 1 0 0,-2 0 0 16,-1 1 0-16,1 1 0 0,1 4 0 0,1 3 0 16,-1 2 0-16,-1 2 0 0,-1 3 0 0,-8 9 0 15,11-5 0-15,-11 5 0 0,10-4 0 0,-10 4 0 16,12 0 0-16,-2 4 0 0,1-3 0 0,-2 4 0 16,-9-5 0-16,11 12 0 0,0 2 0 0,-2 1 0 15,-1-1 0-15,0 4 0 0,-2 2 0 0,-2 3 0 16,0 1 0-16,1 2 0 0,0 1 0 0,-1-1 0 15,-1 0 0-15,2-1 0 0,-1-1 0 0,0-1 0 16,0-1 0-16,0-2 0 0,-2-3 0 0,1-2 0 0,-2-3 0 16,1 0 0-16,-2-12 0 0,0 0 0 0,0 0 0 0,0 0 0 15,0 0 0-15,0 0 0 0,0 0 0 0,0 0 0 16,0 0 0-16,0 0 0 0,0 0 0 0,2-11 0 16,0 1 0-16,-1-3 0 0,0-4 0 0,2 1 0 15,-1-2 0-15,2 0 0 0,0-4 0 0,0-2 0 16,-1-2 0-16,1 0 0 0,1-1 0 0,3-1 0 15,1 0 0-15,0 0 0 0,0 1 0 0,1 2 0 16,0 6 0-16,1-1 0 0,1 2 0 0,0 5 0 0,0-2 0 16,-1 4 0-16,1 0 0 0,0 1 0 0,-1 3 0 0,1 3 0 31,-1 2-448-31,0-1-96 0,0 3-16 0,-1 4 0 16,1 3-2160-16,-1 3-432 0,0 4-96 15,1 5-18800-15</inkml:trace>
  <inkml:trace contextRef="#ctx0" brushRef="#br0" timeOffset="-108737.94">8040 17446 23951 0,'0'0'2128'0,"-1"11"-1696"0,-2-2-432 0,2-1 0 16,1-8 4608-16,0 0 848 0,0 0 176 0,0 0 16 15,4 9-2656-15,-4-9-544 0,0 0-96 0,13 0-32 16,-2-2-864-16,1-2-176 0,0-3-48 0,1-2 0 16,3-1-640-16,1-3-128 0,0-4-16 0,1 1-16 15,1 1-288-15,0-2-144 0,-1-2 160 0,0 0-32 16,-1 1-128-16,-3-2 0 0,-2-1 0 0,0 2 0 15,-2 0 0-15,-2 5 0 0,-3 4 0 0,-5 10 0 0,0-13 0 0,-1 3 0 16,1 10 0-16,0 0 0 0,-12-2 0 0,-2 3 0 16,-6 4 0-16,-2 6 0 0,-3 3 0 0,1 6 0 15,0 3 0-15,3 1-160 0,2-1 160 0,1 2 0 16,5 0 0-16,1-1 128 0,3 1-96 0,3 1-32 16,4-2 0-16,2-1 0 0,2-3 0 0,4-3 0 15,0-2 0-15,1-2 0 0,1-2-256 0,2-2 48 16,-1-5 16-16,3 1 0 0,1-2-128 0,0-3-32 15,1-3 0-15,1 0 0 16,-4-2-112-16,2-1-32 0,0-2 0 16,2-5 0-16,0 1 128 0,0-2 32 0,-4-3 0 0,0-3 0 0,-1 1 160 0,1-1 48 15,-2-1 0-15,0-1 0 0,0-3 128 0,-1-1 0 16,0-1-144-16,-2 2 144 0,-1 4 0 0,1 4 0 16,-2 4 128-16,-2 3-128 0,1 1 528 0,-3 9 32 15,0 0 0-15,0 0 0 0,0 0 32 0,0 0 16 0,0 0 0 0,0 0 0 16,0 0-224-16,4 14-64 0,-2 4 0 0,1 3 0 15,0 0-320-15,0 4 0 0,1-3 0 0,3 1 128 16,-1 1-96-16,4-1-32 0,0 1 0 0,0-1 0 16,1-2 0-16,-1-1 0 15,1-5 0-15,-1 0 0 0,1-2 0 0,-1-3 0 0,-2-2 0 16,-8-8 0-16,8 6 0 0,-8-6 0 0,0 0 0 0,0 0 0 16,10-1 0-16,-10 1 0 0,0 0 0 0,8-8 0 15,-3-2 0-15,-1-2 0 0,-1-1 0 0,-1 0 0 16,1-1 0-16,-1-3 0 0,1-8 0 0,0 3 0 15,-2-2 0-15,2-2 0 0,0-4 0 0,3 0 0 16,-1 0 0-16,1 2 0 0,1-1 0 0,-2 4 0 16,2 0-656-16,-2 7-80 0,-1 0-16 0,-2 6 0 15,1 3-960-15,-3 9-192 0,0 0-32 0,0 0-16 16,0 0-2656-16,-1 12-512 0,-1 5-128 0</inkml:trace>
  <inkml:trace contextRef="#ctx0" brushRef="#br0" timeOffset="-107816.3">8651 17474 35295 0,'0'0'1568'0,"0"0"320"0,0 0-1504 16,14 4-384-16,-1-1 0 0,1-6 0 0,0-1 2544 0,2-4 432 16,-2-1 96-16,4-1 0 0,1 1-1232 0,-1-2-256 15,0 0-48-15,0-2-16 0,2-3-784 0,0 0-160 16,-2 1-16-16,0-2-16 0,-1-3-368 0,0 2-176 0,-3 0 160 16,-2 2-160-16,-2 4 0 0,-3-1 0 0,-4 0 0 0,-5 3 0 15,2 10 0-15,0 0-192 0,-10-4 192 0,-2 3-208 16,0 2 208-16,-3 5 0 0,-3 6 0 0,-3 5 0 15,-3 5 320-15,5 2 64 0,0-2 16 0,4 0 0 16,2 3 144-16,4-3 32 0,1-1 0 0,3 2 0 16,2-2-368-16,4 1-64 0,3-5-16 0,1-2 0 15,2-1-128-15,1-4 0 0,2-2 0 0,2-1 0 16,-2-3-128-16,2-2-16 0,1 1 0 0,1-6 0 31,2-1-240-31,0-2-64 0,-1-3 0 0,2-2 0 16,-1 1 32-16,1-7 0 0,0 0 0 0,-2-4 0 0,0-2 48 0,-1-1 16 0,2-1 0 0,-2 1 0 15,-2-1 160-15,-2 1 16 0,-1 2 16 0,-2 3 0 16,-2 2 160-16,0 2 144 0,-2 2-16 0,0 3-128 16,-3 10 608-16,0 0 16 0,0-8 0 0,0 8 0 0,0 0-96 0,0 0-16 15,0 0 0-15,0 10 0 0,0 2-144 16,0 3-48-16,0 1 0 0,1 5 0 16,0 3-32-16,1-1-16 0,-1 1 0 0,1 1 0 0,1 2-272 0,1 0 160 15,0-5-160-15,0 1 128 0,0-4-80 0,1-1-48 16,0-3 0-16,0-1 0 0,-1-2 0 0,1-6 0 15,1 1 0-15,-6-7 0 0,0 0 0 0,0 0 0 16,0 0 0-16,0 0 0 0,0 0 0 0,0 0 0 16,10-7 0-16,-2 1 0 0,-2-1 0 0,1-4 0 15,-2-1 0-15,2-1 0 0,-1-2 0 0,2 0 0 16,4-5 0-16,1 1 0 0,2-1 0 0,2-1 0 16,2-1 0-16,0 1 0 0,-1-2 0 0,5 1 0 0,1-2 0 15,2 3 0-15,3 2 0 0,0 1 0 0,-1 2 0 0,0 3 0 16,-2 1 0-16,-4 4-160 0,-4 2 160 0,-2-1-192 15,-3 2 192-15,-3 4 0 0,-10 1 0 0,0 0 0 16,0 0 0-16,0 0 0 16,0 0 0-16,0 0 0 0,0 0 0 0,6 10 0 0,-6-10 0 0,-3 14 128 15,-3 0-128-15,-2-3 0 0,-3 0 128 0,0-1-32 16,-1 1-96-16,0 0 0 0,-1 1 0 16,0 0 0-16,-1 1 0 0,1-3 0 0,-2 1 0 0,2-2 0 15,2-3 0-15,-1 2 0 0,1-1 0 0,2-1 0 16,9-6 0-16,-8 9 0 0,8-9 0 0,-5 7 0 15,5-7 0-15,0 0 0 0,0 0 0 0,0 9 0 16,0-9 0-16,0 0 0 0,9 8 0 0,4-3 0 16,3-1 0-16,2 0 0 0,1-4 0 0,1 0 0 15,4 0 0-15,-1-3 0 0,-1 2 0 0,2 0 0 0,-1-1 0 16,0 2 0-16,0 0 0 0,-2 3 0 0,-3 1 0 16,-1-4 0-16,-1 0 0 0,-2 2 0 0,-2 2 0 0,-12-4 0 15,10 9 0-15,-10-9 0 0,5 12 0 0,-3-1 0 16,-5 0 0-16,-2 0 0 0,-4 2 0 0,-2 1 0 15,-2-1 0-15,-2 3 0 0,-2-3 0 0,-1-1 0 16,-1 1 0-16,1 0 0 0,-2-3 0 16,5-1 0-16,0 0 0 0,0-2 0 0,-2 1 0 0,3 0 0 15,-1-3 0-15,2-1 0 16,0 1-448-16,3-4-64 0,-1 2-32 0,11-3 0 16,0 0-912-16,0 0-176 0,0 0-32 0,-5-9-16 15,4-2-1568-15,5-2-304 0,3-1-64 16</inkml:trace>
  <inkml:trace contextRef="#ctx0" brushRef="#br0" timeOffset="-107639.25">9851 17263 17503 0,'10'-14'1552'0,"-3"3"-1232"0,-2 4-320 0,2-1 0 16,0 1 5536-16,-7 7 1056 0,10-4 192 0,-10 4 64 15,0 0-3648-15,0 0-704 0,0 0-160 0,6 7-32 16,-6-7-976-16,7 17-208 0,-4 4-32 0,-1 1-16 16,-2-3-432-16,0 5-96 0,-2-1-16 0,2-1 0 15,0 1-224-15,0-3-48 0,-1-1-16 0,1-1 0 16,-1-1-240-16,1 0 0 0,1-4 0 0,-1 0 0 15,0-3-256-15,0-10-128 0,0 0-48 0,0 0 0 16,0 0-1856-16,0 0-368 0,0 0-80 0</inkml:trace>
  <inkml:trace contextRef="#ctx0" brushRef="#br0" timeOffset="-107111.82">9893 17011 32255 0,'0'-11'2864'0,"0"11"-2288"0,4-9-576 0,-2-2 0 0,2 1 3376 0,0 2 560 16,0 0 112-16,-4 8 32 0,2-8-3120 0,4 2-608 16,0-1-128-16,1 1-32 15,1 1-1200-15,2 1-240 0,0 0-48 0,-10 4-16 16,11-3-208-16,-11 3-32 0,0 0-16 0,10 4 0 16,-10-4 544-16,8 9 96 0,-8-9 32 0,5 11 0 0,-2 0 2080 0,0 1 416 15,-2 1 96-15,0 3 16 0,-1 1 640 0,0 2 128 0,0 2 16 0,3 1 16 16,-1 2-528-16,2 0-96 0,0 4-32 15,3 1 0-15,-2-1-944 0,3 2-192 0,1 3-32 0,1-1-16 16,1 0-400-16,-1-2-80 0,-1-3 0 0,0 0-16 16,-1 1-128-16,-1-3-48 15,-2-1 0-15,-1-4 0 0,-2-1 0 0,1 0 0 0,0-4 0 0,-1-4 0 16,-2-11 0-16,2 10 0 0,-2 1 0 0,0-11 0 16,0 0 0-16,0 0 0 0,0 0 0 0,0 0 0 15,0 0 0-15,0 0 0 0,0 0 0 0,0-8 0 16,0 8 0-16,2-13 0 0,1-2 0 0,-1 0 0 15,1-2 0-15,1-1 0 0,0-3 0 0,2-1 0 16,3-3 0-16,2 1 0 0,-1 5 0 0,3-5 0 16,0 1 0-16,0 3 0 0,0 2 0 0,2 2 0 15,-1 2-256-15,-2 4 64 0,0 0 16 0,-1 5 0 16,1-1 176-16,-1 3 0 0,-1 2-144 0,2 2 144 16,-1 2 0-16,0 3 0 0,-11-6 0 0,9 13 0 0,-2 4 0 15,-4 0 0-15,-1 3 0 0,-4-1 0 0,-1 2 0 16,-4 1 0-16,-2 2 0 0,-3-1 0 0,-1 1 0 0,0-1 0 15,0-1 128-15,1-1-128 0,1-1 0 0,-1-5 0 16,0-2 0-16,0-1 0 16,-1 0-512-16,2-2-48 0,-1-6 0 15,0 0 0-15,0 0-928 0,-1-1-192 16,0-3-48-16,-1-3 0 0,-3-2-2352 0,3 1-464 0,-1 1-112 0,8-3-16 16</inkml:trace>
  <inkml:trace contextRef="#ctx0" brushRef="#br0" timeOffset="-106727.51">10538 17138 10127 0,'0'0'448'0,"0"0"96"0,0 0-544 0,0 0 0 0,0 0 0 0,0 0 0 15,0 0 9376-15,3 20 1760 0,-6 0 368 0,-1 3 64 16,-1-1-8240-16,0 4-1632 0,-1 0-336 0,2 1-64 16,2-1-688-16,2-1-144 0,1 2-16 0,3-3-16 15,0-5-272-15,3 2-160 0,2-2 192 0,2-1-192 16,1-3 128-16,2-3-128 0,1-3 0 0,-1-2 0 15,0-5 0-15,1 1 0 0,0-3 0 0,2 0 0 16,0-3 0-16,-1-2 0 0,0-3 0 0,-1-2 0 16,2-2-128-16,1-2 128 0,1-4-208 0,0-3 80 15,1 0-32-15,-2-1 0 0,2-6 0 0,-2 2 0 16,-1 0-224-16,-4 4-32 16,-3 4-16-16,-3 3 0 0,-5 4 80 0,-2 11 16 0,-2-9 0 0,-3 5 0 0,-4 0 496 0,-3 4 96 15,-4 5 32-15,-1 4 0 0,0 2 208 0,0 3 32 16,-1 3 16-16,2 2 0 0,2 2-160 15,2-2-48-15,3 0 0 0,1 1 0 0,3 2-208 0,4-1-128 16,2 1 128-16,3-1-32 0,1-2-96 0,3 1 0 16,3-5 0-16,2 0 0 0,1-2 0 0,4 0 0 15,2-1 0-15,2-1 0 0,3 0-144 0,2-1-32 16,2 3 0-16,1-1-17184 16,1 0-3440-16</inkml:trace>
  <inkml:trace contextRef="#ctx0" brushRef="#br0" timeOffset="-105975.32">11749 17485 15663 0,'-1'-15'1392'0,"1"-2"-1120"0,2-1-272 0,1 1 0 15,0 0 3552-15,1-2 656 0,-1 3 128 0,1 2 16 16,-1-1-784-16,0 4-176 0,-1 2-16 0,-2 9-16 16,1-8-848-16,-1 8-160 0,0 0-48 0,0 0 0 15,0 0-896-15,3 15-192 0,-2 6-48 0,-1 5 0 16,0 2-480-16,-2 4-112 0,-1 3 0 0,2 3-16 16,1 0-240-16,1-1-32 0,0-3-16 0,2-1 0 0,1 1-192 0,-1-1-80 15,-1-7 0-15,2 0 0 0,0-2-176 16,0-2-16-16,-1-1-16 0,-1-2 0 0,1-3 208 15,-1-5 0-15,-2-11 0 0,2 11 0 16,-2-11-448-16,0 0-64 16,0 0 0-16,0 0 0 0,0 0-768 0,0 0-144 0,-9-4-48 0,-1-1 0 15,1-2-1728-15,-1-1-336 0,-2-3-80 0,-1-1-16 16</inkml:trace>
  <inkml:trace contextRef="#ctx0" brushRef="#br0" timeOffset="-105670.88">11660 17384 28559 0,'10'-13'2544'0,"-5"4"-2032"0,1-1-512 0,2-3 0 0,3 0 4512 0,0 2 800 16,4 0 176-16,-2 1 16 0,0 1-3360 0,1 3-672 16,3-3-144-16,1 3-32 0,3 2-544 0,0 2-112 0,0 1-32 15,-2 1 0-15,1 2-416 0,-1 1-192 0,2 1 160 0,-1 2-160 16,-3 5 128-16,-1 0-128 0,-3 1 0 0,-3 1 144 16,-2 3-144-16,-3 2 0 0,-2 2 0 0,-5 2 128 15,0-4-128-15,-5 4 160 0,-3 3-160 0,-2-2 160 16,-2-2-160-16,-2 0 0 0,0 1 0 0,1-1 0 15,-1-1 0-15,2-5 0 0,-1-3 0 0,4 0 0 32,-1 1-608-32,2-4-160 0,0-2-16 0,3-1-16 15,-1 2-1536-15,8-8-304 0,0 0-64 0,0 0-18256 0</inkml:trace>
  <inkml:trace contextRef="#ctx0" brushRef="#br0" timeOffset="-105204.97">12032 17387 15663 0,'10'-12'1392'0,"1"2"-1120"0,-3-2-272 0,2 2 0 0,1 1 6448 0,-1 3 1232 15,0 0 240-15,0 2 48 0,-1 1-4432 0,-9 3-880 16,11 0-176-16,1 2-48 0,-1 3-1184 0,-1 3-240 16,-1 2-48-16,0 4-16 0,0 3-368 0,-1 0-80 15,0 3-16-15,-1 3 0 0,-1 2-224 0,-1 0-64 16,-1-2 0-16,1-1 0 0,-1-1-128 0,0-1-64 16,-1-3 0-16,-1-2 0 0,0-1 0 0,0-3 0 15,-2-11 0-15,0 0 0 0,-2 9 0 0,2-9 0 16,0 0 0-16,0 0 0 0,0 0 0 0,0 0 0 0,0 0 0 0,0 0 0 15,0 0 0-15,-9-4 0 0,2-2 0 0,3-2 0 16,4 8 0-16,0-12 0 0,0-3 0 0,4 0 0 16,1-2 0-16,3 0 0 0,3-1 0 0,0-1 0 15,2-5 0-15,0 1 0 0,0-1 0 0,2 2 0 16,-1 0 0-16,2 1 0 0,1 2 0 0,0 0 0 16,0 2 0-16,-3 6 0 0,-1 3-160 0,0 1 160 15,-3 1 0-15,1 3 0 16,-11 3 0-16,12 0-128 0,-12 0 128 0,11 7 0 0,-3 3 0 0,-3 2 0 15,-1 2 0-15,-2 3 0 0,-5 5 0 0,-1-2 128 16,-1 1-128-16,-2 1 0 0,1 1 0 0,1 2 128 16,-2 0-96-16,2-2-32 0,1-1 0 0,3-1 0 15,-1-1 0-15,2-3 0 0,0-1 0 0,3-2 0 16,1-8 0-16,-4-6 0 0,9 7 0 0,1-1 0 16,1-2 0-16,1-1 0 0,-2-3 0 0,2-1 0 15,1-1 0-15,0 0 0 0,1-2 0 0,-2 0 0 0,-2-7 0 16,1 1 0-16,-1 0 0 0,1-2 0 0,-1-5 0 15,-1 1 0-15,-1 1 0 0,-2-2 0 0,0-2 0 16,-2 1 0-16,-2 0 0 0,0 0 0 0,-2-1 0 0,-2 2 0 16,0 2 0-16,-2 2 0 0,-3-4-176 15,-2 4-16-15,-1 0-16 0,-1 1 0 16,-1 0-512-16,-1 6-112 0,-1-3 0 0,1 5-16 16,1 2-752-16,2 2-160 0,-2 0-32 0,3 2 0 15,9-2-2000-15,-8 6-416 0,8-6-80 0</inkml:trace>
  <inkml:trace contextRef="#ctx0" brushRef="#br0" timeOffset="-104224.21">13028 17259 40607 0,'0'0'1792'15,"0"-4"384"-15,-1-2-1744 0,1 6-432 0,0 0 0 0,-4-7 0 0,4 7 2304 0,0 0 368 0,-9 0 80 0,0 3 0 16,-2 1-1040-16,-1 4-224 0,-3 5-32 0,-2 4-16 15,0 1-656-15,1 3-128 0,1 5-16 0,2-4-16 16,1-1-304-16,3 1-48 0,2 1-16 0,3 0 0 16,0-3-256-16,3 1 0 0,2 0 0 0,2-1 144 15,1-5-320-15,1 0-16 0,2-2-16 0,0-2 0 16,3-3 208-16,0-1 256 0,2-1-48 0,1-2-16 16,1-1-192-16,2-6 0 0,-2 1 0 0,2-1 128 15,-1-1-128-15,2-1 0 0,2-2-160 0,-1-2 160 0,0-1-128 16,-1-1 128-16,-1 0-128 0,-2-4 128 0,-1 0-160 15,0-4 160-15,0-3-192 0,-1 3 192 0,0 0-144 0,-2 1 144 16,-1-1 0-16,-1-1-144 0,-2-2 144 0,0 0 0 16,0-2 0-16,-1 5 0 0,-2 2-144 0,-2 4 0 15,-1 1 0-15,-1 3 0 0,-2 2 144 0,3 7 0 16,-5-6 0-16,5 6-128 0,0 0 128 0,-10 5 0 16,-1 4 0-16,0 4 0 0,-2 4 0 0,1 3 0 15,0 2 0-15,2 3 128 0,-1 1-128 0,3 0 176 16,3 0-176-16,1 0 192 0,2-1-192 0,3 1 160 15,4-5-160-15,2 1 160 0,-1-5-160 0,5-3 0 16,0-2 0-16,2-2 0 0,2-2 0 0,0-3 0 16,1-2 0-16,0-2 0 0,-1-2 0 0,4-2 0 0,-1-2 0 15,-1-1 0-15,-3-5 0 0,1-1-144 0,-1-1 144 0,0 0 0 16,1-6-128-16,-2 2 128 0,-2-4 0 0,0-1 0 16,-1-4 0-16,2 2 0 0,0-2 192 0,-1 0-48 15,1 0-144-15,-4 3 0 0,-2 2 0 0,0 4 0 16,-2-1-176-16,-1 4-64 0,0 4-16 0,-2 4 0 15,-1 6 256-15,0 0 0 0,0 0 192 0,0 0-192 16,0 0 192-16,0 0-192 0,0 0 192 0,0 0-192 16,0 0 128-16,2 13-128 0,-1 0 0 0,0 2 0 15,1 2 128-15,0 3-128 0,2 1 0 0,0 1 0 16,-1-4 0-16,-1 3 0 0,1 0 0 0,1 2 0 16,-2 3 128-16,2-4-128 0,-1-1 0 0,-1 0 0 15,1-1 128-15,0-1-128 0,-1 1 0 0,0-6 0 16,-1-2 0-16,0-2 0 0,-1-1 0 0,0-9 0 15,0 10 0-15,0-10 0 0,0 0 0 0,0 0 0 0,0 0 0 16,0 0 0-16,0 0 0 0,0 0 0 0,0 0 128 0,0 0-128 16,0 0 0-16,0 0 0 0,11-12 0 0,-2 0 0 15,-1 0 0-15,-1-1 0 0,1-4 144 0,1-1-144 16,1-3 0-16,0-1 144 0,-1-3-144 0,3-1-176 16,1 0 48-16,-1-2 0 0,-2 0 128 0,2 1-208 15,-1 1 80-15,0 2 128 0,-2 1-192 0,-1 2 192 16,-3 5-192-16,0 1 192 0,-1 3 0 0,-4 12 0 15,3-9 0-15,-3 9 0 0,0 0 0 0,0 0 0 16,0 0 192-16,0 0-64 0,0 0 0 0,0 0-128 16,0 0 192-16,10 4-64 0,-10-4-128 0,11 10 0 15,-2 3 144-15,0 1-144 0,0 2 0 0,0 1 128 0,2 0-128 0,0 1 0 16,1 1 128-16,1 0-128 0,1 1 160 16,2-1-32-16,1 2-128 0,-3 0-128 15,-1-2 128-15,-2 2-160 0,-2-5 32 0,-3 1 0 0,1 1 0 16,-4-2 0-16,-3-3 128 0,-2-3 0 0,0 1 0 0,-2-1 128 15,-3 1-128-15,-1-2 0 0,-2-3 0 0,-2-2 0 16,-1 3 0-16,0-2 0 0,-1-1 0 0,0-2 0 16,-1 1 0-16,0-2 0 0,-1 2 0 0,0-2 0 15,2-1 0-15,1 0 0 0,1-1-160 0,2 1 160 16,2-1-1104 0,8 1-112-16,0 0-32 0,0 0 0 0,0 0-1728 15,0 0-352-15,0 0-64 0</inkml:trace>
  <inkml:trace contextRef="#ctx0" brushRef="#br0" timeOffset="-103960.38">14257 17476 23951 0,'0'0'1056'0,"0"0"224"0,4-8-1024 0,-4 8-256 0,7-7 0 0,-1 2 0 0,-6 5 6784 0,10-5 1312 15,-3-2 256-15,4 1 48 0,2-1-5744 0,2 2-1152 16,4 0-224-16,2 0-64 0,1-1-896 0,3 1-176 15,-1 4-144-15,2-2 192 0,0 1-144 0,4-1-48 16,2 2 0-16,0-3 0 0,0 1 0 0,0 1 0 16,1-1 0-16,-3 2 0 0,-3-1 0 0,-1 1 0 15,-1-1 0-15,-3 0 0 0,-2 1 0 0,-2 0 0 0,-2-1 0 16,-2-3 0-16,-1 4-256 0,-3-3-32 0,-10 4-16 16,10-5 0-1,-4-2-1200-15,-6 7-240 0,0 0-48 0,0 0-22144 0</inkml:trace>
  <inkml:trace contextRef="#ctx0" brushRef="#br0" timeOffset="-103625.19">14774 17240 36863 0,'0'0'3264'0,"-4"-4"-2608"0,1-1-528 0,3 5-128 16,-1-6 3472-16,1 6 672 0,0-2 128 0,0 2 16 16,0 0-2240-16,0 0-448 0,0 0-80 0,13 2-32 15,1 4-912-15,1-1-176 0,-1-1-32 0,2 2-16 16,2-1-256-16,1 1-96 0,0 1 0 0,0 0 0 15,-1 1 0-15,1 1 0 0,-2-1 0 0,-3 1 0 0,0 1 0 0,-1-1 0 16,-1 1 0-16,-1 0 0 16,-2-2 0-16,-1 2 0 0,-3 1 0 0,-5-11 0 0,0 0 0 0,4 14 0 15,-2 0 0-15,-2-1 0 0,-2 2 0 0,-2-2 0 16,-3 0 0-16,-1 0 0 0,-2 1 0 0,-2-1 0 16,-1-1 0-16,-1 0 0 0,-3-1 0 0,1 1 0 15,1 0 0-15,0 1 0 0,1-8 0 0,1 2 0 16,0-1 0-16,1 1 0 0,2-2 0 0,1 1 0 15,-1-2 0-15,10-4 0 0,-7 6 0 0,7-6 0 16,-10 3-160-16,10-3 160 16,-9 6-2368-16,3 1-384 0</inkml:trace>
  <inkml:trace contextRef="#ctx0" brushRef="#br0" timeOffset="-101942.01">15737 16722 25791 0,'-8'-12'2304'0,"-1"1"-1856"15,0 0-448-15,1 1 0 0,0 1 4064 0,2 2 720 16,-2-2 144-16,0 2 16 0,-2 1-2864 0,2 2-576 15,0 1-112-15,0 2-32 0,1 0-272 0,0 2-64 16,7-1-16-16,-9 7 0 0,2-1-512 0,0 2-112 16,0 2 0-16,2 3-16 0,0 3 32 0,2 4 16 15,2-1 0-15,-1 9 0 0,1 3-32 0,1 3-16 16,3 1 0-16,2 1 0 0,1 6-368 0,4-1 0 16,-1 0 0-16,1 0 128 0,1-3 176 0,0 1 32 15,1 1 16-15,-2 3 0 0,1-1-192 0,-1 0-32 0,-1 1-128 16,-1-2 192-16,-1 0-192 0,-2-2 144 15,0-3-144-15,-2-2 128 0,-3-1-128 0,0-5 0 16,0 0 0-16,-1-6 128 0,-3-1-128 0,-2-2 0 0,2 0 0 0,-1-4 128 16,0 0-128-16,-1-2 0 0,-1-2 0 0,1-4 128 15,0 1-128-15,6-8 0 0,-9 6 0 0,1-2 0 16,8-4 0-16,-10 3 0 0,-1-1 0 0,2-2 0 31,9 0-528-31,-10-3-96 0,1 0-16 0,1-2 0 16,-1-4-1408-16,4 1-304 0,5 8-48 0,-7-12-20192 0</inkml:trace>
  <inkml:trace contextRef="#ctx0" brushRef="#br0" timeOffset="-101574.57">15785 17328 16575 0,'2'-13'1472'0,"0"3"-1168"0,1-2-304 0,-2 0 0 0,1 1 5360 0,0 0 1008 16,1 1 208-16,-3-2 32 0,-2 3-3344 0,0 1-688 15,2 8-128-15,-4-8-16 0,-1 2-656 0,5 6-128 16,-8-4-32-16,-1 3 0 0,-2 1-848 0,0 1-192 16,-1 3-16-16,-2 0-16 0,-3 5-224 0,0 0-32 15,-2 0-16-15,2 3 0 0,-1-2-96 0,3 3-32 16,1 2 0-16,1-1 0 0,3 0-144 0,2-1 128 16,2 3-128-16,0-2 128 0,1-1-128 0,3-1 0 0,2-12 0 0,0 13 0 15,0-13 0-15,4 12 0 0,-4-12 144 0,9 12-144 16,0-5 0-16,3-1 0 0,-1-1-192 15,2-4 64-15,-1-1 128 0,1-1-208 0,0-3 80 0,0 3 128 16,0-3-176-16,0-2 176 16,0 0-128-16,0-1 128 0,-1-2-176 0,-2 0 176 0,-2 0-208 15,-1-1 80-15,-3-2-48 0,-2 0 0 0,1 2 0 0,-2-1 0 16,-1 11-144-16,0-10-16 0,-4-2-16 0,-1 2 0 31,-1 1-608-31,-1 1-112 0,7 8-16 0,-12-8-16 16,2 3-1344-16,1-1-272 0,9 6-48 0</inkml:trace>
  <inkml:trace contextRef="#ctx0" brushRef="#br0" timeOffset="-101020.77">16285 16735 28559 0,'-4'-12'1264'0,"1"5"272"0,-2-3-1232 0,0 0-304 0,0 3 0 0,-1 1 0 0,0-2 4208 0,-1 2 784 16,-2-1 144-16,0 2 48 0,-1 4-2880 0,-1-3-560 15,-1 2-112-15,1 2-32 0,-2 3-848 0,1 0-176 16,-1-2-48-16,1 1 0 0,0 2-144 0,2 2-48 16,0-1 0-16,0 0 0 0,4-1-144 0,6-4-48 15,-8 9 0-15,3-2 0 0,5-7-144 0,0 0 0 16,-3 9 144-16,3-9-144 0,0 0 0 0,3 14 0 15,0-1-192-15,-3-13 64 0,6 16 128 0,4-2 144 0,1-1-16 0,-1-1-128 16,2 2 128-16,1 1-128 16,0-4 0-16,3 1 0 0,-1 0 0 0,2-1 0 15,-1 0 128-15,0 1-128 0,1-3 0 0,-2 1 0 0,0-2 128 0,-2 2-128 16,-3 2 0-16,-1-3 0 0,-2 0 0 16,-2 3 0-16,-5-12 160 0,0 13-32 0,-1-4 0 0,-2 2 0 15,-3-1-128-15,-4-2 0 0,0 1 0 0,-2 0 0 16,-2-1 0-16,-2 1 192 0,-1-2-64 0,0-1 0 15,-1-1-128-15,1-1 192 0,0-1-192 0,0-2 192 16,0-1-192-16,2-1 0 0,-2-2 144 16,0 1-144-16,0-1 0 0,1-1 0 0,2-1 0 0,1 0 128 15,-2-2-128-15,5 1 0 0,1-1 0 0,2 1 0 16,1-1 0-16,6 7 0 0,-3-10 0 0,3 1-128 16,3-3 0-16,5 2 0 0,2-2 0 0,4 0 0 0,3-1-112 15,3-1-16-15,-1 1 0 0,2 1 0 16,-1 1-48-16,1 4-16 0,1 1 0 0,0 3 0 15,0-3-128-15,-1 2-48 0,-1 2 0 0,1-1 0 16,-1 2-1296-16,0 0-272 0,-2-1-48 16,0 2-16-16,-2 0-2160 0,0 0-448 15</inkml:trace>
  <inkml:trace contextRef="#ctx0" brushRef="#br0" timeOffset="-100617.84">16729 16748 18431 0,'-9'-18'816'0,"5"9"160"0,0 2-784 0,-1 1-192 0,-1-2 0 0,-2 3 0 16,0-1 6480-16,1 4 1264 0,7 2 240 0,-10-1 48 16,-2 1-4960-16,-1-3-976 0,0 6-208 0,0 0-32 15,-2 7-944-15,-1-3-176 0,-1 3-32 0,0 0-16 16,-3 6-240-16,2 1-64 0,-1 2 0 0,0 2 0 15,5 1-64-15,2 2-32 0,3-4 0 0,3 3 0 16,2-3-288-16,4-1 0 0,2 0 0 0,4 0 144 16,0-1-144-16,6-3 0 0,2-2 0 0,3-1 0 15,3 0-128-15,-1-3-32 0,1-2 0 0,2-3 0 16,0-2 160-16,2-2-128 0,-2-2 128 0,0-4-128 16,-1-2 128-16,0-1 0 0,-1-1 0 0,0-2 0 0,0-1 0 0,-2-2 0 15,0-4 0-15,-1 2-128 0,-1 2 128 0,-3-5 0 16,-2 1-144-16,-4-2 144 0,-2-1 0 0,-2 1 0 15,-5 1-144-15,0-2 144 0,-1 1 0 0,1 3-192 16,-2 1 192-16,-1 1-160 0,-3 1-96 16,-1 2-32-16,-3 1 0 0,0 3 0 15,0 2-1504-15,-1 5-288 0,-1-2-64 0,0 8-13280 16,-2 2-2672-16</inkml:trace>
  <inkml:trace contextRef="#ctx0" brushRef="#br0" timeOffset="-100329.76">16648 16832 41343 0,'0'0'1840'0,"0"0"368"0,0 0-1760 0,0 0-448 0,0 0 0 0,0 0 0 15,0 0 2560-15,0 0 416 0,-5 9 96 0,5-9 0 16,-2 13-1408-16,-1-2-304 0,2 1-48 0,1 1-16 15,1 3-800-15,2 0-176 0,1-1-16 0,1 2-16 16,1 0-160-16,2-1-128 0,0-2 192 0,2 2-192 16,1-2 0-16,-1-1 0 0,1-1 0 0,-1-2 0 15,1 1 0-15,-1-2 0 0,2-3 0 0,-3 1 0 16,-1-1-256-16,-8-6-16 0,7 7 0 0,0 1 0 16,-7-8-1040-1,0 0-208-15,0 0-32 0,6 8-16 0,-6-8-2064 16,4 10-400-16,-1 2-96 0</inkml:trace>
  <inkml:trace contextRef="#ctx0" brushRef="#br0" timeOffset="-100064.06">16130 17285 28559 0,'0'0'1264'0,"-8"0"272"0,8 0-1232 0,0 0-304 15,-9-2 0-15,9 2 0 0,0 0 5584 0,0 0 1072 16,0 0 192-16,10-2 64 0,3 0-4656 0,3 2-912 15,3 0-192-15,3-4-48 0,3 1-688 0,3 1-144 0,0-2-16 0,5 1-16 16,1-1-48-16,1 2 0 0,3 0 0 0,-2 0 0 16,0 0-192-16,-3 2 0 0,-1 0-144 0,-2 0 144 15,-2 0-128-15,0 2 128 0,-2 0 0 16,0 1-144 0,-1-2-512-16,-2 2-112 0,-2-1 0 0,-3 1-16 15,-3 1-816-15,-4 1-144 0,0 2-48 0,-11-7 0 16,0 0-1904-16,5 13-384 0,-4 1-80 0</inkml:trace>
  <inkml:trace contextRef="#ctx0" brushRef="#br0" timeOffset="-99729.51">16308 17613 11967 0,'0'-12'1072'0,"0"12"-864"0,0 0-208 0,0 0 0 0,0-8 5504 0,0 8 1040 16,0 0 224-16,0 0 32 0,0 0-2480 0,0 0-496 15,0 0-112-15,0 0 0 0,0 0-1472 0,0 0-304 16,0 0-48-16,-2 10-16 0,2-10-1088 0,-3 13-208 16,2 2-64-16,1-2 0 0,0-1-320 0,0-1-192 15,1 2 192-15,0 0-192 0,1 2 128 0,0-1-128 16,2-1 0-16,-1 1 0 0,-1-1 0 0,1 0 0 15,0 1 0-15,-1-3 0 0,-2-11 0 0,1 11 0 16,-1-11 0-16,0 11 0 0,0-11 0 0,0 0-224 0,0 0 64 0,0 0 16 31,0 0-752-31,0 0-160 0,0 0-32 0,0 0 0 16,0 0-752-16,0 0-144 0,-6-6-48 0,6 6 0 16,-5-9-2256-16,0-4-448 0</inkml:trace>
  <inkml:trace contextRef="#ctx0" brushRef="#br0" timeOffset="-99493.04">16220 17507 28559 0,'0'0'2544'0,"0"0"-2032"0,0 0-512 0,0 0 0 16,0 0 5120-16,0 0 944 0,0 0 176 0,0 0 32 16,11-1-3840-16,2-1-784 0,0-2-160 0,4 2-16 15,3 0-768-15,1 1-128 0,1-3-48 0,3 2 0 16,1 0-272-16,4 0-64 0,2 2-16 0,0-2 0 16,-4 1-176-16,2 0 0 0,2-2 0 0,-5 1-176 15,0 0-512-15,1 0-96 0,0-4-32 0,0 4 0 16,-3-1-2384-16,-1 1-464 0,0-1-112 15</inkml:trace>
  <inkml:trace contextRef="#ctx0" brushRef="#br0" timeOffset="-99315.45">17017 17274 23951 0,'0'0'1056'0,"0"0"224"15,0 0-1024-15,0 0-256 0,0 0 0 0,7-8 0 0,1 4 6560 0,-8 4 1248 16,10-5 256-16,2 1 64 0,0 0-5504 0,1 1-1088 15,0 1-208-15,1 0-48 0,0-2-960 0,2 3-176 16,-2 0-144-16,2 1 192 0,-2-3-192 0,1 3 0 0,-2 3 0 0,1-2 0 16,-1 2-176-16,0-1-16 0,0 1 0 0,-1 1 0 31,-12-4-1104-31,12 2-240 0,-12-2-32 0,8 7-16 16,-8-7-2480-16,1 10-496 0</inkml:trace>
  <inkml:trace contextRef="#ctx0" brushRef="#br0" timeOffset="-99196.53">17054 17387 17503 0,'0'0'768'0,"0"0"176"16,0 0-752-16,0 0-192 0,0 0 0 0,0 0 0 0,0 0 7280 0,0 0 1424 0,0 0 272 0,0 0 64 15,14-3-6032-15,1-1-1216 0,-2 1-256 0,2-1-32 16,2 0-992-16,1 0-208 0,1 0-48 0,0 1 0 16,2-3-256-16,1 2 0 0,2 0 0 0,1 0 0 15,-1 0-912 1,2 0-240-16,0 0-64 0,2 2-14752 0,1-1-2960 0</inkml:trace>
  <inkml:trace contextRef="#ctx0" brushRef="#br0" timeOffset="-98801.7">17828 17172 44399 0,'0'0'1968'0,"0"0"400"15,0 0-1888-15,-6-7-480 0,-1 2 0 0,-1 3 0 0,-2 0 2272 0,1 0 352 16,0 2 80-16,0 2 16 0,-2-2-1280 0,1 4-256 15,-1 1-48-15,1 1-16 0,0 0-736 0,-2 3-128 16,0 4-48-16,0 0 0 0,1 0-144 0,-1 4-64 0,1-1 0 0,2 1 0 16,1 2 0-16,2 2 0 0,2 0 0 15,1-1 0-15,2-1 0 0,4 1 0 0,-1-2 0 16,4 2 0-16,1-2 0 0,5-3 0 0,1 0 0 0,3-5 0 16,2 2 0-16,0-3 0 0,2-2 0 15,1-2 0-15,1-1 0 0,3-2 0 0,-1-2 0 0,2-1 0 16,1-3 0-16,0-2 0 0,0-2 0 15,-2-3 0-15,-4 0 0 0,0-1 0 0,-2 0 0 16,-2-1 0-16,-2-1 0 0,-4-4 0 0,0-1 0 16,-3-3 0-16,-2 3 0 0,-3-2 0 0,-5-1 0 15,-1 1 0-15,-4 1 0 0,-2 2 0 0,-2 0 0 0,-2-1 0 16,-4 1 0-16,-2 1 0 0,-3 2 0 0,-2 0 0 16,2 1 0-16,-1 1 0 0,1-2 0 0,-1 2 0 15,4 4 0-15,2 3 0 0,3-1 0 0,2 2 0 16,1 1-816-1,11 4-144-15,0 0-48 0,0 0 0 0,0 0-2576 0,-6 9-512 16</inkml:trace>
  <inkml:trace contextRef="#ctx0" brushRef="#br0" timeOffset="-94553.21">18544 17511 27647 0,'0'0'2448'0,"-12"6"-1952"0,1 3-496 0,-1 1 0 15,0 1 3872-15,0 0 672 0,2 0 144 0,0 3 32 16,-1 0-2448-16,2-2-480 0,0 1-112 0,2 0-16 16,1-2-960-16,1 1-192 0,1 1-32 0,1-1-16 0,2-4-464 0,1 1 128 15,2 0-128-15,-2-9 0 16,0 0-880-16,8 10-208 0,-1-3-64 0,-1 2 0 15,2-2-2640-15,1-2-544 0</inkml:trace>
  <inkml:trace contextRef="#ctx0" brushRef="#br0" timeOffset="-94035.12">19401 17331 34383 0,'0'0'1520'0,"0"0"320"0,9-8-1472 0,-3 0-368 15,-6 8 0-15,5-13 0 0,-1 3 2208 0,-4 10 368 0,0-9 80 0,0 9 16 16,-2-11-576-16,-2 2-112 0,4 9-32 0,-9-8 0 15,-2 2-864-15,0 3-160 0,-2 2-32 0,0 1-16 16,-4 0-224-16,0 4-32 0,-3 0-16 0,-1 1 0 16,-1 3-224-16,-1 5-64 0,-4 0 0 0,1 2 0 15,0 1-96-15,2 2-32 0,1 1 0 0,4 0 0 16,1-1-192-16,2 1 144 0,3-2-144 0,4 1 128 16,2 0-128-16,3 0 0 0,6-3 0 0,2 0 0 15,2-2 0-15,3 0 0 0,3-1 0 0,2 0 0 0,5-4 0 16,0 0 0-16,5-3 0 0,0-1 0 0,2-2 0 0,0 1 0 15,2-3-192-15,-1 0 192 0,-1-5-144 16,-1 1 144-16,0-1 0 0,1-3 0 0,-3 0-192 16,0-4 192-16,-4 2-192 0,-1-1 192 0,-3 1-208 15,-2-3 64-15,-3-3 16 0,-2 2 0 0,-3 1 128 0,-1-2-160 16,-3 1 160-16,-2 0-160 0,-3 1 160 16,-1 0 0-16,-2 0 0 0,1 1-128 0,-3 0 128 15,0 2-208-15,-2-1 80 0,0 2 128 16,-2 3-752-16,-2 2-16 0,0-3-16 0,0 5 0 15,1-1-736-15,-2 2-144 0,-2 2-16 0,4 2-16 16,-1-1-1312-16,2 2-272 0,1 3-48 0,2-1-14432 0</inkml:trace>
  <inkml:trace contextRef="#ctx0" brushRef="#br0" timeOffset="-93669.71">19242 17173 19343 0,'-6'-17'848'0,"4"8"192"0,-1-1-832 0,1 1-208 0,0 1 0 0,1-1 0 16,1 9 6896-16,0 0 1328 0,0 0 272 0,0 0 48 16,0 0-5408-16,0 0-1072 0,0 0-208 0,0 0-64 15,0 0-1120-15,10 6-224 0,-10-6-64 0,8 12 0 16,-1-2-192-16,-2 5-32 0,-2 3-16 0,0 3 0 0,0 2-144 0,0 3 192 15,-2 2-192-15,2 2 192 0,-1 2-192 0,1 2 0 16,-1 1 0-16,1-2 128 0,0-1-80 0,-2 0-48 16,0-2 0-16,0-3 0 0,1-2 0 0,-1-2 0 15,0-4 0-15,-1-1 0 0,0-4 0 0,0 2 0 16,0-3 0-16,0-3 0 0,0 1 0 16,0-1 0-16,-1-1 0 0,1-9 0 0,0 0 0 0,-3 12 0 15,1-2-160-15,2-10 160 16,0 0-832-16,0 0-64 0,-1 12-32 0,1-12 0 15,0 0-1200-15,0 0-240 0,0 0-64 0,0 0-12528 16,2 7-2512-16</inkml:trace>
  <inkml:trace contextRef="#ctx0" brushRef="#br0" timeOffset="-93361.16">18989 17191 26719 0,'-12'-6'2368'0,"12"6"-1888"0,-11-5-480 0,2 1 0 16,0-1 4736-16,3 3 864 0,6 2 160 0,0 0 48 15,0 0-2864-15,0 0-560 0,0 0-112 0,0 0-32 16,0 0-1216-16,10-5-240 0,3 1-48 0,5 2-16 16,5-2-464-16,3 2-112 0,2 1-16 0,5 1 0 15,2 0-128-15,2 0 128 0,-2 1-128 0,0-1 128 16,-1 0-80-16,-1 2-48 0,-3 0 0 0,1-2 0 15,-3 0 0-15,1 2 0 0,0-1 0 0,-2 3 0 0,-1-3-256 0,-1 4-32 16,0-2-16-16,-4 2 0 16,-3 2-992-16,-2-1-208 0,-3 3-32 0,-3 0-16 15,-3 2-2208-15,-3 2-432 0,-6 1-96 16,0 0 0-16</inkml:trace>
  <inkml:trace contextRef="#ctx0" brushRef="#br0" timeOffset="-93120.77">19101 17710 46079 0,'0'0'2048'15,"0"0"400"-15,0 0-1952 0,0 0-496 0,0 0 0 0,0 0 0 0,0 0 1792 0,0 0 256 0,13 5 48 0,1-1 16 16,0-4-832-16,5 0-176 0,0-2-16 0,1 0-16 16,1 0-688-16,1 2-144 0,0 0-32 0,0-3 0 15,0-1-208-15,2 0 0 0,2 2 128 0,-1-1-128 31,1-1-320-31,0 2-128 0,-1-2 0 0,-1 3-16 16,1-1-1312-16,0 1-256 0,0-2-48 0,-2 3-13472 0,-1 3-2688 0</inkml:trace>
  <inkml:trace contextRef="#ctx0" brushRef="#br0" timeOffset="-92802">19854 17388 35007 0,'0'0'3120'0,"-6"-5"-2496"0,6 5-496 0,0 0-128 0,0 0 4144 0,0 0 800 16,0 0 176-16,0 0 16 0,0 0-2960 0,0 0-576 16,0 0-128-16,0 0-32 0,0 0-1104 0,0 0-208 15,13 7-128-15,0-2 128 0,-1-1-272 0,2 2-48 16,0 2-16-16,2 0 0 16,0 0 208-16,-1 1 0 0,1-3 0 0,0 1 0 0,-2-2 128 0,0 2 64 15,-1 0 0-15,-1 1 16 0,-3-1-144 0,-9-7-64 16,9 6 0-16,-9-6 0 0,7 9 0 0,-7-9 0 15,0 0 0-15,0 0 0 0,0 0 0 0,0 12 0 16,0-12 0-16,-3 12 0 0,-3-6 0 0,-4 2 0 16,1-1 0-16,-1 2 0 0,-2-3 0 0,0 2 0 15,2-1 0-15,-2 1 0 0,1-1 0 0,-1 0 0 0,1-1 0 0,2 1 0 16,0-2 0-16,1 0 0 16,8-5 0-16,0 0 0 0,-8 7-176 0,8-7-16 0,0 0-16 0,0 0 0 31,0 0-976-31,2 8-192 0,-2-8-32 0,9 7-16 15,3-3-2304-15,2 3-464 0,2 1-96 0</inkml:trace>
  <inkml:trace contextRef="#ctx0" brushRef="#br0" timeOffset="-92418.1">20485 17461 15663 0,'0'0'688'0,"6"-8"144"0,-1-1-656 0,-1 3-176 0,-4 6 0 0,0 0 0 15,4-7 7872-15,-4 7 1552 0,0 0 304 0,-6-6 64 16,6 6-6400-16,-7-3-1280 0,-4 3-256 0,-1 4-48 0,1 1-1104 0,-1 2-208 15,-1 2-48-15,0 3-16 0,-2 3-320 0,1-2-112 16,-3 2 0-16,3 0 0 0,1-2 0 0,1 4 0 16,3-4 0-16,2 4 0 0,2-1 0 0,1 0 0 15,3-2 0-15,2 0 0 0,2 1 0 0,2-4 0 16,2 0 0-16,3-1 0 0,2-1 0 0,1 0 0 16,0 2 0-16,1-5 0 0,2 1 0 0,0-3 0 15,0 1 0-15,4-1 0 0,1-1 0 0,1-2 0 16,0-2 0-16,3-1 0 0,0 0 0 0,0-2 0 15,-1-3 0-15,1-1 0 0,-1-1 0 0,-2 0 0 16,-1 0 0-16,-2 0 0 0,-3-3 0 0,-5-1 0 16,-3-3 0-16,-2 1 0 0,-4-3 0 0,-3 1 0 15,-4-2 0-15,-3 2 0 0,-4 0 0 0,-1 2 0 0,-3-1 0 16,-3 2 0-16,-6 1 0 0,0-3 0 16,-1 3 0-16,0 1 0 0,0 3 0 0,3-1 0 0,-1 2 0 15,5 3 0-15,2-2 0 0,2 2 0 0,2 4 0 16,4-2 0-1,9 3-1072-15,0 0-208 0,0 0-32 0,0 0-15360 0,3 13-3072 0</inkml:trace>
  <inkml:trace contextRef="#ctx0" brushRef="#br0" timeOffset="-89517.29">21380 17513 42783 0,'0'0'1904'0,"-8"-1"384"0,8 1-1840 0,-9-1-448 0,9 1 0 0,0 0 0 15,0 0 1152-15,0 0 128 0,0 0 16 0,0 0 16 16,0 0 80-16,10-7 16 0,3 2 0 0,3 1 0 16,2 0-688-16,2 3-128 0,0 0-16 0,3-1-16 15,-1-2 96-15,3 2 32 0,-1-3 0 0,2 1 0 16,3-3-432-16,1 2-64 0,1 1-32 0,2 3 0 0,-2-2 0 0,3 2 0 16,0-3 0-16,1 1 0 15,0 1-160-15,1-1 0 0,-2 2 0 0,-1 1-176 0,-1-4 176 16,0 3-192-16,1-1 192 0,-2 2-192 15,-1-2-688-15,0 2-144 0,-1-2-16 16,0 1-16-16,-1 0-1008 0,-2 1-208 0,-4-2-32 16,-1 1-16-16,-1-1-2240 0,-4-1-448 0,0-1-96 0,-1 0-16 15</inkml:trace>
  <inkml:trace contextRef="#ctx0" brushRef="#br0" timeOffset="-89233.18">22352 17380 9215 0,'0'0'400'0,"-12"0"96"0,-1-2-496 15,2-1 0-15,0 1 0 0,1 0 0 0,1 0 8192 0,9 2 1552 16,-11-2 304-16,11 2 64 0,0 0-6464 0,0 0-1280 0,0 0-272 0,0 0-48 15,0 0-1008-15,0 0-192 0,0 0-32 0,0 0-16 16,0 0-480-16,9 8-80 0,1-1-32 0,-3-1 0 16,-7-6-80-16,12 7-128 0,0-1 176 0,0-2-176 15,-1 3 0-15,2-1 0 0,0 1 0 0,2-1 0 16,-1-2 0-16,0 1 0 0,-2 1 0 0,1-1 0 16,-1-1 0-16,-3 0 0 0,-9-4 0 0,10 4 0 15,-10-4 0-15,0 0 0 0,0 0 0 0,0 0 0 16,6 9 0-16,-6-9 0 0,0 0 0 0,-4 9 0 15,-3-3 0-15,-3 1 128 0,-3-1-128 0,-2 2 0 16,0 1 128-16,-3-1-128 0,-3-1 0 0,0 2 0 16,4 0 0-16,-3 1 0 0,-1-3 0 0,5 1 0 15,2 0-384 1,4-1-176-16,0 0-32 0,3-3-16 16,7-4-2080-16,0 0-400 0,4 9-96 0</inkml:trace>
  <inkml:trace contextRef="#ctx0" brushRef="#br0" timeOffset="-88609.67">23151 17429 35007 0,'0'0'3120'0,"0"0"-2496"16,0 0-496-16,0 0-128 0,-6-6 3296 0,6 6 640 0,0 0 128 15,0 0 32-15,-8 10-2160 0,-1 1-416 0,1 1-96 0,-1 4-16 16,0 1-736-16,0 1-160 0,-2 1-16 0,0 2-16 16,-1-1-144-16,0-1-16 0,2 1-16 0,2-2 0 15,-1-2-176-15,2-4-128 0,1-1 144 0,0 2-144 16,1-6 0-16,5-7 0 0,-4 9 0 0,4-9 0 16,0 0 0-16,0 0 128 0,0 0-128 0,0 0 0 15,0 0-208-15,0 0-96 0,0 0-16 0,0 0 0 16,0 0-32-16,11-5-16 0,-1-2 0 0,2-2 0 31,1-5-64-31,1-3-16 0,3-3 0 0,0-1 0 16,0-2-128-16,1 1-16 0,1-4-16 0,-1 1 0 15,-1-2-32-15,-1 2-16 0,-2 1 0 0,-1 5 0 0,-4 1 368 0,-1 3 80 0,-2 5 16 0,-6 10 0 16,4-9 624-16,-4 9 128 0,0 0 16 0,0 0 16 0,0 0 304 16,0 0 48-16,0 0 16 0,0 0 0 0,0 0-448 15,4 11-96-15,-1 2-16 0,1 2 0 0,0-2-208 16,1 0-32-16,0 1-16 0,0 2 0 15,0-1-144-15,2 4 160 0,1 0-160 0,-2 1 160 16,1-2-160-16,1 0 0 0,1-1 0 0,1 0 128 16,-1 0-128-16,2-1 0 0,-1-2 0 0,-1-1 0 0,-1-1 0 0,0 0 0 15,1-1 0-15,-1 0 0 0,-8-11 0 16,8 10 0-16,-3 2-192 0,-1-4 192 0,-4-8-208 0,0 0 80 16,0 0 128-16,0 0-208 0,-4 8 208 0,4-8 0 15,-9 5 0-15,-2-3-144 0,1 2 144 0,-3-2 0 16,-4-1 0-16,-1 0 0 0,-2 2 0 0,1-3 0 15,-2 1 0-15,-3-1 0 0,-2 3 0 0,-1-3 0 16,-1-1 0-16,0-1 0 0,0 2 0 0,1 0 0 16,0 0 0-16,5-1 128 15,3 1-720-15,5-3-144 0,5 3-32 0,9 0 0 16,-7-4-1136-16,7 4-224 0,0 0-48 0,12 0-12272 16,4 0-2448-16</inkml:trace>
  <inkml:trace contextRef="#ctx0" brushRef="#br0" timeOffset="-88130.43">24286 17210 32255 0,'-8'-13'1424'0,"3"3"304"0,-1 1-1392 0,1 0-336 0,0-1 0 0,-2 1 0 15,-2 0 4864-15,-2 2 896 0,-1 1 176 0,0-1 32 0,-1 0-4048 0,-3 4-832 16,-1 0-144-16,1 2-48 0,-3 1-528 0,0 0-112 15,-5 1-32-15,2 3 0 0,-1 4-32 16,-1-2-16-16,1-3 0 0,1 2 0 0,1 2-176 0,1-1 0 16,3 1 144-16,2-1-144 0,0 3 0 0,3 2 128 15,1-2-128-15,0 1 0 0,3 3 0 0,2-2 0 16,1 2 0-16,0-3 0 0,5-10 0 0,-2 16 0 16,2-3 0-16,3 0 0 0,1 0 0 0,2-1 0 15,3-2 0-15,2-1 0 0,-1 2 0 0,2-2 0 16,2-3 0-16,1 2 0 0,0 0 0 15,4-2 128-15,0 4-128 0,3-4 0 0,3-1 0 16,0 3 0-16,0 0 0 0,-1 2 0 0,0 1 0 0,-5-2 0 16,1 1 0-16,-2 1 0 0,-1-3 0 0,0-1 0 15,-4 5 0-15,-2-1 0 0,-4-4 0 0,-7-7 0 16,6 12 0-16,-3-1 0 0,-3-11 0 0,0 11 0 0,0-11 0 0,-3 13 0 16,-3-1 0-16,-3-1 0 0,-2-4 0 15,-6 1 0-15,1 0 0 0,-2 1 0 0,-3-4 0 0,-1 2 0 16,-2-3 0-16,-1 0 0 0,-1 1 0 0,0-3 0 15,-1 2-160-15,0-2 0 0,-2-1 0 0,3 0 0 32,0-1-832-32,4 2-160 0,1 0-48 0,2 1 0 15,2-2-2000-15,2 4-416 0,2 3-80 0</inkml:trace>
  <inkml:trace contextRef="#ctx0" brushRef="#br0" timeOffset="-87838.54">23808 17453 24879 0,'0'0'2208'0,"0"0"-1760"0,7-6-448 0,-7 6 0 0,0 0 4256 0,0 0 768 16,0 0 160-16,0 0 16 0,0 0-2128 0,0 0-416 15,0 0-96-15,0 0 0 0,0 0-1216 0,-1 14-224 16,-3 2-48-16,-3 0-16 0,-2-1-544 0,0 2-96 15,1-1-32-15,-1 1 0 0,0 1-384 0,0-2 0 16,0-3 128-16,0 0-128 0,2 0 0 0,1-2 0 0,0 0 0 16,2-3 0-1,4-8-368-15,0 0-96 0,-2 10-32 0,2-10 0 16,0 0-1056-16,0 0-224 0,0 0-32 0,10 3-16 16,5-1-2672-16,-2-8-544 0</inkml:trace>
  <inkml:trace contextRef="#ctx0" brushRef="#br0" timeOffset="-87619.55">24273 16865 20271 0,'0'0'1792'0,"4"-6"-1424"0,-4 6-368 0,2-7 0 16,-2 7 5616-16,0 0 1040 0,0 0 224 0,0 0 32 15,0 0-3552-15,0 0-720 0,0 0-144 0,0 0-16 16,-5 12-1392-16,0 1-256 0,-1 2-64 0,0 3-16 0,-2 3-432 0,0-3-64 15,0 1-32-15,2 1 0 0,-1 0-224 0,2-2 0 16,1-1 128-16,0 0-128 0,1-2 0 0,0 0 0 16,2-1 0-16,-1-1 0 15,-2 0-1504-15,3-1-192 0,0 0-32 0,3 1-14272 16,1 0-2864-16</inkml:trace>
  <inkml:trace contextRef="#ctx0" brushRef="#br0" timeOffset="-86942.25">24694 17292 37775 0,'-7'-4'3360'0,"1"1"-2688"15,2 1-544-15,4 2-128 0,0 0 3584 0,0 0 704 16,0 0 128-16,0 0 16 0,0 0-2576 0,0 0-528 16,0 0-112-16,0 0 0 0,0 0-832 0,17 6-176 15,-4 1-16-15,1-1-16 0,-14-6-176 0,17 11 0 0,-4-2 0 0,1 0 128 16,1-1-128-16,-1 0 0 16,-2-1 0-16,0 0 0 0,-12-7 0 0,13 10 0 0,-3-2 128 0,-1 0-80 15,-9-8-48-15,0 0 0 0,8 10 0 0,-8-10 0 16,0 0 0-16,4 12 0 0,-4-12 0 0,0 0 0 15,-4 13 0-15,0-2 0 0,-1-4 0 0,-3 1 0 16,-2 0-176-16,-2 0-16 0,0 2-16 0,0-3 0 16,-1 1 208-16,-2-1 0 0,0 3 0 0,2-3 0 15,0 1 0-15,0 0 0 0,0-1 0 0,0-2 0 16,1-1 0-16,2 0 0 0,1-2 0 0,9-2 0 16,-8 4 0-16,8-4 0 0,0 0 0 0,0 0 0 15,0 0-1792 1,0 0-272-16,13 8-48 0,5-2-13856 0,3-2-2768 0</inkml:trace>
  <inkml:trace contextRef="#ctx0" brushRef="#br0" timeOffset="-86562.99">25426 17304 26719 0,'0'0'1184'0,"0"0"240"0,-2-8-1136 0,2 8-288 0,-5-7 0 0,5 7 0 0,-11-6 6000 0,2 2 1136 16,-1 4 224-16,-3 0 64 0,-3 0-4976 0,-1 6-976 15,0 1-208-15,0 1-48 0,-1 2-704 0,0 3-160 16,-2 4-32-16,0 1 0 0,1 1-224 0,-1 0-96 16,2 1 0-16,2-2 0 0,2-1 0 0,2 0 0 15,3 5 0-15,4-1 0 0,1-2 0 0,4 1 0 16,3-1 0-16,2 0 0 0,4-2 0 0,4-2 0 0,-1-2 0 16,3 0 0-16,4-1 0 0,3 0 0 0,-1-3 0 0,0 0 0 15,-1-2 0-15,3-2 0 0,1 1 0 0,1-4 0 16,-1-2 0-16,0-2 0 0,1-2 0 0,-1-1 0 15,-1-1 0-15,-1-2 0 0,0-3-160 0,-3 0 160 16,-1-2-128-16,-2-2 128 0,-3-3-128 0,-3 0 128 16,-3-3 0-16,-5 1-160 0,-2 1 160 0,-4-1 0 15,-4 1 0-15,-1 2 0 0,-4-1 0 0,-2 1 0 16,-5 2 0-16,-2 1 128 0,-3 1-128 0,0 0 144 16,1 1-144-16,0 2 0 0,2 1 0 0,1 1 0 31,2 1-560-31,2 3-144 0,2 0-16 0,2 3-16 15,2 1-3040-15,1 3-624 0</inkml:trace>
  <inkml:trace contextRef="#ctx0" brushRef="#br0" timeOffset="-65146.43">9139 18203 36111 0,'-9'-22'1600'0,"5"9"320"0,0-1-1536 0,2 1-384 0,-2 2 0 0,1-1 0 15,0 1 2960-15,1 1 512 0,-2 5 112 0,4 5 0 16,-3-6-1472-16,3 6-288 0,-4-4-64 0,4 4-16 16,0 0-800-16,0 0-176 0,-6 6-16 0,-1 1-16 15,7-7-368-15,-5 16-80 0,-1-2-16 0,-2 3 0 16,-1 0-192-16,-2 1-80 0,1 3 0 0,-2 2 0 16,0 2 0-16,2 2 0 0,-1 1 0 0,1 2 0 15,-2 2 0-15,3 1 0 0,1 1 0 0,3 1 0 16,0-2 0-16,2 2 0 0,3 0 0 0,3-4 0 0,1-5 0 15,2-2 0-15,2-2 0 0,3-2 0 0,0-5 0 16,2-2 0-16,2-2 0 0,-1-1 0 0,2-2 0 16,1 0 0-16,0-4 0 0,-2 0 0 0,1-4 0 15,0 0 0-15,2-6 0 0,0 3 0 0,-1-4 0 0,1 1 0 16,0-1 0-16,-1-1 0 0,0-5 0 0,0-1 0 16,2-2 0-16,-5-5 0 0,-1-1 0 0,-1-1 0 15,-1-1 0-15,0-1 0 0,-5 1 0 0,1 0 0 16,-2 1 0-16,-2 2 0 0,-3 0 0 0,-2 1 0 15,-2 2 0-15,-1 1 0 0,-1 3 0 16,-3 1 0-16,-2 2 0 0,-1 2 0 0,-2 4 0 0,0 0 0 16,-2 1 0-16,0 3 0 0,0 1 0 0,-1 4 0 15,-2 2 0-15,1 1 0 0,-1 3 0 0,0 3 0 16,2 1 0-16,2 3 0 0,-1 2 0 0,3-4 0 0,3 1 0 16,0 2 0-16,3 2 0 0,1-2 0 15,2 0 0-15,2-2 0 0,-1-2 0 0,2-2 0 0,0 0 0 0,1-12 0 16,4 10 0-16,1 1-160 0,-5-11 160 0,5 10-192 31,-5-10-816-31,0 0-160 0,7 8-48 0,0-3 0 16,-7-5-1312-16,12 3-272 0,0-2-48 0,1-2-18400 0</inkml:trace>
  <inkml:trace contextRef="#ctx0" brushRef="#br0" timeOffset="-64565.9">9108 17872 36047 0,'-15'-12'1600'0,"6"6"320"0,0-1-1536 0,0 2-384 0,0 1 0 0,-2-1 0 0,0 1 2464 0,-2-1 416 16,0 3 64-16,0 0 32 0,1 2-896 0,-1 0-176 15,-1 2-48-15,-3 5 0 0,0 1-768 0,-3 3-176 16,2 1-16-16,0 3-16 0,1 3-480 0,-2 4-80 15,1 3-32-15,-1 5 0 0,-4 5-64 0,1 4-16 16,-1 4 0-16,2-4 0 0,1-1-208 0,2 0 176 16,1 1-176-16,2 1 160 0,-1 2-160 0,3 1 0 15,2 1 0-15,4 2 128 0,1 0-128 0,4-1 0 16,3 0 144-16,2-4-48 0,-1-4-96 0,5-3 0 0,2-2 0 0,4 0 0 16,4-5 0-16,1-1 0 0,2-2 0 15,2-1 0-15,3-1 0 0,1-4 0 16,0-2 0-16,2-4 0 0,4-3 0 0,2-3 0 0,2 0 0 0,1-4 0 15,-2-4 0-15,-1-1-128 0,-3-2 128 0,3-2 0 16,-1 1 0-16,-1-6 0 0,-1-2 0 0,2-1 0 16,-2 0 0-16,-1-2 0 0,0-1 0 0,-4-2 0 15,-3-2 0-15,-1 0 0 0,-3-1 0 0,2 1 128 16,-3-2-128-16,-1-3 0 0,-4-3 0 0,-1-1 0 16,-1-1 0-16,-5-2 0 0,-2-2 0 0,-1 3 0 15,-3-1 0-15,-3 1 0 0,-4-1 0 0,-2 3 0 16,-1 0 0-16,-3 2 0 0,-4 2 0 0,0 1 0 15,-3-1 0-15,2 4 0 0,0 1 0 0,-2 0 0 0,-2-1 0 16,0 3 0-16,0 0 0 0,0 3 0 0,2 1 0 0,-1 2 0 16,-1 0 0-16,1 1 0 0,3 1 0 0,0 0 0 15,-1 2 0-15,3 3 0 0,1 1 0 0,2 1 0 16,1 2 0-16,2-1 0 0,0 1 0 0,-1 1 0 16,5 1 0-16,6 1 0 0,0 0-320 0,0 0-48 15,0 0-16-15,0 0 0 16,0 0-2304-16,9 13-448 0,5-2-112 0</inkml:trace>
  <inkml:trace contextRef="#ctx0" brushRef="#br0" timeOffset="-61947.41">10000 18408 23039 0,'0'0'2048'0,"-4"-8"-1648"0,1-2-400 0,0 0 0 0,1 3 3712 0,2 7 640 15,0-12 144-15,1 3 32 0,-1 0-2048 16,0 9-416-16,0 0-80 0,0 0 0 0,4-7-480 0,-4 7-96 15,0 0 0-15,0 0-16 0,0 0-656 16,0 0-128-16,0 0-32 0,8 9 0 0,-3 6-80 0,-1 4-32 16,-3 1 0-16,1 4 0 0,-2 5-64 0,0 2-16 15,-2 1 0-15,2 0 0 0,0 2-160 0,2-4-32 16,-1-2-16-16,1-5 0 0,1-1-176 0,0-6 128 16,-1-1-128-16,3-3 128 0,-2-3-128 0,-3-9 0 15,0 0 0-15,0 0 128 0,5 8-128 0,-5-8 0 16,0 0 0-16,0 0 0 0,0 0 0 0,0 0 0 0,0 0 0 0,0 0 0 15,7-8 0-15,-2-1 0 0,-1-5 0 16,1-1 0-16,0-1 0 0,2-5 0 0,-1-7 0 0,4-2 0 16,-1-2 0-16,1-3-176 15,3-3 176-15,1 1-192 0,2 1 48 0,0 3 0 16,-1-1 0-16,0 6 0 0,-1 0 144 0,-1 6-128 0,0 5 128 0,-2 4-128 16,-4 3 128-16,1 3 0 0,-8 7 0 15,0 0 0-15,0 0 176 0,0 0-48 0,11 4 0 0,-3 3 0 16,-2 3 32-16,-1 6 0 0,0 1 0 15,1 6 0-15,-2 4-16 0,-1 2 0 0,1 2 0 16,2 1 0-16,-1-1-144 0,1 2 160 0,1-1-160 16,-2-1 160-16,2-2-160 0,-2-3 0 0,0-1 0 0,2-4 0 15,-2-3 0-15,1-2 0 0,-3-3 0 0,1-3 0 16,-4-10 0-16,5 9 0 0,-5-9-192 0,0 0 192 16,0 0-848-16,7 8-48 0,-7-8-16 15,0 0 0-15,0 0-944 0,0 0-192 0,0 0-48 16,0 0-12864-16,0 0-2576 0</inkml:trace>
  <inkml:trace contextRef="#ctx0" brushRef="#br0" timeOffset="-61199.58">10037 18534 31327 0,'0'0'2784'0,"0"0"-2224"0,-8-1-560 0,8 1 0 0,0 0 4336 0,0 0 752 15,0 0 160-15,0 0 16 0,11 1-3248 0,2-1-656 16,3-1-128-16,4 0-16 0,4 1-832 0,-1-3-176 15,0 0-16-15,1 1-16 0,1 0-176 0,1 2 0 0,-1-1 0 16,1 1 0-16,1 0 0 0,2 1 0 0,0 2 0 0,-2 1 0 31,-1 0-832-31,2 1-160 0,-1-2-32 0,0 2 0 16,-1-1 224-16,-1 0 32 0,-4 0 16 0,1-2 0 16,0 1-256-16,1-2-48 0,-4 1-16 0,1-4 0 15,-3 0 256-15,0-1 48 0,-2 0 16 0,0-1 0 0,-4-2 464 0,0 1 96 0,-3 0 0 0,-2 1 16 16,-6 4 400-16,0 0 80 0,0 0 16 0,0 0 0 15,0 0 720-15,0 0 160 0,-5-8 16 0,-4 6 16 16,-4 5 0-16,-2 4 0 0,0 0 0 0,-1 4 0 16,-1 1-352-16,0 2-80 0,-1 2-16 0,1-1 0 15,1 0-272-15,3-1-48 0,3-1-16 0,1-1 0 0,1-2-288 16,3-2-160-16,5-8 160 0,-3 12-160 0,3-12 0 0,0 0 0 16,4 9-176-16,-4-9 176 15,9 5-480-15,2-2 32 0,-1-2 0 0,2-1 0 16,1-1-192-16,1-3-16 15,0-3-16-15,1 1 0 0,-4-5-64 0,3 1-16 0,0-2 0 0,0-2 0 16,1-2 64-16,-1-1 16 0,0-5 0 16,-1-4 0-16,0-4 112 15,0 0 32-15,-1 1 0 0,-2 2 0 0,0 2 16 0,-3-1 16 0,-1 3 0 0,-2 4 0 0,-3 8 496 16,-1-1 0-16,-1 3 0 0,1 9 0 0,0 0 992 0,0 0 96 16,0 0 0-16,-10 0 16 0,3 1 48 0,7-1 16 15,-11 9 0-15,3 4 0 0,2 3-576 0,-1 3-112 16,1 4-32-16,2-1 0 0,3-1-128 0,2 2-48 15,0 3 0-15,4 0 0 0,2-2-272 0,2-1 160 0,1-2-160 16,1 1 128-16,1-5-128 0,-1-1 0 16,1-3 0-16,0-3 0 0,0-2 0 15,-1-1-224-15,2-4 48 0,2 3 16 16,-5-6-224-16,1 0-64 0,-1 0 0 0,0-6 0 16,1 1-48-16,-1 0-16 0,-2-1 0 15,1-5 0-15,2-3 192 0,-2-5 48 0,0 0 0 16,0-2 0-16,-1-4 80 0,1 1 32 0,0-1 0 15,-1 3 0-15,-3 2 16 0,0 4 0 0,-2 3 0 0,0 4 0 0,-3 9 512 16,0 0 96-16,0 0 32 0,0 0 0 0,0 0 496 0,0 0 96 0,0 0 32 0,-3 13 0 16,0 2-496-16,2-4-112 0,1 5 0 0,0 1-16 15,1 1-288-15,2 0-48 0,2-1-16 0,2-1 0 16,-2 0-144-16,1-2 0 0,0 2 0 0,1-3 0 16,4-5-944-1,-1 1-160-15,1-3-48 0,-1-2 0 0,1-1-2384 16,0-1-496-16</inkml:trace>
  <inkml:trace contextRef="#ctx0" brushRef="#br0" timeOffset="-60991.49">11208 18303 3679 0,'-9'-13'160'15,"4"8"32"-15,-2 1-192 0,7 4 0 0,0 0 0 0,0 0 0 0,0 0 7552 0,0 0 1456 16,0 0 288-16,7 15 64 15,3-2-8400-15,3 2-1696 0,5 1-336 0</inkml:trace>
  <inkml:trace contextRef="#ctx0" brushRef="#br0" timeOffset="-60688.38">11587 18469 13823 0,'0'0'1216'0,"-1"-8"-960"0,1 8-256 0,-4-9 0 15,0-1 4624-15,4 10 880 0,-6-6 192 0,6 6 16 16,-12-3-2208-16,-1 0-448 0,0 2-96 0,-1 5-16 15,-3 1-768-15,-2 4-176 0,1 3-16 0,-1 2-16 16,-2 3-752-16,1 1-128 0,2 0-48 0,4 1 0 16,2-1-464-16,3 0-80 0,2 0-32 0,3 1 0 15,2-4-464-15,3 1 0 0,0-3 0 0,3-1 0 16,1-4-192-16,3-2-16 0,-8-6-16 0,12 7 0 16,0-5-320-16,-1 1-64 0,3-3-16 0,-1-2 0 15,-2-3-80-15,2 3 0 16,0-5-16-16,3-2 0 0,-2-1 16 0,1-1 16 15,-2-3 0-15,-2-1 0 0,1-1 240 0,0-1 32 0,-2 0 16 0,1-3 0 0,-2 1 256 16,-1 0 144-16,-2 4-160 0,-1 3 160 0,-5 12 0 16,0 0 208-16,0 0-16 0,0 0 0 0,0 0 528 0,0 0 112 15,0 0 0-15,0 0 16 0,0 0-208 0,-1 18-32 16,0-2-16-16,1 2 0 0,-1-2-320 0,2 2-64 16,1 0-16-16,2 0 0 0,3-1-192 0,-1-1 0 15,2 0-192-15,1-5 192 16,2 1-1824-16,-1-4-256 0,-2-3-48 0,2 4-12528 15,4 0-2496-15</inkml:trace>
  <inkml:trace contextRef="#ctx0" brushRef="#br0" timeOffset="-60196.56">11823 18141 30399 0,'0'0'2704'0,"0"0"-2160"0,0 0-544 0,0 0 0 16,0 0 4640-16,0 0 816 0,-5 9 176 0,5-9 16 15,-1 15-3600-15,1 0-704 0,0-15-160 0,3 19-32 16,0 2-496-16,1 3-96 0,0-1-32 0,1 3 0 16,1-2-256-16,-1 3-48 0,1 2-16 0,1 1 0 15,-1 0-80-15,0 2 0 0,-1-2-128 0,0-1 192 16,0-4-192-16,-1-2 0 0,0-1 0 0,-1-1 0 16,1-5 0-16,0-2 128 0,-2-2-128 0,1-3 0 15,-3-9 0-15,0 0 128 0,0 0-128 0,0 0 0 0,0 0 128 0,0 0-128 16,0 0 0-16,0 0 0 0,0 0 0 0,0 0 0 15,0 0 0-15,0 0 0 0,5-9 0 0,0-3 0 16,-1-2 0-16,1 1 0 0,1-6 0 0,0 2 0 16,1 1 0-16,0-3 0 0,1 1-128 0,3 1 128 15,0 1 0-15,1 1 0 0,1-1 0 0,0 3-128 16,0-1 128-16,0 5 0 0,2 0 0 0,-1 2-160 16,0 2 160-16,2 1-128 0,0 0 128 0,-1 3 0 15,0 2 0-15,0 2 0 0,0 0 0 0,-1 3 0 16,-1 0 0-16,0 2 0 0,-1 2 0 0,-2 1 0 15,-2 1 0-15,0-2 0 0,-3 3 0 0,-1 1 0 16,-2 2 0-16,-2 0 0 0,-2-2 0 0,-2 0 0 16,-3-1 0-16,0 0 0 0,-2-1 0 0,-2 0 0 15,-1 0 0-15,-1-1 128 0,-2 1-128 0,-2-1 0 16,-3-2 0-16,-1-3 0 0,-1 1 0 0,0 1 0 0,0-2 0 16,1-1-192-1,0-1-880-15,4-1-176 0,4-3-32 0,1 1-16 16,3 2-2272-16,9-3-448 0</inkml:trace>
  <inkml:trace contextRef="#ctx0" brushRef="#br0" timeOffset="-59558.06">12616 18404 28559 0,'0'0'2544'0,"0"0"-2032"0,0 0-512 0,0 0 0 15,-8-4 4048-15,-2 4 720 0,-3 4 144 0,-3 2 16 0,-3 4-2176 16,-5 1-432-16,-2 4-80 0,1-1-32 0,1 3-1136 15,-1 1-240-15,3 3-32 0,3-3-16 0,4 0-400 0,3 2-64 16,3 0-32-16,2-1 0 0,3-5-288 0,2 1 0 16,2-1 0-16,2-1 0 0,-2-13-176 0,7 12-32 15,1 0-16-15,2-6 0 16,2 1-224-16,1-5-64 0,1 0 0 0,2-4 0 16,-2 0-160-16,1-2-32 0,-1-1-16 0,0-2 0 15,2-2 112-15,0-3 32 0,-2-1 0 0,0-5 0 16,3 0 96-16,-2-3 32 0,-2 0 0 0,0-1 0 0,-2 0 176 15,0 2 32-15,-5 3 16 0,1 1 0 0,-2 2 224 0,-2 2 0 16,-1 3 0-16,-2 9 160 0,-1-9 224 0,1 9 64 16,0 0 0-16,0 0 0 0,0 0 144 0,0 0 48 15,-9 0 0-15,9 0 0 0,-7 8-304 0,2 2-48 0,0 2-16 0,2 1 0 16,2 2-272-16,1 0 128 0,3 2-128 16,0 3 0-16,3-5 0 0,2 4 0 0,2-1 0 0,2-1 0 15,1-2 0-15,1 0 0 0,2-4 0 16,-1-1 0-16,0-3-160 0,0-1-32 0,1-4-16 0,1 0 0 31,-1-4-208-31,-1 0-32 0,0-2-16 0,-2-1 0 0,-2-2 144 0,1-1 48 0,-2-5 0 0,0-1 0 16,-3-2 272-16,3-5 0 0,-3-1 0 0,2-1 0 15,-1-5 0-15,1 0 0 0,1-2 0 0,0-3 0 16,0 0 0-16,0 1 0 0,-4-2 0 0,2 3 0 16,-3 2 0-16,-1 3 0 0,-1 1 0 0,-2 4 0 15,-2 3 688-15,-1 4 32 0,1 5 16 0,-2-1 0 16,1 4 128-16,2 6 32 0,0 0 0 0,0 0 0 0,0 0-384 0,-8 5-64 15,1 0 0-15,1 6-16 0,-1 3-240 16,2 3-64-16,0 0 0 0,0 3 0 0,0-2-128 16,-1 4 0-16,2 1 0 0,1 2 128 0,-1 0-128 0,1 2 0 15,2 3 0-15,-1-2 0 0,1-1 0 0,1 2 0 16,0 1 0-16,-1-3 0 0,1-2 0 0,0 0 0 16,0-4 0-16,-2-2 0 0,1-3-192 0,1-2 0 15,-1-3-16-15,0-1 0 16,1 2-928-16,0-12-176 0,0 0-32 0,0 0-16 15,0 9-2688-15,0-9-544 0</inkml:trace>
  <inkml:trace contextRef="#ctx0" brushRef="#br0" timeOffset="-59279.11">12765 18430 25791 0,'0'0'2304'0,"0"0"-1856"0,0 0-448 0,10-1 0 15,3-5 5152-15,-1 5 928 0,-2-3 192 0,3 2 48 16,2-1-3584-16,0 0-720 0,1-1-144 0,2 2-16 15,3-2-960-15,1 1-176 0,-1-1-32 0,1 3-16 16,2-3-448-16,-2 3-96 0,-1 0 0 0,0 2-128 16,-2 2 176-16,-3 2-176 0,-4-1 160 0,-1 2-160 15,0 1 128-15,-2 3-128 0,-3 2 0 0,0 1 144 16,-1 1-16-16,-1 2 0 0,-2 2 0 0,1-2 0 16,-2 1-128-16,-1 0 0 0,0-2 0 0,2 1 112 15,-2-2-112-15,0-1 0 0,0-1 0 0,0-2 0 16,0-10-768-16,0 0-128 15,0 0-48-15,0 0 0 0,0 0-1360 0,0 0-288 0,0 0-48 16,0 0-19408-16</inkml:trace>
  <inkml:trace contextRef="#ctx0" brushRef="#br0" timeOffset="-59120.4">13165 18331 13823 0,'0'0'608'0,"0"0"128"0,-4-7-592 0,4 7-144 0,0 0 0 0,0 0 0 0,0 0 6896 0,0 0 1344 16,0 0 272-16,0 0 48 0,9-4-6704 0,-9 4-1344 15,13 3-272-15,0 1-48 16,0 0-1792-16,2 2-336 0,-1 2-80 0,2 3-10192 16,1-1-2032-16</inkml:trace>
  <inkml:trace contextRef="#ctx0" brushRef="#br0" timeOffset="-58882.39">13518 18420 10127 0,'0'0'448'0,"0"0"96"0,0 0-544 0,0 0 0 15,0 0 0-15,0 0 0 0,0 0 6992 0,0 0 1296 0,0 0 256 0,0 0 48 16,0 0-4592-16,-10 2-928 0,-5 1-176 0,0 2-32 15,-2 4-1088-15,-1 1-224 0,-1 2-32 0,1 3-16 16,-1 4-720-16,2-2-144 0,1 3-16 0,3-3-16 16,1 0-480-16,3 1-96 0,4 0-32 0,1-1 0 15,1-1 0-15,2-2 0 0,1-2 0 0,0-12 0 16,5 11 0-16,2-1 0 0,1-1 0 0,2-3 0 16,3-2 0-16,1-1 0 0,2-3 0 0,0 1 0 15,-1 0-368-15,5-2-64 0,2-3-16 16,2 0 0-16,-1 0-816 15,2 2-160-15,0-7-48 0,1 1-14640 0,0-1-2928 0</inkml:trace>
  <inkml:trace contextRef="#ctx0" brushRef="#br0" timeOffset="-58654.29">13799 18593 42271 0,'0'0'1872'0,"0"0"384"0,0 0-1808 0,-3 12-448 0,2 2 0 0,-2-1 0 0,-1-1 2192 0,0 1 352 15,0 0 64-15,0 1 16 0,0 0-720 0,2 1-144 16,1-1-32-16,-1-1 0 0,1 0-1168 0,0 2-240 15,-1 2-64-15,2-3 0 0,0 0-256 0,0 1 0 16,2-2 128-16,-1 2-48 0,0-3-80 0,2 0 0 16,-2 1-160-16,2-4 160 15,1 1-1792-15,-2 1-256 0,1 2-64 0</inkml:trace>
  <inkml:trace contextRef="#ctx0" brushRef="#br0" timeOffset="-57794.79">14226 18375 48031 0,'0'0'2128'0,"0"0"432"0,0 0-2048 0,0 0-512 0,0 0 0 0,0 0 0 0,0 0 1680 0,-1 13 240 16,1 0 32-16,0 4 16 0,1 4-848 0,0 1-160 15,1 2-48-15,0 2 0 0,1 1-592 0,0 1-128 16,-2-2-32-16,0-12 0 0,2 0-112 0,-1 1-48 16,1-1 0-16,0-1 0 0,-2-1 0 0,0-1 0 15,1-3 0-15,-1-1 0 0,-1-1 0 0,0-6 0 16,0 0 0-16,0 0 0 0,0 0 0 0,-5 7 0 15,5-7 0-15,0 0 0 0,-4 0 0 0,4 0 0 0,-5-1 0 0,1-3 0 16,0 0 0-16,1-3 0 16,2-2 0-16,1-3 0 0,1-2 0 0,0-3 0 15,5-4 0-15,5-21 0 0,4 5 0 0,0 1 0 16,2 4 0-16,0 1 0 0,0 1 0 0,-1 4 0 0,-2 2 0 16,0 3 0-16,1 3-128 0,-1 4-32 15,-1 2 0-15,2 5 0 16,-1 3-976-16,0 2-192 0,1 2-32 0,-1 5-16 15,-1 3-1904-15,-1 4-384 0,-3-1-80 0,0 5-16256 0</inkml:trace>
  <inkml:trace contextRef="#ctx0" brushRef="#br0" timeOffset="-57241.36">14484 18596 36159 0,'-9'19'1600'0,"4"-7"336"0,0-2-1552 0,2 1-384 0,3-11 0 16,0 0 0-16,0 0 2480 0,0 0 400 0,0 0 96 0,0 0 16 0,0 0-912 0,11 2-176 16,-11-2-48-16,13-2 0 0,-2-7-880 0,2-2-176 15,0-3-32-15,0-1-16 0,0-2-320 0,1-1-64 16,-1-1-16-16,0-1 0 0,-2-1-208 0,1 0-144 15,-2 1 192-15,1-1-192 0,-2 1 128 0,-2-1-128 16,0 6 0-16,-3-1 0 0,-1 4 128 0,-3 12-128 16,-3-8 0-16,3 8 0 0,0 0 0 0,-9 0 128 15,-1 4-128-15,-1 4 0 0,-2 3 176 0,0 4-176 16,-2 6 160-16,2 3-160 0,0 2 0 0,1 0 128 0,4 2-128 0,1 1 0 16,2-2 0-16,3 0 0 15,2-4 0-15,2-2 0 0,2-3 0 0,1-2 0 16,1-3 0-16,1-3 0 0,1-2 0 0,3-1 0 0,0-4 0 15,2 0 0-15,-2-2-160 0,-1-1 32 0,2-1 0 0,0-3 0 16,-1-2-32-16,1-1 0 0,-1-1 0 0,2-1 0 16,0-1 160-16,0-3-208 0,0-7 80 0,-3-1 128 15,-1-1 0-15,0-1 0 0,2-3 0 0,-1-1 0 16,2 1-224-16,-2 2 80 0,0 1 16 0,-3 4 0 16,0 2 128-16,-2 4 0 0,-1 3 0 0,-4 10 0 15,0 0 0-15,0 0 304 0,0 0-48 0,0 0-16 16,0 0 32-16,0 0 16 0,0 0 0 0,8 15 0 15,-3 3-112-15,0 1-32 0,1 0 0 0,0 2 0 16,1 0-96-16,-2 0-48 0,3 0 0 0,-1 0 0 0,1-2-176 16,1 1-16-16,-1-1-16 0,0-6 0 0,0-1 208 0,-2 0 0 15,2-6 0-15,-8-6 0 16,8 7 0-16,-8-7 0 0,8 5 0 0,-8-5 0 16,0 0 0-16,0 0 0 0,0 0 0 0,0 0 0 15,0 0 0-15,0 0 0 0,10-7 0 0,-3 0 0 16,-3-3 0-16,0-1 0 0,0-4 0 0,-1-2 0 0,1-2 0 0,2-3 0 15,-1-4 0-15,1 0 0 0,1-2 0 0,-1 0 0 16,0-2 0-16,0 1 0 0,-1 4-240 0,1-1 0 16,-3 5 0-16,1 4 0 15,-1 3-1232-15,-2 6-240 0,-1 8-48 0,0 0-16 16,0 0-2784-16,0 0-560 0,2 17-128 0</inkml:trace>
  <inkml:trace contextRef="#ctx0" brushRef="#br0" timeOffset="-56946.6">15096 18609 7359 0,'5'9'656'0,"0"0"-528"0,-5-9-128 0,8 8 0 15,-8-8 6608-15,12 5 1296 0,-1-1 256 0,0-4 48 16,1-4-4720-16,-1-3-944 0,2-1-192 0,0-2-48 16,-1-2-800-16,1 1-160 0,2-2-48 0,0-2 0 15,-2 0-464-15,2-2-112 0,-2 0-16 0,1-2 0 16,0 1-256-16,-1 0-64 0,0-3-16 0,-1 0 0 16,-1-1-208-16,-4 2-32 0,-1 2-128 0,-3 4 192 15,0 1-192-15,-3 1 0 0,-3 2 0 0,0 3 0 16,3 7 288-16,-11 4-32 0,-2 3-16 0,-1-1 0 15,-2 3 80-15,0 6 32 0,2 3 0 0,-3 1 0 16,-1 2-48-16,2 1-16 0,3 2 0 0,3 1 0 16,1-2-96-16,3 2-32 0,4 0 0 0,2-2 0 15,2-1-160-15,2-1 0 0,3-1 0 0,2-3 0 16,3-7-576-16,1 2-112 16,1-4-16-16,2-2 0 0,2-5-1088 15,0-1-208-15,1-1-48 0,-1-1-16 0,0-2-1904 16,2-2-384-16,-1 0-80 0</inkml:trace>
  <inkml:trace contextRef="#ctx0" brushRef="#br0" timeOffset="-56315.06">15581 18369 39567 0,'0'0'1744'0,"0"0"368"0,0 0-1680 0,0 0-432 15,0 0 0-15,0 0 0 0,0 0 2784 0,0 0 480 16,0 0 80-16,-7 11 32 0,2 1-1616 0,0 2-320 16,2 2-64-16,2 2-16 0,0 1-752 0,1 1-160 15,0 3-16-15,0-3-16 0,1 3-176 0,1-4-48 0,0 2 0 0,0-1 0 16,1-5-192-16,0 0 128 0,-1-1-128 15,1-2 128-15,-3-12-128 0,0 0 0 0,2 6 0 0,-2-6 0 16,0 0 0-16,0 0 0 0,0 0 0 0,0 0 0 16,0 0 0-16,0 0 0 0,0 0 0 0,6-9 0 15,-2-1 0-15,-1-2 0 0,1 0 0 0,2-5 0 16,-1 0 0-16,0-1 0 0,2-3 0 0,2-1 0 16,0 1 0-16,0 2-160 0,-1 0 160 0,2 5-128 31,-1 1-560-31,2 0-96 0,0 0-32 0,2 1 0 15,1 2-592-15,0 1-128 0,2-3-32 0,2 4 0 0,1 2-688 16,0-1-144-16,-4 0-32 0,2 4 0 0,0-3 1216 16,1 5 224-16,-3-2 48 0,-1 2 16 0,-2-1 672 0,-12 2 256 0,10-2-176 0,-10 2 176 15,0 0 1456-15,0 0 384 0,0 0 80 0,0 0 0 16,0 0 160-16,0 0 32 0,0 0 0 0,0 0 0 16,0 0-816-16,-5 12-144 0,-2-2-48 0,-2 0 0 0,0-1-496 0,-1 1-96 15,-2-1-32-15,0 2 0 0,-1-2-224 0,4 0-64 16,0 3 0-16,-1-3 0 0,-2 1-192 0,1 1 0 15,2-4 0-15,3 0 0 0,-1 1 128 0,7-8-128 16,-5 10 0-16,1 1 0 0,4-11 128 0,0 0-128 16,0 10 0-16,0-10 128 0,3 10-128 0,-3-10 0 15,6 11 0-15,3-5 0 0,2 0 0 0,-1-2 0 16,1-2 0-16,2-1 0 0,1-1 0 0,0 2 0 16,3-1 0-16,2-1 0 0,-1-1 0 0,0 2-128 15,-1 0 128-15,0 1-160 0,-1-1 160 0,-2 2 0 16,-2-1 0-16,-2 2-128 0,-10-4 128 0,12 7 0 0,-12-7 0 0,8 6 0 15,-8-6 0-15,0 0 0 0,4 11 0 0,-3-1 0 16,-1-10 0-16,-4 12 0 0,-1-2 0 0,-2 1 0 16,-2-4 0-16,-1 1 0 0,-1 0 0 15,0-1 0-15,-4-1 0 0,1 1 0 16,0-1 0-16,-3 2 0 0,0-3 0 0,0-1 0 16,0 0 0-16,4 1-128 15,1 0-640-15,2-2-112 0,-2 0-16 0,3-1-16 16,9-2-864-16,0 0-160 0,0 0-48 0,0 0-13168 0,0 0-2640 0</inkml:trace>
  <inkml:trace contextRef="#ctx0" brushRef="#br0" timeOffset="-56093.38">16207 18375 15663 0,'0'0'1392'0,"-3"-6"-1120"0,-1 0-272 0,4 6 0 0,0 0 7408 0,0 0 1424 15,0 0 272-15,0 0 64 0,0 0-5648 0,-7 10-1152 16,1-1-208-16,1 4-48 15,-2 2-1232-15,3 4-240 0,2-2-64 0,-1 3 0 0,-1 5-384 0,2 0-64 16,2-3-128-16,0 2 176 0,1-2-176 0,0 0 0 16,0-3 0-16,2-2 0 0,-2-4 0 0,2-1 0 15,0-1 0-15,-3-11 0 16,0 0-1024-16,0 0-64 0,6 7-32 0,-6-7 0 16,0 0-2240-16,12 3-448 0,-12-3-96 0</inkml:trace>
  <inkml:trace contextRef="#ctx0" brushRef="#br0" timeOffset="-55572.78">16247 18157 13823 0,'0'0'1216'0,"-3"-7"-960"0,-1-2-256 0,3-3 0 15,0 0 6944-15,1 3 1344 0,0 9 272 0,0 0 48 16,4-11-6752-16,1 4-1344 0,1 0-256 0,-6 7-64 16,11-2-448-16,-11 2-64 0,10-4-32 0,-10 4 0 31,12 1-160-31,-12-1-16 0,0 0-16 0,9 10 0 0,-1 2 928 0,-3 2 176 0,-2 1 32 0,-1 0 16 15,-2 5 944-15,0 0 192 0,2-5 48 0,-2 3 0 16,0 2-336-16,1 0-64 0,2-1-16 0,-1 2 0 16,0 1-544-16,0 2-128 0,2-1 0 0,0-1-16 15,0 3-448-15,2-3-96 0,-2-1-16 0,2 0 0 16,-1-3-128-16,0 2 0 0,-1-3 144 0,0-2-48 16,-2 1-96-16,0-3 0 0,-4-1 0 0,2-12 0 15,0 9 0-15,0-9 0 0,0 0 0 0,2 10 0 16,-2-10 0-16,0 0 0 0,0 0 0 0,0 0 0 15,0 0 0-15,0 0 0 0,0 0 0 0,0 0 0 0,0 0 0 16,0 0 0-16,1-10 0 0,2-2 0 0,-1 2 0 16,3-5 0-16,1 0 0 0,1-2 0 0,4 0 0 0,1 1 0 15,1-2 0-15,1 1 0 0,2-1 0 0,-1 2 0 16,1-1 0-16,1 1 0 0,-1 2 0 0,-2 4 0 16,0 1-160-16,1 2 160 0,-1 3 0 0,-2 4-128 15,-12 0 128-15,13 0 0 0,-13 0 0 0,10 7 0 16,-10-7 0-16,7 10-128 0,-3 0 128 0,-2 4 0 0,-2 0 0 15,-1 4 0-15,-3-1 0 0,0 3 128 16,-3 0-128-16,0 3 0 0,-1-1 0 0,-3 1 144 16,-2-1-144-16,2 1 144 0,-1-1-144 0,-1 0 0 0,-1-4 0 15,-1-1 0-15,1-3 0 0,1-1 0 16,-2-1-160-16,2-1 160 16,0-2-432-16,2-3 0 0,0 0 0 0,1-3 0 15,1 0-848-15,9-3-192 0,0 0-16 0,0 0-16 16,0 0-2288-16,0 0-464 0,0 0-96 0</inkml:trace>
  <inkml:trace contextRef="#ctx0" brushRef="#br0" timeOffset="-55174.23">16835 18230 44927 0,'0'0'1984'0,"0"0"416"0,0 0-1920 0,0 0-480 0,0 0 0 0,0 0 0 16,0 0 2096-16,0 0 320 0,0 0 64 0,-5 16 16 0,-1 2-1232 0,1 1-240 15,-1 1-64-15,-1 3 0 16,1 0-576-16,0 2-112 0,1 0-16 0,3-1-16 0,-2 0-96 0,5 2-16 15,3 0 0-15,1 0 0 0,0-1-128 0,3-4 0 16,0-2 0-16,2 0 0 0,1-4 0 0,1-2 0 16,-1-2 0-16,4-4 0 0,0-1 0 0,1-2 0 15,-2-3 0-15,2-2-176 0,-2-2 16 0,2-2 0 16,0-3 0-16,-1-1 0 0,1-2 160 0,0 0-192 16,-2-8 192-16,0 1-192 0,1-4-48 0,-1-1-16 15,-1-1 0-15,0 1 0 0,1-3-64 0,-2 2-32 16,-5 3 0-16,-4 4 0 0,-1 4 16 0,-4 4 0 15,-1 0 0-15,3 9 0 0,-11-4 560 0,-1 4 112 16,-1 3 32-16,0 2 0 0,-1 1 128 0,2 6 16 0,-1-1 16 16,1 2 0-16,2 1-176 0,0 2-32 0,1-1-16 15,2 3 0-15,3 1-144 0,1-1-32 0,1 0 0 0,1 0 0 16,-1 1-128-16,5-1 0 0,1-1 0 0,1 1 0 16,2-2 0-16,2-2 0 0,0-1-160 0,2-1 160 15,3 0-256-15,0-5 64 0,2 1 0 0,2-1 0 31,3-3-1408-31,2 0-256 0,2 2-64 0</inkml:trace>
  <inkml:trace contextRef="#ctx0" brushRef="#br0" timeOffset="-54522.23">17905 18545 20271 0,'-2'-11'1792'0,"-1"1"-1424"0,0-2-368 0,1 2 0 0,-1 3 6032 0,3 2 1136 15,0 5 240-15,0 0 32 0,0 0-4496 0,0 0-896 16,0 0-176-16,0 0-32 0,0 0-864 0,4 13-160 16,-1 5-48-16,-3 6 0 0,1-1-336 0,0 5-80 15,2 4-16-15,-2 1 0 0,1-3-48 0,-1-3-16 16,-1 2 0-16,2-2 0 0,2 0-272 0,2 1 160 16,-1-1-160-16,0-3 128 0,-1-1-128 0,2-2 0 15,0-4 0-15,-1-3 0 0,-1-2 0 0,0-3-176 16,-4-9 48-16,4 8 0 15,-4-8-800-15,0 0-160 0,0 0-16 0,0 0-16 16,0 0-1072-16,0 0-224 0,0 0-32 0,0 0-16 16,-10-14-2400-16,1-1-496 0</inkml:trace>
  <inkml:trace contextRef="#ctx0" brushRef="#br0" timeOffset="-53734.08">17804 18538 23951 0,'-4'-10'2128'0,"1"-1"-1696"0,0 0-432 0,5 0 0 15,0 5 5232-15,4-2 960 0,-1-1 192 0,3 2 32 16,1 1-3648-16,2-1-720 0,4-2-160 0,0 2-32 15,4 0-896-15,-1 0-192 0,3 1-48 0,1-1 0 16,0 1-400-16,0 0-64 0,0 1-32 0,2 1 0 16,-2 2-224-16,0 2 128 0,-1 0-128 0,-1 1 0 15,-5 2 0-15,-2 3 0 0,-2 3 0 0,-1 3 0 16,-2 1 0-16,-4 3 0 0,-1-1 0 0,-2 3 0 16,-2 6 288-16,-3-1-32 0,-2 1-16 0,-1 1 0 15,-4-2-240-15,1-1-192 0,-2-1 48 0,0-1 0 16,-1-1 144-16,2-2 0 0,-1-4 128 0,4-1-128 0,-1 0 0 15,1-6 0-15,0-2-192 0,8-4 64 16,-8 4-368-16,8-4-64 0,0 0-16 0,0 0 0 16,0 0-176-16,0 0-32 0,0 0-16 0,6-12 0 15,1-1 160-15,4-1 48 0,1-3 0 0,1-3 0 0,2-2 304 16,2-1 64-16,-1-1 16 0,-1 2 0 0,0 0 208 0,-2 2 256 16,3 1-48-16,-2 2-16 0,-2 5 512 0,-2 2 112 15,-1 2 16-15,-1 3 0 0,-8 5 48 0,8-3 16 16,-8 3 0-16,10 0 0 0,-10 0-384 0,0 0-64 15,13 5 0-15,-2 6-16 0,-2 3-224 0,-3 3-32 16,1 3-16-16,-1 0 0 0,-2 4-160 0,0 3 128 16,-1-1-128-16,-1-1 128 0,2-5-80 0,-1-2-48 15,0-1 0-15,-1 1 0 0,-1-5 0 16,-1-4 0-16,0-9 0 0,2 9 0 0,-2-9 0 0,0 0 0 0,0 0 0 0,0 0 0 16,0 0 0-16,0 0 0 0,0 0 0 0,0 0 0 15,0 0 0-15,0 0 0 0,0 0 0 0,6-7 0 16,1-2 0-16,-1-3 0 0,1-1 0 15,1-3 0-15,-1-1 0 0,5-4 0 0,1-3 0 0,0-4 0 16,2-1 0-16,2 1 0 0,1 0 0 0,0 4 0 16,-2 0 0-16,1 5 0 0,1 2 0 0,-2 1 0 15,-2 6 0-15,-1-2 0 0,0 3 0 16,-3 4 0-16,0 1 0 0,-10 4 0 0,0 0 0 0,0 0 0 16,0 0 0-16,11 6 0 0,-11-6 0 15,7 14 0-15,-2 2 0 0,-2 0 0 0,-3 5 0 16,-2-1 0-16,1 5 0 0,-2 3 0 0,-1-2 0 15,2 0 0-15,-1 1 0 0,1-3 0 16,0-1 0-16,2-5 0 0,3-2 0 0,-2-3 0 0,2-1 0 0,-1-2 0 16,-2-10 0-16,6 7 0 0,-6-7 0 0,8 6 0 0,-8-6 0 15,13 5 0-15,-2-2 0 0,0 0 0 0,-11-3 0 16,14-3 0-16,0-1 0 0,1 0 0 0,-2-1 0 0,-2-3 0 16,1-2 0-16,-1-2 0 0,-1 0 0 0,-1-1 0 15,-1-4 0-15,0-1 0 0,-2-2 0 0,0 1 0 16,-2-2 0-16,-2 0 0 0,-3-1 0 15,0 2 0-15,-2 1 0 0,-2 2 0 0,-2 4 0 0,-1 1-160 16,-2 3 160-16,-2-1-192 0,-2 2 16 0,-1 3 0 16,1-2 0-16,0 3 0 15,-2 2-624-15,3 2-128 0,3 0-32 0,10 0 0 16,-9 0-1216-16,9 0-256 0,0 0-64 0,0 0-12160 0,0 0-2448 0</inkml:trace>
  <inkml:trace contextRef="#ctx0" brushRef="#br0" timeOffset="-52714.56">19063 18435 32127 0,'0'0'1424'0,"6"-6"304"0,-6 6-1392 0,10-7-336 0,-4 1 0 0,-6 6 0 15,0 0 2752-15,0 0 464 0,0 0 112 0,0 0 0 16,0 0-704-16,0 0-128 0,0 0-48 0,0 0 0 16,-5 10-1104-16,-2 4-208 0,-4 5-48 0,0-1-16 15,-1 3-464-15,2 2-96 0,0 2 0 0,1-2-16 16,3 1-320-16,2 1-176 0,3-6 192 0,2 1-48 15,3-3-144-15,2 0 0 0,0-4 0 0,4-2 0 0,2-1 0 0,1-4 0 16,0-1 0-16,2-1 0 0,0-1 0 0,1-3 0 16,0 0 0-16,-1-1 0 15,1-1-272-15,-2-3-48 0,1-2-16 0,-1 0 0 0,-1-2 144 0,0-2 16 16,-1 1 16-16,-1-6 0 0,1 2 0 0,0-7 0 16,-2-1 0-16,1-3 0 0,-2 0 32 0,0 2 0 15,-3-3 0-15,0 3 0 0,-1 5 128 16,0 3 0-16,-2 1 0 0,-2 5-128 0,-1 9 128 0,0 0 176 15,0 0-48-15,0 0 0 0,0 0 96 0,0 0 16 16,0 0 0-16,0 0 0 0,-6 7-48 0,0 5 0 16,1-3 0-16,1 5 0 0,2 6-192 0,0 2 176 15,0 0-176-15,3 3 160 0,0 0-160 0,3-2 0 0,0-2 144 16,1 0-144-16,2-3 0 0,-1-2 0 16,2-3 0-16,3-2 128 0,-1 0-128 0,2-3 0 15,-1-3 0-15,1-1 0 0,3 0 0 0,-4-4 0 16,1 0 0-16,0-3 0 0,-2-1-144 0,2-2 144 15,-2-2-160-15,2 0 160 0,-1-4-192 0,0 0 48 16,1-2 16-16,0-3 0 0,-2-2 128 0,2-4-192 0,0 0 192 0,-2-3-192 16,2-4 192-16,0 0-208 0,-1 3 80 0,0-3 128 15,-1 2-256-15,-1 2 80 0,-2 1 16 0,-2 5 0 16,-1 3 160-16,-2 2 0 0,0 2 0 16,-2 5 0-16,0 8 208 0,0 0 32 0,0 0 0 0,0 0 0 15,0 0 48-15,0 0 16 0,0 0 0 0,0 0 0 16,-4 10-112-16,0 0-32 0,1 0 0 0,2 2 0 15,0 1-112-15,-1 0-48 0,2 0 0 16,2 2 0-16,0 0 0 0,1 3 0 0,-2-1 0 0,2 2 0 0,-1 0 0 16,2 1 0-16,0 1 0 0,2-2 0 15,0 1 0-15,1 1 0 0,-1-1 0 0,2 0 0 16,0-3 0-16,0-1 0 0,-1-3 0 0,1 0 0 0,0-4 0 0,-1 1 0 16,-7-10 0-16,9 8 0 0,-2-1 0 0,3-2 0 15,-10-5 0-15,10 4 0 0,-10-4 0 16,10 0 0-16,-10 0 0 0,0 0 0 0,0 0 0 0,11 0-128 15,-11 0 128-15,0 0 0 0,9-7 0 0,-9 7 0 16,7-9 0-16,-2 1 0 0,-5 8 0 0,4-12 0 16,0 1 0-16,-1-1 0 0,0-2 0 0,2-2 0 15,1-1 0-15,1 0 0 0,-3-2 0 0,3-2-128 16,-1-3 128-16,1 2 0 0,1-1-192 0,-1 0 64 16,3 0 128-16,-1 0-208 0,-1-1 208 0,1 2-144 15,-2 2 144-15,0 3-128 0,-2 3 128 0,0-2 0 16,-1 3 0-16,-1 6 0 0,-3 7 0 15,0-7 0-15,0 7 160 0,0 0-160 0,0 0 192 0,0 0-48 0,0 0-16 0,0 0 0 16,0 0-128-16,0 0 128 0,0 0-128 0,-3 10 128 16,1 2-80-16,-1 1-48 0,1 2 0 0,2 2 0 15,0-1 0-15,1 4 0 0,-1 0 0 0,2-1 0 16,2-2 0-16,2 1 0 0,-1 1 0 16,0 0 0-16,0-1 0 0,2 1 0 0,1-1 0 15,-1-2 0-15,0-1 0 0,-1 2 0 0,1-3 0 0,-1 1 0 16,0-5 0-16,-2 1 0 0,-4-11 0 0,3 11 0 15,-1-1 0-15,-2-10 0 0,0 10 0 0,0-10 0 16,0 9 0-16,0-9 0 0,-2 8 0 0,2-8 0 16,-6 8 0-16,-1-2 0 0,1 1 0 0,6-7 0 15,-9 5 0-15,0 0-192 0,-2-3 192 0,1 0-208 16,-1 1-304-16,2-2-64 0,9-1-16 0,-9 1 0 16,9-1-1552-16,0 0-304 15,0 0-64-15</inkml:trace>
  <inkml:trace contextRef="#ctx0" brushRef="#br0" timeOffset="-52381.68">20579 18426 25791 0,'0'0'1152'0,"-9"0"224"0,1-1-1104 0,8 1-272 0,0 0 0 0,0 0 0 16,0 0 6160-16,0 0 1184 0,0 0 224 0,0 0 48 16,0 0-5056-16,0 0-1008 0,0 0-208 0,16-5-32 15,2 1-928-15,3 0-176 0,4 0-32 0,1 0-16 16,1 0-32-16,4 1 0 0,3 1 0 0,3-1 0 16,-1-2-80-16,0 4-48 0,-1-3 0 0,-1 1 0 15,-4-1 0-15,1 3 0 0,0 0 0 0,1 1 0 16,-1 0 0-16,-1 0 0 0,-1-4 0 0,-2 4 0 15,-4 1 0-15,-2-1 0 0,-1 0 0 0,-3 0 0 16,-3 3-432 0,-1-3-80-16,-1-3 0 0,-12 3-16 0,0 0-1264 15,0 0-240-15,0 0-48 0,0 0-21200 0</inkml:trace>
  <inkml:trace contextRef="#ctx0" brushRef="#br0" timeOffset="-52088.76">21153 18328 10127 0,'-9'-4'896'0,"9"4"-704"0,0 0-192 0,-7-2 0 0,2-1 8016 0,5 3 1584 15,0 0 304-15,0 0 64 0,0 0-6336 0,0 0-1264 16,0 0-256-16,0 0-64 0,0 0-704 0,0 0-160 16,0 0-32-16,0 0 0 0,0 0-688 0,0 0-144 15,10 12-16-15,1-3-16 0,1 0-160 0,1 0-128 16,1-2 192-16,0 1-48 0,2-2-144 0,1 1 0 0,0-1 0 0,1-1 0 16,2 2 0-16,-2 1 0 15,-1-2 0-15,-2 1 0 0,-2 1 0 0,1-1 0 0,-14-7 0 0,10 12 0 16,-10-12 0-16,6 13 0 0,-6-13 0 0,0 0 0 15,-1 14 0-15,-3 2 0 0,-5-5 0 0,0-1 0 16,-1 0 0-16,-3 2 0 0,-2-4 0 0,2 1 0 16,1-1 0-16,1-2 0 0,-2 1 0 15,1-1 0-15,0 0 0 0,2 0 0 0,1-1 0 0,1 2 0 32,-1-2-368-32,2 2-64 0,7-7-16 0,-8 7-16752 0,3 4-3344 15</inkml:trace>
  <inkml:trace contextRef="#ctx0" brushRef="#br0" timeOffset="-51183.66">22300 18056 26719 0,'-4'-11'2368'0,"2"-2"-1888"16,-4-1-480-16,4-2 0 0,-2-1 4480 0,3 4 816 16,-2 3 144-16,0-1 48 0,-1 0-3328 0,0 2-672 15,1-1-128-15,-1 4-16 0,-2-1-368 0,1 4-64 0,-1 0-16 0,-2 0 0 16,-4 3-304-16,2 3-64 15,-2 1-16-15,-1 0 0 0,-4 2-96 0,0 5-32 0,-1 0 0 0,-2 5 0 16,3 5-192-16,2 2-32 0,2 1-16 0,1 2 0 16,1 1-16-16,4 2 0 0,-1 0 0 15,4-1 0-15,1-2-128 0,2 3 160 0,1 0-160 0,3-3 160 16,1 3-112-16,2-2-48 0,1 3 0 0,0-1 0 16,1 1 0-16,1 0 0 0,0 5 0 0,2-3 0 15,-2 0 0-15,0-1 0 0,0-1 0 0,-1 0 0 16,0-4 0-16,-2-1 0 0,0-3 0 15,-2 0 0-15,-2-2 0 0,-1-1 0 0,-1 1 0 0,-1-2 0 16,-1-2 0-16,-2 3 0 0,0-4 0 0,-1 2 0 16,-2 1 0-16,0-5 0 0,0 0 0 0,-1-1 0 15,-3-1 0-15,2-2 0 0,1-1 0 0,2-1 0 16,-2-1 0-16,0-2 0 0,-1 0 0 0,9-4 0 0,-10 1 0 16,1 1 0-16,-1-2 0 0,10 0 0 15,-10-3-624-15,1-1-112 16,0 0-32-16,2-2 0 0,1-3-1392 0,1 0-272 15,5 9-64-15,1-15-19984 0</inkml:trace>
  <inkml:trace contextRef="#ctx0" brushRef="#br0" timeOffset="-50834.42">22172 18545 41871 0,'3'-13'1856'0,"-3"13"384"0,3-12-1792 0,-1 3-448 15,1 1 0-15,-3 8 0 0,0 0 1680 0,-2-7 256 16,2 7 48-16,-2-6 16 0,2 6-112 0,0 0-32 15,-8-1 0-15,-1 3 0 0,0 2-976 0,-2 4-208 0,-2 2-32 0,0 2-16 16,-1 2-304-16,1 1-48 0,0 2-16 16,1 0 0-16,0 1-256 0,2-2 0 0,1-2 0 0,1 0 144 15,0-1-144-15,3-1 0 0,1-2 0 0,1 0 0 16,3-1 0-16,0-9 0 0,0 0 0 0,4 10 0 16,-4-10 0-16,8 7 0 0,0-3 0 0,-8-4 0 15,12 2 0-15,1-1 0 0,0-1 0 0,0-1 0 16,0 1 0-16,1-5 0 0,1 0 0 0,-1-2 0 15,-1-2-240-15,0-1 64 0,-1-2 16 0,-1-1 0 16,0-1-48-16,-1-1-16 0,-2-2 0 0,0 2 0 16,-3-2-80-16,0 1-16 0,-1 0 0 15,-2 2 0-15,-2 0-32 0,-2 1-16 0,0 0 0 0,-1 2 0 16,-1 2-208-16,-1 0-64 16,0-1 0-16,-2 2 0 0,2 0-1408 15,5 8-304-15,0 0-48 0,-4-8-11760 0,4 8-2352 0</inkml:trace>
  <inkml:trace contextRef="#ctx0" brushRef="#br0" timeOffset="-50301.67">22820 18129 43023 0,'-6'-9'1904'15,"1"1"400"-15,-2-4-1856 0,2 2-448 0,0 1 0 0,-3-2 0 0,1 2 1696 0,-1 2 240 0,-1 1 48 16,0-1 16-16,0 4-400 0,0-1-64 16,0 1-32-16,0 3 0 0,-2-3-944 0,1 3-192 0,-1 3-48 0,1-2 0 15,1 2-48-15,0 2-16 0,-2 0 0 0,2 2 0 16,3 2-128-16,0-2-128 0,1 2 192 0,1 1-192 16,0 2 128-16,2 1-128 0,0 0 0 0,2 3 0 15,0-3 0-15,3-2 0 0,0 1 0 0,2 1 0 16,1-3 128-16,1 1-128 0,1-2 0 0,2 1 0 15,2 2 128-15,1-1-128 0,0-4 0 0,3 3 0 16,-1 0 128-16,2 0-128 0,0 0 0 0,0-1 0 16,-1 0 0-16,-2-1 0 0,-1-1 0 0,-1 3 0 15,0 1 0-15,-5-2 0 0,-7-9 0 0,4 11 0 16,-1-2 0-16,-2 0 0 0,-1-9 0 0,-2 11 0 16,-2-1 0-16,-3-1 160 0,-3-2-160 0,-2 2 192 0,-2-1-192 0,-2-1 0 15,-1 0 0-15,0-2 0 0,0-4 0 16,-2 2 0-16,0 0 0 0,1-1 0 15,0-3 0-15,1 1 128 0,0-1-128 0,3-1 0 0,1 1 0 16,1 0 0-16,1-1 128 0,11 2-80 16,-9-3-48-16,9 3 0 0,0 0 0 0,0 0 0 0,0-11 0 15,4 2 0-15,1-1-160 0,5-1 160 0,1-1-192 0,2 2 32 16,2 0 16-16,0-1 0 0,4 1-48 0,-1-1 0 16,-1 2 0-16,0 3 0 0,-2-1-128 0,1-1-16 15,0 2-16-15,2 3 0 16,-1 1-1408-16,1 0-288 15,-1 1-48-15,-1 1-13312 0,-1 3-2656 0</inkml:trace>
  <inkml:trace contextRef="#ctx0" brushRef="#br0" timeOffset="-49515.16">23121 18079 21183 0,'0'0'1888'0,"0"0"-1504"0,0 0-384 0,0 0 0 0,0 0 6496 16,0 0 1232-16,0 0 240 0,0 0 48 0,0 0-4720 0,0 0-944 15,0 0-192-15,0 0-48 0,0 0-1408 0,0 0-272 16,3 15-64-16,0-4-16 0,-3-11-256 0,5 15-96 16,-1 0 0-16,1 0 0 0,0-1 0 0,-1-1 0 15,-4-13 0-15,4 13 0 0,0 0 0 0,-1-2 0 16,-3-11 0-16,0 13 0 0,0-3 0 0,-2 2 0 16,1-2 0-16,-2 2 0 0,3-12 0 0,-5 12 0 15,0-2 0-15,1-1 0 0,4-9 0 0,-4 8 0 16,4-8 0-16,0 0 0 0,-3 8 0 0,3-8 0 15,0 0 0-15,0 0 0 0,-2 9 0 0,2-9 0 0,0 0 0 16,0 0 0-16,0 0 0 0,0 0 0 16,0 0 0-16,0 0 0 0,0 0 0 0,0 0 0 0,0 0 0 0,0 0 0 15,0 0 0-15,0 0 0 0,0 0 0 0,0 0 0 16,0 0 0-16,0 0 0 0,0 0 0 0,0 0 0 16,0 0 0-16,0 0 0 0,-5-8 0 0,5 8 0 15,0 0 0-15,0 0 0 0,-6-6 0 0,6 6 0 16,0 0 0-16,0 0 0 0,-9-3 0 0,9 3 0 15,0 0 0-15,-9 3 0 0,9-3 0 0,-9 6 0 16,1 1 0-16,2 0 0 0,-2 4 0 0,1 2 0 16,1 3 0-16,1-3 0 0,1 1 0 0,1 2 0 15,2-1-176-15,1 1-16 0,0-3-16 0,2 0 0 16,4 3 208-16,0-3 0 0,1 0 0 0,0-2 0 16,3 1 0-16,0-5 0 0,0-1 0 0,1-2 0 15,1-1 0-15,-1-2 0 0,4-1 0 0,-1-3 0 16,2-1 0-16,-1-1 0 0,2-4 0 0,0 0 0 15,1-3 128-15,1 1 64 0,-1 0 0 0,0-3 16 16,-1-2-144-16,0-1-64 0,0 0 0 0,-3-1 0 0,-2-2 0 16,-1 0 0-16,-1-1 0 0,-1 0 0 0,-2 0 0 15,-2 0 0-15,-1-1 0 0,-3 2 0 0,-2 2 0 0,-2 0 0 16,-2-2 0-16,-2 2 0 0,-2 1 0 0,0 2 0 16,-1-4 0-16,-2 4 0 0,-5-1 0 0,1 4 0 15,1 3 0-15,-2 3 0 0,-1-1 0 0,1 3 0 16,0 2 0-16,1 0 0 0,2 0 0 15,1 3 0-15,0 2 0 0,2 0 0 16,1 1-848-16,2 2-176 0,8-6-16 0,-5 11-16 16,2 2-1632-16,6 3-320 0,1-2-64 0</inkml:trace>
  <inkml:trace contextRef="#ctx0" brushRef="#br0" timeOffset="-49226.57">23232 18354 11967 0,'0'0'1072'0,"0"0"-864"0,-6-5-208 0,6 5 0 16,-8-6 8960-16,8 6 1760 0,0 0 352 0,0 0 64 15,0 0-7616-15,0 0-1536 0,0 0-288 0,0 0-64 16,0 0-1072-16,-5 10-224 0,5-10-32 0,-2 14-16 0,2 5-208 0,3-4-80 15,2 1 0-15,0 0 0 0,1-2 0 0,0 0 0 16,2 1 0-16,0-1 0 0,1 0-176 0,0 1-16 16,0-2-16-16,-1 0 0 15,0-4-752-15,-2 0-128 0,-6-9-48 0,6 12 0 16,-3-3-1536-16,0 0-304 0,-3-9-64 0,0 12-17968 16</inkml:trace>
  <inkml:trace contextRef="#ctx0" brushRef="#br0" timeOffset="-48970.59">22768 18723 49071 0,'-12'-8'2176'0,"12"8"448"0,-5-3-2112 0,5 3-512 0,0 0 0 0,0 0 0 16,0 0 1680-16,0 0 240 0,0 0 32 16,9-6 16-16,2 0-1008 0,2 3-192 0,2 3-32 0,5-2-16 15,1-1-528-15,4-1-192 0,6 0 144 0,4-1-32 16,3 0-112-16,0 0 0 0,-2 1 0 0,-2 0 0 15,-5-2 0-15,-1 3 0 0,-1-1 0 0,0 1 0 16,-2-2 0-16,-1 2 0 0,0 1 0 0,-2 0 0 16,-2 4 0-16,-5 0-208 0,-2 0 64 0,-13-2 16 31,12 5-800-31,-12-5-160 0,0 0-16 0,4 13-16 16,-4 0-1904-16,-3 1-384 0,-2-1-80 0</inkml:trace>
  <inkml:trace contextRef="#ctx0" brushRef="#br0" timeOffset="-48712">22833 18890 41407 0,'0'0'1840'0,"0"0"368"0,0 0-1760 0,0 0-448 0,0 0 0 0,0 0 0 0,0 0 2480 0,11-2 400 16,-11 2 96-16,11 0 16 0,-11 0-1312 0,14 2-256 16,-14-2-48-16,13 4-16 0,-13-4-656 0,11 7-144 15,-3 3-32-15,0 2 0 0,-2-3-384 0,0 3-144 16,-2 1 0-16,-2 2 0 0,1-2 0 0,-2 2 0 15,-1 0 0-15,0-2 0 0,0 0 0 0,-1 2 0 16,-1-1 0-16,1 0 0 0,0-1 0 0,0-1 0 0,1-12 0 0,0 12 0 16,0-12 0-16,1 10-240 15,-1-10 80-15,0 0 16 16,0 0-832-16,0 0-176 0,0 0-16 0,0 0-16 16,0 0-1024-16,0 0-208 0,0 0-32 0,0 0-12144 0,-7-11-2416 15</inkml:trace>
  <inkml:trace contextRef="#ctx0" brushRef="#br0" timeOffset="-48517.03">22760 18847 47631 0,'-5'-6'2112'0,"5"6"432"0,0 0-2032 0,-1-7-512 0,1 1 0 0,0 6 0 15,0 0 1744-15,0 0 256 0,6-7 48 0,5 2 16 16,0 2-928-16,5-2-192 0,2 1-48 0,2 0 0 16,1-2-560-16,4 0-112 0,3 3-32 0,2-1 0 15,2 0-128-15,0 0-64 0,2 1 0 0,-1-1 0 16,-3 2 0-16,2 2 0 0,-1-4 0 0,1 1 0 15,-4 1-912-15,1-1-80 0,-2 2-16 0,2-2 0 16,2-1-2592 0,1 0-528-16</inkml:trace>
  <inkml:trace contextRef="#ctx0" brushRef="#br0" timeOffset="-48277.1">23883 18442 26719 0,'0'0'1184'0,"0"0"240"0,-4-6-1136 16,4 6-288-16,0 0 0 0,0 0 0 0,1-7 6720 0,-1 7 1280 16,4-11 256-16,3 5 48 0,2 0-6128 0,1 3-1232 15,1-1-240-15,2 0-64 0,2 1-512 0,4-1-80 16,-1 2-48-16,3-2 0 0,0 1 0 0,-1-1 0 0,0 3 0 0,-2 0 0 16,-2-3 0-16,-2 2 0 0,1 1 0 0,-4 1 0 15,0-1 0-15,-11 1 0 0,0 0 0 0,0 0 0 31,10 0-432-31,-10 0-80 0,0 0 0 0,0 0-16 16,0 0-1696-16,0 0-336 0,0 0-64 0,-4 10-20096 0</inkml:trace>
  <inkml:trace contextRef="#ctx0" brushRef="#br0" timeOffset="-48072.71">23867 18508 25791 0,'-13'4'1152'0,"13"-4"224"0,-12 5-1104 0,3-1-272 0,9-4 0 0,0 0 0 15,0 0 5872-15,0 0 1104 0,0 0 240 0,0 0 32 16,0 0-4560-16,0 0-896 0,0 0-192 0,0 0-48 0,11 7-1024 0,0-3-208 15,4-4-32-15,0 0-16 16,4-4-112-16,2 1-32 0,1 0 0 0,2 0 0 0,1-1-80 0,1 0-48 16,2 1 0-16,-1-1 0 15,2 2-880-15,-2-4-160 0,-1 3-48 0,0 0 0 16,0-1-1664-16,-1 1-352 0,0 1-64 0,-3-2-18128 0</inkml:trace>
  <inkml:trace contextRef="#ctx0" brushRef="#br0" timeOffset="-47720.57">24629 18314 18431 0,'0'0'1632'0,"0"0"-1312"15,-4-8-320-15,-2 2 0 0,6 6 7056 0,-6-7 1344 16,6 7 272-16,-9-6 48 0,-2 3-5328 0,1 2-1056 0,-1 1-224 16,0 2-32-16,-2 2-1296 0,-2 0-256 0,-2 3-48 0,0-1-16 15,1 2-336-15,-1 2-128 0,-2 3 0 0,1 2 0 16,1 2 0-16,-1 0 0 0,1 1 0 0,3 0 0 15,1 2 0-15,2-1 0 0,3 2 0 0,3 0 0 16,2 0 0-16,2 0 0 0,1-3 0 0,3 0 0 16,5-3 0-16,2 0 0 0,2-2 0 0,1-2 0 15,4-2 0-15,2-1 0 0,3-3 0 0,2 0 0 16,-1-2 0-16,3-2 0 0,1-1 0 0,-1-1 0 16,0-1 0-16,0 1 0 0,0-3 0 0,-1-4 0 15,-3-2 0-15,-1-1 0 0,-3-3 0 0,-2 1 0 16,-2-1 0-16,-2-3 0 0,-2-3 0 0,-2 1 0 15,-3-4 0-15,-1 3 0 0,-3 0 0 0,-2 3 0 0,-3-1 0 16,-2 1 0-16,-4 0 0 0,-1 3 0 0,-4 1 0 0,0 1 0 16,-4 0 0-16,0 3 0 0,-2 1 0 0,0 2 0 15,2-1 0-15,0 3 0 16,4 2-608-16,0 2-112 0,2 0-32 16,3 1 0-16,-1 0-2912 0,2 3-592 0</inkml:trace>
  <inkml:trace contextRef="#ctx0" brushRef="#br0" timeOffset="-45601.02">25391 18517 23951 0,'0'0'2128'0,"0"0"-1696"0,0 0-432 0,0 0 0 0,0 0 4896 0,0 0 896 0,0 0 176 0,0 0 48 16,0 0-4096-16,0 0-800 0,-1 17-160 0,-2-1-48 15,1 0-48-15,-2 0-16 0,0 1 0 0,0 2 0 16,0-1-592-16,3-6-112 0,-2-3-16 0,1 3-128 16,-1-2 128-16,0 2-128 0,1-3 0 0,0 0 0 15,-2-1-176-15,-1 5-144 0,1-3-16 0,4-10-16 32,0 0-1696-32,0 0-352 0,0 0-64 0,8 4-11216 0,3-1-2240 0</inkml:trace>
  <inkml:trace contextRef="#ctx0" brushRef="#br0" timeOffset="-45180.55">26033 18258 41471 0,'0'0'1840'0,"6"-11"368"0,1 0-1760 0,-2 2-448 0,0-1 0 0,-5 10 0 0,4-7 1856 0,-3-1 304 16,-1-1 48-16,0 9 16 0,0 0-592 0,0 0-112 15,-6-7-32-15,1 5 0 0,5 2-704 0,-10 1-144 16,1 1-16-16,0 2-16 0,-1 2-256 0,-2 0-48 15,-4 2-16-15,2 2 0 0,0 6-144 0,-2 1-16 16,-1 1-128-16,1 3 192 0,2-4-192 0,1 3 128 16,0-1-128-16,3 1 0 0,1 1 128 0,2-2-128 15,2 1 0-15,1-6 0 0,3 2 128 0,2-2-128 16,0 2 0-16,4-3 144 0,2 0-144 0,2-2 0 16,1-1 0-16,3-1 0 0,2-4 0 0,0 0 0 15,2-1 0-15,2-1 0 0,0-3-192 0,2 0 192 16,1-2-160-16,0 0 160 0,1-2-224 0,0-1 48 0,2-2 16 15,0-1 0-15,-1-1-32 0,1-1-16 16,-1-2 0-16,-2 0 0 0,-1 0 0 0,-3-2 0 16,-1-3 0-16,-3 0 0 0,-1 2 64 0,-4-4 16 0,-3 2 0 0,-4 2 0 15,-3-1 128-15,-2 0 0 0,-1 2-144 0,-2 1 144 16,-5-3 0-16,0 3 0 0,-4 2 0 0,-2 2 0 16,-4-3 0-16,-1 4-144 0,-2 0 144 15,-1 3 0 1,-1 2-832-16,-2 2-64 0,1 1-16 0,2 3 0 15,3 1-1376-15,1 2-272 0,2 2-48 0,2 0-18000 0</inkml:trace>
  <inkml:trace contextRef="#ctx0" brushRef="#br0" timeOffset="-44819.99">26012 17966 29487 0,'0'0'2624'0,"0"-8"-2112"0,0 8-512 0,2-7 0 0,-2 7 4848 0,0 0 848 15,7-6 192-15,-7 6 16 0,0 0-3488 0,0 0-704 16,12 0-144-16,-2 3-32 0,-10-3-896 0,9 11-176 16,-2 2-32-16,-1 4-16 0,-1 5-192 0,-1 5-32 15,-2 3-16-15,-2 1 0 0,0 1-48 0,-2 1-128 16,0-2 192-16,-1 1-64 0,2-1-128 0,0 0 0 15,-1 2 0-15,1-3 128 0,0-2-80 0,1 1-48 0,0 0 0 16,0-2 0-16,0-3 0 0,0-2 0 0,0-1 0 16,0-3 0-16,0-2 0 0,1-1 0 0,-1-2 0 15,1-2 0-15,-1-2 0 0,2 1 0 16,-2-3 0-16,0-7 0 0,0 0-288 0,-2 9-48 0,2-9-16 0,0 0 0 31,0 0-512-31,0 9-96 0,0-9-32 0,0 0 0 16,0 0-1664-16,0 0-336 0,0 0-64 0,0 0-17936 0</inkml:trace>
  <inkml:trace contextRef="#ctx0" brushRef="#br0" timeOffset="-44491.54">25795 18044 47055 0,'0'0'2080'0,"-9"-5"432"0,0-2-2000 0,3 2-512 0,6 5 0 0,0 0 0 0,0 0 1904 0,0 0 272 15,0 0 64-15,0 0 16 0,0 0-960 0,10-3-192 16,2 0-32-16,1 1-16 0,1 1-848 0,3-2-144 16,3 1-64-16,2-2 0 0,3 0 0 0,3 0 0 15,4 1 0-15,-1-1 0 0,-1 1 0 0,2 0 0 16,4 0 0-16,-1 3 0 0,1-2 0 0,0 2 0 15,-3 0 0-15,-1 0 0 0,-5 0 0 0,-1 1 0 16,-4 0 0-16,-1 2 0 0,-1-3-240 0,-2 3-32 0,-1 0-16 16,-1 1 0-1,-3 0-736-15,-2 3-128 0,0-2-48 0,-3 3 0 16,-8-8-1552-16,6 16-320 0,-2 2-64 0,-3 1-17552 0</inkml:trace>
  <inkml:trace contextRef="#ctx0" brushRef="#br0" timeOffset="-44200.19">25771 18701 46943 0,'-19'11'2080'0,"8"-6"416"0,0-3-1984 0,2 2-512 0,9-4 0 0,0 0 0 16,0 0 1968-16,0 0 288 0,0 0 64 0,0 0 16 0,5 7-1136 0,4-2-240 15,2-2-32-15,4 1-16 0,4-4-656 0,0-2-128 16,1 0-128-16,1-1 192 0,1 2-144 0,0-3-48 15,0 1 0-15,3-2 0 0,1 2 0 0,1-1 0 16,2 1 0-16,1-1 0 0,-1 0 0 0,-1-2 0 16,2 1 0-16,0 3 0 0,-1-4 0 0,-2 3 0 15,0 0 0-15,-4 0 0 0,-2-1-288 0,0 2-48 16,-3-1-16-16,-1 1 0 16,-3-1-1184-16,2-1-224 0,0 4-48 15,-1-3-14192-15,0 0-2848 0</inkml:trace>
  <inkml:trace contextRef="#ctx0" brushRef="#br0" timeOffset="-43729">26705 18315 51263 0,'-10'-6'2272'0,"5"3"464"0,-1-2-2192 0,6 5-544 0,-5-5 0 0,5 5 0 0,0 0 1472 0,0 0 192 15,0 0 48-15,0 0 0 0,0 0-1024 0,8-7-208 16,3 3-32-16,0 2-16 0,4-4-320 0,-1 4-112 15,4-1 0-15,0 2 0 0,1 0 0 0,0-2 0 16,0 2 0-16,-1 1 0 0,0 0 0 0,0 1 0 16,1 2 0-16,-1-3 0 0,1 0 0 0,1 0 0 0,-3 2 0 0,0 2 0 31,-2 0-944-31,1 0-176 0,-2-3-32 0,-2 4-16 16,-3 5-3248-16,-2-3-656 0</inkml:trace>
  <inkml:trace contextRef="#ctx0" brushRef="#br0" timeOffset="-43516.72">26671 18446 14735 0,'0'0'1312'0,"0"0"-1056"0,-9-2-256 0,9 2 0 16,0 0 7904-16,0 0 1520 0,0 0 304 0,0 0 64 15,0 0-6560-15,0 0-1312 0,12-4-272 0,2 0-48 16,3 2-1088-16,3-1-192 0,2 1-64 0,4-4 0 16,2 1-256-16,2 0 0 0,1 0 0 0,3 0-144 15,2 1-976-15,1 0-192 0,-3-3-32 16,1 5-16-16,1-5-2928 15,1 2-576-15</inkml:trace>
  <inkml:trace contextRef="#ctx0" brushRef="#br0" timeOffset="-43202.85">27489 18221 25791 0,'-5'-1'2304'0,"-1"-4"-1856"16,0-3-448-16,-2 4 0 0,-1 0 4944 0,0 4 896 16,-3 0 176-16,0 0 48 0,-2 3-3088 0,0 1-608 15,-3 0-128-15,0 2-32 0,0 2-1184 0,-1 1-224 16,-1 2-48-16,1 2-16 0,0 0-416 0,1 0-96 15,1 1-16-15,2 2 0 0,1-1-144 0,2 2-64 16,2 1 0-16,3-1 0 0,2-1 0 0,3 1 0 16,2 1 0-16,4-1 0 0,2 0 0 0,2-4 0 15,2-1 0-15,4 0 0 0,0-2 0 0,2 0 0 0,2 0 0 16,0-3 0-16,2-1 0 0,0-2 0 16,1-2 0-16,2-1 0 0,-2-1 0 0,0-1 0 0,-1-3 0 15,0-1 0-15,-1-3 0 0,0-1 0 0,-2-3 0 0,-1 1 0 16,-1-1 0-16,-3 0 0 0,-3 0 0 15,-1-1 0-15,-2-2 0 0,-2-1 0 0,-2-1 0 0,-4 2 0 16,-2-1 0-16,-1 0 0 0,-3 2 0 0,0 0 0 16,-2 1 0-16,-2 2 0 0,-1-2 0 0,-1 1 0 15,-1 1 0-15,-2 1 0 0,-2 3 0 0,0-2 0 16,0 1 0-16,1 1 0 0,1 2 0 0,-1 1 0 16,1 1-624-1,1 2-112-15,-1 0-32 0,3 1 0 0,0 1-1984 0,3 3-416 16</inkml:trace>
  <inkml:trace contextRef="#ctx0" brushRef="#br0" timeOffset="-42192.58">27913 18465 26719 0,'0'0'1184'0,"0"0"240"0,0 0-1136 0,0 0-288 0,0 0 0 0,0 0 0 0,3-10 5440 0,-3 10 1024 16,0 0 192-16,0 0 64 0,0 0-4304 0,0 0-864 15,0 0-160-15,0 0-48 0,-2 11-880 0,-2 4-176 16,0 3-32-16,1 2-16 0,0-1-240 0,0-1 176 16,0 2-176-16,2 1 160 0,0-4-160 0,-1-2 0 15,1 1 0-15,1-3 0 0,0-1 0 0,-1 0 0 16,0-3-160-16,1-9 160 16,-2 9-1088-16,2-9-128 0,-2 9-32 0,2-9 0 15,0 0-1040-15,0 0-208 0,0 0-32 0,0 0-11392 16,11 6-2272-16</inkml:trace>
  <inkml:trace contextRef="#ctx0" brushRef="#br0" timeOffset="-41548.99">28803 17996 27647 0,'0'0'2448'0,"0"0"-1952"0,-1-8-496 0,1 1 0 16,0 7 4976-16,0 0 896 0,0 0 176 0,0 0 32 0,0 0-3408 0,0 0-688 16,-7 8-144-16,1 5-32 0,-5 3-1056 0,0 0-224 15,-3 3-32-15,4 2-16 0,-2 2-160 0,1 0-16 16,-1-1-16-16,1-1 0 0,2 0-288 0,3-3 0 16,2-3 128-16,0 1-48 0,1-7-80 0,2 2 0 15,1-1 0-15,0-1 0 0,0-9 0 0,0 0 0 16,0 0 0-16,0 0 0 0,0 0 0 0,0 0 0 15,0 0 0-15,0 0 0 0,0 0 0 0,0 0 0 16,0 0 0-16,10-5 0 0,-2-3-160 0,0-1 160 16,0 0-128-16,1-4 128 0,0-1-176 0,2-5 176 15,0-2-208-15,2-2 80 0,-1-3-16 0,1 1 0 16,-2-1 0-16,0 1 0 0,1 2 144 0,-2 2 0 0,-2 4-144 16,-1 5 144-16,-2 3 0 0,-5 9 128 0,0 0 0 0,0 0 0 15,0 0 0-15,0 0 0 0,0 0 0 0,12 5 0 16,0 1 16-16,-3 1 0 15,0 2 0-15,0 6 0 0,0 0-96 0,1 0-48 0,1 3 0 0,1 0 0 16,-1 2 0-16,2-1 0 0,0 2 0 16,0-1 0-16,-1-1 0 0,1 0 0 0,3-2 0 0,0 0 0 15,-3 0 0-15,0-2 0 0,-2 1 0 16,2-2 0-16,0-2 0 0,-1 1 0 0,-1-3 0 16,-1-1 0-16,-1 1 0 0,-1-4 0 0,-2 1 0 15,0 0 0-15,-6-7 0 0,0 0 0 0,0 0 0 0,0 0 0 16,0 0 0-16,0 0 0 0,0 0 0 0,-7 10 0 15,-2-7 0-15,0 1 0 0,-2-1 0 0,0 0 0 16,-1-3 0-16,-1 0 0 0,-3 0 0 0,-1 1 0 16,-1-1 0-16,-4-1 0 0,-2 1 0 0,0 0 0 0,-4 0 0 15,1-3 0-15,-2 0 0 0,1 2 0 0,-2 1 0 16,1-3 0-16,2 1 0 0,2 1 0 0,3-3 0 16,2 2 0-16,2 2 0 0,3 2 0 15,2-6-448-15,4 2-64 0,9 2-32 0,0 0 0 16,0 0-1120-16,0 0-208 0,0 0-48 15,0 0-16-15,16 2-2672 0,2-2-544 0</inkml:trace>
  <inkml:trace contextRef="#ctx0" brushRef="#br0" timeOffset="-40887.79">29744 17811 25791 0,'9'-12'2304'0,"-5"2"-1856"0,0-4-448 0,0 3 0 16,1 0 4752-16,-1 2 864 0,0 1 160 0,-4 8 48 0,0-9-3232 16,0 9-640-16,0 0-128 0,0 0-32 0,-4-8-496 0,4 8-96 15,-8-2-32-15,-1 0 0 0,-2 1-672 0,-2 4-144 16,-2 2-32-16,0 0 0 15,-2-1-176-15,-2 1-144 0,1 4 192 0,1 2-192 0,2-5 128 0,-1 5-128 16,0-1 0-16,2 2 80 0,0 1-80 0,1 1 0 16,1-1 0-16,1 0 0 0,2 4 0 0,1-2 0 15,3-1 0-15,1 0 0 0,2-1 0 16,2-1 0-16,1 3 0 0,2 0 0 0,1 1 0 0,1-1 0 16,1-1 0-16,3-1 0 0,2 0 0 0,-1 0 0 15,1-2 0-15,0 2 0 0,4-1 0 0,2-1 0 16,-2-1 0-16,4-3 0 0,0 0 0 0,2 1 0 0,0-3 0 0,1 2 0 15,0 2 0-15,0-2 0 0,-1-4 0 16,-1 4 0-16,-1-1 0 0,-2 1 0 16,-4 0 0-16,-2-1 0 0,-3-2 0 0,-8-4 0 0,0 0 0 0,6 8 0 15,-3 0 0-15,-3-8 0 0,0 0 0 16,-4 10 0-16,-1 0 0 0,-5 1 0 0,-1 1 0 16,-2-2 0-16,-3-3 0 0,-1 2 0 0,-1 0 0 0,0-1 0 15,-2-3 0-15,2 0 0 0,-2 2 0 0,2-1 0 16,-2-1 0-16,2 1 0 0,0-3 0 0,0 1 0 15,1-1-288-15,1 0-48 0,0-1-16 0,1 2 0 16,-2-4-1248 0,1 3-256-16,1-2-64 0,0 2-14016 0,1-2-2816 0</inkml:trace>
  <inkml:trace contextRef="#ctx0" brushRef="#br0" timeOffset="-40634.12">29541 18151 37775 0,'0'0'3360'0,"0"0"-2688"0,0 0-544 0,0 0-128 0,0 0 3808 0,0 0 736 15,-5 10 128-15,0 1 48 0,-2 1-3040 0,2-1-592 16,-2 0-128-16,2-1-32 0,-1 1-672 0,-2 0-128 16,-1 2-128-16,-1 2 192 0,3-2-192 0,-3-2 0 15,1 0 0-15,2 1 0 0,0-5 0 0,1 3 0 16,-2-3 0-16,1 0-176 15,7-7-560-15,-8 8-112 0,8-8-32 0,0 0 0 16,0 0-992-16,0 0-208 0,0 0-32 0,0 0-12928 0,0 0-2592 0</inkml:trace>
  <inkml:trace contextRef="#ctx0" brushRef="#br0" timeOffset="-40412.61">29916 17414 39615 0,'0'0'3520'0,"0"0"-2816"0,0 0-560 0,0 0-144 16,0 0 2944-16,0 0 544 0,0 0 112 0,0 0 32 15,0 0-1904-15,0 0-368 0,2 12-80 0,-2 1 0 0,1 1-896 16,-2 5-160-16,-2 0-32 0,0 2-16 0,0 0-176 0,-1 0 0 16,-2 2 144-16,3-3-144 0,-1-4 0 0,1-1 0 15,0 1 0-15,1-1 0 0,2-2 0 0,0 1-128 16,1-1 0-16,2-2 0 15,-1 0-1184-15,1 0-224 0,1 1-64 0,0 0 0 16,0-4-2128-16,0 2-432 0,1-1-96 0</inkml:trace>
  <inkml:trace contextRef="#ctx0" brushRef="#br0" timeOffset="-40118.8">30244 17915 22111 0,'0'0'1968'0,"-8"-3"-1584"0,8 3-384 16,0 0 0-16,0 0 7552 0,0 0 1440 0,0 0 288 0,0 0 48 15,0 0-6752-15,0 0-1344 0,0 0-272 0,8-6-48 16,3-1-720-16,5 2-144 0,2 1-48 0,3 0 0 16,1 0 0-16,0 0 0 0,1 2 0 0,1-1 0 15,1 2 0-15,0 1 0 0,0-3 0 0,-2 3 0 16,-1-1 0-16,-2 1 0 0,-4 0 0 0,-2 1 0 15,-2 2-368-15,-12-3-64 0,0 0-16 16,0 0 0 0,0 0-864-16,0 0-176 0,0 0-48 0,-6 14 0 0,-5-1-1696 0,-5 0-352 0,-2-1-64 0,-2 0-15728 15</inkml:trace>
  <inkml:trace contextRef="#ctx0" brushRef="#br0" timeOffset="-39829.14">30285 18027 37887 0,'0'0'1680'0,"0"0"352"0,-9 4-1632 0,9-4-400 0,0 0 0 0,0 0 0 0,0 0 2784 0,0 0 480 16,0 0 80-16,0 0 32 0,0 0-1440 0,0 0-272 15,13 4-64-15,0-1-16 0,2-3-1008 0,2 0-208 16,1-3-48-16,1 2 0 0,1-1-160 0,2 1-32 16,3 1-128-16,0-3 192 15,1 2-640-15,1 1-128 0,4-1-16 0,1-1-16 16,-1 2-1792-16,2-3-352 0,0 3-80 0,1-3-18816 0</inkml:trace>
  <inkml:trace contextRef="#ctx0" brushRef="#br0" timeOffset="-39565.52">31216 17833 43887 0,'0'0'1936'0,"-4"-7"416"0,-4 1-1888 0,2 1-464 0,6 5 0 0,-9-7 0 15,-4 2 2160-15,0 2 336 0,0 2 64 0,0 1 0 16,0 0-960-16,-3 4-208 0,-2 1-48 0,-3 4 0 16,-3 3-848-16,0 1-176 0,-2 1-48 0,-2 5 0 15,0 3-192-15,0 2-80 0,2-3 0 0,3 5 0 16,2 4 0-16,4-1 0 0,4-2 0 0,4 1 0 15,3 1 0-15,4-3 0 0,0-3 0 0,5-2 0 16,2-4 0-16,4-1 0 0,2-2 0 0,3 2 0 16,4-3 0-16,3 0 0 0,1-6 0 0,3 3 0 15,3-3 0-15,0 1 0 0,2-3 0 0,2-2 0 16,0 0 0-16,1-2 0 0,-1-1 0 0,1 0 0 16,-3-4 0-16,0 0 0 0,-1-2 0 0,-3-1 0 0,-2-3 0 15,-1-3 0-15,-3-4 0 0,-1 1 0 0,-5 0 0 16,-1-1 0-16,-4-7 0 0,-2-1 0 0,-2-1 0 15,-4 1 0-15,-3-2 0 0,-4-1 0 0,-1 1 0 0,-5-1 0 16,-2 1 0-16,-2 5 0 16,-1-2 0-16,-1 0 0 0,-6 0 0 0,3 2 0 0,1 6 0 0,-1-1 0 15,0 2 0-15,1 2 0 16,2 1-336-16,0 3-64 0,0 2-16 16,1 2 0-16,2 1-1984 0,2 7-400 0,0 5-80 0</inkml:trace>
  <inkml:trace contextRef="#ctx0" brushRef="#br0" timeOffset="32808.29">4517 4133 51775 0,'-20'-11'2304'0,"8"4"448"15,-1-1-2192-15,2 2-560 0,5 3 0 0,6 3 0 0,0 0 128 0,0 0-128 0,0 0 0 0,0 0 0 16,8 20 0-16,2 3-304 0,0 3 64 0,4 7 16 16,-1 3 48-16,1 7 16 15,2 6 0-15,-2 3 0 0,0 0 160 0,1 8 0 0,-4 5 0 0,1 7 0 16,-3 3 0-16,-1 5 256 0,-1 2-64 16,-4 0-16-16,0 0-48 0,-3 4 0 0,-1 6 0 0,-1-4 0 15,1 2 160-15,1 0 32 0,-1-4 0 0,0-2 0 16,1-1-48-16,0 2 0 0,0-2 0 0,2-6 0 15,3-5-128-15,-1-3-16 0,0-1-128 0,0-2 192 16,-1-3-192-16,2-2 176 16,-1-1-176-16,0-3 160 0,-2-6-160 0,1-2 0 0,0-6 144 0,-1-4-144 15,2 1 0-15,0-6 144 0,-1-1-144 0,0-6 0 16,0-2 0-16,0 0 0 0,-1-5-192 0,0-1 48 31,-2-5-672-31,-2-1-128 0,1-4-16 0,1-9-16 0,0 0-832 16,0 0-176-16,0 0-16 0,0 0-18544 0</inkml:trace>
  <inkml:trace contextRef="#ctx0" brushRef="#br0" timeOffset="34075.02">4618 3858 28559 0,'-8'-9'2544'0,"3"5"-2032"0,-2-1-512 0,7 5 0 15,-5-4 3824-15,5 4 656 0,0 0 144 0,0 0 32 16,0 0-3424-16,0 0-672 0,13 0-144 0,1 0-32 16,5-1-192-16,4 2-64 0,4 2 0 0,6-1 0 15,4 0 160-15,0 0 32 0,2 0 0 0,6-2 0 0,0-2-32 0,4 2 0 16,2-4 0-16,2 3 0 0,6 1-96 0,1 1 0 15,1 3-16-15,-1-4 0 0,0 0-48 0,0 2-128 16,1 0 192-16,4 2-64 0,3 0 0 0,1 1-128 16,0-1 192-16,0 0-64 0,-1-1 48 0,1-1 0 15,2-2 0-15,3 2 0 0,3-1 32 0,1-1 16 16,0-1 0-16,1-1 0 0,-1 2-32 0,4-4-16 16,3 2 0-16,5-3 0 0,2-3-176 0,2 0 160 15,-1 0-160-15,2 2 160 0,3-2-160 0,-1 1 160 16,0 1-160-16,1 2 160 0,-2-1-160 0,4 1 128 15,2 1-128-15,-1 2 128 0,-5 1-128 0,0-3 0 16,2 2 0-16,1-1 128 0,0 2-128 0,0-1 0 0,1-1 0 16,-1 0 0-16,0 1 0 0,0 0 0 0,-1-1 128 0,-2 0-128 15,-3-3 0-15,2 1 0 0,3 1 0 0,-2 2 0 16,-3-3 0-16,-3 1 0 0,1-1 0 0,0 2 0 16,2-4 0-16,-3 3 0 0,-3 1 0 0,0 0 0 15,-2-2 0-15,1 1 0 0,0-1 128 0,-1 2-128 16,-3-1 0-16,-1 2 0 0,-3-2 0 0,0 2 0 15,-1-2 0-15,0 1 0 0,-1-1 0 0,-3 2 0 16,-2-1 0-16,0 2 0 0,-1-1 0 0,1 1 0 16,0-1 0-16,0 1 0 0,-2 0 0 0,-1 0 0 15,-3 1 0-15,0-1 0 0,-1 0 128 0,1 1-128 16,3 1 0-16,0-2 0 0,-1 0 0 0,-3 0 128 16,-2-2-128-16,-1 1 0 0,3-2 0 0,-3 1 128 15,-1-1-128-15,1 1 0 0,1-2 0 0,-2 0 0 0,-4-1 0 0,-2 1 0 16,0 0 128-16,-1 1-128 0,1-3 0 0,-2 2 0 15,-3 1 0-15,1-1 0 0,-2 0 0 0,0 2 128 16,-2-1-128-16,0 0 0 0,-1 2 0 0,0 1 0 16,-2-2 128-16,1 2-128 0,-1 2 0 0,1-2 0 15,1 1 0-15,0 1 128 0,0-2-128 0,2 0 0 16,-2 0 0-16,0 1 0 0,-4 2 0 0,0-3 0 16,-4 2 0-16,3 0 0 0,-1-2 0 0,0 0 0 15,-3 1 128-15,1 0-128 0,-1 1 0 0,0-1 0 16,-3-2 0-16,3 1 0 0,-2 0 0 0,-2 1 0 15,-1 0 0-15,1 2 0 0,0-1 0 0,-3 1 0 0,0 0 128 16,-2 0-128-16,0 0 0 0,2 0 0 0,0-3 0 16,-2 0 0-16,-2 0 0 0,-2 0 0 0,1 0 128 0,-1-3-128 15,-1 2 0-15,-1 1 0 0,-2 0 0 16,-2-2 128-16,-2 1-128 0,1-3 128 0,-3 2-128 0,0-1 128 16,0 2-128-16,-1-1 0 0,-3 1 144 0,1 0-144 15,1-2 0-15,-11 3 144 16,10-2-144-16,1 0 0 0,-1 1 0 0,-1 1 0 0,-9 0 0 0,12-1 0 15,-3 1 128-15,-9 0-128 0,10 0 0 0,-10 0 0 16,11 0 0-16,-11 0 0 0,0 0 0 0,9-3 0 16,-9 3 0-16,0 0 0 0,0 0 0 0,0 0 0 15,0 0 0-15,0 0 0 0,0 0 0 0,0 0 0 16,0 0 0-16,0 0 0 0,0 0-144 0,0 0 144 16,0 0-144-16,0 0 144 0,0 0-160 0,0 0 160 15,0 0-128-15,0 0 128 0,0 0 0 0,0 0-144 0,0 0 144 16,0 0-128-16,0 0 128 0,0 0-128 0,0 0-64 15,0 0 0-15,0 0 0 0,0 0 0 0,0 0-64 0,0 0-32 16,0 0 0-16,0 0 0 0,0 0 32 0,0 0 16 16,0 0 0-16,0 0 0 0,-3 9 112 0,3-9 128 15,0 0-208-15,0 0 80 0,0 0 128 0,0 0 0 16,0 0-144-16,0 0 144 0,0 0-160 0,0 0 160 16,0 0-208-16,2 8 80 15,-2-8-352-15,0 0-64 0,2 9-16 0,2-2 0 16,-4-7-1776-16,7 7-352 0,-7-7-80 0,7 11-10192 15,1-1-2032-15</inkml:trace>
  <inkml:trace contextRef="#ctx0" brushRef="#br0" timeOffset="34741.91">14926 3555 39615 0,'0'0'3520'0,"0"0"-2816"0,0 0-560 0,0 0-144 0,9 9 1568 16,1 2 288-16,0 2 48 0,2 3 16 0,-1 1-1712 0,1 5-208 15,1-1-288-15,0 8 64 0,2 1 224 0,-2 4 0 16,0 1 0-16,0 3 0 0,0 3 0 0,0 4 0 15,0 0 0-15,-3 1 0 0,-2 5 0 0,-1 5 0 16,-2 2 0-16,0 4 0 16,-1 3 128-16,-2 1 32 0,0 2 0 0,-2 1 0 0,0 2-160 0,1 2 192 15,-2 1-192-15,-1 3 192 0,1 0-64 0,0 1-128 16,1-4 192-16,-1-1-64 0,-1 0 0 0,1 2 0 16,1 2 0-16,-1-4 0 0,1-6 16 0,0-1 0 0,0-2 0 0,-2-1 0 15,2-3 80-15,2 3 16 0,-2 1 0 0,0-2 0 16,-2 0-32-16,1-1 0 0,1-5 0 0,-3 1 0 15,1-1 32-15,-1-3 0 0,2-1 0 0,-2 3 0 16,1-3-48-16,-1-1 0 16,2-5 0-16,0-3 0 0,-1-7-32 0,4-2-16 0,-1-4 0 15,0-3 0-15,2-5-144 0,-1 0 192 0,0-3-192 16,0-4 192-16,1-2-192 0,-1-1 160 0,1 0-160 0,-3-12 160 16,3 7-160-16,-3-7 128 0,0 0-128 0,0 0 128 15,0 0 0-15,0 0 0 0,0 0 0 0,0 0 0 16,0 0 0-16,0 0 0 0,0 0 0 0,0 0 0 15,0 0-128-15,0 0 0 0,0 0 0 0,0 0 0 16,0 0-720 0,0 0-128-16,0 0-32 0,-9 3 0 0,9-3-1344 0,-11 3-272 15,2 1-48-15,-3-2-17296 0</inkml:trace>
  <inkml:trace contextRef="#ctx0" brushRef="#br0" timeOffset="35423.98">14980 6835 35935 0,'-11'-3'3200'0,"-3"0"-2560"16,-4 2-512-16,-2-3-128 0,3 3 3632 0,2 2 704 0,-1 3 144 0,3 0 16 15,1 0-3680-15,-1 0-816 0,0-2 0 0,1 2 0 16,-1 3-384-16,0-2 48 0,-1 2 0 0,0-3 0 31,-2-1-240-31,-2 0-64 0,-1-2 0 0,1 1 0 0,-3-2 368 0,-2 0 64 0,-2-2 16 0,-4 4 0 16,-3 0 192-16,-3 0 0 0,-6-4 0 0,1 2 160 15,-3 2 112-15,-2 0 32 0,0 2 0 0,-2 0 0 16,-1 0 80-16,-3 1 32 0,-1-2 0 0,-4 2 0 16,-3 0-192-16,-2 0-32 0,-3 1-16 0,0 0 0 15,-3-3-176-15,1 2 192 0,-2 0-192 0,-5-2 192 16,-5 2-192-16,0-1 0 0,-2-1 144 0,1 0-144 15,-2 3 160-15,-5 0-32 0,-6-2-128 0,0 3 192 0,-2-1-32 16,0 2-16-16,0 1 0 0,-5 0 0 0,-5-2-16 16,-2-1-128-16,1 1 192 0,-1-1-64 0,-1-1-128 0,-2 2 0 15,-3-2 0-15,1-2 0 16,0 1 0-16,-4-2 0 0,-2-2 128 0,1 3-128 0,0 0 0 16,-3-2 160-16,-2-1-160 0,0 0 160 0,1 0 0 0,0 0 0 15,-3 0 0-15,2 2 0 0,1 1 16 0,0 1 0 16,0 1 0-16,-1-2 0 0,-3 2-176 0,4 0 160 15,1-5-160-15,0 0 160 0,-3 3-160 0,4-1 0 16,2 1 0-16,-2-2 0 0,-3-1 0 0,2-1 0 16,5-2 0-16,0 2 0 0,2 2 0 0,0 1 0 15,1-2 0-15,2 0 0 0,2-2 176 0,-1 0-48 16,-1-1-128-16,4 3 192 0,2 0-64 0,2 0-128 16,2-2 176-16,3 2-176 0,2-2 176 0,1 1-176 0,2 0 160 0,2 1-160 15,2 0 160-15,2 1-160 0,2-1 160 16,2 0-160-16,4 0 144 0,3-1-144 0,3-2 128 0,4 2-128 15,-4 0 128-15,5 1-128 0,2-2 128 0,7 2-128 16,0-4 0-16,7 2 128 0,3-4-128 0,5 3 0 16,5 0 128-16,6 2-128 0,4-1 0 0,6 0 128 15,3-2-128-15,3-1 0 0,4 1 144 0,3-2-144 16,8 6-160-16,0 0-96 0,0 0-32 0,0 0 0 16,9-6-1696-16,5-1-352 15,6 0-64-15,7-1-20096 0</inkml:trace>
  <inkml:trace contextRef="#ctx0" brushRef="#br0" timeOffset="120144.74">32723 13948 16575 0,'-4'-18'736'0,"3"6"160"0,0-4-720 0,2-1-176 15,3-2 0-15,1-2 0 0,3 1 3600 0,0 1 688 0,-2 2 144 0,2 2 32 16,1 4-1936-16,2 2-384 0,-2 2-80 0,1 6-16 16,1 1-800-16,-3 6-160 0,-2 7-48 0,-1 8 0 15,-2 10 128-15,-6 11 32 0,-5 8 0 0,-6 3 0 16,-5 1-208-16,-5 7-32 0,-3 5-16 0,-2 10 0 15,0 7-480-15,3-7-80 0,2-11-32 0,-1-13 0 0,7-5-144 0,2-5-16 16,3-8-16-16,2-2 0 0,1 0-176 16,2-4 0-16,0-1 144 0,2-5-144 0,2-1 0 0,-1-8 144 15,2-2-144-15,3-11 0 0,0 0 160 0,0 0-160 16,0 0 128-16,-3-2-128 0,2-9 128 0,2 3-128 16,1-2 128-16,0-6-128 0,1-1 0 15,1-5 0-15,2-3 0 0,2-5 0 0,3-2 0 0,10-40 0 16,2-3-192-1,-1-6 192-15,0-5-240 0,0-2 80 0,3-4 16 0,-3 3 0 0,-1 2-32 0,-1 7 0 16,-1 12 0-16,-3 11 0 0,-2 8 176 0,-3 12 0 16,-5 11 0-16,1 6-128 0,1 6 128 0,-3 4 0 15,-1 1 0-15,0 5 128 0,-2 4-128 0,2 4 176 16,0-1-176-16,0 9 192 0,0 4-32 0,0 5 0 16,1 3 0-16,2 5 0 0,-1 5-16 0,2 8 0 0,1 5 0 15,0 2 0-15,-1 2-16 0,1 0 0 16,0 0 0-16,2-2 0 0,-1-2 16 0,1 3 0 15,-1-1 0-15,3 1 0 0,1-1-144 0,1-2 0 0,-2-4 144 0,0-4-144 16,0-5 0-16,0-5 0 0,0-4 0 0,-7-13 128 16,1-1-128-16,-1 1 0 0,1-2 0 0,-1 0 128 15,0-3-128-15,-1 1 0 0,-1-1 0 0,0 2 0 16,-2-3 0-16,-3-2 0 0,-3-2 0 0,0-2 128 16,-1 0-128-16,-3-2 176 0,-1 1-176 0,-1-4 192 15,-3 0-192-15,-3-2 128 0,-1-1-128 0,-18-9 128 16,2 0-128-16,2 0 0 0,0-2 0 0,-1-5 0 15,0 0 0-15,-2-5 0 0,-1-1 0 0,-6-1 0 16,-3 2 0-16,-2 3 0 0,-5-3 0 0,1 4-176 16,-1 6 176-16,1 1 0 0,3 3-144 0,4 5 144 15,4-1 0-15,5 5 0 0,2 1 0 0,7 5 0 0,4 1-128 0,7 2 128 16,1-1 0-16,5 2 0 0,5 1 0 16,3-5-144-16,0 0 144 0,18 13 0 0,5-4-160 0,3 1 160 15,4-1-128-15,6-4 128 0,6-1 0 0,6 0 0 16,8-4 0-16,3-2 0 15,5 0 0-15,1-2 0 0,3-3 0 0,3 0 0 0,5-4 0 0,-33 5 0 16,5-5 128-16,6 1-128 0,2-1 0 0,-3 2 0 16,-3 3 0-16,-6-1 128 0,-6 2-128 0,21-2 0 15,-20 4 0-15,-15 0 0 0,-9 2 0 0,-15 1 0 16,0 0 0-16,0 0 128 0,-4 11 64 0,-7 4 0 16,-5 0 16-16,-8 4 0 0,-6 1 64 0,-8 5 16 15,-5 4 0-15,17-12 0 0,-4 0-96 0,-4 4 0 16,-2 2-16-16,-2 2 0 0,-2 0-176 0,-3 1 128 15,-2 1-128-15,-37 27 128 0,12-7-128 0,7-6 0 16,4-3 0-16,7-3 0 0,1-2 0 0,7-2 0 16,5-2 128-16,4 0-128 0,6-3 0 0,4-2 0 15,6-1 0-15,2-4 0 0,5-1-192 0,4 1-64 0,6-5 0 0,4-1-16 32,5-1-2032-32,8-3-416 0,5-1-80 0</inkml:trace>
  <inkml:trace contextRef="#ctx0" brushRef="#br0" timeOffset="-200522.57">4679 4257 47855 0,'-4'3'1408'0,"-4"1"304"0,-1 1 48 0,0 0-1408 0,1 4-352 0,2 2 0 0,1 4 0 0,-1 2-176 0,-3 24-96 0,4 3-32 0,2 7 0 15,1 1 112-15,0 8 32 0,1 4 0 0,1 2 0 16,1 3 160-16,2-2-208 0,1 2 80 0,0 1 128 0,0 2-128 0,1 1 128 15,2 4 0-15,0 4 0 0,2 4 0 16,2-4 0-16,1-1 0 0,2 1 0 16,2 1 0-16,1-1 0 0,-3 0 0 0,0-3 0 0,-1-5 0 0,-1-1 0 15,-3 1 0-15,0-4 128 0,-1 3-128 16,-1 1 160-16,-2 1-160 0,0-4 160 0,-2-3-32 0,-1-2-128 16,2 2 192-16,-4-7-64 15,-1-3-128-15,1-2 128 0,2-2-128 0,-2-9 128 0,-2-2-128 16,1-5 0-16,2-5 0 0,-2-6 0 0,-1-7-304 15,1-4-32-15,1 0-16 0,-1-6 0 16,1-9-1952-16,0 0-400 0,0 0-80 16,0 0-9040-16,-12-5-1808 0</inkml:trace>
  <inkml:trace contextRef="#ctx0" brushRef="#br0" timeOffset="-199328.06">4830 3913 30399 0,'-9'-9'1344'15,"4"4"288"-15,0 1-1312 0,2-1-320 0,-1-1 0 0,4 6 0 0,0 0 2752 0,9-2 464 16,4-1 112-16,6 1 0 16,1-5-3056-16,5 2-608 0,3 0-128 0,4 1-32 0,6-3 256 0,6 3 48 15,6-2 16-15,9-3 0 0,4-1 176 0,5 1-208 0,1 2 80 0,2-1 128 16,0-3-128-16,6 2 128 0,5 0 0 0,6 1 0 16,3-2 0-16,0 2 0 0,-2 0-144 15,6 0 144-15,6-1 0 0,0 3-128 0,1 2 128 0,2-1 0 16,2-3-160-16,7 1 160 0,6 1-128 0,-2-3 128 15,-3-2 0-15,4 2 0 0,6 1 0 0,0 2-128 16,-1-5 128-16,4 2 0 0,8 0 0 0,-6 1-128 16,-5-1 128-16,3 3 0 0,6 2 0 0,-2-2-128 15,-4-1 128-15,5 3 0 0,2 0 0 0,-1 1 0 16,-4-1 0-16,4 3 0 0,6 1 0 0,-5-1 0 16,-5-2 0-16,4 3 0 0,3 3 0 0,-2-3 0 15,-3-2 0-15,4 2 0 0,2 2 0 0,-2 0 176 16,-2 0-176-16,3 0 192 0,2 1-192 0,-5 1 192 0,-5-2-192 0,-1 5 0 15,1-1 144-15,-3 2-144 16,-2-1 0-16,0 2 0 0,-6 1 0 0,3-1 128 0,2 0-128 16,-6 3 0-16,-7-3 0 0,0 2 0 0,6-1 0 0,-6-1 0 15,-8-1 0-15,-2 0 0 0,-3-3 0 16,2 2 128-16,0-1-128 0,-6 1 0 0,-9-1 0 0,-3 1 128 16,-1-2-128-16,-1 1 0 0,-1 1 128 0,-6 0-128 15,-7-2 128-15,-5 1-128 0,-6-1 0 0,-3 2 128 16,-4-2-128-16,-1-1 0 0,0-1 128 0,-1-1-128 15,-1 2 160-15,0-2-160 0,0-1 128 0,1-1-128 16,1-1 0-16,-1 1 0 0,-6 0 128 0,1 1-128 16,-4 0 0-16,-1 2 0 0,1-3 0 0,2 0 128 15,-1-3-128-15,1 3 0 0,-1 0 0 0,1 0 0 16,-1 0 0-16,-1 0 0 0,1 3 0 0,-3-3 0 0,1 0 0 16,-1 0 0-16,-7-3 0 0,-1 2 0 0,-2 0 0 0,-2-1 0 15,-1 2-160-15,-2 0 32 0,-1-2 0 0,-3 4 0 16,-1-2 128-16,-2 0-160 0,-11 0 160 0,10 0-160 15,-10 0 0-15,0 0 0 0,0 0 0 0,0 0 0 32,8 0-944-32,-8 0-192 0,0 0-48 0,0 0-9504 0,0 0-1904 0</inkml:trace>
  <inkml:trace contextRef="#ctx0" brushRef="#br0" timeOffset="-199200.46">14882 3565 20271 0,'-13'-7'1792'0,"-4"-2"-1424"0,-1-1-368 0,1-2 0 0,2-1 4720 0,4 1 864 15,3 1 176-15,1 4 48 0,7 7-4528 0,0 0-912 16,0 0-176-16,0 0-48 0,0 0 48 0,0 0 16 16,0 0 0-16,13 3 0 0,0 2-208 0,0 4-240 15,-1 5 48-15,3 5 16 0,-1-4 176 0,3 6 0 16,0 0 0-16,0 6 0 0,0 5 0 0,0 2 192 15,0 5-64-15,-1 4 0 0,0 1-128 0,-2 6 176 16,-2 3-176-16,0 2 192 0,0 2-192 0,-1 4 0 16,-1 3 0-16,-3 2-176 0,1 4 176 0,0 6 0 15,1 2 160-15,-2 4-160 0,-1 4 192 0,2 0-48 0,-3 0-16 16,3 0 0-16,-3-1 32 0,2 1 0 0,1-1 0 0,-1-5 0 16,3 0-32-16,-1-2 0 0,1-5 0 15,-1-2 0-15,-1-9-128 0,1-1 0 0,-1-1 144 0,0-2-144 16,-3-2 128-16,2-1-128 0,-2-1 160 15,-1-4-160-15,1-7 144 0,-3 0-144 0,0-1 128 0,-2-1-128 16,0 0 0-16,-2-2 0 0,1-3 128 0,0-3-128 16,-2-3-192-16,1-4-80 0,-1 0-16 0,0-4 0 31,1-2-992-31,-1-1-192 0,1-2-32 0,-1-1-16 16,0-2-1456-16,2-1-288 0,-1-5-64 0</inkml:trace>
  <inkml:trace contextRef="#ctx0" brushRef="#br0" timeOffset="-198958.4">14775 6446 34095 0,'-12'8'3024'0,"-5"-1"-2416"0,-2-1-480 0,-2 2-128 0,0 0 2432 0,2 1 448 16,-1 0 112-16,2 1 16 15,-4 1-2768-15,-3 1-560 0,-4-2-96 0,-2 3-32 16,-4 0-80-16,-1 3-32 0,0 2 0 0,-1 0 0 15,1-1-80-15,-1 0-32 0,1 0 0 0,1 3 0 0,-2-1 544 0,1-1 128 16,-2-2 0-16,-3 0 0 0,-3 1-352 0,-3-4-32 16,-8-2-16-16,-1 1-10880 15,-1-1-2176-15</inkml:trace>
  <inkml:trace contextRef="#ctx0" brushRef="#br0" timeOffset="-176129.37">4727 4329 23039 0,'-28'-7'2048'0,"9"3"-1648"0,-2 2-400 0,-3-2 0 15,-5 4 4480-15,2 4 832 0,-2-2 144 0,4 4 48 0,3 0-4032 0,4 1-816 16,0 2-144-16,4 4-48 0,3 0 96 0,0 4 16 16,5 1 0-16,2 4 0 0,1 2-576 0,5 4 0 15,2 4 0-15,2 4 0 0,3 3 0 0,2 7 0 16,-2 4 0-16,2 10 0 0,2 2 192 0,3 6-192 16,0 0 192-16,-2 5-192 0,0 5 192 0,-1 7-192 15,2 1 192-15,0 4-192 0,1 2 144 16,-2-1-144-16,-2-2 0 0,1 0 144 0,0-1-144 0,0 0 128 15,0-6-128-15,-2-1 128 0,-1-4-128 0,-1-2 0 0,0 1 144 0,1-4-144 16,-1-2 128-16,0-2-128 0,-4-3 128 0,-1-5-128 16,0-3 144-16,-2-2-144 0,0-4 192 0,-2 0-192 15,1-2 160-15,0-2-160 16,-1-2 128-16,0-4-128 0,0-6 160 0,-2-2-160 16,-2-3 192-16,1-4-192 0,2-4 160 0,0-2-160 0,1-5 128 0,0 0-128 15,0-2 0-15,1 0 0 0,2-3 128 0,-3-10-128 16,0 0 0-16,2 11 0 0,-2-11-192 0,3 8 192 15,-3-8-240-15,0 0 80 0,5 9 16 0,-5-9 0 16,7 6-368 0,-7-6-80-16,0 0-16 0,11 7 0 0,4-3-2304 15,-2 1-464-15,-2-1-80 0,4-4-13616 0</inkml:trace>
  <inkml:trace contextRef="#ctx0" brushRef="#br0" timeOffset="-175250.13">4983 7136 14735 0,'0'0'1312'0,"0"0"-1056"0,0 0-256 0,0 0 0 15,-7-1 5984-15,7 1 1136 0,0 0 240 0,0 0 32 16,0 0-6208-16,15 5-1184 0,0-4-352 0,6 2-16 15,4-1 192-15,1 2 48 0,4 1 0 0,6-1 0 16,6-2 128-16,5-2-192 0,3-2 192 0,-1 1-192 16,-1 0 192-16,5-2-160 0,1-1 160 0,6-2-160 15,6-2 160-15,4-1-128 0,4-3 128 0,-1 3-128 16,-4 2 128-16,2 1 0 0,2-1 0 0,4-1 0 16,3 3 0-16,1 1 0 0,-1 0 0 0,-2 3 0 0,-4 2 0 15,3 2 0-15,2-2 0 0,4 2 0 0,4 0 0 16,-2 0 0-16,-5 3 0 0,2 0 0 0,2-4 0 0,5 3 0 15,5-3 160-15,-1 4-160 0,-6-3 208 16,5 3-48-16,5-2-16 0,3-2 0 0,5-2-144 0,-4-1 192 16,0 0-192-16,3 1 192 0,5 1-192 0,0 1 160 15,-2 0-160-15,0-2 160 0,2 0-160 0,2 0 128 16,1 1-128-16,-1 3 128 0,-3 1-128 0,3-2 128 16,2 1-128-16,-2-3 128 0,-7 2-128 0,3 1 192 15,1-1-192-15,1 1 192 0,-1 0-192 16,-1 2 0-16,-3-1 144 0,4-1-144 0,3 1 0 0,-3 0 0 15,-2 0 0-15,-2-2 0 0,4-2 0 0,1 0 128 16,0 1-128-16,-1-1 0 0,-1-2 0 0,3 5 0 0,2-2 0 0,-5 2 128 16,-6-6-128-16,0 2 0 15,1 0 0-15,1 2 128 0,0 5-128 0,-7-3 0 16,-9-2 128-16,2 2-128 0,1 1 0 0,0 1 144 0,0-2-144 16,-7 1 0-16,-6-4 160 0,-1 2-160 0,1-1 128 0,-2 1-128 15,5 1 0-15,-6-3 128 0,-2-1-128 0,-4-1 0 16,-4-2 144-16,-1 1-144 0,4-2 160 0,1 1-160 15,-2 2 144-15,-1 1-144 0,-1-3 128 16,-6-1-128-16,-7-4 160 0,-2 1-160 0,-2 0 192 16,0 3-192-16,-1 2 192 0,-3 0-192 0,-3 0 192 15,-1-1-192-15,-1 2 176 0,-3-2-176 0,-1 2 160 0,-4-1-160 16,-4 0 176-16,-2-2-176 0,-2-1 192 0,-4 2-192 16,-4 2 192-16,1 1-64 0,-2-1 0 0,-2-1-128 0,-11 2 192 15,12-4-192-15,-1 3 192 0,-11 1-192 16,10-4 144-16,0 0-144 0,1 0 0 0,-11 4 144 0,0 0-320 0,13 0-64 15,-3 0-16-15,-10 0 0 16,0 0-1232-16,8-4-256 0,-8 4-48 16,0 0-16-16,0 0-992 15,0 0-192-15,0 0-32 0</inkml:trace>
  <inkml:trace contextRef="#ctx0" brushRef="#br0" timeOffset="-174632.44">15021 6899 38175 0,'0'0'1696'0,"-10"0"352"0,1-2-1648 0,9 2-400 0,0 0 0 0,0 0 0 31,0 0-960-31,0 0-256 0,0 0-64 0,0 0-16 16,9 9 688-16,1-2 144 0,1-3 16 0,-11-4 16 0,12 2 48 0,-12-2 0 0,10-2 0 0,-10 2 0 16,10-7 576-16,0-1 112 0,-3-2 16 0,0 1 16 0,-1 0 464 0,0-3 96 15,-1-4 0-15,-1-1 16 0,-3-1 176 0,-1-1 16 16,0-1 16-16,0-1 0 0,-1-1-224 0,1-5-32 15,-2 2-16-15,2-1 0 16,0 1-80-16,0-4 0 0,0-1-16 0,2-2 0 0,-1-5-112 16,2 1 0-16,-1-1-16 0,2-1 0 0,1 2-256 0,1-4-48 15,-1-2-16-15,-1-1 0 0,1-1-48 16,0-1-16-16,-1 0 0 0,0-2 0 0,0 0-48 0,1 0-16 16,-1 0 0-16,0-1 0 0,0-5-176 0,-2 1 192 15,1 1-192-15,-2-1 192 0,1 0-64 0,-2-3-128 16,0-2 192-16,0 1-64 0,-3 1-128 0,0-3 192 15,1 0-192-15,-2-2 192 0,0 2-192 0,0 0 128 16,-2 2-128-16,0-3 128 0,1 2-128 0,-1 1 160 0,-1-3-160 16,1 2 160-16,-1 1-160 0,2 2 160 15,-2 1-160-15,1 0 160 0,-1 0 0 0,-2 0 0 0,-3 1 0 0,2 5 0 16,0-1-160-16,1 3 192 0,-1 4-192 0,0-1 192 16,-2 1-192-16,0 6 0 0,-1-1 0 0,2 3 128 15,-1 3-128-15,2 3 0 0,-1 2 0 0,3 3 128 16,0 0-128-16,3 2 0 0,0 3 0 0,1 0 0 15,0 4-176-15,3 0-16 16,0 3 0-16,-1 1 0 16,2 9-960-16,0-9-208 0,0 9-48 0,0 0 0 15,4-11-1280-15,-4 11-256 0,4-9-48 0</inkml:trace>
  <inkml:trace contextRef="#ctx0" brushRef="#br0" timeOffset="-174057.72">15001 3793 23039 0,'-46'4'1024'0,"13"-1"192"0,-6-3-960 0,-4 2-256 0,0 1 0 0,1 2 0 0,1 0 5600 0,-1 0 1072 16,2-1 224-16,-2 2 32 0,-1-2-5200 0,-3 1-1024 15,1-3-224-15,2 0-32 0,1 0-448 0,1-2 128 16,-2 2-128-16,2 0 0 0,0-1 0 0,1-1 0 0,-1-2 0 15,-2-1 0-15,-3-3 0 0,-7-1-192 16,-4-1 32-16,-3 1 16 0,-3-1-64 0,1-3-16 16,-1 2 0-16,-3 1 0 0,-6 1 224 0,-5-1 0 0,-4 1 0 15,1-2 0-15,0-1 0 0,0 1 192 0,0 1-16 16,-6-1 0-16,-6 3 64 0,1 1 16 0,4-1 0 0,-2-1 0 16,-1 1 0-16,-4 2 16 0,-5-3 0 0,0 1 0 15,3 2-96-15,-3 2-32 0,-3 4 0 0,-2-1 0 16,-5-1-144-16,4 3 0 0,0 1 0 0,-4 1 128 15,-8 0-128-15,-2 1 0 0,6 1-192 0,-6-3 192 16,-5-1-256-16,-1 0 64 0,4 1 0 0,-3 0 16 16,-4 0 176-16,2-1-192 0,-1 1 192 0,-1-4-192 15,-1 0 192-15,-2 0 0 0,0 0 0 0,0 0 0 16,-1-3 176-16,-1 3-48 0,0 3 0 0,0-1 0 16,0 2 0-16,0 1 0 0,-1 2 0 0,2-1 0 0,2 1 0 15,-1 1 0-15,1 0 0 0,2-1 0 0,3 3-128 16,0-1 0-16,-2 0 0 0,6-1 0 0,5-1 0 0,-4 0 0 15,-4-2 0-15,6 2 0 0,4-5 0 16,1 2-144-16,-2-2 144 0,4-2 0 0,2-2-160 0,4 2 160 16,4 0-128-16,-4 0 128 0,-3-4 0 0,5 2 0 15,4-3 0-15,4 1 0 0,1 0 0 0,2 1 0 16,0 0 0-16,5 2 128 0,5-1 0 0,6-1 16 16,7 2 0-16,3-1 0 0,0 2 16 0,5 3 0 15,6 0 0-15,8 0 0 0,8 0-160 0,8 0 0 16,6-1 0-16,8 2 0 15,7 3-1840-15,10-7-240 0,4 10-48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3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7831 0 0,'0'0'603'0'0,"3"-2"-316"0"0,12-3 133 0 0,0-1 1 0 0,0 2-1 0 0,0 0 1 0 0,26-3-1 0 0,68 0 80 0 0,-55 4-297 0 0,223-19 1908 0 0,-126 9-1237 0 0,59 5 240 0 0,-116 6-636 0 0,274 8 489 0 0,-316-4-915 0 0,88 7 7 0 0,28 0-1 0 0,-140-7 88 0 0,-10-1 41 0 0,25-1 0 0 0,-113 7-55 0 0,-73-7-66 0 0,-56 3-48 0 0,-96 8 9 0 0,-76 5 10 0 0,318-12-31 0 0,-185 18 52 0 0,219-20-56 0 0,-22 2 36 0 0,-44 0 0 0 0,83-4 110 0 0,12-11 97 0 0,-6 7-233 0 0,0 1 1 0 0,0 0 0 0 0,1 0-1 0 0,-1 0 1 0 0,1 1-1 0 0,0-1 1 0 0,0 1-1 0 0,0 1 1 0 0,8-3 0 0 0,53-8 90 0 0,-42 8-91 0 0,80-10-1 0 0,112 0 0 0 0,106 14 23 0 0,-136 2-26 0 0,-27 1-34 0 0,213 31-1 0 0,-269-14-435 0 0,-37-3-4347 0 0,-21-2-1011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21:32:16.73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1057 840 16575 0,'0'0'1472'0,"-2"-5"-1168"0,-1-2-304 16,2 1 0-16,1-1 4208 0,0 1 784 15,-2-2 144-15,2-1 48 0,-2 0-2048 0,-1 2-384 0,2-1-96 0,-3 3-16 16,-1 0-848-16,-3 1-160 0,2-1-32 0,-2 0-16 15,-1 1-528-15,-2 0-96 0,-1 3-32 0,-1-1 0 16,2 0-352-16,-2 0-64 0,-3 1 0 0,0 2-16 16,-2 3-240-16,1-1-64 0,-1 1 0 0,0-2 0 15,-3 4-192-15,1 1 0 0,1 4 128 0,3-3-128 16,0-2 0-16,-1 3 0 0,2-1 0 0,-1 0 0 0,2 0 0 16,1-2 0-16,1 1 0 0,-1 2 0 0,1-1 0 15,3 0 0-15,3-2 0 0,0-1 0 0,2-1 0 0,4-4 0 16,0 0 0-16,0 0 0 0,0 0 0 0,7 7-128 15,2-2 128-15,0-2 0 0,3-2 0 0,1 3 0 16,4 0 0-16,1 0 0 0,3 1 0 0,1-3 0 16,0 2 0-16,7 3 0 0,-2 1 0 0,0 1 0 15,-3-1 0-15,0 3 0 0,-1-3 0 0,-2 4 0 16,-1 1 0-16,-3 1 0 0,-2 1 0 0,0 0 0 16,-2 4 0-16,-3-2 0 0,-1 1 0 0,-1 0 0 15,0 0 0-15,-3 1 0 0,-2-1 0 0,-1-1 144 16,-2 0-144-16,-2 1 128 0,-2-2 0 0,-2-2 0 15,1-1 0-15,-1-3 0 0,-2 2 64 0,0-1 0 16,-2-1 0-16,-2-4 0 0,-1 1-16 0,-1-2 0 16,-2-1 0-16,-1-1 0 0,-3-2-176 0,1-2 192 15,-2-2-192-15,-2 1 192 0,0-2-192 0,1-3 0 0,0-1 0 0,5 2 128 16,-1-1-128-16,0-1-176 16,1-2 48-16,0 0 0 15,1-1-464-15,3-1-96 0,3 2-16 0,0-7 0 16,4 1-880-16,5 1-176 0,3 0-32 0,3 5-16 15,5-3-1328-15,1 0-272 0,2 4-48 0</inkml:trace>
  <inkml:trace contextRef="#ctx0" brushRef="#br0" timeOffset="184.01">1224 1187 21183 0,'0'0'1888'0,"0"0"-1504"0,0 0-384 0,1 8 0 0,-1-8 5488 0,0 0 1024 16,2 9 208-16,-2-9 32 0,-2 9-3744 0,2-9-768 15,0 0-128-15,0 0-48 0,3 10-1328 0,-2-3-272 16,-2 0-48-16,1-7-16 0,0 0-400 0,0 0-144 16,0 0 0-16,0 0 0 15,0 0-2224-15,0 0-448 0,0 0-96 0,0 0-18128 0</inkml:trace>
  <inkml:trace contextRef="#ctx0" brushRef="#br0" timeOffset="560.91">1750 801 45039 0,'0'0'1984'0,"0"0"432"0,0 0-1936 0,0 0-480 16,1-5 0-16,-2-2 0 0,-3 1 1920 0,1-1 304 0,3 7 48 0,0 0 16 15,-4-5-1088-15,4 5-224 16,-5-4-32-16,5 4-16 0,-7-1-416 0,1 1-96 0,-1 1-16 0,0 0 0 15,-3 2-144-15,0 2-48 0,-2 2 0 0,1 2 0 16,-5 3-208-16,-1 3 128 0,-1 4-128 0,1 3 128 16,0 0-128-16,2 3 0 15,0 3 0-15,-1 1 0 0,2 2 0 0,1 2 0 16,0-3 0-16,2 1 0 0,2-2 0 0,3-2 0 0,0-1 0 0,4-2 0 0,1-2 0 16,2-1 0-16,1-3 0 0,2-2 0 0,2-2 0 15,0-2 0-15,3-2 0 0,3-1 0 0,0-2 0 0,2-2 0 16,2-1 0-16,2-3-160 0,1-1 160 0,2-1-192 15,0-3 192-15,0 1-192 0,0-6 16 0,0 3 0 16,0-2 0-16,-2 1 0 16,-2-3-640-16,-3 2-128 15,1-1-16-15,-2 3-16 0,-1 0-672 0,-2 2-128 16,-1-1-16-16,-1 1-16 0,-8 4-1648 0,8-2-336 0,-8 2-64 0</inkml:trace>
  <inkml:trace contextRef="#ctx0" brushRef="#br0" timeOffset="747.64">1949 1233 26719 0,'0'0'2368'0,"0"0"-1888"16,0 0-480-16,0 0 0 0,4 6 5376 0,-1 2 992 15,-2 1 192-15,-1-9 32 0,0 0-3824 0,1 8-768 16,-1-8-144-16,1 8-48 0,1 0-1296 0,-1-1-272 16,-1-7-48-16,0 0-16 0,4 7-176 0,-4-7 0 15,5 5 0-15,0 0-176 16,-5-5-1024-16,7 3-208 0,-1-2-32 0,2-1-16 15,1-1-1984-15,4-2-400 0,0 1-64 0</inkml:trace>
  <inkml:trace contextRef="#ctx0" brushRef="#br0" timeOffset="1236.33">2610 724 36863 0,'0'0'3264'0,"0"0"-2608"0,-1-5-528 0,1 0-128 0,-2 1 3456 0,0-1 640 15,-2 3 144-15,-1-3 32 0,-1-1-2272 0,1 2-448 16,5 4-80-16,-6-4-32 0,-3 1-912 0,0 2-176 16,-2 2-32-16,1 0-16 0,-3 1-144 0,-3-1-32 15,0 0 0-15,-1 3 0 0,-1 3-80 0,-1 1-48 16,-2-1 0-16,1 1 0 0,1 0 0 0,2 1 0 16,0 0 0-16,1 2 0 0,0-1 0 0,3-1 0 15,2-2 0-15,0 2-160 0,2 0 160 0,3 3-128 16,2-3 128-16,1 3-128 0,3-1 128 15,1 1 0-15,3 0 0 0,1-2-192 0,3 1 0 16,1-2 0-16,3 0 0 0,1 1 192 0,0-2 0 16,-1-1-144-16,4-2 144 0,2 0 0 0,1 0 0 15,2 1 0-15,0-2 0 0,-1-4 0 0,-1 2 0 16,1 3 0-16,1 2 0 0,-2-5 0 0,1 4 0 16,-1 0 0-16,-3 2 0 0,-2 1 0 0,-1 3 0 0,0-2 0 0,-1 1 128 15,-3 0-128-15,2 3 0 0,-4 1 0 0,-1-1 0 16,-4 1 0-16,0-2 128 0,-1 0-128 15,-1 1 0-15,-1 2 160 0,-2 0-160 0,-1-2 192 0,0-1-192 16,-2 0 176-16,-2-1-176 0,-1-2 160 0,0 1-160 16,-2-1 144-16,-1-4-144 0,-2 1 128 0,-3-2-16 15,-2 0-112-15,-2-3 0 0,-1-1 0 0,-3 0 0 16,0 2 0-16,2-3-208 0,-2 0 64 0,3 0 16 16,1 0-704-1,3-3-128-15,2 2-16 0,3-2-16 0,1-2-992 0,3 0-208 16,2 0-48-16,5 0 0 0,3-2-2576 0,4-1-528 0</inkml:trace>
  <inkml:trace contextRef="#ctx0" brushRef="#br0" timeOffset="1462.82">2849 1270 52863 0,'0'0'2352'0,"0"0"464"0,0 0-2240 0,0 0-576 15,2 8 0-15,-2-8 0 0,0 0 1280 0,3 9 128 16,-3-9 48-16,0 0 0 0,2 9-976 0,-2-9-192 16,0 0-32-16,4 8-16 0,-4-8-176 0,4 8-64 15,-4-8 0-15,0 0 0 0,0 0 0 0,0 0 0 16,0 0 0-16,0 0 0 16,0 0-432-16,7 8-80 0,-7-8 0 0,0 0-16 15,0 0-3248-15,9 6-640 0</inkml:trace>
  <inkml:trace contextRef="#ctx0" brushRef="#br0" timeOffset="6849.55">3317 978 26719 0,'0'0'2368'0,"-6"-2"-1888"0,6 2-480 0,-5-3 0 0,0-1 4704 0,1 0 848 16,4 4 160-16,0 0 48 0,-4-4-2768 0,4 4-560 15,0 0-96-15,0 0-32 0,0 0-1328 0,0 0-272 16,8-6-48-16,-1 2-16 0,3 1-320 0,3-3-80 16,4 1-16-16,4 1 0 0,2 1-224 0,5-1 0 15,3-1 0-15,3 1 0 0,1-1 0 0,2 2 0 16,-1 2 0-16,2-2 0 0,2-1 0 0,1 2 128 15,-1-2-128-15,-1 1 64 0,3 1-64 0,-2 0 0 0,-1 1 0 0,2-1 0 16,-3-1 0-16,-3 2 0 16,-3 1 0-16,-2 0 0 0,-2 0 0 0,-2 0 0 15,-4-2 0-15,-1 4-160 16,-3 0-288-16,-1 0-64 0,0-2-16 0,-3 0 0 16,-3 0-752-16,-1 1-160 0,1 1-32 0,-5 0 0 15,-6-2-1344-15,7-2-288 0,-2 2-48 0,-5 0-10240 0,6 0-2048 0</inkml:trace>
  <inkml:trace contextRef="#ctx0" brushRef="#br0" timeOffset="7194.07">4204 809 11055 0,'0'0'480'0,"-5"-4"112"0,-1 0-464 0,1 1-128 0,-1 0 0 0,1-1 0 15,5 4 9184-15,0 0 1824 0,0 0 352 0,0 0 80 16,0 0-7840-16,0 0-1552 0,0 0-320 0,0 0-64 16,0 0-1168-16,0 0-240 0,0 0-32 0,0 0-16 0,0 0-144 0,8 2-64 15,1 0 0-15,0-1 0 16,0 0 0-16,2 0 0 0,0 2 0 0,1-2 0 0,1-1 0 0,2 2 0 15,-1-1 0-15,2 0 0 0,-1 1 0 0,1 0 0 16,0 1 0-16,0-2 0 0,0 0 0 16,1 1 0-16,1 0 0 0,-2-2 0 0,-2 0 0 0,-1 2 0 15,-2 0 0-15,-1 1 0 0,-1-1 0 0,-1 1 0 16,-8-3 0-16,7 4 0 0,-7-4 0 0,0 0 0 16,4 6 0-16,-4-6 0 0,0 0 0 0,-3 8 0 15,-1 0 0-15,-2 0 0 0,-1 1 0 0,-3 0 0 16,-5 0 0-16,1 0 0 0,-2 2 0 0,1-1 0 15,-4-1 0-15,2 2 0 0,2 1 0 0,-1-2 0 16,0 0 0-16,1 1 0 0,0-2 0 0,4-1 0 16,-1 0 0-16,2-1 0 0,-1 0 0 0,3 0 0 15,3 0 0-15,0 0 0 16,0-1-1216-16,-1-2-192 0,6-4-48 0,0 0-23280 16</inkml:trace>
  <inkml:trace contextRef="#ctx0" brushRef="#br0" timeOffset="16138.48">5722 546 6447 0,'0'0'576'0,"0"0"-576"0,-5-2 0 0,5 2 0 16,-5 0 7808-16,5 0 1440 15,0 0 288-15,0 0 64 0,0 0-6464 0,-6 4-1280 0,2 1-272 0,2 3-48 16,1 1-256-16,1 4-64 16,1 4 0-16,0 3 0 0,2 2-736 0,-1 4-160 0,1 3-16 0,1-2-16 15,0 2-96-15,0-2-32 0,0 3 0 16,0 0 0-16,-1-1-160 0,1 1 0 0,2-3 0 0,-3 1 0 16,1-4 0-16,0-1 0 0,-1-3 0 0,0-4 0 31,-1 1-352-31,-1-1-96 0,-1-3-32 0,0-4 0 15,0-3-880-15,0-6-176 0,0 0-48 0,0 0 0 0,0 0-1184 0,0 0-240 0,0 0-64 0,-1-8-13888 16</inkml:trace>
  <inkml:trace contextRef="#ctx0" brushRef="#br0" timeOffset="16613.98">5453 474 16575 0,'-10'-9'1472'0,"6"3"-1168"0,-1 3-304 0,0-1 0 0,-1-2 6112 0,3 3 1168 16,-3-1 224-16,6 4 48 0,0 0-5152 0,3-4-1040 16,1-5-208-16,4 2-32 0,1 1-160 0,4-1-16 15,1 1-16-15,3-2 0 0,5 1-400 0,2-2-80 16,1 1 0-16,3 0-16 0,4 1-48 0,-1 0-16 16,1 3 0-16,1 2 0 0,-2-1-224 0,1 3-144 15,-4 3 192-15,0 2-192 0,-4 3 128 0,-1 3-128 16,-3 2 0-16,-1 6 0 0,-4 4 128 0,-2 4-128 15,-4 5 192-15,-1-2-192 0,-5 4 208 0,-3 0-64 0,-3 1-16 16,-2-1 0-16,-3-4-128 0,-2 0 0 0,-3-2 0 0,-2-2 0 16,0-2 144-16,-2-2-144 0,-3 0 160 0,-2-2-160 15,-1-5 128-15,-2 0-128 0,-1-2 0 0,-2-2 144 16,1 0-144-16,-2-2 0 0,1-1 0 16,-2-2 0-16,1-6 0 0,2 0 0 0,1-2 0 15,1-2 0-15,1 1 0 0,3-5 0 0,2-3 0 0,1-2 0 16,1 1 0-16,4 0-176 0,1 0 176 0,3-1-128 15,4 0 128-15,2 0-128 0,2 0 128 0,2 0-128 16,3 3 128-16,2-3 0 0,2 1-144 16,3 3 144-16,0 2 0 0,2 1 0 0,1-1 0 0,0 3 0 15,1 2 0-15,4-1 0 0,0 1 176 0,0 2-176 16,0 1 128-16,1 2-128 0,1 0 0 0,-1 3 144 16,1-1-144-16,1 0 0 0,-1 4 0 0,-1-1 0 15,-2 0-864-15,-2 2-48 16,1-2-16-16,-2 3 0 0,0-1-1152 0,-2 2-224 15,-2-1-64-15,2 4-11616 0,2 0-2336 0</inkml:trace>
  <inkml:trace contextRef="#ctx0" brushRef="#br0" timeOffset="17207.58">6069 1102 13823 0,'-7'-1'1216'0,"1"1"-960"0,-1 0-256 0,7 0 0 16,-8-4 7344-16,3 1 1424 0,5 3 272 0,0 0 64 15,0 0-5696-15,0 0-1136 0,0-6-224 16,2-1-64-16,-1 1-1104 0,3-1-240 15,2 0-32-15,3 1-16 0,3 0-336 0,0-1-80 0,-2 1-16 16,5-1 0-16,2-1-160 0,0 2 128 0,-1-1-128 0,1 2 128 16,2 0-128-16,-2 1 0 0,0 1 0 0,-3 2 0 15,-1 0 128-15,0 1-128 0,-1 1 128 0,-3 0-128 16,-9-1 0-16,0 0 0 0,6 6 0 0,-6-6 0 16,0 0 0-16,2 7 0 0,-4 4 0 0,0-3 0 0,-2 2 0 0,-3 1 0 15,-1-2 0-15,1 2 0 0,-2 0 176 16,-2-2-48-16,1 1-128 0,-1-2 192 0,1 0-192 0,2 0 0 15,-1-2 0-15,1 2 0 0,3 0 0 16,1-1 0-16,4-7 0 0,0 0 0 0,-1 6 0 0,1-6-128 16,2 7 128-16,3 0 0 0,-5-7 0 15,10 7 0-15,1-4-128 0,2 0 128 0,-1 1 0 0,2 2 0 16,1-1 0-16,-1-1 0 0,0 1 0 0,-1-1 0 16,1 1 0-16,-3 0 0 0,-2 0 0 0,-1 1 0 15,-1-1 0-15,-2 1 0 0,-1 1 0 0,-2 1 0 0,-2 0 0 16,-1-1 0-16,0 3 128 0,-3 0 48 15,-3-4 0-15,0 2 0 0,-4 0 16 0,-1 0 0 16,-2-2 0-16,-2 1 0 0,-1 0-192 16,2-1 0-16,-5-1 144 0,1 0-144 0,-1-1-224 0,2-1-112 0,1 1-32 15,1-2 0 1,3-2-1024-16,2-2-208 0,0-1-32 0,5-2-14368 16,2-1-2864-16</inkml:trace>
  <inkml:trace contextRef="#ctx0" brushRef="#br0" timeOffset="17375.62">6653 740 51263 0,'0'0'2272'0,"0"0"464"0,0 0-2192 0,0 0-544 0,10 0 0 0,1 0 0 15,-2 0 1008-15,0-4 80 0,-3 3 32 0,4-1 0 16,0 2-480-16,2-2-80 0,0 2-32 0,-1 0 0 16,0 0-528-16,0 0 0 0,2 2 0 0,0-2 0 15,2 0-896-15,-2-2-192 0,1 2-48 0,1 2 0 16,-1-2-2512-16,2 3-496 15</inkml:trace>
  <inkml:trace contextRef="#ctx0" brushRef="#br0" timeOffset="17522.28">6700 912 44639 0,'0'0'1984'0,"-4"4"384"0,4-4-1888 0,0 0-480 16,0 0 0-16,0 0 0 0,0 0 1280 0,0 0 144 15,0 0 48-15,9 4 0 0,3-3-560 0,1-1-96 0,4 0-32 16,4 0 0-16,-1-3-784 0,5 1 0 15,0-2 0-15,1 0 0 16,4 1-1984-16,1-3-336 0,3 2-80 0</inkml:trace>
  <inkml:trace contextRef="#ctx0" brushRef="#br0" timeOffset="17874.89">7807 441 32255 0,'-3'-6'2864'0,"0"-1"-2288"0,0-3-576 0,-1-1 0 16,-2 0 3776-16,0 0 656 0,-2-2 128 0,-2 0 32 16,-1 3-2544-16,-1 1-496 0,-1 1-96 0,0 1-32 15,-1 2-944-15,0 0-192 0,-3 2-32 0,0 3-16 16,0 0-240-16,1 1 0 0,-1 2 128 0,2 0-128 16,-1 3 0-16,2 3 176 0,2 3-176 0,1 0 160 15,0 0 32-15,3-1 0 0,1 6 0 0,2 1 0 16,1 5 0-16,2 3 16 0,0 1 0 0,2 3 0 15,2 1-16-15,0 5-16 0,2-1 0 0,1 1 0 0,1-2-176 16,0 1 160-16,-1-1-160 0,1-1 160 0,-1 3-160 16,0 1 0-16,0 1 0 0,0-1 128 0,-2 1-128 0,0 1 0 15,-1-2 0-15,1-1 0 0,-1-3 0 0,-2-2 0 16,0-1 0-16,-1-4 0 0,0-2 0 0,0-2-176 16,1-6 48-16,-3-1 0 15,-1 0-560-15,0-4-96 0,0-2-32 16,0-2 0-16,4-7-688 0,0 0-144 0,0 0-16 0,-9 0-16 15,-1 0-2112-15,1-5-432 0,-3 0-64 0</inkml:trace>
  <inkml:trace contextRef="#ctx0" brushRef="#br0" timeOffset="18016.41">7386 1004 44399 0,'0'0'1968'0,"0"0"400"0,3-3-1888 0,4-3-480 16,1 0 0-16,0 2 0 0,-1 1 1600 0,4-1 208 0,-1-1 48 0,5 0 16 15,0 0-672-15,2 0-144 0,3-1-32 0,1 2 0 16,0-2-592-16,2-1-128 0,2 1-32 0,2-2 0 15,3-1-272-15,-1 2 0 0,1 1 0 0,2-1-16448 16,2 1-3392-16</inkml:trace>
  <inkml:trace contextRef="#ctx0" brushRef="#br0" timeOffset="18521.73">8408 363 28559 0,'0'0'2544'0,"0"0"-2032"0,-8 0-512 0,0-3 0 0,0 0 4496 0,0 1 816 0,1 2 144 0,-3 3 48 16,1 1-3264-16,-2 2-640 0,-2 3-128 0,-2 6-16 16,0 4-560-16,-1 6-96 0,-2 5-32 0,-2 5 0 15,2 4-384-15,-2 4-64 0,1 2-32 0,2-2 0 16,1-3-96-16,4 2-32 0,2 0 0 0,3-2 0 16,2 0-160-16,3 1 0 0,3-3 0 0,4 2 0 15,3-2 0-15,4-4 0 0,-1-4 0 16,2-6-880-1,2-3-256-15,0-2-48 0,15-4-9872 16,-1-3-1968-16,8-9-400 0</inkml:trace>
  <inkml:trace contextRef="#ctx0" brushRef="#br0" timeOffset="18750.2">8718 555 30399 0,'0'0'2704'0,"-5"-4"-2160"0,-2-3-544 0,3 1 0 0,2-1 4288 0,2 7 736 15,0 0 160-15,0 0 16 0,0 0-2880 0,-6 3-576 16,1 2-112-16,1 3-32 0,0 4-704 0,1 3-128 16,0 5-48-16,0 5 0 0,-1 1-528 0,3 4-192 15,0 0 144-15,1 0-144 0,0 0 144 0,1 1-144 16,0 1 160-16,1 2-160 0,-1-2 0 0,2-1 0 16,-1-2 0-16,1-2 0 15,-2-2-320-15,2-2-128 0,-2-1 0 0,0-2-16 16,1-3-480-16,-2-4-80 0,0-4-32 0,2-1 0 15,-2-8-1152-15,0 0-224 0,0 0-64 0,0 0-11568 0,0 0-2320 0</inkml:trace>
  <inkml:trace contextRef="#ctx0" brushRef="#br0" timeOffset="19250.31">8412 446 25791 0,'0'0'1152'0,"-4"-5"224"0,-2-1-1104 0,4 1-272 0,-1-1 0 0,6 0 0 15,2 1 0-15,2 1 0 0,0 1 0 0,5 0 6176 16,2 1 1184-16,3 1 224 0,2 1 48 0,2 0-5760 0,1 0-1152 16,0 1-224-16,0 0-48 0,0 2-112 0,-1 1-16 15,1 0 0-15,2 2 0 0,-1 5-112 0,1-1-16 16,-1 0-16-16,1 5 0 0,-5-2-176 16,-1 1 128-16,1 2-128 0,-2 1 128 0,-3 0-128 0,-1 1 0 15,-1 3 144-15,-2-3-144 0,-3 2 0 0,-3-1 0 16,-3 3 0-16,-2-1 128 0,-3-1-128 0,-3-2 0 0,-1-1 0 0,-2 0 0 15,-2-2 0-15,-2 0 0 16,-3-2 0-16,-1-1 0 0,-1-1 0 0,0-2 0 16,-2 2 0-16,-3-3 0 0,-3-2 0 0,-3-1 0 15,-3-1 0-15,1 0-128 0,-5-1 128 0,2-2-208 16,1-2 80-16,2-2 128 0,0-1-208 16,4-1 80-16,3 0 128 0,4-2-208 0,4 0 80 0,4-1 128 15,4 1-208-15,2-1 80 0,5-2 128 0,3 1 0 0,3 0 0 16,5 0-128-16,3-1 128 0,4 3 0 0,2-1-144 0,1 1 144 15,5 1 0-15,-1-1 0 0,2 2 0 0,0 2 0 16,-2 2 192-16,1 4 0 0,-3 1 0 16,0 0 0-16,-5 1-32 0,1-1 0 15,-1 2 0-15,-2 2 0 0,-1 1-160 0,-2 2 128 0,-2 0-128 0,-1-2 128 16,-2 2-128-16,0-1 0 0,-4-2 0 0,-1 1 0 16,1 2-512-1,-1-1-96-15,0 2-16 0,-1-3 0 16,0 1-864-16,0 1-176 0,-1-3-48 0,1 1-13488 0,1 1-2704 15</inkml:trace>
  <inkml:trace contextRef="#ctx0" brushRef="#br0" timeOffset="19463.83">8920 1075 17503 0,'0'0'1552'0,"0"0"-1232"0,0 0-320 0,4 9 0 0,0-1 7840 0,-2 1 1504 16,1-3 320-16,0 4 48 0,-1 1-6608 0,1 1-1312 15,0-2-272-15,0 2-48 0,0 1-1056 0,0 0-208 16,-2 0-32-16,0 0-16 0,1 0-160 0,-1 0 0 16,-1 0 0-16,0-3 0 15,0-3-416-15,0 1-112 0,0 0-32 0,0-8 0 16,0 0-1056-16,0 0-224 0,0 0-32 0,0 0-16 16,0 0-2992-16,0 0-608 0</inkml:trace>
  <inkml:trace contextRef="#ctx0" brushRef="#br0" timeOffset="19613.73">9217 1097 44351 0,'0'0'1968'0,"0"0"400"0,0 0-1904 0,2 9-464 0,-1 2 0 0,-1 3 0 0,0-1 2032 0,0 4 304 0,-1 2 64 0,-1 0 16 16,0 2-1216-16,0-2-240 0,1-1-64 0,0 1 0 16,-1 1-592-16,1-3-128 0,1-1-32 0,0-2 0 31,-1-2-800-31,1-1-176 0,0-1-16 0,1-2-16 0,2 1-1888 15,-1-1-368-15,-2-8-80 0</inkml:trace>
  <inkml:trace contextRef="#ctx0" brushRef="#br0" timeOffset="19899.68">9666 562 37775 0,'0'0'3360'0,"0"0"-2688"0,0 0-544 0,0 0-128 0,0 0 3168 0,0 0 608 0,0 0 112 0,-2 11 16 0,1 1-1984 16,1 1-384-16,0 2-96 0,1 4-16 0,1 0-848 0,0 3-160 15,1-2-32-15,0 3-16 0,-1 3-240 0,-1 2-128 16,1-1 160-16,-1 2-160 0,0 1-192 0,1-1-144 16,-1 0-32-16,-1 0 0 0,-1 0 368 0,-1-4 0 15,1-1 0-15,0-4 0 0,1 0 0 0,-2-2 288 16,1-1-48-16,1-4-16 15,-4-2-688-15,2-3-144 0,0-1-32 0,2-7 0 16,0 0-800-16,0 0-160 0,0 0-48 0,0 0 0 16,-6-8-2176-16,-1-1-432 0,1-3-96 0</inkml:trace>
  <inkml:trace contextRef="#ctx0" brushRef="#br0" timeOffset="20330.75">9397 471 3679 0,'4'-13'320'0,"-4"13"-320"0,1-5 0 0,3 0 0 0,2 0 9856 15,1 1 1888-15,4 0 384 0,1-1 80 16,2 1-8560-16,3 1-1728 0,1 2-320 0,4-2-80 16,2 2-464-16,-1 1-96 0,2 1 0 0,0 2-16 0,-1-2-496 0,1 4-80 15,1-1-32-15,-1 3 0 0,1-2-160 0,0 4-48 16,-1 3 0-16,0 1 0 0,-2 0-128 16,-2 4 0-16,-3-2 0 0,-1 2 0 0,-2 2 0 0,-4 3 0 15,-3 0 0-15,-4 3 0 16,-3 1 0-16,-2 0 0 0,-4 0 0 0,-4-1 0 15,-2-3 0-15,-2 1 0 0,-1-4 0 0,-8 3 0 0,-3-1 0 16,3-3 0-16,-3-3 0 0,-1-1 0 16,-3-4-144-16,-2-2 144 0,-3-2 0 0,0-3-336 0,-1-3 32 15,-1-3 16-15,2-1 0 16,0 0-160-16,2-1-16 0,4-3-16 0,3-2 0 0,3-2 160 0,4 2 16 16,3-2 16-16,5 2 0 0,2-1 288 0,4 2-128 15,1 0 128-15,5 0 0 0,3-2 0 0,3 4 144 16,1 0 16-16,3 2 0 0,2 1 64 0,3 0 16 0,1-1 0 15,2 1 0-15,-1 1-32 0,4 3 0 16,0 0 0-16,0 0 0 0,1 0-16 0,-1 0 0 0,-2 3 0 0,-1 1 0 16,-2 1-64-16,-2 2 0 0,-2 0-128 0,0 4 192 15,1-3-192-15,-4 1 0 0,0 1 0 0,-3 2 0 32,-2 1-704-32,-1 3-144 0,1 2-32 0,-2-2 0 15,-1-1-2240-15,3 1-448 0,0 1-80 0</inkml:trace>
  <inkml:trace contextRef="#ctx0" brushRef="#br0" timeOffset="20699.52">9848 1101 27647 0,'0'0'2448'0,"0"0"-1952"16,0 0-496-16,0 0 0 0,0 0 5408 0,8 1 992 16,-8-1 192-16,9 0 32 0,2-1-4112 0,0 1-816 15,1-4-160-15,0 1-48 0,2 1-912 16,3-1-176-16,1-1-32 0,2 0-16 0,1-1-176 0,0 1-48 15,-2 2 0-15,3-2 0 0,-1 2-128 16,-5-1 0-16,-3 1 0 0,-3 2 0 0,-2 2 0 16,-8-2 0-16,0 0 0 0,7 7 144 0,-7-7-144 15,0 0 160-15,-3 9-32 0,-1 2-128 16,-2-3 0-16,-3 1 0 0,-3 1 0 0,-1 2 0 0,1 1 0 16,-2 1 0-16,-1 1 0 0,1 0 0 15,1 1 0-15,3-2 0 0,-1 1 0 0,5-1 0 16,-2-2 0-16,1-2 0 0,2 3 0 0,1-1-128 15,2-4 128-15,2-8-160 0,0 0 160 0,0 0 0 16,6 8 128-16,8-4-128 0,2-1 0 16,2-1 0-16,2-4 0 15,5 0-304-15,-1-5-128 0,1-1-16 0,3-5-16 16,-1-5-816-16,2 0-144 0,1-6-48 0,-2-2 0 16,0-2-2032-16,-1-4-400 0,0-4-96 0</inkml:trace>
  <inkml:trace contextRef="#ctx0" brushRef="#br0" timeOffset="21001.55">10365 332 3679 0,'-17'-12'320'0,"10"8"-320"0,1 0 0 0,6 4 0 15,0 0 9664-15,0 0 1856 0,0 0 368 0,0 0 80 0,0 0-7888 0,0 0-1584 16,0 0-304-16,0 0-64 0,3 7-944 0,5 2-192 16,4 1-32-16,2 1-16 0,3 0-608 0,3 2-112 15,-3-1-32-15,4 3 0 0,2 4-64 0,2 2 0 16,0 1-128-16,3 2 192 0,1 2-192 0,1 2 0 15,-1 2 0-15,-1 3 128 0,-2-3-128 0,-1 1 0 16,-1 2 0-16,-2-5 0 0,-3 1 0 16,-2 0 0-16,-2 1 0 0,-4 1 0 0,-1 2 0 0,-4 1 0 15,-2-3 0-15,-4 0 0 0,-1-1 0 0,-3 0 0 16,-4-2 0-16,-2 1 0 0,-1-1 0 0,-1-1 0 16,-2 2 0-16,-4 1 0 0,-2-9 0 15,2 1 0-15,0-5 0 0,-1-1 0 0,0-3 0 0,1-2-192 16,2 0 192-16,2-3-208 15,-1-2-1728-15,1-1-352 0,1 2-64 0</inkml:trace>
  <inkml:trace contextRef="#ctx0" brushRef="#br0" timeOffset="22190.88">8208 1465 18431 0,'0'0'1632'0,"-2"-4"-1312"0,-2-1-320 0,1-1 0 0,2 1 5728 0,1 5 1072 15,0 0 224-15,0 0 32 0,0 0-4944 0,0 0-1008 16,0 0-192-16,6-5-32 0,2 1 160 0,3 0 48 16,0 1 0-16,1 3 0 0,-3 2-704 0,4 0-128 15,2 0-16-15,1 2-16 0,3 1 32 0,0 0 0 16,2 2 0-16,1-1 0 0,0 4-128 0,1 1 0 16,0 1-128-16,1-2 192 0,-1 1-192 0,2-1 0 15,0 2 128-15,1-2-128 0,-2 1 0 0,1-4 0 0,0 4 0 0,-2-1 0 16,0 2 0-16,-1-2 128 15,-1-1-128-15,-2 1 0 0,-1 0 0 0,1 0 0 0,-2 0 0 16,1-1 0-16,-1-1 0 0,0-2 0 16,-2 1 0-16,1-1 0 0,-2-1 0 0,1 1 0 0,-1-3 0 0,0 1 0 15,-2-1 0-15,-1 0-192 16,-2-3 192-16,-1 1-160 0,-8-1 160 0,7 5-128 0,0-2 128 16,-7-3-128-16,0 0 128 0,0 0 0 15,0 0 0-15,0 0-128 0,0 0 128 0,0 0 0 0,0 0 0 0,0 0-128 16,0 0 128-16,0 0 0 0,0 0 0 0,0 0 0 15,0 0 0-15,0 0 0 0,0 0 0 0,0 0 0 16,0 0 0-16,0 0-128 0,0 0 128 0,0 0-128 16,5-3-48-16,2-2 0 0,2 4 0 0,1-2 0 15,2-1 176-15,0 0 0 0,1 0 0 0,1 2 0 16,0 0 0-16,2 1 0 0,2 0 192 0,0-1-64 16,2 2 48-16,1-1 16 0,1 1 0 0,2 0 0 15,0 1 0-15,4 2 0 0,-2 0 0 0,2 1 0 0,2-1-16 0,3 1 0 16,1 2 0-16,0-3 0 0,1 7-176 0,0-4 160 15,2 1-160-15,-3-2 160 0,-2 0-160 16,2-2 128-16,-1 1-128 0,3-4 128 16,1 1-128-16,-2-1 0 0,0-1 0 0,0 1 128 0,3-3-128 0,-1-1 0 15,-2-1 0-15,0 0 0 0,0-1 0 0,-1 1 0 16,-3-1 0-16,-1-1 0 0,0-2 0 0,-2 0 0 16,-2 1 0-16,-1-4 128 15,-1 2-128-15,-3 0 0 0,-1-1 0 0,-3-2 0 16,0 3 0-16,-3-2 0 0,-2-1 0 0,-2 1 0 0,-5 0 0 0,-1 2 0 15,-2-3 0-15,-2 1 0 0,-2 0 272 0,-2 2 176 16,-2-3 48-16,-2 1 0 0,-1 2-672 0,-1-1-128 0,0 2-16 16,0 1-16-1,-2 1-800-15,2-1-144 0,-1 0-48 0,2 3-14192 16,1 1-2848-16</inkml:trace>
  <inkml:trace contextRef="#ctx0" brushRef="#br0" timeOffset="23176.55">8146 2066 23951 0,'0'0'1056'0,"0"0"224"0,0 0-1024 0,0 0-256 0,0 0 0 0,0 0 0 16,0 0 5152-16,0 0 976 0,-3 4 192 0,0 5 32 15,-2 1-3760-15,1 6-752 0,-1 6-160 0,-1 4-16 0,0 3-1024 16,1-1-192-16,1 2-32 0,-1-1-16 15,1-2-176-15,1-2-32 0,2-3-16 0,1-3 0 16,1-1-560-16,1-1-128 0,0-3 0 0,2-3-16 16,0-4-1536-16,-4-7-304 0,0 0-64 0,7 4-18688 15</inkml:trace>
  <inkml:trace contextRef="#ctx0" brushRef="#br0" timeOffset="23309.97">8196 1959 44063 0,'0'0'1952'0,"0"0"400"0,0 0-1888 0,0 0-464 16,0 0 0-16,0 0 0 0,0 0 288 0,0 0-32 16,0 0-16-16,0 0 0 15,0 8-1120-15,2-1-208 0,-2-7-64 0,2 10 0 16,4 1-2688-16,-2 0-560 0</inkml:trace>
  <inkml:trace contextRef="#ctx0" brushRef="#br0" timeOffset="23671.22">8303 2118 18431 0,'0'0'1632'0,"0"0"-1312"16,0 9-320-16,0 1 0 0,0 2 5248 0,0 2 960 0,0 3 208 16,-1 2 48-16,1 0-3264 0,0 2-640 0,0 1-128 15,0 0-16-15,-1-1-944 0,1-2-176 0,-2-1-32 16,2-4-16-16,0-1-656 0,0-1-128 0,0-2-16 0,0-1-16 16,0-1-192-16,0-8-48 0,0 0 0 0,0 0 0 15,0 0-48-15,0 0-16 0,0 0 0 0,0 0 0 16,0 0-128-16,0 0 0 0,0 0-192 0,0 0 192 15,0-6-192-15,0-3 192 0,0-2-192 0,2-1 192 0,-1-1-272 16,2-1 64-16,1-3 16 0,1-2 0 16,0-4 48-16,2 1 16 0,0-1 0 0,2 1 0 15,2 2-16-15,1 3 0 0,-1 1 0 0,1 5 0 16,0-1 144-16,0 3-208 0,-2 2 80 0,-2 5 128 0,1-1-144 0,0 3 144 16,-9 0 0-16,9 7 0 0,-1 2 0 0,-1 4 144 15,-2 2 16-15,-1 4 0 0,0 0-160 16,0 2 0-16,-2 0 0 0,1 0 128 0,-2 0-128 0,0 0 0 15,2-2 0-15,0-1 128 16,0-1-608-16,3-4-128 0,1-1-32 0,1 1 0 16,0-1-1680-16,1-2-352 0,3-1-64 0,2-2-18128 0</inkml:trace>
  <inkml:trace contextRef="#ctx0" brushRef="#br0" timeOffset="24369.49">8937 2196 30399 0,'0'0'1344'0,"-4"-5"288"0,-1-2-1312 0,0 1-320 0,-2-1 0 0,1 2 0 0,-1 1 4160 0,1 2 752 0,-1 0 144 15,1 0 48-15,-2 0-2992 0,0 4-576 0,-1 0-128 0,1 3-32 0,-2 2-848 0,-2 3-160 16,-4 5-48-16,0 3 0 0,1 4-64 16,-1 2-32-16,-1-2 0 0,3 1 0 15,1-2-80-15,2 1-16 0,2-5 0 0,3 0 0 16,1-1-128-16,1-1-176 0,2 0 48 0,2-2 0 15,3-3-752 1,1-2-144-16,2-1-16 0,2-2-16 0,1-1-320 0,2-2-64 0,1-4-16 0,1-2 0 16,2-1-160-16,1-3-48 0,-1-3 0 0,1 0 0 15,0-2 608-15,-1-2 112 0,0-2 32 0,-1-4 0 16,-1-3-112-16,0-4-32 0,-1-2 0 16,-2-1 0-16,1 0 672 0,-2-3 144 15,0 4 32-15,-1 0 0 0,0-1 480 0,-2 3 112 0,-1 2 0 0,-2 4 16 16,-3 1 768-16,0 2 160 0,-1 3 16 0,-2 4 16 0,0 3 352 0,1 1 64 15,-2 3 16-15,1 1 0 0,1 0-512 0,2 4-112 16,0 0-16-16,0 0 0 0,-4 9-576 0,0 2-112 16,0 2-16-16,1 4-16 0,1 6-240 0,-1-1-32 15,-1 3-16-15,2 2 0 0,0 2 48 0,1 1 0 16,0 1 0-16,1 1 0 0,0-2-48 0,1-2 0 16,2-3 0-16,-1-1 0 0,2-5-144 0,1 1 128 0,1-5-128 15,0 0 128-15,1-2-128 0,-1-4 0 16,1 0 0-16,-1-2 128 0,1-2-128 0,-1 1 0 0,1-2 0 0,1 0 0 15,-1-3-208-15,3 1 16 0,-1-2 16 0,1 0 0 16,-2 0-112-16,0-2-32 0,0 0 0 0,-1-1 0 16,3-1 0-16,-1-4 0 0,0 1 0 0,-1-1 0 15,-1-3-48-15,1 0-16 0,1-2 0 0,-1-2 0 16,0-2 48-16,0-1 0 0,-2-1 0 0,1 0 0 16,-1-3 96-16,-2 3 32 0,-1-1 0 0,-2 3 0 15,1 1 208-15,-2 3 0 0,-2 4 0 0,1 0 0 16,-2 3 240-16,-1 0 144 0,4 6 16 0,-7 0 16 15,-3 3 352-15,1 4 80 0,0 4 16 0,0 1 0 16,1 2-272-16,0 3-48 0,2 0-16 0,-1 4 0 0,0 1-224 0,1 0-48 16,2-1-16-16,3-2 0 0,1-1-240 0,3-1 0 15,1-3 0-15,1 0 0 0,1-1 0 0,2-1-160 16,1-3 0-16,2-2 0 16,0-3-832-1,3-2-160-15,-1-2-48 0,0 0 0 0,0-4-544 0,1 2-112 0,0-3-32 0,-1-2 0 16,0-1-1152-16,0-2-224 0,2-2-64 15,-1-1-7312-15,0 1-1472 0</inkml:trace>
  <inkml:trace contextRef="#ctx0" brushRef="#br0" timeOffset="25030.47">9406 2161 7359 0,'0'0'656'15,"0"0"-528"-15,0 0-128 0,0 0 0 0,-5 4 7184 0,1 1 1408 16,0 1 288-16,2 4 48 0,-2 1-5088 0,0 4-1024 0,1 2-208 0,1 2-48 16,-1 2-976-16,0 1-208 0,1 0-32 0,-1 3-16 15,1 1-592-15,0 2-112 0,2 0-32 0,-1 1 0 16,0 0-352-16,1-1-80 0,0-2-16 0,0 0 0 15,0 2-144-15,1-3 0 0,-1-2 0 0,0-2 0 16,0-4 0-16,0-1 0 0,0-2 0 0,0-2 0 16,1-2 0-16,-1-2-176 15,0-8 48-15,0 0 0 0,0 0-208 0,0 0-48 0,0 0 0 0,-4-7 0 32,0 0-256-32,2-3-64 0,1-3-16 0,-1-5 0 15,2-3-128-15,2-4-32 0,-1-2 0 0,1-3 0 0,0-1-176 0,2-6-32 0,2 1-16 0,2-3 0 16,2 0 176-16,2 1 32 0,1-1 16 0,2 5 0 15,-1 0 640-15,2 5 240 0,-1 3-176 0,1 4 176 0,-2 4 304 0,1 1 144 16,-4 4 48-16,2 1 0 0,-1 5 224 0,0 4 48 16,-2 0 16-16,-1 2 0 0,-9 1 0 15,0 0 0-15,9 4 0 0,-2 1 0 0,-2 0-272 0,-1 4-64 16,-1 3-16-16,-3 2 0 0,-2 1-224 0,1 1-32 16,-2 3-16-16,0 2 0 0,-1 2-160 15,0 1 0-15,-1-2 0 0,-1-1 128 0,1-3-128 0,0-1 0 16,-2-2 0-16,1 1 0 0,-1-2 0 0,1 1 0 15,1-2-128-15,-1 0 128 0,2-4 0 0,1 0 0 16,0-1-144-16,0 0 144 0,1 1 0 0,0-3 0 16,2-6-128-16,0 0 128 0,0 0-144 0,7 6 144 15,-7-6-208-15,8 3 80 0,0 0 0 0,1 0 0 16,0-3 0-16,3-3 0 0,-1-2 128 0,2-2 0 16,0 1 0-16,2-3-128 0,-1-2 128 0,0 0 0 15,1-1 0-15,0-5 0 0,1 0 0 0,1-4 0 0,-3-2 0 0,-1-2 0 16,-1-1 0-16,0 0 0 0,-2-2 0 0,1 4 0 15,-2 0 0-15,-1 4 0 0,-3 2 0 0,-1 5 0 16,-3 0 176-16,0 4 16 0,-1 3 0 0,0 6 0 16,-4-6 448-16,4 6 80 0,-9 2 32 0,0 2 0 15,0 2-176-15,0 4-16 0,-1 4-16 0,-2 4 0 16,-1 5-240-16,0 1-48 0,0 2-16 0,1-1 0 16,3-1 16-16,1 0 0 0,3-3 0 0,-2 1 0 15,3-4-256-15,2 0 0 0,2-2 0 0,1-2 0 16,3-1 0-16,4-2 0 0,0-2 0 0,1 1 0 15,-1-3-1024 1,1-1-256-16,0-3-64 0,1 0 0 16,2-1-1584-16,0-1-320 0,1-1-64 0</inkml:trace>
  <inkml:trace contextRef="#ctx0" brushRef="#br0" timeOffset="26434.96">9979 2212 11967 0,'0'0'1072'0,"0"0"-864"16,0 0-208-16,0 0 0 0,0 0 7952 0,0 0 1552 0,0 0 304 0,0 0 64 16,-2 8-6288-16,1 3-1248 15,-2 1-256-15,1 4-48 0,-2 2-1120 0,0 0-208 16,-1-1-64-16,1 3 0 0,0-1-304 0,1-1-64 15,2-1-16-15,0-2 0 0,1-2-256 0,0 0 0 0,1-4 128 0,0 0-128 16,-1-9 0-16,0 0 0 0,0 0 0 0,0 0 0 16,0 0 0-16,0 0-176 0,8 3 176 0,0-5-208 15,-1-3 0-15,-1-1 0 0,1-2 0 0,-1 1 0 16,2-4 48-16,-2-1 16 0,1-1 0 0,1-2 0 16,0 0-48-16,1-5-16 0,0-1 0 15,1-1 0-15,1-1-96 0,0 2-16 0,1 1 0 0,-3 3 0 16,0 2-80-1,-1 2-32-15,0 1 0 0,-1 3 0 0,-2 2 208 0,0 5 32 0,-5 2 16 0,0 0 0 16,0 0 176-16,0 0 0 0,0 0 0 0,8 6 0 16,-2 1 0-16,1 3 0 0,-2 3 0 0,-1 3 128 15,0 1-128-15,0 2 0 0,-2 2 0 0,1 0 0 0,0 1 0 0,-2-2 0 16,2 1-144-16,0-2 144 16,5 1-240-16,-1-3 32 0,-1-2 0 0,2 0 0 15,12 6-576-15,-11-14 368 16,1-1 0-16,2-1-144 0,1-4-16 15,0 0-16-15,1-2 0 0,-1-4 64 0,2-2 16 0,-1-2 0 0,2-1 0 16,1-1 48-16,-3 0 16 0,0-2 0 0,-1-2 0 16,-1-3 448-16,0 0 0 0,-2-6 0 0,-1 2 0 0,1 0 0 0,-4 4 256 15,-2-3-48-15,-3 5-16 0,-1 2 240 0,-2 3 32 16,-2 6 16-16,-3 0 0 0,-2 4 416 0,-3 2 64 16,-2 4 32-16,0 6 0 0,-2 3-240 0,0 3-48 0,0 1-16 15,0-1 0-15,0 1-240 0,3-1-64 16,0-1 0-16,4 0 0 0,2-1-192 0,2-3-64 15,3 0 0-15,0-3 0 0,2-9-352 0,0 0-80 0,4 6-16 16,3 0 0 0,1-2-432-16,2-2-80 0,0-2-32 0,2-2 0 15,1-4-32-15,0 0 0 0,2-1 0 0,-1-4 0 16,0-1 304-16,1-4 48 0,0-2 16 0,1-3 0 0,0-2 528 0,1-3-128 16,-1-3 128-16,1-1 0 0,0-3 0 0,0 2-160 0,0-3 160 15,-1 3-128-15,0 1 128 0,-2 4 0 0,-4 2 0 0,-1 6 128 16,-2 4 352-16,-2 1 80 0,-1 4 16 0,-1 2 0 15,-3 2 464-15,0 5 112 0,-4-3 0 0,-3 4 16 16,1 2-400-16,-1 5-96 0,-1 4-16 0,1 1 0 16,-3 5-384-16,1 3-80 0,-1 2 0 0,1 2-16 15,0 1 0-15,3 0 0 0,1 2 0 0,1 0 0 16,0-2-176-16,3 0 0 0,1-2 0 0,3-2 128 16,1-2-128-16,1-3 0 0,1-3 0 0,3-2-176 15,1-2-160-15,0-2-48 0,0-2 0 0,2-2 0 16,0-4-192-16,0 0-32 0,-1-5-16 0,2 1 0 15,0-2 112-15,2-2 0 16,-1-1 16-16,-1-2 0 0,-2-3 320 0,-1-2 176 0,0-2-192 0,1 0 192 16,-2-4 0-16,0 2 0 0,0 0 0 0,-2 2 0 0,-3 0 0 0,-2 2 128 15,0 2-128-15,-2 2 0 0,-2 2 288 0,0 2-32 16,-2 3-16-16,-1 2 0 0,-2 3 336 0,1 1 64 16,-2 5 0-16,-1 3 16 0,-2 1-208 0,1 3-64 15,-1 0 0-15,2 3 0 0,-1 2-192 0,3 2-32 16,1 1-16-16,2 1 0 0,0 0-144 0,3-1 0 15,2-2 144-15,2-2-144 0,0-2 0 0,4-4 0 16,-1 0 0-16,2-1-128 16,1 1-912-16,2-3-176 0,1-2-48 0,1-3 0 15,0-3-1472-15,1-2-288 0,2 0-64 16,-2-2-16128-16</inkml:trace>
  <inkml:trace contextRef="#ctx0" brushRef="#br0" timeOffset="26985.86">11011 2109 28559 0,'0'0'1264'0,"0"0"272"0,-5 6-1232 0,0 2-304 0,0 2 0 0,-1 2 0 0,0 1 5248 0,-1 3 1008 16,1 0 192-16,-1 2 32 16,2 1-4048-16,0 2-800 0,1 0-160 0,0-1-48 15,1-3-944-15,2-2-192 0,1 0-32 0,1-4-16 16,1 2-240-16,-1-4 0 0,0 1 128 0,3-3-128 0,-4-7 0 0,0 0 0 16,7 6-192-16,-1-1 192 0,-6-5-416 0,8 1 32 15,-8-1 0-15,7-1 0 16,-1-4-96-16,3-2-16 0,-2-1 0 0,-1-2 0 15,1-2 48-15,1-2 16 0,-1-3 0 0,3-1 0 16,-1-3-64-16,1-1-16 0,2-2 0 0,1 1 0 16,-1 2 48-16,-1-1 0 0,1 1 0 0,0 2 0 0,-2 5 96 0,-1 1 32 15,1 0 0-15,-3 3 0 0,0 2 336 0,-2 1 0 16,-5 7 0-16,0 0 0 0,0 0 160 0,0 0 48 16,0 0 16-16,1 11 0 0,-2 3-224 15,0 2 0-15,-2 2 0 0,-1 3 576 0,2 2 80 16,-4 2 16-16,3 0 0 0,-1-3-496 0,2 0-176 0,2-1 0 15,3 0 144-15,-2-2-144 0,4-2-272 0,1 0 64 16,1-6 16 0,4-2-1200-16,2-1-224 0,1-2-48 0,2-3-16 15,0-3-224-15,1-3-32 0,1-3-16 0,0-2 0 16,0-3 736-16,1-2 160 0,-3-2 32 0,0-3 0 16,-2-3 544-16,1-3 112 0,-1-3 32 15,0-2 0-15,1-2 848 0,2 0 192 0,-2-3 16 0,1-2 16 0,-2 1 400 0,-1 3 80 0,-1 2 0 0,-4 2 16 16,0 6 336-16,-2 5 64 0,-2 0 16 0,-1 5 0 15,-2 5 32-15,0 0 16 0,-1 1 0 0,0 6 0 16,0 0-592-16,0 0-112 0,0 0-32 0,-2 6 0 16,-2 1-624-16,0 3-128 0,0 3-16 0,0 3-16 0,2 1-176 15,-1 2 0-15,-1 3 0 0,0 2 0 0,-1 7 0 0,0-1-144 16,0-1 144-16,-1 1-160 16,1 0-640-16,0 0-128 0,1-3-32 0,0-1 0 15,0-1-1360-15,0-3-288 0,0-2-48 16,0-6-18000-16</inkml:trace>
  <inkml:trace contextRef="#ctx0" brushRef="#br0" timeOffset="27169.69">11359 2060 48095 0,'-10'-3'2128'0,"10"3"432"0,-3-3-2048 0,3 3-512 15,0 0 0-15,0 0 0 0,0 0 1472 0,0 0 192 16,0 0 48-16,8-3 0 0,1 3-816 0,3 0-144 0,1-1-48 0,1 0 0 15,5 1-560-15,3 0-144 16,0 0 0-16,1-2 0 16,1 4-400-16,-1 0-112 0,1 0-32 0,-1-1-15968 15,1 2-3184-15</inkml:trace>
  <inkml:trace contextRef="#ctx0" brushRef="#br0" timeOffset="27605.91">8710 3130 40431 0,'0'0'1792'0,"0"0"368"0,0 0-1728 0,3-7-432 16,-1-2 0-16,-2 9 0 0,0 0 1840 0,0 0 272 0,0 0 64 0,0 0 16 15,0 0-368-15,0 0-80 16,6 6-16-16,-3 4 0 0,-1 3-912 0,-2 1-192 16,-2 4-48-16,1 4 0 0,0 4-352 0,-2 3-80 15,2 1-16-15,-3-1 0 0,0-2-128 0,0-3 0 16,0-5 0-16,0 1 0 16,0-2-528-16,2-1-144 0,1-1-32 0,-2-6 0 15,3-10-1936-15,0 0-400 0,0 6-80 0,0-6-16 0</inkml:trace>
  <inkml:trace contextRef="#ctx0" brushRef="#br0" timeOffset="28198.69">8778 3046 21183 0,'0'0'1888'0,"0"0"-1504"0,-1-5-384 0,1 5 0 16,0 0 3264-16,0 0 592 0,0 0 112 0,0 0 32 0,0 0-3312 0,0 0-688 16,0 0 0-16,7-1-208 15,1 1-3184-15,1 2-624 0,1 2-128 0,-3 1-16 16,1 0 1520-16,1-1 304 0,-9-4 64 0,7 8 16 0,-1 4 3632 0,0 1 736 15,0-3 128-15,-2 3 48 0,-1 2 2416 0,-1 0 480 16,-1 2 112-16,1 2 16 0,-2 2-1696 0,0-2-336 16,0 5-64-16,-2-5-16 0,1 2-1440 0,0-1-288 15,0-1-64-15,-1-3-16 0,1-2-736 0,0-1-144 16,-1-2-16-16,1-2-16 16,0-2-176-16,1-7-48 0,0 0 0 0,0 0 0 15,0 0-256-15,0 0 0 0,0 0 0 0,0 0 0 0,0 0 0 0,0 0-144 16,0 0 16-16,0 0 0 0,1-7-64 0,2-4 0 15,1-1 0-15,1-2 0 0,0-4-96 0,2-2-32 0,-1-2 0 0,3 0 0 32,2 0-64-32,-1 0-32 0,2 0 0 0,1-1 0 15,0 1-16-15,1 4 0 0,-1 2 0 0,0 3 0 0,-1 3 176 0,-2 2 48 0,0 1 0 0,-3 4 0 16,-7 3 208-16,0 0 0 0,7 3 0 0,-2 4 0 16,-1 0 336-16,0 2-32 0,-1 5-16 0,-2 3 0 15,-2 1-96-15,-1 3-32 0,1 3 0 0,0-1 0 16,1 3-160-16,-2-2 128 0,1-1-128 15,2-1 128-15,2-1-128 0,1-1 0 0,1-2 0 0,2-3 0 32,-1-1-400-32,2-4-16 0,0-4 0 0,2 0 0 15,5-1-864-15,-2-3-192 0,1-2-16 0,0-1-16 0,1-3 560 16,0-1 112-16,-2-1 32 0,0-2 0 0,0-1-304 16,0-6-64-16,-1 1-16 0,0 0 0 15,0-5 576-15,1 1 112 0,-2-3 32 0,0 0 0 0,-2 0 464 16,0 1 0-16,-1 0-128 0,-2 1 128 0,1-1 0 0,-2 3 0 15,-2 1 144-15,-2 3-144 0,-1 3 448 0,-1 2-16 0,1 8 0 0,0 0 0 0,-8-5 336 0,-1 2 80 16,0 3 16-16,-1 3 0 0,0 1-544 0,1 1-96 16,0 3-32-16,1 1 0 0,-1 3-192 0,1-1-288 15,0 1 64-15,2 0 16 16,-1-2-1216-16,2 2-240 0,0-3-64 16,2 2-10080-16,2-1-2016 0</inkml:trace>
  <inkml:trace contextRef="#ctx0" brushRef="#br0" timeOffset="28512.73">9352 2970 20271 0,'0'0'896'0,"0"0"192"0,-4-5-880 0,0 1-208 0,4 4 0 0,0 0 0 15,0 0 7360-15,0 0 1408 0,0 0 304 0,0 0 48 0,0 0-6400 0,0 0-1280 16,2 11-256-16,1 2-48 16,0 1-816-16,-2 3-176 0,-1 4-16 0,-1 2-128 15,-1 3 176-15,0-1-176 0,-1 3 160 0,0 0-160 16,1 1 128-16,-1-2-128 0,-1-1 0 0,2-1 0 16,0 0 0-16,0-2 0 0,-2-2 0 0,1-2 0 15,-1-4-416-15,2 0-128 0,-1-2-32 0,2-4 0 16,0 0-816-1,-1 0-160-15,1 0-48 0,1-9 0 0,0 0-2368 0,0 0-464 0,0 0-112 0</inkml:trace>
  <inkml:trace contextRef="#ctx0" brushRef="#br0" timeOffset="28836.15">9191 3265 22111 0,'0'0'976'0,"0"0"208"0,0 0-944 0,0 0-240 0,0 0 0 0,0 0 0 0,8 3 6256 0,0-2 1200 15,-8-1 240-15,9 0 48 0,3 0-5200 0,1-3-1056 16,2 1-208-16,2-3-32 0,0-1-704 0,2 0-144 0,-1-2-16 16,1-1-16-16,2-3-208 0,1 0-32 0,2-1-128 0,-1-1 192 15,-1-2-192-15,1 2 0 16,-1 1 0-16,-3-3 0 0,1 3 0 0,-4 2-192 0,-5 1 48 0,-2 3 0 16,-1 0-16-16,-8 7 0 0,0 0 0 0,0 0 0 15,0 0 160-15,0 0 0 16,-8 9 0-16,-2 4 0 0,-3 4 176 0,0 2-48 15,-3 0 0-15,1 2 0 0,0 0-128 0,2 1 0 0,2 0 144 0,0 2-144 16,2-5 0-16,2 2 0 0,2-1 0 0,1-5 0 16,3 1-416-1,1-4 0-15,1-3 0 0,3-1 0 16,1-3-1392-16,3-3-288 0,1 0-48 0,3-4-16 16,2 0-2048-16,1-2-400 0,17-8-96 0,0-7-16 15</inkml:trace>
  <inkml:trace contextRef="#ctx0" brushRef="#br0" timeOffset="29190.3">9731 3090 15663 0,'0'0'688'0,"0"0"144"0,-7-2-656 0,7 2-176 0,0 0 0 0,-5 2 0 0,0 2 7680 16,0 3 1520-16,-2 2 288 0,3 4 64 0,2 0-6352 0,-1-1-1264 15,1 6-256-15,-1 0-48 0,0 3-864 0,1 1-192 16,0 0-16-16,2-1-16 0,2 0-336 0,-1-3-64 16,-1-1-16-16,1-1 0 0,2-2-128 0,1-2 0 15,0-3 0-15,-2-1 0 0,-2-8 0 0,0 0 0 16,0 0 0-16,0 0 0 0,7 5 0 0,-1-2 0 15,1-4 0-15,-1-2 0 0,0-1-128 0,0-1 128 16,-1 0-160-16,2-5 160 0,-1-3-192 0,4-1 192 16,-3-5-208-16,2-4 80 0,2 3-48 0,-1-3 0 15,2 1 0-15,0 0 0 0,-2-4-16 0,2 4-16 16,0 4 0-16,-2-2 0 0,-1 2 208 0,-1 3-176 16,-1 4 176-16,-2 2-160 0,0 2 160 0,-1 2 0 15,-4 5 0-15,0 0 128 0,0 0 80 0,0 0 32 16,4 9 0-16,0 3 0 0,-2 2-48 0,0 3-16 0,-1 3 0 0,0-2 0 15,-1 3-176-15,0-1 128 16,0 3-128-16,2-2 128 0,-1-1-128 0,2 0 0 16,0-3 0-16,0 0 0 15,1 1-384-15,0-5-96 0,1-1-32 0,2-3 0 16,0-4-1120-16,1-1-224 0,1-4-64 0,3 0 0 16,2-5-2736-16,2-2-544 0</inkml:trace>
  <inkml:trace contextRef="#ctx0" brushRef="#br0" timeOffset="29545.28">10307 3068 11055 0,'0'-17'976'0,"0"11"-784"0,0 1-192 0,0-1 0 0,-1 0 7488 0,0 1 1472 16,-3-1 272-16,0 2 64 0,-1-1-5232 0,-2 4-1056 16,1 2-192-16,-2 1-64 0,-1-4-1552 0,-1 4-320 15,0 1-64-15,0 1-16 0,-1 0-464 0,-1 2-80 16,-1 1-32-16,2 1 0 0,0 1-224 0,1 3 176 16,-1-3-176-16,2 2 160 0,0-1-160 0,1 0 0 15,2 0 0-15,1 0 0 0,2-2 0 0,0 1 0 16,2 0 0-16,1 0 0 0,3-1 0 0,1-1 0 15,-4-7 0-15,6 6 0 0,1 1-192 0,0-1 192 16,1-1-160-16,3 1 160 0,0-5-192 0,2 1 48 16,2 1 16-16,-1 0 0 0,0-2 128 0,-1 2-128 15,1-3 128-15,-1 1-128 0,0 0 128 0,0 3-192 16,-3-3 192-16,-1 2-192 0,-1 0 32 0,-1-1 0 0,-7-2 0 16,0 0 0-16,0 0 160 0,2 8-160 0,-2 0 160 15,-1 1-160-15,-3 1 160 0,-3 1 0 0,1 1 0 0,-5-2 0 16,0 2 0-16,-2-2 0 0,-2 1 0 15,0-2 0 1,-1-1-464-16,0-2-64 0,1-2-16 0,-2 0 0 16,-1-2-1088-16,1 1-224 0,1-3-32 0,3 0-16 15,1 0-1616-15,3-4-336 0,3-1-64 0</inkml:trace>
  <inkml:trace contextRef="#ctx0" brushRef="#br0" timeOffset="29727.37">10417 2977 34095 0,'0'0'3024'0,"0"0"-2416"0,0 0-480 0,1 8-128 0,-1-8 4256 0,-1 9 832 16,1 1 160-16,0 2 48 0,-2 0-3264 16,0 3-656-16,-1 2-128 0,1 3-32 0,2 0-784 0,-2-4-176 15,1 4-16-15,0 0-16 0,-1-2-224 0,1 1 0 16,-2 0 128-16,2-2-128 16,1 0 0-16,-1-1-160 0,1-2 32 0,1-4 0 15,0-1-1552-15,3-2-304 0,-4-7-64 0</inkml:trace>
  <inkml:trace contextRef="#ctx0" brushRef="#br0" timeOffset="30091.33">10494 2914 11967 0,'0'0'1072'15,"0"0"-864"-15,-3-5-208 0,3 5 0 0,0 0 6896 0,0 0 1328 16,0 0 272-16,0 0 48 0,0 0-5840 0,0 0-1168 0,5-5-224 0,2 5-48 15,2 0-1008-15,-1 0-256 0,0 4 0 0,-1 1 0 16,1 0 320-16,0 4 0 0,-1-2 16 0,-1-1 0 16,1 4 736-16,-1 1 144 0,-1 5 16 0,0-3 16 15,-1 1-112-15,0 2-32 0,-1 1 0 0,0 2 0 16,-1-2-512-16,2 3-96 0,-1-2-32 0,-1 1 0 16,0-5-304-16,0 0-160 0,1 1 160 15,1-4-160-15,-3-2 0 0,2 1 128 0,-1-4-128 0,0-2 64 16,-2-4-64-16,0 0 0 0,0 0 0 0,0 0 0 15,0 0 0-15,0 0 0 0,0 0 0 0,6-3 0 16,1-2 0-16,-2-3 0 0,1 0 0 0,2-2 0 16,1-3 0-16,0-3 0 0,0 2 0 0,2-6 0 15,1 0-208-15,1-3-48 0,0 1 0 0,2 3 0 16,1 0-944-16,-3 3-192 0,-3 0-32 0,0 5-16 16,-1 1-2224-16,-1 6-448 0,-1 4-96 0,-7 0-15056 15</inkml:trace>
  <inkml:trace contextRef="#ctx0" brushRef="#br0" timeOffset="30382.6">10809 3149 11055 0,'0'0'976'0,"1"7"-784"0,2-1-192 0,1 1 0 16,-4-7 5712-16,8 5 1104 16,-2 0 224-16,2-4 32 0,0 1-3536 0,1-4-704 15,0 1-144-15,3-5-16 0,0-1-992 0,1-1-192 16,1-1-32-16,0 0-16 0,1-4-672 0,-1-1-144 16,2-2-32-16,-1 0 0 0,0-1-336 0,-1 0-80 15,-1-2-16-15,-1 1 0 0,-3 1-160 0,-3 2 0 0,0 2 0 0,-4 2 0 16,-3 0 128-16,-3 3-128 0,-4 3 0 0,-2 2 128 15,-5 3 320-15,-3 7 64 16,-4 1 16-16,0 4 0 0,-2 1-48 0,2 3-16 16,0 0 0-16,3 2 0 0,0 3-176 15,4 1-32-15,2 1-16 0,2-1 0 0,2-3-240 0,4 2 176 16,4 0-176-16,3-1 160 0,3-1-112 0,4-1-48 0,4-2 0 0,4 0 0 16,2-6 0-16,2-1 0 0,2-1 0 0,2-1 0 15,0-4 0-15,1 0 0 0,0 0 0 0,0-2 0 16,1-1-160-16,1-1-32 0,-2-2 0 0,1 0 0 15,0 0-1264 1,1-1-256-16,-2-2-48 0</inkml:trace>
  <inkml:trace contextRef="#ctx0" brushRef="#br0" timeOffset="37130.79">11917 965 20271 0,'0'0'896'0,"0"0"192"0,-5-4-880 0,1 1-208 0,0-3 0 0,2 2 0 0,-1 2 6256 0,3 2 1200 15,-3-4 240-15,3 4 48 0,0 0-4688 0,0 0-944 16,0 0-192-16,0 0-48 0,0 0-1104 0,0 0-240 16,8 1-32-16,3-1-16 0,0 1-112 0,6 1-32 15,4 0 0-15,4 0 0 0,2-2-176 0,5 0-32 16,4 0-128-16,3-2 192 0,4 2-192 0,0-2 0 15,0 0 0-15,2 1 0 0,-1-3 0 0,3 2 192 16,2 0-48-16,2 2-16 0,1-2-128 0,-1 2 0 16,1 0 0-16,-2 2 0 0,-3-2 0 0,-3 2 0 15,-3-2 0-15,-4 1 0 0,0 0 0 0,-2 2 0 16,-1-3 0-16,-3 0 0 0,-2 0-208 0,-2 0 16 16,-2 0 16-16,-1 0 0 15,-2 0-768-15,-3 0-144 0,-2-3-48 0,-1 3 0 16,-3 0-752-16,-1-1-160 0,-6 0-16 0,-6 1-16 15,8-2-1216-15,-8 2-240 0,0 0-48 0,0 0-13440 0</inkml:trace>
  <inkml:trace contextRef="#ctx0" brushRef="#br0" timeOffset="37465.87">13136 838 46943 0,'0'0'1024'0,"0"0"224"0,-6-2 32 0,-1 1 48 0,-1-2-1072 0,2 2-256 0,1 0 0 0,5 1 0 16,0 0 1600-16,0 0 256 0,0 0 48 0,0 0 16 15,0 0-864-15,0 0-160 0,0 0-48 0,0 0 0 0,0 0-432 16,0 0-96-16,7 5 0 0,0 0-16 15,-7-5-176-15,9 7-128 0,2-2 192 0,0 1-192 16,2 0 160-16,0 0-160 0,3 1 128 0,1-1-128 0,0 1 0 0,1-1 0 16,-1 1 128-16,1-2-128 0,1-1 0 0,-2 1 0 15,0 0 0-15,-3 2 0 16,-1-3 0-16,-3 0 0 0,2-2 0 0,-2 2 0 16,0-1 0-16,-3 1 0 0,1 0 0 0,-8-4 0 0,0 0 0 0,0 0 128 15,0 0-128-15,0 0 128 0,0 0-128 0,0 0 0 16,0 0 0-16,0 0 0 15,0 0 0-15,0 0 0 0,-5 6 0 0,-1 1 128 0,-2-1-80 16,-1 2-48-16,-2 1 0 0,-1 0 0 0,-2 2 0 0,-2 0 0 16,-1-1 0-16,-1 3 0 0,-1-2 0 0,0 1 0 15,1-2 0-15,0 1 0 0,1-3 0 0,1 1 0 16,2 0 0-16,2-1 0 0,2-2 0 0,2 1 0 16,3-2 0-16,5-5 0 15,0 0-1856-15,0 0-256 0,0 0-48 0</inkml:trace>
  <inkml:trace contextRef="#ctx0" brushRef="#br0" timeOffset="41875.56">14749 809 45055 0,'0'0'5632'0,"0"0"-1696"0,-4-3-336 0,0 1-2720 16,-1-1-560-16,5 3-96 0,0 0-32 0,-5-5 208 0,-1 0 48 0,0 1 0 0,-2 2 0 16,-1 2-64-16,-1 0-16 0,-2 0 0 15,0 4 0-15,-5-2-128 0,0 3-32 0,-1 0 0 0,-2-1 0 0,2 0-64 0,0 0-16 16,2 4 0-16,-1-2 0 0,0-1-128 0,2 1 128 16,0 1-128-16,1-1 128 0,1-1-128 15,4-1 0-15,1 0 0 0,2 1 0 0,2-4 0 0,0 2 0 16,4-3 0-16,0 0 0 0,0 0 0 0,0 0 0 15,0 0 176-15,0 0-176 0,0 0 0 0,11 8 0 16,0 1 0-16,1-3 0 0,1-2 0 0,1 1 0 16,2-3-176-16,3-1 176 0,-1 0 0 0,1 2 0 0,0-2 0 0,3 2 0 15,2-1 0-15,-1 4 0 16,0-1 0-16,0-1 0 0,-2 2 0 0,0 1 0 16,-3 2 0-16,0 0 0 0,-3 1 0 0,-1 1 0 0,-4-2 0 0,-1 0 0 15,-2 3 0-15,-2-3 0 0,-2 1 0 16,-2 0 0-16,-4-1 0 0,0 2 0 15,-3 0 0-15,0-2 192 0,-3-1-192 0,0 1 160 16,-3-3-160-16,-1 0 160 0,-2 0-160 0,0 2 128 16,-3 0-128-16,-1 1 128 15,0-4-80-15,-1 2-48 0,-1-2 0 0,0-1 0 0,-1 0 0 16,-1-2 0-16,1 1 0 0,1-3 0 0,-1-3 0 0,1 2 0 0,-1-2 0 16,1-2 0-16,1 0 0 0,3 0 0 0,2-2 0 15,2-1 0 1,1-1-640-16,3 0-112 0,2 0-16 0,2 0-16 15,5-2-1504-15,4 1-288 0,4 0-64 0,6-2-12400 0,6 1-2496 0</inkml:trace>
  <inkml:trace contextRef="#ctx0" brushRef="#br0" timeOffset="42149.32">15153 920 53391 0,'-9'-3'2368'0,"4"0"480"0,1 1-2272 0,1-1-576 0,3 3 0 0,-1-4 0 0,1 0 944 0,-1-1 80 0,1 5 0 0,0 0 16 15,7-4-464-15,3-1-80 16,-1-1-32-16,5 2 0 0,-2-2-336 0,3 4-128 0,2-3 0 0,0-1 0 16,2 4 0-16,0-2 128 15,2 1-128-15,1-1 64 0,2 2-64 0,-2-1 0 0,0 1 0 0,-2-1 0 16,-1 3-256-16,5 0-32 0,-4 0-16 0,-1 1 0 31,-2 2-912-31,-3 1-192 0,-1 0-48 0,-5 0 0 16,-2 1-2304-16,0-1-464 0,-3 5-80 0</inkml:trace>
  <inkml:trace contextRef="#ctx0" brushRef="#br0" timeOffset="42331.72">15161 1066 45439 0,'0'0'2016'0,"-7"1"416"0,0 2-1952 0,1 1-480 0,6-4 0 0,0 0 0 15,0 0 1808-15,0 0 272 0,0 0 48 0,0 0 16 16,0 0-816-16,0 0-176 0,11 1-16 0,3-1-16 0,4-3-768 0,2 2-160 16,2 0-16-16,2-2-16 0,0-3-32 0,2 0 0 15,2 0 0-15,0 1 0 0,1-2-256 0,0 2-64 16,2 1-16-16,0-1 0 16,-1 3-1984-16,2-3-400 0,2 4-80 0</inkml:trace>
  <inkml:trace contextRef="#ctx0" brushRef="#br0" timeOffset="43050.29">16296 682 38527 0,'0'0'1712'0,"-1"-6"336"0,0-2-1632 0,0 0-416 0,-1-1 0 0,2-1 0 0,0-1 1008 0,-1-2 112 15,0 2 32-15,-1-1 0 0,1 1 240 0,0 1 48 16,-3 1 16-16,1 0 0 0,1 0-736 0,-2 1-144 16,0 0-16-16,0 1-16 0,-1 2 32 0,1 1 16 15,4 4 0-15,-7-2 0 0,1-1-144 0,-1 2-16 16,1 1-16-16,-1 1 0 0,-1 2-96 0,1 1-32 0,-1-1 0 0,-1 4 0 15,-1 1-64-15,3 2-16 0,0-1 0 16,1 4 0-16,-1 3-48 0,1 1-16 0,-1 1 0 16,-2 10 0-16,1 3-144 0,2-2 0 15,0-1 0-15,1 0 272 0,1 2 32 0,0 1 0 16,0 3 0-16,-1 0-128 0,1 5-32 0,0-1 0 0,0 10 0 16,1 1-144-16,0-6 0 0,0-3 0 15,-1-4 0-15,2-2 128 0,-1-7-128 0,-1-1 128 16,0 0-128-16,0-2 0 0,1-4 0 0,-1-1 0 15,-2-2-240-15,1-3-16 0,0-2-16 0,0-1 0 32,0-1-832-32,-1-4-176 0,2-2-16 0,4-4-16 0,-6 2-1104 15,1-2-208-15,5 0-64 0,0 0-17680 0</inkml:trace>
  <inkml:trace contextRef="#ctx0" brushRef="#br0" timeOffset="43259.05">15798 1104 43599 0,'0'0'1920'0,"0"0"416"0,0 0-1872 0,0 0-464 0,0 0 0 0,0 0 0 0,0 0 1520 0,0 0 208 16,10-3 32-16,0-1 16 0,2 1-496 0,3 1-112 15,5-2-16-15,1 0 0 0,4 0-352 0,1 0-80 16,0-2-16-16,1 0 0 0,2 0-192 0,-3 1-64 16,1-1 0-16,-1 1 0 0,0 0-448 0,2 1 0 0,-1 2 0 15,1-1 0 1,-5-1-640-16,2 1-208 0,-2 3-48 0,-1 0-16 15,-1 0-2224-15,-1 0-432 0,-2 2-80 0</inkml:trace>
  <inkml:trace contextRef="#ctx0" brushRef="#br0" timeOffset="45299.62">16964 559 9215 0,'0'0'400'0,"0"0"96"0,0 0-496 0,-4-6 0 0,0 4 0 0,4 2 0 16,0 0 7408-16,-5-7 1376 0,0 3 288 0,0 2 48 16,5 2-5456-16,-6 0-1088 0,0 1-208 0,-2 4-64 15,-1-1-1040-15,-2 3-224 0,0 0-32 0,-2 7-16 16,-2 1-304-16,-2 6-64 0,-2 4-16 0,-1 2 0 16,-1 2-256-16,1 0-48 0,-1 2-16 0,1 0 0 15,1 4-112-15,0 2-32 0,2-1 0 0,2 1 0 16,-1-2-144-16,3 0 0 0,1-2 0 15,3-1 128-15,3-2-128 0,2-2 0 0,2-2 0 16,2-3-176 0,2-1-512-16,2-3-96 0,1-4-32 0,4-2 0 15,1-2-688-15,3-2-144 0,0-5-16 0,3 0-16 0,2-2-1824 16,3-2-352-16,-1-2-80 0</inkml:trace>
  <inkml:trace contextRef="#ctx0" brushRef="#br0" timeOffset="45549.68">17200 723 42095 0,'-4'-11'1856'0,"3"9"400"0,-1-5-1808 0,1 1-448 0,-1 1 0 0,0-1 0 0,2 6 1984 0,0 0 288 15,0 0 64-15,0 0 16 0,0 0-720 0,-4 6-144 16,0 0-16-16,0 2-16 0,-2 1-880 0,1 3-192 16,-2 1-16-16,-1 4-16 0,-1 2-176 0,0 2-48 15,0 4 0-15,0 2 0 0,0 1-128 0,0 0 0 16,1-3 0-16,-1 1 128 0,2 0-128 0,2-2 0 15,0-2 0-15,1-3 128 0,1 0-352 0,1-4-80 16,0 0-16-16,2-4 0 16,-2-1-896-16,2-10-176 0,0 7-32 0,0-7-16 15,0 0-1312-15,0 0-272 0,0 0-48 0,0 0-16704 0</inkml:trace>
  <inkml:trace contextRef="#ctx0" brushRef="#br0" timeOffset="45760.18">16912 710 33167 0,'0'0'2944'0,"0"0"-2352"0,-3-5-464 0,3 5-128 16,0 0 3840-16,0 0 736 0,0 0 160 0,0 0 16 15,0 0-2704-15,8-2-560 0,2-4-96 0,2 3-32 16,4 2-720-16,3 0-128 0,4-2-48 0,0 2 0 16,2 1-192-16,1 0-32 0,1 0-16 0,1 0 0 0,-2 0-224 15,1-2 176-15,0 1-176 0,1 1 160 0,-1 1-416 0,1 1-64 16,-2-1-32-16,-2 2 0 15,1 2-1552-15,-4 1-304 0,-3 3-64 0,-2 3-13152 16,-2 4-2640-16</inkml:trace>
  <inkml:trace contextRef="#ctx0" brushRef="#br0" timeOffset="45949.35">17390 1068 5519 0,'0'0'496'0,"0"0"-496"16,0 0 0-16,-2 8 0 0,0 0 9568 0,1 0 1824 15,-2 1 352-15,1-1 80 0,-1 2-8048 0,2 2-1616 16,-2-2-320-16,2 2-64 0,1 0-1072 0,-1 0-224 0,-1-2-32 0,1 2-16 16,1-1-432-16,0 2 0 15,0-5 0-15,1 1 0 16,1-2-1072-16,0 1-240 0,-2-8-48 0,0 0-16 16,0 0-2176-16,8 2-432 0,1 2-96 0</inkml:trace>
  <inkml:trace contextRef="#ctx0" brushRef="#br0" timeOffset="46201.98">17844 673 48431 0,'0'0'2144'0,"0"0"448"0,0 0-2080 0,0 0-512 0,0 0 0 0,0 0 0 0,0 0 1488 0,0 0 192 16,0 0 48-16,0 0 0 15,0 0-592-15,0 0-112 0,0 8-32 0,-1 3 0 0,-2 0-704 0,0 4-144 16,1 0-16-16,-1 5-128 0,-1-3 160 0,-1 4-160 15,-1 3 128-15,-1 2-128 0,1 2 0 0,0-2 0 16,1 3 0-16,1 1 0 0,0-2 0 0,0 0 128 16,2-2-128-16,-1-3 112 0,2 1-240 0,0-6-32 15,1-4 0-15,0 2 0 16,-2-3-544-16,2-3-96 0,2-2-32 0,1-3 0 16,-3-5-1216-16,0 0-256 0,0 0-64 0,7-5-12624 15,1 0-2544-15</inkml:trace>
  <inkml:trace contextRef="#ctx0" brushRef="#br0" timeOffset="46516.22">17776 720 25791 0,'0'0'2304'0,"-2"-4"-1856"0,2 4-448 16,0 0 0-16,0 0 4928 0,0 0 880 0,0 0 176 0,0 0 32 16,0 0-3600-16,0 0-736 0,7-4-144 0,3 3-16 15,0 0-752-15,0 2-160 0,3 0-32 0,2 1 0 16,0-2-288-16,2 0-64 0,0 1-16 0,3 2 0 15,1-1-208-15,-2 2 144 0,0 0-144 0,-3 1 128 16,1-1-128-16,-1 1 0 0,-4-1 0 0,0 3 0 16,-1-2 0-16,0 2 0 0,-2-1 128 0,-3 2-128 15,1-2 0-15,-2 4 0 0,-2 1 0 0,-2 0 0 16,-1 0 0-16,-1 2 0 0,-3 2 0 0,0-2 0 16,0-3 0-16,-3 3 0 0,0-2 0 0,-1 0 0 15,-3 4 0-15,2-5 128 0,0 1-128 0,-3 2 0 0,-2-3 0 16,0-1-176-16,-1-3 16 0,2-1 0 15,0 0-1072-15,2-2-224 0,-1-5-32 16,1 1-14112-16,5 0-2816 0</inkml:trace>
  <inkml:trace contextRef="#ctx0" brushRef="#br0" timeOffset="46825.6">18146 483 7359 0,'0'0'656'0,"-1"-4"-528"0,-1-1-128 0,2 5 0 0,0 0 9024 0,0 0 1792 16,5-3 336-16,-5 3 80 0,0 0-7984 0,10 0-1600 16,-1 2-320-16,3-1-64 0,2 3-304 0,1 2-48 15,-2 3-16-15,1 2 0 0,0 1-688 0,3-1-208 16,-4 1 0-16,3 1 128 0,0 0 288 0,-1 3 64 0,2 1 16 16,0 2 0-16,-1-2-304 0,-2 3-64 0,-1-1-128 0,0 2 192 15,-1 0-192-15,-2 0 128 16,-2 0-128-16,-1 2 0 0,-2 5 128 0,-2-1-128 0,-3 0 0 15,-3 3 144-15,0 0-16 0,-2 0-128 16,-1 0 192-16,-2-1-64 0,0-2-128 0,-2 2 0 0,-1-2 0 16,1-3 0-16,-2-1 0 0,0 0 0 0,2 0 128 15,-2-3-128-15,0-2 0 0,1-1 0 0,2-2 0 0,-2-2-176 16,-2 2-656 0,3-2-128-16,1 0-16 0,1-3-15776 0,1-2-3152 0</inkml:trace>
  <inkml:trace contextRef="#ctx0" brushRef="#br0" timeOffset="47588.36">19595 804 11967 0,'-3'-11'1072'0,"-1"7"-864"0,-1-2-208 0,0 1 0 0,-2-1 8144 0,2 2 1584 16,0 1 320-16,-2-3 64 0,-2 2-7264 16,2 2-1456-16,-3-5-304 0,1 5-48 0,-2 2-80 15,-1 2 0-15,-1 1-16 0,-2 1 0 0,-2-3-592 0,2 3-112 16,-1 1-32-16,1 2 0 0,-1-1-64 0,-1 3-16 15,3 1 0-15,-1-1 0 0,4-3-128 0,0 1 128 16,2-1-128-16,4 1 128 0,2 2-128 0,2 1 0 16,2 1 0-16,3-1 0 0,1-2 0 0,4-1 0 0,1 2 0 15,1-2 0-15,5 1 0 0,0 0 0 0,0 1 0 0,1 0 0 16,0-1 0-16,0 1 0 16,2-1 0-16,-2 1 0 0,-1 2 0 0,1-1 0 15,-1-1 0-15,-2 0 0 0,-1 0 0 0,-1-1-192 0,-3 0 0 16,-2-1 16-16,-2-2 352 0,-1 1 64 0,-4-6 16 0,0 7 0 15,-1 1-64-15,-3-2 0 0,-4-1 0 0,-1 1 0 16,-4-1 64-16,-2 1 16 16,-2 1 0-16,-2-3 0 0,-2 1-272 15,-1 0 0-15,-2-1 0 0,1 1 0 0,-2-2 0 0,2 1 0 0,-3-1 0 0,3 0 0 32,3-3-1024-32,0 2-96 0,3-2-32 0,3 0 0 15,2 0-2448-15,4 0-496 0,8 0-112 0</inkml:trace>
  <inkml:trace contextRef="#ctx0" brushRef="#br0" timeOffset="52119.34">16319 1406 34095 0,'0'0'3024'0,"0"0"-2416"0,0 0-480 0,0 0-128 0,0 0 3248 0,0 0 624 0,0 0 128 0,0 0 32 16,0 0-2160-16,0 0-416 15,0 0-96-15,0 0-16 0,5 10-528 0,-1 1-112 0,-2 1-32 0,0-1 0 16,-1 2-416-16,0 0-96 16,-1 0-16-16,0 2 0 0,0-1-144 0,0 0 0 15,0 2 0-15,-1-2 128 16,0-2-624-16,1-1-128 0,1-1-16 0,0 0-15712 0,1 0-3136 0</inkml:trace>
  <inkml:trace contextRef="#ctx0" brushRef="#br0" timeOffset="52870.44">20054 937 32255 0,'0'0'1424'0,"0"0"304"0,0 0-1392 0,0 0-336 0,0 0 0 0,0 0 0 0,0 0 3712 0,0 0 656 16,0 0 144-16,0 0 32 0,0 0-2432 0,9 0-464 15,3 0-112-15,-1 0 0 0,0-2-1088 0,2 2-192 16,1 0-64-16,3 0 0 0,1 0-192 0,1 0 0 0,0 0 0 0,1 0 0 16,-1 0 0-16,0 0 0 0,-1-4-208 0,-1 4 64 31,1 0-1632-31,0 0-320 0,-2 0-64 0,0 2-12640 15,-2 2-2544-15</inkml:trace>
  <inkml:trace contextRef="#ctx0" brushRef="#br0" timeOffset="53041.14">20124 1047 29487 0,'0'0'1296'0,"0"0"288"0,0 0-1264 0,0 0-320 0,0 0 0 0,0 0 0 15,0 0 4672-15,0 0 864 0,0 0 176 0,0 0 48 16,0 0-3840-16,0 0-768 0,9-1-160 0,2-1-32 15,2-1-768-15,2 0-192 0,2 1 0 0,2-2 0 16,0 0 0-16,3-3-128 0,1 2 128 0,1 1-208 16,0 0-1632-16,-1 2-320 0,2 0-64 0,0 0-19216 15</inkml:trace>
  <inkml:trace contextRef="#ctx0" brushRef="#br0" timeOffset="53605.71">21309 757 10127 0,'-1'-13'896'0,"0"9"-704"0,-3-3-192 0,0-2 0 15,1 0 7536-15,2 0 1472 0,0 0 288 0,-2-4 64 16,2 2-6720-16,1-2-1344 0,-2 0-272 0,2 1-48 15,0 1-208-15,0-1-32 0,-1 0-16 0,0 1 0 0,-1-1-368 0,0 1-80 16,-2 2-16-16,0 3 0 0,-1-3 96 0,0 1 16 16,-2 1 0-16,-1 2 0 0,0 1-32 0,3 0 0 15,5 4 0-15,-8-2 0 0,1 2-80 0,-1 2-32 16,-1 1 0-16,1 1 0 0,1 1-80 0,-1 2-16 16,1 2 0-16,0 1 0 0,1 2-128 0,-1 5 160 15,1 0-160-15,-1 5 160 0,-1 1-32 16,2 2-128-16,-1 1 192 0,1 0-64 0,-1 2-128 15,2 2 192-15,0 5-192 0,1 1 192 0,-1 2-64 0,-1 4-128 16,1 1 192-16,1-4-64 0,0 1-128 0,0-2 0 16,2-3 144-16,-1-2-144 0,1-4 0 0,-1-3 0 15,0-3 0-15,1-1 128 0,-2-2-128 0,3-3 0 16,-2-3 0-16,0 1 0 0,1-2-304 0,-1-3 32 0,1-2 0 16,2-8 0-1,0 0-1072-15,0 0-224 0,0 0-32 0,0 0-16 16,0 0-1104-16,0 0-224 0,0 0-32 0,-4-7-16000 0</inkml:trace>
  <inkml:trace contextRef="#ctx0" brushRef="#br0" timeOffset="53778.54">20952 1010 20271 0,'0'0'1792'0,"0"0"-1424"0,0 0-368 0,0 0 0 16,0 0 6160-16,3-6 1168 0,1 1 224 0,2 1 64 16,1 2-5104-16,0-1-1008 0,1-2-208 0,4 1-32 15,2 1-464-15,2 1-96 0,0 0 0 0,1 0-16 16,1-2-448-16,1 3-96 0,2 1-16 0,0 0 0 15,-3-3-400-15,2 2-96 0,-1 2-16 16,1 2 0-16,-2-1-2096 0,1 2-416 16,-3 1-96-16</inkml:trace>
  <inkml:trace contextRef="#ctx0" brushRef="#br0" timeOffset="54091.74">21334 1207 46015 0,'0'0'2048'0,"0"0"400"0,0 0-1952 0,0 0-496 0,0 0 0 0,0 0 0 0,8 3 1088 16,0-1 112-16,-1-1 16 0,5 0 16 0,1 2-976 16,-1-3-256-16,0 1 0 0,-1 1 1344 0,1-1 240 15,-1 1 32-15,-2 0 16 0,0 3-1312 0,-1 0-320 16,-3 0 0-16,-5-5 0 0,4 7 0 0,-2-1-192 16,-2-6 32-16,-3 13 0 0,-4 2 160 15,-2-3 0-15,-2-2 0 0,1 0 608 0,0 0 160 16,-5 0 16-16,4-2 16 0,-1 1-560 0,3 0-112 15,0-1-128-15,1 1 176 0,2-4-128 0,3 2-48 16,0-1 0-16,3-6 0 0,0 0 0 0,0 0 0 0,0 0 0 16,6 5 0-16,1-1 0 0,1-1 0 0,1-3 0 0,3 0 0 15,2-4 0-15,2 1 0 16,1 0 0-16,1-1 0 0,1 0-320 0,4-1-64 0,-1-5-16 0,1 1 0 31,2 0-832-31,0-1-176 0,-2-2-16 0,2-1-14768 0,1-4-2944 0</inkml:trace>
  <inkml:trace contextRef="#ctx0" brushRef="#br0" timeOffset="54426.07">22440 551 51135 0,'-11'-7'2272'0,"11"7"464"0,0 0-2192 0,0 0-544 0,0 0 0 15,0 0 0-15,-5-2 800 0,0 0 48 0,-2 2 16 0,1 4 0 0,-2-1 16 0,0 2 0 16,-1 0 0-16,-2 4 0 0,-2 3-464 0,-2 4-96 16,-2 2 0-16,-3 3-16 0,-2 2-144 0,-1 3-32 15,-1 2 0-15,1-2 0 0,-1 3-80 0,3 2-48 16,1 1 0-16,1 4 0 0,2 1 0 0,3 1-128 0,2-1 128 0,3-1-160 31,3-1 160-31,0 1 0 0,4-4 160 0,1 0-32 0,-1-4-128 0,4-2 0 16,0-1 0-16,2-3 0 0,0-2 0 0,2-2 0 15,2-1 0-15,1 0 0 0,1-7 0 0,0 1 0 0,-1-1 0 16,2 2 0 0,0-3-384-16,1 2-80 0,1-5-16 0,1-1 0 15,1-2-1184-15,2-1-256 0,0-5-32 0,0 0-13824 0,3 2-2768 16</inkml:trace>
  <inkml:trace contextRef="#ctx0" brushRef="#br0" timeOffset="55691.76">22763 729 36575 0,'0'0'1616'0,"-1"-5"336"0,-1-1-1568 15,2 6-384-15,0 0 0 0,0 0 0 0,-2-6 2320 0,2 6 384 0,0 0 80 0,0 0 16 16,-6 2-752-16,1 2-128 0,-1 3-48 0,-1 4 0 16,-1 2-960-16,1 3-192 0,-1 3-32 0,0 3-16 15,0 3-320-15,0 2-64 16,0 5-16-16,1-1 0 0,1-6 112 0,3 1 0 0,-1-1 16 0,0-1 0 15,1 0-400-15,0-1 0 0,1-3 0 0,1-2 0 16,-2 3 0-16,2-3-224 0,-1-2 32 0,1-3 0 16,0-5-224-1,-1 0-32-15,2-8-16 0,0 0 0 0,0 0-1136 0,0 0-208 0,0 0-48 16,0 0-16-16,0 0-1168 16,0 0-224-16,0 0-64 0</inkml:trace>
  <inkml:trace contextRef="#ctx0" brushRef="#br0" timeOffset="55905.19">22442 746 49007 0,'0'0'1088'0,"0"0"208"0,0 0 48 0,0 0 32 0,9-6-1104 0,0 1-272 0,1 1 0 0,3 1 0 0,4 0 1072 0,1 2 144 16,1 0 48-16,2 0 0 0,3-1-528 0,0 2-96 15,3 0-32-15,0 0 0 0,3-1-256 0,0 1-48 16,1 0-16-16,0 1 0 0,1 1-288 0,0-1 160 0,1 0-160 0,-4 2 128 31,-2 3-800-31,-1 1-160 0,-1-1-48 0,-4 3 0 16,-6 2-2944-16,-2 1-592 0</inkml:trace>
  <inkml:trace contextRef="#ctx0" brushRef="#br0" timeOffset="56106.69">22956 1137 13823 0,'0'0'608'0,"0"0"128"0,0 0-592 0,0 8-144 0,1 3 0 0,0 0 0 0,-2 0 8224 0,0 1 1616 0,-3-1 320 0,3 5 64 0,-2-3-7024 0,2 1-1408 15,-3 2-288-15,1-3-48 16,1 1-1088-16,-1-1-224 0,-1-2-144 0,1 1 192 16,2-1-544-1,0 0-96-15,1-11-32 0,0 9 0 0,1 1-1792 0,0-2-352 16,-1-8-80-16,3 7-18800 0</inkml:trace>
  <inkml:trace contextRef="#ctx0" brushRef="#br0" timeOffset="56456.73">23317 914 47631 0,'0'0'2112'0,"0"0"432"0,0 0-2032 0,0 0-512 0,0 0 0 0,0 0 0 0,0 0 1616 0,0 0 240 15,0 0 32-15,0 0 16 0,0 0-768 0,5 15-160 16,-1-5-16-16,0 5-16 0,0 3-592 0,-1 0-112 0,-2 3-32 0,1 0 0 16,1 0-80-16,0 0-128 0,-3-1 176 0,2 5-32 15,1-3-144-15,-1-3 0 0,1-5 0 0,-2 0 0 16,3-3 0-16,0-2 0 0,-4-9 0 0,0 0 0 16,7 6 0-16,-7-6 0 0,0 0 0 15,0 0 0-15,0 0 0 0,0 0 0 0,9-4 0 0,-1 1 0 16,0-4 0-16,-1-1 0 0,1-2 0 0,-1-2 0 15,0-4 0-15,3-1 0 0,-1-1 0 0,0-3 0 16,3-1 0-16,1-3 0 0,1-3 0 0,-1 0 0 16,1 5-224-16,1-1-32 15,-2 0-16-15,1 5 0 0,0 2-832 16,-1 3-176-16,0 0-16 0,-1 3-16 0,-3-2-2176 16,0 7-432-16,6-3-96 0,-15 9-15632 0</inkml:trace>
  <inkml:trace contextRef="#ctx0" brushRef="#br0" timeOffset="56827.61">23586 461 4607 0,'0'0'400'0,"0"0"-400"0,-4-5 0 0,4 5 0 0,0 0 10960 0,0 0 2112 16,0 0 432-16,0 0 64 0,0 0-9984 0,9 2-2016 15,1 2-400-15,2 5-80 0,0-1-576 0,2 4-112 16,3 1-16-16,4 2-16 0,2 4-368 0,1-2 0 16,-1 1 0-16,1 3 128 0,-1 0-128 15,1 2 128-15,-2-1-32 0,1 2-96 0,1 2 0 16,-2-1 0-16,9 23 0 0,-2 0 0 0,-6-1 0 16,-3-1 0-16,-6-5 0 0,-2 2 0 15,-4-2 0-15,-4 2 0 0,-3-4 0 0,-4-3 0 0,-2 1 0 16,-4-6 0-16,0-2 0 0,-4-2 0 0,-4 2 0 0,1-4 0 15,-1-1 0-15,0-3 0 0,-2 2 0 0,2-3 0 16,5-4 0-16,0-3 0 0,1 0 0 0,-1 0 0 16,0-1 0-16,3-3 0 0,0-1 0 0,-1 0 0 15,0-1 0-15,3 0 0 0,1-1 0 0,0-2 0 0,1-1 0 0,1 0 0 16,4-3 0-16,0 0 0 16,0 0-1472-16,0 0-272 15,0 0-64-15</inkml:trace>
  <inkml:trace contextRef="#ctx0" brushRef="#br0" timeOffset="100195.74">417 4435 33279 0,'0'0'1472'0,"0"0"320"0,7-7-1440 0,3 2-352 0,3 1 0 0,2-3 0 16,-1 3 0-16,2 1-320 0,2-3 64 0,0 2 16 16,-1-2 112-16,0 2 128 0,1 1-208 0,0-3 80 0,3 1 128 0,1 1 0 15,1 0 0-15,-9 3 0 0,2-2 0 0,2-1-128 16,3 1 128-16,2-3 0 0,2 2 0 0,1-1 0 15,1 0 0-15,26-3 0 0,-7 1 0 0,-1 2 0 16,-6-2 0-16,-3 2 0 0,-2 0 0 0,-14 1 176 16,5 2-176-16,2-2 192 15,6 0-32-15,0 0 0 0,5 0 0 0,3 0 0 0,2 1 48 0,41-2 16 16,-9 0 0-16,-9 2 0 16,-4-1 0-16,-1 3 0 0,-1 0 0 0,2-2 0 0,2 2-224 0,3 0 128 15,2-2-128-15,0 2 0 0,-1-1 0 0,1 2 0 16,0-4 0-16,4 4 0 0,4 0 192 0,0 4-64 15,1-4-128-15,-2 2 192 0,-6-2 240 0,4 1 32 16,3 2 16-16,4-2 0 0,3 3 128 0,-1 0 32 16,-1 0 0-16,4 1 0 0,4-4-304 0,5 4-48 15,4-3-16-15,-1 0 0 0,-4 1-144 0,5-2-128 0,5-1 144 0,3-1-144 16,3 1 128-16,-1-3-128 0,1 1 0 16,5 0 0-16,3-3 0 0,-2 4 0 0,-2-3 0 15,3 1 0-15,6-2 128 0,-2 1-128 0,-4 2 0 0,4-1 0 16,3 2 144-16,-1-1-144 0,-2-2 128 15,3 3-128-15,-2 0 288 0,6 1-32 0,1-3 0 0,2 3 0 16,-1 0 0-16,4 3 0 0,2 1 0 16,1-2 0-16,0-2-64 0,3 3-32 0,3 1 0 15,3 1 0-15,3-1-160 0,-1 0 0 0,-2 1 0 0,4 0 0 16,5-2 0-16,-1 1 0 0,-6-2 0 0,6 2 0 16,5-4 0-16,0 2 0 0,-1-4 0 0,1 2 0 15,1 0 0-15,5 0 0 0,0 0 0 0,0 0 0 16,-4 0 0-16,3 0 0 0,6-2 0 0,-1 2 0 15,1 2 0-15,-1 0 0 0,0 0 0 0,4 1 0 0,6 1 0 16,-2 0 0-16,-2 0 0 0,2 1 0 16,3-3 0-16,2 4 0 0,3-1 0 0,1 1 0 0,-4-2 0 0,1 2 0 15,-1-3 0-15,3 1 0 0,4 0 0 0,-1 0 0 16,-2-1 0-16,0-1 0 16,-1 1 0-16,0 1 0 0,3-4 128 0,2 0-128 0,2 0 432 15,-3 0 0-15,-3-3 0 0,2 2 0 0,0-2-32 16,4 3 0-16,4-4 0 0,-2 3 0 0,-5 0-64 0,0 1-16 15,3 0 0-15,1 0 0 0,1 0-128 0,2 0-48 16,1 0 0-16,-2 2 0 0,-3 2-144 0,3-2 128 16,1-1-128-16,2 3 128 0,3-3-128 0,1 4 0 0,-4 2 0 15,-1-2-176-15,-3-4 176 0,2 3 0 16,3-2 0-16,2 3 0 0,1-1 0 0,-4 0 0 16,-6-3 0-16,-2 0 0 0,-1-1 0 0,2 2 0 0,-1-2 0 15,0 1 0-15,2-1 0 0,-7 0 0 0,-5 0 0 0,0 0 0 16,2-1 0-16,2-1 128 0,1 1-128 15,-5 0 128-15,-5-1-128 0,0 2 192 0,3 0-64 16,1 0 0-16,-2-2-128 0,-7 1 0 0,-9-1 0 0,4 1 128 16,3-2-128-16,-8-1 176 0,-7-1-176 0,-3 1 192 15,1 3-192-15,-8 0 0 0,-6-1 0 0,-3 1 0 16,1 0 192-16,-9 1 48 0,-10 1 16 0,-1 2 0 16,0-1 48-16,-8 0 16 0,-11-2 0 0,-2 0 0 15,-5 2-112-15,-3 1-16 0,-4-3 0 0,-8 2 0 16,-7 2-192-16,-7 0 144 0,-7-1-144 0,-3-1 128 0,-7-2-128 0,-4 0 0 15,-5 3 144-15,-3-2-144 0,-4-1 0 0,-3-1 0 16,-5-2 0-16,-2 3 0 0,-2 0 0 0,-1 0 0 16,-4 0 0-16,-10 0 0 0,11-2-192 0,-11 2-64 15,0 0-16-15,9 0 0 16,-9 0-1808-16,0 0-352 0,8 0-80 16</inkml:trace>
  <inkml:trace contextRef="#ctx0" brushRef="#br0" timeOffset="106203.89">787 4916 39039 0,'0'0'1728'0,"0"0"368"0,-1-7-1680 0,1 2-416 0,-1 1 0 0,1 4 0 0,0 0 1728 0,0 0 272 15,0 0 48-15,0 0 16 0,0 0-128 0,0 0-16 16,0 0-16-16,1 12 0 0,0-2-1024 0,-1 4-208 16,-2 3-32-16,1 2-16 0,-2-1-128 0,0 4-32 15,-2 4 0-15,0 4 0 0,0 1-192 0,1 5-32 16,-3-2-16-16,2 1 0 0,0-1-224 0,0 0 176 15,-1-1-176-15,1 3 160 0,1-4-160 0,2-1 0 0,-4-3 0 16,3-7 0-16,-1-2 0 0,0-2 0 0,0-1 128 0,1-2-128 16,2-1 0-16,-2 0 0 0,2-2-160 15,0-1 160 1,1-2-960-16,0-8-80 0,2 5-32 0,-2-5 0 16,0 0-2288-16,8 0-464 0,4-2-80 0</inkml:trace>
  <inkml:trace contextRef="#ctx0" brushRef="#br0" timeOffset="107509.87">1222 5324 22111 0,'0'0'976'0,"0"0"208"0,0 0-944 0,1-7-240 0,3 2 0 0,-2-2 0 0,0 2 4928 0,-2 5 960 15,1-6 176-15,-1 6 32 0,1-7-3536 0,-1 7-720 16,0 0-144-16,0 0-32 0,0 0-720 0,0 0-160 15,-2-6-16-15,2 6-16 0,0 0-112 0,0 0 0 16,-9 0-16-16,1 2 0 0,0 2-240 0,-1 0-32 16,-3 5-16-16,-1-1 0 0,0 2-144 0,0 3-48 15,-1 3 0-15,-1 4 0 0,1-1-144 0,1 2 0 16,2-1 0-16,1-1 128 0,0-1-128 16,2 1 0-16,3-2 0 15,1-2 0-15,1-2 0 0,3-2-176 0,3-3 176 0,1 1-192 16,1-3-192-16,1-2-64 0,3-1 0 0,3-3 0 15,-1 0-64-15,0-4-32 0,1 1 0 16,1-6 0-16,1-1 96 0,1-3 32 16,-1-3 0-16,3-2 0 0,0-6 48 0,0 0 16 0,-3-4 0 0,2 1 0 0,-2-3 96 0,2 0 32 15,0-3 0-15,-1 1 0 0,1-2 224 0,-2 2-144 0,-2 4 144 0,-2 2-128 16,1 0 128-16,-3 3 0 16,-2 4 0-16,-2 5 0 0,-3 3 320 0,1 5-16 15,-2-1 0-15,0 7 0 0,0 0 160 0,0 0 48 0,0 0 0 16,0 0 0-16,0 0-128 0,-4 7-32 0,-1 3 0 0,-1 3 0 15,0 4-224-15,-1 3-128 0,1 2 128 16,1 2-128-16,-2 5 0 0,2 1 128 16,1-4-128-16,1 4 0 0,2 2 128 0,1-1-128 0,1-1 128 15,2-2-128-15,1 0 0 0,1-3 0 0,2-3 0 0,0-4 128 16,3-4-128-16,0-1 0 0,0 2 0 0,1-6 0 16,-1-1 0-16,3-2-128 0,-1 1 128 0,1-6-128 15,1-2-64-15,1-3 0 0,-1-4 0 0,0 0 0 0,1 2 16 0,0-5 0 16,-2-2 0-16,0-2 0 0,2-5 176 0,-2-1-160 15,-1-1 160-15,1 0-160 0,-2-3 160 0,0 0 0 16,-2 0 0-16,0 1-128 0,0 0 128 0,-2 2 0 16,-2 0 0-16,-1 4 0 0,-2 2 0 0,1 4 0 15,-3 2 0-15,-1 2 0 0,-2 4 240 0,3 4-32 16,0 0 0-16,0 0 0 0,-8 0 96 0,0 7 16 16,2 2 0-16,-2 3 0 0,-1 3-192 0,1-1-128 15,0 5 192-15,2 0-192 0,1 2 192 0,-1 1-192 16,2 0 192-16,2 2-192 0,2-1 128 0,1 2-128 0,0-3 0 15,3-1 0-15,3-3 0 0,-1 1 0 16,2-5 0-16,1 0 0 0,2-2 0 0,1-1-256 16,-1-4 80-16,4-1 16 0,0-1-160 0,2-4-48 15,1-1 0-15,1-2 0 0,-1-4 48 0,2 0 16 16,0-1 0-16,1-2 0 0,0-3 112 0,-1-1 32 0,-1-2 0 16,-1-2 0-16,1-3 160 0,-1 1 0 15,-1-2 0-15,0 0 0 0,-3 0 0 0,-1 2 0 0,-2 0 0 0,-2 2 0 16,1 2 320-16,-3-1 0 0,-3 4 0 15,-3 3 0-15,-1 3 64 0,0 6 16 0,-4-6 0 0,4 6 0 16,-6 0 48-16,-4 2 16 0,0 3 0 0,-3 3 0 0,-1 1-240 16,-1 3-48-16,0 1-16 0,0 2 0 15,2 2-160-15,2 2 0 0,-1-1 0 0,1 0 0 16,4 0 0-16,-1-1 0 0,1-1 0 0,3-2 0 0,3 1 0 16,1-4-144-16,0 0 144 0,0-2-160 15,0-9-256-15,4 8-48 0,1-2-16 0,-5-6 0 31,8 5-96-31,0-1-32 0,1 0 0 0,-1-4 0 0,0-5 80 0,-1 1 16 16,1-1 0-16,0-2 0 0,1 0 208 0,-1-1 48 0,0-5 16 0,0-2 0 0,1-3 240 0,-1 0-144 16,-1 0 144-16,0-1-128 0,-2 0 128 0,2 1 0 15,-2 3 0-15,0 0-128 0,0 0 128 0,-1 3 0 16,-1 5 0-16,-1-1 0 0,-2 8 336 0,0 0 0 16,0 0 0-16,0 0 0 0,-5 4 256 0,-1 4 48 15,-2 3 16-15,0 5 0 16,0 2-288-16,2 0-64 0,0 3-16 0,3 0 0 0,0 0-128 0,2-1-32 15,2-1 0-15,2-2 0 0,0-1-128 0,3-6 0 16,0 1 0-16,2-2 0 0,1-1 0 0,3-2-224 16,0-1 48-16,2-2 16 0,0-4-112 0,3-1-32 15,-1-2 0-15,-1-3 0 0,1-5 64 0,1-4 16 0,-1-1 0 0,-1-4 0 16,1-2 64-16,0-2 16 0,2-2 0 16,-1-2 0-16,0-2 144 0,-2-1-128 0,0-1 128 0,-1-1-128 15,-1 0 128-15,-1 1 0 0,-3 3 0 0,-1 4 0 16,-3 0 192-16,-2 4 0 0,-3 1 16 15,-2 4 0-15,0 0 272 0,-2 5 48 0,-1 5 16 0,-1 0 0 16,1 1 0-16,0 4 0 0,5 2 0 0,-5 2 0 16,-2 4-224-16,-1 1-32 0,1-1-16 15,-1 6 0-15,-1 3-272 0,1 5 0 0,1 6 128 0,1 0-128 16,-2 3 0-16,1 2 0 0,2 3 0 0,1 0 0 0,-1-3 0 0,1 1 0 16,3-1 0-16,2 0 0 15,1-1-288 1,3-1-112-16,0-3-32 0,3-3 0 0,2-1-1040 0,2-1-224 15,1-2-32-15,3-4-16 0,1-2-2672 0,1 0-512 16</inkml:trace>
  <inkml:trace contextRef="#ctx0" brushRef="#br0" timeOffset="108866.1">3240 5268 33167 0,'0'0'2944'0,"-2"-6"-2352"0,1 1-464 0,1-1-128 0,3-3 3440 0,-1 1 656 16,-2-1 144-16,0 2 32 0,-1 3-2128 0,0-2-416 16,-2 0-96-16,-1 1-16 0,0 0-800 0,0 1-176 15,0 1-16-15,-2 1-16 0,-1 2-304 0,0 1-64 16,-2 2-16-16,-2 2 0 0,1 0 16 0,-2 3 0 16,-1 2 0-16,-1 3 0 0,-2 3-368 0,0 2-80 15,1 1-16-15,0 0 0 0,1 1 224 0,2 1 240 16,2-2-48-16,2 1-16 0,1-1-176 0,3 0 0 0,2-1 0 0,1-1 0 31,1-7-448-31,2 1-112 0,2-2-16 0,1-3-16 16,1 1 0-16,1-5 0 0,2 0 0 0,2-2 0 0,1-2 48 15,1 0 16-15,1-5 0 0,0 1 0 0,-1-6 144 0,0 0 48 0,0-1 0 0,2-1 0 16,-1-2 64-16,1-2 16 0,-1 1 0 0,-1-1 0 16,-3 0 96-16,-1 1 32 0,2 0 0 0,-3 1 0 15,-3 2 128-15,0-2 256 0,-1 3-64 0,-1 3-16 16,-1 2 272-16,0 1 48 0,-4 1 16 0,2 6 0 0,0 0 32 15,0 0 16-15,0 0 0 0,0 0 0 16,0 0-160-16,0 0-16 0,-6 4-16 0,-5 10 208 0,6-5-384 16,0 4-16-16,0 3 0 15,-2 2-16-15,3 4 0 0,0 3 0 0,2 4 0 0,-1 3-160 16,0-1 0-16,2 2 144 0,1 2-144 0,0 3 0 0,0 1 0 16,1 3 0-16,-1 1 128 0,0 3-128 0,-1-1 0 15,0 2-128-15,-2 3 128 16,-2 1-496-16,0-1-16 0,-2-5 0 0,1-1 0 15,-5-4 48-15,0-2 0 0,-4-3 0 16,0-5 0-16,-1 0 288 0,-1-4 176 0,1-1-192 0,-1-4 192 0,-1-4 0 0,1-3-128 16,0-1 128-16,0-3 0 0,2-4 0 0,-1-1 0 15,0-3-128-15,2-2 128 16,1-3-416-16,1-4-32 0,3 1 0 0,3-8 0 16,0-2-128-16,5-6-48 0,2-3 0 15,5-1 0-15,2-5 288 0,3-2 48 0,4-2 16 0,2-7 0 0,2-3 272 0,3-1-192 0,0-1 192 0,6 1-160 16,2-3 160-16,1 1-160 15,0-1 160-15,2 1-160 0,-3 0 160 0,0 2 224 16,-1 2-48-16,-1 2-16 0,-2 2 416 0,0 2 96 0,-1 4 16 0,-1 4 0 16,-2 3-112-16,-3 2 0 15,1 3-16-15,-2 2 0 0,-2 5-80 0,-2 2-16 0,-1 1 0 16,-2 3 0-16,-2 0-176 0,-3 2-32 0,0 3-16 0,-6 4 0 16,0 0-48-16,0 0-16 0,0 0 0 15,0 0 0-15,0 9-176 0,-2 4 192 0,-3 3-192 16,-2 2 192-16,0 3-192 0,-2 1 192 0,-1 0-192 0,1 3 192 15,-1 1-192-15,1 0 0 0,1-2 144 0,1-1-144 16,1-3 0-16,1-3 0 0,1-3 0 16,1-1 128-16,1-2-128 0,2-2 0 0,0-9 0 15,0 0 0-15,0 0 0 0,1 6-160 0,-1-6 160 0,0 0 0 0,0 0-192 0,8 0 64 16,1-4 128-16,0-1-208 0,0-3 208 16,1-2 0-16,2-6-160 0,0-1 160 0,1-2 0 0,-1-2-176 15,2-3 176-15,2 0-128 0,-2-1 0 16,0 3 0-16,-1 1 0 0,0 1 0 15,-1-2 128-15,-1 4 0 0,-4 2-144 0,0 3 144 0,-1 3 0 16,-2-1 0-16,-2 2 0 0,-1 3 0 0,-1 6 128 0,0 0 32 16,0 0 16-16,0 0 0 0,0 0 64 0,0 0 16 15,0 0 0-15,0 0 0 0,-8 9-128 0,2 2-128 16,-2 2 176-16,1 3-176 0,-1 0 128 0,2 1-128 16,1 1 0-16,0 0 0 0,1 2 0 0,1-1 0 15,2 0 0-15,1-1 0 0,1-1 0 0,2 0 0 16,-1-4 0-16,3-1 0 0,2-3 128 0,1 0-128 0,0-4 0 15,1 0 0-15,1-1 0 0,1-1 0 0,-1-3 0 0,2-2 0 16,-1-2 0-16,3-1 0 0,0-1 0 0,0-3 0 16,1 1 128-16,-2-3-128 0,0 0 0 0,0-5 0 15,0-2 0-15,1-2 0 0,0-2 0 0,1-1 0 16,-1-4 0-16,-1 1 0 0,0-1 0 0,0 0 0 16,0 1 0-16,-2 2 0 0,-4 1-160 0,0 3 160 15,-2-1 0-15,-2 6 0 0,-2 0 0 0,0 6 0 16,-1-1 0-16,-1 3 0 0,1 7 0 0,0 0 128 15,0 0 112-15,0 0 16 0,-4-4 0 0,4 4 0 0,0 0-64 16,0 0 0-16,0 0 0 0,0 0 0 0,-2 8-64 16,2 1-128-16,0 2 176 0,1 0-176 0,1 2 144 0,1 2-144 15,0 0 0-15,1 1 144 0,2 0-144 0,2 1 0 16,0 1 0-16,1 0 0 0,-1-1 144 16,1 0-144-16,0 0 160 0,1 0-32 0,1 1-128 0,-2-2 0 15,1 1-160-15,0 0 160 0,-1 0 0 0,-2-2 0 16,0 1 0-16,-1 2 0 0,0-6 0 0,-1 0 0 15,-2 1 0-15,-2-3 0 0,0 1 0 0,-1-1 0 16,-1-1 0-16,-2 0 0 0,2-5 0 0,1-4 0 16,-7 4 0-16,1 0 0 0,-2 0 0 0,0 0 0 15,-1 0 0-15,0-3 128 0,-1-1-96 0,-3-1-32 16,-2-2 0-16,0 2 0 0,-2 0 0 0,1-1 0 0,-1-2 0 16,1 2 0-16,1-2 0 0,2 0-208 0,0 1 64 15,1-2 16 1,1 4-640-16,2 1-128 0,0 0-32 0,3-4 0 15,0 1-1728-15,1-2-352 0</inkml:trace>
  <inkml:trace contextRef="#ctx0" brushRef="#br0" timeOffset="116655.5">4696 5257 17503 0,'-14'-4'1552'0,"8"3"-1232"0,-1 0-320 0,0-2 0 0,2 0 6784 0,5 3 1280 16,0 0 272-16,0 0 48 0,0 0-5792 0,0 0-1168 0,0 0-224 0,0 0-48 15,10-1-176-15,3-1-16 0,3 0-16 0,2 1 0 16,2-2-560-16,2-1-96 0,3 0-32 0,2 1 0 16,6-1 0-16,2 0 0 0,3 1 0 0,2-2 0 15,3 0-64-15,3 0 0 0,1-1-16 0,0 1 0 16,-2 0-176-16,0 1 0 0,-1-1 0 16,0 0 128-16,-1 1-128 0,0 1 0 0,-1-1 0 15,-2 1 0-15,-3 0 0 0,-1 0 0 0,-2 2-176 0,-2-1 176 16,-4 1-960-1,-2 1-128-15,-2 0 0 0,-3 0-16 0,-4-1-288 16,-3 1-48-16,-2 0-16 0,-3 0 0 0,-3 0-592 0,-6 0-112 16,0 0-16-16,0 0-16 0,0 0-1088 0,0 0-224 0,0 0-32 15</inkml:trace>
  <inkml:trace contextRef="#ctx0" brushRef="#br0" timeOffset="116959.07">5712 5105 28911 0,'-8'-13'1280'16,"8"13"256"-16,0 0-1216 0,-4-6-320 0,0-1 0 0,0 3 0 0,4 4 3728 0,0 0 688 15,0 0 144-15,0 0 32 0,0 0-1840 0,0 0-384 16,0 0-64-16,0 0 0 0,0 0-1088 0,0 0-192 15,0 0-64-15,0 0 0 0,8 0-512 0,0 1-128 16,-8-1 0-16,9 3-16 0,-1 0-176 0,2 1-128 16,2 2 192-16,0-4-192 0,-1 2 144 0,1-3-144 15,1 2 0-15,-1 1 144 0,1 2-144 0,0 0 0 16,-1-2 0-16,1-1 0 0,0 1 0 0,0 2 0 16,-2-4 0-16,1 2 0 0,-1-1 0 0,-1-1 0 15,-3 2 0-15,-1-1 0 0,-6-3 0 0,0 0 0 16,5 5 0-16,-5-5 0 0,0 0 0 0,0 0 0 15,0 8 0-15,-1 0 0 0,-2-2 128 0,-2 2-128 16,-1 0 0-16,-1 0 128 0,-3-2-80 0,-2 2-48 16,-1 0 0-16,0 0 0 0,-1 0 0 0,-1 1 0 15,1-3 0-15,1 1 0 0,0-2 0 0,0 0 0 0,1 2 0 0,2-3 0 32,0-1-592-32,3 3-112 0,0-4-32 0,2 2 0 15,5-4-2784-15,0 0-576 0</inkml:trace>
  <inkml:trace contextRef="#ctx0" brushRef="#br0" timeOffset="118068.4">7413 5152 23951 0,'0'0'1056'0,"0"0"224"0,0 0-1024 0,0 0-256 15,0 0 0-15,0 0 0 0,0 0 4928 0,0 0 944 16,-4 9 176-16,-1 2 32 0,-2 5-3520 0,1 4-720 16,-2-1-144-16,0 6-32 0,-1 4-896 0,-1-1-192 15,-1 2-48-15,1 2 0 0,-1-2-112 0,2-2-32 0,0-3 0 16,1-1 0-16,0-4-192 0,2-1-32 0,1-2-16 0,-1-4 0 16,3-3-144-16,-1-2 128 0,4-8-128 0,0 0 128 15,0 0-128-15,0 0 0 0,0 0 0 0,0 0 0 16,0 0-256-16,1-8 32 0,2-4 0 0,3-1 0 15,-1-6-128-15,3-3-32 0,1-5 0 0,2-1 0 32,-1-2-64-32,0-1 0 0,0-1-16 0,1 1 0 0,2 1 144 0,2 1 48 0,-1 2 0 0,-1 3 0 15,0 6 48-15,-2 5 16 0,-2 0 0 0,-1 4 0 16,-2 2 208-16,-1 4 0 0,-5 3 0 0,0 0 0 16,0 0 496-16,7 3-16 0,-1 3 0 0,0 1 0 15,-1 4-32-15,1 2-16 0,-1 1 0 0,2 2 0 16,0 1-240-16,0 1-32 0,4 0-16 0,0 1 0 15,0 0-144-15,-1-2 0 0,2 3 144 0,0-3-144 0,1 0 0 0,0 0 0 16,1-1 0-16,1 0 128 0,-1 0-128 0,0-2 0 16,1-1 0-16,-4 0 0 0,0 0 0 0,-1-2 0 15,-1 0 0-15,0 0 0 0,-1-1 0 0,-1-2 0 16,-2 1 0-16,-1-2 0 0,-4-7 0 0,0 0 0 16,0 0 0-16,0 8 0 0,-3-1 0 0,-1-1 144 15,4-6-144-15,-9 3 0 0,-2 1 208 0,-3 0-64 16,-1 0-16-16,-2-1 0 0,-4-2 64 15,-1 2 16-15,-3-3 0 0,-2 1 0 0,-5 2-80 0,-1-1-128 16,-3 1 176-16,4-2-176 0,0-1 128 0,4 3-128 16,2-3 0-16,2 0 0 0,5 0 0 0,3 0-144 15,3 0 16-15,4 0 0 16,2-5-1360-16,6-1-272 0,4 1-48 0,6-1-16 16,5-1-3104-16,8 2-608 0</inkml:trace>
  <inkml:trace contextRef="#ctx0" brushRef="#br0" timeOffset="118599.96">8333 5208 13823 0,'0'0'1216'0,"0"0"-960"0,-2-7-256 0,-2-1 0 15,1 2 7440-15,1-1 1456 0,-2 1 272 0,0-1 64 0,0 1-5936 0,-1 0-1184 16,-1 3-256-16,0-1-32 0,-1 1-672 15,1 0-144-15,-1 2-32 0,-2 1 0 0,-4-2-624 0,0 2-128 16,0 0-32-16,-2 2 0 0,-2-1-48 0,-2 3-16 16,2 0 0-16,-2 1 0 0,-2 1-128 0,0 0 0 15,0 1 144-15,3-1-144 0,1 2 0 0,1 0 128 16,2 0-128-16,0 0 0 0,2-2 0 0,3 1 0 16,1-2 0-16,3 0 0 0,5-5 0 0,0 0 0 15,0 0 0-15,2 9 0 0,0-1 0 0,2-2 0 16,2 2 0-16,3 0 0 0,2-1 0 0,2-1 0 15,1 1 0-15,2-1-128 0,1-3 128 0,1 1 0 16,1 0 0-16,4 0-128 0,-1-1 128 0,0 3 0 0,0-4 128 0,0 2-128 16,0 0 0-16,-2 1 144 15,0 2-144-15,-1-1 0 0,1 2 0 0,-2-1 0 16,-1 1 0-16,-3 1 0 0,1-2 176 0,-2 3-176 16,-4-1 160-16,-1 0-160 0,-2 0 0 0,-1 0 0 15,-1 0-208-15,-1 0 64 0,-5 0 144 0,0-1 0 16,-3 0 0-16,-2 1 0 0,-1-2 0 0,-1 1 0 15,-3-2 0-15,-2 1 128 0,-4-2-128 0,-2 0 0 0,1 0 128 0,-3-2-128 16,-4 1 0-16,-1 2 144 0,1-2-144 16,-1 0 144-16,0 0-144 0,1-1 0 0,1-1 0 0,4 1 0 15,1-2 0-15,3 2-240 0,2-3 80 0,3 0 16 32,4 0-432-32,8 0-96 0,0 0-16 0,0 0 0 0,7-7-1040 15,3 1-224-15,6-2-32 0,3-1-16 0,5-2-816 16,2 2-144-16,3-4-48 0,2 3-15664 0</inkml:trace>
  <inkml:trace contextRef="#ctx0" brushRef="#br0" timeOffset="118819.34">8769 5339 21183 0,'0'0'1888'0,"0"0"-1504"16,0 0-384-16,0 0 0 0,0 0 6880 0,0 0 1312 15,0 0 256-15,8 0 48 0,-1 0-5376 0,1 0-1072 16,-8 0-224-16,9-1-32 0,3 0-1344 0,1-3-256 15,2 1-48-15,0 3-16 0,2-4-128 0,0 2 0 16,1-2 0-16,2 1 128 0,-2 1-128 0,0-1 0 16,1 0 0-16,-2 2 0 15,-2 0-304-15,0 1-80 0,-2 1-32 0,-2 0 0 16,0 1-1024-16,-2 0-208 0,-3 1-32 0,-6-3-16 16,0 0-2656-16,7 5-544 0</inkml:trace>
  <inkml:trace contextRef="#ctx0" brushRef="#br0" timeOffset="119010.11">8782 5517 13823 0,'0'0'608'0,"0"0"128"0,0 0-592 0,0 0-144 0,0 0 0 0,0 0 0 15,8 4 8640-15,-2-2 1712 0,-6-2 336 0,11 3 64 16,0-1-7552-16,4 0-1488 0,2 0-304 0,1-2-64 0,0 0-896 0,3 0-160 16,0 0-32-16,0 0-16 0,1-2-48 0,0 0 0 15,-1 0 0-15,0 2 0 0,0-3-192 0,-1 2 0 16,1-2 0-16,0-1 0 15,0 3-2048 1,1 0-464-16,-2 1-96 0,-1-2-16 0</inkml:trace>
  <inkml:trace contextRef="#ctx0" brushRef="#br0" timeOffset="122752.75">10354 4853 28559 0,'0'0'1264'0,"0"-9"272"0,-1-2-1232 0,1-2-304 0,2-2 0 0,1-1 0 0,0 0 1808 0,-1 0 304 16,1-1 64-16,-2 0 16 0,0-2-864 0,1 1-176 15,-1 3-48-15,-1-1 0 0,-1 3-240 0,-1 2-48 16,0 2-16-16,-1 3 0 0,-2 2-32 0,5 4-16 15,-8-1 0-15,0 2 0 0,-1 1-192 0,0 1-48 16,-1 4 0-16,-1 3 0 0,1-1-80 0,-2 3-32 16,-1 1 0-16,0 3 0 0,0 0-144 0,0 5-16 15,0 2-16-15,1 1 0 0,2 4-16 0,1 2 0 16,1 4 0-16,-1 2 0 0,2-2 64 0,2 5 16 16,1 4 0-16,1 3 0 0,1 3 32 0,2 2 16 0,0 1 0 15,1 2 0-15,2 0-144 0,1 1-48 16,0-3 0-16,-1-1 0 0,3-1-144 0,-1-3 0 15,1 2 144-15,0 1-144 0,-2-3 0 0,-2 0 0 16,1 1 0-16,-2-4 0 0,0-5 0 0,-2-1 0 16,-3-3 0-16,0-1 128 0,-2-4-128 0,-2-1 0 15,-3-4 0-15,0-1 128 0,-2-3-128 0,-2-2 192 0,0-3-64 0,-1-1 0 16,-1-2 32-16,0-3 16 0,-1-1 0 16,0-2 0-16,1-3-176 0,-2-2 0 0,1-4 0 0,0-1 128 15,2-3-368-15,2-3-80 0,1-1 0 0,3-5-16 31,-1-3-1712-31,5-5-352 0,2 0-64 0,4-8-19024 0</inkml:trace>
  <inkml:trace contextRef="#ctx0" brushRef="#br0" timeOffset="123352.09">10715 5333 26719 0,'0'0'1184'0,"3"-9"240"0,1-2-1136 0,0 0-288 16,-2-1 0-16,1-1 0 0,0 0 3184 0,-2 1 576 15,0 0 112-15,-1 3 32 0,0 1-1792 0,-1 2-336 16,1 6-80-16,0 0-16 0,-5-5-608 0,-1 1-128 16,0 1-32-16,-1 6 0 0,1-2-304 0,-3 4-64 15,-2 2-16-15,-2 0 0 0,0 7-208 0,0 1-64 16,-1 3 0-16,-1 5 0 0,1 0-96 0,0 3-32 15,-1 2 0-15,2 0 0 0,0 1-128 0,4-2 0 16,1-3 0-16,3 2 0 0,1 0 0 0,2-1 0 0,2-3 0 16,2-1 0-16,2-3-320 0,1-1-32 0,1-3-16 15,1 1 0 1,1-4-64-16,1-2-16 0,1-1 0 0,0-3 0 0,0-1 64 0,3-2 16 16,0-2 0-16,1-3 0 15,-1-1-176-15,0-2-32 0,1-2-16 0,2-1 0 16,-3-2 16-16,0 0 16 0,0-4 0 0,0-2 0 0,-2 0 288 0,0-2 48 0,-1 2 16 0,-1 0 0 15,-1 0 208-15,-1 1 0 0,-2 3 0 0,0 3 0 16,-1 3 160-16,-4 7 80 0,0 0 16 16,0 0 0-16,0 0 480 0,0 0 96 0,0 0 32 0,0 0 0 0,1 7-192 15,2 2-32-15,1 1-16 0,-1 2 0 0,-2 1-256 16,1 0-48-16,1-1-16 0,1 1 0 0,1 1-176 0,0-1-128 16,1-2 144-16,0-2-144 0,-1-1 0 0,2-3 128 15,-1-1-128-15,1 0 0 0,1-2 0 16,0 0 0-16,-1-2 0 0,1-2 0 0,1-2 0 0,0 2 0 15,-1-5 0-15,0 1 0 0,-3-2 0 0,1-1 0 16,-3-2 128-16,0 2-128 0,2-3 0 0,0 1 128 16,-1-5-128-16,0 2 0 0,2 1 128 0,-1-4-128 15,0 0 0-15,1 1 144 0,1-1-144 0,0 2-256 16,-2 0 64-16,1 4 16 16,1-1-912-16,-1 3-176 0,1-2-32 0,-1 3-16 15,1 3-1408-15,-1 0-288 0,1 1-48 0,-1 1-16 0</inkml:trace>
  <inkml:trace contextRef="#ctx0" brushRef="#br0" timeOffset="126177.1">11533 5446 19295 0,'6'-12'848'0,"-6"12"176"0,5-6-816 0,1-1-208 0,-2 2 0 0,-1-1 0 15,3-5 2400-15,-2 3 432 0,1 1 96 0,0-2 16 16,0 1-928-16,-2-3-176 0,1 2-48 0,-2 0 0 16,2-3-592-16,-1 3-128 0,-3 1-32 0,0 8 0 15,0 0-176-15,-4-5-32 0,-1 3-16 0,-3 0 0 0,-1 2-208 0,-2 3-32 16,0 1-16-16,-2 2 0 0,-2 5-256 0,-2 2-48 15,-2 2-16-15,-1 6 0 0,-1 3-48 0,2-3 0 16,1 1 0-16,2 1 0 16,2-2-48-16,3-1-16 0,2-3 0 0,4-1 0 0,2 4-128 0,2-4-144 15,2-5 144-15,3 0-208 16,3-1-272-16,2-3-48 0,1 1-16 16,2-4 0-16,1-4 96 0,3-2 0 0,1 0 16 15,-1-4 0-15,1-3-64 0,0 0-16 0,2 0 0 0,0-3 0 0,2-1 128 16,-1-4 32-16,-3 0 0 0,1-2 0 0,0-1 192 0,-1-3 160 15,-1-3-208-15,-1 0 80 0,0-2 128 0,-1 0 128 16,-1-4-128-16,-1 1 176 0,-1-2 0 0,0 2 0 16,-2-1 0-16,-1 2 0 0,0 2 112 0,-3 2 32 15,-1 4 0-15,-3 4 0 0,-1 2 208 0,0 3 48 16,-1 3 16-16,-1 3 0 0,2 7 48 0,0 0 0 16,0 0 0-16,0 0 0 0,0 0-240 0,0 0-32 15,-3 7-16-15,0 3 0 0,0 2-208 0,2 2-144 16,0 2 192-16,-1 3-192 0,1 3 144 0,0 3-144 15,1 3 0-15,0 0 144 0,-1 2-144 0,1 2 0 16,0-1 0-16,0-1 0 0,0-2 0 0,0 0 0 16,1-3 0-16,-1-2 0 15,1-1-1136-15,0-3-96 0,1-5-32 0,-1-1 0 16,0 1-1600-16,3-3-320 0,3-1-64 0</inkml:trace>
  <inkml:trace contextRef="#ctx0" brushRef="#br0" timeOffset="126461.55">12069 5006 24879 0,'0'0'2208'0,"0"0"-1760"0,0 0-448 0,0 0 0 0,0 0 4480 0,0 0 832 16,0 0 144-16,0 0 48 0,-4 6-3136 0,0 1-608 16,1-1-128-16,0 5-32 0,0 2-816 0,-1 1-160 15,1 2-48-15,0 3 0 0,2 5-192 0,-1 0-64 16,-1 4 0-16,-1 0 0 0,-1 1-128 0,2 2-16 15,-1 1-16-15,0-2 0 0,-1-2-160 0,1 1 0 16,2 0 0-16,-2-3 0 0,0-4 0 0,1-1 0 16,1-4 0-16,0-2 0 0,0 0-320 0,0-6-32 15,1 0-16-15,0-1 0 16,1-8-1040-16,0 0-224 0,0 0-32 0,0 0-16 16,0 0-1200-16,0 0-224 15,6-4-48-15,0-4-14496 0</inkml:trace>
  <inkml:trace contextRef="#ctx0" brushRef="#br0" timeOffset="126693">11982 5045 33695 0,'0'0'1488'0,"-5"-4"304"0,0 0-1424 0,0 0-368 0,0 1 0 0,1 1 0 16,4 2 2064-16,0 0 352 0,0 0 64 0,0 0 16 16,0 0-320-16,0 0-48 0,0 0-16 0,0 0 0 15,6-3-1104-15,3-1-240 0,2 2-32 0,1 2-16 0,2-3-272 0,3 2-48 16,2-2-16-16,5 3 0 15,2-3-80-15,1 2-32 0,2 1 0 0,0-1 0 16,-1-3-96-16,0 1-32 0,-1 2 0 0,-1 0 0 0,0 1-144 0,0 2 0 16,-1 0 0-16,-3-1 0 15,-1-2-1120-15,-1 5-208 0,-3-2-32 16,-2 3-14320-16,-3 1-2848 0</inkml:trace>
  <inkml:trace contextRef="#ctx0" brushRef="#br0" timeOffset="126994.18">11370 5844 27647 0,'0'0'2448'0,"0"0"-1952"16,-9-3-496-16,9 3 0 0,-7-4 4064 0,7 4 720 15,0 0 144-15,0 0 16 0,0 0-2128 0,0 0-448 16,0 0-64-16,3-5-32 0,3-1-1344 0,6 0-272 0,2 1-48 0,5-1-16 16,4-2-144-16,2 1-16 0,1 1-16 0,4-1 0 15,4 1-160-15,0 1-48 0,0-1 0 16,-2 1 0-16,-1 1-208 0,2 0 176 0,-3 2-176 0,0 0 160 16,-1 1-160-16,-2 0 0 15,-1 1 0-15,0 0 0 16,-2 0-352-16,-2 0-96 0,-1 1-32 0,-3 2 0 0,-1 1-1360 15,-4 1-272-15,-1-1-48 0,-6 4-20816 0</inkml:trace>
  <inkml:trace contextRef="#ctx0" brushRef="#br0" timeOffset="127272.62">11705 6039 11967 0,'0'0'1072'0,"0"0"-864"0,0 0-208 0,0 0 0 0,0 0 6896 0,0 0 1328 16,0 0 272-16,0 0 48 0,0 0-5408 0,6 6-1072 16,0 1-208-16,-3 4-64 0,0-2-320 0,0 5-64 15,-1 3 0-15,0 3-16 0,-2-1-752 0,-2 4-128 16,1 0-48-16,0 0 0 0,-1 1-240 0,2-1-48 16,-2-2-16-16,-1 1 0 0,1-3-160 0,0-1 0 15,0-1 144-15,-1-1-144 0,0-3 0 0,1-2-128 16,-2-2 0-16,0-1 0 15,0-1-768-15,4-7-160 0,0 0-32 0,-5 2 0 16,0 1-928-16,5-3-192 0,0 0-32 0,-7-5-11904 16,1-3-2384-16</inkml:trace>
  <inkml:trace contextRef="#ctx0" brushRef="#br0" timeOffset="127462.36">11488 5996 37775 0,'0'0'3360'0,"0"0"-2688"0,0 0-544 0,0 0-128 15,0 0 2976-15,8-4 560 0,1 2 112 0,3-1 32 0,1 1-2048 0,3-1-416 16,3 2-64-16,2-2-32 0,3-1-352 0,2 0-64 16,0 0 0-16,1 2-16 0,1-1-496 0,0 2-192 15,1-6 128-15,1 2-128 0,0-1 0 0,1-2 0 16,2-1 128-16,1 1-128 16,1-3-1744-16,0 4-384 0,2-3-80 0</inkml:trace>
  <inkml:trace contextRef="#ctx0" brushRef="#br0" timeOffset="128658.39">13050 5416 21183 0,'0'0'944'0,"0"0"192"0,0 0-912 0,0 0-224 0,0 0 0 0,0 0 0 16,-5-4 5248-16,5 4 1024 0,0 0 192 0,-5 6 32 16,-2 0-3664-16,2 3-720 0,1 2-160 0,-1 2-32 15,0 1-1024-15,-1 2-224 0,1 1-32 0,0 5-16 0,1 0-208 0,0 1-32 16,0 1-16-16,0-2 0 0,2-1-240 0,1 0-128 16,-2 0 128-16,2-2-128 0,-1-1 0 0,1-1 0 15,1-2 0-15,0 0 0 16,0-6-752-16,1-1-160 0,-1-1-48 0,0-7 0 15,0 0-1072-15,0 0-208 0,0 0-64 0,0 0 0 16,0 0-2624-16,0 0-544 0,0 0-96 0,-2-17-32 0</inkml:trace>
  <inkml:trace contextRef="#ctx0" brushRef="#br0" timeOffset="128789.63">12894 5652 10127 0,'-12'-8'448'0,"8"6"96"0,-1-5-544 0,1-1 0 16,0 3 0-16,4 5 0 0,-1-5 7552 0,1 5 1392 15,2-5 272-15,-2 5 64 0,8-3-6144 0,0 1-1248 16,4-2-240-16,2 0-48 0,2 0-816 0,2-1-144 15,3-1-48-15,1 1 0 0,1 0-304 0,4 1-64 16,-1 0-16-16,2-2 0 0,2 2-208 0,3-4-128 16,1 0 128-16,2 0-208 15,0 2-3632-15,1 1-736 0</inkml:trace>
  <inkml:trace contextRef="#ctx0" brushRef="#br0" timeOffset="129379.21">13771 5182 28559 0,'0'0'2544'0,"0"0"-2032"0,0 0-512 0,0 0 0 0,0 0 4832 0,-2 10 864 15,-1 2 192-15,0 2 16 0,-1 3-3584 0,1 3-720 16,-1 0-128-16,0 5-48 16,0 5-768-16,1 0-144 0,-1 0-48 0,0 1 0 0,4 1-240 0,0-2-48 15,0-6-16-15,0 1 0 0,0 0-160 0,0-3 0 16,0-2 0-16,0-3 128 0,0-2-128 0,0 0 0 15,-1-4 0-15,1-1 0 0,0-10 0 0,0 0 0 16,0 0 0-16,0 0 0 0,0 0 0 0,0 0-176 16,0 0 48-16,0 0 0 0,0-11-176 0,1-2-16 15,3-4-16-15,1-2 0 16,3-5-112-16,3-2 0 0,0-1-16 0,4-6 0 16,2-2 32-16,2 0 16 0,2-2 0 0,3 2 0 0,0 1 240 0,2 1 176 15,1 2-208-15,-3 2 80 0,1 5 128 0,-1 2-128 16,-1 2 128-16,-1 4-128 0,-1 5 128 0,-1 0 0 15,-2 6 0-15,0 2 0 0,-4 2 192 0,-2 2 0 0,-4 5 16 16,-1-3 0-16,-2 7 64 0,-1 0 16 16,-3 4 0-16,0 2 0 0,-2 1-32 0,-2 3 0 15,-1 0 0-15,-3 3 0 0,-4-1-96 0,-2 1-32 16,-1-2 0-16,-1 1 0 0,2 2-128 0,-1-5 0 16,0 1 0-16,-1-2 128 0,0-1-128 0,-1 0 0 15,0-1 0-15,1-1 0 0,-2-4 0 0,0-2 0 0,0-1 0 16,1 1 0-16,2-3 0 0,1 2 0 0,0-1 0 0,1-2 0 15,2 0 0-15,2 0 0 0,1 2 0 0,7-7 0 16,0 0 128-16,0 0-128 0,0 0 128 0,0 0-128 16,0 0 0-16,0 0 0 0,8 4 128 0,1 1-128 0,2-3 0 15,1 1 0-15,-1 1 0 0,2 1 0 0,0-1 0 16,2 0 0-16,-2 1 128 0,2 2-128 0,0-3 0 0,-2 0 0 16,0 0 0-16,0 1 0 0,0 1 0 0,0 2 0 15,0-1 128-15,0-2-128 16,0-1-576-16,1 0-128 0,3-2-48 0,-1 2 0 15,0-1-2704-15,-1-2-560 16</inkml:trace>
  <inkml:trace contextRef="#ctx0" brushRef="#br0" timeOffset="129673.84">14617 5128 44175 0,'0'0'1952'0,"-2"-4"416"0,-1 2-1904 0,3 2-464 16,0 0 0-16,0 0 0 0,0 0 1360 0,0 0 176 16,0 0 48-16,0 0 0 0,-3 6-256 0,0 5-48 0,0 3-16 0,0 2 0 15,1 4-752-15,-2 5-160 0,-3 0-32 0,2 5 0 16,1 1-192-16,0 0-128 0,0 1 128 0,0 2-128 15,1-4 0-15,0 0 0 0,2-2 0 0,-1-2 0 16,1-3-544-16,1-4-176 0,-1 1-48 0,1-1 0 16,0-2-912-16,0-1-192 0,0-3-48 15,1-3 0-15,0-2-2320 16,-1-8-480-16</inkml:trace>
  <inkml:trace contextRef="#ctx0" brushRef="#br0" timeOffset="130075.99">14689 5321 42559 0,'0'0'1888'0,"0"0"384"0,0 0-1824 0,0 0-448 16,0 0 0-16,0 0 0 0,0 0 1920 0,0 0 304 15,0 0 48-15,7 9 16 0,-2 3-640 0,0 1-128 16,-1 5-32-16,-2-1 0 0,1 3-928 0,-2 1-192 16,-1 1-48-16,2-3 0 0,-1 5-64 0,0-5-32 15,1 1 0-15,-1-2 0 0,-1-1-224 0,0-1 176 16,0-2-176-16,0-1 160 0,0-2-160 0,1-2 0 15,2 0 0-15,-3-3 128 0,0-6-128 0,0 0 0 16,0 0 0-16,0 0 128 0,0 0-128 0,0 0 0 16,5-6 0-16,-2-1 0 0,1-4 0 0,-1-1 0 15,4-1 0-15,-1-4 0 0,1 0-192 0,1-3 192 16,1 1-160-16,0-5 160 0,3 1-176 0,1-1 176 0,0 1-192 16,0 1 192-16,1 0-144 0,1 2 144 15,-1 3 0-15,-1 3-144 0,0-2 144 0,0 4 0 0,-1 3 0 16,0 3-128-16,-2 3 128 0,-1 2 176 0,0 1-48 15,-1 4 0-15,-1 0-128 0,-1 3 0 0,1 4 0 0,-4 3 0 16,1 1 128-16,-1 4 0 0,-2 2 0 0,1 1 0 16,-1 0-128-16,0-1 0 0,-2 0 0 0,0 0 0 15,-1 0-144-15,1 1 144 0,0-1 0 0,1-4 0 16,1 0-1104 0,-1-2-112-16,1 1-32 0,1-2-15248 0,-1 2-3040 0</inkml:trace>
  <inkml:trace contextRef="#ctx0" brushRef="#br0" timeOffset="130664.72">15809 4940 23951 0,'-9'-11'2128'0,"5"4"-1696"0,-1-1-432 0,-1 0 0 15,1 1 3648-15,1-1 656 0,0 0 128 0,-1 1 32 0,0 2-2304 0,0 1-464 16,0 3-96-16,-1-2 0 0,0 3-112 0,-1 3-16 16,1-2 0-16,-2 5 0 0,-1 3-576 0,-2 5-112 15,-2 0-16-15,-1 9-16 0,-2 0-176 0,-2 6-16 16,-1 5-16-16,-2 2 0 0,1 7-160 0,2 4-48 16,-4 3 0-16,3 0 0 0,4 1-128 0,2-1-16 15,2-2-16-15,4-1 0 16,1-3-176-16,2-1 0 0,4-2 0 0,2-3 128 0,0-3-128 0,4-3 0 15,-1 0 0-15,1-6 0 0,2-3 0 0,1-2-224 16,0-3 48-16,3-5 16 16,-2 0-800-16,2-5-176 0,1-3-16 0,2-3-16 15,2-2-1616-15,-1-4-320 0,3-4-64 0</inkml:trace>
  <inkml:trace contextRef="#ctx0" brushRef="#br0" timeOffset="131009.05">15984 4869 28559 0,'0'0'1264'0,"0"0"272"0,0 0-1232 0,0 0-304 0,0 0 0 0,0 0 0 16,0 0 4736-16,1 7 880 0,-1 3 176 0,1 1 32 16,3 4-3648-16,-1 0-720 0,-2 4-160 0,0 1-16 0,1 4-720 0,0 1-144 15,1-1-32-15,1 1 0 0,-2 0-112 0,1-2-16 16,0 1-16-16,0-3 0 0,-1 0-48 0,-1-6 0 15,0 0 0-15,1-2 0 0,0-7-192 0,1 2 176 16,-3-8-176-16,0 0 160 0,0 0-32 0,0 0-128 16,0 0 192-16,0 0-64 0,0 0-128 0,5-7 192 15,0 0-192-15,1-6 192 0,-1-2-192 0,0 0 0 16,0-6 144-16,0 3-144 0,2-3 0 0,-1 1 0 16,1-1 0-16,-1 2 0 0,4-2 0 0,-1 0 0 15,0 1 0-15,0 2 0 0,0 0 0 0,2 1-256 16,-1 1 64-16,0 1 0 15,0 0-1040-15,0 2-224 0,0 2-32 0,1 1-16 16,-1 7-2432-16,1-3-480 0</inkml:trace>
  <inkml:trace contextRef="#ctx0" brushRef="#br0" timeOffset="131342.09">16268 5072 29487 0,'0'0'1296'0,"0"0"288"0,0 0-1264 0,0 0-320 16,0 0 0-16,0 0 0 0,0 0 3968 0,0 0 752 15,0 0 144-15,0 0 16 0,0 0-2656 0,8 4-544 0,-1-1-96 0,3-2-32 16,-3 0-800-16,3-1-176 0,0 0-16 0,-1 0-16 16,-9 0-240-16,9 0-48 0,-1 0-16 0,-8 0 0 15,8 1-112-15,-8-1 0 0,0 0-128 0,0 0 192 16,2 10 32-16,-2 0 0 0,-1 2 0 0,-3 2 0 16,-2-1 32-16,-3 0 0 0,-2 2 0 0,1-1 0 15,-1-1-80-15,2 1-16 0,0-1 0 0,0 0 0 16,1-1-160-16,2-2 128 0,2 0-128 0,1-3 128 0,0 1-128 15,3-8 0-15,0 8 0 0,0-8 0 0,0 0 176 0,4 9-48 16,3-4-128-16,1-1 192 0,0 0-192 16,1-1 0-16,1-2 0 0,2-1 128 0,0-1-128 0,1-2-240 15,2-2 80-15,2 0 16 16,1 0-752-16,2-2-160 0,0-1-32 0,0-1 0 16,1-1-1424-16,3-1-304 0,0-2-48 0,1 0-18496 0</inkml:trace>
  <inkml:trace contextRef="#ctx0" brushRef="#br0" timeOffset="131555.96">16810 4990 11055 0,'0'0'480'0,"0"0"112"15,-6 3-464-15,-1 0-128 0,1 3 0 0,-1 1 0 0,1 4 8976 0,-2 3 1776 16,0 2 368-16,-1 1 64 0,-2 1-7600 0,1 2-1504 16,-2 4-304-16,-1 4-64 0,1 0-1072 0,-1 2-192 15,0 0-64-15,0 2 0 0,-2 7-384 0,0-1 0 16,1-2 128-16,0-1-128 0,1-5 0 0,0-2 0 15,1-4 0-15,0 1 112 0,0-4-112 0,1 1 0 0,0-5 0 0,1 3 0 16,1-3-160-16,-2-2-32 0,5-2 0 16,-1-1 0-1,1-1-832-15,2-2-192 0,1-1-16 0,3-8-16 16,0 6-2576-16,0-6-512 0,0 0-96 0</inkml:trace>
  <inkml:trace contextRef="#ctx0" brushRef="#br0" timeOffset="131850.29">16776 5424 23039 0,'0'0'1024'0,"0"0"192"0,0 0-960 0,0 0-256 0,7-4 0 0,-7 4 0 0,0 0 6016 0,0 0 1168 16,5 5 240-16,-1 2 32 0,-4-7-4576 15,4 10-928-15,-3 3-176 0,0 0-48 0,1 2-880 0,-2 0-176 16,-2 1-32-16,2 0-16 0,0-2-432 0,2-1-64 16,-1-1-128-16,0 1 176 0,1 0-176 0,0-1 128 15,2-3-128-15,-1-1 128 0,-3-8-128 0,4 3 0 16,-4-3 0-16,0 0 0 0,0 0 0 0,6 3 0 15,-6-3 0-15,8 0 0 0,-1-3 0 0,2 0 0 16,-2-4 0-16,1-1 0 0,0-2 0 0,1-2 0 16,0-1 0-16,0-1 0 0,5-3 0 0,1-3 0 15,0-3 0-15,1-1 48 0,3-2-48 0,-5 7 0 16,-1-1-160-16,0 3 160 16,-1 3-672-16,-2 1-48 0,-2 2-16 0,0 3 0 15,-2 3-896-15,2 3-176 0,-8 2-48 0,0 0 0 16,0 0-1728-16,2 11-368 0,-1 4-64 0</inkml:trace>
  <inkml:trace contextRef="#ctx0" brushRef="#br0" timeOffset="132048.15">17107 5534 17503 0,'0'0'768'0,"0"0"176"16,0 0-752-16,0 0-192 0,0 0 0 0,0 0 0 0,6 7 7232 0,-2 1 1408 0,-3 1 272 0,-1 2 64 15,-1-2-5728-15,-1 3-1152 0,1 1-240 0,-2 1-32 16,1-1-1248-16,-1 1-256 0,0 1-64 0,1-1 0 15,-1-1-256-15,1 0 128 0,2 0-128 0,-2-1 0 0,2-2 0 16,0 1 0-16,0-5-160 0,0-6 160 16,0 0-1536-16,6 7-176 0,0-6-32 0,3-1-16 15,-1-1-2528-15,1-2-496 0</inkml:trace>
  <inkml:trace contextRef="#ctx0" brushRef="#br0" timeOffset="132395.17">17349 4805 19343 0,'0'0'1728'0,"0"0"-1392"16,0 0-336-16,0 0 0 0,0 0 6288 0,6 5 1200 16,-6-5 224-16,8 10 48 0,2 1-4928 0,2 2-976 15,2 3-208-15,2 0-48 0,0 4-704 0,1 1-160 16,0 1-32-16,1 0 0 0,1 3-208 0,1 5-48 15,0 3-16-15,-1-1 0 0,-1 5-144 0,2 2-32 16,-1 1 0-16,0 5 0 0,-8 0-128 0,2-2-128 0,0 2 144 0,1-2-144 16,-7-4 0-16,0 0 128 0,-3-1-128 15,-2-2 0-15,0 2 0 0,-2 0 0 0,-4 1 0 0,-1-5 0 16,-2-2 0-16,-1 0 0 0,-1-4 0 0,0 1 0 16,0-2 0-16,-3-2 0 0,0 0 0 0,-1-3 0 15,-1-1 0-15,0-2 128 0,-2 1-128 0,3-4 0 16,-1-5 0-16,1-3 0 0,0 1 0 0,1-2 0 15,0 1-432-15,3-1-80 0,1-3 0 0,2-1-16 16,-2 1-1632-16,1-4-320 0,2 0-64 0</inkml:trace>
  <inkml:trace contextRef="#ctx0" brushRef="#br0" timeOffset="133109.76">9872 6587 41407 0,'0'0'1840'0,"0"0"368"0,0 0-1760 0,0 0-448 16,0 0 0-16,0 0 0 0,0 0 1520 0,0 0 208 15,0 0 64-15,0 0 0 0,0 0-512 0,5 8-112 0,-1-2-16 0,0 3 0 16,1 2-544-16,-1 3-112 0,0 2-32 0,0 2 0 16,0 3-240-16,0 1-48 0,-1 2-16 0,1-5 0 15,-1 1-160-15,-2-1 0 0,-1 0 144 0,0-3-144 16,0 1 0-16,2 2 0 0,-4-8-192 0,1 1 64 31,-2-3-752-31,1-1-144 0,2-8-16 0,-5 5-16 16,5-5-1312-16,-6 4-272 0,6-4-48 0,-9 2-16944 0</inkml:trace>
  <inkml:trace contextRef="#ctx0" brushRef="#br0" timeOffset="133327.59">9636 6592 48783 0,'0'0'2160'15,"0"0"448"-15,0 0-2096 0,0 0-512 0,0 0 0 0,6-1 0 0,2 0 768 0,1 1 32 16,2 0 16-16,4-3 0 0,1 0 0 0,4-1 0 15,2 1 0-15,1 0 0 0,5 2-416 0,-1-1-80 16,-1 1 0-16,1 0-16 0,1-2-160 0,0 2-16 16,0-2-128-16,-2 4 192 0,-1 1-384 0,-1 2-64 15,-1 1-32-15,-3 0 0 16,0 0-1504-16,-3 3-288 0,-3 1-64 0,-2 3-16 16,0-2-2224-16,-2 4-448 0</inkml:trace>
  <inkml:trace contextRef="#ctx0" brushRef="#br0" timeOffset="133527.32">10243 6779 30399 0,'0'0'2704'0,"0"0"-2160"15,0 0-544-15,0 0 0 0,-2 6 3792 0,0 3 656 0,2 2 128 0,-1 0 32 16,0 2-1984-16,-1 2-384 0,2 2-64 0,0 1-32 16,0 0-1248-16,2 3-256 0,-2 0-64 0,0-3 0 15,0-1-336-15,0 0-80 0,1 3-16 0,-1-6 0 16,0-1-144-16,0-1 0 0,3-2 0 0,-2 1 0 15,-1-4-368-15,0 0-144 0,0-7-48 0,1 7 0 16,2 0-1936-16,0-1-400 0,2-3-80 0</inkml:trace>
  <inkml:trace contextRef="#ctx0" brushRef="#br0" timeOffset="134378.34">10217 4152 38703 0,'0'0'3440'0,"0"0"-2752"0,0 0-560 15,0 0-128-15,0 0 2112 0,0 0 400 0,0 0 80 0,0 0 16 16,-2 7-912-16,-1 4-176 0,2 3-48 0,-1 2 0 16,0 0-880-16,2 0-176 0,0 4-32 0,0 2-16 15,-1 0-368-15,1 2 128 0,0-1-128 0,-2-1 0 16,1-1 0-16,0-1 128 0,-1-3-128 0,1-2 0 16,1 0 128-16,0-2-128 0,0-3 160 0,0-1-160 15,0-1-720-15,0-8-240 0,1 7-64 0,-1-7 0 31,0 0-1120-31,0 0-224 0,0 0-64 0,0 0-11376 0,0 0-2272 0</inkml:trace>
  <inkml:trace contextRef="#ctx0" brushRef="#br0" timeOffset="134596.93">9907 4180 6447 0,'0'0'576'0,"0"0"-576"16,0 0 0-16,0 0 0 0,0 0 9232 0,0 0 1744 15,0 0 352-15,6-6 64 0,2-1-8032 0,4 3-1600 16,4-2-320-16,3 1-64 0,3-2-464 0,4-1-80 0,3 0-32 0,0 3 0 16,0 1-256-16,0-2-48 15,0 1-16-15,1 1 0 0,3-2-272 0,-1 3-48 16,0-1-16-16,-4 1 0 0,2 2-144 0,-1-1 0 16,0 2 0-16,-1 2-176 15,0-1-1104-15,-4 2-208 0,0-1-48 0,-3 3-16 16,-3 3-2160-16,-2 5-416 0,-2-2-96 0</inkml:trace>
  <inkml:trace contextRef="#ctx0" brushRef="#br0" timeOffset="134961.4">10404 4389 12895 0,'0'0'1152'0,"0"0"-928"0,0 0-224 0,0 0 0 16,0 0 6688-16,0 0 1296 0,0 0 256 0,0 0 48 16,0 0-5088-16,7 4-1024 0,4-2-208 0,1 0-48 15,2-2-832-15,2 0-160 0,1-2-32 0,1 2-16 0,-1-2-256 0,0-1-48 16,-2 2-16-16,1-2 0 0,-2 3-224 0,-1 3-32 15,0-3-16-15,-2 0 0 0,-1 3-128 0,-3-2-32 16,-7-1 0-16,0 0 0 0,5 5 128 0,-5-5 0 16,0 0 16-16,0 9 0 0,-3 0-48 0,-2 0-16 15,-1 1 0-15,-2 0 0 0,-1 2-16 0,-2-1 0 16,0-3 0-16,-2 3 0 0,0-4-192 0,-1 4 128 16,1-2-128-16,2 0 128 0,0 0-128 0,3 0 0 15,2-2 0-15,1-1 0 0,1 1 0 0,4-7 0 16,0 0 0-16,0 0 0 0,0 0 0 0,5 5 0 15,2-1 0-15,2-1 0 0,1-2 0 0,3 0 0 16,0-1 0-16,2 0 0 0,0-2 0 0,1-1 0 16,1 1 0-16,0-2 0 0,1 0 0 0,0 1 0 15,-1-2 0-15,0 1 0 0,-1 0 0 0,-1 1 0 16,2-3 0-16,-1 2 0 0,-2-1-240 0,1 1 16 16,-1 1 0-16,-1 1 0 15,-1-1-2352-15,-1 3-480 0</inkml:trace>
  <inkml:trace contextRef="#ctx0" brushRef="#br0" timeOffset="138033.23">7066 8619 32943 0,'0'0'1456'0,"1"-7"304"0,1-2-1408 0,-1-1-352 16,2 1 0-16,-1 3 0 0,-2 6 1600 0,3-5 240 15,-2-2 48-15,2 2 16 0,-1 1 144 0,-2 4 48 16,0 0 0-16,0 8 0 0,-1 2-800 0,1 1-144 0,-1 4-48 0,-2 5 0 16,-1 2-336-16,0 3-64 0,-1-2 0 0,0 1-16 15,-2 4-272-15,1 0-48 0,-1-5-16 0,1 1 0 16,-1-6-192-16,2-1-32 0,1-3-128 0,0-2 192 16,-1-2-192-16,2 1 0 0,3-11 128 0,0 0-128 15,0 0 0-15,0 0-160 0,0 0 32 0,0 0 0 16,2-12-320-16,-1-1-48 0,2-3-16 0,-1-1 0 15,2-2-16-15,1-2-16 0,1-4 0 0,0-1 0 16,2 0 160-16,0-1 16 0,-2-3 16 0,2-3 0 0,1-1 208 0,2 4 144 16,-2 4-192-16,1 4 192 0,-1 4 0 0,1 5 0 15,-3 2 0-15,0 5 144 0,-1 3 336 0,-6 3 64 16,8 4 16-16,0 4 0 0,0 1-48 0,-2 4-16 16,1 4 0-16,-1 1 0 0,1 3-96 0,2 0-16 15,1 0 0-15,2 0 0 0,0 0-208 0,1-2-48 16,0 1-128-16,3-1 192 0,-1-3-192 0,2 1 0 15,0-2 128-15,0 0-128 0,1-2 0 0,-1-1 0 16,0-2 0-16,-1 2 0 0,-2-3-144 0,-1 1 144 16,-1-2-208-16,-2-1 80 0,0-1 128 0,-3 1-192 15,0-1 192-15,-2 1-192 0,-5-7 192 0,0 0 0 16,3 6 0-16,-3-6 0 0,-3 7 0 0,-1-3 0 16,0 1 0-16,-2 0 128 0,-3 2 16 0,-3-2 16 15,-1 0 0-15,-3 2 0 0,-2-2 32 0,-3 1 16 16,-1 1 0-16,-1-1 0 0,-2 0-208 0,1-1 144 15,0-1-144-15,0 0 128 0,2 1-128 0,2-3-224 16,-1 0 48-16,2 0 16 16,2-2-976-16,4 2-192 0,3-4-32 0,2 2-16 15,8 0-2320-15,0 0-464 0</inkml:trace>
  <inkml:trace contextRef="#ctx0" brushRef="#br0" timeOffset="138529.57">8148 8511 14735 0,'0'0'1312'0,"0"0"-1056"15,0 0-256-15,-5-2 0 0,1-4 5760 0,-1 3 1104 16,0-1 224-16,-1 0 32 0,1 0-3888 0,0 0-784 15,0 0-144-15,-2 3-48 0,-1-1-592 0,1 2-128 16,-1 0-32-16,-1 2 0 0,-2-1-672 0,0 2-128 16,-2-1-16-16,-1 2-16 0,1 0-272 0,0 1-48 15,-1 2-16-15,0-2 0 0,-2 3-80 0,3 0 0 16,1 1-16-16,2 1 0 0,1-2-240 0,1 1 0 16,0-1 0-16,3 1 0 0,1 1 0 0,3 0 0 15,1-1 0-15,1-1 0 0,0 1 0 0,4-2-160 16,-5-7 32-16,11 10 0 0,2-1 128 0,3 1 0 15,1-2 0-15,-1 0 0 0,1-2 0 0,0 0 0 0,2-1 0 16,0 0 0-16,-1 2 0 0,1-2 0 16,-1 0 0-16,0 0 0 0,-1 0 0 0,0 3 0 15,-1-1-144-15,-2-1 144 0,-2 1 0 0,-2-1 0 0,-1 1-144 0,-1-1 144 16,-3 2 0-16,-1 0-128 0,-1 1 128 0,-3 0 0 16,-4-1 0-16,-1 0 0 0,-3 1 0 0,-2 1 0 15,-3 1 0-15,-3 1 0 0,0-2 0 0,-3-1 0 16,-2 0 0-16,-1 0 0 0,-2-1 0 0,-1-1 0 15,-1-1-560-15,2 1-96 0,0-3-32 0,3 0 0 16,3-2-1680-16,4 1-352 0,2-2-64 0,12-1-16 0</inkml:trace>
  <inkml:trace contextRef="#ctx0" brushRef="#br0" timeOffset="138696.85">8472 8670 52703 0,'0'0'2336'0,"0"0"480"0,6 0-2256 15,5 0-560-15,0 0 0 0,2 2 0 0,0-1 928 0,-1-1 80 16,0 0 16-16,0 0 0 0,1 0-384 0,-2-1-64 16,1-1 0-16,0 2-16 0,1-1-560 0,0 1 0 15,-1 0 0-15,-1 0 0 16,1 0-1168-16,0 1-304 0,-1 1-48 0,0 3-14848 16,-3 0-2960-16</inkml:trace>
  <inkml:trace contextRef="#ctx0" brushRef="#br0" timeOffset="138864.26">8387 8874 11967 0,'0'0'1072'0,"0"0"-864"0,0 0-208 0,0 0 0 15,0 0 8784-15,10 1 1712 0,2 0 352 0,2-1 64 16,3-1-7760-16,3 0-1552 0,-1-3-304 0,4 1-64 16,1 1-576-16,2 0-112 0,2 0-32 0,-1-2 0 15,1-1-512-15,0-1 0 0,2 1 0 0,1 0 0 16,1-2-2400-16,2 2-592 0</inkml:trace>
  <inkml:trace contextRef="#ctx0" brushRef="#br0" timeOffset="139553.85">9808 8090 20271 0,'-7'-14'896'0,"5"9"192"0,-2-1-880 0,0 0-208 0,1-1 0 0,1 1 0 16,-1-1 5120-16,0 2 960 0,3 5 208 0,-3-3 48 15,3 3-3952-15,0 0-784 0,0 0-144 0,0 0-48 16,0 0-496-16,0 0-96 0,-7 0-32 0,2 3 0 16,1 5-224-16,0 2-48 0,0 3-16 0,0 3 0 15,0 1-16-15,0 4 0 0,0 1 0 0,2 4 0 0,-1 4-112 0,2 3-32 16,0 4 0-16,1 5 0 15,1 3-96-15,3 3-32 0,0 3 0 0,2-1 0 0,3 0 0 0,3-2 0 16,1-1 0-16,2 3 0 0,-1-1-80 0,2-1 0 16,-1 2-128-16,1 1 192 0,-2-2-192 0,0 2 128 15,0 0-128-15,-1-3 0 0,-3-7 144 0,0-2-144 16,-2-1 128-16,-1-3-128 0,-3-4 0 0,-2-1 0 16,-2-1 0-16,-2-2 0 0,-2-5 0 0,-3-1 0 15,-2 1 0-15,-1-2 0 0,-1-6 128 0,0 2-128 16,-4-3 0-16,1 0 128 0,1-3-128 0,0 1 128 15,-4-2-128-15,0-4 128 0,1 3-128 0,1-4 0 16,0-1 0-16,0-2 0 0,0-1 0 0,1 0 0 0,1-3-192 0,1-1 192 31,2-1-736-31,-1 0-32 0,3 0 0 0,2-3 0 16,1 1-1616-16,3 1-336 0,4-3-64 0</inkml:trace>
  <inkml:trace contextRef="#ctx0" brushRef="#br0" timeOffset="139970.64">9829 9841 45151 0,'0'0'2000'0,"0"0"416"16,0 0-1936-16,0 0-480 0,0 0 0 0,0 0 0 0,0 0 1840 0,0 0 272 15,-3 7 48-15,1 0 16 0,0 3-800 0,2-1-160 16,0 2-16-16,0 2-16 0,2 3-672 0,-1-2-144 15,0 3-32-15,-1 2 0 0,0-2-176 0,1 2-32 16,1-2-128-16,-1 3 192 0,-1-3-192 0,0 2 0 16,0-1 0-16,1 1 0 0,1-2 0 0,-2 0 0 15,0-2 0-15,0-2-160 16,0-1-736-16,0 0-128 0,1-6-48 0,-1 1 0 16,0-7-1328-16,0 0-272 0,0 0-48 0,0 0-18896 0</inkml:trace>
  <inkml:trace contextRef="#ctx0" brushRef="#br0" timeOffset="140155.95">9610 9898 28559 0,'0'0'2544'0,"0"0"-2032"0,0 0-512 0,0 0 0 0,4-5 5504 16,2 1 992-16,3 0 208 0,2 0 32 0,-1 1-4720 0,2-1-944 16,0-2-192-16,3 3-48 0,1-3-192 0,2 2-64 15,0 0 0-15,2 1 0 0,1-3-384 0,0 2-64 16,2 1-128-16,3-3 176 0,2 1-176 0,-1 1 0 15,0 0 144-15,1 0-144 16,-2 2-1232-16,-3 0-320 0,2 2-64 0,-2 2-16 16,-2-1-2976-16,-1 2-608 0</inkml:trace>
  <inkml:trace contextRef="#ctx0" brushRef="#br0" timeOffset="140364.7">10159 10127 50735 0,'0'0'2240'0,"0"7"480"0,-2 0-2176 0,2 2-544 0,0 1 0 0,0 2 0 15,0 1 1360-15,0 2 176 16,0 0 16-16,0 2 16 0,0-4-800 0,0 2-176 16,0 0-16-16,0-3-16 0,0 1-432 0,0-1-128 0,0-2 0 0,2 1 0 31,-1-1-400-31,0-1-144 0,0-1-32 0,-1-8 0 15,0 0-1248-15,0 0-256 0,6 6-48 0</inkml:trace>
  <inkml:trace contextRef="#ctx0" brushRef="#br0" timeOffset="141067.59">9634 7467 28559 0,'0'0'2544'0,"0"0"-2032"16,0 0-512-16,0 0 0 0,0 0 3520 0,0 0 592 15,-2 9 128-15,2 0 32 0,-1 2-2336 0,1 0-464 16,1 4-80-16,-1 0-32 0,0 4-768 0,0-1-144 15,0 3-48-15,1 0 0 0,0-1-272 0,1 0-128 16,-1-2 128-16,0 2-128 0,1-1 0 0,0-2 0 16,1 0 0-16,-2-1 0 15,-1-4-320-15,2-1-128 0,-1 2-48 0,0-5 0 16,-1-8-2160-16,3 7-432 0,3-3-96 0</inkml:trace>
  <inkml:trace contextRef="#ctx0" brushRef="#br0" timeOffset="141285.2">9397 7445 47967 0,'0'0'2128'0,"0"0"432"0,0 0-2048 0,0 0-512 0,0 0 0 0,0 0 0 16,0 0 1120-16,9-5 112 0,2 1 32 0,3 0 0 15,3 0-256-15,3-1-48 0,0-2-16 0,1 2 0 16,3 0-608-16,-2 1-112 0,0-3-32 0,2 3 0 15,-1 0-192-15,1 2 0 0,-1 2 0 0,2 0 0 16,0 1-1216-16,-3 0-256 0,-1 2-32 0,-2 2-16 16,1 2-2880-16,-3 1-576 0</inkml:trace>
  <inkml:trace contextRef="#ctx0" brushRef="#br0" timeOffset="141600.07">9713 7756 34095 0,'0'0'3024'15,"0"0"-2416"-15,0 0-480 0,0 0-128 0,0 0 2752 0,0 0 512 16,0 0 128-16,9-2 0 0,1 0-1568 0,3 0-320 16,0-2-64-16,2 0-16 0,-1-1-816 0,0 1-160 15,2 1-48-15,-2 1 0 0,1-2-48 0,-4 1-16 16,0 2 0-16,-2 1 0 0,-9 0-16 0,0 0 0 16,0 0 0-16,8 3 0 0,-8-3 144 0,2 7 32 15,-2 2 0-15,-1 2 0 0,0-1-96 0,-2 3-16 16,-2 2 0-16,-2-1 0 0,-2-1-224 0,1 1-160 0,1 1 192 0,1-1-192 15,1 0 144-15,0-1-144 0,0-2 0 0,1-1 144 16,1 2-96-16,3-3-48 0,0 0 0 0,0 0 0 16,0-9 0-16,3 7 0 0,2-1 0 0,2-3 0 15,0 1 0-15,3-1 0 0,-1-2 0 0,2-1 0 16,4-1 0-16,-1-2 0 0,3-1 0 16,1-1 0-16,3 1 0 0,1-3 0 0,2-2 0 0,1 1-160 15,1 2-1648-15,2-1-336 0,5 1-64 16</inkml:trace>
  <inkml:trace contextRef="#ctx0" brushRef="#br0" timeOffset="142283.37">10495 8505 36111 0,'0'0'1600'0,"1"-8"320"0,1-4-1536 0,-1-1-384 0,1 0 0 0,1-1 0 0,-2 2 832 15,-1 2 96-15,-1-3 16 0,0 2 0 0,-2 1 544 0,1 1 112 16,-1 2 32-16,3 7 0 0,-5-3-288 0,-2 3-64 15,-1 3-16-15,-1 4 0 0,1 2-432 0,-3 4-64 16,-4 8-32-16,1-1 0 0,-2 7-224 0,1 5-64 16,-1 2 0-16,2 3 0 0,1-1-144 0,1-1-48 15,3-3 0-15,4-2 0 0,2-1-256 0,3-1 0 16,3-2 0-16,2-1 0 0,3-6 0 0,-1 1-256 16,4-2 32-16,2-2 0 15,1-7-224-15,2 1-32 0,0-5-16 0,-1-1 0 16,2-2-16-16,1-2-16 0,1-3 0 0,-1-2 0 15,-1-3-128-15,2-2-32 0,1-2 0 0,-2-2 0 16,3 1-80-16,-1-1 0 0,-2 0-16 0,-1-2 0 16,-2-2 272-16,1 0 48 0,-3 0 16 0,-1 2 0 0,-3 4 320 0,-1 5 128 15,-2 1 0-15,0 4-144 0,-6 2 784 0,0 0 176 16,0 0 16-16,0 0 16 0,1 9 384 0,-1 5 80 16,-1 1 16-16,-1 4 0 0,0 2-560 0,-1 4-96 15,0-2-32-15,2 3 0 0,1 2-336 0,1-4-80 16,1 0-16-16,-1-2 0 0,0-1-208 0,2 0 0 0,-2 0 0 0,1-4 0 31,0-2-608-31,1-2-160 0,-1 0-48 0,1-5 0 16,0 0-1248-16,-1-2-256 0,-2-6-48 0,0 0-18176 0</inkml:trace>
  <inkml:trace contextRef="#ctx0" brushRef="#br0" timeOffset="142562.82">10715 8678 29487 0,'0'0'2624'0,"0"0"-2112"0,0 0-512 0,0 0 0 0,0 0 4720 0,0 0 832 16,0 0 160-16,0 0 48 0,0 0-3600 0,0 0-720 15,8 1-144-15,1-1-16 0,2-1-880 0,2 0-160 16,0 0-48-16,1-1 0 0,0 2-192 0,1 2 0 16,-1 0 0-16,-1 1 0 0,1-2 0 0,-1 2 128 15,-2-1-128-15,-1 2 0 0,1 3 0 0,-3-1 0 16,-1 1 0-16,-3 1 0 0,0-1 0 0,-4 1 0 15,-2 1 0-15,-2 2 0 0,0-1 0 0,-1 1 0 16,-3-1 0-16,-1 0 0 0,-2 2 0 0,1-3-192 16,-2 2 192-16,0-5-160 15,1 1-576-15,0-1-112 0,2 2-32 0,-3-4 0 16,1 1-2080-16,1-3-432 0,3-1-64 0</inkml:trace>
  <inkml:trace contextRef="#ctx0" brushRef="#br0" timeOffset="143349.87">11550 8532 38703 0,'0'0'1712'0,"1"-6"352"0,-1-2-1648 0,1 0-416 16,-1 0 0-16,0 2 0 0,0-5 1760 0,0 2 272 0,0 0 48 0,-1 1 16 16,0-2-448-16,-2 2-96 0,0 3-16 0,0-2 0 15,3 7-672-15,-7-4-144 0,-1 2-16 0,-2 2-16 16,-3 1-288-16,-2 4-48 16,-2 2-16-16,-1 3 0 0,-3 3-112 0,-1 4-32 0,-1 3 0 0,-1 0 0 15,2 3-32-15,1-3-16 0,3 3 0 0,4-2 0 16,1-3-144-16,5 0 0 0,3-1 0 0,2-1 0 15,2-3-272-15,3-3-48 0,3-1 0 0,3-2 0 16,3-3-144-16,2 0-48 0,1-2 0 0,2-2 0 16,-1-2-16-16,1-1-16 0,1-2 0 0,0-2 0 0,1 1 176 15,-1-5 48-15,-1 0 0 0,1-3 0 0,-2 0 320 0,1 0-144 16,-3-4 144-16,-1-2 0 0,-1-1 0 0,1 0 0 16,-1-1 0-16,-1 0 0 0,-1-2 0 0,0 0 128 15,-1-2-128-15,-1-4 0 0,-1 0 176 0,1 1-176 16,-1 0 192-16,-1 5-192 0,-2 4 288 0,0 4-48 15,-1 3-16-15,0 3 0 0,-2 2 208 0,0 2 32 16,0 6 16-16,0 0 0 0,0 0-112 0,-6 7-32 16,2 8 0-16,-1 3 0 0,0 4-336 0,0 4 144 15,0 3-144-15,-1 1 0 0,1 1 0 0,1 0 0 16,0-1 0-16,3 0 0 16,0-1-560-16,2-2-208 0,2 0-64 0,1-4 0 15,-1-1-1264-15,3-8-256 0,0 2-48 0,3-5-11552 16,0-5-2304-16</inkml:trace>
  <inkml:trace contextRef="#ctx0" brushRef="#br0" timeOffset="143576.68">12029 8191 19343 0,'0'0'1728'0,"0"0"-1392"0,0 0-336 0,0 0 0 16,0 0 7008-16,-5 6 1328 0,0 2 272 0,0 1 48 15,0 0-5744-15,-1 3-1152 0,0 2-224 0,1 3-64 0,-1 3-800 0,1 2-160 16,0 1-48-16,0 2 0 0,0 0-464 0,1 0 0 15,-2 1 0-15,2-2 0 0,1 3 0 0,0-1 0 16,2-2 0-16,1 0 0 16,-2-3-496-16,2 0-192 0,-1-4-32 0,1-2-16 15,0-4-656-15,0-2-128 0,0-1-16 0,0-8-16 16,1 6-2672-16,-1-6-544 0,0 0-96 0,0 0-32 0</inkml:trace>
  <inkml:trace contextRef="#ctx0" brushRef="#br0" timeOffset="143784.21">11760 8339 46703 0,'0'0'2064'0,"0"0"432"0,0 0-1984 0,0 0-512 15,2-5 0-15,-2 5 0 0,8-5 1664 0,1 1 256 16,0 0 32-16,2 1 16 0,-1 2-800 0,4-2-144 16,2 2-48-16,1 1 0 0,0-3-416 0,4 3-96 15,1-1-16-15,3 0 0 0,1 0-448 0,1 1 128 16,1-3-128-16,0 6 64 0,1-2-64 0,0 1 0 15,-3 1-160-15,0-2 160 0,-3 3-368 0,-1 2 16 0,-2-1 0 0,-3 3 0 32,-3 2-1312-32,-3 2-256 0,-5 2-48 0,1 3-13872 15,-5 3-2784-15</inkml:trace>
  <inkml:trace contextRef="#ctx0" brushRef="#br0" timeOffset="144057.22">11268 9054 52287 0,'0'0'2320'15,"-5"2"480"-15,5-2-2240 0,0 0-560 0,0 0 0 0,0 0 0 0,0 0 1024 0,0 0 80 16,6-2 32-16,7 0 0 0,6 2-432 0,1-4-96 16,4 2-16-16,3 2 0 0,5-3-368 0,2 1-80 15,2-1-16-15,3-1 0 0,4-1-80 0,1 0-48 16,1-1 0-16,-2 1 0 0,-3 1 0 0,-1-2 0 15,0 1 0-15,-1 1 0 0,-1 0 0 0,-1 0 0 16,-2 0 0-16,-4 1 0 0,-4 1-320 0,-2 0-48 16,-3 1-16-16,-4 1 0 15,-3 0-1168-15,-5 3-240 0,-4 1-64 0,-5-4 0 16,-4 7-2176-16,-4 1-432 0,-2 1-80 0</inkml:trace>
  <inkml:trace contextRef="#ctx0" brushRef="#br0" timeOffset="144317.6">11676 9313 50911 0,'0'0'2256'0,"0"0"464"0,0 8-2176 0,-1 0-544 0,1 1 0 0,-2 1 0 16,1 1 1216-16,0 2 144 0,0 1 32 0,-1 3 0 16,1 0-544-16,0 3-96 0,-2 0-32 0,2 1 0 15,1-1-496-15,-2 2-96 0,2 0-128 0,-1 0 176 16,0-1-176-16,1 0 0 0,0-1 0 0,0-1 128 0,0 2-80 0,0-5-48 15,-1-2 0-15,-1-1 0 0,2-5-320 0,-1 1-64 16,0-1-16-16,-1 0 0 16,2-8-592-16,0 0-112 0,0 0-32 0,0 0 0 15,-6 1-736-15,-1-2-160 0,-1-2-16 0,-1 0-16 16,2-1-2016-16,-1-1-400 0</inkml:trace>
  <inkml:trace contextRef="#ctx0" brushRef="#br0" timeOffset="144518.29">11349 9357 33167 0,'0'0'2944'0,"0"0"-2352"16,0 0-464-16,5-6-128 0,2-1 4656 0,2 2 912 15,1 0 176-15,3 0 32 0,2-2-3920 0,1 2-800 16,5 0-160-16,3 0-16 0,-1-1-384 0,5 2-80 16,2 0-16-16,1 2 0 0,3-2-224 0,-2 1-48 15,2-2-128-15,0 1 192 0,-1 0-128 0,-2 2-64 16,-1-1 0-16,-1-1 0 15,-2 2-352-15,-1-2-64 0,0 0-16 0,-1 0 0 16,-1 0-2192-16,-2 1-432 0,-3 1-80 0,2-1-32 0</inkml:trace>
  <inkml:trace contextRef="#ctx0" brushRef="#br0" timeOffset="144884.35">12756 8966 26719 0,'0'0'2368'0,"0"0"-1888"0,0 0-480 0,0 0 0 0,0 0 6112 0,0 0 1120 16,0 0 240-16,0 0 32 0,0 0-5088 0,0 0-1024 15,0 0-208-15,7-2-32 0,3-2-688 0,0 1-128 16,2 1-16-16,2 0-16 0,0 1-224 0,3 0-80 16,0-1 0-16,2 1 0 0,0 1 0 0,2 0 0 15,0 0 0-15,1-1 0 0,0-1 0 0,0 2 0 16,-1 0 0-16,1 0 0 0,0 0 0 0,-2 0 0 16,0 0 0-16,-3 0 0 0,-2 2 0 0,0-1 0 15,-5 0 0-15,-1 2 0 0,-1-3 0 0,-8 0 0 16,0 0 0-16,0 0 0 15,0 0-1184-15,0 0-224 0,0 0-64 0,0 0-23264 0</inkml:trace>
  <inkml:trace contextRef="#ctx0" brushRef="#br0" timeOffset="150049.09">13890 8668 23039 0,'-4'-12'1024'0,"4"12"192"0,-1-8-960 0,1 0-256 0,1 2 0 0,-1 6 0 16,0 0 4368-16,0 0 832 0,0 0 176 0,0 0 16 15,0 0-2960-15,0 0-608 0,0 0-112 0,4 9-32 16,0 4-800-16,-2 3-176 0,1 3-16 0,-2 2-16 0,2 2-176 0,-2 4-48 16,-1 1 0-16,-1 2 0 0,0 2-112 0,-1-1-16 15,1 0-16-15,1-1 0 0,0-1-176 0,0-4-128 16,-1-1 192-16,1-3-192 0,0-3 128 0,0-1-128 16,0-2 0-16,1-4 0 15,0-1 0-15,-1-4 0 0,0-6 0 0,0 0 0 16,0 0-624-16,0 0-16 0,0 0-16 0,2-10 0 15,0-2-144-15,-1-4-32 0,1-1 0 16,-1-1 0-16,0-1 128 0,2-5 32 0,1-1 0 16,0-5 0-16,1-1 224 0,2 0 64 0,0-2 0 15,2-1 0-15,2 0 240 0,2 0 144 0,1 2-160 0,1 3 160 0,-2 0 0 0,1 5 0 16,0 0 208-16,2 5-64 0,0 2 304 0,1 2 48 16,0 4 16-16,-2 4 0 0,-2 1-16 0,0 2 0 15,-1 4 0-15,0 4 0 0,-3-2-176 0,0 3-16 16,-1 2-16-16,-2 2 0 0,-2 2-16 0,-1 2 0 15,-3 0 0-15,-3 2 0 0,-1 2 144 0,-1-2 32 16,-1 3 0-16,-4-1 0 0,-1-3-64 0,-4 2 0 16,2 1 0-16,-1-2 0 0,0 1-128 0,1 2-16 0,-3-3-16 0,2 0 0 15,-1 0-48-15,2 0-16 0,-1 1 0 16,1-2 0-16,0 1-160 0,2-1 160 0,1 1-160 0,2 0 160 16,3-1-160-16,1 2 128 0,3-2-128 0,1 1 128 15,0-2-128-15,2 0 0 0,4 0 0 0,0-2 0 16,2 0 0-16,1-2 0 0,1 0 0 0,2-1 0 15,3-3 0-15,-1 0 0 0,2-3-128 16,0-1 128-16,4-2-320 0,0-1 16 0,-1-2 0 16,1 0 0-16,-1-1-848 15,3-1-192-15,-1-1-16 0,0-1-16 0,0 1-2096 0,0-1-432 0,0-1-64 0</inkml:trace>
  <inkml:trace contextRef="#ctx0" brushRef="#br0" timeOffset="150338.75">14492 8545 23951 0,'0'0'2128'0,"-2"-5"-1696"0,-1-2-432 0,0 1 0 0,2-2 4208 0,1 2 752 16,0 6 160-16,0 0 16 0,0 0-2416 0,0 0-480 15,5-4-112-15,-5 4-16 0,0 0-1120 0,9 6-224 16,-1 2-64-16,-1 4 0 0,1 5-272 0,-3 0-64 15,-1 5-16-15,-2 3 0 0,1 1-96 0,-2 1 0 16,0 2-16-16,-1-2 0 0,2 3-112 0,-2 1-128 16,-2-1 176-16,0 0-176 0,-1-2 0 0,2-2 0 15,-2-3 0-15,2-1 0 0,0-1 0 0,-1-4-224 0,1-1 16 16,1-2 0 0,3-3-1616-16,-1-4-320 0,-2-7-64 0,0 0-16 15,8 3-2320-15,1-3-448 0</inkml:trace>
  <inkml:trace contextRef="#ctx0" brushRef="#br0" timeOffset="150722.45">14740 8638 15663 0,'0'0'688'0,"0"0"144"0,0-4-656 0,0 4-176 0,0 0 0 0,0 0 0 0,0 0 7040 0,0 0 1360 16,0 0 288-16,0 0 48 0,4 9-5792 16,1 3-1168-16,-1 1-240 0,-2 0-32 0,2 4-672 0,-1 0-128 15,0 3-16-15,-3 4-16 0,1 1-176 0,0-2-48 16,-1 3 0-16,0 0 0 0,0-1-208 0,0-1-48 15,0-2-16-15,0-3 0 0,0-2-176 0,0-1 128 16,-1-2-128-16,0-1 128 0,1-5-128 0,0 0 0 16,0-8 144-16,0 0-144 0,0 0 0 0,0 0 0 15,0 0 0-15,0 0 0 0,0 0 0 0,0 0-128 16,0 0 128-16,2-8-192 0,1-4 192 0,1-1-208 16,0 0 80-16,1-5 128 0,0 0-192 0,2-4 192 15,2-2-160-15,1-1 160 0,1-2-128 0,2 2 128 16,1-1 0-16,0 4-144 0,-1 1 144 0,2 4 0 15,-2 3 0-15,0 5 0 0,-2-2 0 0,0 5 0 16,-2 1 0-16,-1 3 0 0,-8 2 0 0,8 5 0 0,-1 5 0 16,-1 0 0-16,-2 2 0 0,-2 5 128 15,0 2-128-15,-2 5 128 0,-2-1-128 0,1-1 0 16,-2 2 0-16,3-1 0 0,0 2 0 0,0-3 0 0,2-2-128 0,-1-5 128 31,0 1-1152-31,2-3-160 0,1-2-32 0,1-4 0 16,0-1-1872-16,3-4-384 0,5-2-80 0</inkml:trace>
  <inkml:trace contextRef="#ctx0" brushRef="#br0" timeOffset="151055.75">15711 8350 10127 0,'-5'-13'896'0,"4"6"-704"0,-2 1-192 0,2-2 0 0,-1-1 7552 0,0-2 1472 16,2 2 288-16,0 1 64 0,-3 2-6064 0,2 0-1216 15,0 0-240-15,-1 2-64 0,0 0-672 0,2 4-144 16,0 0-16-16,-7 3-16 0,2 2-432 0,-2 1-96 16,-2 5-16-16,-1 3 0 0,-3 3-64 0,-2 5-16 15,0 3 0-15,-1 5 0 0,-1 0 0 0,0 4 0 16,0 2 0-16,0 4 0 0,0 0-144 0,0 0-48 16,2 0 0-16,-1 0 0 0,3 2-128 0,1 1 0 15,1 1 0-15,2 0 0 0,1-1 0 0,3-1 0 16,1 0 0-16,2-3 0 0,4 0 0 0,0-1 0 15,1-8 0-15,-1 0 0 16,4-3-368-16,0-2-96 0,1-3-32 0,0-2 0 16,3-3-816-16,-1-3-160 0,1-2-48 0,2-3 0 15,2-3-2448-15,2 1-480 0,1-5-96 0,2-4-32 0</inkml:trace>
  <inkml:trace contextRef="#ctx0" brushRef="#br0" timeOffset="151309.04">15938 8350 20271 0,'0'0'1792'0,"-4"-7"-1424"0,1 3-368 0,3 4 0 0,-3-6 6288 15,3 6 1200-15,0 0 224 0,0 0 48 0,0 0-4768 0,0 0-960 16,0 0-192-16,0 7-48 0,0 4-1072 0,0 3-208 16,-2 4-64-16,1 3 0 0,1 2-240 0,0 3-48 15,-1 2-16-15,-1 1 0 0,1 1-144 0,1 0 192 16,-1-1-192-16,1-2 192 0,-2-1-192 0,2-2 0 15,-1-2 0-15,1-1 0 0,-1-2-160 0,-1-2 160 16,1-1 0-16,0-6-144 16,1-1-800-16,-1-1-144 0,1-8-48 0,0 0 0 15,0 0-1152-15,0 0-224 0,0 0-48 0,0 0-16 16,1-9-2160-16,0-3-416 0</inkml:trace>
  <inkml:trace contextRef="#ctx0" brushRef="#br0" timeOffset="151569.34">15860 8286 19343 0,'-4'-13'1728'0,"4"13"-1392"16,-3-8-336-16,2 1 0 0,1 7 6208 0,1-6 1152 16,-1 6 256-16,5-5 32 0,1 1-4976 0,1 1-1008 15,3-1-192-15,1 3-32 0,2 0-624 0,0 1-128 16,3-3-32-16,2 2 0 0,2 1-272 0,-1 1-64 16,1-1-16-16,0 3 0 0,-1-2-112 0,-1 4-32 0,1-2 0 0,-2 2 0 15,-2 0-160-15,1 2 0 0,-1-1 144 0,-2 5-144 16,-2-4 0-16,-3 4 0 0,-3 1 0 0,0-1 128 15,-2 1-128-15,-3 1 0 0,-2 0 0 0,0-1 0 16,-5 1 0-16,0 1 0 0,-3-1 128 16,1 2-128-16,-2-5 0 0,-1 2 0 0,0-1 0 0,-1 0 0 15,-1-1-1024-15,-1 1-240 0,1-2-32 16,0-1-16-16,-1 1-2592 0,2-3-528 16</inkml:trace>
  <inkml:trace contextRef="#ctx0" brushRef="#br0" timeOffset="151862.63">16080 8539 40079 0,'0'0'1776'0,"0"0"368"0,0 0-1712 0,10 0-432 0,1-3 0 0,1 3 0 0,-1 0 1760 0,1 0 272 15,-1 0 48-15,0 0 16 0,4-1-160 0,-2 1-16 16,0 0-16-16,0 1 0 0,0 2-1424 0,0 1-288 16,-1-1-48-16,-2 3-16 0,-1-4-128 0,-1 3 160 15,-2 1-160-15,0 0 160 0,-4 2-32 0,-2 1-128 16,-1 2 192-16,-3-1-64 0,-2 0 64 0,-1 2 16 15,-2-1 0-15,0 2 0 0,0 1-16 0,-1-1 0 16,0-1 0-16,2 0 0 0,-2-1-192 0,1 0 0 16,1-2 0-16,3 1 0 0,1-3 0 0,4-1 0 15,0-6 0-15,1 8 0 0,3-3 0 0,1 1 0 16,2-1 0-16,1-4 0 0,2 0-128 0,2-1-32 0,1 0 0 16,1-1 0-1,0 0-224-15,2 1-32 0,1-4-16 0,1 1 0 16,2-3-1376-16,2-3-288 0,1-1-48 0,3 1-12832 0,2 0-2560 15</inkml:trace>
  <inkml:trace contextRef="#ctx0" brushRef="#br0" timeOffset="152106.46">16899 8309 18431 0,'0'0'1632'0,"0"0"-1312"0,0 0-320 0,-5 5 0 0,-2 1 7216 0,1 1 1360 15,-1 5 288-15,-1 3 48 0,-1 0-5904 16,-1 5-1168-16,-3 2-240 0,1 4-64 0,-1 3-896 0,-2 1-176 15,1 4-32-15,-1-1-16 0,-1 0-224 0,-1 0-64 16,0-1 0-16,0-2 0 0,0 3-128 0,0-1 160 16,-2 1-160-16,-1-2 160 0,0-1-160 0,1-1 0 15,1 0 0-15,-1-3 0 0,1-3 0 0,1-1 0 16,0-1 0-16,3-1 0 16,0-2-384-16,2-1-144 0,1-3-48 0,2 1 0 15,0-2-1136-15,3-2-224 0,0-2-48 0,4-1-13504 16,2-8-2704-16</inkml:trace>
  <inkml:trace contextRef="#ctx0" brushRef="#br0" timeOffset="152341.7">16952 8691 33167 0,'0'0'1472'0,"0"0"304"0,0 0-1424 0,0 0-352 15,0 9 0-15,-1-1 0 0,-2-1 4368 0,-1 3 816 0,1 3 144 16,-1 3 48-16,-3 2-3328 0,1 3-672 0,0 0-128 0,0 2-32 15,-1 3-720-15,2-2-160 0,-1 0-16 0,0 1-16 16,2-1-304-16,2-1 128 0,-1-1-128 0,2-1 0 16,1-1 0-16,1-2 0 0,2 0 0 0,-1-5 0 15,2 0 0-15,-1-4-192 0,-2-1 16 0,-1-8 16 16,2 7-1200-16,-2-7-240 0,0 0-64 0,0 0 0 16,0 0-1408-16,0 0-304 0,0 0-48 0,2-7-16048 15</inkml:trace>
  <inkml:trace contextRef="#ctx0" brushRef="#br0" timeOffset="152597.32">16900 8632 49183 0,'0'0'2176'0,"0"0"448"0,0 0-2096 0,0 0-528 0,0 0 0 0,0 0 0 0,8 2 1232 0,1-1 144 16,0 2 32-16,2-1 0 0,2 1-576 0,2 1-96 15,2 0-32-15,1 0 0 0,1 0-464 0,0 1-112 16,2 0 0-16,0 0-128 0,-1 3 128 0,-1 1-128 15,1-2 0-15,-2 1 0 0,-2 1 0 0,-3 1 0 16,-4 0 0-16,0 4 0 0,-1 0 0 0,-3 0 0 16,-4 1 0-16,-1 0 0 0,2-2 0 0,-6 2 0 15,-4 0 0-15,-1-2 0 0,-3 3 0 0,-1-2 0 16,-1-1 0-16,-2-1 0 0,0 0 0 0,1-2 0 0,-1-2-192 16,0 0 192-1,-2 0-1296-15,2 1-176 0,2-3-16 0,1 0-16 16,1-1-2512-16,1 0-496 0</inkml:trace>
  <inkml:trace contextRef="#ctx0" brushRef="#br0" timeOffset="152818.91">17242 8969 16575 0,'0'0'1472'0,"0"0"-1168"0,0 0-304 0,0 0 0 0,0 0 6976 0,2 10 1344 0,0-1 272 0,0 3 48 0,-1 0-5488 0,1 1-1104 15,-2 0-208-15,0 3-48 0,0-1-992 0,1 2-192 16,0 0-32-16,2 0-16 0,-2 1-400 0,1-3-160 15,-1-2 128-15,0 0-128 0,2 0 0 0,-3 0 0 16,0-3 0-16,1-2 0 16,-1-8-1056-16,0 0-96 0,0 0 0 0,0 0-16 15,0 0-1424-15,7 3-288 0,-2-1-48 0,3-3-17216 16</inkml:trace>
  <inkml:trace contextRef="#ctx0" brushRef="#br0" timeOffset="153165.26">17355 8145 42847 0,'-4'-4'1904'0,"4"4"384"0,0 0-1840 0,0 0-448 16,0 0 0-16,8 3 0 0,0 1 1520 0,2-1 208 15,1 4 32-15,2-1 16 0,4 4-240 0,2 1-32 16,2 2-16-16,1 4 0 0,2 4-656 0,2 4-128 15,0 4-16-15,1 1-16 0,-1 2-288 0,0 5-64 0,-1 1-16 0,-4 3 0 16,-1 0-128-16,-2 2-32 0,-1 0 0 0,-5-7 0 16,1 2-144-16,-2 4 0 0,0 1 144 0,-5 2-144 15,1 1 0-15,-2 0 0 0,-1 1 0 0,-4-2 0 16,-1 11 0-16,-1-5 144 0,0-5-144 0,-4-3 144 16,-1-4-144-16,-1-3 0 0,-1 1 0 0,-2-5 0 0,-2 0 0 15,1-4 0-15,1-3 0 0,0-7 0 0,-2 1 0 16,0-2 0-16,-2 1 0 0,2-4 0 15,0 1 0-15,-2-1 0 0,0-4 0 0,-5 1 0 0,4 2 0 0,3-3 0 16,-2-2 0-16,3-3 0 16,3-2-736-16,2-2-144 15,1-1-16-15,6 0-16032 0,0 0-3200 0</inkml:trace>
  <inkml:trace contextRef="#ctx0" brushRef="#br0" timeOffset="173055.22">21983 5129 14735 0,'-2'-6'1312'0,"-1"-2"-1056"16,3 0-256-16,0 0 0 0,1 1 3888 0,1-3 720 15,-1 3 128-15,0 0 48 0,-1 2-1904 0,0 5-384 0,0 0-80 0,0 0-16 16,0 0-768-16,0 0-160 0,0 0-16 0,0 0-16 16,-2 9-608-16,-1 4-128 0,0 3-32 0,0 5 0 15,-3 3-96-15,-1 4-32 0,-3 0 0 0,1 2 0 16,1 2-224-16,1-1-32 0,-3 0-16 0,1-2 0 15,0-2-144-15,1 1-128 0,2-5 192 0,-1-2-192 16,2 1 0-16,0-6-272 16,1-3 16-16,0 1 16 15,2-3-1072-15,0-2-224 0,2-9-32 0,0 0-16 16,0 0-1616-16,0 0-320 0,0 0-64 0</inkml:trace>
  <inkml:trace contextRef="#ctx0" brushRef="#br0" timeOffset="173363.64">21895 4949 23039 0,'0'0'2048'0,"0"0"-1648"0,-6-3-400 0,1-3 0 0,5 6 5040 0,0 0 912 15,0 0 192-15,0 0 48 0,0 0-3984 0,0 0-800 16,5-5-144-16,2 3-48 0,2-2-768 0,3 1-144 16,2 3-48-16,4-3 0 0,1 1-48 0,0 2-16 15,2 0 0-15,1 0 0 0,3 0-192 0,-2 0 0 16,2 0 0-16,0 1 0 0,1 3 0 0,0-1 0 15,-2 2 0-15,-2 1 0 0,0 2-208 0,-3 1 64 16,-2 0 16-16,-2 2 0 0,-3 2-64 0,-5 0-16 16,-3 0 0-16,-2 1 0 0,-5 5-32 0,-1-2 0 15,-5-2 0-15,-3 2 0 0,-2 0 368 0,-1 0 64 0,-3 1 0 0,-3 3 16 16,1-5 48-16,-4 1 0 16,1 0 0-16,-1 0 0 0,1 0-256 0,-1-2 144 15,1 2-144-15,1-4 128 16,1 0-800-16,1-1-160 0,1 0-48 0,2-4 0 15,2-2-2208-15,6 1-448 0,5-1-96 0</inkml:trace>
  <inkml:trace contextRef="#ctx0" brushRef="#br0" timeOffset="173650.43">22253 5242 19343 0,'0'0'1728'0,"0"0"-1392"0,0 0-336 0,-1 9 0 0,1-9 5568 0,-1 10 1024 0,-2 3 224 0,0 1 32 0,1 2-3968 0,-2 4-816 16,0 1-144-16,0 2-48 0,3 0-688 0,-1 2-144 15,1-4-16-15,1 0-16 0,1-1-784 0,2-2-224 16,0-3 0-16,1 1 128 0,1-2-128 0,0 1 192 16,0-6-64-16,-1 0 0 0,0-3-128 0,-4-6 144 15,6 4-144-15,-6-4 160 0,0 0 32 0,0 0 0 16,0 0 0-16,6-2 0 0,0-2 128 0,1 0 16 16,-1-1 16-16,1-2 0 0,1-4-352 0,-1-3 128 15,1-1-128-15,0-2 0 0,2-1 0 0,4-3 0 16,-1-1 0-16,2-3 0 15,2-3-864-15,1 1-144 0,3 0-16 0,0 1-16 16,0 0-1232-16,1 3-240 0,2 3-48 0,-1 1-18624 16</inkml:trace>
  <inkml:trace contextRef="#ctx0" brushRef="#br0" timeOffset="173818.47">22713 5273 45663 0,'0'0'2032'0,"0"0"400"0,0 0-1936 15,0 0-496-15,0 0 0 0,0 0 0 0,0 0 1472 0,0 0 208 0,0 0 48 0,7-4 0 16,2 1-816-16,3-1-144 0,2-1-48 16,0-1 0-16,2 0-592 0,1 0-128 0,3-1 0 0,0 1 0 15,0 1-1696 1,0 1-288-16,-2 1-48 0,0 1-16 0,-1-1-2336 0,-4 2-480 16</inkml:trace>
  <inkml:trace contextRef="#ctx0" brushRef="#br0" timeOffset="173980.73">22702 5378 18431 0,'0'0'1632'0,"0"0"-1312"0,-6 3-320 0,6-3 0 0,0 0 5760 0,0 0 1088 16,0 0 224-16,0 0 32 0,0 0-4384 0,0 0-880 15,0 0-176-15,10 1-48 0,1 1-1328 0,4-2-288 16,0-2 0-16,1 0 0 16,1-2-848-16,1 1-112 0,2-3-32 0,2 2 0 15,-1-1-2784-15,1-2-576 0</inkml:trace>
  <inkml:trace contextRef="#ctx0" brushRef="#br0" timeOffset="174516.49">23234 5098 42207 0,'0'0'1872'0,"0"0"384"0,0 0-1808 0,0 0-448 0,-7 0 0 0,2 1 0 0,-2 3 1888 0,2 3 288 15,0 1 48-15,0 2 16 0,1 3-976 0,-1 3-192 0,-2 5-48 0,2 0 0 16,0 3-688-16,-1 5-144 0,0 2-16 0,-1 2-16 15,1 1-160-15,-1-2 0 0,1-2 144 0,-1-2-144 16,2-2 0-16,1-3 0 0,-2-1 0 0,-1-1 128 16,1-4-128-16,0 0-256 0,2-3 64 0,1-2 0 15,-1-5-96-15,4-7-32 16,0 0 0-16,0 0 0 0,0 0-64 16,0 0-32-16,0 0 0 0,-4-7 0 0,2-3-176 0,4-3-48 0,0-7 0 15,4-1 0-15,-1-2 224 0,3-4 32 0,2-5 16 0,2 0 0 0,1-4 96 16,2 0 16-16,4-1 0 0,0 1 0 15,2-1 256-15,0 2 0 0,0 3 0 16,1-1 0-16,0 8 0 0,0 4 0 0,-2 3 0 16,-1 2 144-16,1 2 48 0,0 2 0 0,-4 5 0 0,1 0 0 0,-1 2 80 0,-2 4 32 15,-2-3 0-15,-1 2 0 16,-2 5-48-16,-9-3 0 0,5 6 0 0,0 4 0 0,-1-4-64 0,-3 3-32 16,-2 3 0-16,-2 1 0 0,-2 3 0 0,-3 1 0 15,-1 0 0-15,-1-1 0 0,-2 1-32 0,0 2-128 16,-1 0 192-16,-1 0-64 15,0-1-128-15,-1-1 160 0,0 0-160 0,-1-2 160 0,2 0-160 0,1-2 0 16,0-2 0-16,0 1 128 0,0-1-128 0,1-2 0 16,1-3 144-16,2 1-144 0,0-1 0 0,1 1 144 15,2-2-144-15,-1 0 0 0,2 0 0 0,2 1 0 0,-2-1 0 16,1 3 0-16,3 1 0 0,-2 1 0 16,2-3 0-16,2 1 0 0,2 1 0 0,0-3 0 15,1 1 0-15,2-1 0 0,2 1 0 0,1-2 0 16,0 0-192-16,3-1 192 0,2-1-368 0,-1-3 32 0,0 0 0 15,2 0 0 1,0 0-1680-16,1-3-336 0,1 1-64 0,0 0-11104 0,1-3-2224 16</inkml:trace>
  <inkml:trace contextRef="#ctx0" brushRef="#br0" timeOffset="174756.62">23776 5098 41295 0,'0'0'1824'0,"0"0"384"0,-3-6-1760 0,3 6-448 0,0 0 0 0,0 0 0 0,-4-4 2176 0,4 4 368 15,0 0 64-15,0 0 16 0,-5 5-1152 0,0 1-240 16,1 1-32-16,0 3-16 0,-1 3-832 0,0 4-160 16,-1 3-48-16,1 2 0 0,0 2-144 0,0 0 0 15,1 1-160-15,1 1 160 0,1 0 336 0,-1-1 176 16,0 1 16-16,0 0 16 16,-1-2-832-16,1-2-160 0,0-1-48 0,1-2 0 15,-1-3 32-15,1-1 0 0,-1-1 0 0,2-3 0 16,1 0-1024-16,1-5-208 15,-1-6-32-15,0 0-16 0,0 0-896 0,0 0-176 0,0 0-48 0,0 0-9488 16,5-5-1888-16</inkml:trace>
  <inkml:trace contextRef="#ctx0" brushRef="#br0" timeOffset="174981.49">23642 5109 41183 0,'-7'-15'1824'0,"4"13"368"0,1-5-1744 0,1 2-448 0,-2 0 0 0,3 5 0 16,0 0 2224-16,0 0 352 0,3-6 80 15,-1 3 16-15,5-1-1024 0,1 0-208 0,1 1-32 0,1-2-16 16,3 4-800-16,1-3-144 16,3 2-48-16,4 0 0 0,3-2-80 0,2 1-32 0,2 1 0 0,4 0 0 15,-1 1-128-15,2 1-32 0,-1 0 0 0,1 0 0 16,-2-1-128-16,0-1 0 0,-1 1 0 0,0-1 0 16,-4 2-192-16,-2 0-128 0,-3 2-32 0,0-2 0 15,0 0-1024 1,-3 0-208-16,-4 0-32 0,-1 1-14448 0,0 3-2896 0</inkml:trace>
  <inkml:trace contextRef="#ctx0" brushRef="#br0" timeOffset="177357.75">21858 6806 10127 0,'0'0'448'0,"1"-7"96"0,1 1-544 0,-1-2 0 0,0-1 0 0,3-1 0 0,0-3 5600 0,-1 2 1008 16,-1-2 208-16,2-1 32 0,-1-2-4192 0,1 3-848 15,-2 1-160-15,1 1-48 0,-3-2-688 0,0 1-144 16,-1 0-16-16,-2 0-16 0,-1 5 80 0,-2 1 16 16,-1 2 0-16,-1 2 0 0,-2-1-192 0,-2 3-48 15,-2 3 0-15,-3 3 0 0,-1 6-224 0,-3 1-48 16,-1 5-16-16,-2 4 0 0,2 6-160 0,0 1-16 15,0-1-128-15,1 1 192 0,3 0-32 0,5-2-16 0,2-1 0 16,5-2 0-16,2-4-144 0,4 0 0 0,2-2 0 0,5-6 0 16,2-3-320-16,1-2 0 15,3-5 0-15,2-2 0 16,2-4-128-16,1-2-32 0,1-3 0 0,2-2 0 0,1-4 144 0,2-2 16 16,-1-3 16-16,1-1 0 0,-2-1 160 0,-1-3 144 15,0-1-208-15,-2 0 80 0,0-4 128 0,0-1 0 0,-1-2 0 16,1 1 0-16,-2-5 0 0,0 2 0 0,-3 1 0 0,-1-1 0 15,0 5 144-15,-3 2-144 0,-2 5 192 0,-1 3-192 16,-3 5 224-16,0 3-64 0,-2 3-16 0,-1 4 0 0,-1 5 320 0,0 0 64 16,0 0 16-16,-5 6 0 0,0 6-240 0,-1 4-48 15,-1 2-16-15,0 4 0 16,0 3-80-16,-1 2-16 0,-1 3 0 0,0 4 0 16,-2-1 16-16,1 2 0 0,1 1 0 0,-1 0 0 0,1 0-16 0,2-3 0 15,0-2 0-15,2-1 0 0,2-1-144 0,2-3 0 16,1-3 0-16,1-3 128 0,0-3-128 0,2-6 0 15,1 0 0-15,1-3 0 0,0-2-272 0,2-2 16 16,1-4 0-16,1-3 0 16,0-2-144-16,1-3-32 0,2-2 0 0,-1-2 0 0,-1-3 224 0,3-2 32 15,0-2 16-15,1-1 0 0,-1-4 160 0,3-2-160 16,-2-3 160-16,1 1-160 0,-1-2 160 0,0 0 0 16,0 4 0-16,-3 2-128 0,0 5 128 0,-5 0 0 15,1 5 0-15,-2 5 0 0,-1 4 192 0,-4 5 80 0,0 0 16 0,0 0 0 16,-4 7 224-16,-1 5 32 15,-2 3 16-15,1 3 0 0,0 3-224 0,0 2-32 16,-1 5-16-16,1-1 0 0,1-2-80 0,1-2-16 0,1 1 0 0,3-5 0 16,1-1-192-16,2-2 0 15,0-2 0-15,1-2 0 0,1-1 0 0,1-4-208 16,1 0 32-16,1-3 16 0,0-3-112 0,1-1-32 0,0-1 0 0,1-3 0 16,1-1 96-16,-1-2 16 0,-1-2 0 15,2-1 0-15,-1-3 192 0,2-2 0 0,1-2 0 16,1-2 0-16,0-2 0 0,1-3 0 0,-1 0 0 0,2-1 0 15,-2 0 0-15,1 2 0 0,-2 4 0 16,-2 2 0-16,0 3 0 0,-3 1 0 0,-2 3 0 0,-6 10 0 0,0 0 240 16,0 0-64-16,0 0-16 0,0 10 0 0,-3 0 64 15,1 5 16-15,-2 3 0 0,-1 2 0 0,-1 3-240 16,3 1 176-16,0 2-176 0,2-3 160 0,1-3-160 16,1-1 0-16,2-1 0 0,0-1 0 15,4-1-1472-15,1-2-240 0,0-2-32 0,3-3-12624 16,4-2-2528-16</inkml:trace>
  <inkml:trace contextRef="#ctx0" brushRef="#br0" timeOffset="177546.28">22758 6622 13823 0,'-3'-9'1216'0,"3"9"-960"16,0 0-256-16,0 0 0 0,0-8 7568 0,1 3 1472 15,2 0 304-15,1 0 48 0,-4 5-6224 0,6-4-1248 16,1 1-240-16,1-2-48 0,1 1-928 0,3-1-192 15,-2 1-48-15,2 1 0 0,2 2-464 0,2 1 0 16,-1 0 0-16,1-1 0 16,0-2-1392-16,-2 2-208 0,0-1-64 0,1 5-13632 15,-2 2-2720-15</inkml:trace>
  <inkml:trace contextRef="#ctx0" brushRef="#br0" timeOffset="177689.73">22729 6805 22111 0,'0'0'976'0,"0"0"208"0,0 0-944 0,0 0-240 0,0 0 0 16,0 0 0-16,0 0 5504 0,0 0 1040 0,10 4 224 0,2-4 32 16,1-4-4960-16,2 2-1008 0,0 0-192 0,3-1-32 15,2-2-1184-15,2 1-256 0,0 0-32 0,2 0-16 16,1 2-2784-16,1-4-560 0</inkml:trace>
  <inkml:trace contextRef="#ctx0" brushRef="#br0" timeOffset="178159.23">23527 6550 12895 0,'0'0'1152'0,"0"0"-928"15,-7 0-224-15,-2 3 0 0,0 0 7872 0,-1 1 1520 16,-3-1 304-16,-2 5 64 0,-2 4-6512 0,-2 2-1312 16,-2 5-256-16,1 2-48 0,0-1-960 0,-1 4-192 15,0 1-32-15,1 5-16 0,2-3-224 0,4 4-32 16,-1-2-16-16,5 0 0 0,2-1-160 0,2 0 0 15,2-2 0-15,2-1 0 0,2-1-352 0,2 0 0 16,2-5 0-16,-1-2 0 16,1-4-304-16,3-1-64 0,1-2-16 0,1-3 0 15,0-2-48-15,1-5-16 0,3 0 0 0,0-2 0 16,2-2 96-16,-1-2 32 0,0-1 0 0,1-4 0 0,-1-2 416 0,2-4 64 0,-2 0 32 0,2 0 0 16,-2-1 160-16,0 0 192 0,0 2-32 0,-1-1-16 15,-3 4 272-15,-1 1 48 0,-1 2 16 16,-2 2 0-16,0 2 336 0,-6 6 64 0,0 0 16 0,0 0 0 15,0 0-80-15,0 0-16 0,0 0 0 0,5 6 0 16,-1 2-400-16,-2 1-80 0,1 3 0 0,0 0-16 0,-1 1-304 16,1 0 160-16,-1 0-160 0,1 0 128 0,0 1-128 15,1 0 0-15,-1-1 0 0,3-2 0 0,0-3 0 0,1-2 0 16,-2-1 0-16,1 1 0 0,1-4 0 0,-1 0 0 16,1-2 0-16,0-2 0 0,0 1 0 15,0 0 128-15,-1-5-128 0,1 0 0 0,2-2 0 16,-1-2 0-16,-2-2 128 0,2 0-128 0,0-1 0 0,1 0-176 15,0-4 48-15,0 0 0 16,1-1-800-16,-1 1-160 0,0 1-16 16,0 1-16-16,-1 0-1328 0,0 2-272 0,-1 3-48 0,3 2-10832 15,-4 3-2160-15</inkml:trace>
  <inkml:trace contextRef="#ctx0" brushRef="#br0" timeOffset="178680.29">24192 6862 23951 0,'0'0'2128'0,"4"-8"-1696"0,-2 0-432 0,1-1 0 16,-2 1 4096-16,-1 1 720 0,-2 0 160 0,-1 1 16 16,2-2-2272-16,-3 1-464 0,-5 1-80 0,1 3-32 15,0-1-1136-15,-2 3-240 0,-2 0-32 0,-2 2-16 16,-3 0-272-16,-2 3-48 0,0 3-16 0,-1 0 0 15,-1 4-112-15,0 1-16 0,2 1-16 0,-1 4 0 0,1-2-240 0,2 2 0 16,1 0 128-16,2 0-128 16,2 0 0-16,3-1 0 0,2 1-144 0,4-4 144 15,1 0-512-15,4-3 0 0,1 3 0 0,4-4 0 16,2-1-256 0,3-3-48-16,0-1-16 0,3 0 0 0,1-4-176 0,1 0-32 0,0-6-16 15,2-1 0-15,2-2-128 0,0-1-32 0,0-1 0 16,1-6 0-16,0-1 592 0,0-2 112 0,-1 0 32 0,0-4 0 15,1-2 480-15,-1-1 0 0,-1-2-128 0,-2-2 128 0,-2-3 256 0,-2 0 112 16,0-4 16-16,-2 4 0 0,-2 3 368 0,0 1 80 16,-3-1 0-16,0 5 16 0,-3-2 128 0,-2 5 32 15,0 2 0-15,-1 4 0 0,-2 3-112 0,-1 0 0 16,1 5-16-16,0 3 0 0,1 6-176 0,0 0-48 16,-4-4 0-16,4 4 0 0,0 0-400 15,-5 9-96-15,-2 3-16 0,1 3 0 0,-1 8-144 0,1 4 0 16,-2-1 0-16,0 4 0 0,-1 3 0 0,1-1 0 15,0 2 0-15,3 0 0 0,-2 0 0 0,2 1 0 16,1-2 0-16,2-2 0 16,0-1-608-16,4-1-208 0,2-3-32 0,0-3-16 15,-1-3-1760-15,4-1-368 0,3-4-64 0,0-2-16368 0</inkml:trace>
  <inkml:trace contextRef="#ctx0" brushRef="#br0" timeOffset="178893.91">24584 6580 33983 0,'11'-18'1504'0,"-6"9"304"0,0-1-1440 0,-1-2-368 0,1 4 0 0,-1 3 0 16,-4 5 3200-16,0 0 576 0,0 0 128 0,0 0 0 16,0 0-1632-16,0 0-336 0,0 0-64 0,4 10-16 15,-1 6-1136-15,-5 1-224 0,2 1-48 0,-2 3-16 16,-4 1-256-16,0 2-48 0,-2 0-128 0,0 2 192 0,-1 3-192 0,1-1 0 16,2-6 0-16,1 2 0 0,1-1 0 0,0-1 0 15,0-1 0-15,-1-3 0 16,1 0-624-16,2-1-64 0,0-1-16 15,-1-1 0-15,2-3-800 0,0-3-160 0,1-2-48 0,0-7 0 16,0 0-2624-16,0 0-528 16</inkml:trace>
  <inkml:trace contextRef="#ctx0" brushRef="#br0" timeOffset="179094.84">24426 6556 21183 0,'0'0'1888'0,"0"0"-1504"15,0 0-384-15,0 0 0 0,8-2 6528 0,1 1 1248 16,2-2 240-16,3 2 48 0,2 0-5328 0,5 1-1072 16,2 0-224-16,2-1-32 0,4 1-688 0,1 0-128 15,1 0-16-15,1 0-16 0,-5-3-272 0,0 2-48 16,-1-2-16-16,4 0 0 0,1 0-224 0,2 0 0 16,-2 2 0-16,0-2 0 15,-1 0-800-15,-1 1-256 0,-2-2-48 0,0 3-23632 0</inkml:trace>
  <inkml:trace contextRef="#ctx0" brushRef="#br0" timeOffset="180359.11">21627 8093 29375 0,'3'-16'1296'0,"-2"8"272"0,2-2-1248 0,-1-3-320 0,2-2 0 0,0 1 0 0,-1 0 1440 0,0 2 224 16,-1-1 64-16,1 1 0 0,-2 1-64 0,2 1-16 16,-3 0 0-16,0 2 0 0,-2 0-416 0,2 8-80 15,-4-4 0-15,-1-1-16 0,-1 4-144 0,-2 1-32 16,-1 1 0-16,-2 4 0 0,-2 2-448 0,-2 3-112 16,-5 5-16-16,1 3 0 0,-2 0-208 0,0 4-48 15,-1 4-128-15,1-2 192 0,1 2-192 0,1 0 128 16,3 0-128-16,3-1 0 0,3-4 0 0,2-2 0 15,4 0 0-15,3-2 0 0,2-6-192 0,3 2-96 16,2-1-16-16,3-4 0 16,3-3-208-16,1-1-64 0,2-3 0 0,1-2 0 15,3-2 160-15,0-2 32 0,1-4 0 0,-1-1 0 0,2-3 96 0,-1 0 32 16,-2-6 0-16,0 1 0 0,1-5 128 0,-3-2 128 16,1-4-192-16,2-1 192 0,0-1-176 0,0-3 176 15,-3-1-160-15,1-2 160 0,0-1-144 0,2 2 144 0,-1-1-128 0,-3 1 128 16,0 2 0-16,-3 5 0 0,-3 7 0 0,-1 5 0 15,-5 3 0-15,1 5 224 0,-2 5-32 0,-2 4 0 16,0 0 448-16,-6 2 64 0,0 9 32 0,-3 5 0 16,-3 6-160-16,-1 6-16 0,-1 2-16 0,1 4 0 15,1 1-96-15,1 1-32 0,0-1 0 0,2 0 0 16,1 0-256-16,1-2-160 0,1-1 192 0,2-5-192 0,3-3 0 0,-1-2-224 16,2-2 16-16,2-6 0 15,-1 2-1536-15,3-6-304 0,1 0-64 0,0-3-11728 16,-1 0-2352-16</inkml:trace>
  <inkml:trace contextRef="#ctx0" brushRef="#br0" timeOffset="180759.34">22099 7679 31327 0,'0'0'1392'0,"0"0"272"0,-5 4-1328 0,0 3-336 15,0-3 0-15,-1 4 0 0,1 3 4208 0,0 2 768 16,0 2 144-16,-2 4 48 0,1 5-3168 0,-1 3-624 15,-1 4-128-15,1 1-32 0,-1 3-656 0,0-1-144 16,0 2-32-16,0 0 0 0,0-4-96 0,1-2-32 16,-1-1 0-16,1-4 0 0,2-2-96 0,1-3-32 15,0-3 0-15,2-6 0 0,-2 4-128 0,1-4 0 16,2 1 0-16,0-5 0 0,1-7 0 0,0 0 0 0,0 0 0 0,0 0 0 16,0 0-176-16,0 0-64 0,0 0-16 15,7-6 0-15,1-1 112 0,1-4 16 0,3-2 0 0,0-3 0 16,0 0-64-16,1-4-16 0,1-1 0 0,4-1 0 15,0-3 208-15,2-1-176 16,0 0 176-16,-1 1-160 0,1 2 160 0,-2 5 0 16,0 1 0-16,-1 4-128 0,-1 1 128 0,-2 4 0 0,-1 4 0 0,-2 3 0 15,-4 3 0-15,0 4 192 0,-1 1 0 16,-2 6-16-16,-2 0 32 0,-2 4 16 0,-4 6 0 0,0 1 0 16,1 2-224-16,-1 2 144 0,-2-2-144 0,1-1 128 0,1-2-128 15,1-1 0-15,0-2 0 0,1-1 0 16,1 1-912-16,1-4-176 15,1-3-16-15,1-3-16 0,2-3-1376 0,3-2-256 0,-1-3-64 0,3 0-17504 16</inkml:trace>
  <inkml:trace contextRef="#ctx0" brushRef="#br0" timeOffset="180926.74">22578 7961 14735 0,'0'0'1312'0,"5"-6"-1056"0,0-4-256 0,2 3 0 0,2 0 7104 0,0-1 1344 15,-1 0 288-15,1 2 48 0,1-3-5440 0,1 2-1088 16,-1 3-208-16,2 0-64 0,0-1-1296 0,-1 1-272 15,1 0-48-15,0 2-16 0,-2-1-352 0,2 2 0 16,0 1-160-16,0 0 160 16,-2 0-2288-16,0 0-336 0,1 1-80 0,-2 1-18800 0</inkml:trace>
  <inkml:trace contextRef="#ctx0" brushRef="#br0" timeOffset="181062.83">22565 8076 30399 0,'0'0'2704'0,"0"0"-2160"15,0 0-544-15,0 0 0 0,0 0 3712 0,0 0 640 0,0 0 128 0,0 0 32 16,9 2-2656-16,3-2-512 0,2 0-128 16,2-1 0-16,2 0-1056 0,0 0-160 0,0-3 0 15,3 1-192-15,1-4-1088 0,2 0-224 0,1-1-32 0,1 0-16 16,1-2-1728-16,2 0-352 16,1 1-64-16</inkml:trace>
  <inkml:trace contextRef="#ctx0" brushRef="#br0" timeOffset="181461.07">23310 7844 18431 0,'0'0'1632'0,"0"0"-1312"16,-6 0-320-16,-1 1 0 0,7-1 5248 0,-7 3 960 16,-3 2 208-16,0 1 48 0,-3 1-3600 0,-1 2-720 15,-5 4-144-15,1 3-16 0,-1 2-816 0,-1 3-144 16,-1 1-48-16,0 1 0 0,2 2-528 0,1 1-96 16,-1 3-32-16,2-6 0 0,4 4-320 0,2-4 128 15,0-2-128-15,3 1 0 0,3-1 0 0,2-2 0 16,3 0-192-16,2-2 64 15,2 0-384-15,2-4-64 0,2 0 0 0,2-3-16 16,2-2-96-16,1-3-16 0,2-1 0 0,2-1 0 16,1-5-112-16,3-2-16 0,-2-1-16 0,1-3 0 15,-1-2 224-15,1-2 48 0,-2-2 16 0,2 0 0 16,-2-3 560-16,-1 1 0 0,-1 0 160 0,-1 1-32 0,2-1 352 0,-3 2 80 16,-3 2 16-16,-3 3 0 0,-2 2 288 0,-6 7 64 15,0 0 16-15,0 0 0 0,0 0 144 0,0 0 48 16,2 12 0-16,-4 0 0 0,-3 1-480 0,0 2-80 15,-2 4-32-15,2 2 0 0,-1-3-224 0,2 4-64 16,-2 1 0-16,1 2 0 0,-1 0-256 0,0 0 128 16,1 0-128-16,0-2 0 0,0 0 0 0,1 0 0 15,0-1 0-15,1-1 0 16,1-3-432-16,-2 0-32 0,0-2-16 0,1-1 0 16,2-3-1056-16,0-4-192 0,1-8-64 0,0 0 0 15,0 0-2064-15,0 0-432 0,0 0-64 0</inkml:trace>
  <inkml:trace contextRef="#ctx0" brushRef="#br0" timeOffset="181679.79">23374 8148 16575 0,'3'-11'736'0,"-3"11"160"0,3-4-720 0,-3 4-176 0,0 0 0 0,3-5 0 0,3-2 6880 0,-1 0 1344 16,1 1 272-16,2 2 48 16,3 1-6016-16,0-1-1200 0,2 4-240 0,0 0-64 0,2-3-720 15,-1 3-160-15,1 1-16 0,-1 2-128 0,-1 0 128 0,-1 0-128 16,1 4 0-16,-3 0 0 0,-2-4 0 0,-3 4 0 15,-1 1 0-15,-3 1 0 0,-3 0-176 0,-2 0 16 16,-3 0 0-16,-1 0 0 16,-1 1-224-16,-1-3-64 0,-1 1 0 0,0 0 0 15,-1 0-1296-15,0 4-272 0,2-5-48 0,-1 0-17744 0</inkml:trace>
  <inkml:trace contextRef="#ctx0" brushRef="#br0" timeOffset="182146.26">23982 7970 26719 0,'5'-5'2368'0,"3"-2"-1888"0,1-3-480 0,1 1 0 15,1 0 3888-15,-1 1 672 0,-2-2 144 0,-1 0 32 16,-2 3-2560-16,-1 1-512 0,-4 6-112 0,0 0-16 16,-3-4-816-16,-2-1-160 0,-3 4-48 0,-2 2 0 15,-3 2-256-15,-3 3-64 0,-2 4-16 0,-4 1 0 16,-4 4-176-16,-2 3 0 15,1 1 0-15,-1 2 0 0,2 0 0 0,3 0 128 0,2 1-128 0,1 0 0 16,4-1 0-16,1 0 0 0,5-3 0 0,3 1-176 16,3-6-352-1,4-2-80-15,3 1-16 0,3-4 0 0,4 0-400 0,0-2-64 0,3-1-32 0,1-3 0 16,3-5 144-16,0 0 16 0,2-2 16 0,0-4 0 16,2-4 368-16,1-3 64 15,2 0 0-15,-1-8 16 0,1 2 304 0,-1-2 48 0,0-2 16 16,1-1 0-16,-1-3 368 0,1 0 80 0,-1 0 0 15,-2 1 16-15,-3 2 336 0,-2 1 64 0,-2 2 16 0,-2 4 0 0,-3 0 208 0,0 3 64 16,-2 3 0-16,-2-1 0 0,-1 4-16 0,-1 2 0 16,-3 2 0-16,0 7 0 0,0 0-320 0,0 0-64 15,0 0-16-15,0 0 0 0,0 0-400 0,0 0-80 16,-2 10 0-16,1 1-128 0,-2 3 128 0,0 6-128 0,-4 2 0 16,0 1 0-16,-3 3 0 0,1 2 0 15,0 1 0-15,0-1 0 0,0 1 0 0,1 0 0 16,0-1 0-16,1 0 0 0,1-4 0 0,1 0-304 0,1-2 48 15,1-5 0 1,2-1-1824-16,1-3-352 0,1-4-80 0,2 0-18416 0</inkml:trace>
  <inkml:trace contextRef="#ctx0" brushRef="#br0" timeOffset="182380.33">24552 7672 29487 0,'0'0'1296'0,"1"-6"288"0,-1 0-1264 0,1 1-320 0,1-1 0 0,-2 6 0 0,0 0 5120 0,0 0 976 16,0 0 192-16,0 0 48 0,0 0-4288 16,0 0-832-16,1 11-192 0,-1 2-16 0,-1 0-656 0,-2 3-128 15,0 2-32-15,-1 0 0 0,0 2-64 0,1 2-128 16,-3 1 176-16,1 3-176 0,-3 6 128 0,2-1-128 16,-2-1 0-16,1 0 0 0,1-4 0 0,1 0 0 15,0-1 0-15,2-2 0 16,2 0-608-16,-1-5-128 0,1-3-32 0,0 0 0 15,-1-5-784-15,1-2-176 0,1-8-16 0,0 0-16 16,0 0-2848-16,0 0-576 0</inkml:trace>
  <inkml:trace contextRef="#ctx0" brushRef="#br0" timeOffset="182616.41">24333 7763 11967 0,'-8'-16'528'0,"5"10"112"0,1-3-512 0,0 3-128 15,1 0 0-15,0-1 0 0,1 7 8160 0,0 0 1600 0,4-5 320 0,2 1 64 16,3 0-6624-16,3-1-1312 0,2 1-272 0,3 3-48 16,5-3-1104-16,3 1-208 0,1 3-64 0,3-2 0 15,3-1-160-15,2 2-32 0,-1-2-16 0,1 3 0 16,1-1-144-16,-1-2-32 0,-8 3 0 0,0 0 0 16,-1-2-128-16,0 0 0 0,-2 1 0 0,2-1 0 15,-2 0-384 1,0 1-176-16,-5 0-16 0,-1-1-16 0,-2 2-2368 15,0 0-480-15</inkml:trace>
  <inkml:trace contextRef="#ctx0" brushRef="#br0" timeOffset="197340.95">514 11542 16575 0,'0'-5'1472'0,"-2"-1"-1168"0,2-1-304 0,0 2 0 0,0 1 5024 0,0 4 944 16,-1-7 192-16,1 7 48 15,0 0-2816-15,0 0-544 0,0 0-112 0,0 0-32 16,-4 11-1344-16,-1 5-272 0,1 7-48 0,0 4-16 0,0 9-464 0,0 3-112 15,-1 1 0-15,0 1-16 0,0-1-112 0,1-2-32 16,0-3 0-16,-1-1 0 0,-2 0-288 0,2 0 160 16,0 0-160-16,1 1 128 0,0 1-128 0,0 1 0 15,0-5 0-15,0-2 0 16,1-5-800-16,1-1-144 0,1-5-16 0,1-2-16 16,-2-4-1712-16,5-2-352 0,3-4-64 0</inkml:trace>
  <inkml:trace contextRef="#ctx0" brushRef="#br0" timeOffset="198499.46">855 11889 38751 0,'-4'-6'1728'0,"4"6"336"0,-2-7-1648 16,0 1-416-16,2 6 0 0,-1-7 0 0,-3-2 2240 0,0 4 384 0,0 2 64 0,0-2 0 16,1 1-1024-16,-3 0-192 0,2 0-64 0,1 3 0 15,3 1-768-15,-7 0-176 0,0 1-16 0,0 3-16 16,-5 3-192-16,0 0-48 0,-1 4 0 0,1 1 0 15,-2 1-192-15,-2 2 0 0,-1 2 128 0,1 2-128 16,-1 3 0-16,0-1 0 0,2 1 0 0,1 8 0 16,2-6 0-16,3 1 0 15,3-1 0-15,2-6 0 0,2 0-240 16,4-5-32-16,0-2-16 0,2-4 0 0,-4-7-400 0,9 2-80 0,3-5 0 0,-2-1-16 16,4-2 16-16,0-5 0 0,0 2 0 15,2-5 0-15,1-2 288 0,0-3 64 0,1-2 16 16,4-5 0-16,-1-6 192 0,-1 2 32 0,-1 2 16 0,-1-4 0 0,1-1 160 15,-1-3 0-15,-1 1 0 0,-2 1 0 16,1 2 0-16,-3 3 0 0,-2 3 0 0,-2 5 0 16,-3 5 0-16,-1 6 224 0,-2 2-48 0,0 3-16 15,-3 5 464-15,0 0 80 0,0 0 32 0,0 6 0 16,-2 5-32-16,0 5 0 0,-1 1 0 0,-1 5 0 0,-1 4-352 0,-2 1-80 16,1 0-16-16,1 1 0 0,0-1-80 0,1 2-32 15,0 0 0-15,1-1 0 0,2 0-144 0,2-2 0 16,2 0 0-16,1-3 0 0,0-3 0 0,1-2 0 15,1-1 0-15,2-4 0 0,0-4-384 0,0-2 32 16,1-2 16-16,1-1 0 16,2 0-208-16,2-6-32 0,-1-3-16 0,2-1 0 15,-1-5-32-15,-1 0 0 0,-1-4 0 0,1 0 0 0,0-4 336 0,-1 0 64 16,-2-3 16-16,2-2 0 0,0 1 16 0,-1-3 0 16,-2 2 0-16,2-3 0 0,-2 1 0 0,-1 1 0 0,0 1 0 15,-2 4 0-15,-1 3 192 0,-1 4-192 16,-1 1 192-16,-3 5-192 0,-3 3 400 0,3 4 96 0,0 0 16 0,-5 7 0 15,-1 3 192-15,-1 3 32 0,1 3 16 16,-1 4 0-16,-1-1-272 0,0 5-48 0,1-2-16 0,0 4 0 16,2 0-224-16,1 3 144 0,1-5-144 15,3 2 128-15,3 1-128 0,-1-3 0 0,1-2 0 16,2-1 0-16,3-4 0 0,1-1 0 0,2-3-144 0,-1-1 144 0,2-6-432 16,1-3 32-16,3-2 0 0,-1-2 0 0,3-2 80 15,1-3 32-15,-1-1 0 0,1-3 0 0,1-2 288 16,1-1-160-16,-2-1 160 15,1-1-128-15,0-2 128 0,-1-1 0 0,-2-1 0 16,1-1 0-16,-3-1 0 0,-2 0 0 0,-2-1 0 0,0 1 128 16,-3 2-128-16,-2 2 0 0,-1 4 128 0,-2 1-128 15,-3 4 256-15,-4 2 0 0,-2 2-16 0,-2 4 0 0,-1 1 400 16,-2 4 96-16,-1 4 16 0,-1 3 0 0,0 1-336 0,0-1-64 16,0 2-16-16,0 3 0 0,2-1-144 0,0 1-16 15,1-3-16-15,1 2 0 0,2 1-160 0,2-4 0 16,1 0 0-16,1-1 0 0,3-2-240 0,2-1-80 15,-1 0 0-15,-1-9-16 16,0 0-368-16,0 0-64 0,8 1 0 0,1 1-16 16,0-4-48-16,1-1 0 0,2-5 0 0,0-1 0 15,1-2 192-15,0-1 48 0,1-1 0 16,-1-2 0-16,2-3 96 0,-1-1 32 0,-1 0 0 0,-1-1 0 0,0-3 224 0,-2 3 48 16,-2 2 16-16,-2 4 0 0,0 3 176 0,-3 2 0 15,-3 9 0-15,0 0 0 0,0 0 464 0,-3 7 128 16,-3 4 32-16,-3 4 0 0,-1 2 304 0,-2 2 64 15,0 3 16-15,2 2 0 0,1-1-304 0,1 1-64 0,1-3-16 16,3 1 0-16,3-4-352 0,1 0-64 16,1-2-16-16,2-2 0 0,2-1-384 0,2-5-64 0,1-1-32 0,2-4 0 31,1-1-400-31,2-5-80 0,1-2 0 0,2-3-16 0,-1-2 208 16,0-3 64-16,-1-3 0 0,0-2 0 0,2-2 240 0,-1-2 48 15,-1-3 16-15,0-1 0 0,2-4 208 0,-2-1 0 0,-1-4 0 0,1-3-144 16,2 0 144-16,0-2 256 0,-2 1-64 0,0-1-16 0,-2 4 192 15,0 5 32-15,-3 2 16 0,-3 7 0 0,0 5 240 16,-3 5 48-16,-1 3 16 0,-2 9 0 16,0 0 304-16,0 0 48 0,-5 7 16 0,-1 2 0 0,-2 6-592 0,-1 6-112 15,-1 4-32-15,0 4 0 16,-1 1-352-16,1 4 128 0,-1 1-128 0,5 0 0 0,0-3 0 0,4 1 0 16,2-2 0-16,4 1 128 15,2-2-576 1,3-4-128-16,3 0 0 0,1-3-16 0,3-1-1184 15,1-3-224-15,1-4-48 0,7-2-12080 0,1-2-2400 0</inkml:trace>
  <inkml:trace contextRef="#ctx0" brushRef="#br0" timeOffset="199626.94">2490 11781 38751 0,'3'-13'1728'0,"-2"8"336"0,-1-3-1648 0,0 1-416 15,0 2 0-15,-1 0 0 0,-2-2 2560 0,-3 4 416 0,-1 0 96 0,-1 3 0 16,-1 3-1696-16,-1 2-352 0,-3 3-64 0,-2 5 0 15,-2 0-528-15,0 2-112 0,-1 4 0 0,1 0-16 16,2 1-176-16,-1-1-128 0,2-1 144 0,2 1-144 16,5-1 0-16,1 0 0 0,-1-1 0 0,3-1 0 15,4-2-256-15,2-1-80 0,0-1-32 0,2-2 0 16,3-2-416 0,-1-1-96-16,1-5-16 0,2 2 0 0,1-6-192 0,2 0-32 0,2 0-16 0,1-5 0 31,-1-1 208-31,0-1 32 0,1-3 16 0,0-1 0 0,1-2 400 0,-2-1 80 0,-1-1 16 15,0 0 0-15,0-1 384 0,1 0 0 0,-4 1 0 0,-1 1-128 16,-1 3 560-16,-2 0 112 0,-2 3 32 0,-1 3 0 0,-2 1 448 0,-1 6 112 16,0 0 16-16,0 0 0 0,0 0 32 0,0 0 16 15,0 0 0-15,-5 6 0 0,0 2-608 0,0 2-112 16,-1 3-32-16,1 3 0 0,0 1-208 0,1 3-48 16,0 3-16-16,2 3 0 0,-1 3-48 0,3 2-128 15,0 3 192-15,0 4-64 0,0 2-128 0,1 3 0 16,1 3 0-16,-1 1 128 0,0-3-128 0,2 0-192 15,-3 1 32-15,-2-2 16 16,0-4-1264-16,-2 1-256 0,0-3-64 0,-4-3 0 16,-2-3 640-16,-2-1 128 0,-1-3 32 0,0 1 0 15,-1-6 208-15,-2-3 32 0,0 0 16 0,1-5 0 0,-1-4 672 0,-1 1 0 0,-1-6 0 0,1-2 0 16,1-2-240-16,1-5 48 0,0-1 0 0,4-4 0 31,0-3-800-31,6-2-160 0,1-5-16 0,3 0-16 16,2-6 224-16,4-2 64 0,3-5 0 0,4-1 0 15,1-5 336-15,4-3 80 0,1-2 16 0,5-5 0 0,4-4 464 0,1-3 128 0,0 2 16 0,4-2 0 16,5 4 320-16,-1 2 64 16,-2-1 16-16,0 4 0 0,-1 5 736 0,-5 3 128 0,-3 3 48 15,-2 3 0-15,0 4 0 0,-4 3 0 0,-2 4 0 0,-3 4 0 16,-2 4-448-16,-1 1-96 0,-5 5-16 0,-6 7 0 16,0 0-160-16,0 0-32 0,3 7-16 0,-5 6 0 15,-4 6 0-15,-3 4 0 0,-2 1 0 0,0 3 0 16,-4 2-304-16,2-3-64 0,2 1-16 0,-1 0 0 0,0 2-176 15,2-5-128-15,1-2 192 0,2-1-192 0,2-2 0 16,2-2 0-16,2-4 0 0,0-2 0 0,1-4 0 0,0-7 0 16,0 0 0-16,0 0-144 0,5 6-32 0,1-5 0 15,0-2 0-15,3-3 0 0,-2-4 176 0,3-2-128 16,-3-4 128-16,3-1-128 0,0-3 128 0,0-3 0 16,2-3 0-16,0-1 0 0,0 1 0 15,1-1 0-15,1 0 0 0,0 3 0 0,-3 1 0 0,0 0 0 16,0 6 0-16,-2-1 128 0,-2 4-128 0,-4 3 144 15,1 0-144-15,-4 9 160 0,0 0 32 0,0 0 16 16,0 0 0-16,0 0 0 0,2 10 0 0,-2 3 0 16,-3 3 0-16,2-2 0 0,-1 2-208 0,2 0 176 15,-1 1-176-15,2 1 160 0,-1-1-160 0,2-1 0 0,2-1 0 0,1 0 0 16,0-4 0-16,2 0 0 16,-1-1 0-16,3-3 0 0,0-1 0 0,2-5 0 15,1-1 0-15,-1-1 0 0,2-1 0 0,0-2 0 16,-1-3 0-16,1-2 0 0,0-1 0 0,2-3 0 15,0-2 0-15,1-2 0 0,-2-1 0 0,1-3 0 0,-1-2 0 16,0-3 0-16,2-2 0 0,-2 2 0 0,-1-3 0 0,0 3 0 16,-2 3 0-16,-3 2 0 0,-5 4-160 15,1 4 160-15,-1 3 0 0,-2 3 0 0,-1 1-128 16,0 6 128-16,0 0 0 0,0 0 256 0,-4 2-48 0,4-2-16 16,-4 7-48-16,2 2-16 15,1 0 0-15,-1 3 0 0,0 1-128 0,2 1 0 0,0-1 0 16,1 4 0-16,0-4 0 0,3 4 0 0,3 0 0 0,0 0 0 15,1 1 0-15,1 0 0 0,-1-1 0 0,0 2 0 16,1-2 0-16,-2 2 0 0,-1-2 0 0,-1 0 0 0,1 0 0 16,-1-1 0-16,0-1 128 0,-2-2-128 0,-1-1 0 15,-2 0 0-15,-1-3 144 0,1 0-144 0,-1 0 0 0,-2-2 144 16,-2-1-144-16,-2 1 0 0,-2-3 144 0,0 2-144 16,-1 1 0-16,-3-5 144 0,-2 2-144 0,1-1 0 15,0 1 0-15,-2-4 0 16,-2 1-896-16,-1-1-128 15,1-1 0-15,0 1-15360 0,1-3-3056 0</inkml:trace>
  <inkml:trace contextRef="#ctx0" brushRef="#br0" timeOffset="201207.14">613 13288 20271 0,'0'0'896'0,"0"0"192"0,-5-5-880 0,-1 0-208 0,2-1 0 0,0 1 0 15,2 0 4928-15,2 5 928 0,-4-5 192 0,0 1 32 16,4 4-3456-16,0 0-688 0,-3-4-144 0,3 4-16 0,-3-3-784 0,3 3-160 16,0 0-16-16,-6-1-16 15,1 1-64-15,-1 0-16 0,6 0 0 0,-7 1 0 0,1 5-224 0,-1-3-48 16,1 4-16-16,-1 1 0 0,-1 4-176 0,0 1-48 16,-1 0 0-16,-1 4 0 0,-2-3-80 0,-1 4 0 15,-1 4-128-15,-2-1 192 0,0 0-192 0,1 0 144 16,-2 0-144-16,1 0 128 15,1-2-128-15,1 1 0 0,1-1 0 16,4 2 128-16,1 0-128 0,5 1 0 0,0-4 0 0,4 2 0 0,3-2 0 0,4-1 0 16,1-2 0-16,4-4 0 0,0 0 0 0,4-5-224 15,3-3 80-15,-1-2 16 0,0-2-176 0,0-2-16 16,1-3-16-16,-1-1 0 16,3-2-1456-16,1-1-272 0,1-1-64 0</inkml:trace>
  <inkml:trace contextRef="#ctx0" brushRef="#br0" timeOffset="201745.28">773 13570 46415 0,'0'0'2048'0,"0"0"448"0,-5 2-2000 0,5-2-496 0,0 0 0 0,-4 5 0 0,1 2 1536 0,-1 3 192 16,1 3 64-16,0 4 0 0,-1 4-704 0,3 3-144 15,-2 1-32-15,2 3 0 0,1 0-528 0,-1 0-96 16,1-2-32-16,1 3 0 0,0-3-256 0,2-1 0 15,-1-4 0-15,0-3 0 0,-1-2 0 0,0-1 0 16,1-6 0-16,-1 1 0 0,-1-10 0 0,0 0 0 16,0 0 0-16,0 0 0 0,0 0-336 0,0 0 16 15,0 0 16-15,0 0 0 16,-1-7-80-16,-1-2-32 0,0-3 0 0,0-1 0 0,0-1 16 0,0-3 0 16,1-1 0-16,1-2 0 0,0-2 208 0,1 0 32 15,1 1 16-15,2-1 0 0,0 1 144 0,1 0 0 0,1 3-144 0,2-2 144 16,0 3 0-16,1-1 0 15,-1 4 0-15,1 1 0 0,0 1 0 0,2 1 0 16,-1 2 0-16,0 1 0 0,2 2 144 0,-1 2-144 16,-1 0 160-16,-1 3-160 0,0 1 144 0,2 1-144 15,-3 0 128-15,-1 2-128 0,1 1 144 0,-1 1-144 0,-3 2 160 16,-2 2-160-16,-2 4 208 0,0 1-48 16,-2 1-16-16,-2 0 0 0,-2 2 16 0,0 0 0 0,-1-1 0 15,-2-1 0-15,0 1-160 0,-1 0 0 0,-1 1-160 0,1 0 160 31,-1-2-2144-31,4 0-336 0,0-2-64 0</inkml:trace>
  <inkml:trace contextRef="#ctx0" brushRef="#br0" timeOffset="201924.5">1134 13622 17503 0,'0'0'1552'0,"-2"8"-1232"0,-1-2-320 0,0 2 0 0,2 1 7648 0,0 3 1472 16,0 0 288-16,-1 2 64 0,0 2-6848 0,0 1-1392 15,2 1-272-15,0 0-48 0,3 0-912 0,0 1-400 16,-1-1 16-16,2-1 16 16,1-4-528-16,0-2-128 0,-1 1 0 0,2-1-16 15,0-4-2352-15,1 0-480 0,0-2-96 0</inkml:trace>
  <inkml:trace contextRef="#ctx0" brushRef="#br0" timeOffset="202427.07">1570 13284 33167 0,'0'0'1472'0,"-7"-5"304"0,-1 1-1424 0,2-2-352 15,-1 2 0-15,2 0 0 0,0 1 4272 0,0 2 784 0,-1 1 144 0,0 1 48 16,-1 2-3312-16,1 2-656 16,-3 4-128-16,0 4-16 0,0 4-848 0,-2 5-160 0,-1 6-128 0,1-1 144 15,-4 2-144-15,2 1 0 0,-1 4 0 0,2-1 0 16,2 0 192-16,1-2 0 0,1-1 0 0,3-1 0 15,-1-2-192-15,4 1 0 0,0-5 0 0,5-1 0 32,1-1-336-32,1-6-112 0,0 0 0 0,2-2-16 15,1-6-224-15,1-3-32 0,1-2-16 0,2-2 0 0,1 0-224 16,1-5-64-16,-1-3 0 0,0-5 0 0,2-1 320 16,-1-2 48-16,0-1 16 0,0-1 0 0,-1-3 384 0,0 0 96 15,0-1 16-15,0-1 0 0,-3-1 272 16,-1 2 48-16,0 1 16 0,-2 4 0 15,-2 3 496-15,-1 3 96 0,0 5 32 0,-4 6 0 0,0 0 240 16,0 0 48-16,0 0 16 0,0 0 0 0,0 0-352 0,1 12-80 0,-1-2-16 0,0 4 0 0,0 5-352 16,0-2-80-16,0 2-16 0,3 1 0 15,-2-1-96-15,0 1 0 0,1-3-128 0,0 0 192 0,1 0-192 16,1-6 0-16,0 1 0 0,0-3 0 0,0-1 0 16,0-1 0-16,1-1 0 0,1-2 0 0,-6-4 0 0,0 0 0 15,0 0 0-15,8 0 0 0,-8 0 0 0,8-4 0 16,0 0 0-16,-2-2 0 0,1-3 0 15,-1-2 0-15,1-1 0 0,1 1 0 0,-1-6-208 0,3-2 64 16,-3-3 16-16,1 0 0 16,0-1-624-16,0-2-112 15,1-2-32-15,1-1 0 0,2-1-1408 0,0 3-272 16,-2 2-64-16,1 1-18560 0</inkml:trace>
  <inkml:trace contextRef="#ctx0" brushRef="#br0" timeOffset="203027.91">2214 13328 14735 0,'0'0'1312'0,"0"0"-1056"0,0 0-256 0,0 0 0 16,0 0 6928-16,0 0 1328 0,0 0 272 0,0 0 48 16,0 0-5248-16,0 0-1072 0,8 0-208 0,1 3-32 0,2-6-1136 15,2 2-240-15,4-1-32 0,0-1-16 0,0 0-336 16,3 2-64-16,-1-3 0 0,4 0-16 0,-1 0-176 0,0 2 0 15,1-1 0-15,-2 1 0 16,-1-1-800-16,-1 2-192 0,0-3-32 0,-2 4-16 16,-3-2-2272-16,-1 2-448 0,-1 2-80 0</inkml:trace>
  <inkml:trace contextRef="#ctx0" brushRef="#br0" timeOffset="203202.07">2195 13521 8287 0,'-13'6'368'0,"8"-6"80"0,5 0-448 0,0 0 0 0,0 0 0 0,0 0 0 0,0 0 8816 0,0 0 1680 16,0 0 320-16,8-3 80 0,2 2-8144 0,3-2-1648 16,2-1-320-16,4 2-64 15,5-5-912-15,1 2-176 0,-2 1-32 0,3-1-16 16,2-2-1280-16,2-1-256 0,2 1-48 0,2-4-17584 0</inkml:trace>
  <inkml:trace contextRef="#ctx0" brushRef="#br0" timeOffset="203400.31">2883 13192 21183 0,'0'0'944'0,"-6"-3"192"0,6 3-912 0,-8-3-224 0,-1 2 0 0,0 2 0 15,-1 2 6224-15,-2 2 1200 0,0 3 256 0,-1 5 32 16,-2 1-4848-16,0 5-976 0,0 3-192 0,-2 3-32 16,-2 1-960-16,1 4-192 0,1 1-48 0,2-2 0 0,2-3-256 0,2 1-48 15,3 0-16-15,4-2 0 16,2-3-592-16,3-1-112 0,2 0-16 0,3-1-16 15,5-5-1648-15,2-3-336 0,0-3-64 0,2-2-12064 16,4-3-2400-16</inkml:trace>
  <inkml:trace contextRef="#ctx0" brushRef="#br0" timeOffset="204484.38">3095 13372 7359 0,'7'-30'656'0,"-5"19"-528"0,-1-5-128 0,-1 3 0 0,3 0 6272 0,-3 2 1216 15,-3 0 240-15,1 2 48 0,-2 3-3360 0,-1-1-656 16,-2 3-144-16,-2 2-32 0,0 2-1536 0,-1 0-304 15,-1 2-64-15,-1 5-16 0,-1 2-912 0,-1 1-192 16,0 5-48-16,-1 0 0 0,0 3-304 0,0 3-64 16,0 0-16-16,2 1 0 0,1 0-128 0,3-1 0 15,2-1 0-15,2-2 0 0,1 0 0 0,2-1 0 16,2-1-192-16,2-3 192 16,2-3-496-16,1 0 32 0,0-3 0 0,2-1 0 15,-7-6-208-15,9 2-32 0,3 2-16 0,0-6 0 16,-1-2-32-16,2-2 0 0,0-1 0 0,0-3 0 15,0-1 224-15,2-4 32 0,0 0 16 0,2-3 0 0,0-3 336 16,0-2 144-16,-1-1-128 0,0-2 128 0,2 0 0 0,-1-2 0 16,-2 5 0-16,0 2 0 0,-3 4 240 0,-2 4 80 0,-4 5 0 15,0 2 16-15,-6 6 560 0,0 0 128 0,0 0 0 0,0 0 16 16,-2 13-16-16,-2 0-16 0,3 5 0 16,-3 3 0-16,0 1-512 0,-2 1-112 0,2 2 0 0,-1-4-16 0,-1 0-144 0,0-2-32 15,2 1 0-15,1-2 0 16,2-3-48-16,1-2-16 0,1 0 0 0,1-4 0 15,-1 0-128-15,0-1-176 0,-1-8 48 0,4 5 0 0,-4-5 128 0,0 0 0 16,7 5 0-16,-7-5 0 0,6-2-192 0,1-2 0 16,-1-2 0-16,1 0 0 0,1-3 192 0,1 0-128 15,-1-4 128-15,-1 0-128 0,3-3 128 0,-1-1-128 16,1-1 128-16,1-4-128 0,-1-3 128 0,3-1-128 16,-1 0 128-16,1 1-128 0,0 3 128 15,0 3-208-15,0 4 80 0,-3 3 128 0,-3 2-160 0,-3 3 160 16,-4 7 0-16,0 0-144 0,0 0 144 0,0 0 0 15,5 7 160-15,-1 4-160 0,-2 5 288 0,0 4-32 16,-4 2-16-16,1 0 0 0,1 1-112 0,0 0-128 16,0-4 176-16,0 1-176 0,0-2 128 0,1 0-128 15,1-5 0-15,-1 0 0 0,2-1 0 0,1-3 0 16,-4-9-176-16,6 7 176 0,2-2-288 0,-8-5 48 16,10 2 16-16,1-2 0 0,1-4-32 0,-2 1-16 15,0-1 0-15,1-3 0 0,-1-2 16 0,-1-1 0 16,1-2 0-16,-1-2 0 0,1-1 0 0,1-2 16 15,-2-2 0-15,1-1 0 0,0-3 96 0,1-1 16 0,-1 1 0 16,1 1 0-16,-1 2 128 0,-1 3-160 0,-1 4 160 0,-3 3-160 16,-1 0 160-16,-1 4 0 0,-3 6 128 0,0 0-128 15,0 0 512-15,0 0 16 0,0 0 16 0,0 0 0 16,0 0-112-16,0 0-32 0,0 0 0 0,0 9 0 16,1-1-256-16,0 2-144 0,2 2 160 0,0-2-160 15,-1 2 0-15,2 3 0 0,0-2 0 0,1 1 0 0,2 2 0 16,-1-2 0-16,1 2 0 0,1-3 0 0,0 0 0 0,-1-2-128 15,1 2 128-15,-1-2 0 0,-1-1-192 16,-1-1 192-16,-1 1-192 16,0-1 192-16,-4-9-128 0,0 0 128 0,0 0 0 0,0 0 0 0,0 0-160 15,-4 5 160-15,4-5-128 0,-6 5 128 0,-2 2-192 0,-1-3 64 16,-2 1 0-16,0 1 0 0,-2 1 128 16,-2-1-192-16,0-1 192 0,0 1-192 0,1 0 32 0,1 1 0 15,1-2 0-15,2 0 0 0,2-1-64 16,1 0-16-16,7-4 0 0,0 0 0 15,0 0-784-15,0 0-176 0,0 0-16 0,0 0-16 16,8 1 592-16,3-2 112 0,0-3 16 0,4-1 16 16,3 0 32-16,0-6 0 0,2-1 0 0,1-2 0 0,-2-3 464 0,1-2-144 15,-1-4 144-15,1-1 0 0,0-4 0 0,0-2 128 16,1-1 0-16,0 1 0 0,0-3 448 16,0 1 112-16,0-1 16 0,0 2 0 0,-1 1-16 0,0 3 0 0,-4-1 0 15,-1 6 0-15,-2 4 64 0,-2 4 16 0,-3 0 0 16,-2 7 0-16,-1 1-64 0,-5 6 0 0,0 0 0 15,0 0 0-15,0 0-192 0,0 0-32 0,-1 13-16 0,-2 2 0 16,-2 4-288-16,0 4-176 16,-2 0 192-16,1 0-192 0,-1 4 128 0,1 0-128 0,-1 0 0 15,2-1 0-15,0 3 0 0,1 1 0 0,1-4 0 16,2 1 0-16,0 0 0 0,-1-5 0 0,4-1-208 16,-2-1 80-1,-2-1-784-15,1-2-160 0,0-6-16 0,0 1-16 0,-1-1-1040 16,0-2-208-16,-1 0-32 0,0-1-12192 0,3-8-2432 0</inkml:trace>
  <inkml:trace contextRef="#ctx0" brushRef="#br0" timeOffset="204665.37">3811 13345 50911 0,'0'0'2256'0,"0"0"464"0,0 0-2176 0,0 0-544 15,8-1 0-15,-1 0 0 0,3-2 1088 0,0 1 96 16,3-1 32-16,3 0 0 0,2-1-576 0,1 1-96 15,5-3-32-15,1 1 0 0,1-1-336 0,-1 2-176 16,2 0 160-16,0 0-160 16,1 3-656-16,0-5-240 0,1 2-32 0,2 1-23648 0</inkml:trace>
  <inkml:trace contextRef="#ctx0" brushRef="#br0" timeOffset="205395.58">4507 12605 46767 0,'-10'-7'2064'0,"10"7"432"0,-14-6-1984 0,5-1-512 16,4 3 0-16,5 4 0 0,-6-7 1344 0,6 7 160 0,-3-8 32 15,3 8 16-15,0 0-160 0,7-5-48 0,2-1 0 0,2 2 0 16,2 2-784-16,4-1-176 0,6 1-16 0,3 0-16 0,4-3-160 0,2 1-48 15,3 2 0-15,3-1 0 0,1 0-96 0,6 1-48 16,2-3 0-16,9 1 0 0,6 0 0 0,5 1 0 16,0 2 0-16,3-3 0 15,-4 1 0-15,3 3 0 0,3-4 0 0,1 2 0 16,1 2 0-16,-3-3 0 0,-5 2 0 0,-6 1 0 0,-6 0 0 16,-6 0 0-16,-4 0 0 0,-5-1 0 0,-6 1 0 0,-5 0 0 15,-3 0 0-15,-5 0 0 0,-5 0 0 0,-3-2 0 16,-4 1 0-16,-8 1 0 15,0 0-640-15,0 0-112 0,0 0-16 0,0 0-16 16,0 0-1856 0,0 0-368-16,0 0-80 0,0 0-18768 0</inkml:trace>
  <inkml:trace contextRef="#ctx0" brushRef="#br0" timeOffset="205701.16">5914 12359 18431 0,'-9'-11'816'0,"3"7"160"0,0 2-784 0,1 0-192 0,-2 2 0 0,7 0 0 0,0 0 6464 0,0 0 1264 16,0 0 240-16,0 0 48 0,0 0-4912 0,0 0-992 15,0 0-192-15,5 8-32 0,0 0-944 0,2 0-192 16,-2 0-48-16,2-1 0 0,-2 1-144 0,3 0-48 16,1-1 0-16,0-1 0 0,1-1-304 0,1 3-64 15,1 0-16-15,-1 0 0 0,1 1-128 0,1 1 0 0,0-3 0 0,0 2 112 16,-2-1-112-16,0 0 0 0,2-1 0 16,-1 1 0-16,-3 1 0 0,0-2 0 0,1-1 0 0,-3 1 0 15,0-1 0-15,-2 1 0 0,-1-1 0 0,-3 1 0 16,-1-7 0-16,-1 8 0 0,-2 0 0 15,1-1-160-15,-2 3 160 0,-1 0 0 0,-4-1 0 0,-2 3 128 16,-1-2-96-16,-1 2-32 0,-2-2 0 0,-2 2 0 16,-2 0 0-16,1 0 0 0,-1-1 0 0,0 1 0 0,1-1 0 0,1-1 0 15,2 0 0-15,0 1 0 16,0-2-832 0,3-1-176-16,3 1-16 0</inkml:trace>
  <inkml:trace contextRef="#ctx0" brushRef="#br0" timeOffset="212589.36">7487 12421 14735 0,'0'0'1312'0,"0"0"-1056"0,-4-6-256 0,0 0 0 16,1 1 7200-16,3 5 1376 0,0 0 288 0,0 0 48 16,0 0-6208-16,0 0-1232 0,0 0-256 0,-6 7-64 15,1 2-384-15,-1 4-64 0,-1 0-32 0,-1 5 0 0,0 4-352 0,-1 4-64 16,-1 4 0-16,-1 0-16 0,-2-1-48 0,2 1 0 15,0 0 0-15,1-1 0 0,-1-2-64 0,2 0-128 16,0-3 176-16,1-5-176 0,0-2 128 0,2-4-128 16,1-2 0-16,0-3 0 0,5-8 0 0,0 0 0 15,0 0 0-15,0 0 0 0,0 0-256 0,-3-9-48 16,2-3-16-16,2-4 0 16,3-2-128-16,2-3-16 0,1-1-16 0,2-4 0 0,1 2 160 0,2-3 16 15,2 0 16-15,2-1 0 0,-2 3 160 0,1 2 128 0,0 1-192 0,0 1 192 16,-2 5 0-16,-1 5 0 15,-2 4 0-15,-2 2 0 0,-2 1 0 0,-6 4 176 16,7 3 0-16,-2 2 0 0,0 3 144 0,1 1 48 16,0 0 0-16,1 3 0 0,2 1-144 0,-2 2-32 0,3-2 0 15,-1 2 0-15,1-1-192 0,2 0 0 0,0 2 0 16,1-2 0-16,0 1 0 0,0-2 0 0,0-2 0 0,1 1 0 16,0 0 0-16,0-4 0 0,-4 0-144 0,-1-1 144 15,-1 1-160-15,-2 0 160 0,-6-8-160 0,0 0 160 16,4 8 0-16,-4-8 0 0,0 6 0 0,0-6 0 15,-2 8 320-15,-5-1-64 0,-1 0 0 0,-3 0 0 16,-4 0 32-16,0-2 0 0,-2 0 0 0,0 0 0 16,-2 0-160-16,0 2-128 0,-2-4 192 0,0 0-192 15,-1 1 0-15,0-1-192 0,2-2 0 0,2 1 0 16,0-1-864-16,2-1-160 16,3 1-48-16,4-1 0 0,3-2-1760 15,6 2-368-15,7-6-64 0,5-1-15488 0</inkml:trace>
  <inkml:trace contextRef="#ctx0" brushRef="#br0" timeOffset="212999.4">8180 12390 19343 0,'0'0'1728'0,"0"0"-1392"0,0 0-336 0,0 0 0 0,0-7 5712 0,-3 2 1072 16,-1 0 224-16,4 5 32 0,-5-5-3728 0,-2 1-752 15,-1 1-160-15,1 1-32 0,-3 4-1216 0,0-1-256 16,-2 1-64-16,-1 0 0 0,0 2-384 0,-2 3-64 15,-1-1-32-15,0 1 0 0,1-1-176 0,-1 2-48 16,0 1 0-16,1 0 0 0,0-1 0 0,2 1 0 16,0 2 0-16,3-1 0 0,1 1-128 0,4-1 0 0,-2-1 0 0,3 0-176 15,2 0 176-15,2 1 0 0,0-1 128 16,3 0-128-16,4 0 0 0,2 0 0 16,2-1 0-16,2 0 0 0,0-2 128 0,2 1-128 0,2-2 128 15,3 1-128-15,1 2-192 0,-1-1-96 0,1-3-32 0,1 2 0 16,1 1 320-16,-1-2 144 0,-1 3-16 0,-2 0 0 15,1-2-128-15,-5 3 0 0,-2 2 0 0,-1-2 0 16,-3 0 0-16,-1 1 0 0,-3 0 0 16,-1 1 0-16,-2 2 0 0,-2-1 160 0,-2 0-160 0,-2-1 160 0,-2 1 32 15,-2-1 0-15,-2 0 0 0,-2-3 0 0,-1 1-144 16,0 2-48-16,-2-3 0 0,1-1 0 0,0-4 0 16,-2 1 0-16,0-3 0 0,1-1 0 15,0-1 0-15,1 1 0 0,-2-4 0 0,2 1 0 16,1-2-944-16,1-1-176 0,2-2-32 15,2-1-23904-15</inkml:trace>
  <inkml:trace contextRef="#ctx0" brushRef="#br0" timeOffset="-214499.32">8756 12579 27647 0,'0'0'1216'0,"-4"-3"256"0,-1 1-1168 0,-2 0-304 0,3-3 0 0,4 5 0 0,-1-5 5312 0,1 5 1024 16,1-4 192-16,-1 4 32 0,3-5-4192 0,3 1-848 16,3-1-176-16,1 3-16 0,1-3-832 0,1 4-176 15,0-6-16-15,2 3-16 0,2 2-288 0,2-1 0 16,-1-1 0-16,1 2 0 0,2 0 0 0,-2 2-144 16,2-2 16-16,-2 0 0 15,-3 4-1264-15,1 0-240 0,0 0-48 0,-3 0-16 16,-1 2-1984-16,-2 3-400 0,-1 2-80 0</inkml:trace>
  <inkml:trace contextRef="#ctx0" brushRef="#br0" timeOffset="-214350.57">8753 12739 13823 0,'0'0'1216'0,"-8"3"-960"16,1-1-256-16,7-2 0 0,0 0 7872 0,0 0 1520 16,0 0 304-16,0 0 64 0,0 0-6768 0,0 0-1360 0,7 3-272 15,5-2-48-15,2-2-800 0,5 0-144 16,3-1-48-16,1 2 0 0,3-2-320 0,3-1 0 0,2 2 0 15,2-4 0 1,0-1-896-16,-1 1-208 0,3-1-48 0,1-2-22032 0</inkml:trace>
  <inkml:trace contextRef="#ctx0" brushRef="#br0" timeOffset="-213344.82">10050 12408 21183 0,'4'-17'944'0,"-2"9"192"0,-1-1-912 0,-1-3-224 16,-1 1 0-16,-1-4 0 0,4 1 5568 0,-2 0 1056 16,1-2 224-16,0-1 32 0,0 3-4384 0,1-2-896 0,-1 3-160 15,-2 3-32-15,2 1-624 0,-2 1-112 0,-2 1-32 0,-1 3 0 16,-1-1-176-16,-3 4-32 0,-2 2-16 0,-2 4 0 16,-4 4-160-16,-1 6-48 0,-1 0 0 0,-1 8 0 15,-2 4-208-15,-1 2 0 0,-1 1 128 0,0 1-128 16,1 0 0-16,1 0 144 0,3 1-144 0,3 0 128 15,2-2-128-15,4-1 0 0,3-2 0 0,3-3 128 0,2-2-128 16,2-1 0-16,3-3 0 0,3 0-176 16,0-3-112-16,5-1-32 0,-1-2 0 0,2-2 0 15,1-2-128-15,2-3-48 0,-2-1 0 16,2-3 0-16,0-1-128 0,3-1-16 16,-2-3-16-16,0-1 0 0,0-1-112 0,0-2-32 0,-1-1 0 0,1-1 0 15,-2 0 176-15,-2 1 48 0,0 0 0 0,-1 0 0 16,-3-2-32-16,-1 3 0 15,-2-1 0-15,-1 3 0 0,-3 1 352 0,-2 5 80 0,0 0 16 0,0 0 0 0,-3-7 608 0,3 7 112 16,0 0 16-16,-5-3 16 0,0-2 368 0,5 5 80 16,-4-4 16-16,4 4 0 0,0 0-240 0,0 0-48 15,0 0-16-15,0 0 0 0,0 0-272 0,0 0-48 16,0 0-16-16,0 0 0 0,0 0-256 0,0 0-160 16,0 0 192-16,0 0-192 0,0 0 0 0,0 0 0 15,0 0 0-15,0 0 0 0,0 0 0 0,0 0 0 16,0 0 0-16,0 0 0 0,0 0 176 0,0 0-176 15,0 0 160-15,0 0-160 0,0 0 192 0,0 0-48 16,-2 7-16-16,2-7 0 0,0 0-128 0,0 0 128 16,0 0-128-16,0 0 128 0,0 0 0 0,0 0-128 0,0 0 192 15,0 0-64-15,0 0 32 0,0 0 0 16,0 0 0-16,0 0 0 0,0 0-16 0,0 0 0 0,0 0 0 0,0 0 0 16,0 0 16-16,0 0 0 0,4 6 0 0,-4-6 0 15,0 0-32-15,4 8 0 0,-1 0 0 0,-1 0 0 16,0 1 64-16,0-1 16 0,1 2 0 15,-1 3 0-15,1 2-64 0,0 0-16 0,1 0 0 0,0-1 0 16,-2 1-128-16,2 0 0 0,0-2 0 16,0 0 0-16,1 0 128 0,0-5 0 0,0 1 0 0,2-3 0 15,-7-6-128-15,0 0 0 0,7 3 0 0,0-3 0 16,2-3 0-16,-1-2 0 0,0-3 0 0,0-1 0 0,0 1 0 0,0-2 0 16,-2-2 0-16,2 1 0 0,-2-3 0 0,1 1 128 15,-2 0-128-15,0-2 128 0,1 0-128 0,-1 2 0 16,0 0 0-16,0 2-176 0,-1-1 176 0,-1 0 0 15,-1 0 0-15,1 3 0 16,0 0-1184-16,-1 3-208 0,-2 6-32 0,0 0-16 16,7-6-3072-16,-7 6-608 0</inkml:trace>
  <inkml:trace contextRef="#ctx0" brushRef="#br0" timeOffset="-212878.92">10847 12035 26719 0,'0'0'2368'0,"0"0"-1888"0,0 0-480 0,-7 3 0 0,1 2 5184 0,-1 2 960 16,0 2 176-16,-1 4 32 0,-1 1-3856 0,-2 6-768 16,1 4-144-16,-1 6-48 0,0 4-752 0,-1 0-144 15,1 5-48-15,2-2 0 0,0-3-400 0,1 0-192 16,1-4 160-16,0 1-160 0,2-4 0 0,1-1 0 16,1-2 0-16,-1-2 0 15,3-1-624-15,1-2-208 0,1-6-64 0,2 0 0 16,1-2-1776-16,2-3-352 0,4-3-80 0,0-4-17952 0</inkml:trace>
  <inkml:trace contextRef="#ctx0" brushRef="#br0" timeOffset="-212518.65">10971 12237 10127 0,'0'0'448'0,"0"0"96"0,0 0-544 0,0 0 0 0,0 0 0 0,0 0 0 16,0 0 8896-16,0 0 1664 0,-3 8 320 0,1 5 80 15,-2 3-7504-15,0 1-1488 0,-1 4-304 0,-1 1-64 16,1 1-880-16,-1-1-160 0,2 1-48 0,0 1 0 15,0-2-240-15,0 2-48 0,-1-2-16 0,1-2 0 16,0-2-208-16,1-1 176 0,2-4-176 0,0-1 160 16,-1-1-160-16,2-4 0 0,0 1 0 0,0-8 0 0,0 0 0 0,0 0 0 15,0 0 0-15,0 0-176 16,0 0-16-16,6-6-16 0,-4-1 0 0,5-1 0 0,1-5 0 16,-1 0 0-16,2-3 0 0,2-2 0 0,-1-2 32 0,2-3 16 15,1-1 0-15,1 1 0 16,2-2 160-16,0 2-128 0,-1-1 128 0,1 2-128 0,-2 4 128 15,-2 2 0-15,0 6-144 0,-2 3 144 0,-1 2 0 0,-1 2 0 16,-8 3 0-16,0 0 128 0,7 10 144 0,-3 1 32 16,-2 4 0-16,0 0 0 0,-1 2-144 0,-1 3-32 15,-1-1 0-15,-1-2 0 0,0 3-128 0,-1-1 0 16,0 1 0-16,2-2 0 16,0 0-400-16,1-1-176 0,0 0-16 0,1 0-16 15,2-2-1600-15,1-2-320 0,0-2-64 16,3-4-19328-16</inkml:trace>
  <inkml:trace contextRef="#ctx0" brushRef="#br0" timeOffset="-212228.58">11949 12000 25791 0,'1'-7'2304'0,"0"0"-1856"0,2-2-448 0,-1 1 0 16,0 1 4928-16,-1-2 880 0,-1 3 176 0,-1 2 32 15,1 4-3264-15,-4-6-672 0,-1 3-128 0,5 3-32 16,-6 1-912-16,-1 3-192 0,-4 1-48 0,-2 4 0 16,-3 4-384-16,-2 7-96 0,-3 2-16 0,-2 7 0 15,-3 6-112-15,-2 1-32 0,0 9 0 0,-2 1 0 0,-2 3-128 0,2-2 192 16,2-2-192-16,2 0 192 0,4 0-144 0,1 0-48 16,1-4 0-16,4 0 0 0,3-1 0 0,3-1 0 15,1-1 0-15,1-1 0 0,0-4 0 0,6-1 0 16,0-4-160-16,2-4 160 15,3-3-432-15,1-4 0 16,2-3 0-16,2-2 0 0,1-3-2032 0,3-4-416 0,2-4-64 16,3-3-12224-16,3-5-2432 0</inkml:trace>
  <inkml:trace contextRef="#ctx0" brushRef="#br0" timeOffset="-211977.5">12363 11889 27647 0,'0'0'1216'0,"0"0"256"0,0 0-1168 0,0 0-304 16,0 0 0-16,0 0 0 0,0 0 5760 0,0 0 1088 16,0 0 208-16,-5 7 48 0,-2-2-4848 0,2 4-976 15,-1 5-192-15,-2 5-32 0,-1-2-672 0,-2 5-128 16,0 4-16-16,0 3-16 0,-1 0-224 0,1 3 0 0,0 0 128 0,1 2-128 16,-1 0 0-16,1-1 0 0,1-1 0 15,1-2 0-15,0-2 0 0,2-2 0 0,-1-4-208 0,3-1 64 31,-1-7-752-31,1-1-128 0,0-4-48 0,2-1 0 0,0 0-928 16,2-8-192-16,0 0-48 0,0 0 0 16,0 0-1856-16,0 0-368 0</inkml:trace>
  <inkml:trace contextRef="#ctx0" brushRef="#br0" timeOffset="-211766.67">12031 11906 31327 0,'0'0'2784'0,"0"0"-2224"0,2-6-560 0,4 0 0 0,0 2 4176 0,3 1 736 15,2-1 144-15,2-2 16 0,0 3-3024 0,4 0-592 16,3-1-128-16,3 1-32 0,0 0-688 16,2 0-144-16,1 0-16 0,0 2-16 0,1-2-176 0,1 1-48 15,0 0 0-15,0 1 0 0,-2 1-64 0,0-2-16 16,-1-1 0-16,-2 2 0 16,-1 2-1024-16,-1 0-224 0,0 1-32 0,-3 0-16 15,-2 2-2688-15,-3 3-544 0</inkml:trace>
  <inkml:trace contextRef="#ctx0" brushRef="#br0" timeOffset="-211456.11">12445 12163 8287 0,'0'0'736'0,"0"0"-592"0,0 0-144 0,0 0 0 0,0 0 7056 0,9 4 1392 0,1-2 256 0,-1 1 64 16,0 0-5056-16,1-2-1024 0,1 0-208 0,-1 3-48 15,2-4-832-15,0 3-192 0,-1 1-16 0,0-2-16 16,-2 2-608-16,-3 0-112 0,-6-4-16 0,0 0-16 15,7 9-240-15,-3 2-32 0,0-1-16 0,-4 2 0 16,-3-2 16-16,-3 3 0 0,-4 2 0 0,0 0 0 0,-2 2-144 0,1-2-16 16,-2 0-16-16,1 0 0 15,0-2-176-15,2 0 0 0,-1-3 0 0,2 1 0 16,4 0 0-16,0-3 0 0,-1-1 0 0,6-7 0 16,-1 7 0-16,1-7 0 0,0 0 0 0,0 0 0 0,0 0 0 15,4 7 0-15,1-1 0 0,3-2 0 16,1-2 0-16,2 0 0 0,2-4 0 0,1 0 48 15,3 0-48-15,2-3 0 0,1-1 0 0,1 1 0 16,1-1-832-16,0-2-64 16,2-1-16-16,0-3 0 0,1-1-1424 0,3-1-288 15,-1-2-48-15,2-2-19344 0</inkml:trace>
  <inkml:trace contextRef="#ctx0" brushRef="#br0" timeOffset="-211238.03">13135 12008 25791 0,'0'0'2304'0,"0"0"-1856"15,0 0-448-15,0 0 0 0,-5 6 5504 0,-2 2 1024 16,-1 1 192-16,-1 4 32 0,-2 2-3936 0,-4 4-768 16,0-1-176-16,-2 6-16 0,-2 2-1008 0,1 4-192 15,-1 0-32-15,0 4-16 0,0 1-480 0,0 0-96 16,1-3-32-16,0 3 0 0,1-4 0 0,-1 2 0 0,0-2 0 0,-1 0 0 16,2 2 0-16,2-3 0 0,-1-2 0 0,0 0 0 15,1-5-192-15,0 1-48 0,1-1 0 16,1-2 0-1,3-3-720-15,2-2-128 0,0-2-48 0,1-1 0 0,2-3-1904 16,3-3-384-16,2-7-80 0</inkml:trace>
  <inkml:trace contextRef="#ctx0" brushRef="#br0" timeOffset="-211016.52">13269 12338 24879 0,'0'0'2208'0,"0"0"-1760"0,8-3-448 0,-8 3 0 0,0 0 5648 0,0 0 1056 16,0 0 208-16,0 0 32 0,7 5-4256 0,-2 2-832 15,-5-7-192-15,1 12-16 0,0 2-880 0,-1 3-160 16,-2 0-32-16,-2 2-16 0,-1 1-336 0,-2 3-64 16,-1 1-16-16,1 2 0 0,-3 0-144 0,1 1 0 15,-1 1 0-15,1 0 0 0,0-3 0 0,-1 1 0 16,4-1 0-16,-2 0 0 0,0-2 0 0,0-1-192 16,1-3 0-16,0-1 16 15,2-5-656-15,1-3-144 0,0-2-32 0,0-1 0 16,4-7-960-16,0 0-192 0,0 0-32 0,0 0-12528 0,0 0-2496 0</inkml:trace>
  <inkml:trace contextRef="#ctx0" brushRef="#br0" timeOffset="-210805.73">13118 12421 45439 0,'0'0'2016'0,"0"0"416"0,4-4-1952 0,-4 4-480 15,5-4 0-15,0 0 0 0,3 0 1744 0,1 2 256 16,2-1 48-16,2-1 16 0,0 3-864 0,4 0-176 0,1-2-48 0,3 2 0 15,1 1-624-15,-1 0-128 0,2 0-32 0,0-3 0 16,-1 3-192-16,-1 3 0 0,-2-3 0 0,1 2 0 16,-3 1-720-16,-2 1-48 15,-2 0 0-15,-2 2 0 0,-1 2-1360 16,-2 1-288-16,-3 0-48 0,-1 4-19120 0</inkml:trace>
  <inkml:trace contextRef="#ctx0" brushRef="#br0" timeOffset="-210603.06">13483 12681 32255 0,'0'0'2864'0,"0"0"-2288"16,-3 9-576-16,1 2 0 0,-1 0 4096 0,1 2 704 15,-1 0 128-15,0 1 48 0,2 2-2736 0,0 1-528 16,1 0-112-16,0-2-32 0,1 1-976 0,0 0-192 16,1-2-32-16,-1-1-16 0,0-1-352 0,2-2 0 15,0 1 0-15,-1-3-128 16,-2-8-704-16,0 0-144 0,0 0-32 0,0 0 0 15,8 3-1408-15,0-1-272 0,1-4-64 0,-1-1-11360 16,1-1-2272-16</inkml:trace>
  <inkml:trace contextRef="#ctx0" brushRef="#br0" timeOffset="-210309.43">13702 11773 24879 0,'0'0'2208'0,"0"5"-1760"0,0-5-448 0,0 0 0 16,7 8 5488-16,2 3 1008 0,1-1 208 0,3 0 32 16,3 1-4480-16,1 1-896 0,2 1-176 0,3 4-32 15,2-2-304-15,1 6-48 0,-2 0-16 0,1 4 0 16,2 1-336-16,0 3-64 0,-1 2 0 0,1 3-16 0,-5-7-64 0,1 4-16 16,0 3 0-16,-1 4 0 15,-3 0-288-15,-2 0 128 0,-2-2-128 0,-2 5 0 0,-3-4 160 0,-3 0-160 16,-2 1 128-16,-2 7-128 0,-4-2 0 15,-2-4 128-15,-1-7-128 0,-4-2 112 0,-3 0-112 16,-1 0 0-16,-1-2 0 0,-2 2 0 16,1-7 0-16,-2-3 0 0,-2 0 0 15,-3 1 0-15,3-3 0 0,0-4 0 0,1-6 0 0,0 0 0 16,4 0-1104-16,-2-2-176 0,-1 1-16 16</inkml:trace>
  <inkml:trace contextRef="#ctx0" brushRef="#br0" timeOffset="-209651.56">14744 12145 22111 0,'0'0'1968'0,"0"0"-1584"0,0 0-384 0,0 0 0 0,0 0 5696 0,0 0 1040 15,0 0 224-15,0 0 32 0,0 0-4272 0,0 0-864 16,0 0-160-16,2 13-32 0,-2-2-864 0,0 8-160 16,-1 4-48-16,0 1 0 0,-1-1-432 0,1 2-160 0,0-2 0 0,0 0 144 15,-1-1-144-15,1 0 0 0,0-3 0 0,-1-2 0 32,2-2-960-32,-1-2-160 0,0-2-32 0,1 0-16 15,-2-5-2144-15,1 1-416 0,0-2-96 0</inkml:trace>
  <inkml:trace contextRef="#ctx0" brushRef="#br0" timeOffset="-209494.57">14607 12270 34095 0,'0'0'3024'0,"0"0"-2416"0,0 0-480 0,6-3-128 0,2-2 3312 0,1 0 640 16,2 0 128-16,2-1 16 0,2 1-2800 0,1 1-560 16,4-2-112-16,2 1-32 0,3 1-336 0,1 0-80 15,0-3-16-15,1 2 0 16,2 0-1264-16,1-2-256 0,1 1-48 0,3-1-13040 15,2-1-2592-15</inkml:trace>
  <inkml:trace contextRef="#ctx0" brushRef="#br0" timeOffset="-209011.8">15383 11971 19343 0,'0'0'848'0,"0"0"192"0,0 0-832 0,0 0-208 0,0 0 0 0,0 0 0 15,-3 8 6976-15,-1 3 1344 0,0 2 256 0,0 4 64 16,0 2-5792-16,0 5-1168 0,0 3-224 0,1 3-48 15,-3 1-784-15,4 6-160 0,-1-1-16 0,1-2-16 16,-1 0-192-16,0-3-48 0,1-3 0 0,-1-1 0 16,1-2-192-16,0-2 176 0,1-4-176 0,-2-1 160 15,2-4-160-15,-2-2 0 0,1-4 0 0,0-2 128 16,2-6-128-16,0 0 0 0,0 0 0 0,0 0 0 0,0 0 0 0,0 0-224 16,-1-9 80-16,2-3 16 15,1-1-128-15,2-2-32 0,1-5 0 0,3-3 0 16,1-5-48-16,3-6-16 0,3-3 0 0,3-4 0 15,3-2-48-15,3-1-16 16,4-1 0-16,1 2 0 0,0 3 64 0,0 4 16 0,-1 4 0 0,0 6 0 16,-4 0 96-16,-1 7 32 0,-4 3 0 0,-1 3 0 0,-3 4 208 0,-2 4 128 15,-2 1 0-15,-1 4-128 0,-3 4 416 0,-1 2-32 16,-2 2 0-16,-3 2 0 0,-2 5 32 0,-3 0 0 16,-3 2 0-16,-1 3 0 0,-1 2-96 0,-1 3-32 15,-3 1 0-15,-2-1 0 0,0-1-96 0,-1 4 0 16,-1-2-16-16,1-1 0 0,1-1 160 0,-1 1 48 15,2-1 0-15,1-2 0 0,1-1-384 0,2-2-288 16,-1-1 48-16,2-2 16 0,1-2 224 0,3 1 0 16,1-5 0-16,3 1 0 0,2-1 0 0,2-1 0 15,1 0 0-15,2-2 0 0,3-1 0 0,2 1 0 16,2-3 0-16,1 0-144 0,3-3 144 0,3-1-128 16,-1 0 128-16,5-3-128 15,-2-1-800-15,1-1-160 0,2-1-16 0,1-3-16 16,1-1-2000-16,2-1-400 0,0 0-64 0,-2-4-16384 15</inkml:trace>
  <inkml:trace contextRef="#ctx0" brushRef="#br0" timeOffset="-208777.2">16200 11821 18431 0,'-4'-10'816'0,"4"10"160"0,0 0-784 0,0 0-192 0,-3-4 0 0,3 4 0 16,0 0 6992-16,-5 4 1360 0,0 2 272 0,0 5 48 0,-2 2-5696 0,1 3-1136 15,-2 3-240-15,0 3-32 0,-1 3-800 0,0 4-176 16,-2 5-16-16,1 0-16 0,0 2-304 0,-1 2-64 16,1 1-16-16,2-1 0 0,1 2-176 0,1-5 0 15,1-2 0-15,1-2 0 0,-1-5-224 0,1 0-128 16,1-3-32-16,2-5 0 16,-1-4-896-16,1-2-176 0,1-2-32 0,3-3-16 15,-3-7-1952-15,0 0-400 16,9 2-80-16</inkml:trace>
  <inkml:trace contextRef="#ctx0" brushRef="#br0" timeOffset="-208386.55">16324 12026 30399 0,'0'0'2704'0,"0"0"-2160"16,0 0-544-16,0 0 0 0,0 0 4688 0,-3 9 832 0,1 3 176 0,0 2 16 16,-3 3-3376-16,1 0-672 0,0 4-144 0,0 2-32 15,-2 4-720-15,1-1-160 16,-2 1-32-16,2 2 0 0,0-1-384 0,-1 0-192 0,1-3 160 0,1-3-160 15,2-1 144-15,-1-3-144 0,1-4 128 0,0-1-16 16,2-1-112-16,0-4 0 0,0-8 0 0,0 0 0 16,0 0 0-16,0 0 0 0,0 0 0 0,0 0 0 15,0 0-160-15,0 0 160 0,0 0-128 0,0 0 128 16,5-7-128-16,1-2 128 0,0-3-128 0,1-1 128 16,-1-4-176-16,3-3 176 0,2-5-208 0,2 1 80 15,1-3-16-15,3 0 0 0,1 2 0 0,1-3 0 16,0 4-16-16,1 3 0 0,-2 2 0 0,-1 6 0 15,-3 3 160-15,-1 2 0 0,-2 3-144 0,-2 4 144 16,-9 1 0-16,8 2 0 0,-2 5 160 0,-1 3-160 0,-2 3 304 0,-2 2-48 16,-1 3-16-16,0 3 0 0,-2-2-240 0,2 2 0 15,0 0 0-15,1 0 0 16,2-2-384-16,1 0-112 0,1-2-16 16,0-2-16-16,1-4-1632 0,4-1-320 0,0-5-64 15,4-1-12512-15,3-2-2512 0</inkml:trace>
  <inkml:trace contextRef="#ctx0" brushRef="#br0" timeOffset="-208108.77">17298 11682 23039 0,'8'-12'1024'0,"-8"12"192"0,1-9-960 0,0 0-256 0,0 1 0 0,1-2 0 16,-2 2 6544-16,0 1 1264 15,-2-1 256-15,0 5 64 0,2 3-5424 0,-4-7-1072 0,-1 2-224 0,-2 4-32 16,-2-2-784-16,-1 6-144 15,-2-2-48-15,-2 5 0 0,-3 5-240 0,-3 4-160 0,-1 9 192 0,-2 5-48 16,-2 4-144-16,-4 4 0 0,-2 2 0 0,0 2 0 16,-1 5 0-16,2 3 0 0,3 0 0 0,2 1 0 15,3 1 0-15,3-1 0 0,2 1 0 0,2-2 0 16,5-5 0-16,2-4 0 0,4-3 0 0,3-1 0 16,1-4 0-16,2-5 0 0,4-2 0 0,0-3 0 15,2-4-240-15,1 0 16 0,3-3 0 0,1-4 0 16,1-3-928-16,3-1-192 15,-1-6-48-15,2-2 0 0,0-3-1296 0,2-4-256 0,-1-1-48 0,2-4-10928 16,3-4-2192-16</inkml:trace>
  <inkml:trace contextRef="#ctx0" brushRef="#br0" timeOffset="-207791.87">17459 11568 27647 0,'0'0'1216'0,"0"0"256"0,-1-3-1168 0,1 3-304 16,0 0 0-16,0 0 0 0,0 0 5376 0,0 0 1024 15,0 0 208-15,0 0 48 0,-3 9-4208 0,2 5-832 16,0 3-160-16,0 3-48 0,-1 0-800 0,0 5-160 16,-2 4-48-16,0 1 0 0,0 1-208 0,1-1-32 15,1-3-16-15,-1-2 0 0,0-1-144 0,1-2 192 16,-1-3-192-16,2 1 192 0,0-4-144 0,2-3-48 16,2-3 0-16,-1-1 0 0,-2-9 0 0,4 7 0 15,-4-7 0-15,0 0 0 0,8 0 0 0,0-3 0 16,1-3 0-16,1-2 0 0,2-1 0 0,0-4 0 15,-1 1 0-15,3-4 0 0,-1-2 0 0,1-3 0 0,0 0 0 16,2-1 0-16,-2-1 0 0,2-1 0 0,0 1 0 16,-1 2 0-16,1 0 0 0,-2 3 0 0,-1 2 0 15,0-1 0 1,-1 3-624-16,0 2-112 0,-2 3-32 0,1 1 0 16,-1 2-1584-16,0 2-320 0,1 1-64 0,-1 2-19488 0</inkml:trace>
  <inkml:trace contextRef="#ctx0" brushRef="#br0" timeOffset="-207500.93">17750 11834 25791 0,'0'0'2304'0,"0"0"-1856"0,0 0-448 0,0 0 0 16,0 0 4624-16,1 8 832 0,-1-8 176 0,0 0 16 0,6 8-2816 15,0-3-560-15,1 1-112 0,0-3-32 0,3 0-960 0,0 0-192 16,2-2-32-16,0 0-16 0,-1-2-480 0,1 0-112 16,0-2-16-16,-1 2 0 0,0 1-192 0,-2-2-128 15,-1 1 160-15,-8 1-160 0,0 0 128 0,0 0-128 16,0 0 0-16,0 0 0 0,0 0 144 0,-1 9-144 15,-2 2 128-15,-4 0-16 0,0 1-112 0,-3-1 0 16,1 0 0-16,0 1 0 0,1 0 0 0,1-2 0 16,-1-1 0-16,1 0 0 0,2-1 0 0,2 0 0 15,1-1 0-15,2-7 0 0,0 0 0 0,2 6 0 16,2 2 0-16,2-3 0 0,0-4 0 0,2 2 0 0,1 0 0 0,3-3 0 16,-1 0-192-16,2-3-16 15,2-1-16-15,2 0 0 16,2-1-1104-16,1-1-208 0,1-2-64 0,1 1 0 15,0-6-2496-15,2 1-496 0,-1 2-96 0</inkml:trace>
  <inkml:trace contextRef="#ctx0" brushRef="#br0" timeOffset="-207254.59">18333 11674 13823 0,'0'0'608'0,"4"-9"128"0,0 1-592 0,0 2-144 0,-2-4 0 0,2 7 0 16,-1-4 5824-16,-3 7 1120 0,0 0 224 0,0 0 64 15,0 0-3520-15,0 0-688 0,0 0-144 0,0 0-16 16,0 0-960-16,0 0-192 0,-3 10-48 0,-2 2 0 15,-3 4-704-15,-1 5-128 0,-3 3-48 0,-1 4 0 0,-1 2-608 0,-3 1-176 16,-4 0 0-16,0 2 96 0,-1 4-96 0,0 2 0 16,4-11 0-16,-2 5 0 0,0 0 0 0,2-1 0 15,-1 2 0-15,0-1 0 0,4-1 0 0,-1 1 0 16,2-2 0-16,-3 7 0 0,1-4 0 0,3-7 0 16,1-2 0-16,2-4 0 15,2-2-784-15,2-2-160 16,0-6-16-16,3-1-16 0,1-2-2512 0,2 0-496 0</inkml:trace>
  <inkml:trace contextRef="#ctx0" brushRef="#br0" timeOffset="-206951.95">18386 12053 43935 0,'0'0'1952'0,"0"0"400"0,0 0-1888 0,0 0-464 15,0 0 0-15,0 0 0 0,0 0 2288 0,0 0 352 16,0 0 80-16,-4 8 16 0,-2 3-1200 0,1-2-256 15,-2 6-32-15,1 4-16 0,-1-1-816 0,1 3-160 16,-1 2-48-16,2 1 0 0,0-1-144 0,1 1-64 16,1-2 0-16,2-3 0 0,1 0 0 0,0-4 0 0,0-2 0 15,1-1 0-15,2-1 0 0,-3-11 0 16,4 7 0-16,0 0 0 0,-4-7 0 0,0 0 0 0,9 1 0 0,0-2 0 16,-1-2 0-16,1-2 0 0,0-3 0 0,1-2 0 15,1-2 0-15,0-2 0 0,0 1 0 0,1-3 0 16,1-2 0-16,0-2 0 0,1-2 0 0,0-1 0 15,2 2 0-15,0-4 0 0,-1 3 0 0,1 0 0 16,-2 1-448 0,1 3-96-16,-2 3-16 0,0 0 0 0,-3 3-1808 15,-1 3-352-15,-1 2-80 0,-1 2-19696 0</inkml:trace>
  <inkml:trace contextRef="#ctx0" brushRef="#br0" timeOffset="-206741.67">18655 12189 47167 0,'0'0'2096'0,"0"0"416"0,0 0-2000 0,-1 10-512 16,-1-2 0-16,1 3 0 0,0-1 1792 0,-2 1 272 15,0 2 48-15,1 2 16 0,-2 0-992 0,0 2-208 16,0 1-32-16,0-3-16 0,0 2-592 0,0 2-112 16,0-4-32-16,2 1 0 0,-1 0-144 0,1-2 0 15,-1-2 0-15,2 3 0 0,-1-4-224 0,2-2-128 16,0-3-32-16,0-6 0 15,0 0-1488-15,6 6-304 0,0-5-64 0,3-1-13360 16,0-3-2656-16</inkml:trace>
  <inkml:trace contextRef="#ctx0" brushRef="#br0" timeOffset="-206385.11">18880 11435 35007 0,'0'0'3120'0,"0"0"-2496"0,0 0-496 0,0 0-128 16,11 4 3648-16,1 3 704 0,2 1 128 0,3 2 48 15,-3-1-2752-15,3 3-560 0,1 2-96 0,2 5-32 0,0 1-352 0,2 4-80 16,1 1-16-16,2 1 0 0,1 5-272 0,0-1-64 16,-1 3-16-16,0 1 0 0,-2 1-160 0,-2 4-128 15,-3 0 192-15,-2 1-192 0,-2 15 128 0,-5-1-128 16,-1 2 0-16,-5 0 80 0,-6 0-80 15,-2-3 0-15,-4-3 0 0,-3-5 0 0,-2 0 0 16,-3-5 0-16,-3-1 0 0,1-4 0 0,-1-3 0 0,-1-2 0 16,0-4 0-16,3-1 0 0,6-7 0 0,-1-3 0 15,2-1 0-15,-2 0 0 0,0-5-224 0,0 0-32 0,-1-1-16 16,3-3 0 0,-2 0-2400-16,1-3-464 0,-10-4-112 0,22 2-16 0</inkml:trace>
  <inkml:trace contextRef="#ctx0" brushRef="#br0" timeOffset="-205789">20200 12233 23951 0,'0'0'2128'0,"1"-9"-1696"0,-4-5-432 0,2 1 0 0,0-1 5296 0,2-1 976 16,2 0 192-16,1 0 32 0,-2-3-4064 0,5 0-832 15,1-2-144-15,1 1-48 0,1-1-496 0,2 0-96 16,0-2-32-16,1 3 0 0,0 2-576 0,1 1-208 16,0 2 144-16,1 1-144 0,-1 4 0 0,-2 2 0 15,-2 3 0-15,-1 2 0 0,1 0 192 0,-10 2-32 0,9 2-16 0,-2 2 0 16,1 2 48-16,-1 3 0 16,-2-1 0-16,-1 1 0 0,1 4-64 0,2 0 0 15,-1-1 0-15,2 0 0 0,0 1-128 0,1-2 192 0,0 1-192 0,2-4 192 16,-1 0-192-16,0-2 0 0,1-2 0 15,1-1 128-15,1-2-128 0,0 0 0 0,-2-3 0 0,2-2 0 16,0-1 0-16,0-2 0 0,-1 1 0 16,0-1 0-16,0-3 0 0,-2 1 0 15,-1-2 0-15,0-1 0 0,0-2-224 0,1 1-32 0,-3-1 0 0,1-1 0 32,0-2-1408-32,0 0-272 0,0 1-64 0,1-1-13584 0,0 1-2720 0</inkml:trace>
  <inkml:trace contextRef="#ctx0" brushRef="#br0" timeOffset="-205339.56">21531 11552 23039 0,'0'0'2048'0,"5"-8"-1648"0,-2-1-400 16,1-1 0-16,1 0 5440 0,-1 0 1024 15,-3-1 192-15,-1 2 32 0,-1 0-4160 0,-1 1-832 16,0 0-160-16,-2 2-48 0,-1 1-576 0,-2-1-112 15,1 2-32-15,-2 0 0 0,-3 2-384 0,0 1-96 16,-2 1-16-16,0 3 0 0,-2 1-64 0,1 3-16 16,0 1 0-16,-2 3 0 0,-1 3 0 0,0 4 0 15,0 1 0-15,1 5 0 0,1 3-48 0,-2 4-16 16,0 3 0-16,1 4 0 0,2 3 0 0,0-1 0 16,-1-1 0-16,2 0 0 0,1 4-128 0,2 0 160 0,0 4-160 0,0-2 160 15,1 0-160-15,2 2 0 0,-3 0 0 16,3 1 128-16,0-5-128 0,1-1 0 0,-1-4 0 0,1-2 0 15,0-2-176-15,0-4-16 0,-2-2 0 0,1-4 0 16,2 0 320-16,0-5 48 0,0 0 16 16,1-1 0-16,1-4-192 0,1-2 0 0,-1-2 0 0,2-2 0 15,-1-1 0-15,2-7 0 0,0 0 0 0,0 0 112 0,0 0-112 0,0 0 0 16,0 0 0-16,0 0 0 16,0 0 0-16,8 0 0 0,0-3 0 0,4-1 0 0,-3 0 0 0,3 0 0 15,1-2 0-15,-2-1 0 0,3 1 0 16,0-1 0-16,1 1 0 0,1-1 0 15,0 1 0-15,1-1 0 0,0-1 0 0,0 1 0 16,1-3-544-16,0 1-48 0,2 0-16 0,1 0 0 16,-1 0-1888-16,3 0-368 0,0-3-80 0</inkml:trace>
  <inkml:trace contextRef="#ctx0" brushRef="#br0" timeOffset="-204998.7">22015 11540 35007 0,'-12'-7'3120'15,"8"2"-2496"-15,0 0-496 0,-1 1-128 0,0 1 4416 0,1 2 880 16,4 1 160-16,0 0 48 0,0 0-3712 0,0 0-752 16,0 0-144-16,0 0-16 0,0 0-480 0,0 0-80 15,7 7-32-15,1-1 0 0,1 1-288 0,1 2 0 16,-1 0 0-16,0 0 0 0,0 3 0 0,-1 1 0 0,0 1 0 15,-1-4 0-15,0 4 0 0,-1 0 0 0,0 0 0 0,-4 2 0 16,1 0 0-16,-2-2 0 16,0 0 0-16,1-1 80 0,-2 2-80 0,-2-1 0 0,1-1 0 0,-1 0 0 15,-4-4 0-15,1 2 0 0,0-1 0 0,-2-1 0 16,-2 0 0-16,-1-2 0 0,-3-1 0 0,-2-2 0 16,0 3 0-16,-2-3 0 0,-1-2 0 0,-2 1 0 0,-1-2 0 15,0 0 0-15,-1-1 0 0,1 2 0 16,0-4-896-16,3 0-80 15,1-1-16-15,4 1 0 0,4-2-2720 0,3 0-560 0</inkml:trace>
  <inkml:trace contextRef="#ctx0" brushRef="#br0" timeOffset="-204706.2">22490 11479 39615 0,'0'0'3520'0,"0"0"-2816"0,0 0-560 0,0 0-144 0,0 0 3328 0,0 0 640 15,0 0 128-15,0 0 32 0,2 9-2480 0,-2 5-496 16,-3 6-112-16,-2-1-16 0,-3 6-640 0,-2 4-128 16,-3 3-16-16,-3 5-16 0,-2 0-160 0,-2 3-64 15,-1-1 0-15,-2 0 0 0,-2 0 0 0,2 1 0 16,0 1 0-16,1-1 0 0,0 1 0 0,1-1 0 16,2-2 0-16,2-2 0 0,0-1 0 0,1-1 0 15,2 0 0-15,1-4 0 0,1-4 0 0,2-2 0 0,2-3 0 0,1-2 0 16,2-3-224-16,1-3-32 0,0-3-16 0,3-1 0 31,1-1-1280-31,0-1-256 0,0-7-48 0,0 0-16 16,9 8-2752-16,1-6-560 0</inkml:trace>
  <inkml:trace contextRef="#ctx0" brushRef="#br0" timeOffset="-203839.59">22514 11973 3679 0,'6'-6'320'0,"1"1"-320"0,-2-1 0 0,0 2 0 16,-5 4 10144-16,0 0 1952 0,0 0 400 0,0 0 80 0,0 0-8448 15,0 0-1696-15,0 0-320 0,0 0-80 0,6 13-1168 0,-4 1-224 16,-2 0-64-16,-4 6 0 0,0 2-352 0,-2 2-80 16,-2-1-16-16,0 3 0 0,-1 0-128 0,0 2 0 15,0-2 144-15,0 0-48 0,1-1-96 0,1-2 0 16,1-1 0-16,1-2 0 16,1-2-576-16,2-2 0 0,2-3 0 0,2-2 0 15,2-3-1296-15,2-1-272 0,2-3-48 0,2-2-16 16,3-4-704-16,3-1-144 0,1-2-16 0,0-2-16 15,0-2 1440-15,1-4 304 0,-1 0 48 0,0-1 16 0,-1-4 1120 0,1 1 160 0,-3 0 176 16,0-2-48-16,1 1 1504 0,-2 1 288 16,-2 2 64-16,0 0 16 0,-3 1 0 0,-2 2 0 0,-1 3 0 15,-1 2 0-15,-4 2-384 0,0 5-80 0,-1-5 0 0,1 5-16 16,0 0-432-16,-6 1-96 16,-2 3-16-16,-1 1 0 0,-2 2-544 0,-1 2-112 15,-1 2-32-15,-1 2 0 0,0 2-144 0,-2 0-16 0,0 2-128 16,2-1 192-16,0 3-192 0,1-4 0 0,0 2 128 15,2 0-128-15,2-1 0 0,1 0 0 0,2-2 0 16,3-2 0-16,4-1-240 0,3 0 16 0,2-2 0 16,1-1 0-1,3 0-288-15,1-2-48 0,2-1-16 0,2-1 0 0,0-1 32 16,2-2 0-16,1-1 0 0,1-1 0 0,-4-2 128 0,4-1 32 0,-1-2 0 16,1-3 0-16,1 1 0 0,-2-1 0 0,0-2 0 0,1 0 0 0,-2-2 384 15,1-2 0-15,-1 1 0 0,0 1 0 16,-3-3 0-16,-1 4 0 0,-2 1 0 0,-4 0 128 15,0 2 208-15,-2 1 48 0,-1 2 16 0,-4 6 0 0,0 0 80 0,1-7 16 16,-1 7 0-16,0 0 0 0,-2-4-176 0,2 4-16 16,-8-1-16-16,0 1 0 0,-1 1-112 15,-1 3-32-15,-2 1 0 0,0 3 0 0,0 0-144 0,1 1 0 16,-2 2 144-16,1 0-144 0,0 4 0 0,2-2 128 16,1-3-128-16,1 3 0 0,1-4 0 0,2 3 0 15,0-4 0-15,2 0 0 0,3-8-192 0,0 0 32 16,2 6 16-16,0 1 0 0,-2-7-192 0,0 0-48 15,8 2 0-15,1 1 0 0,2-2 80 0,-1-1 16 16,0-1 0-16,1-2 0 0,-2 1 288 0,1-5 0 16,1 1 0-16,-1-2 0 0,1-1 0 0,-1-3 0 15,-1 2 0-15,0-1 0 0,0 1 0 0,-1-2 224 16,0 4-64-16,-3-1-16 0,2 3 112 0,-2 0 0 16,-1 4 16-16,-4 2 0 0,0 0 112 0,0 0 32 0,0 0 0 0,0 0 0 15,0 0-32-15,0 0-16 16,0 0 0-16,0 0 0 0,3 6-144 0,-1 3-32 15,0 6 0-15,-1-2 0 0,-1-3-192 0,-1 5 176 16,1 2-176-16,0 1 160 0,-2-3-160 0,1 4 0 0,0 0 144 16,-1 2-144-16,0 0 0 0,-1 0 128 0,-1 1-128 15,0 0 0-15,2-4 0 0,-2 1 0 0,-1 0 0 16,1 1 0-16,-3-1 0 0,-1 1 144 0,0-4-144 16,-1-1 0-16,-1 1 0 0,-1-2 0 0,1 0 0 0,-2 1-192 0,-2-3 192 15,0-3 0-15,-1-2 0 0,0 0 0 16,-1-3-176-16,0-4 16 0,1 0 0 0,-1-4 0 0,0-1-112 15,2-2-32-15,0 1 0 0,2-3 0 16,0-2-1152 0,4-1-224-16,3-1-48 0,5 0-16 0,4 0-2000 0,4-4-400 0</inkml:trace>
  <inkml:trace contextRef="#ctx0" brushRef="#br0" timeOffset="-203676.78">23041 12279 47807 0,'0'0'2112'0,"7"-5"448"0,4-4-2048 0,1 1-512 16,1 3 0-16,1-2 0 0,0 1 1536 0,1-1 192 15,-1 2 64-15,2 0 0 0,1-2-736 0,0 2-144 16,-1 0-16-16,3-1-16 0,-1 1-688 0,0 0-192 16,2 1 0-16,-1 0 0 15,1 0-992-15,-1 0-272 0,-2-1-48 0,-1 0-16 16,0 0-1984-16,-2 0-400 0,-1-2-64 0</inkml:trace>
  <inkml:trace contextRef="#ctx0" brushRef="#br0" timeOffset="-203462.79">23554 11910 19343 0,'0'0'1728'0,"0"0"-1392"0,0 0-336 0,0 0 0 16,0 0 6432-16,0 0 1216 0,9 0 240 0,-2 3 48 15,-7-3-4608-15,0 0-944 0,0 0-176 0,6 7-32 16,0 5-1152-16,-1 0-240 0,-1 2-32 0,-2 3-16 16,0 3-496-16,-2 2-112 0,-3 3 0 0,-1 1-128 15,-1 2 144-15,0 1-144 0,0 0 0 0,-2 0 144 16,0-1-96-16,0 0-48 0,-1-2 0 0,1-2 0 15,1-1 0-15,1-4 0 0,-1-3-160 0,2-1 160 16,2-3-1184-16,1-3-160 16,1-1-16-16,0-8-16 0,0 0-3184 0,6 4-640 0</inkml:trace>
  <inkml:trace contextRef="#ctx0" brushRef="#br0" timeOffset="-203202.16">23818 12149 17503 0,'0'0'768'0,"0"0"176"0,1-10-752 0,-1 3-192 16,0 0 0-16,0 7 0 0,-1-6 7616 0,1 6 1504 15,-2-4 288-15,2 4 64 0,0 0-6352 0,-5-5-1280 0,5 5-256 0,-9 0-48 16,0 1-896-16,-3 3-192 16,-1-3-16-16,-1 3-16 0,-2 2-256 0,0 1-160 15,1 1 192-15,0 2-48 0,1-1-144 0,0 2 0 16,-1 1 0-16,2-1 0 0,0-2 0 0,3 1 0 16,1 1 0-16,2-3 0 0,1 0 0 0,2 0 0 15,3 0 0-15,2-1 0 0,-1-7 0 0,4 11 0 0,0-3 0 0,2-1 0 16,3 1 0-16,3-4 0 0,1 0 0 15,1 1 0-15,3-3 0 0,2-2 0 0,-1-2 0 0,4 0 0 32,-4-1-496-32,2-1-80 0,3 0-32 0,1-2 0 0,1-2-1696 15,-1-1-320-15,1-4-80 0</inkml:trace>
  <inkml:trace contextRef="#ctx0" brushRef="#br0" timeOffset="-202665.1">23879 11299 23951 0,'0'0'1056'0,"-4"-3"224"0,-1-4-1024 0,1 2-256 0,4 5 0 0,0 0 0 0,4-6 7024 0,1 1 1344 15,0-1 272-15,4 1 48 0,4-1-6384 0,2-2-1280 16,0 1-256-16,5 2-64 0,1 0-464 0,2 0-112 15,2-2 0-15,2 1-128 0,-1 0 128 0,2 2-128 16,-2 1 0-16,-1 0 0 0,-2 0 0 0,1 2 0 16,-4 1 0-16,0 3 0 0,-3-1 128 0,-1 3-128 15,-3-2 0-15,-2 4 0 0,-1 0 0 0,-1 3 0 16,-2 0 128-16,0 3-128 0,-1 0 0 0,1 4 160 16,-2 3-160-16,-1 3 128 0,-1 0-128 0,-2 7 0 15,-2 4 144-15,-2 5-144 0,-1 3 0 0,0 5 0 0,0 4 0 0,0 1 128 16,1 0-96-16,0 0-32 0,0 3 0 15,-1 13 0-15,1 0 0 0,0-2 0 16,0 1 0-16,1-5 0 0,-1-2 0 0,1-5 0 0,-1-4 0 16,-1-4 0-16,-1-3 0 0,1-2 0 0,-1-4 0 15,1-3 0-15,1-3 0 0,2 0 0 0,-2-4 0 0,1-3 0 16,-2-3 0-16,1 1 0 0,2-5 0 0,1-3 0 16,0-2 0-16,0 0 0 0,1-2 0 0,-1-5 0 15,0-6 0-15,0 0 0 0,0 6 0 0,0-6 0 16,0 0 0-16,0 0 0 0,0 0 0 0,0 0 0 15,-4-3 0-15,-1 0 0 0,0-2 0 0,0 0 0 0,5 5 0 0,-8-7 0 16,-1 1 0-16,-3-1 0 0,-2 1 0 16,-5 1 0-16,1 1 0 0,-2 1 0 0,-2-1 0 0,0 3 0 15,-1-2 0-15,-1 3 0 0,1 0 0 0,1 0 0 16,1 0 0-16,1 0 0 16,1 0-1376-16,2 3-272 0,1-2-48 0</inkml:trace>
  <inkml:trace contextRef="#ctx0" brushRef="#br0" timeOffset="-198934.63">7283 14429 34031 0,'0'0'1504'0,"-2"-4"320"0,2-3-1456 0,0 1-368 0,0-2 0 0,2 0 0 15,0 0 2112-15,1 2 336 0,1-5 80 0,0 5 16 16,-2-1-352-16,2 2-64 0,-4 5-16 0,0 0 0 0,0 0-736 0,0 0-160 16,0 0-16-16,0 0-16 15,0 0-480-15,4 7-112 0,-3 2-16 0,-1 1 0 0,-1 2-224 0,-3 1-48 16,-1 1-16-16,-2 1 0 16,1-2-160-16,-3 4-128 0,0-2 192 0,1 0-192 0,0-2 144 15,1-2-144-15,2 0 0 0,0-2 144 0,1-2-144 0,0-1 0 16,4-6 0-16,0 0 0 0,0 0 0 0,0 0 0 15,0 0-192-15,0 0 192 0,0 0-320 0,2-8 64 16,0 0 16-16,3-5 0 0,2-1-80 0,2-2-32 16,0-3 0-16,2-1 0 0,2-1 128 0,0-3 32 15,1-1 0-15,0 0 0 0,-1-2 192 0,2 3 0 16,0 2-160-16,0 4 160 0,-4 2 0 0,0 4 0 16,-3 3 0-16,-3 4 0 0,-5 5 160 0,0 0 96 15,0 0 32-15,0 0 0 0,6 8 80 0,0 1 16 16,-3 4 0-16,1 3 0 0,0 2-144 0,0 3-32 15,1-3 0-15,2 3 0 0,-1 0-208 0,2 0 176 0,1-2-176 0,3 1 160 16,1-1-160-16,2-2 0 16,0-1 0-16,1-2 0 0,-1 2 0 0,2-3 0 15,0-1 0-15,-1-1 0 0,0 1 0 0,-2 0 0 16,-1-2 0-16,-1 1 0 0,-2-3 0 0,-1-1 0 16,-2 0 0-16,-2-1 0 0,-5-6 0 0,0 0 0 0,0 0 0 15,0 0 0-15,-4 7 0 0,-1-4 0 0,-3-1 0 0,-2 2 0 16,-3 0 0-16,-2-1 128 0,0 1-128 15,-4-1 112-15,-3-1-112 0,0 0 0 0,0 1 0 0,-3 0 0 16,-1-2 0-16,0 1-192 0,-1-2 192 0,2 2-208 31,1-2-672-31,2 1-128 0,3-2-16 0,3-1-16 0,3 0-1776 0,4-1-336 16,9 3-80-16,0 0-16 0</inkml:trace>
  <inkml:trace contextRef="#ctx0" brushRef="#br0" timeOffset="-198538.46">8146 14203 11055 0,'0'0'976'0,"-4"-4"-784"16,0 0-192-16,4 4 0 0,0 0 8064 0,-7-2 1552 15,1-2 320-15,-2 3 64 0,-2-1-6416 0,-2 2-1296 16,-1 0-256-16,0 3-48 0,0 1-928 0,-2 1-176 16,1-1-48-16,-2 2 0 0,-1 2-384 0,0 1-64 15,0 2-32-15,1-3 0 0,-1 3-176 0,1 1-48 16,0-1 0-16,2 0 0 0,1 2-128 0,3 0 0 15,0-2 0-15,4 2 112 0,1-3-112 0,2 1 0 16,3-3 0-16,1 1 0 0,3-2 0 0,3 3 0 16,1-5 0-16,1 3 0 0,1-1 0 0,2 0 0 15,2 0 0-15,2-1 0 0,2 1 0 0,2-1 0 16,1 2 0-16,-1-2 0 0,1 1 0 0,1-2 0 0,1 0 0 16,0 1 0-16,1-1 0 0,-1 0 0 0,-1 2 0 15,-1-1 0-15,-1-1 0 0,-2 0 0 0,-3 2 0 16,-2 0 0-16,-2 0 0 0,-3 2 0 0,-4-1 0 15,-2 3 0-15,-3-2 0 0,-4 0 0 0,-3 1 0 0,-3 3 0 16,-2-3 0-16,-1 0 0 0,-3 0 0 16,-1 1 0-16,-2-1 0 0,-1 1 0 0,1-2 0 0,-1 0 0 15,0-1 0-15,0 0 0 0,2-2 0 16,0-1 0-16,2-1-944 16,3-1-176-16,2-1-32 0,4-2-16 0,8 0-2800 15,0 0-576-15</inkml:trace>
  <inkml:trace contextRef="#ctx0" brushRef="#br0" timeOffset="-198371.3">8502 14357 50559 0,'0'0'2240'0,"0"0"464"0,6-2-2160 0,2-1-544 0,1 0 0 0,1-1 0 0,0 2 1376 0,-1 0 160 16,-1 1 48-16,-2 0 0 0,3-3-752 0,2 3-128 16,-2-1-48-16,1 0 0 0,1-1-528 0,-1-1-128 15,0 3 0-15,1 0 0 0,1 1-272 0,-1 0-96 16,1 1-16-16,-2 2 0 15,0-1-2480-15,-1 2-496 0,-1 1-96 0</inkml:trace>
  <inkml:trace contextRef="#ctx0" brushRef="#br0" timeOffset="-198197.52">8515 14545 12895 0,'0'0'576'0,"-7"-3"112"0,2 2-560 0,0-3-128 0,-1 1 0 0,6 3 0 0,0 0 9344 0,0 0 1856 0,0 0 352 0,0 0 80 16,10 0-8528-16,0 0-1696 15,3 0-352-15,3 0-64 0,2 0-720 0,3-2-144 0,2-1-128 16,3-1 192-16,3 0-192 0,1 0 160 0,1-1-160 0,1-1 160 31,-1-1-1024-31,1 1-208 0,0-2-32 0,0 3-23984 0</inkml:trace>
  <inkml:trace contextRef="#ctx0" brushRef="#br0" timeOffset="-197275.74">9747 14034 15663 0,'-17'-13'1392'0,"9"6"-1120"15,-3 2-272-15,0 1 0 0,-2 2 7040 0,-2 0 1344 16,2 1 256-16,0 0 64 0,-2 1-6112 0,-1 2-1232 0,-2 2-240 0,-1 5-48 16,0 4-112-16,-2 3 0 0,-1 5-16 0,0 4 0 15,0 3-624-15,1 5-128 0,1-2-32 0,-3 17 0 16,7-10-160-16,6-1 192 0,4-2-192 0,5-14 192 15,1 1-192-15,4-1 0 0,2-3 144 0,5-1-144 16,1-3 0-16,2-2 0 0,2-5 0 0,2-1 0 16,0-1 0-16,3-2-160 0,1-4 160 0,0-3-160 15,2-2 160-15,-1 0 0 0,1-7 0 0,-1 0-128 16,1-4 128-16,-1 0 0 0,-2 0 0 0,-1 1 0 0,-2-1 0 0,-3 4 0 16,0 0 0-16,-5 4 0 15,1 1 0-15,-4 4 144 0,-7 4-144 0,0 0 0 16,0 0 336-16,7 10-32 0,-3 3-16 0,-2 2 0 0,-2 5 64 0,-1 2 16 15,0 3 0-15,-2 2 0 0,-1 1-144 16,0 2-32-16,1 1 0 0,-1 3 0 0,0 1-64 0,1 1-128 16,0 1 176-16,2-1-176 0,0-2 128 0,0-1-128 15,-1 0 0-15,2-5 0 0,0 0 0 0,-1-4 0 16,0-1 0-16,-1-3 0 0,1-3 128 16,0-2-128-16,-1-4 0 0,2-1 0 0,-1-4 0 15,1-6 0-15,0 0 0 0,0 0 0 0,0 0 0 0,0 0 0 16,0 0 0-16,0 0-144 0,-4-6-128 0,2-2-32 0,-1-1 0 15,2-7 0 1,-1-1-592-16,1-4-128 0,1-4-32 0,1-2 0 16,2-4-320-16,0-2-64 0,1 0-16 0,-1-3 0 15,3 1 656-15,-1 0 128 0,0 2 32 0,0 0 0 0,2 5 512 0,-1 3 128 0,0-1 0 0,0 5 0 16,-1 3 704-16,1 3 160 0,-1 0 32 0,1 3 16 16,1 3 176-16,2-3 16 0,0 3 16 0,1 3 0 15,1-1-416-15,1 2-64 0,1 1-32 0,0 0 0 16,2 1-352-16,2 3-64 0,0-2 0 15,0 2-16-15,0 0-48 0,0 0 0 0,-3 2 0 0,1 2 0 16,-4 1-128-16,0 2 0 0,-2-2 0 16,-2 3 0-16,-2 1 0 0,-1 3 0 0,-4-3 0 15,-2 1 0-15,0 1 0 0,-3-1-176 0,-3 1 48 0,-1-2 0 16,-1-1-64-16,0 0 0 0,-2-2 0 0,1 1 0 16,-1-2-1040-1,0 0-224-15,0 0-32 0,2 0-16 0,0 2-2400 0,0-3-496 16</inkml:trace>
  <inkml:trace contextRef="#ctx0" brushRef="#br0" timeOffset="-196894.96">10490 13820 41007 0,'0'0'1808'0,"0"0"384"0,0 0-1744 0,0 0-448 0,0 0 0 0,0 0 0 15,0 0 2496-15,0 0 400 0,0 0 96 0,0 0 16 16,-4 12-1392-16,-1 1-272 0,-2 2-48 0,-1 6-16 15,0 3-768-15,-1 2-176 0,1 4-16 0,-1 2-16 0,-1 2-144 16,2 3-32-16,2-1 0 0,-1-1 0 0,2 2-128 0,1-2 0 16,0-4 0-16,1-2 0 15,0 0 0-15,0-4 0 0,2-1 0 0,-1-3-176 16,2-4-656-16,0-2-144 0,-1-4-32 0,1-2 0 16,1-2-1632-1,-1-7-336-15,0 0-64 0,0 0-17968 0</inkml:trace>
  <inkml:trace contextRef="#ctx0" brushRef="#br0" timeOffset="-196553.59">10599 14038 22111 0,'0'0'976'0,"0"0"208"0,0 0-944 0,0 0-240 0,0 0 0 0,7-2 0 0,-7 2 6336 0,8 2 1232 16,-8-2 240-16,5 6 64 0,0 6-4928 0,-2 2-992 16,-2 1-192-16,-1 4-32 0,-1 3-992 0,-1 3-192 15,1 0-32-15,0 0-16 0,-1-1-272 0,1 1-48 16,1-1-16-16,0-2 0 0,0-3-112 0,1 0-48 15,1-4 0-15,0-2 0 0,0-2 0 0,0-2 0 0,-2-9 0 0,0 0 0 16,0 0 0-16,0 0 0 0,0 0 0 0,0 0 0 16,0 0 0-16,8-5 0 15,-1-1 0-15,-1-1 0 0,1-4 0 0,0-1 0 0,1-3 0 0,-1-2 0 16,2-3 0-16,0-1-192 0,1-1 192 0,2-1-208 16,0 1 208-16,1 2-176 0,-1 1 176 0,-1 0-160 15,1 6 160-15,-1 3 0 0,-4 3-144 0,0 2 144 0,-7 5 0 0,0 0 0 16,0 0 0-16,0 0 0 15,3 9 0-15,-2 4 0 0,-1 7 128 0,-1-1-128 16,-2 5 192-16,2-1-32 0,-1 2-16 0,4 0 0 0,-1-2-144 16,2 1 0-16,0-2 0 0,3-1 0 15,0-2-816-15,2-2-192 0,1 0-32 16,5-6-10240-16,1-3-2048 0,-1-2-416 16</inkml:trace>
  <inkml:trace contextRef="#ctx0" brushRef="#br0" timeOffset="-196249.74">11555 13832 25791 0,'10'-13'2304'0,"-6"7"-1856"15,0 0-448-15,0-2 0 0,1 2 4592 0,-1-2 816 16,-1 1 160-16,-3 7 48 0,2-5-2736 0,-2 5-528 16,0 0-112-16,0 0-32 0,0 0-976 0,0 0-192 0,0 0-32 0,0 0-16 15,0 0-576-15,-7 8-112 16,-4 4-32-16,-1 3 0 0,-2 5-112 0,-3 3-32 15,-1 5 0-15,-4 0 0 0,-3 4-80 0,0 2-48 16,-1 3 0-16,0 6 0 0,0 4 0 0,1 3 0 16,3-3 0-16,2 2 0 0,5 1 0 0,-1-1 0 15,0-6 0-15,3 0 0 0,4-5 0 0,1-3 0 0,3-2 0 0,1 1 0 16,2-4 0-16,2-1 0 16,2-2 0-16,2-5 0 0,1-1 0 0,3-1 0 0,3-6 0 15,0-2 0-15,4-3-320 0,2-3-48 16,5-3-16-16,0-3 0 0,2 0-1488 15,0-5-304-15,1-4-64 0,1-4-16 0,2-2-1968 0,0-4-400 0</inkml:trace>
  <inkml:trace contextRef="#ctx0" brushRef="#br0" timeOffset="-195983.81">11930 13825 13823 0,'0'-6'1216'0,"0"-2"-960"15,0 1-256-15,0 1 0 0,0-2 7408 0,0 4 1424 16,0 4 304-16,0 0 48 0,0 0-5472 0,0 0-1104 15,0 0-224-15,-5 9-32 0,-1-1-1296 0,0 6-256 16,1 3-48-16,-1 3-16 0,-2 3-416 0,0 5-96 16,-1-1-16-16,1 3 0 0,0 1-208 0,0 3 144 15,-1-4-144-15,3 3 128 0,-1 1-80 0,2 0-48 16,-1-3 0-16,2-1 0 0,1-3 0 0,0-1 0 16,-1-6 0-16,2-2 0 0,-2-2 0 0,1-3 0 15,1-4 0-15,-1-2-160 16,3-7-576-16,0 0-112 0,0 0-32 0,0 0 0 15,0 0-1696-15,-4-6-352 0,2-2-64 0</inkml:trace>
  <inkml:trace contextRef="#ctx0" brushRef="#br0" timeOffset="-195782.77">11731 13811 35007 0,'0'0'1552'0,"0"0"320"0,0 0-1488 0,5-5-384 0,2 2 0 16,0-1 0-16,1 2 4000 0,0 0 736 0,1-2 128 15,3 2 48-15,1 2-2864 0,1-3-576 0,2 0-128 0,2 2 0 16,0-1-880-16,3 0-160 0,1 1-48 0,3 0 0 16,0-1-256-16,1 1 0 0,-1 0 0 0,-2-1 0 15,1 2-384-15,-3 3-64 0,-2 1-32 0,-2 1 0 16,-1 2-1680-16,-3-1-336 0,-3 2-64 0,-2 2-20032 16</inkml:trace>
  <inkml:trace contextRef="#ctx0" brushRef="#br0" timeOffset="-195503.74">12003 14081 17503 0,'0'0'768'0,"0"0"176"0,0 0-752 0,0 0-192 0,0 0 0 0,0 0 0 0,0 0 6880 0,0 0 1344 15,9 0 272-15,2 0 48 0,1 0-5488 0,1 0-1104 16,1 0-224-16,2 1-32 0,-1 0-928 0,1-1-192 16,-2 2-48-16,-1 0 0 0,-1 1-128 0,-2-1-16 15,0 1-16-15,-10-3 0 0,5 5-160 0,-5-5-16 16,1 8-16-16,-3 1 0 0,-5 3 0 0,-2 2 0 15,-3-1 0-15,-1-1 0 0,-4 1-176 0,1 1 0 16,1 2 0-16,1-2 128 0,-1 1-80 0,3-2-48 16,6-5 0-16,-1 1 0 0,1-1 0 0,2-2 0 0,4-6 0 0,0 0 0 15,0 0 0-15,0 0 0 0,4 7 0 0,2-1 0 16,2-1 0-16,1-3 0 16,0-1 0-16,3-1 0 15,3-1-480-15,-1-1 16 0,2 0 0 0,2-2 0 16,0-1-752-16,3-2-160 0,1-1-32 0,4-1 0 15,4 1-2976-15,1-5-608 0</inkml:trace>
  <inkml:trace contextRef="#ctx0" brushRef="#br0" timeOffset="-195249.83">12830 13920 13823 0,'0'0'1216'0,"0"0"-960"0,0 0-256 0,0 0 0 0,0 0 7760 0,0 0 1520 15,4 8 288-15,-3-1 64 0,-1-1-5968 0,-1 3-1184 16,-8 12 1936-16,2-6-3392 0,-2 3-256 15,-4 5-32-15,0 1-16 0,-4 3-576 0,-3 3-96 16,0 5-48-16,-4-1 0 0,-2 1 0 0,1 3 0 16,1 3 0-16,-3-2 0 0,1-1 0 0,-1-2 0 15,1-1 0-15,0-3 0 0,1-4 0 0,3 0 0 16,1-2 0-16,3-2 0 0,0-1 0 0,2-3 0 16,2 0 0-16,-1-2 0 0,2 1 0 0,3-3 0 15,1-2 0-15,2-4 0 16,2 0-576-16,1 0-128 0,3-3 0 0,1-7-16 15,0 0-2336-15,7 4-464 0,5-2-80 0</inkml:trace>
  <inkml:trace contextRef="#ctx0" brushRef="#br0" timeOffset="-195006.29">12879 14366 24879 0,'0'0'2208'0,"0"0"-1760"0,0 0-448 0,0 0 0 15,0 0 6080-15,4 9 1120 0,-2 0 224 0,-2 1 64 16,-2 0-4816-16,1 2-960 0,-2 0-192 15,0 3-48-15,-4 3-832 0,0-2-192 0,2 0-16 0,-1 2-16 16,1 3-288-16,-2-2-128 0,-1 1 128 0,0-2-128 16,2 0 0-16,-1-1 128 0,2 3-128 0,-1-3 112 0,-1-1-112 0,2 0 0 15,0-5 0-15,1-1 0 0,0-1-240 0,1-1 64 16,1-1 16-16,2-7 0 16,0 0-864-16,0 0-160 0,0 0-32 0,0 0-16 15,0 0-1072-15,0 0-224 0,-4-7-32 0,-2-4-18816 0</inkml:trace>
  <inkml:trace contextRef="#ctx0" brushRef="#br0" timeOffset="-194805.14">12720 14394 19343 0,'0'0'848'0,"3"-6"192"0,1 0-832 0,0-1-208 16,1 3 0-16,2 1 0 0,0-1 6992 0,1 0 1360 16,1-1 272-16,2 2 48 0,0-2-5648 0,3 1-1120 15,0 1-240-15,1 2-32 0,2-3-992 0,2 1-192 16,0-2-32-16,2 3-16 0,0-1-208 0,1 0-32 15,0 1-16-15,0-2 0 0,-1 2-144 0,-1 1 0 16,-2 1 0-16,-1 3 128 0,0 1-128 0,-3-2 0 16,-2 4 0-16,-1-1-176 15,-2 1-624-15,-2 3-128 0,-1-2-32 0,-2 3 0 16,-3 3-1632-16,-2 0-336 0,-3 4-64 0</inkml:trace>
  <inkml:trace contextRef="#ctx0" brushRef="#br0" timeOffset="-194603.53">13106 14601 25791 0,'0'0'2304'0,"0"0"-1856"0,0 0-448 0,0 0 0 16,3 8 4544-16,-2-2 800 0,-1 2 160 0,0 0 48 15,1 0-2512-15,-1 3-496 0,-1 2-112 0,0 1 0 0,1 0-1216 0,0 3-224 16,-1 1-48-16,1 0-16 16,-2 1-592-16,0-2-112 0,-1-2-32 0,0 1 0 0,1-2-192 0,-1 0 128 15,1 1-128-15,0-2 0 0,1-3 0 0,0-1 0 16,-1 1 0-16,2-10-160 15,0 0-1088-15,0 0-224 0,0 0-32 0,0 0-16 16,0 0-2288-16,0 0-464 0,6-7-80 0</inkml:trace>
  <inkml:trace contextRef="#ctx0" brushRef="#br0" timeOffset="-194264.78">13431 13767 49119 0,'0'0'2176'0,"0"0"448"15,0 0-2096-15,5 2-528 0,2 2 0 0,2 1 0 0,0 3 1296 0,1 1 160 16,2-1 16-16,1 2 16 0,1 4-400 0,6 4-64 16,1 3-32-16,1-1 0 0,0 5-592 0,0 1-112 15,0 2-32-15,-1 4 0 0,0 5-176 0,0 1-80 0,-3 5 0 16,-1 2 0-16,-2 5 0 0,-4 2 0 15,-2-1 0-15,-2-2 0 0,-4-2 0 0,-3 0 0 0,-3-2 0 0,-2-2 0 16,-2-2 0-16,-1 1 0 0,-1-6 0 0,0 1 0 0,-1-6 0 16,-2-2 0-16,-1-3 0 0,1-5 0 15,2-3 0-15,-2-1 0 0,-1-4 0 0,0-2 0 0,0-4 0 16,1-1 0-16,1-2 0 0,-1-2 0 16,0-1-528-16,0-2-112 0,1-1 0 15,0-1-24928-15</inkml:trace>
  <inkml:trace contextRef="#ctx0" brushRef="#br0" timeOffset="-193664.13">14041 14325 47743 0,'0'0'2112'0,"0"0"448"0,0 0-2048 0,0 0-512 0,0 0 0 0,0 0 0 0,0 0 2000 0,0 0 304 16,3-6 64-16,-3 6 16 0,6-4-1312 0,3 2-272 16,3-1-48-16,2 2-16 0,3-3-592 0,3 1-96 15,2 1-48-15,1-1 0 0,2 2 0 0,1 1 0 16,2-4 0-16,2 3 0 0,0-1 0 0,0 1 0 15,0-2 0-15,-2 0 0 0,1 0 0 0,-2 0 0 16,-2 2 0-16,-1 0 0 0,-1-1-176 0,-3 2-16 16,-2 0-16-16,-2 0 0 0,-3 0 336 0,-2 0 64 15,-2 0 0-15,-1 0 16 0,-8 0-400 0,0 0-64 16,0 0-32-16,0 0 0 16,0 0-848-16,0 0-160 0,0 0-48 0,0 0-15008 0,0 0-3008 15</inkml:trace>
  <inkml:trace contextRef="#ctx0" brushRef="#br0" timeOffset="-192859.65">15092 14095 21183 0,'-8'-17'944'0,"5"9"192"0,1 2-912 0,-1-1-224 16,1 2 0-16,0 1 0 0,2 4 5760 0,0 0 1088 15,0 0 240-15,0 0 32 0,0 0-4176 0,-2 11-848 0,0 2-176 0,1 4-16 16,-2 2-1008-16,2 6-192 0,-1 4-32 0,0 6-16 15,1 4-448-15,-2-3-80 0,3 2-128 0,0-1 176 16,-1-2 32-16,1-4 16 0,0-1 0 0,0-2 0 16,0-4-224-16,0 0 0 0,-1-2 0 0,-1-5 0 15,1-3-320-15,0-2-48 0,-2-4-16 0,3-8 0 16,0 0-768 0,0 0-176-16,0 0-16 0,0 0-16 0,0 0-512 15,-4-5-112-15,0-2 0 0,2-2-16 0,0-5 608 16,4-2 128-16,0-6 32 0,4-3 0 0,0-4 192 0,5-2 32 15,2-2 16-15,2 1 0 0,2-2 848 0,1 1 144 0,3 3 0 0,0-1 128 0,0 2 576 16,1 3 112-16,2 3 16 0,0 3 16 0,1-2 496 16,-1 4 80-16,-2 1 32 0,-1 4 0 0,-4 4 64 0,-2 1 16 15,0 1 0-15,-4 4 0 0,-2 0-320 16,-1 3-64-16,-8 0-16 0,0 0 0 0,0 0-464 0,0 0-96 16,2 9 0-16,-5 3-16 0,-4-2-112 0,-2 5-32 15,-4 3 0-15,-4-1 0 0,-2 2-128 0,-3 2-32 16,-1 1 0-16,0 0 0 0,-2 2-112 0,0 1-16 15,1 0-128-15,2-2 192 0,1-1-192 0,2-1 128 16,2 1-128-16,4-4 0 0,3-2 0 16,2 0 128-16,2-2-128 0,2-1 0 0,2-1 0 0,4 0 0 15,2-1 128-15,1 1-64 0,1-2-64 0,4 1 0 16,0-2 0-16,3 1 0 0,3-2 0 0,1 1 0 16,2 1 0-16,2-4 0 0,1 1 0 0,3-2 0 15,1 0 0-15,1-2 0 0,2-1 0 0,0-1 0 16,-2-1 0-16,3 0 0 15,1 0-1072-15,1-1-208 0,-1 0-32 0,2 0-15360 16,0-1-3072-16</inkml:trace>
  <inkml:trace contextRef="#ctx0" brushRef="#br0" timeOffset="-192625.01">15904 13936 23039 0,'0'0'1024'0,"0"0"192"0,-5 5-960 0,0 2-256 0,1 1 0 0,-2 2 0 0,1-2 6800 0,-1 5 1328 16,-1 4 256-16,2 4 48 0,0 2-5936 0,-2 6-1200 15,-1 3-224-15,1 4-48 0,0 1-576 0,2 4-96 16,0-3-32-16,1 1 0 16,1 0-320-16,2-3 0 0,1 1 0 0,1-7 0 0,0-3 0 0,1-1 0 15,0-1 0-15,0-1-128 16,-1-6-656-16,2-3-128 0,-1-3-32 0,0-3 0 15,-1 0-1808-15,0-2-384 0,-1-7-64 0</inkml:trace>
  <inkml:trace contextRef="#ctx0" brushRef="#br0" timeOffset="-192209.27">16117 14129 33167 0,'0'0'2944'0,"0"0"-2352"0,0 0-464 16,0 0-128-16,0 0 4096 0,0 0 784 15,-3 10 176-15,0 3 16 0,1 4-2960 0,-1 4-576 0,1 5-128 0,-2 2-32 16,0 2-672-16,0 2-144 0,1 1-32 0,-1-1 0 16,2 0-272-16,-1-4-64 0,0-1-16 0,2-3 0 15,1 0-128-15,1-2-48 0,1-1 0 0,0-4 0 16,1-3 0-16,0-2 0 0,-2-3 0 0,1-1 0 16,-2-8 0-16,0 0 0 0,0 0 0 0,0 0 0 15,0 0 0-15,0 0 0 0,4-7 0 0,2-2 0 16,-2 0 0-16,1-4 0 0,1-4 0 0,2 0 0 0,-1-3 0 0,2-2 0 15,2-2 0-15,2-3 0 16,2 1 0-16,0-4 0 0,1 2 0 0,0 2 0 16,-2 3-256-16,2 4 0 0,-2 2 0 0,-1 3 0 15,-2 3 256-15,-2 5 0 0,-1 2-128 0,-8 4 128 0,7 0 0 0,-7 0 0 16,7 5 0-16,-2 4 144 0,-2 3-144 0,-2 2 192 16,0 3-192-16,-1 3 192 0,-1 2-64 0,0-1 0 15,-1 2 0-15,1 1 0 0,-2-2-128 16,2-1 0-16,1-3-192 0,0-1 192 15,0 0-528-15,1-2 16 0,2 0 0 0,1-3 0 16,0-3-1072-16,0-3-208 0,1 1-32 0,2-2-16 16,2-4-2768-16,0 1-544 0</inkml:trace>
  <inkml:trace contextRef="#ctx0" brushRef="#br0" timeOffset="-191898.65">17084 13806 47055 0,'6'-16'2080'0,"-2"8"432"16,3-2-2000-16,1-1-512 0,0 0 0 0,-1 0 0 0,0 1 1728 0,-2 1 240 0,-1 1 48 0,0 0 16 15,-4 8-816-15,0 0-176 0,0 0-16 0,0 0-16 16,0 0-592-16,0 0-112 0,-9 6-32 0,-3 6 0 16,-5 8-192-16,-4 6-80 0,-6 8 0 0,-3 2 0 15,-4 3 0-15,0 4 0 0,0 4 0 0,0 3 0 16,2 1 0-16,2 1 0 0,2 0 0 0,4 1 0 15,1-2 0-15,5-1 0 0,4-1 0 16,2-6 0-16,3-6 0 0,1 1 0 0,3-4 0 16,1-3 0-16,3 0 0 0,-1-3 0 0,2-4 0 0,2-2 0 0,0-5 0 0,2-1 0 15,1-3 0-15,2 0 0 0,1-4-176 0,1-2-16 16,1-2-16-16,2-4 0 16,1-2-1360-16,1-4-272 15,2-2-48-15,0-2-14224 0,2-3-2832 0</inkml:trace>
  <inkml:trace contextRef="#ctx0" brushRef="#br0" timeOffset="-191644.46">17375 13716 44687 0,'0'0'1984'0,"0"0"400"0,0 0-1904 0,0 0-480 15,0 0 0-15,0 0 0 0,0 0 2096 0,0 0 320 16,-2 10 64-16,0 4 16 0,-2 2-1296 0,-1 5-256 15,-2 4-48-15,1 5-16 0,-4 0-480 0,0 1-80 16,0 2-32-16,-1-2 0 0,1 3-144 0,1-4-16 16,-1 0-128-16,3 0 192 0,0-2-192 0,2 0 0 15,0-5 0-15,-1-1 0 0,3-3 0 0,0-4 0 0,0-2 0 0,1-2-160 32,-1-3-480-32,3-8-112 0,0 0-16 0,0 0 0 15,0 0-928-15,0 0-192 0,0 0-32 0,1-10-13312 0,2-1-2640 0</inkml:trace>
  <inkml:trace contextRef="#ctx0" brushRef="#br0" timeOffset="-191371.34">17338 13759 8287 0,'-5'-17'368'0,"5"12"80"0,1-2-448 0,1 1 0 0,0-2 0 0,2 1 0 0,0-1 9024 0,2 3 1712 16,2 0 336-16,0 0 80 0,1-1-7504 0,2 1-1520 16,2 3-288-16,2-2-64 0,2 1-960 0,0 2-192 15,2 0-48-15,0-1 0 0,1 4-288 0,0-1-64 16,1 1-16-16,-1 1 0 0,-1 1-208 0,0 1 144 15,-2 2-144-15,-2-2 128 0,0 0-128 0,-2 2 0 16,-4-1 0-16,0 1 0 0,-1 2 0 0,-3 0 0 16,-4-1 128-16,-1 2-128 0,-1-1 0 0,-3 3 0 15,-2-2 0-15,-4 2 128 0,-1-1-128 0,-2 0 0 16,-3 0 144-16,-1-1-144 0,-1 1 0 0,0-1 0 16,-1 1 0-16,1 0 0 0,-2 0 0 0,1-1-256 15,1-1 64-15,-1 0 0 16,1-1-1040-16,3-1-224 0,0-1-32 0,2-2-16 15,0 1-2688-15,3 3-544 0</inkml:trace>
  <inkml:trace contextRef="#ctx0" brushRef="#br0" timeOffset="-191090.63">17431 14023 23951 0,'0'0'2128'0,"0"0"-1696"16,0 0-432-16,6 2 0 0,2 0 5536 0,0-2 1024 0,1 0 208 0,0 0 32 15,2 0-3840-15,-1 0-768 0,0 0-144 0,2 0-48 16,1 0-1104-16,0 2-208 0,0 0-48 0,-1 2-16 15,-2-1-352-15,0 1-64 16,-1 0-16-16,-3 1 0 0,-6-5-192 0,4 6 176 0,-4-6-176 0,0 9 160 0,-1 2-160 0,-2-3 0 16,-5 1 0-16,-1 0 112 0,-2 1-112 0,0-1 0 15,-2 3 0-15,0 0 0 0,0-2 0 0,0-2 0 16,1 1 0-16,3 0 0 0,1-1 0 0,3 0 0 16,1-1 0-16,4-7 0 0,0 0 0 0,-2 7 0 15,2-7 0-15,0 0 0 0,0 0 0 0,6 7 0 16,2-2 0-16,2 0 0 0,1-3 0 0,2-1 0 15,1-1 0-15,2-1 0 0,1-1-320 0,1-2-64 16,1-2-16-16,2-1 0 16,3 2-1184-16,1-3-224 0,1-1-48 0,2-1-21856 15</inkml:trace>
  <inkml:trace contextRef="#ctx0" brushRef="#br0" timeOffset="-190833.48">18141 13825 20271 0,'0'0'896'0,"0"0"192"0,0 0-880 0,0 0-208 16,0 0 0-16,0 9 0 0,-2 2 7440 0,-4 0 1456 0,-3 4 272 0,-2 2 64 16,-2 4-6240-16,-2 0-1264 0,-2 1-240 0,0 4-48 15,-1 2-1104-15,-2 4-208 0,0 2-128 0,-3 2 128 16,0 2-128-16,1 2 0 0,0-2 0 0,-1 1 96 16,3 0-96-16,0-2 0 0,2-1 0 0,1-3 0 15,1-4 0-15,2-2 0 0,1-5 0 0,1-2 0 16,0-2 0-16,2-1 0 0,1-1 0 0,0-2 0 15,1-4 0-15,0-1 0 0,0 1 0 0,3-5 0 16,5-5-896-16,0 0-160 0,0 0-32 16,0 0-16-16,7 5-3008 0,3-4-608 15</inkml:trace>
  <inkml:trace contextRef="#ctx0" brushRef="#br0" timeOffset="-190572.03">18273 14156 47631 0,'0'0'2112'0,"0"0"432"0,0 0-2032 0,0 0-512 0,-5 4 0 0,5-4 0 0,0 0 1968 0,-3 7 288 16,0 1 64-16,0 3 16 0,-3 5-1216 0,1 2-240 16,-1 2-48-16,-2 2-16 0,0 3-656 0,0 1-112 15,0 1-48-15,1 1 0 0,-3-1 0 0,3-1 0 16,-1 1 0-16,1-3 0 0,1-2 0 0,-1 1 0 16,2-2 0-16,0-1 0 0,0-1 0 0,1-3 0 15,0-2 0-15,1-3 0 0,0-1 0 0,1-1 0 16,-1-2 0-16,3-7 0 15,0 0-784-15,0 0-160 0,0 0-16 0,0 0-16 16,0 0-1120-16,0 0-208 0,0 0-64 0,0-8-12640 16,2-4-2528-16</inkml:trace>
  <inkml:trace contextRef="#ctx0" brushRef="#br0" timeOffset="-190333.24">18195 14169 27647 0,'0'0'2448'0,"4"-5"-1952"0,-2 0-496 0,1 0 0 15,1 1 4736-15,0-3 832 0,1 2 192 0,1-1 16 16,2 2-2896-16,1 0-592 0,0 0-112 0,2 1-32 15,1 2-1200-15,1 1-240 0,1 0-64 0,3 1 0 16,1 2-400-16,-2-3-96 0,1 1-16 0,1 2 0 0,3 2-80 0,1 0-48 16,2-1 0-16,-1 1 0 0,-1 2 0 0,4 1 0 15,-6-1 0-15,-3 1 0 0,-4 1 0 16,-2 2 0-16,-1 1 0 0,-4 1 0 0,-3 0 0 16,-3-2 0-16,-4 2 0 0,-3 2 0 0,-3 0 0 0,-2 2 0 15,-1-2 0-15,-3 0 0 0,-7 5 0 0,3-6 0 16,-2 2 0-16,0-3 0 0,1 0 0 0,0 0 0 15,2 0 0-15,-1-1 0 16,2 0-864-16,-4-1-160 0,0 0-48 0,7-4 0 16,5 0-1536-16,0 1-304 0,-2 1-64 15,3 0-18528-15</inkml:trace>
  <inkml:trace contextRef="#ctx0" brushRef="#br0" timeOffset="-190128.51">18459 14551 23039 0,'0'0'2048'0,"0"0"-1648"15,0 0-400-15,-1 6 0 0,1-6 6576 0,-1 6 1232 16,-2 2 240-16,1-2 48 0,-1 1-5312 0,0-1-1056 16,-1 4-224-16,0-1-32 0,1 2-912 0,-1-1-176 15,0 0-48-15,-1 0 0 0,1 3-336 0,0 1 128 0,0-1-128 16,1-2 0-16,1-3 0 0,0 0 0 0,0-2 0 0,2-6 0 31,-2 7-560-31,2-7-128 0,0 0-16 0,0 0-16 16,0 0-1392-16,0 0-256 0,0 0-64 0,0 0-20096 0</inkml:trace>
  <inkml:trace contextRef="#ctx0" brushRef="#br0" timeOffset="-189738.94">18882 13473 34095 0,'0'0'3024'0,"-2"-2"-2416"16,1-2-480-16,1 4-128 0,0 0 4560 0,0 0 896 16,9 1 176-16,2 3 48 0,0 2-3888 0,5 4-768 15,2 1-144-15,4 5-48 0,3 2-336 0,0 6-80 16,1 3-16-16,0 6 0 0,-1 3-288 0,0 5-112 16,-6-6 0-16,1 3 0 0,-1 3 0 0,0 4 0 15,-2 2 0-15,-3 3 0 0,-2 5 0 0,-3 4 0 16,-1 3 0-16,-2 18 0 0,-3-4 0 0,-3-5 0 15,-3-4 0-15,-2-5 0 0,-4-3 0 0,-3-3 0 16,-2-3 0-16,-3-3 0 0,-1-4 0 0,-1-5 0 0,0-3 0 16,-2-3 0-16,-1 1 0 0,0-9 0 0,-2-2 0 15,1-3 0-15,-1-5 0 0,2-3 0 0,0 0 0 16,1-3 0-16,1-3 0 0,3 0 0 0,2-2 0 0,2-2 0 16,1 0 0-16,3-1 0 0,1-2 0 0,2 0 0 15,-1-1 0-15,7 0 0 0,-6 0 0 0,6 0 0 16,0 0 0-16,0 0-192 0,0 0 192 0,0 0-208 15,-6-4-2368 1,6 4-480-16</inkml:trace>
  <inkml:trace contextRef="#ctx0" brushRef="#br0" timeOffset="-183868.94">772 14259 27647 0,'0'-28'2448'0,"4"4"-1952"0,4 6-496 0,8 1 0 0,9 5 2944 0,9 3 512 0,10 1 80 0,10 3 32 16,6 4-2624-16,10 2-528 0,9 0-96 0,10 3-32 16,12-1-288-16,8 1 160 15,9 0-160-15,4 0 128 0,5 1-128 16,8-1 0-16,9-2 0 0,4 2 128 0,4 3-128 15,3-1 0-15,2-3 144 0,4 1-144 0,0 0 0 0,-3 0 0 16,-5-2 0-16,-9 1 0 0,-5-1 0 0,-14 1 0 0,-10-3-176 16,-15 3 176-16,-13-1 0 0,-15 0 0 0,-16 0-128 15,-14 2 128-15,-15 1 0 0,-11 2 0 0,-16-7 0 0,-7 5 0 16,-14 2-240-16,-19-2 0 0,-17 1 0 0,-18 1 0 16,-13 1 240-16,-14-2 0 0,-11 1 0 0,-14-1-144 15,-12-1-96-15,-13 2-16 0,-8-1 0 0,-12 2 0 0,-8-1 64 16,-9 1 0-16,-9-1 0 0,2 4 0 0,5-3 192 15,0 1 0-15,2 1 0 0,9 3 0 0,11 3 320 16,19-2 128-16,17-2 0 0,72-5 16 0,-2 0 128 0,6 1 32 16,8 0 0-1,13 0 0-15,11-2-64 0,15 0-16 0,15-1 0 0,18 0 0 0,18 2 48 0,19-4 16 16,17-5 0-16,17-1 0 0,15 2-160 16,131-6-16-16,-16-3-16 0,-9-3 0 0,-3-4-208 15,-3 1-32-15,-1 2-16 0,-6 1 0 0,-7 0-16 16,-2 1 0-16,-2 2 0 0,-9 1 0 0,-7 0-144 0,-16 2 0 15,-14 4 144-15,-19 3-144 0,-19 0 0 0,-20 0 0 16,-18 4 0-16,-22-1 0 0,-19 0 0 0,-28-3 0 0,-8 3 0 16,-27 1 0-16,-27-1 128 0,-26 1-128 15,-27 0 160-15,-24 2-160 0,-23 1 128 0,-19 1-128 16,-16-1 0-16,-12 4 144 0,-6-2-144 0,-13-1 0 0,-9-3 0 16,5-2 128-16,5-2-128 0,10-2 128 15,9-2-128-15,15 0 128 0,13-3 144 0,95 6 32 0,-5-4 0 0,3 5 0 16,7-2 64-16,11 0 16 15,11-1 0-15,12 2 0 0,12 0-144 0,8 0-32 0,40 2 0 16,16-2 0-16,24-2-32 0,23-2-16 16,20 2 0-16,23-1 0 0,20 1-160 0,18-1 160 15,15-1-160-15,200-2 160 0,-56 0-160 0,-32 4 0 0,-20-5 0 0,-10 3 0 16,-4 2 0-16,-18-2 0 0,-14-1 0 0,-15 1 0 16,-15 1 0-16,-24 3 0 0,-21 3 0 0,-27-1 0 15,-25 1 0-15,-26 0 0 0,-26-1 0 0,-20-1 0 16,-20-1 0-16,-25-2 0 0,-29-3 0 0,-33 2 0 15,-33 2 0-15,-29 1 0 0,-27-2 176 0,-23 4-176 0,-24 0 128 16,-17 5-128-16,-14-1 0 0,-12 2 0 0,-12 0 128 16,1 2-128-16,3 1 0 0,7-1 0 0,6 1 0 0,13-1 0 15,13-1 0-15,125-3 0 16,-8 0 0-16,1 1 0 0,1-1 0 0,0 1 0 16,0-2 0-16,18-1 0 0,22-2 0 0,27 1 0 0,23 0 0 0,32 0 0 15,32-1 0-15,22-2 0 0,18-4 0 0,28 0 0 16,24-7 0-16,24 1 0 0,18 1 128 0,20-3-128 15,15-1 0-15,14 1 0 0,11 2 0 0,254-11 0 16,-108 5 0-16,-56 3 0 0,-33 3 0 0,-25 2 128 16,-20 0-128-16,-20 3 0 0,-18 0 0 15,-25 2 0-15,-23 2 128 0,-27 0-128 0,-24-1 0 0,-25 2 128 16,-25 0-128-16,-22 0 0 0,-18-1 128 0,-17 1-128 0,-32-6 0 0,-26-2 0 16,-27-1 176-16,-32 2-176 15,-33 3 192-15,-26 2-192 0,-22-4 0 0,-20 4 0 0,-17-1 0 16,-6 2 0-16,-5 0 0 0,-2-1 0 0,-1 1 0 15,5 1 0-15,7-1 0 0,14 1 0 16,12 1 0-16,19-1 0 0,17 0 128 0,27 3-128 0,24-1 0 0,27-2 0 16,23-5 128-16,22 2-128 0,21 1 0 15,21 2 0-15,10 0 160 0,41 0-160 0,24-3 128 16,30-3-128-16,29-5 128 0,29-3-128 16,25-8 128-16,23 1-128 0,15-3 0 0,7 5 128 0,6-1-128 15,-4 3 0-15,-2-1 208 0,-5 2-32 0,-7 1-16 0,-12-2 0 16,-11 1-160-16,-17 6 0 0,-19-2 0 0,-20 4 128 0,-21 0-128 15,-26 2 160-15,-25 1-160 0,-23-1 160 0,-17 1-160 0,-20 5 160 16,-21-9-160-16,-31 1 160 0,-29 2 32 16,-32-1 0-16,-31 3 0 0,-26 0 0 0,-26 1-192 15,-17 0 0-15,-13 2 0 0,-12 1 0 0,-7 2 0 16,1 2 0-16,5 1 0 0,12 6 0 0,9-2 0 0,16 3-144 16,16 1 144-16,20 0-208 0,17-2 208 15,82-4 128-15,-4 1 0 0,6-2-128 16,9 1 0-16,12 2 0 0,10 1-192 0,14 5 48 15,16 3 144-15,19 4 0 16,17 4 0-16,23-1 0 0,22-3 0 0,22-2-208 0,21-2 80 0,152 11 128 0,-14-11 0 0,1-9 0 16,3-4 0-16,-6-3 0 0,-4-4 0 0,-7-2 0 15,-5 0 0-15,-13-2 0 0,-15-1 0 0,-17 1 0 16,-18-1 0-16,-22 1 0 0,-19-1 0 0,-25 3 0 0,-24 0 0 16,-25 3 0-16,-22 0 0 0,-18 1 0 0,-22 0 160 0,-12-7-160 15,-25-6 224-15,-30 3-64 0,-32 3-16 0,-34 1 0 16,-32 2-144-16,-26 0 0 0,-24 1-160 0,-20 2 160 15,-15-2 0-15,-11 2-144 16,-8 0 144-16,-1 1 0 0,1 0 0 0,9 0 0 0,12 1 0 16,16 0-128-16,13 2 128 0,118-2 0 15,-4-1 0-15,4 0 0 0,3-1 0 0,12 1 144 0,13 1-16 0,15 2-128 16,14 1 0-16,-5 10 0 0,36 6 0 0,36-1 0 16,30 2 0-16,1-10-176 0,31-2 0 0,28-3 0 15,27-2 176-15,26-2 0 0,25-4 0 0,19-2 0 16,18 0 0-16,265-13 0 0,-98 3 0 15,-50 0 0-15,-25 1 0 0,-27-3 0 0,-21-1 0 0,-20 0 128 0,-19 0-128 16,-28 2 0-16,-26-1 0 0,-35 0 0 0,-33-3 0 16,-33 4 0-16,-28 4 0 0,-24-1 0 0,-21 0 0 15,-30-5 192-15,-29-4-32 0,-43 2-16 0,-41 1-144 16,-43 3 0-16,-41 5 0 0,-33-1 0 0,-30 4 0 16,-22 3 0-16,-19 6-144 0,-7 0 144 0,-3-2 0 15,8 0 0-15,8 1 128 0,18 3 0 0,16 1-128 0,149 0-160 16,-15 2 160-16,-11 1-192 0,-5 3 192 15,-5-4 0-15,-1-1 0 0,-203 7 0 0</inkml:trace>
  <inkml:trace contextRef="#ctx0" brushRef="#br0" timeOffset="-183724.13">0 14272 57935 0,'162'11'5152'0,"-45"-2"-4128"0,28-1-816 0,22-30-208 0,22 20 0 0,17-4-128 0,14-3 128 16,8-3-208-16,5-1 208 0,239-13-192 0,-122 5 192 0,-70 4-192 16,-44-1 192-16,-42 2 0 0,-35 6 0 0,-31 2 0 15,-29-4 0-15,-26 4 0 0,-25 2-128 0,-21 1 128 31,-20 1-512-31,-25 1-48 0,-21 2-16 0,-30 6 0 16,-28 3-320-16,-29 6-64 0,-25 6 0 0,-19 8-16 16,-12 2-1520-16,-10 8-320 0,-6 6-48 0</inkml:trace>
  <inkml:trace contextRef="#ctx0" brushRef="#br0" timeOffset="-170382.58">14622 1826 8975 0,'-27'-3'384'0,"9"2"112"16,-3-2-496-16,-2 3 0 0,-2 0 0 0,4-2 0 0,1-5 848 0,3 5 80 0,4 4 16 0,3-1 0 15,10-1-48-15,-7 11-16 0,7-11 0 0,0 13 0 16,0-13-80-16,7 8-16 0,3-2 0 0,6 2 0 16,5-1 112-16,8-3 0 0,8 1 16 0,6-1 0 15,7-2 0-15,54 6 0 0,-2 0 0 0,2 0 0 16,4-2-144-16,2 1-48 0,1-3 0 0,11-2 0 16,14 2-256-16,6-1-48 0,4-3-16 0,9 2 0 15,9 0-192-15,16 0-32 0,13 1-16 0,15-3 0 16,11-1 48-16,9-2 16 0,10 2 0 0,7 1 0 15,4-2-224-15,4 1 0 0,4-2 0 0,4 2 0 16,1 1 0-16,0 0 144 0,-3 0-144 0,-4 0 128 16,-5 0 16-16,-8 0 0 0,-8 4 0 0,-9-1 0 15,-9-3 96-15,-16 5 16 0,-12 1 0 0,-16 6 0 16,-13-1-32-16,-9 0 0 0,-8 4 0 0,-14-5 0 0,-15-2-96 16,-7 2 0-16,-10 2-128 0,-9-1 192 0,-11-2-192 15,-6-2 0-15,-9 0 0 0,-6-1 0 0,-7 0 128 0,-8-2-128 16,-7 0 0-16,-6-2 0 0,-5 1 0 0,-2-2 128 15,-1-1-128-15,-3-1 0 0,-2-1 0 16,1 0 144-16,-1-1-144 0,-1-1 128 0,0 2 32 16,0-4 0-16,-5 1 0 0,-8 5 0 0,8-6 0 0,-8 6 0 15,5-9 0-15,-5 9 0 0,0 0-32 0,0 0-128 16,0 0 192-16,0 0-64 0,0 0-128 0,0 0 0 16,0 0 0-16,0 0 0 0,0 0 160 0,-12-3-160 0,2 2 192 15,-3 2-192-15,-1 2 0 0,-1 2-176 16,1 0 0-16,-2 4-10272 15,-1 0-2064-15</inkml:trace>
  <inkml:trace contextRef="#ctx0" brushRef="#br0" timeOffset="-166710.67">17845 4922 21183 0,'17'-16'1888'0,"-4"13"-1504"0,3-1-384 0,-2 4 0 0,5 0 0 16,4 0-208-16,6 0 16 0,5 4 16 15,5 3-592-15,6 1-128 0,9 0-32 0,1-1 0 16,1-6-16-16,13 1 0 0,-4 1 0 0,25 1 0 16,-12 0 496-16,-39-4 80 0,3-1 32 0,0-2 0 0,-3 3 624 15,-5 0 128-15,-3 3 32 0,-5-2 0 0,-4 3 752 16,-2 4 144-16,-5 3 48 0,-2 4 0 0,-4 2-336 15,-2 2-64-15,-3 9-16 0,-4 2 0 0,-5 6-128 16,-4 6-16-16,-4 5-16 0,-6 6 0 0,-5 6-288 0,-4 9-48 16,-1 7-16-16,-4 9 0 0,-7 3-224 0,-1 8-48 15,-4 4-16-15,1 7 0 0,0 6-176 0,-36 114 0 16,22-33 0-16,11-17 0 0,6-8 0 0,7-8 0 16,3-5 0-16,1-2 0 0,0-2 128 0,0-1-128 15,-1-4 192-15,1 0-64 0,-2-5-128 0,2 0 0 16,-1-6 0-16,1-1 0 0,0-5 0 0,4-3 0 15,1-4 0-15,5-6 0 0,3-6 0 0,2-7 0 16,4-6 0-16,1-5 0 0,3-6 0 0,1-4 0 16,2-9 0-16,2-5 0 0,1-7 256 0,1-31-48 15,1 1 0-15,-2 3 0 0,1-1 128 0,0 1 32 0,1 0 0 0,0-2 0 16,0-1-80-16,1 22-16 16,-1-14 0-16,-1-9 0 0,0-7-32 0,-1-3-16 0,-2-3 0 15,2-6 0-15,1-11 288 0,-3 12 64 0,3-12 16 0,-4 7 0 16,4-7 96-16,0 0 16 0,0 0 0 0,-5 7 0 15,0-1-240-15,5-6-32 0,0 0-16 0,0 0 0 0,-5 6-288 16,5-6-128-16,-3 11 128 0,0-2-128 16,0 0-1456-1,3 5-368-15,0 7-80 0</inkml:trace>
  <inkml:trace contextRef="#ctx0" brushRef="#br0" timeOffset="-160923.86">18544 15957 29775 0,'0'0'1312'0,"0"0"288"16,0 0-1280-16,0 0-320 0,0 0 0 0,0 0 0 0,0 0 0 0,16-4 0 0,3-7 128 0,2-2-128 15,1-4 448-15,7-3 48 0,4-5 0 0,8-8 0 16,6-3 80-16,12-7 0 0,9-8 16 0,7-1 0 15,6-2 48-15,8-7 0 0,3-4 0 0,7-4 0 16,4-3-272-16,2 2-48 0,2 2-16 0,-6 3 0 16,-4 2-112-16,-10 7-32 15,-9 1 0-15,-6 7 0 0,-7 5-32 0,-9 6-128 0,-10 5 192 0,-10 4-64 16,-8 5-128-16,-7 3 0 0,-6 4 144 0,-4-1-144 16,-6 4 288-16,-2 2-16 0,-3 3 0 0,-2 0 0 15,0-1 272-15,-4 3 48 0,0-1 16 0,-2 2 0 16,0 2-176-16,0-2-48 0,-1 1 0 0,-1 3 0 15,-1 0-256-15,1-1-128 0,1 0 0 0,0 2 128 16,9 0-128-16,-12 2 0 0,2-2 0 0,1 2 0 0,9-2 0 0,0 0 0 16,-10 5 0-16,10-5 0 15,0 0 0-15,0 0 0 0,0 0-144 0,0 0 144 16,13 3-2128-16,4 0-320 0,4-1-64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21:38:09.41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93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7-18T21:40:04.248"/>
    </inkml:context>
  </inkml:definitions>
  <inkml:trace contextRef="#ctx0" brushRef="#br0">692 569 31327 0,'-15'1'2784'0,"8"-1"-2224"16,-1 2-560-16,0-2 0 0,1 0 2976 0,0 0 480 15,1 0 112-15,-1 0 16 0,1-2-928 0,6 2-176 16,0 0-48-16,0 0 0 0,0 0-1152 0,0 0-256 15,0 0-32-15,0 0-16 0,0 0-592 0,9-1-112 16,4-2-16-16,2 1-16 0,4-2-112 0,1 1 0 16,3-2-128-16,0 1 192 0,3 0-192 0,4 2 0 15,-1 2 128-15,-3-2-128 0,-1 2 0 0,-2 2 0 0,-5 0 0 16,-2 2 0-16,-2 1 0 0,-2 3 0 16,-1 0 0-16,-5 1 0 0,-1 0 0 0,-1 3 0 0,-2 1 0 0,-2 1 0 15,-4 3 160-15,-3 2-160 0,-3 1 160 0,-3 1-160 16,-3-2 160-16,-1-1-160 15,-3 0 160-15,-2 0-160 0,-1 2 128 0,-2 1-128 0,-1 0 0 16,4-6 144-16,-2 1-144 0,1 0 0 16,1-1 144-16,1 1-144 0,1-2 0 0,3-1 128 0,3 0-128 15,-2 3 96-15,5-6-96 0,3 1 0 16,3-3 0-16,3-1 0 0,2-7 0 0,0 0 0 0,8 7 0 0,3-5 0 16,3 0 0-16,-1-2 0 0,5-2 0 0,3 0 0 15,3-1 0-15,0 1 0 0,5-2 0 16,-2-1 0-16,2-2 0 0,6 1 0 0,-2-1 0 15,-3-2 0-15,-2-3 0 0,0 3 0 0,-2 4 0 0,-1 1 0 16,-2-3-304-16,-1 1 0 0,-2-1 0 0,-1 3 0 16,0 0-1040-1,-1 1-224-15,-1-3-32 0,5 0-16 0,-4-1-3488 0,-2 0-688 16</inkml:trace>
  <inkml:trace contextRef="#ctx0" brushRef="#br0" timeOffset="307.29">1433 634 27647 0,'0'0'2448'0,"0"0"-1952"0,0 0-496 0,0 0 0 0,0 0 4416 0,0 0 800 16,-4-6 160-16,4 6 16 0,0 0-2480 0,-11 0-496 15,2 2-112-15,0 2 0 0,-1 5-1216 0,-2 3-256 16,-2 1-32-16,-2 4-16 0,0 3-448 0,1 0-80 0,-2 1-32 0,1 0 0 16,2-3-160-16,3 1-64 15,5-1 0-15,2 1 0 0,0 0 0 0,4-1 0 16,3-1 0-16,3-3 0 0,3-2 0 0,3-3 0 15,1-4 0-15,3 2 0 0,1-5 0 0,1-3 0 0,1-4 0 0,0-2 0 16,-1-2 0-16,0-1 0 16,-1-3 0-16,0-3 0 0,0-1 0 0,-4 2 0 15,-2 0 0-15,-2 1 0 0,-3 0 0 0,-1-2 0 16,-1 0 0-16,-1 3 0 0,0 0 0 0,-2 0-240 0,-1 0 80 0,-1 1 16 31,-3-2-432-31,2 0-96 0,0-3-16 0,-1 4 0 0,-1 0-912 16,2 2-192-16,-1-2-48 0,2 3-13648 0,3-2-2720 0</inkml:trace>
  <inkml:trace contextRef="#ctx0" brushRef="#br0" timeOffset="632.58">1542 529 9215 0,'0'0'816'0,"0"0"-656"0,0 0-160 0,0 0 0 0,0 0 7872 0,0 0 1552 16,0 0 304-16,0 0 64 0,0 0-6144 0,8 1-1248 16,1 0-240-16,6-1-48 0,0 0-992 0,1-1-192 15,2-3-32-15,2 0-16 0,-2 1-352 0,3 1-64 16,0-1-16-16,0 3 0 0,-2-2-192 0,-6 2-64 15,-2 0 0-15,0 0 0 0,1 2-192 0,-2 0 176 16,1 1-176-16,-3 3 160 0,-2 2-160 0,-1 1 160 16,-2 2-160-16,-2 1 160 0,-2 1 0 0,-3 3 0 15,-1 2 0-15,-3 2 0 0,-1-1-160 0,-5 11 160 16,1-1-160-16,-3-6 160 0,-2-2-112 0,1-1-48 16,2-3 0-16,2 1 0 0,0 1 0 0,4 2 0 15,3-4 0-15,-1-2 0 0,1-4 0 0,3 0 0 0,3-11 0 16,0 11 0-16,0-11 0 0,5 10 0 0,-5-10 0 15,12 7 0-15,1 0 0 0,1-3 0 0,1-7 0 16,-4 2 0-16,4 0 0 0,0-1 0 0,2-3 0 16,2-1 0-16,1-4-320 0,3 1-64 0,0-2-16 0,1 0 0 31,-1-1-1200-31,1-1-256 0,-1 0-32 0,3 0-14016 0,0 0-2800 0</inkml:trace>
  <inkml:trace contextRef="#ctx0" brushRef="#br0" timeOffset="993.33">2035 553 44751 0,'0'0'1984'0,"0"0"400"0,0 0-1904 0,0 0-480 0,0 0 0 0,0 0 0 15,0 0 1552-15,0 0 224 0,8-1 32 0,1 1 16 0,0-1-608 0,2 1-128 16,-1 0-32-16,2 0 0 0,2 0-480 0,3 0-112 16,3 0-16-16,-1 0 0 0,1-3-160 0,1 3-32 15,1-1-16-15,-1 1 0 0,-3-1-240 0,-1 3 176 16,-3 1-176-16,-2 1 160 0,0 1-160 0,-3 0 0 15,-1 2 144-15,-3 2-144 0,-3 1 176 0,-2 3-48 16,-2 3 0-16,-2-2 0 0,-3 6 0 0,-3-3 0 16,-3 1 0-16,-3 3 0 0,1-3-80 15,-1 0-48-15,-2-1 0 0,1 3 0 16,0-3 0-16,1 2 0 0,3 1 0 0,-1-1 0 16,1-2 0-16,1 0 0 0,3 0 0 0,2-1 0 0,2-2 0 0,3-1 0 15,3-1 0-15,0-2 0 0,2 1 0 0,2-3 0 0,4-3 0 0,3 0 0 16,1 0 0-16,3-5 0 15,2 0 0-15,4-5 0 0,3-1 0 0,1-2 0 16,1-3 0-16,2 1 0 0,1 0 0 0,0 0 0 0,-2 1 0 16,0 1 0-1,-2 1-768-15,0 1-160 0,-3 2-32 0,2 2-24288 0</inkml:trace>
  <inkml:trace contextRef="#ctx0" brushRef="#br0" timeOffset="2198.19">3118 869 25791 0,'0'0'1152'0,"0"0"224"0,0 0-1104 0,0 0-272 0,0 0 0 0,-3-4 0 16,-1 1 4544-16,0-3 832 0,4 6 192 0,-2-7 16 15,4-1-3088-15,2-1-608 0,1-2-128 0,1-1-32 16,1 0-1152-16,-1 0-224 0,1-1-48 0,2-1-16 16,2-3-96-16,0-2-32 0,0-5 0 0,-1 1 0 15,1 2-160-15,-1-3 160 0,-1 1-160 0,-1 1 160 0,-2-1-160 0,1 5 0 16,-2 4 144-16,-1 2-144 0,-3 3 128 0,-1 9-128 16,-1-6 128-16,1 6-128 0,0 0 272 0,-8 6-16 15,-2 6 0-15,-1 5 0 0,-2 2-128 0,2 2-128 16,0 4 192-16,2 2-192 0,0-1 0 0,2 0 0 15,2-1 0-15,3-3 0 0,2-3 0 0,2-2 0 16,1-2 0-16,2-2 0 0,2-2 0 0,-1-1 0 16,1 2-144-16,2-7 144 0,1-2-224 0,2-2 32 15,-2-2 16-15,2-2 0 0,0-1-48 16,1-1-16-16,0 0 0 0,0-4 0 0,-1-4 32 0,-1 1 0 16,4-4 0-16,-2-1 0 0,-3-2 80 0,1-2 128 0,-2-3-208 15,-3 2 80-15,1 0 128 0,-1 0-128 0,1-2 128 16,-2 2-128-16,-1 1 128 0,0 3 0 15,-2 2 0-15,0 6 0 0,-2 10 240 0,0 0 16 0,0 0 16 0,0 0 0 16,0 0 112-16,8 7 0 0,-1 3 16 0,3 3 0 16,-1 3-80-16,1 2 0 0,3 3-16 0,1 0 0 15,1-2-48-15,2 1-16 0,0 1 0 0,0-2 0 16,0-1-240-16,0 1 128 16,-1-2-128-16,0-3 0 0,0-2 0 0,-1-3 0 15,2-1 0-15,-1-2 0 16,-2 1-832-16,1-1-64 0,-2-2-16 0,1-1 0 15,-2-1-1056-15,-2-2-208 0,-1 0-32 0,-1 0-12336 0,1 3-2480 0</inkml:trace>
  <inkml:trace contextRef="#ctx0" brushRef="#br0" timeOffset="2383.05">3736 527 38703 0,'-10'0'3440'0,"4"2"-2752"15,-1-1-560-15,0 2-128 0,1-1 2704 0,-1 5 512 16,0 2 112-16,-3 1 0 0,-1 3-1440 0,-2 3-288 15,0 2-64-15,0 2-16 0,-2 1-1024 0,0 1-208 16,0 0-32-16,2-1-16 0,0-2-240 0,2-2 0 16,-1 1 0-16,0-1 0 15,3-1-736-15,2 0-192 0,3-2-32 0,3 0-16 16,2 1-3888-16,3-4-784 0</inkml:trace>
  <inkml:trace contextRef="#ctx0" brushRef="#br0" timeOffset="2750.36">4079 491 11967 0,'0'0'1072'0,"0"0"-864"16,-4-3-208-16,4 3 0 0,0 0 8224 0,-6 4 1600 15,-2 3 320-15,-1 2 64 0,-3 1-6816 0,-2 5-1344 16,0 3-288-16,-2-1-48 0,2 2-784 0,-1 0-160 16,1-1-16-16,0 1-16 0,-1 1-560 0,3-1-176 15,3-2 0-15,2-1 0 0,0-2 0 0,3-1 0 0,1-2 0 0,3-1 0 31,2 1-768-31,0-2-64 0,4-3-16 0,0-2 0 16,-6-4 80-16,9-1 0 0,-1-2 16 0,1-1 0 0,-1-1-64 0,2 1-16 16,1-4 0-16,1 1 0 0,-2-4 512 0,2-3 80 0,0 0 32 15,-2-1 0-15,0 1 208 0,1 0 128 0,-2-1 0 16,-1 1-128-16,-2 1 496 0,1 2-16 0,-2 2 0 0,-1 1 0 16,-4 8 336-16,0 0 64 0,0 0 16 0,0 0 0 0,0 0-128 15,0 0-32-15,0 0 0 0,4 8 0 0,0-1-368 16,-2 2-80-16,1 1-16 0,0 3 0 0,-2 0-272 0,0 2 160 15,0 0-160-15,1 1 128 0,-1-2-128 0,2 1 0 16,-1-1 0-16,1-1 0 0,-2-1 0 0,2 0-176 16,1-1 48-16,-2 0 0 15,1-2-1152-15,0-1-240 0,-1 1-32 0,1-3-16 16,-3-6-1904-16,5 7-384 0,1-1-80 0</inkml:trace>
  <inkml:trace contextRef="#ctx0" brushRef="#br0" timeOffset="3356.59">4249 512 33167 0,'0'0'2944'0,"0"0"-2352"15,0 0-464-15,0 0-128 0,0 0 3456 0,0 0 656 16,0 9 144-16,0 0 32 0,0 0-1872 0,1 3-368 0,2 2-80 0,-1 3-16 16,1 1-1184-16,1 2-224 0,0 1-48 0,0 1-16 15,0-1-224-15,1 1-32 0,0 0-16 0,0 0 0 16,-2-4-208-16,-1 1 176 0,0-2-176 0,-1 0 160 15,0-2-160-15,1 1 0 0,-1-2 0 0,0-1 0 16,1-4 0-16,-1-1 0 0,-1-8 128 0,0 0-128 16,0 0 0-16,0 0 0 0,0 0 0 0,0 0 0 15,0 0 0-15,0 0 0 0,0-8-176 0,0-1 176 16,1-4-208-16,2 0 32 0,-1 0 16 0,4-1 0 16,-4-7 160-16,2-1-192 0,0-3 192 0,1 0-192 0,2 2 192 15,-1-1-128-15,2 1 128 0,0 2-128 0,-2 3 128 16,2 1 0-16,0 1 0 0,0 3 0 0,1 1 0 0,-2 3 192 15,-1 3-32-15,-6 6-16 0,7 0 48 0,-7 0 16 16,7 4 0-16,1 3 0 0,0 4-208 16,-1 1 0-16,-1 1 128 0,-1 2-128 0,-2 2 128 0,1-1 0 15,-2 1-128-15,1 0 192 0,-2 0-192 0,2-2 0 16,0 1 128-16,-2-3-64 0,1-1-64 0,0-6 0 16,-2-6 0-16,1 8 0 0,-1-8 0 0,1 9 0 15,-1-9 0-15,0 0 0 0,0 0 0 0,0 0 0 16,0 0 0-16,0 0 0 0,0 0 0 0,0 0 0 15,4-9 0-15,2-1 0 0,-1-5 0 0,0-2 0 16,0-1 0-16,3-3 0 0,1-1-192 0,2 1 64 16,0 2 128-16,1-3-208 0,0 1 208 0,-1 2 0 15,1 4 0-15,-1 2 0 0,-1 2 0 0,-1 4 0 16,-1 1-128-16,-8 6 128 0,0 0 0 0,8 4 0 16,-2 0 0-16,0 4 0 0,-3 4 0 0,1 1 160 0,0 0-160 15,-1 4 128-15,-2-2-128 0,1 4 0 16,-1-1 144-16,0 0-144 0,2 0 0 0,-1 1 0 0,0-2 0 0,2-2 0 15,-2-2-256-15,1 0-64 0,-2-1 0 0,0 0-16 16,5 1-1008-16,-1-3-192 0,1 1-32 16,2-1-14544-16,0 2-2896 0</inkml:trace>
  <inkml:trace contextRef="#ctx0" brushRef="#br0" timeOffset="3551.9">5009 797 29487 0,'0'0'2624'0,"0"0"-2112"0,0 0-512 0,-1 9 0 0,2 0 4736 0,-2 3 848 16,-2 2 176-16,0 1 16 0,1-1-3248 0,-2 2-656 16,0 3-128-16,0 1-16 0,0 5-1024 0,0-2-208 15,0-1-48-15,2-1 0 0,-1 0-272 0,0 0-176 16,2-5 192-16,0-1-192 0,-2 0 0 0,2-2 0 16,1-2 0-16,0 0 0 15,-3-2-624-15,2 0-176 0,1-9-32 0,0 7-16 16,0-7-2480-16,0 7-480 0</inkml:trace>
  <inkml:trace contextRef="#ctx0" brushRef="#br0" timeOffset="4358.37">6024 419 11055 0,'-1'-17'976'0,"0"11"-784"0,-2-1-192 0,1 3 0 0,2 4 7232 0,0 0 1392 16,-2-6 272-16,2 6 64 0,0 0-5520 0,0 0-1120 15,0 0-208-15,-5 7-64 0,0 5-704 0,-2 5-160 16,2 5-32-16,-1 6 0 0,-2-1-624 0,0 4-128 16,0 3-16-16,2-1-16 0,-1 1-160 0,2-2-16 15,0-2-16-15,0-2 0 0,1-2-176 0,1-5 0 16,0-2 0-16,2 1 0 0,1-1 0 0,0-3 0 15,0-2 0-15,0-5 0 16,1-1-1072-16,-1-8-144 0,4 7-16 0,-4-7-16 16,0 0-1552-16,7-3-304 0,-1-5-64 0,3-3-10400 15,2-6-2064-15</inkml:trace>
  <inkml:trace contextRef="#ctx0" brushRef="#br0" timeOffset="4551.3">6122 343 10127 0,'7'-23'896'15,"-6"15"-704"-15,2 2-192 0,-1-1 0 0,-2-1 6336 0,3 2 1216 16,-3 6 256-16,0 0 64 0,0 0-3584 0,0 0-704 15,0 0-128-15,0 0-48 0,0 0-1712 0,4 10-352 0,-3 3-64 0,0 3 0 16,-1 2-720-16,0 3-144 0,-1 5-32 0,0 3 0 16,0 1-144-16,-1 0-48 0,0 0 0 0,0 0 0 15,1-2-192-15,0 0 0 0,-1-3 0 16,1-1 0-16,0 0 0 0,-1-3 0 0,0-4 0 0,2 0 0 31,0-2-736-31,0 1-144 0,0-6-16 0,0 1-16 0,0-2-1360 16,0-1-272-16,0-8-48 0,0 0-11856 0,0 7-2368 0</inkml:trace>
  <inkml:trace contextRef="#ctx0" brushRef="#br0" timeOffset="4767.93">5851 578 17503 0,'-19'-1'1552'0,"11"1"-1232"0,-1-1-320 0,2-1 0 0,7 2 7312 0,0 0 1408 15,0 0 288-15,0 0 48 0,0 0-5920 0,0 0-1200 16,0 0-224-16,9-5-48 0,2 0-1024 0,2 0-192 15,2 1-32-15,4-3-16 0,1 1-224 0,3-2-48 16,0-1-128-16,3 1 192 0,3 0-192 0,-1 0 0 16,-1 2 0-16,0-2 0 15,0 1-384-15,1 1-192 0,-1 1-16 0,-1 1-16 16,-1 1-1872-16,-2 3-368 0,0 3-80 0,-3-1-18928 0</inkml:trace>
  <inkml:trace contextRef="#ctx0" brushRef="#br0" timeOffset="4949.21">5918 798 46943 0,'-20'3'2080'0,"13"0"416"0,2-1-1984 0,5-2-512 15,0 0 0-15,0 0 0 0,0 0 1616 0,0 0 240 0,0 0 32 0,0 0 16 16,0 0-976-16,11-2-192 0,2-4-32 0,2 0-16 0,2-2-560 0,2 0-128 16,3-3 0-16,1 0 0 0,2-1-128 0,1 1-16 15,4-1 0-15,1-2 0 31,2-2-1904-31,0 0-384 0,-1-2-80 0,2 1-19712 0</inkml:trace>
  <inkml:trace contextRef="#ctx0" brushRef="#br0" timeOffset="5417.69">6399 527 49183 0,'0'0'2176'0,"-7"-2"448"0,1-1-2096 0,6 3-528 16,0 0 0-16,0 0 0 0,-3-8 1472 0,3 2 192 15,3-3 48-15,3-1 0 0,2 1-896 0,4 0-176 16,3-3-48-16,5 2 0 0,1-2-336 0,2 1-64 15,2-1 0-15,0 1-16 0,3 1-48 0,1 0 0 16,0-1 0-16,-3 2 0 0,0 4-128 0,-1 2 0 16,-4-1 0-16,-3 3 128 0,-3 1-128 0,-1 1 0 15,-4 3 0-15,-2-1 0 0,-8-3 128 0,5 8-128 16,-2 1 128-16,-3 1-16 0,-3 1-112 0,-2 0 0 16,-3 4 0-16,-2-2 0 0,-1 1 0 0,-1 2 0 15,-1-1 0-15,-1 1 0 0,0 0 0 16,-1-2 0-16,0-1 0 0,0 0 0 0,2 0 0 0,0 0 0 0,-1-1 0 0,1 1 0 15,2-3 0-15,1 1 0 0,1-1 0 0,1-1 0 16,3-1 0-16,1 1 0 16,1-2 0-16,2-1 0 0,1 1 0 0,0-7 0 0,5 8 0 15,2-2 0-15,1 1 0 0,2-1 0 0,3-1 0 0,3 1 0 16,1-2 0-16,1 2 0 0,1 1 0 16,2-1 0-16,1-1 0 0,1 2 0 0,-3-1 0 0,0 2 0 15,-3 1 0-15,-1-1 0 0,-3 0 0 0,-2 1 0 16,0 0 0-16,-2 0 0 0,-3-1 0 15,0 1 0-15,-4 2 0 0,1 2 0 0,-4-2 0 16,-2 1 0-16,-1-1 0 0,-2 0 0 0,-4-3 0 0,-1 3 0 0,0 0 0 0,-4 0 0 16,-4 2 0-16,-1 0 0 0,-3-3 0 0,0-1 0 15,1-1 0-15,-4 1 0 0,-3-2 0 0,3-1 0 16,0 1 0-16,1-6 0 16,0 1 0-16,3-2 0 0,0-3 0 0,1 0 0 15,2-1-272-15,2-2-48 0,4 2-16 0</inkml:trace>
  <inkml:trace contextRef="#ctx0" brushRef="#br0" timeOffset="67432.72">1553 2140 45087 0,'0'0'992'0,"0"0"208"0,-7-7 32 0,7 7 48 0,0 0-1024 0,0 0-256 15,0 0 0-15,0 0 0 0,0 0 1184 0,0 0 192 0,0 0 32 0,0 0 16 16,0 0-624-16,2 10-128 0,-1 0-32 0,1 6 0 16,-2 3-128-16,0 5-16 0,0 2-16 0,2 0 0 0,-4 1-160 0,2 1-48 15,2-2 0-15,-2 0 0 0,0 1-144 0,0-2-128 16,1-3 144-16,0-1-144 0,1-2 0 0,-1-2 0 16,2-1 0-16,-2-4 0 0,0-3 0 15,0-1 0-15,-1-2 0 0,0-6 0 0,0 0 0 0,0 0 128 16,0 0-128-16,0 0 0 15,0 0 0-15,6-10 0 0,-2-5 0 0,-1 0 0 0,1-6 0 0,2-1 0 16,0 0 0-16,1-3 144 0,-1-1-144 0,3-7-192 16,-1-1 32-16,3-2 16 0,-1-2 144 0,3 0 0 15,1 2 0-15,1 1-128 0,-2 3 128 0,0 2 0 16,-1 3 0-16,-1 6 0 0,-2 4 0 0,0 4 0 16,-1 1 0-16,0 4 0 0,0 5 0 0,0 3 0 15,1 2 0-15,-1 6 0 0,-3 5 0 0,1 5 128 16,1 7-128-16,-2 6 128 0,-2 7 16 0,-1 6 16 0,0 6 0 15,-2 5 0-15,-3 0 32 0,-1 8 0 0,-1 9 0 0,0 2 0 16,0 3-192-16,1-4 160 0,1-4-160 0,0-5 160 16,2-1-160-16,0-3 0 0,1-3 0 0,0-2 0 15,1-5 0-15,2-6 0 0,-2-4 0 16,2-2 0-16,-1-1 0 0,0-10-144 0,-1-4 144 0,-1-3-208 31,0-4-496-31,1-3-80 0,0-3-32 0,1-3 0 0,-2-7-1296 16,0 0-272-16,5-4-48 0,3-5-11968 0,2-7-2400 15</inkml:trace>
  <inkml:trace contextRef="#ctx0" brushRef="#br0" timeOffset="67718.7">2186 2927 26719 0,'0'0'1184'0,"0"0"240"0,0 0-1136 0,0 0-288 16,0 0 0-16,0 0 0 0,-4 7 4496 0,1-1 848 0,-1 2 160 15,0 4 48-15,0 5-3120 0,0 4-640 16,0 4-112-16,0 3-16 0,-1 2-832 0,1 2-144 16,1-1-48-16,1 0 0 0,0 0-320 0,2 1-64 15,0-4 0-15,2 1-16 0,0-5-240 0,1-5 0 16,1-1 0-16,0 1 0 15,0-5-512-15,0 2-160 0,1-3-32 0,-1-4 0 16,-2 0-1008-16,1-1-208 0,-3-8-32 0,0 0-16 16,0 0-1680-16,4 6-352 0,1 1-64 0</inkml:trace>
  <inkml:trace contextRef="#ctx0" brushRef="#br0" timeOffset="68199.48">2038 3312 19343 0,'0'0'1728'0,"0"0"-1392"0,-4 4-336 0,4-4 0 15,0 0 5312-15,0 0 976 0,0 0 208 0,0 0 32 16,0 0-4096-16,8 5-832 0,1-4-176 0,1-2-16 0,2-1-832 16,1-4-176-16,3 0-16 0,1-3-16 15,-2-3-240-15,3-2-128 0,1-3 160 0,0 0-160 0,2 1 0 0,-1-3 0 16,-3 0 0-16,1 1-160 16,-1 0-208-16,0 0-32 0,0-3-16 0,-2 5 0 15,-2 0-32-15,-2 6 0 0,-1 1 0 0,-1 2 0 0,-2 2 272 0,-7 5 176 16,0 0-208-16,0 0 80 0,8 7 464 0,-3 3 112 15,-1 3 0-15,-2 4 16 0,0 4 304 0,-2 1 64 16,0 0 16-16,0 2 0 0,0 0-160 0,0 1-48 16,0-1 0-16,0-1 0 0,1-1-304 0,0-2-64 15,-1-2-16-15,2-4 0 0,0-1-256 0,1-1 128 16,-1-1-128-16,1-4 0 0,-3-7 0 0,0 0 0 16,0 0 0-16,0 0 0 0,0 0 0 0,0 0 0 15,0 0 0-15,0 0 0 0,3-6 0 0,1-6 0 16,0-3 0-16,-1-2 0 0,4 0 0 0,-1-3-176 15,1-2 176-15,1-3-160 0,1 0-16 0,1-1 0 16,1 0 0-16,1 1 0 0,2 3 176 0,-1 1-160 16,-1 5 160-16,-2 0-160 0,-2 3 160 0,0 5 0 0,-2 1 0 0,-6 7-128 15,0 0 128-15,7 3 192 0,-1 5-32 16,-2 2-16-16,0 6 176 0,-1-2 16 0,-2 5 16 16,0 0 0-16,1 2-192 0,0 0-32 0,0 1-128 0,0-2 192 15,1-1-192-15,1-2-240 0,-2 0 48 0,2-3 16 31,0 1-1984-31,3-1-400 0,-2-5-64 0,5 2-32 0,2-6-2128 16,-6-5-416-16</inkml:trace>
  <inkml:trace contextRef="#ctx0" brushRef="#br0" timeOffset="68437.87">2969 2470 39615 0,'0'0'3520'0,"0"0"-2816"0,0 0-560 0,0 0-144 0,0 0 3152 0,0 0 608 16,0 0 112-16,0 0 32 0,7 2-2384 0,1-3-480 16,0 0-80-16,1-3-32 0,2 3-608 0,2-1-128 15,0 2-32-15,1-4 0 0,0 2-160 0,1-2 0 16,2 3 0-16,-2-1 0 0,1 1-208 0,0 0-128 16,-2-2-32-16,2 2 0 15,-1 1-912-15,1 1-176 0,-3 0-32 0,-1 2-16 16,-3 1-2272-16,-1 4-464 0</inkml:trace>
  <inkml:trace contextRef="#ctx0" brushRef="#br0" timeOffset="68612.24">2971 2738 45151 0,'0'0'2000'0,"0"0"416"0,0 0-1936 0,0 0-480 0,0 0 0 0,0 0 0 16,0 0 1808-16,0 0 272 15,0 0 48-15,0 0 16 0,5 4-1216 0,3-1-240 0,3-3-48 0,2 0-16 16,-2-3-480-16,2-1-144 0,3-1 0 15,1-1 0-15,1-5-320 0,3 1-192 0,1-1-16 0,2 0-16 32,1-1-2016-32,-1 1-416 0,1 2-80 0,0-2-17552 0</inkml:trace>
  <inkml:trace contextRef="#ctx0" brushRef="#br0" timeOffset="68937">4004 2021 28559 0,'0'0'2544'0,"0"0"-2032"16,0 0-512-16,0 0 0 0,0 0 5712 0,0 0 1056 16,-5 6 208-16,-1 3 32 0,1 0-4576 0,0 6-928 15,0 5-176-15,-2 3-48 0,1 5-896 0,0 2-192 16,0 4-48-16,1-2 0 0,2 4-144 0,0 0 0 15,1 3 0-15,-2 2 0 0,0 0 0 0,0 0 0 0,1-1 0 0,1-1 48 16,-1 0-48-16,1-2 0 16,-1-1 0-16,0-3 0 0,1-2 0 0,1-2 0 15,1-3 0-15,2-3 0 0,-1 1 0 0,1-7 0 16,-1-1 0-16,0-3 0 0,1-4 0 0,-2-3 0 0,0-6 0 0,0 0 0 16,0 0 0-16,0 0 0 0,0 0 0 0,0 0 0 15,0 0-144-15,0 0-32 0,4-9 0 0,-1-4 0 16,1-3-1808-16,3-3-384 15,2-7-64-15</inkml:trace>
  <inkml:trace contextRef="#ctx0" brushRef="#br0" timeOffset="69414.89">4854 2229 19343 0,'-12'-3'1728'0,"-1"2"-1392"16,3-2-336-16,2-1 0 0,3-1 6832 0,-1 0 1296 15,6 5 256-15,-2-7 48 0,0-2-5616 0,2 0-1136 0,3 0-208 0,4-3-64 16,0-1-720-16,5 1-160 0,5-1-16 0,3-1-16 16,2-2-304-16,2 1-64 0,3-1-128 0,0 2 192 15,-1 1-32-15,3-3-16 16,-1 3 0-16,1 3 0 0,-2 0-144 0,0 5 0 0,-4 3 0 0,-3 0 0 15,-4 4 0-15,-1 0 0 0,-3 5 0 0,-3 3 128 16,-3-1 0-16,-2 6-128 0,-3 2 192 0,-2 2-64 16,-4 2 32-16,-2 1 0 0,-2 2 0 0,-2-1 0 15,-4 2-160-15,0-2 128 16,-2 1-128-16,0-2 128 0,0-2-128 0,0-2 0 0,1-1 0 0,2 0 0 16,1-2-528-16,0 4-144 15,-3-2-32-15,2 1-16320 0,1 3-3264 0</inkml:trace>
  <inkml:trace contextRef="#ctx0" brushRef="#br0" timeOffset="69583.78">5004 2677 52127 0,'-7'13'2304'0,"7"-13"480"0,-1 8-2224 0,0 0-560 0,-1 0 0 0,1 1 0 0,0 0 1520 0,-2 1 192 16,-1 1 32-16,2-2 16 0,2-1-1296 0,-2-2-256 16,2-6-48-16,-1 8-16 0,1 0-96 0,3-2-48 15,-3-6 0-15,0 7 0 0,0-7 0 0,0 0 0 16,3 6 0-16,-3-6 0 0,0 0 0 0,0 0-160 15,8 2 160-15,1-1-26208 0</inkml:trace>
  <inkml:trace contextRef="#ctx0" brushRef="#br0" timeOffset="72968.42">5968 2381 23951 0,'-14'3'2128'0,"0"-3"-1696"0,-8-3-432 0,3 2 0 0,2 0 5472 0,3-1 1008 16,4 4 208-16,3-2 32 0,7 0-4176 0,0 0-848 16,0 0-160-16,0 0-48 0,0 0-416 0,0 0-96 15,17 2-16-15,6-2 0 0,6 0-640 0,2 0-144 16,5-2-32-16,3-1 0 0,-1-1-16 0,5 1-128 16,2 0 192-16,0 0-64 0,-1 0-128 0,-2-1 0 15,-2 3 0-15,0 0 128 0,2-2-128 16,-1-1 0-16,-1 0 0 15,-1 2 0-15,0-1-880 0,-14 2-48 0,0 0-16 0,1-1 0 16,1 1-1408-16,-2-2-272 0,0 1-64 16,7-2-18832-16</inkml:trace>
  <inkml:trace contextRef="#ctx0" brushRef="#br0" timeOffset="73215.8">6719 2209 48607 0,'0'0'2160'0,"-7"-1"432"0,0-2-2080 0,7 3-512 16,0 0 0-16,0 0 0 0,0 0 1344 0,0 0 144 15,0 0 48-15,0 0 0 0,0 0-528 0,0 0-112 0,5 7 0 0,3-1-16 16,1-2-624-16,3 1-112 16,1 2-16-16,1-1-128 0,1 1 128 0,0-1-128 0,1 2 0 0,1-1 0 15,0-1 0-15,-2 1 0 0,0-2 0 0,-2 3 0 16,-3 4 0-16,1-3 0 0,-1 0 0 0,-1 4 0 16,-5 0 0-16,-4 1 0 0,-2 1 0 0,-4-1 0 15,-3 0 160-15,-3 2-160 0,-2 1 128 16,-1 1-128-16,-2 2 0 0,0-1 0 0,0-2 128 15,0-1-128 1,-2-2-320-16,4-1-112 0,0 2-16 0,5-4 0 16,4-2-1984-16,6-9-384 0,0 0-96 0</inkml:trace>
  <inkml:trace contextRef="#ctx0" brushRef="#br0" timeOffset="73803.32">7251 2540 13823 0,'-1'25'608'0,"1"-13"128"0,-1 3-592 0,2 1-144 0,2 5 0 0,0-3 0 0,3 2 7376 0,0-1 1456 16,-1 1 272-16,2-3 64 0,-1-2-5632 0,1 0-1120 15,0-4-240-15,0 0-32 0,0-1-1120 0,-1-2-208 16,1-4-48-16,-7-4-16 0,8 3-368 0,-8-3-64 0,0 0 0 0,0 0-16 15,8-6-112-15,-2 0-32 16,-1-6 0-16,0-1 0 0,1-2-160 0,-1-5 0 0,0-4 0 0,2-4 112 16,-1-6-112-16,1-1 0 15,1-4 0-15,-1-2 0 0,2-2 0 0,2-2 0 0,-2-4 0 16,0 0 0-16,0-5 0 0,-1 5 0 0,-1-1 0 16,-2 7 0-16,-1 1 0 0,0 11 0 0,0 5 0 15,-2 7 0-15,-1 2 0 0,1 6 0 0,-1 1 0 0,-1 10 0 16,0 0 0-16,0 0 0 0,4 13 0 0,0 6 0 15,0 7 0-15,2 7 0 0,3 2 0 0,2 3 0 16,-1 4 0-16,3-2 0 0,2 1 0 0,0 0 0 16,1 0 0-16,1 0 0 0,-1 0 0 0,2-1 0 0,-1 1 0 15,0-4 0-15,-3-3 0 0,0-2 0 16,-1-2 0-16,-1-3 0 0,0-5 0 0,-2-1 0 16,2-3 0-16,-2-2 0 0,0-3 0 0,-1-3 0 0,0-2 0 0,0-3 0 15,0-1 0-15,-1-2 0 16,-2-4 0-16,1-2 0 0,0-1 0 0,-1-3 0 0,-1-2 0 0,0-3 0 15,1-4 0-15,-2-3 0 0,-1-2 0 0,1-4 0 16,0-4 0-16,0-2 0 0,0-4 0 0,0-1 0 16,0-1 0-16,1-4 0 0,-1-2 0 15,0-2 0-15,-3-3 0 0,3-1 0 0,0-1 0 0,0 4 0 16,-1 4 0-16,-1 7 0 0,1 6-208 0,-1 6-48 16,0 7 0-16,-1 4 0 15,0 4-976-15,-1 9-208 0,0 0-32 0,2 13-16 16,-2 11-1712-16,1 8-352 0,0 9-64 15</inkml:trace>
  <inkml:trace contextRef="#ctx0" brushRef="#br0" timeOffset="74148.02">8259 2519 12895 0,'7'-18'576'0,"-4"9"112"0,0-3-560 0,1-2-128 0,0 1 0 0,-1 1 0 16,-1 4 8240-16,1-1 1616 0,-3 1 320 0,0 2 64 15,-2 1-6624-15,-1 1-1312 0,3 4-272 0,-6 0-48 16,-2 1-1136-16,-2 6-208 0,-2 4-64 0,-5 5 0 16,-2 1-448-16,-2 6-96 0,0 2-32 0,0 2 0 15,3 1 0-15,1-1 0 0,3 1 0 0,3-2 0 16,3 0 0-16,3-4 0 0,1-1 0 0,3 0 0 0,1-2 0 0,3-2 0 16,2-2 0-16,1-4 0 15,2-4 0-15,3-2 0 0,0-2 0 0,2-5 0 0,2-2-144 0,0-3 144 16,1-3-208-16,1-1 80 0,0-5 128 0,0-2-192 15,0-2 192-15,0-1-192 0,-2-5 192 0,1 0-208 16,0-1 80-16,-1-3 128 0,0 4-304 0,-2 0 64 16,-3 5 16-16,-3-1 0 15,-3 2-800 1,-2 6-144-16,-2 1-48 0,0 5 0 0,-1 1-64 0,1 7-32 16,-4-2 0-16,-1 3 0 0,-2 4-720 0,1 2-144 0,-2 2-16 15,0 1-16880-15</inkml:trace>
  <inkml:trace contextRef="#ctx0" brushRef="#br0" timeOffset="74314.42">8495 2616 44175 0,'0'0'1952'0,"1"9"416"0,1 1-1904 0,-1 3-464 0,3 2 0 0,0 0 0 15,-2 2 2320-15,1 2 368 0,0-1 80 0,-1 1 16 16,1 2-1408-16,-1 0-288 16,2-1-48-16,-1-2-16 0,0 0-736 0,-1-3-160 0,1-2-128 0,-1 1 192 31,2-1-800-31,0 0-160 0,3 4-16 0,1-4-15984 0,1 1-3200 0</inkml:trace>
  <inkml:trace contextRef="#ctx0" brushRef="#br0" timeOffset="75368.36">9239 2329 21183 0,'0'0'1888'0,"0"0"-1504"0,0 0-384 16,0 0 0-16,0 0 6144 0,0 0 1152 0,3 8 224 0,-3 2 48 15,0 1-4608-15,0 2-912 16,0 2-192-16,-1 5-48 0,-1 5-880 0,1 1-176 0,1 1-48 0,0 2 0 16,-1-2-384-16,0 2-64 0,-1-2-32 0,2-1 0 15,2-5-64-15,0-1-16 0,-2-1 0 0,1-3 0 16,2-3-144-16,-2-3 0 0,1 1 0 0,-2-11 0 15,0 0 0-15,0 0 0 0,0 0 0 0,0 0 0 16,5-7 0-16,0 1 0 0,-1-3 0 0,0-4 128 0,0-3-128 0,1-2 0 16,0-4 0-16,0-3 0 0,1-5-176 15,0 0 48-15,2-1 0 0,-1 1 0 16,-1 1 128-16,2 3-208 0,0 1 80 0,0 3 128 16,-2 2-224-16,1 3 80 0,-1 4 16 15,1 4 0-15,-3 3 128 0,-4 6-160 0,0 0 160 0,0 0-160 0,0 0 160 0,6 5 0 16,-2 3 0-16,0 2 0 0,0 2 0 15,0 4 0-15,-2 3 128 0,2 3-128 0,0-2 0 0,1 3 128 16,1 1-128-16,1-1 0 0,2-1 0 0,1 2 0 16,0-3 0-16,0 0 0 15,1-3 0-15,-1-3 0 0,1-1 0 0,-1-3 0 0,1 0 0 0,0-5 0 16,1-1 0-16,0-3 0 0,1-2 0 0,0-3 0 16,0-2 0-16,0-2 0 0,0-2 0 0,0-1 0 15,0-3 0-15,1-3 0 0,2-2 0 16,0-2 0-16,-2-2 0 0,0-3 0 0,-1-1 0 0,0-2 0 15,-1-1 0-15,0 0 0 0,-2 1 0 0,-2 0 0 16,-1 5-128-16,-3-1 128 0,-3 6-176 0,-1 4 176 0,-3 5-208 16,-1 3 80-16,-1 4 128 0,-1 3 0 0,-3 6 0 0,1 4 128 15,-3 6-128-15,0 2 0 16,-2 3 0-16,1 1-128 0,1 3 128 0,2 2 0 16,0-1 160-16,1 0-160 0,4 1 160 0,3-1-160 0,1-1 160 15,1-1-160-15,3-4 0 0,3-2 128 0,-1-4-128 0,1-2 0 16,1-3 0-16,1-1 0 0,1-2 0 15,2-3 0 1,0-2-640-16,1-2 0 0,1-2-16 0,0-2 0 16,1 0-496-16,-1-5-80 0,0-2-32 0,1-2 0 0,-4-1-336 15,3-3-80-15,-1-1-16 0,-2-2 0 0,1-1 464 0,0-2 80 16,0-3 32-16,-1 2 0 0,0 0 96 16,-4 1 32-16,1 1 0 0,-1 0 0 0,-2 3 1424 0,-1 3 272 0,-1 3 64 15,-1 4 16-15,-2 2 1392 0,0 7 288 0,0 0 48 0,0 0 16 0,0 0-688 16,0 0-144-16,0 0-32 0,4 8 0 0,-1 4-784 15,1 1-176-15,0 0-16 0,-1 4-16 0,1 0-352 0,2 2-64 16,-3 3 0-16,3 2-16 0,-1-1-96 0,0 1-16 16,2-3 0-16,-1 1 0 0,1-5-128 0,-1 0 128 15,-1-3-128-15,2-2 128 0,-1-2-128 0,1-2 0 16,-1-1 0-16,1-3 128 0,1-2-128 0,-8-2-192 16,8-2 32-16,-2-2 16 0,1-2 272 0,-1 0 48 15,1-6 16-15,-1-1 0 0,1-1-192 0,-1-4 0 16,2-2 0-16,-1-2 112 0,0-2-112 0,1-3 0 15,0 0 0-15,1-2 0 0,-1 0 0 0,1 1-240 0,-1 0 80 0,0 3 16 32,0 5-816-32,-2 1-176 0,-1 6-16 0,-1 0-16 15,-1 5-1840-15,-3 8-384 0,0 0-64 0,0 0-17184 0</inkml:trace>
  <inkml:trace contextRef="#ctx0" brushRef="#br0" timeOffset="75623.02">10269 2613 5519 0,'0'0'496'0,"0"0"-496"15,0 0 0-15,8 3 0 0,-8-3 8224 0,8-4 1552 16,0-3 304-16,1-2 64 0,0-1-6224 0,3-1-1232 0,1 1-256 0,0-3-64 16,-1-3-1168-16,1 1-240 0,0-2-64 0,0 0 0 0,0 0-512 0,0 0-96 15,0 1-32-15,-1 1 0 16,-3-1-128-16,0 0-128 0,-3 2 144 0,0 4-144 16,-4 2 0-16,-1 4 0 0,-1 4 0 0,0 0 0 15,-6 1 0-15,-3 6-160 0,-2 2 160 0,0 5-128 0,-1 4 128 0,0 6 0 16,0 1 0-16,1 1-128 15,-1-2 128-15,2 2 0 0,2 2 0 0,4-2 0 16,0-1-432-16,3-1-48 16,2-1-16-16,2-2 0 0,-1-3-1504 0,3-3-304 15,2-3-64-15,1 0-16 0,1-6-2112 0,1-4-432 0</inkml:trace>
  <inkml:trace contextRef="#ctx0" brushRef="#br0" timeOffset="75898.49">10685 2295 20271 0,'0'0'1792'0,"-4"-2"-1424"15,4 2-368-15,0 0 0 0,0 0 5520 0,0 0 1040 16,-6 3 208-16,2 5 32 0,0 0-3536 0,0 1-720 16,1 3-144-16,1 2-32 0,-1-1-1168 0,1 2-240 15,-1 3-64-15,0 3 0 0,2 0-400 0,-1 1-96 16,2 0-16-16,0 0 0 0,0 0-176 0,1-2-32 16,0-3-16-16,2-2 0 0,-1 2-32 0,1-5-128 0,1 0 192 0,0-6-64 15,-4-6-128-15,0 0 0 0,0 0 0 16,8 3 112-16,-1-3-112 0,0-3 0 0,1-3 0 15,-3-2 0-15,0-1 0 0,0-3 0 0,2-2 0 16,-1-3 0-16,2 0 0 0,0-1 0 0,3-2 0 16,-1-2 0-16,2 0 0 0,-1-2 0 0,2 2 0 31,1 1-416-31,-1 0-80 0,0 2-16 0,-2 1 0 16,0 3-992-16,-1 4-208 0,-2 3-32 0,-1 4-14128 0,2 4-2832 0</inkml:trace>
  <inkml:trace contextRef="#ctx0" brushRef="#br0" timeOffset="76053.53">11029 2583 31327 0,'-2'11'2784'0,"-1"3"-2224"0,2 4-560 0,0 2 0 0,-1 1 5328 0,1 2 960 16,0 1 192-16,-1 0 48 0,1-1-4448 0,0-1-880 16,0-1-176-16,-1-1-48 0,2-1-720 0,-1-1-256 15,0-1 144-15,-1-1-144 16,1-1-848-16,1 0-256 0,0-1-48 0</inkml:trace>
  <inkml:trace contextRef="#ctx0" brushRef="#br0" timeOffset="76601.49">12127 2394 15663 0,'-6'-9'1392'0,"2"5"-1120"0,-3 0-272 0,-1 0 0 0,-1 0 6384 0,0 2 1216 16,-1-1 240-16,-2 3 48 0,-2 0-4768 0,-3 0-960 15,-4 3-192-15,-3 2-48 0,0 0-640 0,-2 4-128 16,1 4-16-16,-3 3-16 0,-2 2-544 0,2 3-96 16,3 3-32-16,4-1 0 0,7-5-288 0,2 2-160 15,2-1 160-15,2 2-160 0,1-1 0 0,3-1 0 16,3-2 0-16,4 0 0 0,1-4-384 0,2 0 0 15,3-2-16-15,3-3 0 16,6-1-368-16,2-3-64 0,2-4 0 0,0-5-16 16,0-1 80-16,0-5 0 0,1 0 16 0,-1-5 0 15,-1-1 272-15,-2-3 48 0,-1-2 16 0,-1-3 0 0,-1-3 96 0,0-2 0 16,-1-2 16-16,0 4 0 0,-2 2 64 0,-3 4 16 16,-1 3 0-16,-2 5 0 0,-3 4 224 0,0 4 0 15,-4 6-160-15,0 0 160 0,1 8 352 0,-2 5 144 16,-3 5 16-16,-2 3 16 0,1 3 144 0,0-1 32 15,1 2 0-15,1 0 0 0,1-2-416 0,2 1-80 0,1-2-16 0,0-1 0 32,3-3-1568-32,2-1-320 0,0-3-64 0,2-3-12320 0,1-5-2480 15</inkml:trace>
  <inkml:trace contextRef="#ctx0" brushRef="#br0" timeOffset="77022.88">12316 2017 34095 0,'0'0'1504'0,"0"0"320"0,-5 3-1456 0,0 4-368 16,1 2 0-16,0 2 0 0,1 4 3888 0,1 3 704 16,-2 3 144-16,1 4 16 0,1 5-2768 0,0 2-544 15,2 5-112-15,0-3-32 0,0-2-720 0,0 5-160 16,0-1-32-16,3-1 0 0,-2-1-144 0,1-1-48 16,-1-2 0-16,0-1 0 0,0-1 64 0,1-2 0 15,-2-2 0-15,1-2 0 0,-1-4-256 0,0-4 0 16,0-3 0-16,0-3 0 0,0 0 0 0,0-9 0 15,0 0 0-15,0 0-160 0,0 0 160 0,0 0 0 16,0 0 0-16,4-14 0 0,0-2 0 16,0 1 0-16,1-4 0 0,0-1-288 0,3-3-32 15,1 3 0-15,4-4 0 0,-1 1 32 0,1-1 0 16,1 3 0-16,1-1 0 0,-1 1 128 0,0 3 32 16,-1 1 0-16,0 4 0 0,-1 4 128 0,1 2-128 15,-1 4 128-15,0 0-128 0,-1 2 128 0,0 1 0 0,-2 4 0 0,0 2 0 16,0 2 0-16,-1 4 128 0,-3 5-128 15,-1 3 128-15,-1 3-128 0,-2 1 0 0,-4 2 128 0,0 2-128 16,-3-1 0-16,0 2 128 16,-2-3-128-16,-1 1 0 0,-2 1 0 0,1-4 0 0,1 0-160 0,0-3 160 31,1-3-1312-31,1-4-160 0,1-1-16 0,1-6-16 0,1-2-1488 16,4-5-288-16,0 0-64 0,6-5-15792 0</inkml:trace>
  <inkml:trace contextRef="#ctx0" brushRef="#br0" timeOffset="77353.28">12934 2221 23039 0,'0'0'2048'0,"0"0"-1648"0,0 0-400 0,0 0 0 0,0 0 4928 0,0 0 912 16,0 0 176-16,0 0 48 0,-6-1-2848 0,-2 3-560 15,-1 2-112-15,0 1-32 0,-3 2-1408 16,0 4-272-16,0 3-64 0,-1 0-16 0,-2-1-480 0,0 1-80 16,1-1-32-16,1 0 0 0,0 4-160 0,1-2 0 15,2-1 0-15,1 0 128 0,1-3-128 0,1 0 0 16,1 4 0-16,2-5 0 0,1-1 0 0,2-1 0 15,1 1 0-15,0-9 0 0,4 7 0 0,2-1 0 16,2-2-128-16,1 1 128 0,3-1 0 0,2 0-176 16,1-1 176-16,0-2-128 0,2-1 128 0,2 0 0 15,-1 3-144-15,0-3 144 0,0 2 0 0,-1 0 0 0,-1 0-144 16,-3 0 144-16,-1 0 0 0,-2 1 0 16,-2-1 0-16,-8-2 0 0,5 10 0 0,-2-1 192 15,-3 0-48-15,-1-1-16 0,-3 3 80 0,-3 2 16 0,1 2 0 0,-4-1 0 16,0-2-48-16,-2 1-16 15,-1-3 0-15,0 1 0 0,0 0-160 0,-1 0 0 16,-2-2 0-16,2-1 0 16,1-2-896-16,0 1-192 0,0-5-64 0,2 2 0 15,2-4-1840-15,4 0-368 0,5 0-80 0</inkml:trace>
  <inkml:trace contextRef="#ctx0" brushRef="#br0" timeOffset="77616.82">13207 2326 12895 0,'0'0'1152'0,"0"0"-928"0,0 0-224 0,0 11 0 0,-2-1 7232 0,-2 1 1408 0,-1 3 288 0,-4 2 48 0,0 2-5488 0,-1 3-1104 16,-2-2-208-16,1 1-64 0,2-2-960 0,1 0-208 16,1 1-48-16,1-4 0 0,2-2-560 0,2-1-112 15,1-3-32-15,2 0 0 0,-1-9-192 0,5 7 0 16,-5-7 0-16,9 2 0 0,3-2-144 0,1-1-80 16,3 0-16-16,-1-6 0 0,2 1-112 0,0-3-32 15,-1-3 0-15,-1 0 0 0,0 0 32 0,-2 1 0 16,-1-2 0-16,-2 0 0 15,-2-2 160-15,-3 2 16 0,-1 0 16 0,-3 2 0 0,-3-1 160 16,-2 0-192-16,-4 0 192 0,0 2-192 16,-2 1-704-16,-2 1-160 0,-1 1-32 0,0 1 0 15,0-1-1440-15,1 2-288 0,0 1-64 16</inkml:trace>
  <inkml:trace contextRef="#ctx0" brushRef="#br0" timeOffset="78170.42">13487 2103 14735 0,'0'0'1312'0,"0"0"-1056"0,0 0-256 0,0 0 0 16,0 0 6640-16,0 0 1264 0,0 0 256 0,-3 12 48 16,-1 3-4880-16,-1 2-960 0,0 2-208 0,0 3-48 15,-2 6-768-15,1 0-176 0,-1 2-16 0,2 2-16 16,0-2-592-16,1 0-112 0,0 1-32 0,1-1 0 16,1 0-240-16,0-2-160 0,2 0 192 0,2-3-192 15,0-3 0-15,2-3 0 0,0-2 0 0,1-2 0 16,1-4 0-16,0-3 0 0,2-1 0 0,1-3 0 15,0-3-256-15,2-1 64 0,-1-3 0 0,2-2 0 0,-2-4-128 0,2-3 0 16,2-1-16-16,-1-1 0 16,-1-6-128-1,0-1-32-15,-2-1 0 0,2-1 0 0,0-5-64 0,-1 4-16 16,0 3 0-16,-2-1 0 0,-1 1 32 0,-2 0 0 0,0 5 0 0,-3 3 0 16,0 3 544-16,0 3 0 0,-3 7 0 0,0 0 0 0,0 0 512 0,0 0 48 15,-3 7 16-15,0 3 0 0,2 3-176 0,-1 3-16 16,-1 2-16-16,0-1 0 0,2 0-176 0,0 1-16 15,-2-1-16-15,3 3 0 0,1-3-160 0,2 2 0 16,1 0 0-16,-1-1 128 0,-1-5-128 0,2-1 0 16,1 1 0-16,2-2 0 0,-1-3-240 0,2-1 32 15,0-2 0-15,0-1 0 0,1-2 16 0,0-2 16 16,0-1 0-16,2-3 0 0,-1-1 176 0,0-3-160 16,1 0 160-16,1-3-160 0,-1-2 160 0,2-2 0 0,2-2 0 0,-1-2 0 15,0-3 0-15,1-2 0 0,-2-1 0 16,0 2 0-16,-1 1 0 0,-2 1-128 0,-1 3 128 15,-2 3-128-15,-3 4 128 0,-1 3 0 16,-1 3 0-16,-2 5 0 0,0 0 352 0,0 0 0 0,-4 11 0 0,0 5 0 16,0 1 64-16,0 2 16 0,-1 5 0 0,0-1 0 15,1 1-176-15,1-1-48 0,2-1 0 0,0 1 0 16,-1 1-208-16,4-5 0 0,-1 0 0 16,3-2 0-1,1-3-1104-15,2-2-272 0,0-3-48 0,4-3-16 16,2-4-2464-16,2-3-480 0</inkml:trace>
  <inkml:trace contextRef="#ctx0" brushRef="#br0" timeOffset="78402.25">14264 1980 46591 0,'0'0'2064'0,"0"0"432"0,0 0-2000 0,-5 1-496 16,5-1 0-16,-7 5 0 0,1 2 1344 0,1 2 160 15,-1 0 32-15,1 4 16 0,1 1-528 0,-1 6-128 16,1 3 0-16,-1 5-16 0,-2-2-544 0,2 2-96 15,0 4-32-15,1-2 0 0,3-2-208 0,-1 1 144 16,2 0-144-16,2 1 128 0,-1 0-128 0,0 1 0 16,1-4 0-16,-1 1 0 0,1-6-144 0,2 0-64 15,0 2-16-15,-1-5 0 16,-2-2-1200-16,1-3-240 0,-1-3-64 0,0-2 0 16,-1-9-1536-16,0 0-320 0,0 0-64 0,0 0-14608 0</inkml:trace>
  <inkml:trace contextRef="#ctx0" brushRef="#br0" timeOffset="78663.75">14067 2470 40479 0,'0'0'1792'0,"0"0"384"0,0 0-1744 0,0 0-432 0,0 0 0 0,0 0 0 15,0 0 1904-15,0 0 288 0,9-5 64 16,2 1 16-16,2 0-816 0,1 0-176 0,3-1-16 0,1-2-16 16,2-1-704-16,1 2-144 0,1-6-16 0,1 3-16 15,2 0-112-15,0 0 0 0,0-2-16 0,-1-2 0 16,0-1-80-16,-1 1-16 0,-2 2 0 0,-3 4 0 15,-1 0-144-15,-4 2 0 0,-3 4 0 0,-10 1 0 0,6 5-128 16,-3 1-16-16,-6 2 0 0,-1 4 0 16,-2 2 144-16,-4 3 0 0,0 1 0 0,1 2 0 15,0-2 0-15,1 2 0 0,1-1 0 0,2 1 128 16,1-2-128-16,2-1 0 0,2-3 0 0,2 3-128 0,5-5 128 16,1-5 0-16,3-3 0 15,4-3-3200-15,2-1-592 0,1-4-128 16,2-3-16704-16</inkml:trace>
  <inkml:trace contextRef="#ctx0" brushRef="#br0" timeOffset="79268.48">14793 1997 27647 0,'0'0'2448'0,"0"0"-1952"0,0 0-496 16,0 0 0-16,-4 3 4752 0,0 4 864 16,1 1 160-16,-3 1 48 0,-1 4-3696 0,-3 3-720 15,0 6-160-15,0 3-32 0,-5 6-320 0,1 4-80 16,0 2-16-16,0-2 0 0,3-1-384 0,2-2-80 15,2-2-16-15,3 0 0 0,2 0-160 0,0-2-32 16,4-4-128-16,0 0 192 0,2-5-192 0,1 1 0 16,1-3 0-16,0-3 0 0,3-3 0 0,0-4 0 15,2-1 0-15,0-2-160 0,2-3-96 0,1-2-32 0,-1-3 0 0,0-4 0 32,0-1-160-32,0-2-16 0,-2-2-16 0,2-1 0 15,2-2-352-15,-1-1-64 0,0-6 0 0,1 1-16 16,-2-2-48-16,0 3 0 0,-3 2 0 0,1 2 0 15,-2 3 448-15,-4 3 64 0,-4 3 32 0,1 4 0 0,-2 4 752 0,0 0 160 0,0 0 16 0,0 0 16 16,-3 10 176-16,-1 0 16 0,-1 0 16 0,-2 3 0 0,1 2-416 0,1 2-64 16,-1 0-32-16,3 0 0 0,0 0-96 15,2 1-128-15,-1-3 176 0,4 1-176 0,0-3 128 16,2-1-128-16,1-2 0 0,2 1 0 0,1-2 0 16,1-3-144-16,0-4 16 0,3-1 0 0,1-1-176 0,2 0-16 15,0-3-16-15,-2-2 0 0,0-3 176 0,-1 0 160 16,-3-1-208-16,2-4 80 15,2-4 128-15,-1-1 0 0,-1 0 128 0,-2-2-128 0,0 2 144 16,0-3-144-16,-1-2 192 0,-2 2-192 0,0 1 192 0,-1 5-192 16,-1 2 192-16,-3 0-192 0,-1 5 448 0,0 1 0 15,-1 2-16-15,1 5 0 0,0 0 128 0,0 0 16 16,-4 9 16-16,-1 3 0 0,-2 2-240 0,1 2-48 16,-1-2-16-16,2 7 0 0,1 4-80 0,1 1-16 15,3-3 0-15,2 2 0 0,-4 3-16 16,1 4-16-16,0 3 0 0,-1 2 0 0,4 3-160 15,-2 3 192-15,1 0-192 0,-1-1 192 0,-1-2-192 0,-1 1 0 0,0-3 0 16,-2-1 0-16,-1 0 0 0,-3-1 0 0,-3-2 128 16,1-1-128-16,-6-7 0 0,-1-1 0 0,-2-2 0 0,-2-2 128 15,-3-3-128-15,0-2 0 0,-4-4 0 0,2 0 0 16,1-6-576 0,-1 1-160-16,-2-7-32 0,0 0-23952 0</inkml:trace>
  <inkml:trace contextRef="#ctx0" brushRef="#br0" timeOffset="79867.8">15654 2311 50111 0,'0'0'2224'0,"0"0"448"0,0 0-2144 0,0 0-528 15,0 0 0-15,1 8 0 0,0 1 528 0,1 1 0 16,-1 1 0-16,0 2 0 0,1 5 336 0,0 3 64 16,1 1 16-16,-1 0 0 0,1 0-496 0,0 0-112 0,-1 2-16 0,1-1 0 15,-1-3-128-15,0-3-48 0,-1-2 0 0,0-1 0 16,-1-5-144-16,0-9 160 0,0 0-160 0,0 0 160 15,0 0-160-15,0 0 160 0,0 0-160 0,0 0 160 16,6-7-160-16,-3-1 0 0,1-1 0 0,0-4 0 16,0-4 0-16,1-2-176 0,1-5 48 0,0-1 0 15,2-1-144-15,0-4-32 0,0 2 0 0,2-2 0 16,2-2-112-16,-1 4-32 16,1 0 0-16,0 6 0 0,-3 4 96 0,0 6 16 0,-1 3 0 0,-1 4 0 0,-1 1 336 0,-6 4 128 15,7 8 0-15,-2 1 0 0,-1 5 192 0,0 3 48 16,-2 1 0-16,0 3 0 15,-1 0-160-15,-1 4-16 0,-1 2-16 0,-1-1 0 0,1-1-176 0,0 0 128 16,1 0-128-16,0-2 128 0,1-2-128 0,2 0-224 16,0-4 48-16,3-2 16 15,0-3-1888-15,3-4-384 16,2-3-80-16,2-2-12368 0,2-3-2464 0</inkml:trace>
  <inkml:trace contextRef="#ctx0" brushRef="#br0" timeOffset="80128.75">16239 2315 41519 0,'0'0'1840'0,"-5"0"384"0,0 2-1776 0,-2 0-448 0,-2 2 0 0,0 2 0 16,-3 2 2496-16,-1 2 400 0,-3 1 96 0,1 0 16 16,-1 4-1440-16,1-1-288 15,-1 4-48-15,2 1-16 0,-1-2-688 0,3-2-144 0,2 0-16 0,2 0-16 16,3 1-224-16,2-2-128 0,3-1 128 0,3-1-128 16,2-3 0-16,2-2 0 0,1-3 0 0,3 1-128 15,4-1-176-15,2-2-16 0,1-2-16 0,1-1 0 31,1-2-128-31,0-1-32 0,-1 1 0 0,-1-3 0 0,-1-2-112 16,-1 1-32-16,-3-1 0 0,-1-1 0 0,-2-2-48 16,-2 2-16-16,-2 1 0 0,0-1 0 0,-2 0 128 15,-3 0 32-15,-1-4 0 0,0 1 0 0,0 2-912 16,-1 2-176-16,-3 1-32 0,0 0-11616 0,1-4-2320 0</inkml:trace>
  <inkml:trace contextRef="#ctx0" brushRef="#br0" timeOffset="80403.06">16463 1946 15663 0,'-2'-9'688'16,"2"9"144"-16,0 0-656 0,0 0-176 0,0 0 0 0,0 0 0 0,0 0 7632 0,0 0 1504 16,0 0 288-16,0 0 64 0,6 9-6384 0,1 2-1280 15,-2 1-256-15,0 5-48 0,-1 3-912 0,-1 3-176 16,-1 6-48-16,0 3 0 0,-2 2-192 0,-2 3-32 15,1-1-16-15,0 1 0 0,1-2-144 0,-2 0 192 0,2-3-192 0,0-2 192 16,0-2-192-16,0 0 0 16,0-5 0-16,0-1 0 0,0 0 0 0,2-2 0 0,-2-2 0 15,1-2 0-15,0-7 0 0,-1 0-256 0,0-1 48 0,0-8 0 32,0 0-1056-32,0 0-208 0,0 0-32 0,0 0-16 15,0 0-1264-15,-5-3-256 0,0-3-48 0</inkml:trace>
  <inkml:trace contextRef="#ctx0" brushRef="#br0" timeOffset="80571.62">16278 2244 43599 0,'0'0'1920'0,"0"0"416"0,0 0-1872 0,7-2-464 0,1-1 0 0,3 2 0 16,5-4 1280-16,1 3 144 0,-1-3 48 0,2 4 0 16,4-3-176-16,1 1-16 0,3 2-16 0,1 0 0 0,0-1-656 0,0 2-128 15,2 0-32-15,-2 0 0 0,-1 0-448 0,-1 2-256 16,0 0 16-16,-2 2 16 15,0 1-3344-15,-1 2-656 0</inkml:trace>
  <inkml:trace contextRef="#ctx0" brushRef="#br0" timeOffset="80731.45">16959 2558 4607 0,'0'0'400'0,"0"0"-400"16,0 0 0-16,0 0 0 0,0 0 10976 0,-5 7 2112 15,5-7 416-15,0 0 96 0,0 0-10016 0,0 0-1984 16,0 0-416-16,0 0-80 0,0 0-560 0,0 0-112 15,0 0-32-15,0 0 0 0,0 0-288 0,0 0-112 16,0 0 0-16,0 0 0 16,0 0-368-16,7-4-64 0,0 1-16 0,1 1-25312 0</inkml:trace>
  <inkml:trace contextRef="#ctx0" brushRef="#br0" timeOffset="86045.17">2970 4541 16575 0,'-7'-13'736'0,"5"9"160"0,-2-1-720 0,-1 0-176 0,2 0 0 0,2 1 0 0,1 4 5872 0,-2-5 1136 15,0-2 224-15,2 7 64 16,0 0-4112-16,0 0-816 0,0 0-176 0,0 0-16 0,0 0-960 0,0 0-192 16,0 0-48-16,0 0 0 0,0 0-480 0,0 0-112 15,0 0 0-15,6 5-16 0,-6-5-128 0,7 8-32 16,-2 0 0-16,0 0 0 0,0 1-80 0,1 1 0 16,-1 3-128-16,-1-2 192 0,0 2-192 0,0 0 128 15,-2 0-128-15,1 4 0 0,-1-1 128 0,0 4-128 16,0 4 0-16,0 2 0 0,-1-3 128 0,-1 5-128 15,0 1 0-15,0-3 144 0,1 1-144 0,1-1 0 16,-1-2 0-16,0-5 128 0,0-1-128 0,1 1 0 16,-1-2 0-16,2-4 0 0,-2-4 0 0,0 0 0 15,1 0 0-15,-1 0 0 0,-1-9 0 0,0 0 0 16,0 0-160-16,0 0 160 0,0 0-256 0,0 0 32 16,0 0 16-16,0 0 0 15,0 0-1456-15,0 0-272 0,0 0-64 0,6-5-16 16,1-4-2176-16,2 0-432 0</inkml:trace>
  <inkml:trace contextRef="#ctx0" brushRef="#br0" timeOffset="86373.92">3201 4744 22111 0,'0'0'1968'0,"0"0"-1584"0,-8 1-384 0,1 1 0 16,7-2 5968-16,-5 4 1120 0,-1-1 208 0,6-3 64 15,0 0-4416-15,0 0-864 0,-2 8-176 0,2 0-48 16,2-1-1088-16,1 0-208 0,4 1-48 0,1 0-16 15,0-1-288-15,2 0-48 0,3-2-16 0,1-1 0 0,1-1-144 0,3 1 0 16,2-3 0-16,-1 0 128 16,1-1-128-16,-2 0 0 0,2 0 0 0,-1 1 0 15,-1 1 0-15,1-1 0 0,-2 0 0 0,-2 2 0 16,-1 0 0-16,0-1 0 0,-4 1 0 0,-1-1 0 16,-1 1 0-16,0 1 0 0,-8-4 0 0,0 0 0 0,2 9 0 0,0-2 0 15,-4 2 144-15,0-1-144 0,-3-2 144 0,-2 3-144 16,-1 2 192-16,-1-1-192 0,-1 3 192 0,-2-3-64 15,-1 2 0-15,0 0-128 0,-2-3 144 0,1 2-144 16,0-1 0-16,-1 0 144 0,0 0-144 0,0-1 0 16,1 1 0-16,2 0 128 15,2 0-592-15,2-4-128 0,2 1-32 0,2-1 0 16,4-6-2288-16,2 11-464 0,5-4-80 0</inkml:trace>
  <inkml:trace contextRef="#ctx0" brushRef="#br0" timeOffset="86874.98">4288 4356 42959 0,'0'0'1904'0,"-1"-8"400"0,-1 1-1856 0,1-1-448 16,0 0 0-16,-1 1 0 0,2 7 2128 0,0 0 336 16,0 0 64-16,0 0 16 0,0 0-944 0,0 0-192 15,0 0-48-15,0 12 0 0,2 4-832 0,-1 5-160 16,-1 4-48-16,-1 3 0 0,-2 7-96 0,2 2-32 16,-2 3 0-16,1 6 0 0,-2-2-192 0,1 5 0 15,0-4 0-15,2 2 0 0,0-3 0 0,1-1 128 16,0-3-128-16,0-4 64 0,-1-7-64 0,1-2 0 15,0-1 0-15,1-1 0 0,-2-6-128 0,1-2 128 16,0-1-192-16,1-3 192 16,0-4-1088-16,2-1-96 0,-3-8-32 0,0 0 0 15,8 0-2000-15,2-4-416 0,2-2-80 0,1-6-16640 0</inkml:trace>
  <inkml:trace contextRef="#ctx0" brushRef="#br0" timeOffset="87334.2">4590 4531 20271 0,'0'0'1792'0,"0"0"-1424"0,0 0-368 0,-5 0 0 15,1 0 6352-15,-1 1 1200 0,-1 2 256 0,-4 1 32 16,0 5-4768-16,-2 1-944 0,-1 6-192 0,-1 4-32 0,-3 4-992 16,-3 5-192-16,-2 4-32 0,3 2-16 15,-1 1-368-15,3 2-80 0,1-1-16 0,3-2 0 0,3-5-80 0,4-3-128 16,-2-3 176-16,4-1-176 16,2-1 0-16,4-1 0 0,2-3 0 0,1-2 0 0,1-3 0 0,1-2 0 15,3-2 0-15,2-3 0 16,1-1-544-16,1 1-16 0,2-5 0 0,2-2 0 15,1-3-608-15,0-2-128 0,1-1-32 0,1-1 0 16,1-1-1168-16,-1 0-256 0,-1-1-32 0,-1 1-16 16,-2 0 720-16,-2 0 144 0,-2 0 16 0,0 0 16 15,-1 2 624-15,-1-1 128 0,-1-1 32 0,-1 0 0 0,-1 0 2240 0,0 0 448 16,-2 0 96-16,-1-3 0 0,1-1 480 0,0 0 96 16,1-3 0-16,-1 2 16 0,-1-2-768 0,2 1-144 15,0-2-48-15,3-7 0 0,-4 3-368 0,1 2-80 16,0-1-16-16,-1 1 0 0,-1-1-224 0,0 2-48 15,1 1-16-15,-2 3 0 0,-1 2-240 0,-3 3-48 0,0 9-16 16,0 0 0-16,0 0-32 0,0 0 0 16,-5-3 0-16,-1 5 0 0,-2 3 0 0,-2 5 0 0,-4 8 0 15,1 3 0-15,-1 5-208 0,-2 4 128 16,1 2-128-16,-2 2 0 0,3-1 128 0,2 0-128 16,1-2 0-16,5-5 0 0,1-2 0 0,2-2 0 15,3-2 0-15,3-2 0 16,2 0-464-16,1-4-144 0,3 2-32 0,2-5 0 15,-1-5-512-15,3-3-128 0,3-3 0 0,2-2-16 16,1-2-1008-16,0-3-192 0,2-6-32 0,2-3-17280 0</inkml:trace>
  <inkml:trace contextRef="#ctx0" brushRef="#br0" timeOffset="87543.74">5038 4369 25791 0,'-4'-2'2304'0,"-2"2"-1856"15,6 0-448-15,0 0 0 0,-5 1 5536 0,5-1 1008 16,0 0 208-16,-2 9 32 0,-1 3-4128 0,0-2-832 15,1 3-160-15,-2 4-48 0,0 2-864 0,0 4-176 16,0 4-48-16,0 3 0 0,0 3-336 0,2 2-192 16,-1 3 192-16,2-1-192 0,1-4 0 0,0 3 0 15,0-1 0-15,1 0 0 0,2-4-176 0,1-1-144 16,-2-4-16-16,1-2-16 16,-1-2-864-16,1-4-160 0,0-2-32 0,1-3-16 31,1-3-2560-31,0-2-512 0</inkml:trace>
  <inkml:trace contextRef="#ctx0" brushRef="#br0" timeOffset="87935.61">5155 4698 29487 0,'0'0'2624'0,"0"0"-2112"15,0 0-512-15,0 0 0 0,0 0 4496 0,0 0 800 16,0 0 144-16,0 0 48 0,0 0-2864 0,5 5-560 16,0 4-112-16,1 4-32 0,-3 3-1104 0,3 3-240 15,-4 5-32-15,2 2-16 0,0 0-240 0,0 4-48 16,-1-3-16-16,1 1 0 0,1-3-224 0,0-2 0 0,1-5 128 15,0 2-64-15,-1-2-64 0,0-2 0 16,-1-2 0-16,1-3 0 0,0-2 0 0,1-4 0 0,-6-5 0 0,5 5 0 16,-5-5 0-16,0 0 0 0,0 0 0 0,5-4 0 15,0-2 0-15,1-3 0 0,-3-2 0 0,1-1 0 16,2-2 0-16,-1-2 0 0,0-2 0 0,2-4 0 16,-1-3-144-16,2-1 144 0,0 0-208 0,0-1 80 15,-1-1 128-15,1 4-192 0,0 1 192 0,1 5-192 16,-2 1 192-16,-1 4-128 0,-1 4 128 0,-1 0-128 15,0 4 128-15,-4 5 0 0,0 0 0 0,0 0 0 0,0 0 0 0,7 9 0 16,-1 3 0-16,-1 1 0 0,1 3 0 16,-4 4 0-16,1 1 128 0,-1 2-128 0,1 2 0 0,-2 0 144 15,1 0-144-15,-1-2 0 0,0-2 128 0,2-1-128 16,-2-7 0-16,2 4 0 0,-1-3 0 0,0 3 0 16,0-4 0-16,0-1 0 15,-2-12-416-15,0 0-96 0,0 0 0 16,0 0-16-16,0 0-1696 0,7 0-336 0,3-3-64 15,-3-1-19824-15</inkml:trace>
  <inkml:trace contextRef="#ctx0" brushRef="#br0" timeOffset="88050.82">5553 4621 11967 0,'-11'-9'528'0,"6"8"112"0,0-1-512 0,5 2-128 0,0 0 0 0,-6-1 0 16,0 1 5696-16,6 0 1088 15,0 0 240-15,0 0 32 16,0 0-7600-16,0 0-1520 0</inkml:trace>
  <inkml:trace contextRef="#ctx0" brushRef="#br0" timeOffset="88398.82">5620 4686 15663 0,'0'0'688'0,"0"0"144"0,0 0-656 0,3 9-176 0,1 0 0 0,0 1 0 0,0 0 7184 16,0 3 1408-16,-2 0 288 0,1 4 48 0,-2 3-5296 0,0 0-1072 0,1 5-192 15,-1 0-64-15,0 0-1296 0,1-1-272 0,-1-1-48 0,0-3-16 16,1 1-448-16,-1-2-96 0,0-2 0 0,0-2 16 15,1 0-144-15,-1-2 0 0,-1-6 0 0,0 1 0 0,0 0 0 16,0-8 0-16,0 0 0 0,0 0 0 0,0 0 0 0,0 0 0 16,0 0 0-16,0 0 0 0,0 0 0 15,-3-6 0-15,2-2 0 0,1-1 0 0,0-6 0 0,3 0 0 16,1-5 0 0,1-1 0-16,1-2 0 0,2-3-208 0,3 0 64 0,0-3 16 0,1 0-16 15,1 2 0-15,1 2 0 0,0 3 0 0,-1 2 144 0,-2 6-128 16,0 2 128-16,-2 4-128 0,-1 5 128 0,-2 3 0 15,-6 0 0-15,7 9 0 0,-2 2 0 0,-1 5 176 16,-3 4-48-16,0 3 0 0,1 3 0 0,-2 2 0 16,0-1 0-16,0-1 0 0,1 0-128 0,-1-5 0 15,0 1 0-15,1-4 128 0,2 1-128 0,1-2 0 0,-2-3 0 16,2-1-176 0,2 0-1120-16,0-3-240 0,1-2-32 0,2 0-14832 0,5 1-2976 15</inkml:trace>
  <inkml:trace contextRef="#ctx0" brushRef="#br0" timeOffset="88557.95">6075 4797 36863 0,'0'0'3264'0,"0"0"-2608"0,0 0-528 15,0 0-128-15,0 0 3840 0,0 0 752 0,0 0 144 0,0 0 16 16,0 0-3024-16,11-1-592 0,-1-2-128 0,2 0-32 16,2 0-672-16,3-3-144 0,1 0-32 0,2-1 0 15,1-1-816-15,4-1-160 0,2-1-48 0,7-1-23984 16</inkml:trace>
  <inkml:trace contextRef="#ctx0" brushRef="#br0" timeOffset="89072.75">6679 4318 29487 0,'0'0'2624'0,"0"0"-2112"0,0 0-512 0,0 0 0 0,0 0 4160 0,0 0 736 0,0 0 144 0,6 6 16 0,0 3-2720 0,-1 5-544 16,0 6-128-16,2 3 0 0,-1 3-784 0,2 4-160 16,0 4-16-16,0 3-16 0,-3 2-304 0,-1 2-48 15,0 3-16-15,1-1 0 0,-1-2-160 0,-2 0-32 16,1-2-128-16,0-4 192 0,-1-4-192 0,1-3 0 16,-2-6 0-16,0-3 0 0,-1-2 0 0,2-2-256 15,-4-4 16-15,1-1 16 16,1-10-1632-16,0 0-320 0,0 0-64 0,0 0-13280 15,0 0-2656-15</inkml:trace>
  <inkml:trace contextRef="#ctx0" brushRef="#br0" timeOffset="89337.18">6671 4316 34095 0,'0'0'3024'15,"0"0"-2416"-15,4-9-480 0,1 2-128 0,3 1 3216 0,1-1 624 16,0 1 128-16,4-2 32 0,0 1-1888 0,2 1-384 0,0-3-80 0,4 1-16 15,0-1-992-15,2 1-208 0,1 0-48 0,0 0 0 16,3 2-224-16,0 2-160 0,1-1 192 0,0 6-192 16,-1 4 0-16,0 3 0 15,-7 1 0-15,0 3 0 0,-1 2 128 0,-4 6-128 0,-4 3 0 0,-4 3 0 16,-3 4 0-16,-5 2 0 0,-3-1 0 0,-2 0-144 16,-5 3 144-16,-2 0 0 0,0-3 0 15,-1 1 0-15,-2-1-192 0,0-1 32 0,1-2 16 0,0-1 0 16,0-4-912-1,1-3-176-15,2-2-48 0,-1-4 0 16,2-3-1456-16,3-4-288 0,2-3-64 0</inkml:trace>
  <inkml:trace contextRef="#ctx0" brushRef="#br0" timeOffset="89545.12">7104 4333 20271 0,'0'0'1792'0,"6"-3"-1424"0,1 1-368 0,-7 2 0 0,0 0 5616 0,0 0 1040 15,8 6 224-15,-3 6 32 0,-1 1-3456 0,0 1-704 16,-3 6-144-16,2 1-32 0,-3 0-1440 0,0 3-304 15,0 2-48-15,0 3-16 0,-2 1-432 0,1 0-80 16,0 1-32-16,1 1 0 0,0-2-224 0,1-2 144 16,0 0-144-16,1-1 128 0,-1 0-256 0,0-1-64 15,2 1-16-15,-2-7 0 16,1 1-944-16,0-1-176 0,2-2-32 0,-1-1-16 16,2-4-1376-16,1 0-288 0,1-1-48 0,2-4-10624 15,2-3-2128-15</inkml:trace>
  <inkml:trace contextRef="#ctx0" brushRef="#br0" timeOffset="89899.88">7443 4661 10127 0,'3'-10'896'0,"-1"-2"-704"0,1 0-192 0,-2-1 0 16,-1 2 6448-16,-3 2 1248 15,0 1 256-15,-1 3 48 0,4 5-3728 0,-7 0-752 16,-2 3-160-16,-1 4-32 0,-2 3-1632 0,-1 6-336 16,0 6-64-16,1 4-16 0,-2 3-832 0,-1 2-192 15,1 1-16-15,1 0-16 0,1-1-16 0,3-1 0 0,1-4 0 0,2-2 0 0,2-3-208 0,1-2 0 16,1-2 0-16,3-2 0 15,2-5-320-15,2-2-48 0,-5-8-16 0,8 5 0 16,1-4-448-16,0-1-80 0,1-2-32 0,1-2 0 16,-1-4-80-16,2-5 0 0,0-1-16 0,-1-2 0 15,0-1 272-15,-2-1 64 16,1 0 16-16,-1-2 0 0,1-5 400 0,-1 2 80 0,-2-1 16 16,1 1 0-16,-2-1 192 0,0 2 0 0,2 1 0 0,-3 4 0 0,-1 2 336 0,0 2 64 15,-1 2 16-15,-1 4 0 0,-2 7 368 0,0 0 80 16,0 0 16-16,0 0 0 0,0 0-208 0,0 0-32 15,3 7-16-15,-1 4 0 0,0 2-320 0,-1 1-64 16,0 3-16-16,1 3 0 0,-1 2-224 0,1 1 144 16,0 1-144-16,0 1 128 0,1-5-128 0,0 3 0 15,-1-4 0-15,1 1 0 16,-1-2-896-16,2-2-192 0,0-3-64 0,0-3 0 16,0-2-1792-16,1 0-384 0,4-1-64 0</inkml:trace>
  <inkml:trace contextRef="#ctx0" brushRef="#br0" timeOffset="90281.15">7659 4552 23951 0,'-5'-7'2128'0,"5"7"-1696"0,0 0-432 15,0 0 0-15,0 0 5456 0,0 0 1008 0,0 0 208 0,0 0 48 16,0 0-3840-16,0 12-752 16,3 5-144-16,-1 3-48 0,0 2-976 0,0 4-208 0,1 3-48 0,-1-2 0 15,-2-1-272-15,3 1-64 0,0 2-16 0,-1 1 0 16,0-5-352-16,0 0 0 0,1-1 0 0,-1-3 128 0,1-4-96 0,0-3-32 15,-2-3 0-15,0-2 0 0,1-2 0 0,-2-7 0 16,0 0 0-16,0 0 0 0,0 0 0 0,0 0 0 16,0 0 0-16,0 0 0 0,0 0 0 0,0 0 0 15,0 0-160-15,2-8 160 0,1-4-128 0,-2-1 128 16,-1-3-128-16,3-2 128 0,-1-3-208 0,3-1 32 16,2-1 16-16,1-1 0 0,2-1-80 0,2 1-16 15,0-1 0-15,-1 0 0 0,1 2 64 0,-1 3 0 16,-1 0 0-16,0 6 0 0,1 5 192 0,-1 0-176 15,1 4 176-15,-3 1-160 0,-8 4 160 0,6 1 0 16,-1 4 0-16,1 4 0 0,-3 7 128 0,1 0 0 16,-1 5 0-16,-2 2 0 0,1-2-128 0,-1 2 128 15,0-1-128-15,0 2 128 0,1-1-128 0,0 1 0 16,2-2 0-16,-1-1 0 16,1-3-960-16,1-2-176 0,2-3-16 0,2-1-16 15,1-6-2704-15,4 1-544 0,3-4-96 0</inkml:trace>
  <inkml:trace contextRef="#ctx0" brushRef="#br0" timeOffset="90524.47">8224 4594 12895 0,'-1'-6'1152'0,"-1"-1"-928"0,0-1-224 0,-1 3 0 16,-1 1 7056-16,-1 1 1376 0,5 3 272 0,-7 0 48 16,1 1-5136-16,-2 3-1024 0,0 3-208 0,-1 2-32 15,-3 3-1392-15,1 3-256 0,-5 6-64 0,2 3-16 16,-1 2-416-16,4 1-80 0,-1 0 0 0,3-1-128 15,1 2 128-15,3 1-128 0,1-5 0 0,2 1 0 16,4-1-192-16,2-6-80 0,1 0-32 0,3-4 0 16,0-2-1168-16,1-4-224 0,0-4-48 0,3-2-16 15,-1-2-352-15,4-2-80 0,-1-2-16 0,3-5 0 16,1-3-1296 0,2-5-256-16,-2-1-48 0,0-3-5808 0,0-2-1168 0</inkml:trace>
  <inkml:trace contextRef="#ctx0" brushRef="#br0" timeOffset="90706.06">8430 4491 4607 0,'8'-54'192'0,"-7"33"64"0,2-2-256 0,-2 2 0 0,0 1 0 0,-1 3 0 0,-1 2 7440 0,1 4 1456 16,-1 1 272-16,-1 3 64 0,0 2-4800 0,2 5-960 16,0 0-192-16,0 0-32 0,0 0-1648 0,-3 9-320 15,-1 2-64-15,2 4 0 0,-2 6-656 0,0 3-128 16,0 2-32-16,-1 2 0 0,-1 1-144 0,1 2-16 16,0 2-16-16,1 2 0 0,0 2-224 0,2-1 144 15,-1 1-144-15,2-2 128 0,-1-2-128 0,1-3 0 16,0 0 0-16,1 0 0 15,1-6-1088-15,2 1-112 0,-2-7-16 0,2-2 0 16,-1-6-1600-16,2-2-320 0,1-3-64 0,2-2-16592 0</inkml:trace>
  <inkml:trace contextRef="#ctx0" brushRef="#br0" timeOffset="90946.49">8654 4566 17503 0,'-8'-9'768'0,"8"9"176"0,-4-3-752 0,0-2-192 0,-1 4 0 16,0-2 0-16,-2 2 7280 0,0 5 1424 0,-1-1 272 0,0 3 64 15,-1 2-6016-15,-2 2-1200 0,1 3-240 0,-2 4-48 16,-1 3-832-16,0 3-176 0,0 3-16 0,0 0-16 16,1 2-176-16,2-1-48 0,0 2 0 0,-1-3 0 15,3-3-128-15,3 1-16 0,1-3-128 0,3-3 192 0,1 0-192 0,2 1 0 16,2-6 0-16,2-2 0 0,-1-2 0 0,1 1 0 16,2-4 0-16,1-2 0 0,0 0 0 0,2-1 0 15,1-1 0-15,2-2-160 0,2-1-192 0,1-3-32 16,1 0-16-16,3 0 0 15,-2-5-1392-15,2 0-256 0,3-3-64 0,-1-1-21136 16</inkml:trace>
  <inkml:trace contextRef="#ctx0" brushRef="#br0" timeOffset="91132.6">9076 4523 50047 0,'-9'-4'2224'0,"9"4"448"0,0 0-2144 0,0 0-528 0,-4 2 0 0,4-2 0 0,0 0 1104 0,0 0 112 16,0 0 32-16,0 0 0 15,0 0-1488-15,4 11-288 0,0 0-64 0,3 0-15216 0,3 1-3024 0</inkml:trace>
  <inkml:trace contextRef="#ctx0" brushRef="#br0" timeOffset="91282.76">9155 4750 50047 0,'0'0'2224'0,"-4"8"448"0,0-2-2144 0,1 1-528 0,-1 2 0 0,2-2 0 0,-1 0 1792 0,1 0 240 0,-1-1 48 0,3-6 16 15,0 10-1376-15,1-4-272 0,-1-6-48 0,0 0-16 0,0 0-384 0,4 7-256 16,1-2 48-16,-5-5 0 16,8 4-224-16,0 0-32 15,0-2-16-15,0 2-24928 0</inkml:trace>
  <inkml:trace contextRef="#ctx0" brushRef="#br0" timeOffset="100569.3">12569 5557 17503 0,'-4'-20'1552'0,"3"11"-1232"0,-2-2-320 0,1-1 0 0,-1 3 4032 0,0-3 768 16,1 0 128-16,-2 1 48 0,0-2-2800 0,-2-2-544 16,-1 0-112-16,1 0-32 0,-2-2-16 0,-1 2-16 15,-2-1 0-15,1 0 0 0,-2 2-432 0,2 5-96 16,-1 1-16-16,1 2 0 0,-3 0-272 0,-2 4-64 16,1 2-16-16,-3 0 0 0,-1 4-256 0,-8 6-48 15,-3 6-16-15,-2 3 0 0,-3 9-112 0,-3 4-128 16,-2 6 176-16,-1 8-176 0,-1 7 128 0,2 7-128 15,0 5 0-15,3 3 0 0,2 1 224 0,5-1-64 0,6-3-16 0,6-2 0 16,5-1 0-16,5-2 0 0,6-1 0 0,5-2 0 16,5-1-144-16,7-4 128 0,6-7-128 0,4-3 128 15,3-11-128-15,5-3 0 0,5-3 0 0,2-5 0 0,4-5 0 16,-1-3 0-16,2-5 0 0,-1-6-176 16,2-5 176-16,2-4 0 0,0-2 0 0,1-4 0 15,-2-5 0-15,-1-2 128 0,0-2-128 0,-2-2 0 16,-2 0 0-16,-2-2 0 0,-2-2 0 0,-5-1 0 0,-3-1 0 15,-2-2 0-15,-3-2 0 0,-1 0 0 0,-6 0 128 0,-1-2-128 16,-2 0 128-16,-3-4-128 0,-2-2 0 16,0-21 128-16,-3 7-128 0,-4 3 0 0,-4 1 128 0,-3 3-128 15,-2 5 128-15,0 15-128 0,-3 0 0 0,-2-1 0 16,-3-1 0-16,-3 2 128 0,-4 0-128 0,0 4 0 16,-3 3 0-16,0-5 0 0,-2 6-192 0,-1 0 0 15,-3 2 0-15,2 4 0 16,0 1-848-16,-1-2-176 0,2 4-48 0,-9-6 0 15,8 7-1408-15,3 3-272 0,2 0-64 0</inkml:trace>
  <inkml:trace contextRef="#ctx0" brushRef="#br0" timeOffset="101734.64">12198 5892 23951 0,'0'0'2128'0,"0"0"-1696"0,0 0-432 0,0 0 0 0,0 0 3728 0,0 0 672 16,0 0 128-16,0 0 16 0,0 0-2528 0,0 0-512 0,0 0-96 0,0 0-32 15,0 0-560-15,0 0-112 0,0 0-32 0,0 0 0 0,0 0-320 0,0 0-64 16,0 0-16-16,0 0 0 0,0 0-16 0,-4 5 0 16,4-5 0-16,-7 3 0 15,2 0-96-15,-2-2-32 0,0 0 0 0,-3 0 0 0,3 3-128 0,-2-1 192 16,-3 2-192-16,0 2 192 0,0 0-48 0,1 4 0 16,-2 1 0-16,0 3 0 0,1 5-144 0,0-3 128 15,-1 2-128-15,0-2 128 0,0 0-128 0,3 0 0 16,3 0 144-16,2-1-144 0,1-1 0 15,3 0 0-15,2-2 0 0,4-3 0 0,-1-2 0 16,1-1 0-16,-5-7-176 0,9 5 176 0,0-1-240 0,2-2 48 16,1-2 16-16,1-1 0 0,0-4-176 0,1-2-32 15,0-1-16-15,1 2 0 0,-1-4 48 0,0 0 16 16,-1-1 0-16,0-1 0 0,-1-1 16 0,0-3 0 16,-3 2 0-16,0-3 0 0,0 1 80 0,-2 2 32 15,-1 0 0-15,0 2 0 0,-3-1 208 0,0-1 0 0,-2 2-160 0,1 3 160 16,-2 1 0-16,0 1 0 15,0 7 0-15,0 0 0 0,-3-6 128 0,3 6-128 16,0 0 192-16,0 0-64 0,0 0 64 0,0 0 0 16,-5 4 0-16,0 5 0 0,-1 1-192 0,3 3 0 0,-1 0 0 0,1 0 0 15,2 2 0-15,1 0 0 0,0 2 0 0,1-1 0 16,2-3 0-16,1 0 0 0,-1-1-144 16,4 0 144-16,2-2-144 0,-1-1 144 0,1-1-208 0,0-2 80 15,0 1-208-15,2-6-48 0,0 1 0 0,1-1 0 16,0-2-64-1,0-2-32-15,-1-2 0 0,1-2 0 0,0-2 96 0,1 0 32 0,-3-1 0 16,-1-2 0-16,-1 0 176 0,-1-1 48 0,-1 0 0 0,0-1 0 16,-3-1 128-16,0-2 0 0,0 0 0 0,-1-1 0 0,0 2 0 15,-1 2 0-15,-1 2 0 0,0 2 0 0,-1 1 448 16,-2 2 32-16,0 1 0 0,3 6 0 0,0 0 224 0,0 0 32 16,-6 1 16-16,-1 4 0 0,1-2-192 0,-1 7-48 15,2 2 0-15,0 2 0 16,1 3-304-16,1 2-64 0,1-1-16 0,0 0 0 0,2 0-128 0,0 2 0 15,2 0 0-15,-1-1 0 0,0 2 0 0,2-3-176 16,1 0 48-16,0 1 0 16,0-1-1664-16,0-4-336 0,-2 2-64 0,2-6-10656 15,1 1-2128-15</inkml:trace>
  <inkml:trace contextRef="#ctx0" brushRef="#br0" timeOffset="102344.03">12547 5823 38527 0,'0'0'1712'0,"0"0"336"0,-7-1-1632 0,0-1-416 15,-1 1 0-15,8 1 0 0,-8-1 1600 0,1 2 256 0,7-1 32 0,-7 4 16 16,-1 1-816-16,0 2-144 0,1 2-48 0,1 1 0 16,1 5-640-16,0 3-256 0,-2-1 176 0,3 2-176 15,0 2 0-15,2-1 0 0,0-2 0 0,2-1 0 16,2 0 0-16,0 0 0 0,1-5 0 0,1-1-160 15,1-2-144-15,0-2-16 0,-5-7-16 0,9 4 0 16,2 0-752 0,-1-2-160-16,2-4-32 0,0-2 0 0,-2-3 64 15,2-4 16-15,1-2 0 0,-1-3 0 0,1-2 320 0,0-2 64 16,1-2 16-16,-1 0 0 0,0-6 176 0,-1 2 48 16,-2 0 0-16,1-4 0 0,-1 0 384 0,-1 2 192 15,-1 0-160-15,-1 5 160 0,-2 1 272 0,-1 5 160 0,-2 2 16 0,0 4 16 0,-2 0 752 0,-2 5 128 16,2 6 48-16,0 0 0 0,-6 2 0 0,1 1 0 15,-1 2 0-15,1 3 0 0,-1 2-832 0,-1 5-176 16,1 0-16-16,-1 2-16 0,2 0-224 16,0 3-128-16,1-2 128 0,1 2-128 0,2-2 0 15,-1 0 0-15,1 0 0 0,1 1 0 0,1-1 0 0,2-4 0 16,1 2 0-16,0-6 0 0,0-1 0 0,1-1 0 16,0-1 0-16,0-1 0 0,1-1-144 0,-6-5 144 15,6 2-160-15,1-2 160 0,-1-2 0 0,1 0-144 16,-1-3 144-16,1-2 0 0,-2-2 0 0,1 0 0 15,2-2 0-15,-1 0 0 0,-1-4 0 0,0 2 0 16,-1-4 0-16,-1 2 0 0,0 0 0 0,0 1 144 16,-2 2-144-16,-1-1 0 0,2 0 288 0,-2 4-48 0,-1 1-16 0,0 8 0 15,0 0 304-15,0 0 64 0,0 0 16 16,0 0 0-16,-7 6-64 0,0 1-16 0,-1 4 0 16,2 2 0-16,0 1-336 0,3 2-64 0,-1 1 0 15,2-2-128-15,1 2 128 0,1-4-128 0,0 0 0 0,1 0 0 16,2-1 0-16,0-1 0 0,3-2 0 0,1 0-144 15,-1-5-880-15,2-2-160 16,1 0-32-16,3-2-16 0,1 0-1504 16,2-2-288-16,4-3-64 0</inkml:trace>
  <inkml:trace contextRef="#ctx0" brushRef="#br0" timeOffset="102869.5">12480 3972 19343 0,'-7'-13'1728'0,"3"9"-1392"0,4 4-336 15,0 0 0-15,-5-5 4736 0,5 5 896 0,0 0 160 0,0 0 32 16,0 0-3232-16,-6 6-656 0,2 6-128 0,2 6-16 16,-1 8-480-16,-1 4-96 0,0 7 0 0,3-7-16 15,0 7-368-15,1 4-64 0,0 2 0 0,0 0-16 16,0 1-336-16,0 2-64 0,0-2-16 0,0 0 0 0,0 1-160 0,-2 0-48 16,1 1 0-16,0-2 0 15,0-2-128-15,-1 1 0 0,1 1 0 0,0-1 128 16,-1-2-128-16,0-3 0 0,-1-3 0 0,2-3 0 0,-2 1 0 15,1-6 0-15,-1 1 0 0,0-3 0 16,1-2-176-16,0-3-64 0,1-2-16 0,0-2 0 16,1-2-1392-16,0-2-272 0,1-3-64 15,0-3-16-15,2-1-2096 0,-3-5-400 0</inkml:trace>
  <inkml:trace contextRef="#ctx0" brushRef="#br0" timeOffset="103212.58">12286 4770 38463 0,'-5'-11'1712'0,"5"11"336"0,0 0-1632 0,-4-9-416 0,1 0 0 0,3 9 0 0,0 0 1536 0,0 0 240 16,0 0 32-16,0 0 16 0,0 0 32 0,0 0 16 16,0 0 0-16,0 0 0 0,0 0-1104 0,0 0-240 0,4 12-32 0,0 3-16 15,0 5-48-15,0 3-16 16,0 5 0-16,0-1 0 0,-1-2-160 0,0 0-48 0,1-1 0 0,0 0 0 15,0-3-80-15,1 0-128 0,1-4 176 16,-1 1-176-16,1-4 160 0,0-2-160 0,-1-3 128 0,0 0-128 16,-1-2 144-16,-4-7-144 0,5 4 160 0,0-1-160 15,-5-3 192-15,7-1-64 0,-1 1-128 0,2-4 192 16,0 2-64-16,0-5 0 0,-2-2-128 0,2-3 192 16,0-1-192-16,1-1 144 0,-1-2-144 0,-1 1 128 0,2-5-128 15,-2-1 0-15,1 2 0 0,-1-4 0 16,-1 3 0-16,1-1 0 0,-2 0 0 0,2 1 0 15,-2 2-1232-15,4-7-128 0,0 2-32 16,-4 7 0-16,2-2-2016 0,-1 0-416 16</inkml:trace>
  <inkml:trace contextRef="#ctx0" brushRef="#br0" timeOffset="103662.59">13037 3738 21183 0,'-2'-18'1888'0,"-1"10"-1504"0,2-2-384 0,1-2 0 0,-2 2 4592 0,1-3 848 16,-2-2 160-16,1 2 32 0,-2-1-2688 0,3 0-560 16,-2 3-96-16,0-1-32 0,-1 3-816 0,2 1-160 15,-2 5-48-15,0-1 0 0,-1 0-528 0,0 4-96 16,-2 5-32-16,-3 4 0 0,-3 7-256 0,-2 7-48 15,0 5-16-15,-1 7 0 0,0 5-96 0,2 1-32 0,0 2 0 0,1 0 0 16,2-2-128-16,2 2 0 0,1-2 144 16,3-2-144-16,1 0 0 0,3-4 128 0,2-2-128 0,3-3 0 15,1-3 0-15,2-5 0 0,-1-3 0 0,5-5 0 16,2-2 0-16,2-5 0 0,2-3 0 0,4-4 128 16,1-4-128-16,3-3 0 0,0-5 0 0,1-5 0 15,-1-3 0-15,1-3 0 0,-1-3 0 16,-1-3 0-16,1-1 0 0,-1-1 0 0,-2 1 0 0,-1-3 0 0,-3 1 0 0,-2-5 0 15,-3 1 0-15,-4-1 0 0,-1 5 0 0,-3 0 0 16,-4 4 0-16,-1 2 0 0,-3 1 0 16,0 3-128-16,-5 2 128 0,-3 3 0 0,0-2-192 0,-2 3 32 15,-1 2 16-15,1 2 0 16,-1 3-768-16,0 2-160 0,-1 5-16 0,1-2-16 16,0 4-1584-16,-2 5-304 0,-1 5-64 0,0 6-17488 15</inkml:trace>
  <inkml:trace contextRef="#ctx0" brushRef="#br0" timeOffset="103963.95">12985 4002 21183 0,'-4'-7'1888'0,"0"1"-1504"15,-1-1-384-15,0 2 0 0,-2 0 4864 0,2 1 912 0,-1 0 176 16,0 1 48-16,6 3-2736 0,0 0-560 0,0 0-96 0,0 0-32 16,0 0-1360-16,0 0-256 0,0 0-64 0,4 11-16 15,1-1-480-15,1 2-80 0,0 2-32 0,1 1 0 16,-1-1-128-16,3 2-32 0,0-1 0 0,1 2 0 0,-1 0-128 0,0 1 0 16,-1-2 0-16,-1 0 0 0,0-1 0 15,0 1 0-15,-1 1-192 0,-1-5 192 16,2-1-1344-16,-1 2-128 0,1-4-48 0,-2 3 0 15,0 0-2272-15,0-2-464 16,-1 0-96-16</inkml:trace>
  <inkml:trace contextRef="#ctx0" brushRef="#br0" timeOffset="104188.51">13344 4034 41007 0,'0'0'1808'0,"0"0"384"0,0 0-1744 15,0 0-448-15,0 0 0 0,0 0 0 0,0 0 1776 0,0 0 272 0,-2 8 48 16,1 1 16-16,-2 4-768 0,2 0-128 16,0 3-48-16,-1 2 0 0,2 2-640 0,0-1-128 15,-1 2-16-15,1 1-16 0,0 1-224 0,0-1-144 16,-1 0 192-16,2-3-192 0,0-2 0 0,1 3 0 16,-2-4 0-16,0-1 0 0,0 0 0 0,1-4-304 15,2-2 48-15,-2 1 0 16,-1-3-1488-16,0-7-304 0,0 0-48 0,0 0-16 15,0 0-1696-15,8-1-352 0,2-2-64 0</inkml:trace>
  <inkml:trace contextRef="#ctx0" brushRef="#br0" timeOffset="104391.43">13525 3956 28559 0,'0'0'2544'0,"0"0"-2032"0,0 0-512 0,-4-1 0 16,4 1 3520-16,0 0 592 0,-7 2 128 0,7-2 32 15,-5 6-1904-15,0 1-368 0,0 3-80 0,1 1 0 0,0 2-1104 16,1-1-224-16,1 2-32 0,-1 2-16 0,-1 2-336 0,3 2-64 15,0-1-16-15,-1 4 0 0,1-3-128 0,1 1 0 16,1-1 0-16,1-1 0 0,-1 1 0 0,0-1-192 16,0 0 32-16,1-1 16 15,-2-1-1088-15,0 0-224 0,-2-3-32 0,2 2-16 16,0-2-1568-16,2 3-320 16,-1 1-64-16</inkml:trace>
  <inkml:trace contextRef="#ctx0" brushRef="#br0" timeOffset="104574.16">13289 4352 19343 0,'0'0'1728'0,"0"0"-1392"0,0 0-336 0,0 0 0 0,0 0 5696 0,0 0 1088 0,0 0 192 0,0 0 64 0,0 0-4160 0,0 0-832 16,9-2-176-16,1-2-16 0,2 0-960 0,1-1-192 16,1 0-48-16,2-2 0 0,1 0-352 0,3 0-80 15,0-1-16-15,3 0 0 0,0 0-208 0,2 0 0 16,0 2-144-16,1 1 144 15,0 1-1872-15,-1 2-288 0,-5 1-48 0,3 6-19632 0</inkml:trace>
  <inkml:trace contextRef="#ctx0" brushRef="#br0" timeOffset="105012.82">13208 5837 19343 0,'0'0'1728'0,"-9"0"-1392"16,0 0-336-16,-2 2 0 0,1-2 3840 0,1 0 704 16,1 0 144-16,8 0 32 0,-7 1-1200 0,7-1-224 15,0 0-48-15,0 0-16 0,0 0-1264 0,0 0-256 16,0 0-48-16,10 4-16 0,1-2-816 0,6 1-176 16,5-4-16-16,3-1-16 0,4 0-448 0,1-1-176 0,2-1 128 0,4-1-128 15,1 0 352-15,4 0-16 0,3-1 0 16,3 3 0-16,1-3-80 0,4 0 0 0,2 1-16 15,-1-1 0-15,-2 2-240 0,0 1 0 0,0 1 0 16,0-2 0-16,0 0 0 0,-2 1 0 0,-1 0 0 0,-1 0 0 16,-2 1 0-16,-4-1-160 0,-3-1 32 0,-5 2 0 15,-5 0-896 1,-2 2-160-16,-3-2-32 0,-5 0-16 16,-2 2-2240-16,-6 0-448 0</inkml:trace>
  <inkml:trace contextRef="#ctx0" brushRef="#br0" timeOffset="105291.06">14222 5682 23039 0,'0'0'2048'0,"0"0"-1648"15,0 0-400-15,0 0 0 0,0 0 6064 0,0 0 1120 16,0 0 240-16,0 0 32 0,0 0-4704 0,0 0-928 16,5 9-192-16,1-3-32 0,0 0-880 0,2 1-160 15,1-2-48-15,3 1 0 0,1 1-256 0,-1-1-48 16,2 0-16-16,0-1 0 0,-1 1 32 0,0-2 0 15,-1 1 0-15,0 1 0 0,0-2-224 0,-2-1 0 16,-1 1-144-16,-2 2 144 0,-7-6 0 0,5 5 0 16,-1 1 0-16,-4-6 0 0,1 7 0 0,-1 1 0 15,-1-1 128-15,-3 1-48 0,-1 0-256 0,-2 1-16 16,-1 0-16-16,1 2 0 0,-1 2 336 0,-1-3 64 0,-2 3 0 16,-1-2 16-16,1-2-144 0,-1-1-64 0,0 1 0 15,2 0 0 1,1 1-960-16,1-3-192 0,1-1-48 0</inkml:trace>
  <inkml:trace contextRef="#ctx0" brushRef="#br0" timeOffset="106071.76">14826 5455 24879 0,'2'-15'1088'0,"0"8"256"0,-1-2-1088 0,0 1-256 0,2-2 0 0,1 3 0 15,0 1 5120-15,-4 6 976 16,6-5 192-16,-6 5 48 0,0 0-3520 0,7 3-704 15,-3 5-144-15,1 4-32 0,2 5-1072 0,-1 8-224 0,1 0-32 16,-1 7-16-16,2 6-208 0,-2 4-64 0,1 3 0 0,-1 0 0 16,1-2-176-16,-1 0-144 0,1-2 192 0,0 0-192 15,2-2 128-15,-3-5-128 0,-1-4 0 0,1-4 0 0,-1-3 128 16,-1-3-128-16,0-3 0 0,0-3 0 0,-1-5 0 16,0 0 0-16,-3-9 0 0,0 0 0 15,0 0 0-15,0 0 0 0,0 0 0 0,0 0 0 16,0 0 0-16,7-6 0 0,-2-6 0 0,0 0 0 15,0 1 0-15,0-8 0 0,-1-4 0 0,0-3 0 16,0-8 0-16,3-1 0 0,-1-3 0 0,2-1 0 0,0-3 0 0,1 0 0 16,0 3-128-16,0 4 128 15,0 9 0-15,-1 5 0 0,-1 6 0 0,-1 3-144 16,-1 4 144-16,-5 8 0 0,0 0 0 0,7 6 0 0,1 6 0 0,-2 8 0 16,2 7 0-16,-3 3 0 0,-1 3 0 0,3 1 128 15,1 1-128-15,-1-1 0 0,1-2 0 0,1 0 0 16,2-2 0-16,1-4 128 0,-1-4-128 0,0-3 0 15,-4-6 0-15,3-1 0 0,-1-3 0 0,0-2 0 16,-1-2 0-16,0-2 0 0,1-3 0 0,-2-2 0 16,1 0 0-16,-1-2 0 0,1-3 0 0,-2-2 0 15,1-1 0-15,-1-2 0 0,-1-1 0 0,1-3 144 16,-1-1-144-16,0-2 0 0,-1-1 128 0,0-2-128 16,0-3 0-16,1-1 0 0,-1-2 0 0,0-1 0 0,-2 3 0 15,1-4 0-15,0 1 0 0,-1 2-256 0,1 1 64 16,-1 2 0-1,0 1-1152-15,-2 1-208 0,-2 1-48 0,1 1-16 16,0 6-2432-16,-2 2-496 0</inkml:trace>
  <inkml:trace contextRef="#ctx0" brushRef="#br0" timeOffset="106297.53">14769 5343 32255 0,'0'0'1424'0,"0"0"304"0,-7-6-1392 0,7 6-336 0,0 0 0 0,0 0 0 0,0 0 4544 0,0 0 848 16,0 0 176-16,5-7 16 0,4 1-3760 0,2-1-752 15,2 2-160-15,4-2-16 0,1 2-640 0,4-1-128 16,-1-1-128-16,1 1 176 0,2 2-176 0,-1-1-176 16,1-1 48-16,3 4 0 15,-1-2-1552-15,1 2-304 0,1 2-64 0,-1 0-13152 16,2 0-2624-16</inkml:trace>
  <inkml:trace contextRef="#ctx0" brushRef="#br0" timeOffset="106454.42">15299 5337 28559 0,'0'0'2544'0,"0"0"-2032"16,0 0-512-16,0 0 0 0,0 0 4176 0,0 0 752 16,4-7 128-16,3 2 48 0,0 0-3008 0,5 0-608 15,2-1-112-15,2 1-32 0,2 1-976 0,1-2-208 0,-1 0-32 0,1 3-128 31,2 0-576-31,0 2-208 0,0-2-48 0,0 6-16 16,-2-1-3248-16,1 2-640 0</inkml:trace>
  <inkml:trace contextRef="#ctx0" brushRef="#br0" timeOffset="107321.8">15562 5880 44175 0,'0'0'1952'0,"0"0"416"0,0 0-1904 0,0 0-464 0,0 0 0 0,0 0 0 0,0 0 2064 0,0 0 320 15,0 0 64-15,0 0 16 0,0 0-1120 0,2 9-208 16,-1 3-48-16,0 4-16 0,1-2-624 0,-1 4-112 15,0-1-16-15,1-1-16 0,-1-2-176 0,0 1-128 16,1-2 192-16,0-2-192 0,1 0 128 0,-2-2-128 16,-1-1 0-16,0-8 0 0,1 6 0 0,-1-6 0 15,0 0 0-15,0 0 0 0,0 0 0 0,0 0 0 16,0 0 0-16,0 0 0 0,0 0 0 0,0 0 0 16,0 0-144-16,8 0 144 0,-1-2-160 0,-1-2 160 15,1-4-192-15,1-1 192 0,-1-2-192 0,2-3 64 16,1-3 128-16,-1-1-208 0,-1-2 64 0,1 1 16 15,1-1 0-15,1 3 0 0,-4 0-32 0,1 6 0 16,0 0 0-16,-1 3 0 0,-1 3 32 0,-6 5 0 0,0 0 0 0,0 0 0 16,0 0 128-16,7 5 0 0,-4 6 0 0,0-2 0 15,-2 4 0-15,1 1 0 0,-4 1 0 16,4 0 128-16,0 2-128 0,1 0 0 0,1-1 0 16,1-2 0-16,2-2 0 0,0-2 0 0,1-3 0 0,0 1 0 15,-3-2 0-15,3 1 0 0,0-3-128 0,1-2 128 16,0-2-240-16,-1-1 48 0,2-2 0 0,1-2 0 0,-1 1 0 15,1-1 16-15,-2 2 0 0,0-3 0 16,0-3 48-16,0 0 0 0,-2-2 0 0,1-1 0 0,-1-1 0 16,1 0 0-16,-1 0 0 0,-1 0 0 15,-1-1-32-15,-1 1 0 0,0-1 0 16,0 2 0-16,-1 0 160 0,-2 4-160 0,-1 0 160 0,0 8-160 0,0 0 160 0,0 0 0 16,0 0 128-16,-6 2-128 0,-2 2 256 0,-1 2 0 15,-1 5-16-15,3 2 0 0,-1 2-240 0,0 2 0 16,1 0 0-16,2 0 0 0,0-1 0 15,2-1 0-15,3 1 0 0,2-2 0 0,0-1 0 0,4-1-192 16,0-1 48-16,3-4 0 16,3 0-1072-16,1-3-192 0,0-1-64 0,3-2 0 15,2 1 480-15,0-7 96 0,0-1 0 0,1-1 16 16,-2 1-176-16,0-2-32 16,0 0-16-16,-2-5 0 0,1-3 592 0,-2-1 128 0,-2-1 32 15,-2 0 0-15,-1-2 352 0,-1 1-176 0,0-3 176 0,-1-2-128 0,-2-1 656 0,-1 1 144 0,-2-1 32 0,1 3 0 16,0 1 480-16,-2 3 96 0,1 1 32 0,-2 4 0 15,-1 2 48-15,0 3 16 16,1 8 0-16,0 0 0 0,0 0-336 0,0 0-64 16,0 0-16-16,0 0 0 0,0 0-512 0,0 0-128 15,-5 9 0-15,1 3-16 0,1 4-304 0,1 1 0 16,-1 2 0-16,2 0 0 0,1 1 160 0,0 3-160 0,1 0 128 0,2 2-128 16,-2-4 0-16,1 1 0 0,2-1 0 0,-1 1 0 31,0-3-448-31,-1 0 16 0,2-4 16 0,-1 0 0 15,-1-2-800-15,1-3-176 0,-1-1-16 0,1 0-16 16,-3-9-1024-16,3 8-208 0,2 1-32 0,-2-2-16640 0</inkml:trace>
  <inkml:trace contextRef="#ctx0" brushRef="#br0" timeOffset="107523.14">16117 5982 21183 0,'-12'-6'1888'0,"8"3"-1504"0,0-2-384 0,4 5 0 0,0 0 5744 0,0 0 1072 16,0 0 224-16,0 0 32 0,4-6-4192 0,1 1-832 15,3 1-160-15,1-1-32 0,0 1-1072 0,3 0-208 16,2-1-32-16,3 0-16 0,1-2-240 0,2 1-48 16,1-1-16-16,1 0 0 0,3 0-224 0,0 0 0 15,-5 1 0-15,4-1 0 16,1 2-736-16,-1 1-240 0,0-2-48 0,1-1-22880 0</inkml:trace>
  <inkml:trace contextRef="#ctx0" brushRef="#br0" timeOffset="110688.35">18493 4055 40943 0,'0'0'1808'0,"-2"-10"384"0,-4-5-1744 0,2 4-448 0,3 2 0 16,1 9 0-16,-2-6 1040 0,2 6 128 0,0 0 32 15,0 0 0-15,0 0 336 0,0 0 64 16,3 6 0-16,1 8 16 0,-1 5-976 0,1 10-192 0,1 8-32 15,0 4-16-15,-1 6-16 0,1 3 0 16,1-1 0-16,0 1 0 0,2-1-192 0,0-3-64 0,1 0 0 16,0-2 0-16,3-2-128 0,-2-4 0 0,1-2 0 0,-1-6 0 15,-1-4 0-15,-1-4 0 0,-1-3 128 16,-1-6-128-16,-1-3 0 0,1-1 0 16,-6-9 144-16,0 0-144 0,0 0 128 0,0 0-128 0,0 0 128 0,5-6-128 0,-1-5 144 15,0-2-144-15,-2-3 192 0,1-3-192 16,-1-5 128-16,1 1-128 0,0-4 0 0,-1-2 0 15,0-1 0-15,0-5 0 0,2-2 0 0,0-3 0 0,1-3 0 0,0-3 0 16,2-1 0-16,-2 2 0 0,3 0 0 16,0 6 0-16,0 4 0 0,-1 6 0 15,0 8 0-15,-2 4 0 0,0 4 0 0,1 6 0 16,-6 7 0-16,7 1 0 0,3 5 0 0,-3 9 0 0,1 6 0 0,1 7 0 16,0 2 0-16,1 7 0 0,-3 2 0 0,3 0 0 15,-1 0 0-15,0 0 0 0,0-1 0 0,0-1 0 16,1-1 0-16,1-3 0 0,-2-2 0 15,0-5 0-15,0-1 0 0,2-3 0 16,-2-4 0-16,0-2 0 0,-1-6 0 0,-2-2 0 0,-6-8 0 0,0 0 0 16,8 1 0-16,0-3 0 0,-3-3 0 0,2-5 0 15,0-3 128-15,1-2-128 0,-1-3 192 0,-1-2-192 16,2-3 192-16,-1-2-192 0,-3-3 128 0,1-4-128 16,1-3 0-16,1-3 0 0,2-3 0 0,4-19-192 0,-3 0 16 15,0 11 16 1,-3 2-1120-16,-1 8-208 0,-3 6-48 0,-1 7-16 15,-4 8-2624-15,-4 5-528 0</inkml:trace>
  <inkml:trace contextRef="#ctx0" brushRef="#br0" timeOffset="110894.49">18320 3987 44223 0,'0'0'1968'0,"-5"-1"400"0,-1-3-1904 0,6 4-464 0,0 0 0 0,0 0 0 0,0 0 1216 0,0 0 128 16,0 0 48-16,11-4 0 0,3 2-960 0,6 0-192 16,2 1-48-16,3-2 0 0,1-1-192 0,4 2-208 15,0-1 32-15,1-2 16 16,2 1-2656-16,2 0-544 0,1-2-96 0</inkml:trace>
  <inkml:trace contextRef="#ctx0" brushRef="#br0" timeOffset="111019.02">18966 3777 13823 0,'0'0'1216'16,"0"0"-960"-16,0 0-256 0,0 0 0 0,0 0 7040 0,7-2 1344 16,1-2 288-16,1 0 48 0,1-1-6448 0,2 2-1296 15,-1-2-256-15,3 1-48 0,2-1-224 0,0 0-32 16,3 2-16-16,0 2 0 16,2 2-2704-16,-1 3-528 0,2 2-112 0</inkml:trace>
  <inkml:trace contextRef="#ctx0" brushRef="#br0" timeOffset="111842.41">19107 4435 34095 0,'0'0'1504'0,"0"0"320"0,0 0-1456 0,0 0-368 0,-2 6 0 0,-1 3 0 0,2 3 3328 0,-1 1 576 16,2 1 128-16,2 5 32 0,-1 3-2400 0,2 2-464 15,1 0-112-15,1 1 0 0,0-1-688 0,0 1-128 16,0-1-16-16,1-2-16 0,-2 0-96 0,-1-2-16 16,1-5 0-16,0 0 0 0,-1-4-128 0,0-2 128 15,-2 1-128-15,-1-10 128 0,0 0-128 0,0 0 192 16,0 0-192-16,0 0 192 0,0 0-192 0,0 0 128 16,0 0-128-16,0-7 128 0,0-2-128 0,1-2 0 15,0-4 0-15,3 1 0 0,-1-6-240 0,2-1 80 16,2-2 16-16,1-3 0 0,1-1 0 0,0 0 0 15,1 0 0-15,2 2 0 0,1-1 144 16,0 4-128-16,-1 2 128 0,-2 5-128 0,1 3 128 0,-2 4-128 16,-3 3 128-16,-6 5-128 0,0 0 128 0,7 2 0 15,1 4 0-15,-3 1 0 0,-1 3 192 0,-2 1 0 16,1 2 16-16,0 6 0 0,-2 3-48 0,1 0-16 16,0 1 0-16,0 1 0 0,1 1-144 0,2-1 0 15,0 0 0-15,1-2 128 0,-1-4-128 0,1 0 0 16,1-3 0-16,-1-2 0 0,2-3 0 0,0-1 0 0,0-2 0 0,1-2 0 15,1-1 0-15,0-1 0 0,-1-2 0 16,0-1 0-16,1-3 0 0,1-1 0 0,-2 1 0 0,0-7 0 16,1 1 0-16,1-2 0 0,0-2 0 15,1-3 0-15,-1-2 0 0,-1-3 0 0,-1-3 0 0,-1 1-176 16,0-1 32-16,0 1 0 0,-2-1 0 0,-1 4 0 16,1 1 144-16,-2 5-160 0,-3 4 160 0,-1 2-160 15,-3 1 160-15,3 7 0 0,0 0 0 0,-6 5-128 16,-1 2 128-16,1 5 0 0,-2 2 128 0,1 4-128 15,-2 3 0-15,1 1 144 0,1 0-144 0,1 2 0 0,4-2 0 16,2-1 0-16,1-2 0 0,2 1 0 0,1-3 0 0,2-1 0 16,2-3 0-16,0-3 0 0,0-2-208 0,1-2-48 15,0 0-16-15,1-4 0 16,2 0-288-16,0-2-48 0,-1-3-16 0,2 0 0 16,0-2-144-16,1-3-48 0,-1 0 0 0,0-5 0 15,0-1 48-15,1-2 16 0,-1 1 0 0,0-3 0 16,-1-3 176-16,0-1 48 0,-1-3 0 0,0-3 0 0,-1-2 272 0,1-2 48 15,-1-2 16-15,0-3 0 0,1-2 384 0,-2 2 96 16,-1-1 16-16,0 4 0 0,-3 5 400 0,-1 7 64 16,-2 5 32-16,-2 5 0 0,-1 3 480 0,1 9 112 15,0 0 16-15,0 0 0 0,0 0-512 0,-5 8-80 16,1 4-32-16,0 3 0 0,0 5-400 0,1 3-96 16,1 5-16-16,1-1 0 0,-1 2-272 0,1-1 160 15,0 1-160-15,-1 1 128 0,1 1-128 0,0 1 0 0,2-1 0 16,-1 0 0-16,0-1 0 0,0-1 0 0,0-3 0 0,0-2-176 31,1-4-640-31,1 0-128 0,-2-3-16 0,0-1-16 16,0-6-1104-16,2-1-224 0,-2-9-32 0,0 0-18208 0</inkml:trace>
  <inkml:trace contextRef="#ctx0" brushRef="#br0" timeOffset="112012.71">19720 4565 35007 0,'-5'-8'1552'0,"5"8"320"0,0 0-1488 0,0 0-384 0,0-5 0 0,0 5 0 0,6-4 3120 0,3-3 544 16,2 2 112-16,5 0 32 0,2-2-2640 0,4 1-528 16,1 3-96-16,3-1-32 0,2-2-512 0,1-3 0 15,-1 2 0-15,2-1 0 16,3-2-1536-16,1 1-384 0,1 0-64 0</inkml:trace>
  <inkml:trace contextRef="#ctx0" brushRef="#br0" timeOffset="112214.22">20492 4245 23951 0,'0'0'2128'0,"0"0"-1696"16,0 0-432-16,0 0 0 0,0 0 5984 0,8-2 1120 15,-8 2 208-15,9-3 48 0,3 1-4608 0,1 0-944 16,2-2-176-16,5 3-32 0,1 0-864 0,1 1-160 16,-1-3-48-16,2 2 0 0,2-2-336 0,1 3-192 15,1-2 192-15,-1 0-192 0,-1 1 0 0,-1 1 0 16,-2 0 0-16,-3 1 0 15,-2 3-704-15,-1-1-256 0,-4 1-64 0,-1 2 0 16,0-2-1472-16,-5 3-288 0,-3-1-64 0,-4 3-18640 0</inkml:trace>
  <inkml:trace contextRef="#ctx0" brushRef="#br0" timeOffset="112393.57">20466 4448 28559 0,'0'0'2544'0,"0"0"-2032"0,0 0-512 0,0 0 0 16,0 0 4928-16,0 0 896 0,6 1 192 0,3-1 16 15,3 0-3664-15,2-1-720 0,5-2-160 0,2-1-16 16,2 0-896-16,3 0-160 0,-1-1-32 0,2 2-16 0,1-3-176 0,2 1-48 16,0-1 0-16,-2 0 0 0,1-1-368 0,-2-2-80 15,-1 1-16-15,-2 1 0 16,-2-1-1664-16,-2 0-320 0,-3 0-80 0,-3 0-20224 16</inkml:trace>
  <inkml:trace contextRef="#ctx0" brushRef="#br0" timeOffset="112648.37">20956 3832 50911 0,'0'0'2256'0,"-5"7"464"0,0 2-2176 0,-1 4-544 15,1 4 0-15,-1 2 0 0,-2 2 992 0,-1 3 96 16,-2 7 0-16,1 6 16 0,-2 6-320 0,0 2-64 15,-1 1-16-15,0 3 0 0,0-4-320 0,0-1-80 16,0-2-16-16,0-3 0 0,0-3-288 0,0-2 0 16,1-1 0-16,1-1 0 0,0-4 192 0,2-2-192 0,1 0 192 15,3-4-192-15,0-4 0 0,1-1 0 0,1-2-160 0,1-4 160 16,-1-1-2064 0,3-4-304-16,0-6-48 0</inkml:trace>
  <inkml:trace contextRef="#ctx0" brushRef="#br0" timeOffset="113415.35">21682 4017 15663 0,'0'-7'1392'0,"0"-1"-1120"0,0 4-272 0,-1-5 0 0,0 1 5360 0,-2 1 1008 15,-2 3 208-15,-1 3 32 0,0 1-3456 0,-3 4-688 16,-3 4-144-16,-2 6-16 0,-4 7-976 0,-2 6-192 15,-2 7-48-15,1 7 0 0,0 4-320 0,2 4-80 16,0-1-16-16,4-1 0 0,2-4-80 0,3-3-16 16,4-3 0-16,5-2 0 0,3-3-336 0,5-2-80 15,2-3-16-15,3-4 0 0,2-3-144 0,4-3 0 16,4-4-160-16,4-3 160 0,3-6 0 0,2-4 0 16,2-4 0-16,4-3 0 0,0-2 0 0,2-1 0 15,2-3 0-15,-2-4 0 0,-4-3 0 0,0 0 0 16,-1-3-192-16,-4 0 192 0,-2-1-192 0,-5-4 192 15,-2-4-208-15,-3-1 80 0,-2-5 128 0,-2-3 0 16,-1-3 0-16,-1-3 0 0,-7-1 0 0,0 0-160 16,-2 3 160-16,-3-2 0 0,-4 2-192 0,-2 3 64 0,-2 4 128 15,-4 2-208-15,-2 4-16 0,-5 5 0 0,1 1 0 16,-3 8 0 0,-3 1-768-16,-3 6-160 0,-1 6-16 0,-4 5-16 15,0 5-1856-15,1 6-368 0,-1 7-80 0</inkml:trace>
  <inkml:trace contextRef="#ctx0" brushRef="#br0" timeOffset="113681.37">21763 4154 25791 0,'0'0'2304'0,"0"0"-1856"0,0 0-448 0,0 0 0 0,0 0 4976 0,0 0 896 16,0 0 176-16,1 11 32 0,1 0-3888 0,-2 6-784 16,0 2-144-16,1 3-48 0,0 6-368 0,2 4-80 15,1 0 0-15,0 1-16 0,1-2-544 0,0-1-208 16,0-2 176-16,0 0-176 0,-1 2 0 0,2 0 0 16,0-1 0-16,1-3 0 15,-2-1-848-15,0-3-272 0,2-3-48 0,-1 0-16 16,1-1-2272-16,0-5-464 0,3-3-96 0</inkml:trace>
  <inkml:trace contextRef="#ctx0" brushRef="#br0" timeOffset="113894.32">22218 4346 38703 0,'0'0'3440'0,"0"0"-2752"0,0 0-560 0,0 0-128 16,0 0 2912-16,0 0 544 0,1 8 128 0,-2 1 0 15,-2 4-1856-15,2 4-368 0,-2 0-80 0,2 1 0 16,-1 0-848-16,-1 4-176 16,0 3-16-16,1 0-16 0,-2 0-224 0,1 1 128 0,2 0-128 0,0 0 0 0,-1 0 0 0,1-2 0 15,1-1 0-15,1-5 0 16,-1 0-1136-16,0-2-112 0,2-3-32 16,-1-1 0-16,0-3-1984 0,2-2-416 0,-3-7-80 0</inkml:trace>
  <inkml:trace contextRef="#ctx0" brushRef="#br0" timeOffset="114127.04">22468 4274 35007 0,'0'0'3120'0,"0"0"-2496"0,0 0-496 0,0 0-128 0,0 0 3216 0,0 0 624 16,0 0 128-16,0 0 32 0,-4 7-1840 0,0 3-368 16,1 3-80-16,-1 1-16 0,0 3-1008 0,0 3-208 15,0 1-32-15,1 0-16 0,1 1-432 0,-2 0 0 16,0-1 0-16,0 2 0 0,0 3 0 0,1-2 0 15,1-1 0-15,-1 1 0 0,1 1 0 0,-1-3 0 16,2-1 0-16,-2 0-176 16,0-5-704-16,1 0-144 0,-2-2-16 0,1-1-16 15,1-2-1184-15,-1-1-256 0,-1-1-32 0,2-1-11648 16,-1-1-2336-16</inkml:trace>
  <inkml:trace contextRef="#ctx0" brushRef="#br0" timeOffset="114294">22145 4691 5519 0,'0'0'496'0,"0"0"-496"0,0 0 0 0,1-5 0 0,1-3 10240 16,3 2 1968-16,1-1 384 0,3 1 80 0,2-1-9344 0,4 1-1872 15,5-1-368-15,1 2-80 0,1-2-528 0,2-2-96 16,3 3-32-16,2 1 0 0,-1-1-160 0,2 2-16 16,-1 1-16-16,1 0 0 15,-1 3-1440-15,-2-3-272 0,0 2-64 0</inkml:trace>
  <inkml:trace contextRef="#ctx1" brushRef="#br0">30691 11909 0</inkml:trace>
  <inkml:trace contextRef="#ctx0" brushRef="#br0" timeOffset="115481.39">24095 3425 32255 0,'0'0'2864'0,"0"0"-2288"16,-6 2-576-16,6-2 0 0,0 0 2688 0,-3 9 416 15,2 3 96-15,0 5 0 0,-1 5-1904 0,0 8-384 16,-1 10-80-16,2 3 0 0,-1 3 272 0,2 2 64 15,0-2 16-15,0-3 0 0,2-3-672 0,-1-2-144 16,2-3-32-16,1-4 0 0,-2-3-112 0,1-7-32 16,-1-3 0-16,1-4 0 0,0-1-48 0,1-4-16 15,-4-9 0-15,0 0 0 0,0 0-128 0,0 0 160 16,0 0-160-16,5-6 160 0,-1-3-160 0,0-4 0 0,-1-3 144 0,3-4-144 16,-1-3 0-16,1-4 0 15,1-6 0-15,1-2 0 0,0-4 0 16,2-3 0-16,2-2 0 0,2-3 0 0,2-1-240 15,-2 1 48-15,2 2 0 0,-2 6 0 0,0 7 192 0,-1 5-176 0,-1 9 176 0,-1 3-160 16,-2 2 160-16,-1 3 0 0,-2 7-144 0,2 3 144 16,-2 6 0-16,0 3 0 0,-2 4 0 0,-1 7 0 15,0 10 352-15,-2 10-16 0,-2 7 0 0,-2 7 0 16,0 6 64-16,-1 5 16 0,-2 2 0 0,1 4 0 0,0 2-64 16,-2 0-16-16,1 4 0 0,1-4 0 0,0 0-112 15,-1-4-32-15,2-4 0 0,0-4 0 0,2-3-192 0,-2-2 128 16,0-1-128-16,0-6 0 15,0-2 0-15,0-4 0 0,2-3 0 0,-1-6 0 16,0-1 0-16,1-6 0 0,-2-4 0 0,1-4-160 16,1-2-912-16,2-4-176 0,-2-6-32 15,4 0-14896-15,3 0-2960 0</inkml:trace>
  <inkml:trace contextRef="#ctx0" brushRef="#br0" timeOffset="115778.31">24522 4638 6447 0,'5'-13'576'0,"-5"13"-576"0,0-4 0 0,0 4 0 0,4-7 8832 0,-4 7 1648 16,0 0 336-16,0 0 64 0,0 0-7744 0,0 0-1552 0,8 8-304 0,-2 5-64 15,-1 4-128-15,-1 4 0 0,-1 3-16 0,-2 0 0 16,0 1-528-16,1 0-96 0,-1 0-32 0,-2-1 0 16,1 1-160-16,0-1-16 0,0-2-16 0,0-3 0 15,0-3-224-15,0-2 0 0,0-2 0 0,0-1 0 16,0-2-1200 0,1-2-224-16,-1-7-48 0,0 0-16 0,0 0-2384 0,0 0-480 15</inkml:trace>
  <inkml:trace contextRef="#ctx0" brushRef="#br0" timeOffset="116195.94">24359 4912 50399 0,'0'0'2240'0,"0"0"448"0,0 0-2160 16,0 0-528-16,0 0 0 0,0 0 0 0,6-6 576 0,5 3 16 16,2-4 0-16,1 1 0 0,3-6 144 0,2 0 32 15,5-1 0-15,2-4 0 0,3 4-432 0,-1-4-80 16,1 0 0-16,-2 1-16 0,0 1-240 0,-4 1 0 15,-1 0 0-15,-4 5 0 0,-2 4 0 0,-2 1 128 16,-3 2-128-16,-2 6 0 0,-1 3 208 0,-3 6-48 16,-1 3-16-16,-1 5 0 0,-3 4 112 0,0 2 0 15,-2 3 16-15,1-1 0 0,-2-2-80 0,2-1-32 16,0-1 0-16,-1-2 0 0,1 0-160 0,1-4 0 16,1-3 0-16,1-2 128 0,-1-1-128 0,2-2 0 15,-2-4 0-15,-1-7 0 0,0 0 0 0,0 0 0 0,0 0 0 16,0 0 0-16,6-1-176 0,4-3 176 0,-4-2-128 15,2-5 128-15,-2-2 0 0,1-1-128 0,-1-2 128 0,1-2 0 16,1-3 0-16,0 0-128 0,1-1 128 0,0 0 0 16,1-2 0-16,1 4-128 0,-2 1 128 15,-1 5 0-15,-2 4 0 0,1 3-128 0,-2 3 128 0,-5 4 0 16,0 0 0-16,3 8 0 0,-1 5 0 16,-1 4 0-16,-2 1 0 0,0 3 0 0,0-3 0 0,-1 1 128 15,1-1-128-15,1 0 0 0,0-2 0 0,1-2 0 16,2-1-704-16,-1-2-144 15,2-1-48-15,3-2 0 0,1-3-2144 0,1-2-432 0,1-1-96 16</inkml:trace>
  <inkml:trace contextRef="#ctx0" brushRef="#br0" timeOffset="116485.07">25381 3793 53679 0,'0'0'2368'0,"0"0"512"0,0 0-2304 0,0 0-576 15,0 0 0-15,0 0 0 0,0 0 912 0,0 0 80 16,0 0 16-16,13 3 0 0,0-3-432 0,5-3-96 16,3 2-16-16,2-1 0 0,1 2-336 0,2-1-128 15,1 1 0-15,3-2 0 0,0 0 0 0,-1 1 0 0,-2 0 0 0,-1 1 0 16,-1 0 0-16,-4 1 0 0,-1 0 0 0,-3 3 0 31,-4-4-864-31,-3 1-64 0,-2 2-16 0,-8-3 0 16,0 0-1280-16,1 9-256 0,-3 2-48 0,-4 0-12384 15,-3 4-2464-15</inkml:trace>
  <inkml:trace contextRef="#ctx0" brushRef="#br0" timeOffset="116651.58">25422 4002 14735 0,'0'0'1312'0,"0"0"-1056"0,-6-3-256 0,6 3 0 16,0 0 7520-16,0 0 1440 0,0 0 304 0,0 0 48 0,0 0-6480 0,0 0-1296 15,8-1-256-15,4-3-48 0,3 1-272 0,1-2-48 16,3 1-16-16,4 0 0 0,1 0-464 0,5 2-112 16,1-2 0-16,4 2-16 0,0 2-176 0,0 0-128 15,-2 0 192-15,1 0-192 16,-2 0-432-16,0 2-192 0,-1 0-32 0,-1 2-15936 16,-2 2-3184-16</inkml:trace>
  <inkml:trace contextRef="#ctx0" brushRef="#br0" timeOffset="117469.53">26576 3276 52239 0,'-4'-11'2304'0,"2"7"496"0,-1-1-2240 0,3 5-560 16,0 0 0-16,0 0 0 0,0 0 672 0,0 0 32 15,0 0 0-15,1 8 0 0,1 4 0 0,0 4 16 16,1 11 0-16,1 3 0 0,0 6-400 0,0 6-96 16,0 3-16-16,0 5 0 0,-1 2 16 0,1-1 0 15,2-2 0-15,-3 0 0 0,0-6-224 0,0-4 0 16,1-5 0-16,0-4 0 0,-1-3 0 0,1-3 0 16,0-2 0-16,0-5 128 0,-3-4-128 0,2-3 0 15,-2-1 0-15,-1-9 0 0,0 0 0 0,0 0 0 0,0 0 0 0,0 0 0 16,0 0 0-16,8-8 0 0,-1 1 0 15,1-4 0-15,-1-3 0 0,2-4 0 16,2-3 0-16,-1-3 0 0,2-8 0 0,1-2 0 0,1-4 0 16,2-4 0-16,0-3 0 0,-1-2 0 0,1 0 0 0,1 5 0 15,-3 8 0-15,-1 5 0 0,-2 6 0 16,-2 6 0-16,-3 4 0 0,0 5 0 0,-6 8-128 16,0 0 128-16,0 0 0 0,4 12 0 0,-1 7-128 15,0 6 128-15,-2 5 0 0,3 5 0 0,-1 5 0 0,1 0 0 0,0-1 0 0,0 0 128 16,0-1-128-16,1-3 128 0,1-4-128 15,1-2 0-15,-1-3 0 0,2-2 0 0,1-7 0 0,-1-6 0 16,0-1 0-16,-2-3 0 0,1 0 0 0,-1-2 0 16,-6-5 0-16,8 1 0 0,0-3 0 15,0-3 0-15,0-3 0 0,0-1 0 0,1-3 0 0,0-4 0 16,0-5 0-16,1-1 0 0,1-6 0 0,2-2 0 16,0-3 0-16,1-5 0 0,1-6 0 0,2-2 0 15,1-3 0-15,0-1 0 0,0 4 0 0,-1 5 0 16,-2 2 0-16,-2 5 0 15,-4 2-384-15,-4 9-64 0,0 3 0 16,-2 6-16-16,-3 2-1568 0,-3 3-304 0,-1 3-64 0,-4 3-20656 16</inkml:trace>
  <inkml:trace contextRef="#ctx0" brushRef="#br0" timeOffset="117700.69">26386 3176 44223 0,'-5'-3'3936'0,"5"3"-3152"15,-4-4-624-15,4 4-160 0,0 0 1968 0,0 0 352 0,0 0 80 0,0 0 16 16,0 0-1552-16,9-2-304 0,3 1-64 0,2-3-16 16,3 3-288-16,4-1-64 0,4 1-128 0,3 0 192 15,2 0-320-15,4-1-80 0,1 1-16 0,4 0 0 16,3-1-2080-16,0 1-432 0,2 1-80 0,2-1-18464 15</inkml:trace>
  <inkml:trace contextRef="#ctx0" brushRef="#br0" timeOffset="117828.32">27202 3124 34095 0,'0'0'1504'0,"0"0"320"0,0 0-1456 0,0 0-368 16,5-4 0-16,2-1 0 0,2 0 3520 0,1-3 640 15,3-1 128-15,3 2 32 0,1 0-2368 0,3 3-480 16,2 1-80-16,1 1-32 0,1-2-1040 0,-1 2-192 15,-1 4-128-15,2 2 128 16,-2 1-2288-16,-1 1-448 0,-2 3-80 0</inkml:trace>
  <inkml:trace contextRef="#ctx0" brushRef="#br0" timeOffset="118677.44">27259 3784 23039 0,'0'0'2048'0,"0"0"-1648"0,0 0-400 0,0 0 0 0,0 0 5536 0,3 9 1024 0,-2 0 208 0,-1 3 32 16,-1 4-4128-16,0 3-832 0,-2 5-176 0,1-1-16 16,-1-1-592-16,2 2-112 0,1 2-32 0,1-1 0 15,0-1-624-15,2 1-128 0,-1-1-32 0,2-5 0 16,-1-1-128-16,0-1 0 0,-1-6 0 0,-1-1 0 0,1-3 0 0,-2-7 0 15,0 0 0-15,0 0 128 0,0 0-128 0,0 0 0 16,0 0 0-16,1-9 128 0,0-3-128 0,2-1 0 16,0 0 0-16,1-4 128 0,1-1-128 0,1-2 0 15,2-2 0-15,2 2 0 16,2-6 0-16,3 0-144 0,0-1 144 0,2-1-160 0,-1 0 160 0,-1 4 0 16,0 3 0-16,-2 6-128 0,-1-1 128 15,-2 6 0-15,-1 4 0 0,-9 6 0 0,0 0 0 0,0 0 0 16,8 3 0-16,-3 4 0 0,-1 2 0 0,0 4 0 15,-1 1 0-15,-1 3 128 0,1 1-128 0,-2 2 144 16,0-1-144-16,1 0 160 0,-1 0-160 0,2 1 0 16,-1-5 0-16,2 2 128 0,1 0-128 0,1-1 0 15,-1-6 0-15,0 1 0 0,0-1 0 0,2-1 0 16,1-1 0-16,1-1 0 0,-2-5 0 0,3-2 0 16,-1 0 0-16,1-4 0 0,-1 2 0 0,2-5 0 15,-1-3 0-15,1-1 0 0,-1 2 0 0,2-5-144 16,-1 1 144-16,1-3-160 0,-1-2 160 0,-2 0-208 15,0-3 80-15,0 1 128 0,0-1-240 0,-1 3 80 16,-3 1 16-16,-1 4 0 0,-1 3 0 0,-3 2 0 0,-3 1 0 0,3 7 0 16,-8 2 144-16,0 2 0 0,-1 4 0 15,-1 3 0-15,-4 1 0 0,1 6 144 0,-1-1-144 0,3 3 160 16,-1-5-160-16,3 2 160 0,2 0-160 0,3 2 160 16,2-1-160-16,2-1 0 0,4-2 0 0,5 0 0 15,0-2 0-15,3 0 0 0,2-4-192 0,2-3 192 16,2 0-256-16,2-2 64 0,0-3 0 0,4-1 16 0,1-5 176 0,-2-2-208 15,1-1 80-15,0-3 128 0,1 0-192 16,-1-1 192-16,-4-2-160 0,0-3 160 0,1-2-144 0,-2-4 144 16,-2-1-128-16,0-4 128 0,-2-2 0 0,0-5-128 15,1-1 128-15,0-1 0 0,-2-2-128 0,-1 2 128 16,0 2-128-16,-4 4 128 0,-2 2 0 0,-2 6 0 16,0 5 0-16,-2 3 0 0,-3 3 144 0,-2 5 112 15,2 7 32-15,0 0 0 0,-6 0 96 0,-1 0 32 16,1 4 0-16,-1 6 0 0,-1 6-224 0,1 3-32 15,-2 6-16-15,1 4 0 0,1-1-144 0,2 4 160 16,0 0-160-16,1-2 160 0,0 4-160 0,0-1 0 16,1-2 0-16,1 0 128 0,2-7-128 0,-1-1 0 15,1-1 0-15,0-1 0 0,0-1 0 0,0-2-176 16,1 0 176-16,0-2-192 16,0-2-448-16,1-5-112 0,0-1-16 0,0 0 0 15,0-1-800-15,-2-7-160 0,0 0-48 0,0 0-13328 16,0 0-2656-16</inkml:trace>
  <inkml:trace contextRef="#ctx0" brushRef="#br0" timeOffset="118864.82">27922 3861 44399 0,'0'0'1968'0,"0"0"400"0,-7-3-1888 0,2 1-480 0,5 2 0 0,0 0 0 16,0 0 1664-16,0 0 224 0,0 0 48 0,6-3 16 15,2 0-656-15,3 2-128 0,2 1-16 0,2 0-16 16,4-1-880-16,2 0-256 0,1-1 0 0,2 2 128 0,3 0-128 0,0 2 0 15,0-1 0-15,1 1 0 0,0 1-144 0,0 1 0 16,-2 0 0-16,0 0 0 16,-1 1-1712-16,-3 2-352 0,-1 4-64 0,-6 0-12672 15,-3 2-2528-15</inkml:trace>
  <inkml:trace contextRef="#ctx0" brushRef="#br0" timeOffset="119201.74">26639 4634 38703 0,'-11'-5'3440'0,"11"5"-2752"16,-3-5-560-16,0-1-128 0,2 0 4032 0,3-1 784 15,6 1 160-15,4-2 16 0,2-1-3776 0,4 0-768 16,3 0-160-16,7 1-32 0,3 1 80 0,4 2 16 15,0 0 0-15,3 1 0 0,3-3-352 0,4 1 0 16,7-1 0-16,7 3 0 0,5 2 0 0,2 1 0 0,1 1 0 16,2-2 0-16,0 1 0 0,4-3 0 0,3 1 0 0,2 3 0 15,1 0 0-15,-3 0 0 0,-6 0 0 0,-3-2 0 16,-5 0 0-16,-2 2 0 0,-3 2 0 16,-7-2 0-16,-4 2 0 0,-6-2 0 0,-7 0 0 0,-7 0 128 15,-6 0-128-15,-6 0 0 0,-5 2 0 0,-9-2 0 16,0 0-640-16,0 0-112 15,0 0-16-15,-14 1-24640 0</inkml:trace>
  <inkml:trace contextRef="#ctx0" brushRef="#br0" timeOffset="120098.18">27334 5270 3679 0,'0'0'320'0,"6"-8"-320"15,2-2 0-15,0 0 0 0,1-1 7088 0,1 1 1344 16,1-6 272-16,-1 2 48 0,1 1-5760 0,-3-3-1152 0,-2 0-240 16,-1 2-32-16,-1 0 416 0,-2 1 96 0,-2 1 16 0,-2 4 0 15,-2-1-624-15,-1 2-112 0,-1 2-16 0,-4 4-16 16,-3 5-464-16,-4 8-96 0,-3 5 0 0,-8 9-16 16,-2 5-368-16,-1 7-80 0,-3 3-16 0,0 5 0 15,0 1-32-15,3 1-16 0,4-5 0 0,4 2 0 16,5-6-64-16,4-3-16 0,5-3 0 0,6-2 0 15,6 0-160-15,5-2 192 0,3-4-192 0,6-4 192 16,4-4-192-16,5-4 0 0,3-4 144 0,3-3-144 0,6-6 0 16,1-2-160-16,0-4 16 0,-1-3 0 0,-3-2 144 15,-1-4 0-15,-1-2 0 0,-2-1 0 16,-1-1 0-16,-2-2 0 0,-1-3 0 0,-1-3 0 16,-2-3 0-16,-4-3 0 0,-1-3 0 0,-2-3-128 0,-3-2 128 15,-2-2 0-15,-3-2-144 0,-3 2 144 0,-3 1-192 16,-3 1 48-16,-4 4 0 0,-4 1 0 15,-4 5-528-15,-2 4-96 0,-4 3-32 0,-3 5 0 16,-2 3-592-16,-4 6-112 0,-3 4-32 0,-2 6 0 16,-3 3-2032-16,-2 6-400 0,-1 8-96 0</inkml:trace>
  <inkml:trace contextRef="#ctx0" brushRef="#br0" timeOffset="120364.41">27355 5377 48783 0,'0'0'2160'0,"0"0"448"0,0 0-2096 0,0 0-512 0,0 0 0 16,0 0 0-16,0 0 1440 0,1 12 176 0,-1 2 48 16,0 1 0-16,1 3-512 0,1 3-112 0,-1 0-16 0,1 3 0 15,2 2-704-15,3 2-160 0,-2-1-32 0,0 2 0 16,0-4-128-16,2-1 0 0,1 1 0 0,0-1 0 15,-1 0 0-15,1-3 0 0,0-4 0 0,3-1 0 0,-1-3-288 0,0-1-96 16,1-3 0-16,1 0-16 16,-1-1-1072-16,1-1-192 0,0-1-64 0,-2-2 0 15,1-3-2560-15,0-1-512 0</inkml:trace>
  <inkml:trace contextRef="#ctx0" brushRef="#br0" timeOffset="120595.59">27927 5441 38703 0,'0'0'3440'0,"0"0"-2752"16,0 0-560-16,0 0-128 0,0 0 3392 0,0 0 640 15,-3 7 128-15,-1 2 16 0,0 1-2416 0,2 2-480 16,-5 2-112-16,3 4-16 0,1 3-768 0,0 3-144 16,-1 0-48-16,0 3 0 0,-1-5-192 0,1 1 0 0,0 1 128 0,0-1-128 15,0-1 0-15,2-1 0 16,-2-3 0-16,0-1 0 15,0 0-640-15,1-4-64 0,1-1 0 0,-1 0-16 16,2-4-1056-16,1-8-208 0,0 0-32 0,0 0-13360 16,5 5-2672-16</inkml:trace>
  <inkml:trace contextRef="#ctx0" brushRef="#br0" timeOffset="120789.05">28136 5410 13823 0,'1'-13'608'0,"-1"13"128"0,-1-6-592 0,1 6-144 0,-3-2 0 0,3 2 0 16,0 0 8320-16,0 0 1616 0,0 0 336 0,-4 8 64 15,0-1-7040-15,-1 5-1408 0,0 1-288 0,-1 4-48 16,3 3-976-16,-3-1-192 0,1 1-32 0,1 1-16 16,0 1-336-16,0 0 144 0,2 0-144 0,-1 2 0 0,1-1 0 0,0 2 0 15,1 0 0-15,0-2 0 16,-1-1-416-16,2-1-144 0,0-1-16 0,0-1-16 16,-1-3-816-16,1 0-176 0,0-2-16 0,1-1-16 15,-1-3-1904-15,0-2-384 0</inkml:trace>
  <inkml:trace contextRef="#ctx0" brushRef="#br0" timeOffset="121000">27849 5736 37775 0,'0'0'3360'0,"-3"-6"-2688"0,-1 0-544 0,4 6-128 0,0 0 3264 0,0 0 608 15,0 0 128-15,7-7 32 0,1 1-2320 0,1-1-464 16,1 1-96-16,4 1 0 0,3-1-608 0,2 4-112 15,-1-5-32-15,3 3 0 0,0 2-400 0,-1-3 0 0,4-1 0 0,1 2 0 32,-1 1-304-32,3 0-144 0,0 0-16 0,-1 1-16 15,0-1-2528-15,-1 2-496 0,22 1-96 0,-17 1-32 0</inkml:trace>
  <inkml:trace contextRef="#ctx0" brushRef="#br0" timeOffset="121654.52">29246 3955 26719 0,'0'0'2368'16,"0"0"-1888"-16,0 0-480 0,0 0 0 0,0 0 4096 0,9 0 5712 16,-1 0-4816-16,-8 0-2224 0,8 1-448 15,-8-1-80-15,0 0-32 0,8 1-592 0,-8-1-112 16,0 0-32-16,0 0 0 0,0 0-960 0,0 0-208 15,0 0-48-15,0 0 0 0,0 9-256 0,-3 1 0 16,-2 0 0-16,-3 2 0 0,-2-3 0 0,-2 1 0 16,-1 1 0-16,-1-1 0 0,-1 1 0 0,1-2 0 15,-2 0 0-15,1 1 0 0,-2 2 0 0,0 0 0 16,1 1 0-16,1-1 0 0,-1 1 0 0,0 1 0 16,-1 0 0-16,-1 1 0 0,2-2 0 0,-1 0 0 15,2 0 0-15,0-2 144 0,0 1-144 0,0 0 0 0,2-2 0 0,3 1 0 16,1-2 0-16,2-3 0 0,2 0 0 0,1-1 0 15,4-5 0-15,0 0 0 0,0 0 0 0,0 0 0 16,0 0 0-16,3 6 0 0,1-2 0 16,1 1 0-16,-5-5 0 0,10 4 0 0,2-1 0 0,0 0 0 15,0-2 0-15,-1 2 0 0,0-2 0 0,-1 0 0 0,-1-1 0 16,-2 0 0-16,-1 0 0 0,1 0 0 0,-7 0 0 16,8 0 0-16,-2 0 0 0,2-1 0 0,1 0 0 15,0-2 0-15,-1 0 0 0,1 2 0 0,2 0 0 0,-2 1 0 16,0 0 0-16,1 0 0 0,2 1 0 0,0 0 0 15,0 1 0-15,1 0 0 0,1 2 0 0,2 1 0 16,1-1 0-16,1 1 0 0,1 1 0 0,1 0 0 16,-1 2 0-16,2-1 0 0,1 0 0 0,1 0 0 15,-3-1 0-15,1 1 0 0,0-1 0 0,-3 0 0 16,-1-1 0-16,-2-1 0 0,-5 0 0 0,-2 1-128 16,-8-5 128-16,0 0 0 15,0 0-2032-15,0 0-288 0,-1 9-64 0</inkml:trace>
  <inkml:trace contextRef="#ctx0" brushRef="#br0" timeOffset="122856.92">29845 3660 49295 0,'-13'-10'2176'0,"7"4"464"0,0-1-2112 0,1 7-528 0,5 0 0 0,-3 6 0 0,0 1 336 0,2 2-32 15,1 3-16-15,0 3 0 0,0 2 560 0,0 9 112 16,0 4 32-16,0 4 0 0,0 3-256 0,0 3-48 16,0 6-16-16,0 4 0 0,0 4-320 0,1 1-64 15,1-1-16-15,-1 1 0 0,-1 0-112 0,1-4-32 16,1-4 0-16,-2-2 0 0,0-4-128 16,0 1 128-16,-2-5-128 0,1-1 128 0,0-3-128 0,1 0 128 15,1-7-128-15,0-2 128 0,1-2-128 0,0-1 0 16,0-3 0-16,-1-1 0 0,2-3 0 0,-1-1 0 15,1-1 0-15,1 1 0 0,0-5 0 0,-1-2 0 0,-3-6 0 0,0 0 0 32,0 0-880-32,0 0-48 0,0 0-16 0,0 0 0 15,0 0-2320-15,0 0-448 0</inkml:trace>
  <inkml:trace contextRef="#ctx0" brushRef="#br0" timeOffset="127471.9">12359 6824 9327 0,'0'0'400'0,"0"0"112"0,0 0-512 0,0 0 0 15,2-6 0-15,-2 6 0 0,1-7 128 0,1 1-128 16,-2 6 0-16,3-7 0 16,0 1-384-16,-2-1-192 0,0 2-16 0</inkml:trace>
  <inkml:trace contextRef="#ctx0" brushRef="#br0" timeOffset="127723.94">12381 6736 3679 0,'0'0'320'0,"0"0"-320"16,2-7 0-16,-2-1 0 0,0-1 2304 0,0-1 384 16,-2 1 64-16,1-1 32 0,0 0-816 0,-2 0-176 0,2-2-16 15,0 3-16-15,1 0 96 0,-2 2 32 0,2 1 0 0,-1 0 0 16,0-1 176-16,-1 1 48 0,2 6 0 15,0 0 0-15,0 0 192 0,0 0 32 0,0 0 16 16,0 0 0-16,-2 12-784 0,-2 4-160 0,1 6-16 0,1 7-16 16,-2 4-352-16,1 9-80 0,1 5-16 0,0 5 0 15,1 6-320-15,0-1-64 0,1-1-16 16,0 0 0-16,0 0-208 0,0 0-64 0,0 0 0 16,0-1 0-16,1 0-128 0,0-6-128 0,2-2 144 0,-1-4-144 15,0-2 0-15,-1-5 128 0,0-3-128 0,3-6 0 0,-2-3 0 16,-1-4 0-16,1 0-144 0,0-3 144 15,-1-3-512-15,0-3 0 0,1-2 0 0,-2-3 0 16,0-6-1664-16,0 0-352 0,0 0-64 16,0 0-11312-16,6 0-2272 0</inkml:trace>
  <inkml:trace contextRef="#ctx0" brushRef="#br0" timeOffset="128187.93">12109 7634 17503 0,'0'0'768'0,"0"0"176"0,3-8-752 0,0-2-192 0,3-2 0 0,-1-1 0 16,0 4 5488-16,2 1 1056 0,-2 3 224 0,1-2 32 15,1 2-3632-15,-1 2-736 0,1-1-128 0,1 3-48 16,0 1-1104-16,-1 1-240 0,2 3-32 0,2 3-16 16,1 6-240-16,-2-1-48 0,-1 1-16 0,2 2 0 0,-1 2-208 0,0 3-32 15,2-1-16-15,-1 2 0 0,-2 1-144 0,0-2-32 16,-1 1 0-16,1 0 0 0,0-2-128 0,0-1 0 15,-2-1 0-15,-1-4 128 0,1 0-128 16,-1-2 0-16,1-2 0 0,-1-2 128 0,-6-7-128 16,0 0 0-16,0 0 0 0,0 0 128 15,0 0-128-15,8-3 0 0,-1-4 144 0,-1 1-144 0,-1-6 0 16,1 0 144-16,-1-3-144 0,-1 0 0 0,0 0 144 0,-2-3-144 16,1-3 0-16,-2 0 144 0,2 0-144 0,-1 0 0 15,1-1-160-15,1-2 160 16,0 0-768-16,1-1-64 0,1 0-16 0,0 2 0 15,-1 2-2288-15,1 3-448 0,2 1-80 0</inkml:trace>
  <inkml:trace contextRef="#ctx0" brushRef="#br0" timeOffset="129084.55">13083 7356 17503 0,'1'-13'768'0,"-1"5"176"0,-2-3-752 0,0-2-192 0,1-2 0 0,1 0 0 0,0-1 5008 0,-1 0 976 16,-2-3 192-16,2 3 32 0,-1 2-3312 15,1-1-656-15,-3 2-144 0,2 4-32 0,-2 3-816 16,0 2-160-16,4 4-48 0,-5-3 0 0,-2 2-208 0,-1 3-64 16,-1 2 0-16,-1 7 0 0,-3 7-320 0,-2 7-80 15,-2 6-16-15,0 8 0 0,0 6-64 0,0 3-16 16,0 4 0-16,3-1 0 0,2-2 32 16,3-2 0-16,4-4 0 0,2-1 0 0,5-4-304 0,2-3 160 15,2-1-160-15,3-7 128 0,3-2-128 0,2-3 0 16,2-4 0-16,2-4 0 0,3-4-208 0,1-7 80 15,2-3 128-15,-1-3-208 0,-1-4 48 0,3-4 16 16,1-2 0-16,0-3 0 0,-1-2 144 0,-1-2-128 16,-2-1 128-16,-3-1-128 0,-2 0 128 0,-1-1 0 15,-2-2 0-15,-1-3 0 0,-4-3 0 0,1-3 0 16,-5-4 0-16,-1 1 0 0,-3-1 0 0,-1-4 0 16,-3-1 0-16,1 1 128 0,-3 2-128 0,-1 2 0 0,0 3 0 0,-3 1 0 15,-2 3-224-15,-2 2-16 16,-1 4 0-16,-2 6 0 15,1 6-1040-15,-2 5-224 0,-3 3-32 0,3 7-16 16,0 9-1776-16,-1 2-368 0,-2 5-64 0</inkml:trace>
  <inkml:trace contextRef="#ctx0" brushRef="#br0" timeOffset="129380.29">13085 7470 42783 0,'0'0'1904'0,"0"0"384"0,0 0-1840 0,0 0-448 0,0 0 0 0,0 0 0 0,0 0 1984 0,0 0 320 16,0 0 48-16,-3 9 16 0,-1 1-1152 0,0 4-240 15,1 5-32-15,0 2-16 0,2 3-544 16,0 1-96-16,0 3-32 0,-1 1 0 0,2 5 176 0,2 0 16 15,-2 1 16-15,2 2 0 0,-1-2-464 0,1 0 128 16,0-1-128-16,1-2 0 16,0-2-320-16,-2-3-128 0,0-4 0 0,1 0-16 15,0-3-720-15,1-3-144 0,-1-1-16 0,2-6-16 16,1-2-1712-16,2-3-352 0,1-5-64 0</inkml:trace>
  <inkml:trace contextRef="#ctx0" brushRef="#br0" timeOffset="129687.6">13400 7771 46991 0,'0'0'2080'0,"0"0"432"0,0 0-2000 0,0 0-512 0,0 0 0 0,0 0 0 0,-6 2 1712 0,6-2 240 0,0 0 48 0,-2 8 16 16,-2-1-800-16,0 1-144 0,4 2-48 0,-1 0 0 16,1 5-688-16,0 0-144 0,0 2-16 0,0 0-16 15,0 2-32-15,0-1 0 0,1 1 0 0,2 1 0 16,-3-1-80-16,1 1-48 0,0-4 0 0,0 1 0 15,-1-2 0-15,0 0 0 0,2-2 0 0,-1-2 0 0,0-2 0 0,1 2 0 16,0-5 0-16,-2-6 0 0,0 0 0 0,6 7 0 16,-1-2 0-16,0-1 0 0,-5-4 0 0,9 3 0 15,2-3 0-15,0-2 0 0,2 0 0 0,2-2 0 16,-1-1 0-16,2-1 0 0,-3 0 0 16,2-1 0-16,4 0 0 0,-3 0 0 15,0-2 0-15,0 1 0 0,-2 0 0 0,-1 2 0 16,-1-1-992-16,1 2-192 0,-3 0-32 0,2 3-15520 15,-1-1-3104-15</inkml:trace>
  <inkml:trace contextRef="#ctx0" brushRef="#br0" timeOffset="137056.74">18393 6019 24879 0,'-1'-6'2208'0,"-2"1"-1760"0,0 0-448 0,2-2 0 0,1-2 4912 0,0 4 896 16,0 5 176-16,0 0 32 0,0 0-3744 0,0 0-752 15,0 0-160-15,0 0-16 0,0 0-448 0,1 10-64 16,1 5-32-16,-2 2 0 0,0 4-352 0,1 5-80 0,0 6-16 0,1 5 0 15,-1 2-32-15,-1 1 0 16,0 2 0-16,-1 0 0 0,1-1-48 0,1 0-16 16,1-2 0-16,0-6 0 0,0-3-112 0,1-4-16 0,0-3-128 15,0-3 192-15,1-5-192 0,-1-2 0 16,-2-2 128-16,2-3-128 0,0-1 0 0,-3-7 176 16,0 0-176-16,0 0 160 0,0 0-160 0,0 0 0 15,0 0 0-15,3-5 0 0,3-4 0 0,-1-3 0 0,-1-3 0 0,1-5 0 16,0-3 0-16,3-5 0 0,1-3 0 0,0-3 0 15,-1-2 0-15,1-2 0 0,0-1 0 0,3 1 0 16,0 1 0-16,0 6 0 0,-2 5-144 0,0 4 144 16,0 5-128-16,-1 1 128 0,-2 7 0 0,-1 4 0 15,-6 5-176-15,0 0 176 0,9 9-160 0,-1 7 160 0,-2 5 0 0,-1 6 0 16,1 4 0-16,-1 4 0 16,0-1 0-16,0 4 0 0,0 0 0 0,2 0 0 0,0-3 128 15,0-2-128-15,2-3 0 0,2-7 0 16,-1-2 0-16,1-4 0 0,0-3 0 0,-1-1 0 0,-3-2 0 0,3-1 0 15,-3-6 0-15,1 0 0 0,0-3 0 16,0-2 0-16,-2-3 0 0,2 0 0 0,-1-4 0 0,1 0 160 16,-2-2-160-16,2-3 192 0,-2-4-192 15,1-3 160-15,-1-3-160 0,2-2 160 0,0-3-160 0,1-2 0 16,0-4 0-16,2-2 128 0,-1-3-128 0,1 0 0 16,-1 1 0-16,0 1-176 15,1 0-416-15,-2 3-96 0,0 3-16 0,-1-2 0 16,0 3-1280-16,-2 3-256 0,0 2-48 0,-3 3-20256 0</inkml:trace>
  <inkml:trace contextRef="#ctx0" brushRef="#br0" timeOffset="137278.21">18212 5841 51951 0,'-17'0'2304'0,"17"0"464"0,0 0-2208 0,0 0-560 0,0 0 0 0,0 0 0 16,0 0 672-16,0 0 32 0,9 0 0 0,1-1 0 16,2-2-320-16,4 1-64 0,2-2-16 0,4-1 0 15,3-1-304-15,2 1 0 0,2 0-128 0,2 0 128 16,2 1-1312-16,1-3-160 0,-3 2-48 0,3 0-13952 16,0 0-2784-16</inkml:trace>
  <inkml:trace contextRef="#ctx0" brushRef="#br0" timeOffset="137417.34">18934 5758 29487 0,'0'0'1296'0,"0"0"288"0,0 0-1264 0,0 0-320 0,8-5 0 0,1 1 0 0,-3-2 4320 0,2 1 800 15,-1-1 176-15,2 2 16 0,3-3-3488 0,1 3-704 16,-2 2-144-16,1-1-16 16,2 1-2432-16,2 2-464 0,1 2-112 0,-1 3-19024 0</inkml:trace>
  <inkml:trace contextRef="#ctx0" brushRef="#br0" timeOffset="138208.57">19073 6308 19343 0,'0'0'848'0,"0"0"192"0,0 0-832 0,0 0-208 0,0 0 0 0,0 0 0 15,0 0 7088-15,3 9 1360 16,0 2 288-16,-1 2 48 0,1 1-5888 0,1 2-1168 0,-3 2-256 0,2 1-32 15,-1 1-848-15,2-2-160 0,-3 3-48 0,3-1 0 16,-1-3-176-16,1-2-32 0,-2 0-16 0,1-5 0 16,0 0-160-16,-1-1 0 0,0-2 144 0,-2-7-144 15,0 0 0-15,0 0 0 0,0 0 0 0,0 0 128 16,0 0-128-16,0 0 0 0,0 0 0 0,4-8-128 0,-1-1 128 0,1-4 0 16,0-4 0-16,0 0-128 0,0-2 128 0,1-1-128 15,1-5 128-15,1 0-128 0,1-1 128 16,0 2-128-16,2-4 128 15,1 3-128-15,1-1 128 0,-2 6-128 0,-1 1 128 0,0 5-128 0,-1 4 128 16,0 3 0-16,-2 3-144 0,-6 4 144 0,0 0 0 0,7 5 0 16,-3 4 0-16,0 4 0 0,-3 4 0 15,0 4 0-15,-1 1 128 0,0 2-128 0,0 2 128 0,2-3-128 16,-1 2 0-16,2 0 128 16,0-2-128-16,1 0 0 0,2-4 0 15,0-1 0-15,1-3 0 0,0-3 0 0,3-3 0 0,-1-2-176 16,0-1-16-16,3-4-16 0,1 0 0 0,-2-2 0 0,0-3 48 0,1-1 16 15,-2-2 0-15,0-1 0 0,-2 1 144 0,0-4 0 16,-1 0 0-16,-1 0 0 0,1-5 0 0,-1 1 0 16,-1 0 0-16,2-5 0 0,-2 2 0 0,-1-1 0 15,-1 0 0-15,-1 1 0 0,1 3 0 0,-2 0 0 0,-1 0 0 16,0 4 0-16,-1-1 0 0,-2 3 0 16,-1 3 0-16,4 5 128 0,-6 0-128 0,-1 5 128 0,-1 2-128 0,2 3 128 15,-2 2-128-15,-1 4 0 0,2 2 0 0,1 2 0 16,1 0 0-16,1 1 0 0,1 0 0 15,3 0 0-15,1 0 0 0,3-2-160 0,2 0 160 16,0-4-160-16,2-3-1072 16,1-2-224-16,1-2-32 0,4-2-16 15,-1-4-208-15,2-2-32 0,1-2-16 0,1-4 0 0,0-2 32 16,0-2 0-16,-2-3 0 0,2-4 0 0,-1-2 544 16,0-2 112-16,-2-1 32 0,-2-2 0 0,1-1 272 15,0-3 48-15,-2-4 16 0,1-2 0 0,0-3 704 0,0-1 0 16,-1-1 240-16,1 0-64 0,0-1 880 0,-2 4 176 0,-2 5 48 15,-1 6 0-15,-5 5 704 0,1 6 160 0,-2 5 32 0,-1 2 0 0,0 7 0 0,0 0 0 16,0 0 0-16,-4 9 0 0,0 2-1088 16,0 2-192-16,1 4-64 0,-1 0 0 0,-2 2-480 0,2 4-96 15,1 1-32-15,0 4 0 0,0 0-80 0,1 4-16 16,-1 0 0-16,2 1 0 0,1-1-128 0,0-2 0 16,1 2-160-16,0-1 160 0,2-4-288 0,0-1 32 15,-1-2 16-15,0-3 0 16,-1-3-368-16,0-1-80 0,0-3-16 0,1-1 0 15,-2-2-1408-15,0-11-304 0,0 0-48 16,0 0-16-16,2 6-2272 0,-2-6-464 0</inkml:trace>
  <inkml:trace contextRef="#ctx0" brushRef="#br0" timeOffset="138381.69">19631 6372 23039 0,'0'0'1024'0,"0"0"192"0,0 0-960 0,0 0-256 15,0 0 0-15,0 0 0 0,0 0 6320 0,0 0 1216 16,0 0 240-16,0 0 48 0,0 0-5472 0,12-3-1104 0,1 1-224 0,3-2-32 15,1 0-752-15,1-1-240 0,0-1 128 16,3 2-128-16,1 1 0 0,0 0 0 0,2-4-208 0,2 1 80 16,1-2-1920-1,2 2-384-15,0-4-80 0,-1 1-19200 0</inkml:trace>
  <inkml:trace contextRef="#ctx0" brushRef="#br0" timeOffset="138721.18">20571 6026 48959 0,'0'0'2176'0,"0"0"432"0,0 0-2096 0,0 0-512 0,0 0 0 0,0 0 0 0,0 0 1760 0,0 0 240 16,0 0 48-16,0 0 16 0,0 0-1072 0,0 0-224 15,0 0-32-15,0 0-16 0,0 9-576 0,-4 1-96 16,-1-1-48-16,-1 0 0 0,-2 0 0 0,0 1 0 16,-1 0 0-16,0 1 0 0,-4 2 0 0,1 0 0 15,0 0 0-15,1 0 0 0,-1-1 0 0,1 0 0 16,1-2 0-16,0 2 0 0,-1 0 0 0,2 0 0 15,0-2 0-15,1 2 0 0,2-1 0 0,-1 0 0 16,0-2 0-16,1 0 0 0,-1-1 0 0,2-2 0 16,5-6 0-16,-4 7 0 0,4-7 0 0,-1 8 0 15,1-8 0-15,0 0 0 0,0 0 0 0,3 8 0 16,1-2 0-16,1 2 0 0,1-4 0 0,2 1 0 16,1-1 0-16,2 0 0 0,-1-1 0 0,2-1 0 0,1 1 0 15,1-1 0-15,2 1 0 0,-1 0 0 0,1-2 0 0,0 0 0 16,-1 0 0-16,1 1 0 0,0-2 0 15,-1 0 0-15,-2 0 0 0,2 1 0 16,0 0 0-16,0 2 0 16,-4-3-2512-16,1 1-496 0</inkml:trace>
  <inkml:trace contextRef="#ctx0" brushRef="#br0" timeOffset="139335.47">21481 6008 40479 0,'0'-18'1792'0,"0"9"384"0,2-2-1744 0,-1-2-432 0,0 3 0 16,1 1 0-16,-4 0 2080 0,1 3 336 0,0 0 64 0,1 6 16 16,-3-5-704-16,3 5-128 0,-6 0-16 0,-2 5-16 15,-1 5-800-15,-3 6-176 0,-4 5-16 0,1 5-16 16,-2 5-304-16,-4 4-64 0,-4 4-16 0,2 6 0 0,-1 0-80 0,3 1-16 16,3-3 0-16,4-1 0 15,3 0-96-15,5-6-48 0,4 1 0 0,2-7 0 16,4-4 0-16,4-3 0 0,3-6 0 0,3-1 0 0,3-3 0 0,4-3 0 15,2-3 0 1,4-3 0-16,2-7 0 0,1-2-160 0,1-3 160 0,3-4-192 0,-1-3 192 0,-2-4 0 16,-1-2 0-16,2 1-128 0,-1-8 128 0,-3-1 0 15,-3-1 0-15,0-5 0 0,-2-1 0 16,-2-2 0-16,-2-1 0 0,-4-2 0 0,-2 0 0 16,-2 0 0-16,-5 1 0 0,-2-1 0 0,-5 5 0 0,-3 3-160 15,-4 1 160-15,-2 3 0 0,-3 4-240 0,-3 2 64 16,-1 3 16-16,-4 3 0 15,-2 4-560-15,-1 0-112 0,1 4-32 0,-1 4 0 16,1 4-2144-16,1 3-416 0,2 3-96 0</inkml:trace>
  <inkml:trace contextRef="#ctx0" brushRef="#br0" timeOffset="139660.54">21488 6165 35935 0,'-4'-3'3200'0,"0"-1"-2560"0,4 4-512 0,0 0-128 15,0 0 4144-15,0 0 800 0,0 0 176 0,0 0 16 16,0 0-3216-16,-1 10-640 0,1 7-128 0,0 2-16 0,1 3-816 0,0 3-144 15,2 2-48-15,0 3 0 0,0 1-80 0,3 2-48 16,-1-2 0-16,0-1 0 0,0-1 0 0,1-2 0 16,-1-2 0-16,0-2 0 0,2-2 0 0,-1-2 0 15,-1-3 0-15,0 0 0 16,1-2-784-16,-1 1-160 0,0-2-16 0,0 0-16 16,1-3-1584-16,-1-1-304 0,1 1-64 0,-1-4-18768 15</inkml:trace>
  <inkml:trace contextRef="#ctx0" brushRef="#br0" timeOffset="139902.68">21919 6226 35007 0,'0'0'3120'0,"0"0"-2496"16,0 0-496-16,0 0-128 0,0 0 4080 0,0 0 784 15,0 0 176-15,3 6 16 0,-2 2-3040 0,1 3-608 16,-1 3-128-16,0-1-32 0,-1 3-864 0,0 2-192 0,0 3-16 15,-1 4-16-15,-2-1-160 0,1 4 0 0,-1 0 144 0,-1 1-144 16,-1-6 160-16,0 1-32 0,0-1-128 16,-1-2 192-16,1-1-192 0,0-1-160 0,1 0 32 0,0-2 0 31,0-3-656-31,3-2-128 0,0-2-32 0,1-3 0 0,0 0-1808 16,0-7-352-16,3 6-80 0,-3-6-18080 0</inkml:trace>
  <inkml:trace contextRef="#ctx0" brushRef="#br0" timeOffset="140093.64">22069 6286 21183 0,'0'0'1888'0,"2"-7"-1504"0,0 1-384 0,0-1 0 0,-2 1 5504 0,0 6 1040 16,0 0 208-16,0 0 32 0,0 0-3616 0,0 0-736 15,0 0-128-15,0 0-48 0,0 0-1232 0,0 0-256 16,-3 9-64-16,0 3 0 0,1 3-432 0,-1 3-80 16,-1 1-32-16,2 0 0 0,-1 5-160 0,-1 1 0 15,-1 1 0-15,1 0 0 0,1 0 0 0,1 0 0 16,-1-1 0-16,2-2 0 15,1-2-464-15,0-2-128 0,0 1-32 0,1-3 0 16,2 0-1296-16,-2-1-272 0,0-3-48 0,2 0-12608 16,1-3-2496-16</inkml:trace>
  <inkml:trace contextRef="#ctx0" brushRef="#br0" timeOffset="140288.82">21832 6547 20271 0,'0'0'896'0,"0"0"192"0,0 0-880 0,0 0-208 16,0 0 0-16,0 0 0 0,7 0 7424 0,2-4 1456 0,0 1 272 0,3 0 64 16,2 2-6592-16,3 0-1312 0,1 0-272 15,2-3-48-15,-1 1-656 0,1 0-128 16,-1-1-16-16,1 2-16 0,-1-1-176 0,1 2 0 0,0-2 144 0,-1 2-144 16,-1-3-656-16,1 2-208 0,0-4-32 0,-1 5-15696 15,1-2-3136-15</inkml:trace>
  <inkml:trace contextRef="#ctx0" brushRef="#br0" timeOffset="148036.85">17332 8198 23951 0,'-17'-1'2128'0,"9"-2"-1696"16,-1 2-432-16,-2-1 0 0,3-1 5520 0,1 0 1024 16,0 2 208-16,7 1 32 0,0 0-4304 0,0 0-880 0,0 0-160 0,0 0-32 15,0 0-368-15,0 0-64 0,0 0-16 0,12 0 0 16,2-3-624-16,3 1-128 0,7 1-16 0,4-1-16 15,5 0 64-15,3 0 16 0,4 1 0 0,1 1 0 16,1 1-256-16,14 1 0 0,-3 0 0 0,0 0 0 16,-1-4 0-16,-3 2 0 0,1 0 0 0,-1 0 0 0,0-1 0 15,-6 1 0-15,-2 0 0 0,-2 0 0 16,-3 1-592-16,-4 1-64 16,-2-2-16-16,-1-2 0 0,-3 1-1024 0,-4 0-208 0,-2 1-32 0,-2-2-16 15,-1 2-2816-15,-5-1-560 16</inkml:trace>
  <inkml:trace contextRef="#ctx0" brushRef="#br0" timeOffset="148273.04">18199 8097 17503 0,'-8'-11'768'0,"3"7"176"0,-1-1-752 0,2 3-192 16,4 2 0-16,0 0 0 0,-1-6 7040 0,1 6 1360 15,0 0 288-15,0 0 48 0,0 0-5792 0,0 0-1152 16,0 0-224-16,0 0-48 0,11 3-832 0,-2 1-176 16,1 1-16-16,1-4-16 0,-1 1-336 0,0 0-144 15,1 1 128-15,1-1-128 0,1 2 0 0,0 0 0 16,0 1 0-16,0-2 0 0,1 1-160 0,-1-3 160 15,-1 5 0-15,-2-4-144 0,-2 3 144 0,-1 2 0 16,-3 2-144-16,-3-2 144 0,-1-7 0 0,-5 10 0 16,-3 3 0-16,-3 1 0 0,0-1 0 0,-4 2 0 15,0-1 0-15,-2 0 128 0,0 1-128 0,0-1 0 16,2-4 0-16,2 2 0 16,2 0-1376-16,0-2-256 0,3 0-48 0,3-3-13888 0,5-7-2784 0</inkml:trace>
  <inkml:trace contextRef="#ctx0" brushRef="#br0" timeOffset="148967.89">18539 7940 19343 0,'0'0'1728'0,"0"0"-1392"0,0 0-336 0,0 0 0 0,0 0 6368 0,0 0 1200 16,0 0 240-16,0 0 64 16,0 0-4960-16,0 0-992 0,1 9-192 0,2 3-32 0,-1 4-736 0,1 3-128 15,0 3-48-15,-1 2 0 0,0-1-368 0,-1 2-80 16,0 0-16-16,0 1 0 0,1 1-128 0,-1 2-16 15,-1-3-16-15,0 2 0 0,0-2-160 0,0-2 0 16,0-1 144-16,0-4-144 0,0-1 0 0,0 1 0 16,0-6 0-16,0-4 128 0,-1-1-128 0,1-2 0 15,0-6 0-15,0 0 0 0,0 0 0 0,0 0 128 16,0 0-128-16,0-6 0 0,0-4 0 0,1 0 0 16,2-6 0-16,2-2 128 0,1-1-128 0,2-5 0 15,3-3 0-15,2-1 0 0,2 0 0 0,2-1 0 16,-1 0 0-16,1 1 0 0,0-1 0 0,0 3-128 15,-4 5 128-15,0 1 0 0,-1 5 0 0,-2 3 0 16,-2 4 0-16,-2 4 0 0,-6 4 0 0,0 0 0 0,8 3 0 0,-1 3 0 16,-3 5 0-16,-1 3 0 15,0 4 128-15,-2 2-128 0,1 1 0 0,-2 1 144 16,0-1-144-16,0 2 144 0,0 2-144 0,0 0 0 16,-2-3 0-16,2 2 0 0,0-5 0 0,0 1-128 15,2-1 128-15,0-3-160 16,1-3-480-16,1-1-112 0,0-2-16 0,0-2 0 0,-4-8-880 15,6 2-176-15,-6-2-32 0,9-2-16 0,3-3-672 16,1-3-128-16,0-3-16 0,1-3-16 0,1-3-1072 16,0-1-192-16,2-6-64 0,-1-2 0 0,0-1 2000 0,-1-6 400 0,2-2 80 15,-1 0 16-15,-4 5 1696 0,-1 4 352 0,-2 4 64 0,-1 3 0 0,-2 4 3408 0,-4 4 688 16,-1 5 128-16,-1 6 16 0,0 0-720 0,0 0-160 16,-7 8-32-16,-4 5 0 0,-1 5-2112 0,-2 3-448 15,-4 4-64-15,0-1-32 0,-1 1-672 0,2 0-144 16,2 1-32-16,2 0 0 0,4-1-400 0,2-2 0 15,3-1 128-15,4-1-80 0,0-1-48 0,3-3 0 16,2-3 0-16,3-2 0 16,2-3 0-16,3-2 0 0,3-4 0 0,1 0 0 0,1-7 0 0,0 2-192 15,-1-9 192-15,-1 2-208 0,1-1 208 0,-1-2-192 16,-1-1 192-16,0-2-192 0,-4-1 192 0,0-1-176 16,-2-2 176-16,-3 1-160 0,0 0 160 0,-4 1 0 15,-1-1 0-15,-1 2-128 0,-2 2 128 0,-2-1-160 16,-1 1 160-16,0 1-160 15,-2 2-544-15,0-2-96 0,0 3-32 0,0-2 0 16,2 4-928-16,1-2-192 0,0 1-32 0,3 1-12992 16,1-1-2576-16</inkml:trace>
  <inkml:trace contextRef="#ctx0" brushRef="#br0" timeOffset="149182.75">19438 7653 25791 0,'0'0'1152'0,"0"0"224"0,2-6-1104 0,-1-1-272 0,-1 7 0 0,0 0 0 16,0 0 5824-16,0 0 1120 0,0 0 224 15,-4 8 32-15,-1 3-4608 0,0 4-928 16,-2 7-176-16,1 5-32 0,-3 1-816 0,-1 5-176 0,1 3-16 0,1 2-16 16,1 3-240-16,0-1-64 0,2 2 0 0,1-3 0 15,1-1-80-15,1-5-48 0,2-1 0 0,2-1 0 16,0-4 0-16,0-1 0 0,2-3 0 0,0-1-160 16,-1-4-256-1,1-2-48-15,0-2-16 0,-1-5 0 0,3-1-800 0,-1-1-144 0,-1-4-48 0,-4-3 0 16,9 2-2224-16,-3-6-448 15,-2-4-80-15</inkml:trace>
  <inkml:trace contextRef="#ctx0" brushRef="#br0" timeOffset="149371.71">19175 8003 16575 0,'-9'-2'1472'0,"5"0"-1168"16,-1-1-304-16,0 2 0 0,5 1 7488 0,0 0 1424 16,0 0 304-16,0 0 48 0,0 0-6048 0,0 0-1200 15,7 0-240-15,4 0-48 0,2 1-880 0,4 1-160 16,2-1-48-16,4 1 0 0,3-2-496 0,2 2-144 15,4-4 0-15,4 2 0 0,2 0 128 0,2 0-128 16,1 0 128-16,-1-2-128 0,-1 2 0 0,-1 2 0 16,-3-2 0-16,-3 4-192 15,-5 2-1408-15,-2-1-272 0,-4 4-64 0,-4 1-14208 16,-6 6-2848-16</inkml:trace>
  <inkml:trace contextRef="#ctx0" brushRef="#br0" timeOffset="149606.7">18663 8676 55695 0,'-15'5'2464'0,"15"-5"512"0,0 0-2384 0,0 0-464 0,0 0-128 0,8 6 0 15,-3-1 592-15,3 1 112 0,1-2 0 0,4-2 16 16,4 1-416-16,4-2-96 0,3-1-16 0,3-1 0 0,4-2-128 0,6 1-64 16,3-2 0-16,6-3 0 0,2-2 0 0,3 1 0 15,2 2 0-15,0 0 0 0,-4 0 0 0,-2-1 0 16,-3 1 0-16,-2 1 0 15,0-1 0-15,-4 3 0 0,-3-1 0 0,-4 1 0 0,-5-1 0 0,-2 2 0 16,-5-1 0-16,-3 2 0 16,-6-2-624-16,-10 3-112 0,0 0-32 0,0 0-24672 0</inkml:trace>
  <inkml:trace contextRef="#ctx0" brushRef="#br0" timeOffset="150754.96">20519 8292 38127 0,'0'-15'1680'0,"2"4"368"0,-1-2-1648 0,1 0-400 0,0-4 0 0,-1 1 0 16,-1 1 2112-16,0 1 320 0,-4-2 80 0,0 2 16 15,-1-2-800-15,-2 2-176 0,1 2-16 0,-4 0-16 16,-1 4-656-16,-1 4-128 0,1 3-32 0,-2 2 0 0,-3 3-224 0,-2 5-48 15,-1 4-16-15,0 6 0 0,-3 2-192 0,0 3-32 16,-1 6-16-16,0 2 0 0,-1-1-32 0,4 1 0 16,3 1 0-16,4-2 0 0,1-2-144 0,5-3 0 15,5-4 0-15,3-1 128 0,3-5-128 16,4-2-176-16,1-1 48 0,3-6 0 16,1-2-160-16,1-3-32 0,2-2 0 0,1-5 0 0,1-4 192 15,1-1 128-15,1-5-192 0,-2-2 192 0,0-2-176 0,1-2 176 16,-1-4-160-16,0-1 160 0,-1-5 0 0,0 0 0 15,0-5 0-15,0 1 0 0,-1-3 0 0,-1-2 0 16,1-4 0-16,-2 1 0 0,1 0 0 16,-2 3 0-16,-2 4 0 0,-1 6 0 0,-4 5 0 0,-2 7 0 15,-1 5 0-15,-3 2 0 0,0 11 0 0,0 0 240 16,0 0-48-16,-6 12-16 0,-1 6 16 0,-1 7 0 0,-3 5 0 0,2 5 0 16,0 1-48-16,1 0 0 15,0-1 0-15,3 2 0 0,3-2-144 0,2-1 192 16,1-1-192-16,3-5 192 0,2 1-192 0,1-3 0 0,1-3 0 15,1-3 0-15,0-3 0 0,0-1 0 0,1-6 0 0,1-2 0 16,-2-3-192-16,0-2 192 0,0-5-160 0,0-2 160 16,1-1-144-16,-1-3 144 0,0-2-128 0,0-3 128 15,0-1 0-15,0-5 0 0,2 1 0 0,-2-3 0 16,0-4 0-16,0 1-128 0,0-2 128 0,2 0 0 16,-2-4 0-16,0 2-128 0,-3 2 128 0,0 4 0 15,-3 2 0-15,0 6 0 0,-2 4 0 0,-1 3-128 16,0 7 128-16,0 0 0 0,-5 8 160 0,-3 5-160 0,-1 7 192 0,0 0-64 15,-1 5-128 1,0 3 192-16,1-2-64 0,2 2-128 0,0 1 176 0,4 0-176 0,3-2 128 0,2-1-128 16,2-2 0-16,1-5 0 0,3 1 0 0,1-3 0 15,1-7 0-15,1-1 0 0,0-2 0 16,1-1 0-16,0-4 0 0,0-2-192 0,1-3 48 16,-2-1 16-16,0-3 0 0,1-2 0 0,-2-1 128 15,0-3 0-15,-1-3-144 0,1 1 144 0,0-2 0 16,-1-2 0-16,0-1 0 0,0-1 0 0,-1 0 0 0,0-1 0 15,0-2 0-15,0 3 0 0,-2 3 0 0,-1 2 0 16,-1 3 0-16,-1 2 0 0,-3 2 0 0,0 2 0 16,0 7 0-16,0 0 0 0,0 0 0 0,-5 7 0 15,0 2 0-15,-1 2 128 0,1 5-128 0,0 1 0 16,0 4 0-16,-1 0 128 0,3 1-128 0,0 1 0 16,0 1 0-16,3 1 0 0,2-2 0 0,0 1 0 15,2-2 0-15,1-3 0 0,5-1 0 0,-1-2 0 0,0-4 0 16,1-3 0-16,3 0-304 0,2-5 64 0,-1-1 16 15,2-3 0-15,-2-3 48 0,2-1 16 0,0-1 0 16,1-3 0-16,-1-2 160 0,0-6 0 0,-2 0 0 0,0-1 0 16,-1-1 0-16,0-1 0 0,2-2 0 15,-2-1 0-15,-1-6 0 0,-1 2 0 0,1 0 0 0,0-1 0 16,-3 2 0-16,0 4 0 0,-2 0 0 16,-2 6 0-16,-3 1 0 0,-2 1 0 0,-1 7 0 15,1 6 0-15,0 0 272 0,-6 4-16 0,-4 5 0 0,0 4 0 16,-2-1-80-16,2 2-32 0,-1 3 0 0,4 3 0 0,0 3-144 15,2 1 0-15,2-2 0 0,3 1 0 0,2 1 0 16,3-1 0-16,3-3-144 0,2-1 144 0,3-1-288 0,3-2 0 16,1-3 0-16,2-2 0 15,2-5-1328-15,1 1-272 0,3-5-48 16,4-2-16-16,1-2-1872 0,4-4-368 0,-1-1-80 0</inkml:trace>
  <inkml:trace contextRef="#ctx0" brushRef="#br0" timeOffset="150977.63">22164 7677 19343 0,'0'0'1728'0,"0"0"-1392"16,-6 0-336-16,1 0 0 0,-2 0 7280 0,1 0 1376 15,-1 2 288-15,1 4 48 0,-1 2-6016 0,1 5-1200 16,-3 4-240-16,-1 1-64 0,0 4-960 0,1 5-208 16,1 5-48-16,0 3 0 0,0 3-96 0,1 1-32 15,-1 0 0-15,1 1 0 0,2-2-128 0,1-1-256 16,0-4 64-16,0 1 16 15,0 2-592-15,2-6-128 0,0-2-32 0,0 0 0 16,-2-5-960-16,0-1-192 0,-1-1-32 0,0-4-16 16,-2-1-1664-16,1-2-336 0,-1-2-64 0,-1-4-16 0</inkml:trace>
  <inkml:trace contextRef="#ctx0" brushRef="#br0" timeOffset="151314.7">21790 8264 42383 0,'-1'-12'1872'0,"1"7"400"0,0-2-1824 0,4 1-448 0,1-1 0 0,3-2 0 16,1 2 2224-16,3 1 336 0,3-1 80 0,4 0 16 0,2-3-1344 0,1 0-272 15,1 0-48-15,2-1-16 0,1 2-528 0,0-1-96 16,2 0-32-16,-1 3 0 0,-1-1-112 16,0 1-16-16,-2 1-16 0,-2 4 0 0,-1 4 16 0,-3 2 16 15,-1 1 0-15,-3 4 0 0,-2-1-64 0,-4 2-16 16,-4 3 0-16,-3 3 0 0,-4 1-128 0,-2 2 128 16,-3 2-128-16,0 1 128 15,3 2-128-15,0-3 160 0,1 0-160 0,0-2 160 0,0-1-112 16,2-2-48-16,0-2 0 0,2-2 0 0,2-1 0 0,0-5 0 15,3-1 0-15,2-1 0 0,1-2-192 0,2-4 64 16,1 0 128-16,0-4-208 0,0 0 80 0,1-2 128 16,1-5-208-16,0 1 80 0,0 1 128 0,-2-5-128 15,0 2 128-15,-1-2-128 0,-2-2 128 16,-1-1 0-16,-2 1 0 0,-3 3 0 0,-2-2 0 0,-1 1 0 16,-3 0 0-16,-1 1-128 0,-2-1-144 0,-2 0-32 15,-1 2 0-15,-3 1 0 16,1 0-2096-16,0 1-416 0</inkml:trace>
  <inkml:trace contextRef="#ctx0" brushRef="#br0" timeOffset="151793.01">23391 7634 16575 0,'-1'-8'1472'0,"-3"-4"-1168"0,0-3-304 0,0-1 0 0,2 0 7008 0,2 1 1344 15,1-5 272-15,-1 3 48 0,-5 2-5472 0,0 3-1088 16,-2-1-208-16,0 5-48 0,2 0-912 0,-3 4-176 16,2 2-48-16,-1 2 0 0,1 2-336 0,-2 5-80 15,-1 3-16-15,-3 7 0 0,-2 5-160 0,0 4-128 16,-5 6 192-16,1 3-192 0,-5 14 160 0,2 2-160 15,0 4 128-15,3 2-128 0,3-1 128 0,2 2-128 0,3-3 128 16,2-2-128-16,1-2 0 0,4-4 0 16,-1-3 128-16,0 3-80 0,1-4-48 0,2-3 0 0,-1 0 0 0,1-7 0 15,0 3-256-15,1-6-32 0,-1-2-16 0,-2-3 0 32,-1-3-464-32,0-1-112 0,-1-4-16 0,0-3 0 0,1-2-1264 15,-1-4-256-15,-3-1-48 0,1-2-12240 0,1-1-2448 16</inkml:trace>
  <inkml:trace contextRef="#ctx0" brushRef="#br0" timeOffset="152251.31">23001 8119 17503 0,'14'-11'1552'0,"-9"7"-1232"0,1-2-320 0,2-1 0 0,3-2 6464 0,0 2 1216 16,1 0 256-16,0 0 64 0,1 2-4880 0,1 0-976 16,2 0-192-16,-1 2-32 0,1 2-896 0,1 2-160 15,0 2-32-15,0 2-16 0,1 3-464 0,-2 2-96 16,1 3 0-16,-2 3-16 0,-2 4-64 0,-1-1-16 15,-3 5 0-15,-1-4 0 0,-3 3 0 0,-1 0 0 16,-1-1 0-16,-1 0 0 0,0-1-160 0,-1 0 192 16,-1-5-192-16,0-2 192 0,-1-1-192 0,-1-5 160 15,1 0-160-15,1-8 160 0,0 0-160 0,0 0 0 16,0 0 0-16,0 0 128 0,0 0-128 0,0 0 0 16,0-9 0-16,1-2 128 0,2-2-128 15,1-2 0-15,0-2-192 0,1-4 192 0,-1-1-128 16,1-2 128-16,3-1 0 0,2 2 0 0,3-1 0 0,2 1-144 15,0-2 144-15,2 2 0 0,0 1 0 0,2-1 0 0,-2 4 0 0,0 2 0 16,-2 2-144-16,1 5 144 0,-3 0 0 0,0 3-144 16,-1 2 144-16,-2 2 0 0,-1 2 0 0,-1 2 0 15,0 2 0-15,-2 3 0 0,0 2 0 16,-1 4 0-16,0-2 0 0,-1 6 0 16,-2 2 0-16,1 1 0 0,-2 1 0 0,1 0 144 0,-4 0 0 0,1-1 0 15,0 1-144-15,-1-2 0 0,0-1 0 0,-1 0 128 16,1 1-128-16,0-5-224 0,2-1 48 0,-1 1 16 15,0-1 160-15,-1-3 256 0,0 0-64 0,1-1-16 16,-1-1-176-16,1 0-256 0,1-7 64 0,0 0 16 16,-4 8-272-16,4-8-48 0,0 0-16 0,0 0 0 15,0 0-960-15,0 0-208 16,0 0-48-16,0 0-13936 0,9-1-2784 0</inkml:trace>
  <inkml:trace contextRef="#ctx0" brushRef="#br0" timeOffset="152625.28">23762 7863 38703 0,'0'0'3440'16,"-6"-2"-2752"-16,-1-5-560 0,0-1-128 0,0 2 4224 0,4-1 800 0,-1 1 160 0,1 1 48 15,0-1-3888-15,3 6-784 0,0-5-160 0,0 5-16 0,0 0-560 16,6-4-96-16,-6 4-32 16,9-1 0-16,0 2-1712 0,-1 4-352 0,0 3-64 15,-1 1-20800-15</inkml:trace>
  <inkml:trace contextRef="#ctx0" brushRef="#br0" timeOffset="153071.72">24051 7961 14735 0,'0'0'640'0,"0"0"160"16,0 0-640-16,0 0-160 0,0 0 0 0,0 0 0 0,0 0 8768 0,0 0 1728 15,-7 1 352-15,0 3 64 0,-2 3-7760 0,-3 2-1552 16,-1 4-304-16,-3 4-64 0,-1 2-864 0,0 2-176 16,-1 2-48-16,0-1 0 0,1-1-96 0,1-2-48 15,3 1 0-15,1 1 0 0,2-2 0 0,3-1 0 16,5 1 0-16,0-6 0 0,2-2 0 0,3 1 0 15,1-3 0-15,3-1 0 0,2-3 0 0,1-1 0 16,0 0-160-16,4-4 160 0,1-4-288 0,3 0 32 0,-1-2 0 0,3-2 0 16,1-3 0-16,-2 0 0 0,1-2 0 15,-1-2 0-15,2-2 0 0,-1-2 16 0,-1-2 0 0,0-2 0 16,-1-6 112-16,-1 0 128 0,-3-2-208 16,1 0 80-16,0-2 128 0,0-1 0 0,-4 1 0 0,1 2 0 15,-3 4 0-15,0 1 0 0,-2 2 128 0,-2 5-128 16,-2 3 336-16,-2 4 0 0,0 5 0 15,-1 7 0-15,0-7-32 0,0 7-16 0,0 0 0 0,0 0 0 16,0 0-144-16,-4 8-16 0,0 2-128 0,0 6 192 16,-1 3-192-16,1 5 0 0,-1 1 0 0,0 2 0 0,0 3 192 0,-1 1-64 15,3 2-128-15,-1 1 192 16,0-3-192-16,0-2-128 0,0-1 128 0,3-3-208 0,-1 0 80 16,2 0 128-16,-1-2-208 0,1-1 80 15,1-3-768-15,-1-2-160 0,0-4-32 0,2 0 0 16,-2-4-1024-16,2-1-192 15,-2-2-64-15,0-6 0 0,4 4-2016 0,-4-4-416 0,0 0-64 16</inkml:trace>
  <inkml:trace contextRef="#ctx0" brushRef="#br0" timeOffset="153299.04">24059 8058 39567 0,'-5'-8'1744'0,"5"8"368"16,0 0-1680-16,0 0-432 0,2-5 0 0,1-1 0 0,3 1 2496 0,3-1 432 15,2 0 80-15,3 1 0 0,2 0-1440 0,1 0-288 16,1-1-64-16,2 0-16 0,2-3-640 0,-1 2-128 15,1 1-32-15,0 1 0 0,0 2-16 0,0 0-16 0,-1 3 0 0,-1 3 0 16,-3 2-192-16,-3 4-48 16,-1 3 0-16,-3 4 0 0,-2 2-128 0,-1 3 0 15,-3 2 144-15,-2-1-144 0,0-1 0 0,-2 0 144 16,-2 1-144-16,1 1 0 0,1 0 0 0,-1-1 0 0,-1-1 0 0,1-1 0 31,-1-5-1056-31,0 0-112 0,0-2-32 0,0-6 0 0,0 1-2208 16,0-1-448-16</inkml:trace>
  <inkml:trace contextRef="#ctx0" brushRef="#br0" timeOffset="153961.37">24466 7850 23039 0,'0'0'1024'0,"0"0"192"0,0 0-960 0,0 0-256 0,0 0 0 0,0 0 0 0,6-4 4608 0,1 2 864 15,-7 2 176-15,9 1 48 0,1 2-4416 0,2 2-896 16,1 1-160-16,1 2-32 15,2 1-2288-15,1 0-448 0,0-1-80 0,1 3-32 16,2 0-1760-16,0 1-336 0,1 0-80 0,-2 1-16 16,-4-4 2400-16,0 0 464 0,-4-1 112 0,0-1 16 0,-1-2 3424 0,-2 0 688 15,-8-5 144-15,5 3 32 0,-5-3 2224 0,0 0 448 16,0 0 80-16,0 7 32 0,-1 3-1648 0,-3 0-336 16,-4 3-64-16,0-1-16 0,-1 2-1360 0,0 3-288 15,-3 0-48-15,-1 3-16 0,-1-5-624 0,1 2-128 16,1-1-32-16,0-1 0 0,2 1-336 0,1 0-64 0,1-2 0 15,2-1-16-15,0-1-240 0,4-3 0 16,0 0 0-16,2-9 0 0,2 7 0 0,-2-7-128 16,5 3 128-16,4 1-208 0,0-2-96 0,2-2-16 15,-1 0 0-15,2-4 0 0,2-1 112 0,0-6 16 16,1 1 0-16,-1-2 0 0,2 2 192 0,1-6-144 0,-3 0 144 0,2-1-128 16,-1 0 128-16,1 0 0 0,-2 2 0 0,-1 2 0 15,-1 4 0-15,-3 2 0 0,-1 4 0 0,-8 3 0 16,0 0 304-16,0 0 32 0,3 11 16 0,-2 2 0 15,-2 1-32-15,-2 5-16 0,0-2 0 0,0 2 0 16,0 1-48-16,-1-1 0 0,0-2 0 0,2 0 0 0,-1-1-256 16,2-1 128-16,-1 1-128 0,2-4 0 15,2-2 128-15,-1-2-128 0,2-1 0 0,-1-2 0 0,-2-5 0 0,0 0 0 16,0 0 128-16,0 0-48 0,0 0-80 0,7-3 0 16,-1-2 0-16,1-2 0 0,-1 1 0 0,2-2 0 15,-1-2 0-15,2-3 0 0,-3-4 0 0,3-2 0 16,2-1 0-16,2-1 0 15,1-3 0-15,2-1 0 0,1-2 0 0,0 0-160 0,2-3 160 16,1 4 0-16,-2 1 0 0,0 5-128 0,-1 5 128 0,-2 5 0 16,-5 1 0-16,-1 5 0 0,-1 2 0 0,-8 2 0 15,5 6 0-15,0 5 0 0,-1 3 0 16,-2 3 0-16,-1 4 0 0,-1 1 128 0,1 0-128 0,-1 0 0 16,0-2 0-16,0 1 128 0,0 4-128 0,2-2 0 15,0 1 0-15,1-6 0 0,-1 0 0 0,2-1 0 16,0 0 0-16,0-1 32 0,1-2-32 0,2-1 0 0,1-1 0 15,1-2 0 1,1-3-1184-16,2-1-224 0,0 1-64 0,3-2-23264 16</inkml:trace>
  <inkml:trace contextRef="#ctx0" brushRef="#br0" timeOffset="155867.7">30482 4392 50847 0,'0'0'1120'0,"0"0"224"0,0 0 64 0,0 0 16 0,4-7-1136 0,1-2-288 16,2-2 0-16,1 0 0 0,0-4 832 0,2 0 128 15,2-4 0-15,1 1 16 0,1-3-656 0,3 0-128 16,-1-1-16-16,-1-4-16 0,0-1-160 0,-1-2 192 16,3-1-192-16,-3 0 192 0,-2 2-192 0,0-1 0 0,-2 3 0 0,-2-2 128 15,-3 4-128-15,-2 3 0 0,-1 4 144 0,-2 5-144 16,-4 6 192-16,4 6-48 0,-9 0 0 0,-1 5 0 16,-2 7 128-16,-1 6 32 15,-2 1 0-15,-2 6 0 0,-2 4-304 0,2 1 0 0,2 1 0 0,2 2 0 16,4-2 0-16,3-1 0 0,4-1 128 0,3-2-128 15,2 0 0-15,3-3 0 0,2-2 0 0,2-1 0 16,2-7 0-16,1 1 0 0,0-6 0 0,2-3 0 16,0-1 0-16,1-5 0 0,-2 0 0 0,1-5 0 15,-1-1-512 1,0-3-16-16,-1-3 0 0,-1-1 0 16,-2 0 400-16,0-2 128 0,-3 0 0 0,1-2 0 0,0 0 0 0,-1-5 0 0,-1-2 0 0,1 1 0 0,-2-2 0 15,0 0 0-15,-1 2 0 0,1 3 0 0,-1 2 0 0,-1 4 128 16,-2 1-128-16,-1 6 0 0,0 7 512 15,0 0 0-15,0 0 0 0,0 0 0 0,0 0-512 0,3 9 0 16,0 3 0-16,0 2 0 0,0 2 0 0,1 1 176 16,2 1-48-16,1 0-128 0,-1-2 256 0,2 0-64 15,1-1-16-15,0 0 0 0,-2-4-176 16,1 0 0-16,1-3 0 0,0-2-176 0,0-1 176 0,1-3 176 16,1-1-48-16,-1-1 0 0,1-3-128 15,-2 1 0-15,-1-1 0 0,-1-1 0 0,1-2 0 0,-1-1 0 16,-1-3 0-16,1-2 128 0,-1-1-128 0,0-3 0 15,-1-1 144-15,1-1-144 0,1-3 0 0,1 0 0 16,-1-1 0-16,3-1 0 16,0-3-528-16,-1 1-80 15,3 0-16-15,-3 3 0 0,-1 1-1584 0,-2 5-320 0,3 7-64 16,-3 4-19872-16</inkml:trace>
  <inkml:trace contextRef="#ctx0" brushRef="#br0" timeOffset="156222.1">31078 4236 25791 0,'0'0'2304'0,"0"0"-1856"15,0 0-448-15,0 0 0 0,9 2 4096 0,-1 0 736 16,0 0 144-16,1-4 16 0,0 0-2896 0,1-4-592 0,1-1-112 16,2-5-32-16,1-1-368 0,1 0-80 0,0-5-16 0,1 1 0 15,-3-3-560-15,3-1-112 0,1-2-32 0,-3 1 0 16,-1-1-192-16,-1 3 176 0,-3 1-176 0,-1 1 160 16,-3 2-160-16,-1 3 128 0,-3 7-128 0,-1 6 128 0,0 0 192 0,0 0 16 15,-8 4 16-15,-2 2 0 0,-1 7-112 0,-2 4-32 16,-2 3 0-16,0 3 0 0,0 1 48 0,2 2 16 15,1 0 0-15,1 0 0 0,4-1-48 16,1-2-16-16,4-1 0 0,2 2 0 0,0-5-208 0,1 0 0 16,3-4-192-16,1-2 192 0,3 0-320 0,3-6 32 15,3 1 16-15,-1-4 0 0,1-4-96 16,1-2-16-16,0-2 0 0,1 0 0 0,-2-1 80 0,-1-3 16 16,0 1 0-16,0-1 0 0,-1-1 128 0,-2 1 32 15,-2-4 0-15,0 0 0 0,0 1-112 0,0-2-16 16,-2-2 0-16,0 2 0 15,0-1-1024-15,-1 1-192 0,-1 0-64 0,-1 0 0 16,-2 1-1344-16,3 2-288 0,-1 2-48 0,-2-1-16 16,-2 1-1584-16,-1 0-320 0</inkml:trace>
  <inkml:trace contextRef="#ctx0" brushRef="#br0" timeOffset="156592.53">31424 3994 26079 0,'0'0'576'0,"0"0"112"15,1-12 16-15,1 2 48 0,4 1-608 0,-2 1-144 0,2 1 0 0,-1 2 0 0,3 0 2736 0,-1 2 512 16,-1-1 96-16,-1 3 32 0,-5 1-944 0,0 0-192 15,0 0-48-15,0 0 0 0,8 5-576 0,0 3-112 0,-3 4-32 0,-2-2 0 16,-1 5-256-16,0 3-48 0,-2 0-16 0,-2 4 0 16,0 4-432-16,-1-1-80 0,-1 0-32 0,3 1 0 15,-2 5-336-15,1-5-64 0,2 0-16 0,1-5 0 16,0-4-192-16,1-1 0 0,-1-3 128 0,2 0-128 16,-1-7 0-16,1 1 0 0,-1-2 0 0,-2-5 0 15,0 0 0-15,0 0 0 0,0 0 0 0,7-3 0 16,2-4 0-16,-1-4 0 0,-3 1 0 0,3-1 0 15,1-4 0-15,-4 2 0 0,-3-2 0 0,4-3 0 0,8-4 0 16,2 0 0-16,-3 0 0 0,-6-2-160 0,-5 3 160 16,2-9-128-16,1 7 128 0,3 3-128 0,-3 2 128 15,-1 6 0-15,2 2-144 0,-3 3 144 0,1 1 0 16,-2 3 0-16,-2 3 0 0,9 2 0 0,8 0 0 0,-2 3 0 16,-3 3 144-16,-8 3-16 0,-11 2-128 0,1 6 0 15,2 2 128-15,11 1-128 0,12 2 0 16,-2 0 0-16,-5 1 0 0,-4-1 128 0,-3-2-128 0,0-5 0 15,2 0 0-15,-1 0 0 16,2-2-896 0,4 0-112-16,-1-1-16 0,1-2 0 0,-1-3-1888 0,4-1-384 0</inkml:trace>
  <inkml:trace contextRef="#ctx0" brushRef="#br0" timeOffset="156832.09">32246 3948 25791 0,'0'0'2304'0,"0"0"-1856"0,0 0-448 0,0 0 0 0,0 0 5760 0,0 0 1072 0,0 0 208 0,0 0 32 0,0 0-4736 0,-1 7-944 0,1-7-192 0,2 11-48 16,0 5-544-16,-2 1-112 0,-2 5-32 0,1 0 0 16,0 3-304-16,0 1-160 0,-2 0 160 15,7 0-160-15,8-7 0 0,-7 0 0 0,-12 1 0 0,1-1 0 16,2-2-640-16,0-1-128 15,1-3-32-15,1-3 0 0,0 2-1696 0,1-3-320 16,0-2-80-16</inkml:trace>
  <inkml:trace contextRef="#ctx0" brushRef="#br0" timeOffset="156956.76">32307 3857 41007 0,'0'0'1808'0,"0"0"384"0,0 0-1744 0,-5-3-448 16,5 3 0-16,0 0 0 0,0 0 608 0,0 0 32 15,0 0 16-15,0 0 0 16,-4 8-3024-16,6 0-592 0,2 4-128 0</inkml:trace>
  <inkml:trace contextRef="#ctx0" brushRef="#br0" timeOffset="157304.23">32466 3987 51775 0,'0'0'1152'0,"0"0"224"0,0 0 48 15,2 12 16-15,-2 4-1152 0,0-1-288 0,-2 1 0 0,1 2 0 0,-1-1 1344 0,-1 4 224 16,0 1 32-16,2 2 16 0,-2-1-1024 0,6 1-208 0,2-9-32 16,-1 1-16-16,-4 0-336 0,1-2 144 0,3-2-144 0,2-1 144 15,-4-1-144-15,0-3 0 0,-2-7 0 0,0 0 0 16,3 7-176-16,-3-7-16 0,0 0-16 0,0 0 0 0,0 0 336 16,0 0 64-16,8-9 0 0,-1 0 16 0,-2-2-144 15,0-1-64-15,2-3 0 0,2-2 0 16,1-1 0-16,-1-3 0 0,3-4-160 0,4 0 160 0,3 2 0 15,0 3-160-15,3 2 160 0,0 2 0 0,0-1-128 16,0 4 128-16,-1 2 0 0,-3 3 0 0,-3 1 0 0,2 3-128 16,0 4 128-16,-3 2 0 0,-2 2 0 0,-3 5 0 15,-3 4 0-15,-2 2 144 0,-1 4-144 0,-3 1 192 16,-3 3-192-16,1 1 192 0,-1 1-144 0,-1 1-48 16,-2 0 0-16,0-2 0 0,2-2 0 0,1-1 0 15,-4 1 0-15,2-3 0 0,1-2-224 0,1 0-32 16,1-2-16-16</inkml:trace>
  <inkml:trace contextRef="#ctx0" brushRef="#br0" timeOffset="157918.35">29939 5313 48431 0,'0'0'2144'0,"0"0"448"0,0 0-2080 15,0 0-512-15,0 0 0 0,-3 11 0 0,0-1 880 0,2 7 64 16,0 5 16-16,1 3 0 0,0 4 128 0,1 1 16 16,2 0 16-16,1 2 0 0,-3 0-656 0,1 0-128 15,1-2-16-15,-2-1-16 0,1-2-80 0,-2-3-16 16,1-2 0-16,-2-5 0 0,-1-2-16 0,0-2 0 15,-1-1 0-15,2-4 0 0,1-8-192 0,0 0 0 16,0 0 0-16,0 0 0 0,0 0 160 0,-8-4-16 16,0-1 0-16,2-2 0 0,0-2-144 0,3-1 0 0,0-6 0 0,0-1 0 15,3-2 0-15,2-2 0 0,0-1 0 0,2-3 0 32,4-1-576-32,2-4-112 0,3-4-16 0,3 1 0 15,1 1-1344-15,3 2-256 0,-2 1-64 0,4 7-20320 0</inkml:trace>
  <inkml:trace contextRef="#ctx0" brushRef="#br0" timeOffset="158471.09">30143 5814 9215 0,'0'0'816'0,"8"-1"-656"0,-1-5-160 0,2-4 0 0,2-2 7664 0,2-2 1488 16,1-3 320-16,-1-1 48 0,1-2-6608 0,0-2-1312 15,1 0-272-15,2-2-48 0,1-2-752 0,0 3-144 16,-1-2-16-16,-3 0-16 0,-3-1-80 0,-1 0-16 15,1 3 0-15,-5 3 0 0,1 6 32 0,-3 1 0 16,-3 2 0-16,0 6 0 0,-1 5 208 0,0 0 32 16,-5 5 16-16,-3 4 0 0,-4 8-80 0,1 4-16 15,-2 3 0-15,0 2 0 0,-2 0-224 0,2 0-48 16,1 1-16-16,3-2 0 0,2 1-16 0,3-2 0 16,0-4 0-16,1 0 0 15,3-3-144-15,1-1 0 0,2-3 0 0,1-2 0 0,2 0 0 0,2-5-192 16,0-1 32-16,1-2 16 15,4-3-240-15,-1-1-32 0,1-3-16 0,-1-1 0 16,-2-2-80-16,2-1-32 0,0-2 0 0,1-2 0 16,0-2-32-16,0-3-16 0,-2-3 0 0,1 2 0 0,0-1 256 15,-2 0 48-15,0-3 16 0,-3-1 0 0,2-3 272 0,-1-1 0 16,-1 0 0-16,-2 6 0 0,-1 2 256 0,-1 6 64 0,-2 2 16 0,0 5 0 16,-1-2 368-16,0 8 64 0,0 0 0 0,0 0 16 15,-2 8-48-15,0 2-16 0,1 4 0 0,0 5 0 16,-1 0-416-16,1 2-96 0,0 0-16 0,2 1 0 15,2 0 64-15,1-1 0 0,-1-1 0 0,3-1 0 16,0-2-128-16,3 0 0 0,-2-2-128 0,1-2 192 0,1-2-192 16,-1-3 128-16,-1-1-128 0,3-2 0 0,-3-1 128 15,1-2-128-15,0 0 0 0,-1-2 144 0,0-2-144 16,0-3 128-16,-1-1-128 0,1-1 128 0,-2 1-128 16,0-2 192-16,1-4-192 0,-1 0 192 15,-1-1-192-15,1-2 0 0,1-2 144 0,0-2-144 0,-1-1 0 16,1-4 0-16,1-1 0 0,-1-1 0 15,0-1-384-15,-1 1-112 0,0 1-16 0,0 3 0 16,0 4-1248-16,1 2-256 0,0 3-48 0,-1 4-13488 16,1 4-2704-16</inkml:trace>
  <inkml:trace contextRef="#ctx0" brushRef="#br0" timeOffset="159291.6">30744 5742 12895 0,'0'0'1152'0,"0"0"-928"15,0 0-224-15,0 0 0 0,0 0 5824 0,0 0 1104 16,0 0 240-16,8 4 32 0,0-4-3824 0,0-3-768 15,1-2-160-15,1-3-16 0,1-1-816 0,-1-2-144 16,3-1-48-16,0-1 0 0,-1-5-848 0,1-1-192 16,0 1-16-16,0 0-16 0,-1-4-176 0,0 1-48 15,-2-3 0-15,0 2 0 0,0 0-128 0,-3 1 0 16,-3 3 0-16,0 4 0 0,-3 3 0 0,-2 5 160 0,1 6-160 16,0 0 160-16,-8 2 0 0,-1 7 0 0,-4 6 0 0,-1 4 0 15,-2 2 48-15,2 3 16 0,-2 0 0 0,2 1 0 16,1 0-224-16,2-2 0 0,2 1 0 15,4-2 0-15,0 0 0 0,2-1 0 16,2-3 0-16,2-2 0 0,2-3-784 0,2-1-48 0,3-3-16 16,1-3 0-16,0-2-976 0,4-3-192 15,3-2-32-15,-1-3-16 0,1-1-1088 0,1-1-224 0,0-4-32 16,1 1-16-16,-1-4-144 0,0-1-16 16,-3-2-16-16,1-1 0 0,-1-2 2672 0,-2-5 544 0,-3 1 96 0,1-1 32 15,1 2 1856-15,-3 1 368 0,-2 3 80 0,-2 4 0 0,-1 3 832 0,-1 5 176 16,-2 6 16-16,0 0 16 0,0 0-144 0,0 0-48 15,0 0 0-15,0 12 0 0,-2-1-1296 0,0 5-256 16,0 0-48-16,1 0-16 0,-1 3-496 16,2-5-96-16,0 0-32 0,0 1 0 15,0-1-288-15,2-1-64 0,0-2-16 0,1-2 0 16,2-1-48-16,-1-1-16 0,-4-7 0 0,0 0 0 0,0 0-96 0,0 0 0 16,0 0-128-16,0 0 192 0,8-2-192 0,0-2 176 0,-1-1-176 15,0-1 160-15,-2-3-160 0,0-2 0 16,1-1 0-16,0 0 128 0,2-1-128 0,0-1 0 15,1-2 0-15,-1 0 0 0,-1 1-400 0,3-1 32 16,1-1 16-16,2 0 0 16,0 0-944-16,3 0-192 0,1-1-48 0,0 1 0 15,0 0-336-15,0 3-80 0,2 1-16 0,2 1 0 16,0-1 688-16,-5 3 144 0,-3 2 32 0,0 3 0 0,-1 1 704 0,-3 0 144 0,-2 1 16 16,1 1 16-16,-8 2 1824 0,0 0 352 15,0 0 80-15,0 0 16 0,0 0 16 0,0 0 16 0,-2 9 0 0,-4 0 0 16,0 1-1056-16,-3 2-192 0,-4 0-64 0,0 1 0 15,-2 0-416-15,1 4-96 0,0-4 0 0,1 0-16 16,1 0-240-16,2-3 128 0,0 2-128 0,3-2 0 16,-3 1 0-16,4-1 128 0,1-3-128 0,0 1 0 15,-1-3 0-15,6-5 144 0,0 6-144 0,0-2 128 16,0-4-128-16,0 0 0 0,0 0 0 0,0 0 0 16,0 0-192-16,12 7 192 0,-2-5-192 0,4 2 192 0,0 0-384 15,1 0 64-15,1-5 0 0,4 1 0 16,-3 0 320-16,1 0 0 0,0 0 0 0,2 0 0 0,-3 2 0 0,-4 2 0 15,-7 0 0-15,1 3 192 0,-7-7-192 0,10 4 0 16,4 2 0-16,-3 2 0 0,-6 1 0 0,-5 0 0 16,-4 0 0-16,-5 3 0 0,-1 4 0 0,-3-3 0 15,0 0 144-15,0 0-144 0,-7 1 0 0,2 1 0 16,1-1 0-16,0-4 0 16,3-2-704-16,2 0-144 0,-1-3-48 0,4-1 0 15,1-1-1728-15,8-3-368 0,-5 0-64 0,5 0-17616 0</inkml:trace>
  <inkml:trace contextRef="#ctx0" brushRef="#br0" timeOffset="159464.04">31573 5433 14735 0,'12'-12'1312'0,"-12"12"-1056"15,0 0-256-15,0 0 0 0,0 0 5552 0,0 0 1040 16,0 0 224-16,7 11 32 0,-2 3-3008 0,-1-1-592 16,-3 2-128-16,0 3-32 0,-2 1-1584 0,-1 0-320 15,0 2-64-15,9-2-16 0,10 3-672 0,-6-2-144 16,-4-6-32-16,-1 2 0 0,-2-2-256 0,-6 2 0 15,-9-3 0-15,9 0 0 16,11-3-976-16,-7 1-256 0,-12-6-48 0,0 0-16 16,4-2-2736-16,2-1-528 0</inkml:trace>
  <inkml:trace contextRef="#ctx0" brushRef="#br0" timeOffset="159958.26">31695 5085 28559 0,'0'0'2544'0,"0"0"-2032"16,-4-6-512-16,2 0 0 0,2 6 3280 0,3-5 560 0,0 1 128 0,1 2 0 0,-1-1-2032 0,3 3-400 16,-6 0-96-16,0 0-16 0,9 0-336 0,-3 3-80 15,2 1-16-15,0 3 0 0,0 2-224 0,-2 5-64 16,0 0 0-16,-3 5 0 0,0 6-32 0,-2 5-16 16,1 3 0-16,4 7 0 0,6-1-240 0,-8 3-48 15,-13 0-16-15,0-2 0 0,2-1-160 0,8-2-16 16,11-3-16-16,-3-4 0 0,-2-2-160 0,-3-3 160 15,0-1-160-15,-2-2 160 0,1-3-160 0,-2-2 0 16,2-2 0-16,-7-2 128 0,-9-4-128 0,1-3 0 16,6-2 0-16,0 0 128 0,2-1-128 0,0-1 0 0,4-2 0 15,0 0 128-15,-2-8-128 0,7 2 0 0,12-3 0 16,-10 0-176-16,-14-2 176 0,1 0-128 0,3-1 128 16,4-5-128-16,3 1 128 0,3-1-208 0,2 0 80 0,2 0 128 15,0-2-208-15,3 1 80 0,2-1 128 16,2 0-208-16,2 2 208 0,-2-1 0 15,-2 1-160-15,1 2 160 0,0 2 0 0,1 1-176 0,0 3 176 0,0 3-128 16,1-1 128-16,-4 5 0 0,1 2 0 0,-3 4-128 16,-4 2 128-16,-3 3 0 0,0 3 0 0,-4 2 0 15,-3 5 0-15,-4 0 0 0,-6 1 128 0,0 1-128 0,-1 1 0 16,1 0 128-16,4 0-128 0,-4 4 0 16,-3-2 0-16,2-7 0 0,0 1 0 15,2-4-128-15,0 2-720 0,0-3-144 16,1-5-32-16,3 1 0 0,-1-3-624 0,-1 1-128 15,1-5-16-15,7-2-16 0,0 0-1680 0,0 0-336 0,0 0-64 0,1-9-16 16</inkml:trace>
  <inkml:trace contextRef="#ctx0" brushRef="#br0" timeOffset="160308.06">32144 5277 5519 0,'36'-39'496'0,"-22"24"-496"0,-1 1 0 0,0 1 0 0,0 1 6560 0,-1 6 1216 16,-6 2 240-16,-6 4 48 0,0 0-3216 0,0 0-656 15,-4 10-128-15,-1 7-32 0,-3 4-1664 0,-1 4-320 16,-1 3-80-16,-2 5-16 0,-1 2-1168 0,0-1-224 15,4-7-48-15,0 1-16 0,0-2-272 0,3 0-48 16,5-1-16-16,4-2 0 0,2-4-160 0,-4 0 0 16,-6-2 0-16,2-3 0 0,3-2 0 0,3-3 0 15,2 0 0-15,8-2-176 0,17-3 176 0,2-4-192 16,-5 0 192-16,-13-4-192 0,-14 4 192 0,4-9 0 16,8-4-144-16,1 2 144 0,4-4 0 0,4-1 0 15,2 0 0-15,-3-2 0 0,-7-3 0 0,0 0 0 0,-1 1 0 0,-1 0 0 16,0 3 0-16,-2 3 0 15,1 3 0-15,-4-1 128 0,-9 6-128 0,-1 5 0 0,-2 1 0 16,0 2 0-16,4 9 192 0,-7 0 0 0,-12 5 0 16,5 2 0-16,10 1-192 0,-5 0 160 0,-11 1-160 0,10-1 160 15,14 0-112-15,1-1-48 0,-1-3 0 16,0 2 0-16,-2 0 0 0,3 2 0 0,2-4 0 0,0 1 0 0,2 1 0 16,-2-4 0-16,-5 1 0 0,5-2 0 0,6 1 0 15,3-3 0-15,4 1 0 0,2-1 0 16,7 1-432-16,1-4-80 0,8 1 0 0</inkml:trace>
  <inkml:trace contextRef="#ctx0" brushRef="#br0" timeOffset="161574.7">30465 6481 38703 0,'-4'-7'3440'0,"0"-3"-2752"0,2 0-560 0,-1 3-128 16,2 1 2848-16,1 6 544 0,0 0 96 0,0 0 32 16,1 0-1664-16,-1 0-320 0,0 0-64 0,5 12 0 15,-2 5-880-15,0 3-160 0,1 3-48 0,-3 0 0 16,1 1-128-16,1-1-48 0,-3 3 0 0,1 2 0 15,1-1-208-15,0-1 128 0,1 0-128 0,-2-4 0 0,2-2 0 16,-1-3 0-16,1-2 0 0,0-2 0 0,1-1 0 0,-1-3 0 16,-3-9 0-16,0 0 0 0,0 0 0 0,0 0 128 15,0 0-128-15,10 0 64 0,-10 0-64 0,10-2 0 16,-1-5 0-16,0-3 0 0,0-3 0 0,1 0 0 16,-1-6 0-16,0 2 0 0,-1-1 0 0,1-1-128 15,1-1 128-15,1 0-160 0,-2 0 32 0,0 1 0 16,-1 2 0-16,-2 4 0 0,-1 6 128 0,-5 7 0 15,0 0 0-15,0 0 0 0,0 0 0 0,6 6 0 16,-2 3 0-16,-2 3 0 0,-1 4 0 0,2-1 0 16,-2 3 0-16,2 1 0 0,0-2 0 0,0 1 0 15,1-2 0-15,2-1 0 0,-1 1 128 0,1-3 64 16,2-3 16-16,0-1 0 0,0-2-208 0,1-3 0 16,0-1 0-16,0-1 0 0,-1-2 0 0,0-4 0 15,0 2 0-15,-1-4 64 0,0 0-64 0,-1-3 0 16,0 0 0-16,-1-4 0 0,0 1-208 0,-1 0 16 15,1-1 0-15,-1-4 0 0,0-2 192 0,1-4 0 0,2 0 0 16,-1-2 0-16,0 0 0 0,-1 1 160 0,1-1-32 16,1 1 0-1,-5 4-640-15,2 3-128 0,0 4-16 0,-1 0-16 16,-1 5-992-16,-2 8-192 0,0 0-32 0,0 0-16 0,0 0-1472 16,0 0-288-16,0 0-64 0,10 1-16 0,-1 3-928 0,0 0-192 15,0 1-48-15,1-4 0 0,1 2 3136 0,-1 0 624 16,-2-2 128-16,1 1 32 0,-1 2 3040 0,0 0 624 0,-8-4 112 0,6 5 32 0,-6-5 1840 15,6 10 368-15,-3 0 80 0,-1 2 16 0,-2 1-1984 16,-2 1-400-16,0 2-80 0,-2 2-16 0,0-4-1184 0,-1 3-240 16,0 2-64-16,-1-4 0 0,0 2-576 0,1 1-128 15,-1-2-32-15,3 0 0 0,-1-2-256 0,1-3-160 16,0-1 192-16,2-1-192 0,1-9 0 0,0 0 0 16,0 0 0-16,0 0 0 0,0 0 0 0,8 4 0 15,-8-4-160-15,10-1 160 0,0-3-272 0,0-1 64 16,0-2 16-16,1-2 0 15,-3-3 32-15,2-1 16 0,0-3 0 0,1 1 0 0,1-2 16 0,1-3 0 16,0-1 0-16,0 1 0 0,2 0 0 0,1-1 0 16,-2 2 0-16,1 0 0 0,-2 2 128 0,-2 4 0 15,0 3 0-15,-3 3 128 0,-2 4-128 0,-6 3 0 16,0 0 0-16,7 3-128 0,-7-3 400 0,5 8 96 16,-1 4 16-16,-1 1 0 0,-1 1-192 0,1 2-16 15,-3 1-16-15,0 0 0 0,0 0-336 0,0-1-64 16,-2-1-16-16,2 1 0 0,2-2 480 0,-1 0 96 15,0 0 0-15,1-4 16 0,0-1-336 0,0-2 0 16,-2-7 0-16,2 6 0 0,-2-6 0 0,0 0-128 16,0 0 128-16,5 3-192 0,1-3 192 0,0-3 0 15,1-3 0-15,-1 0 0 0,-1 0 0 0,2-2 0 0,-1-1-192 0,2-3 64 16,0-2 128-16,0-3 0 0,1-3-144 0,1-2 144 16,1-1 0-16,1-3 0 0,2-4 0 0,2-2 0 15,-1 1 0-15,1 0 0 0,-2 3 0 0,-3 9 0 16,0 1 0-16,0 2 0 0,-1 3 0 0,-1 2 0 15,-2 5 0-15,1-1 0 0,-2 4 0 0,1 1 0 0,-2 5 272 16,-1 6-16-16,0 1-16 0,-3 7 0 16,-1 2-240-16,0 1-128 0,-3 3 128 0,1 1-208 15,1 4 208-15,-2 0 0 0,-1 0 0 16,3-3 0-16,-1-2 0 0,2 1 0 0,0-9 0 0,0 2 0 0,4 0 0 16,0 0 0-16,0-1 0 0,1-1 0 15,3 0-624-15,0-2-16 16,2 1-16-16,2-4 0 0,-1 0-1008 0,2-3-208 0,-2 1-48 15,4-1 0-15,3-5-1120 0,3 0-224 0,4-4-64 16,-1 0-9152-16,-1-2-1856 0</inkml:trace>
  <inkml:trace contextRef="#ctx0" brushRef="#br0" timeOffset="161943.97">31975 6515 8287 0,'4'-10'736'0,"-2"-3"-592"16,1 0-144-16,-2 1 0 0,-1-1 7232 0,-2 1 1424 16,-2 2 288-16,-1 2 48 0,-2 4-4608 0,1 1-928 15,-3 3-176-15,-1 0-32 0,-1 2-1744 0,-2 3-352 16,-4 3-64-16,1 4 0 0,-2 5-672 0,1-1-128 15,0 4-32-15,0 1 0 0,-1 1 16 0,2-4 0 16,4 2 0-16,1 3 0 0,1-1-144 0,1-1-128 16,3-2 192-16,3-2-192 15,6-3-448-15,1-1-208 0,-2-1-48 0,4-2 0 16,1-3-352-16,2-3-80 0,2-1-16 0,2-1 0 16,-3-5-416-16,2 1-96 0,2-2 0 0,3-3-16 15,-2-3 528-15,2-3 96 0,2 0 32 0,-1 0 0 0,3-10-112 16,0 0-16-16,-4-3 0 0,-1-3 0 0,-4 4 1152 0,-1-2 256 0,1-2 48 0,-2-1 0 15,0-1 912-15,0 0 192 0,3-2 48 0,-3 1 0 16,-3-1 80-16,1 3 0 0,-2 0 16 0,2 0 0 0,1 7-336 0,-4 3-64 16,-5 7 0-16,0 4-16 0,0 5-400 0,0 4-80 15,0 0-16-15,0 0 0 0,-3 9-96 0,-3 5-32 16,2 3 0-16,-3 4 0 0,-1 1-352 0,-1 4-160 16,0 1 128-16,-1 2-128 0,3-1 0 15,-1 2 0-15,1 0 0 0,2 0 0 16,1 0-528-1,2-2 16-15,-2-1 0 0,2-1 0 0,4-2-2256 0,0 2-448 16</inkml:trace>
  <inkml:trace contextRef="#ctx0" brushRef="#br0" timeOffset="162101.57">32298 6736 57711 0,'0'0'2560'0,"0"0"512"0,0 0-2448 0,0 0-496 15,0 0-128-15,0 0 0 0,0 0 288 0,0 0 32 16,0 0 16-16,0 0 0 0,0 0-336 0,0 0 0 15,0 0 0-15,0 0 0 0,0 0 0 0,0 0 0 16,0 0 0-16,8 0-17408 16,3 0-3520-16</inkml:trace>
  <inkml:trace contextRef="#ctx0" brushRef="#br0" timeOffset="-188907.25">558 10359 46079 0,'0'0'592'0,"0"0"128"0,9-4 32 0,0-3 0 0,2 3-752 0,0 3-320 16,2 1 32-16,3 1 0 0,4 3 160 0,2-1 128 16,5 2-192-16,-9-4 192 0,3 2-160 0,5 0 160 15,7-1-128-15,5 2 128 0,5-1 0 0,5-1-160 16,4 0 160-16,51 0 0 0,-8-2-160 0,1 0 160 15,0 0-128-15,2 0 128 0,3-6 0 16,2 2-160-16,3-1 160 0,7 1 0 0,9 0-128 0,3-3 128 0,-1 1 0 16,6-1 0-16,11 1 0 0,1-2 0 0,-2-1 0 0,7-2 0 15,8 3 0-15,9 1 144 0,7 0-144 0,1-1 192 16,2-1-192-16,5 3 0 16,7-1 0-16,5 2 0 0,5 0 0 15,3-1 0-15,5 3 144 0,-1 0-16 0,-1 2 64 0,7 1 0 0,4 0 16 0,4 1 0 16,2 2 0-16,4-1 0 0,4 1 0 0,-6 1 0 15,0-4-80-15,-2 5 0 0,-2 3-128 0,1 0 192 16,1-2-192-16,0 3 128 0,-1 0-128 16,4 2 0-16,2-3 304 0,0 1-48 0,2 0 0 0,-2 0 0 15,0-1-256-15,-1-2 0 0,-1-1 128 0,-1 1-128 16,0-1 0-16,-1 0 0 0,-2 0 0 0,-3 1 0 16,-3 0 176-16,-10-1-176 0,-11-1 160 0,-8-2-160 15,-5 0 128-15,-4 2-128 0,-3 0 0 0,-10 0 0 16,-11-3 304-16,-4 2-48 0,-6 1 0 0,-8-2 0 15,-9 2 112-15,-6-2 16 0,-6 3 0 16,-7-1 0-16,-6 1-112 0,-10-1-16 0,-8 2 0 0,-6 1 0 16,-3 1-32-16,-5 1-16 0,-5-3 0 0,-4 1 0 0,-5 1-64 0,-5 1-16 15,-4-3 0-15,-8 2 0 0,-5 0-128 0,-4-2 160 16,-1 2-160-16,-6-1 160 0,-3-1-160 0,-3-1 160 16,-1-1-160-16,-12-4 160 0,11 4-160 0,-2 0 0 15,-9-4 144-15,0 0-144 0,0 0 0 0,11 3-128 16,-11-3 0-16,0 0 0 0,0 0-224 0,0 0-32 15,0 0-16-15,0 0 0 16,0 0-2416-16,0 0-464 0</inkml:trace>
  <inkml:trace contextRef="#ctx0" brushRef="#br0" timeOffset="-177123.61">1609 11330 19343 0,'0'0'1728'0,"0"0"-1392"0,-3-7-336 16,3 7 0-16,0 0 4080 0,0 0 736 15,0 0 160-15,0 0 16 0,0 0-2064 0,0 0-432 16,0 0-64-16,0 0-32 0,0 0-944 0,-2 7-192 16,-2 2-48-16,1 4 0 0,0 4-400 0,2 0-96 15,0 4-16-15,-2 2 0 0,1 3-256 0,0 0-64 0,2 0-16 0,0-1 0 16,-1 0-240-16,2-3-128 0,2-1 160 0,1-1-160 15,-2-3 0-15,2-2 0 0,0 0 0 0,0-2 0 16,1-6-896 0,1 1-112-16,-6-8-16 0,5 7-16 15,-5-7-1008-15,0 0-192 0,0 0-32 0,6 0-16 0,1-2-1360 16,1-3-288-16,-3-3-48 0</inkml:trace>
  <inkml:trace contextRef="#ctx0" brushRef="#br0" timeOffset="-176706.4">1705 11060 21183 0,'0'0'1888'0,"-8"-9"-1504"0,-2-4-384 0,1 2 0 16,0 1 2832-16,0 1 496 15,1 0 112-15,-3 2 16 0,1 3-1104 0,0-1-224 16,-4 0-32-16,1 2-16 0,0 3-528 0,0 3-96 0,0-3-32 0,-1 4 0 16,0 2-528-16,-1 3-96 15,0 2-32-15,-2 3 0 0,0 2-192 0,5-3-64 16,0 4 0-16,-1 5 0 0,-2 4-112 0,-1 4-16 15,-2 4-16-15,1 2 0 0,1 1-112 0,0 6 0 16,2 1-16-16,2 3 0 0,3 3-16 0,4-1 0 0,4 0 0 0,5-1 0 16,2-3-64-16,6-2-16 0,4-2 0 0,3-5 0 15,2-4-144-15,2-5 0 0,2-1 0 0,1-6 128 16,2-2-128-16,2-5 0 0,0-3 0 0,0-3 0 16,0-4 0-16,1-3-176 0,0-3 176 15,0-2-128-15,-1-3 128 0,0-3 0 0,2 0 0 0,-2-4 0 16,0-3 0-16,-3-4 0 0,-1-4 0 0,-2-3 0 15,-3-1 0-15,-2 0 0 0,1-2 0 0,-3-1 0 16,-3-1 0-16,-2 2 0 0,-5-1 128 0,1-13-128 0,-4 9 128 0,-4 0-128 16,-4 4 160-16,-2 3-160 0,-5 0 176 0,-2 0-176 15,-2 0 192-15,0 11-192 0,-2-2 0 0,-2-1 0 16,-2 0 0-16,-10-8 0 0,1 4-192 0,5 4-112 16,3 2-16-16,1 2 0 15,0 1-1104-15,4 1-240 0,4 4-32 0,4 1-13216 16,9 11-2624-16</inkml:trace>
  <inkml:trace contextRef="#ctx0" brushRef="#br0" timeOffset="-176240.67">2699 11143 20271 0,'0'0'1792'0,"0"0"-1424"15,0 0-368-15,0 0 0 0,0 0 5712 0,0 0 1072 16,0 0 224-16,0 0 32 0,0 0-4224 0,0 0-864 16,-3 11-160-16,3 3-48 0,1 3-880 0,1 4-176 15,-1 4-48-15,0 1 0 0,1 0-256 0,-1 1-64 16,0 2-16-16,1 1 0 0,-2-4-160 0,0 3-16 15,1-1-128-15,0 0 192 0,2-1-192 0,-1-3 0 16,2-3 0-16,-1-2 0 16,-1-1-864-16,0-2-160 0,-1-2-48 0,0-2 0 15,1-3-784-15,-2-9-144 0,0 0-48 0,0 0 0 16,0 0-1376-16,0 0-288 0,0 0-48 0</inkml:trace>
  <inkml:trace contextRef="#ctx0" brushRef="#br0" timeOffset="-175903.37">2487 11171 45327 0,'0'0'2000'0,"0"0"432"0,0 0-1952 0,0 0-480 0,0 0 0 0,0 0 0 15,0 0 1344-15,0 0 160 16,7-3 32-16,2 2 16 0,3 1-448 0,0-3-80 0,1-1-32 0,2 2 0 16,4-2-544-16,1 0-128 0,4 0 0 0,2 0-16 15,-1 2-144-15,2 0-32 0,2 1 0 0,-1 1 0 16,1 1-128-16,-3 3 0 0,2 1 0 0,-2 2 0 15,0 3 0-15,-1 2 0 0,-2 0 0 0,-2 3 0 0,-3 4 0 0,-2-1 0 16,-5 1 0-16,1 1 0 16,-3-2 0-16,-2 2 0 0,-2-1 0 0,-2 2-176 0,-3 0 176 0,-2 1 0 15,-3-2 0-15,-3 2 0 0,-2-2 0 0,-3 0 0 16,-3 1 0-16,-2-1 0 0,-2-1 128 0,0 0-128 16,0-2 128-16,-2 0-128 0,-3-3 0 0,0-1 128 15,2-3-128-15,-2-1 0 0,2 1 0 0,0-4 0 16,4-1-160-16,1 1 160 0,2-4-304 0,3-1 48 15,-1-2 16-15,2-1 0 16,1-4-832-16,4 0-160 0,0 1-48 0,3-5 0 16,5 3-1408-16,2-1-272 0,4 1-64 0</inkml:trace>
  <inkml:trace contextRef="#ctx0" brushRef="#br0" timeOffset="-175491.68">2958 11677 25791 0,'0'0'2304'0,"0"0"-1856"0,0 0-448 0,0 0 0 16,0 0 4384-16,0 0 784 0,8 4 144 16,0-3 48-16,1 0-2768 0,-1 1-544 0,1-2-128 0,0 0 0 15,0-3-848-15,2-1-176 0,0 0-16 0,2-2-16 16,2-5-480-16,-1 2-112 0,0-1-16 0,1-2 0 15,0-3-96-15,1 1-32 0,0-1 0 0,-1-2 0 16,2 0-128-16,0 0 0 0,-1 1 144 0,-1-1-144 16,0 0 0-16,-3 1 0 0,-3 1 0 0,0 0 0 0,0 2 0 15,-3 3 0-15,-2-2 0 0,0 4 0 0,-4 8 0 16,2-6 0-16,-2-1 0 0,0 7 0 0,0 0 0 0,0 0 0 16,0 0 0-16,-8 2 0 0,-3 0 0 0,1 4 0 15,-2 1 0-15,0 4-128 0,-1 2 128 0,0 2 0 16,0 2 0-16,2 3-128 0,-2 0 128 15,2 0 0-15,2 3-144 0,1-3 144 0,3 0 0 0,2 1 0 16,1 0 0-16,2 0 0 0,1-6-208 0,3 2 80 16,1 0 128-16,4-4-208 15,4-1-1328-15,2-3-256 0,0-1-48 0,2-3-16 16,1-2-1504-16,2-3-304 0,2-3-64 0,3 0-14288 16</inkml:trace>
  <inkml:trace contextRef="#ctx0" brushRef="#br0" timeOffset="-175026.57">3722 11413 3679 0,'0'-7'320'0,"0"-4"-320"16,0 2 0-16,0 0 0 0,-1-2 7568 0,-2 2 1456 16,-2 3 272-16,0-1 64 0,-2 2-5280 0,1 1-1072 15,-3 1-192-15,1 3-64 0,-1-3-1008 0,-2 4-208 0,1 1-32 0,-2 4-16 16,2 0-720-16,-2 3-160 0,-1 2-32 0,0 2 0 16,0 2-272-16,0 5-64 0,0-2-16 0,1 3 0 15,2 1-96-15,0 2-128 0,4 1 176 0,2-1-176 16,4 1 0-16,3-4 0 0,1 0 0 0,1 0 0 15,3-2 0-15,-1-3-256 0,4 0 32 0,1-3 0 16,1-3-256 0,1-1-48-16,2 0-16 0,1-5 0 0,1-3-384 0,-1-2-80 0,1-1-16 15,0-2 0-15,2-3-256 16,-1-3-48-16,1 1-16 0,-2-2 0 0,-1-2 144 16,0-4 32-16,0 1 0 0,-1 0 0 0,1-1 320 15,-2-4 64-15,0 0 16 0,-2 0 0 0,-2 0 272 16,0 2 64-16,-2-1 16 0,0 2 0 0,-1 0 96 0,-2 1 0 15,0 0 16-15,-3 2 0 0,-1 4 304 0,-2 0-160 0,-2-1 160 0,1 5-128 16,0 0 320-16,1 7 80 0,0 0 16 0,0 0 0 0,-4-4 496 0,-1 3 112 16,-3 2 0-16,0 3 16 0,0 3-32 0,-1 3-16 15,0 0 0-15,0 3 0 0,0 3 112 0,0 2 32 16,0 2 0-16,2 1 0 0,0 0-304 0,2-1-64 16,1 1-16-16,3 2 0 0,1-4-400 15,3-1-80-15,2 1-16 0,1-5 0 0,2 2-128 0,3-3-176 16,0-3 48-16,2-1 0 15,0-1-496-15,2-4-80 0,0-1-32 16,2-3 0-16,0-3-1056 0,0-2-192 0,3-3-64 0,-1-3 0 16,4 0-1408-16,-3-2-304 0,1-2-48 0,-1 0-16 0</inkml:trace>
  <inkml:trace contextRef="#ctx0" brushRef="#br0" timeOffset="-174821.28">4301 11162 20271 0,'-14'-11'1792'0,"7"7"-1424"0,1-1-368 0,-1 3 0 0,2-1 4912 0,5 3 912 0,-5-3 176 15,5 3 32-15,-6 3-2880 0,6-3-576 0,-6 5-112 0,1 3-32 16,1 2-1104-16,0 3-240 0,0 4-32 0,1 3-16 16,-1 0-592-16,2 3-128 0,-2 0-32 0,1 1 0 15,2 2-288-15,1-1 128 0,1 0-128 0,1 1 0 16,0 0 0-16,2 1 0 0,1-1 0 0,2 0 0 16,1-1-768-16,1-3-224 0,3-1-32 0,-1-1-16 15,0-2-896-15,2 0-176 0,-2-2-48 0,3-3-11936 16,0-4-2400-16</inkml:trace>
  <inkml:trace contextRef="#ctx0" brushRef="#br0" timeOffset="-174417.24">4649 11376 26719 0,'-8'-12'2368'0,"3"8"-1888"0,-1 0-480 0,-1-3 0 0,2 2 4608 0,-3 1 816 15,1 0 160-15,0 3 48 0,-3 1-3168 0,0 1-624 16,-2 2-128-16,-1 2-32 0,-1 2-848 0,0 2-160 15,-2 3-32-15,0 2-16 0,2 3-432 0,0 1-64 16,-1 0-128-16,4 2 176 0,3 1-176 0,0-2 0 16,0 1 0-16,4-1 0 0,3 1-144 0,1-4-16 15,1 1 0-15,2-3 0 16,2-1-800-16,3 0-176 0,1-4-16 0,0-1-16 16,1-1-368-16,2-4-80 0,1 0-16 0,2-3 0 15,0-3-160-15,2 0-16 0,0-4-16 0,0-1 0 16,-1 0 640-16,-2-2 128 0,-1-3 32 0,0 0 0 15,0-1-128-15,0-2-32 0,-1 2 0 0,-2-3 0 0,0 0 608 16,-4 1 128-16,-2 0 32 0,0 2 0 0,0-2 688 0,-2 3 144 0,0 0 32 0,-2 2 0 16,-2 0 896-16,1 2 176 0,-2 1 32 0,1 2 16 15,2 6 48-15,0 0 16 0,-3-6 0 0,3 6 0 0,0 0-512 0,0 0-96 16,0 0-32-16,0 0 0 0,-2 7-576 0,-1 2-112 16,0 3-32-16,3 1 0 0,2 0-272 0,-1 3 0 15,0-3 0-15,2 4 0 0,1-3 0 0,2 1 0 16,2 1 0-16,1 1-144 15,0 0-880-15,2-4-192 0,1-1-16 0,2 0-16 16,0-6-2336-16,-2 3-480 0</inkml:trace>
  <inkml:trace contextRef="#ctx0" brushRef="#br0" timeOffset="-173957.71">5027 11110 19343 0,'0'0'1728'0,"0"0"-1392"16,-4-3-336-16,4 3 0 0,0 0 5888 0,0 0 1088 0,0 0 240 0,0 0 32 16,0 0-4464-16,-2 8-896 15,-2 2-176-15,1 5-48 0,0 1-832 0,1 4-192 0,-1 2-16 16,1 2-16-16,-2 2-384 0,0 2-80 16,1-1-16-16,2 2 0 0,1-1-128 0,3 1 0 0,2 1 144 0,0-3-144 15,0-1 0-15,0-1 0 0,2 0 0 0,1-6 128 16,0-1-128-16,1-1-192 0,1-2 64 0,2-2 0 15,0-4-208-15,1-1-48 0,-2-3 0 0,2-3 0 16,0-2-64 0,2-2 0-16,0-3-16 0,1-2 0 0,0-2 64 0,-1-1 16 0,1-6 0 0,1 2 0 15,1-3 160-15,-2 0 32 0,-3-3 16 0,0 1 0 16,-1-1 176-16,-2-2 0 0,-1 4 0 0,-1-2 0 0,-3 0 0 16,0 4 0-16,-1 0 160 0,-2 3-160 0,-4 2 288 0,1 2-32 15,-2 3-16-15,3 6 0 0,-3-2 240 0,3 2 48 16,-7-2 16-16,1 4 0 0,-1 5-160 0,2 1-48 15,0 1 0-15,-1 4 0 0,1-3-208 16,1 5-128-16,-1 3 128 0,2-2-128 0,2 1 0 0,1 1 0 16,0 0 0-16,3 0 0 0,2 1 0 15,3 0 0-15,0 1 0 0,1-3 0 0,1-3 0 0,2-1 0 16,1 0-128-16,0-3 128 16,-1-2-896-16,1-2-112 0,0-3-16 0,-2 0 0 15,0-3-1504-15,-1-4-304 0,2 0-64 16</inkml:trace>
  <inkml:trace contextRef="#ctx0" brushRef="#br0" timeOffset="-173771.45">4945 11300 17503 0,'0'0'1552'0,"0"0"-1232"0,0 0-320 0,0 0 0 15,0 0 8048-15,0 0 1552 0,12 1 304 16,2 1 64-16,2-1-7632 0,3 0-1520 0,1-2-304 0,5 1-64 15,3 0-160-15,5 0-32 0,2 0 0 0,4-3 0 32,3-1-720-32,2 0-160 0,1 0-16 0,0-1-23568 0</inkml:trace>
  <inkml:trace contextRef="#ctx0" brushRef="#br0" timeOffset="-172966.35">6525 11408 30399 0,'-14'-9'1344'0,"7"5"288"0,-1-1-1312 0,-1-2-320 0,-5-3 0 15,0-1 0-15,1-3 4752 0,1 2 880 16,0 3 192-16,-1 1 16 0,-1-1-3824 0,-1 4-768 0,5 1-160 16,-3 2-16-16,-3 2-528 0,1 1-96 0,0 2-32 0,-2 3 0 15,-2 4-288-15,1 3-128 0,-5 1 128 0,4 2-128 16,1 0 0-16,2 5 0 0,3-4 0 0,1 2 0 16,3-3 0-16,3 1 0 0,2 0 0 0,2-4 0 15,4 0-384-15,2-1 64 0,2-2 0 0,2-2 0 16,1-1-272-16,1-2-48 15,3-3-16-15,2 1 0 0,0-3 64 16,2-4 16-16,0-1 0 0,2-2 0 16,0-2 16-16,1 0 16 0,1-3 0 0,-2-1 0 0,-5-1 176 0,1-2 48 0,-1-1 0 0,0 0 0 15,1 3 160-15,-2 0 160 0,-1 1-208 0,-3 1 80 0,-1 2 128 0,-2 3 0 16,-6 7 0-16,0 0 0 0,0 0 384 0,0 0 0 16,0 0 0-16,0 0 0 0,0 0 320 15,1 8 80-15,1 1 16 0,0 1 0 0,0 4-464 16,0-3-80-16,2 1-32 0,3 1 0 0,-2-3-224 15,0 2 0-15,2-1 0 0,0 0 0 0,2-3 0 0,-1 0-208 16,1 0 32-16,-1-3 16 16,0-1-400-16,0-1-80 0,-8-3 0 0,9 0-16 15,1 0-176-15,0-6-48 0,-3 1 0 0,1-1 0 16,0-2 128-16,-1-1 32 0,-2 0 0 0,0-6 0 0,-1 0 320 16,1-1 64-16,0-1 16 0,1 0 0 0,0-1 176 0,-1-1 144 0,2 0-192 0,-1 2 192 15,0 4 0-15,-4 3 0 0,1 3 192 0,-1 0-48 16,-2 7 816-16,0 0 176 0,0 0 16 15,0 0 16-15,0 0 112 0,2 8 0 0,-2 3 16 0,0 0 0 16,0 2-640-16,1-1-128 0,-1 4-16 0,1 1-16 16,1 0-320-16,-1-2-176 0,0 1 192 0,3 1-192 15,0-3 0-15,0 2 0 0,0-3 0 0,1-1-192 16,0-2-1664-16,0-1-320 16,1-2-64-16,0-2-12336 0,3-2-2464 0</inkml:trace>
  <inkml:trace contextRef="#ctx0" brushRef="#br0" timeOffset="-172811.83">6751 11180 23039 0,'0'0'2048'0,"0"0"-1648"0,-7 0-400 0,1-4 0 0,6 4 4144 0,0 0 736 16,0 0 160-16,0 0 16 0,0 0-4000 0,0 0-800 16,0 0-256-16,0 0 128 15,0 0-1664-15,7 0-320 0,3 0-64 0,3 4 0 0</inkml:trace>
  <inkml:trace contextRef="#ctx0" brushRef="#br0" timeOffset="-172483.08">6966 11197 41695 0,'0'0'1856'16,"1"8"368"-16,-2 1-1776 0,2 1-448 0,2 2 0 0,-2 5 0 0,0-4 2304 16,1 4 368-16,-1-1 80 0,1 1 0 15,1-1-1152-15,1 1-224 0,0 0-48 0,0 2-16 0,0-1-592 0,0-1-112 0,0-2-32 16,-1 0 0-16,3-1-368 0,-2 1-80 15,-2-2 0-15,1-4-128 0,-1-2 128 0,1 0-128 0,-3-7 0 0,0 0 0 16,0 0 0-16,0 0 0 0,0 0 0 16,0 0 144-16,0 0-144 0,0 0 0 0,0 0 0 0,0 0 0 15,0 0 0-15,0 0 0 0,0-9 0 0,0 0 0 16,-1-3 0-16,1-4 0 0,0 2 0 0,1-2 0 16,0-2 0-16,3-1 0 0,1-1 0 0,2 0 0 15,1 2 0-15,1 0 0 0,3-4 0 0,1 2 0 16,1 2 0-16,2 1 0 0,1 3 0 0,0 1 0 15,-2 1 0-15,0 3 0 0,0 1 0 16,1 1 0-16,0 1 0 0,-1 2-128 0,-1 1 128 0,1 3 0 16,-2 0 0-16,-1 0-128 0,-1 0 128 0,0 0 0 15,-2 0-720-15,-1 3-48 16,-8-3 0-16,9 5 0 0,-1 0-2080 16,1 5-416-16</inkml:trace>
  <inkml:trace contextRef="#ctx0" brushRef="#br0" timeOffset="-169497.04">8210 11357 11055 0,'-15'-1'480'0,"5"1"112"0,1-3-464 0,-2 2-128 15,2 0 0-15,0 1 0 0,1 0 7296 0,3-2 1424 16,0 0 304-16,1 2 48 0,4 0-5360 0,0 0-1088 16,0 0-192-16,0 0-64 0,0 0-1152 0,0 0-256 15,0 0-32-15,0 0-16 0,0 0-448 0,0 0-80 16,0 0-32-16,13-3 0 0,-1 2-112 0,4-2-32 16,3-1 0-16,3 2 0 0,0 0-80 0,5 2 0 15,5-5-128-15,-1 4 192 0,3-3-192 0,1 1 0 16,2 1 0-16,-2-1 0 0,1-1 0 0,1 0 128 15,1 1-128-15,-1 0 0 0,5 0 0 0,-1 2 0 0,-4-4 0 16,-1 3 0-16,-1-3-336 0,-3 4 32 16,-2 1 16-16,-4 0 0 15,-2 0-960-15,-2 1-192 0,-2 1-32 0,-3-1-16 16,-3-1-1216-16,-2 0-240 0,-1 0-64 0,1 2-16896 0</inkml:trace>
  <inkml:trace contextRef="#ctx0" brushRef="#br0" timeOffset="-169166.16">8950 11210 49983 0,'0'0'2224'0,"-5"-3"448"0,5 3-2144 0,0 0-528 16,0 0 0-16,0 0 0 0,0 0 1024 0,0 0 80 15,0 0 32-15,0 0 0 0,0 0-224 0,6 6-32 16,-6-6-16-16,9 6 0 0,1 1-576 0,0 0-112 16,2 1-32-16,-2 0 0 0,2-1-144 0,0-1 160 15,-1 1-160-15,1 0 160 0,1-3-160 0,1 0 0 16,1 1 0-16,2-2 0 0,0 1 0 0,0-1 0 15,-2-2 0-15,1 2 0 0,0-1 0 0,-2-1 0 16,-1 1 0-16,-1-1 0 0,-1 2 0 0,0-1 0 16,-3 0 0-16,0-1 0 0,-8-1 0 0,0 0 0 15,0 0 0-15,0 0 0 0,0 0 0 0,-3 6 0 16,-2 1 128-16,-3-1-128 0,-3 4 192 0,-2-3-64 0,-1 2 0 0,-2 1 0 16,-3 0-128-16,-2 0 0 0,-1 4 144 0,0-4-144 15,-2 0 0-15,1 2 0 16,-1 1 0-16,2 0 0 15,1 2-1056-15,3-2-224 0,1 0-64 0,9 0-23424 0</inkml:trace>
  <inkml:trace contextRef="#ctx0" brushRef="#br0" timeOffset="-167889.02">10249 11459 6447 0,'0'0'576'0,"0"0"-576"16,0 0 0-16,0 0 0 0,6-8 3488 0,-1-1 592 15,0-1 112-15,1 2 32 0,-1-1-1600 0,-1 0-304 16,0-1-64-16,-2 1-16 0,2 1-32 0,0-1-16 16,-3 1 0-16,1-3 0 0,-1-1-368 0,-1 2-80 15,0-2-16-15,0 3 0 0,-3-2-320 0,1 3-64 0,-2-2 0 0,-3 2-16 16,1 4-336-16,-2 2-64 0,-1 0-16 0,-3 4 0 16,-3 0-272-16,-1 7-64 0,-2 1-16 0,-2 4 0 15,-1 2-368-15,-1 3-192 0,0 3 192 0,0 2-192 0,-2 1 0 0,5-3 0 16,0 1 0-16,5 1 0 0,4-2 0 15,1-1 0-15,3-3 0 0,5-1 0 0,2-3-176 0,3-2-32 16,3-3-16-16,2-2 0 16,3-4-384-16,2 0-80 0,2-3-16 0,2-3 0 15,4-3 64-15,2-3 16 0,-1-3 0 16,2-1 0-16,1-3 128 0,-1-2 32 0,-2-3 0 0,1-1 0 16,-2-1 16-16,2-2 16 0,1-2 0 0,-1-2 0 0,-3-2 176 15,-2-3 16-15,2-2 16 0,-3 1 0 0,-1 1 224 0,0 2 0 16,-3 2 0-16,-2 4-144 0,-3 4 144 0,-1 3 192 15,-3 4-32-15,-1 3-16 0,-1 1 448 16,-2 5 96-16,-1 6 16 0,0 0 0 0,0 0 224 0,0 0 48 16,0 0 16-16,-4 10 0 0,0 3-480 0,0 3-80 15,-1 5-32-15,1 0 0 0,0 5-208 0,1 0-32 0,0 1-16 16,0 1 0-16,2-2-144 0,1-1 128 0,0-2-128 16,1-2 128-16,1-2-128 0,-1 1 0 0,0 0 0 0,3-5 128 15,-1 0-128-15,-1-4 0 16,1 0 0-16,1-4 0 0,0 0-352 0,-4-7 48 15,0 0 16-15,0 0 0 16,8 4-208-16,-2-1-32 0,-6-3-16 0,9-6 0 16,0 0-32-16,1-2-16 0,-1 0 0 0,1-4 0 15,0-3 80-15,4-2 32 0,-1-3 0 0,1-2 0 0,0-1 160 16,1 0 48-16,-1-3 0 0,0 3 0 0,-1 2 272 16,-1 5 0-16,-3 1 0 0,0 4 0 0,-3 5 224 0,-6 6 160 0,0 0 16 0,0 0 16 15,0 0 560-15,2 12 112 0,-2 3 32 0,-1 3 0 0,0 3-208 0,-2 1-32 16,0 2-16-16,1-2 0 15,0 0-480-15,2 2-112 0,-1-2-16 0,1 0 0 0,0-2-256 16,1-2 0-16,1-2 0 0,3-2 0 16,-1-1-1792-16,1-1-304 15,2-5-64-15,-1-1-19984 0</inkml:trace>
  <inkml:trace contextRef="#ctx0" brushRef="#br0" timeOffset="-167719.52">10939 11040 39615 0,'-7'-2'3520'0,"-1"-1"-2816"16,0 1-560-16,3 0-144 0,0 0 2064 0,5 2 384 15,-6-4 80-15,6 4 16 0,0 0-1760 0,0 0-336 16,0 0-80-16,0 0-16 16,0 0-1984-16,8 6-400 0,1 2-80 0,2 1 0 15,-1 0-1728-15,5 2-352 0</inkml:trace>
  <inkml:trace contextRef="#ctx0" brushRef="#br0" timeOffset="-167398.94">11426 10956 36911 0,'0'0'1632'0,"1"-5"352"0,-2-3-1600 0,-1 0-384 0,0 1 0 0,-2 1 0 16,-1-1 2080-16,-2 1 336 0,-1-1 64 0,1 3 16 0,-1 4-816 0,0 0-144 15,-1 0-48-15,-2 2 0 0,-2 3-848 0,-1 0-192 16,-3-1-16-16,0 4-16 15,1 1-224-15,1 1-32 0,-2 2-16 0,0 2 0 16,1 3-16-16,2 2-128 0,0 0 192 0,1 3-64 0,1 3-128 0,0 1 160 16,2-1-160-16,1 4 160 0,1 2-160 15,1-1 0-15,2 0 144 0,1-3-144 16,0 2 0-16,0 1 0 0,0 0 0 0,0 0 0 0,2-1 0 0,-1-1 0 16,-1 2 0-16,2 2 128 0,-2-4-128 0,0 1 0 15,0 0 0-15,0-2 0 0,-1-1 0 0,0-2-160 16,-2-1 160-16,2-1-208 15,0-1-256-15,-1-1-48 0,1-6-16 0,1-1 0 16,2-3-1408-16,0-2-288 0,2-8-48 0,0 0-16 16,0 0-1664-16,10 0-336 0</inkml:trace>
  <inkml:trace contextRef="#ctx0" brushRef="#br0" timeOffset="-167134.33">11490 11083 23039 0,'7'-19'1024'0,"-3"12"192"0,-1-3-960 0,0 1-256 0,-2-2 0 15,0 5 0-15,-1-1 5040 0,0 7 960 0,0 0 192 16,0 0 32-16,-4-6-3280 0,4 6-672 0,0 0-128 0,0 0-32 16,-6 4-1088-16,-1 2-240 0,1 3-32 0,-2 3-16 15,-1 1-336-15,0 4-64 16,0 3-16-16,-2 3 0 0,1 3-112 0,-2 4-16 0,2 2-16 0,-4 0 0 16,1 1-48-16,2-1 0 0,-1 1 0 0,3-1 0 15,0 1-128-15,1 2 0 0,4 0 0 0,-1-1 0 0,1-2 0 16,0-2 0-16,1-3 0 0,2-2 0 15,0-3 0-15,-1-2-272 0,2-1 64 0,0-5 16 16,0-2-832 0,2-1-144-16,-1-4-48 0,-1-7 0 0,0 0-1216 0,0 0-240 15,0 0-48-15,5-5-11312 0,2-3-2272 0</inkml:trace>
  <inkml:trace contextRef="#ctx0" brushRef="#br0" timeOffset="-166176.71">10972 11356 23039 0,'0'0'2048'0,"0"0"-1648"16,0 0-400-16,0 0 0 0,0 0 5168 0,8 6 944 16,2-2 192-16,2 2 32 0,2-1-4112 0,2 0-832 15,1-1-176-15,4 0-16 0,2 1-400 0,2-1-80 16,1-3-16-16,2 2 0 0,-2-3-256 0,1-1-48 16,2-2-16-16,-1-2 0 0,1-2-176 0,0-1-32 15,-2 1-16-15,0-3 0 0,0 0-160 0,0 0 128 16,0-2-128-16,-1 1 128 0,-1-2-128 0,0 0 0 15,-2-1 0-15,0 1 0 0,-4 1 0 0,-2 2 0 0,-3 2 0 0,-2 3 0 16,-3 2 0-16,-9 3 0 0,0 0 0 0,5 5 0 16,-2 3 0-16,-2 4 208 0,-3-3-16 15,-2 5-16-15,-1 2 80 0,-2 1 32 0,1 0 0 0,-1-1 0 16,1 1-112-16,0 0-32 16,1-1 0-16,1 0 0 0,2-2-144 0,0-1 0 0,2 1 0 15,0-1 128-15,2-3-128 0,0-1 0 0,2-2 0 0,1-2-176 16,2-1-48-16,1-2-16 0,2 0 0 15,-1-2 0-15,2-3-16 0,0-1-16 0,1-2 0 0,1-1 0 16,2 1 80-16,-1-5 0 0,0-1 16 0,1-2 0 16,0-3 48-16,1-2 0 0,0-4 0 0,-1 1 0 15,1-1-64-15,-2-1 0 0,0 1 0 0,-2 3 0 0,-3 6 48 0,-1 2 0 16,-3 4 0-16,-1 3 0 0,-4 5 144 0,0 0 0 16,0 0 128-16,2 8-128 0,-2 2 416 0,1 3 16 15,-2 2 0-15,-1 0 0 0,1-3-128 16,0 1-32-16,-1 0 0 0,2 0 0 0,2-1-144 15,0-2-128-15,1 0 144 0,1-3-144 0,1 0 0 0,2-2 0 16,-1-1 0-16,2 0 0 0,0-3 0 0,2-2 0 16,2-2 0-16,1-1-160 0,0-1 0 0,0-1 0 15,1-3 0-15,1 1 0 0,-1 0 160 0,-1-4-208 16,0 0 80-16,0 1 128 0,-1-1-144 16,0 0 144-16,-1 1 0 0,0-1 0 0,-3 0 0 0,-1 3 0 15,1 2 0-15,-1 1 0 0,-2 1 0 0,-5 5 0 16,0 0 0-16,0 0 0 0,0 0 0 0,0 0 0 15,0 0 176-15,0 0-176 0,8 5 192 0,-3 1-64 16,-1 1 0-16,-2-1-128 0,-2-6 144 0,3 10-144 16,0-1 0-16,-2 0 144 0,2 1-144 0,-2-1 0 15,0 1 0-15,1 0 0 0,-1-2 0 0,0 2 0 0,-1-1 0 16,0 0 0-16,0 1 0 0,0 0 0 0,3-1 0 16,-3 2 0-16,0-4 0 0,0-7 0 0,1 7 0 0,2-1 0 15,-3-6 0-15,5 6 0 0,-5-6 0 0,5 4 0 16,2-1 0-16,-1-3 0 0,1 2 0 0,0-2 0 15,3-2 0-15,1 0 0 0,0-2 0 0,0-1 0 0,1-2 0 0,1 2 0 16,0-4 0-16,3 0 0 0,-3-2 0 16,1-2 0-16,1-1 0 0,-1 0 0 0,-1-1 0 15,0 0 0-15,1-1 0 0,1-2 0 0,-2 2 0 0,0 0 0 16,0 1 0-16,-1 0 0 0,-2 2 0 0,-1 2 0 16,-1 0 0-1,1 3 0-15,-1-1 0 0,-3 3 128 0,-1 1-128 0,-4 5 128 16,0 0 0-16,0 0 0 0,0 0 0 0,0 0 0 0,0 0-128 0,0 0 0 15,0 0 0-15,-6 1 128 0,-4 3-128 0,1 2 0 16,0 3 0-16,0-1 0 0,-1 3 0 0,0 0 0 16,0 4 0-16,1-1 0 0,0 2 0 15,2-1 0-15,1 1-144 0,1 1 144 0,1-3 0 0,1 2 0 16,2-4 0-16,1-1 0 0,1 2-160 0,2-3 160 0,2 0-128 16,1-1 128-16,2-1-304 0,1-1 32 0,2-1 0 15,0-2 0 1,4-3-560-16,2-1-96 0,0-1-32 0,0 0 0 15,1-2-1216-15,0-1-256 0,0-1-64 0,1 1-11168 16,-1 0-2240-16</inkml:trace>
  <inkml:trace contextRef="#ctx0" brushRef="#br0" timeOffset="-165850.62">12825 11130 20271 0,'-6'-13'1792'0,"4"9"-1424"0,-1-1-368 0,2 1 0 0,1 4 5072 0,-3-4 944 0,3 4 192 0,0 0 48 15,0 0-2960-15,0 0-592 0,0 0-112 0,0 0-32 16,0 0-1040-16,2 12-224 0,-1 1-32 0,2 2-16 0,-1 3-608 15,-1 1-112-15,1 4-16 0,2-1-16 0,-2-1-240 0,1-1-64 16,-1 1 0-16,1-2 0 16,0-3-128-16,-1 0-64 0,1-3 0 0,0 1 0 15,-2-3 0-15,1-1 0 0,1-2 0 0,-3-8 0 0,0 0 0 0,1 8 0 16,-1-8 0-16,0 0 0 0,0 0 0 0,0 0 0 16,0 0 0-16,0 0 0 0,0 0 0 0,0 0 0 15,4-9 0-15,0-2 0 0,1-2 0 0,1-2 0 16,-2-4 0-16,2-3 0 0,3-1 0 0,2-2 0 15,0-2 0-15,4-1 0 0,0 1 0 0,2-2 0 16,2 3 0-16,-1 3 0 0,0 2 0 0,0-1 0 16,1 3 0-16,-1 3 0 0,1 0 0 0,-2 3 0 15,0 2 0-15,0 2 0 16,1 0-1136-16,1 3-208 16,-1-1-64-16,4 2-23392 0</inkml:trace>
  <inkml:trace contextRef="#ctx0" brushRef="#br0" timeOffset="-157641.2">1403 13202 51023 0,'-12'-3'2256'0,"12"3"480"0,-5-1-2192 0,5 1-544 0,0 0 0 0,0 0 0 0,0 0 704 0,0 0 48 16,8-9 0-16,1 4 0 0,3 0-176 0,1-2-16 16,1-2-16-16,4 5 0 0,2-3-544 0,-1 4 0 15,1-3 0-15,-1 2 0 0,2 1 0 0,1 0 0 16,1 2 0-16,-1-1 0 0,-4 1 0 0,0 1 0 16,0 3 0-16,-3 1 0 0,-5-1 0 0,-10-3 0 15,9 8 0-15,-2 0-144 0,-4 3 144 0,-2 2-192 16,-4-4 192-16,-2 5-192 0,-4-1 192 0,-3 1 0 15,-4 5 0-15,0-1 0 0,-3 1 128 0,0 2-128 16,-3 1 160-16,-1-1-160 0,3-1 160 0,0-3-160 16,0 1 160-16,2-2-160 0,1-2 224 0,6-1-48 0,-3-4-16 15,4 0 0-15,2 1-32 0,8-10 0 16,0 0 0-16,0 0 0 0,0 0-128 0,0 0 160 16,0 0-160-16,9 9 160 0,2-5-160 0,1-2 0 0,1-2 0 15,-3 0 128-15,2-2-128 0,2 0 0 0,3 0 0 0,1-2 0 16,2-3-176-16,-1 2 48 0,1-4 0 15,9-3 0 1,-3-1-576-16,-2 1-128 0,1 2 0 0,-9 2-16 0,-2-2-832 16,2-2-176-16,-1-1-16 0,1 1-16 0,0 0-2464 0,1 5-480 15</inkml:trace>
  <inkml:trace contextRef="#ctx0" brushRef="#br0" timeOffset="-157143.17">1791 12845 28559 0,'-11'-4'2544'0,"-5"-3"-2032"15,-2 0-512-15,-1 0 0 0,1 4 3168 0,1-2 544 16,-1 1 96-16,-2 0 32 0,-3 2-1936 0,-1 2-384 16,1 2-80-16,1 1-16 0,-3 1-592 0,0 2-128 15,-1 2-32-15,0 3 0 0,0 0 0 0,-1 4 0 16,-2 0 0-16,-1 5 0 0,-1 2-96 0,-1 4-32 15,1 5 0-15,2 6 0 0,2 1-96 0,10-8-32 16,-2 6 0-16,2 6 0 0,2 4-96 0,4 1 0 16,0 0-16-16,5-1 0 0,4 0-128 15,4 0-32-15,4-5 0 0,5 1 0 0,2-4-144 0,6-2 192 0,6 0-192 0,4-5 192 16,2-2-192-16,3-3 0 16,4 0 0-16,1-5 128 0,2-3-128 0,-1-2 0 15,-3-5 0-15,2 0 0 0,1-5 0 0,0-6 0 0,0-2 0 0,2-4 128 16,0-1-128-16,0-1 0 0,-1-5 0 0,0-3 128 15,-3-1-128-15,-3-1 0 0,-1-2 0 16,-3-2 0-16,-1-1 0 0,-3-5 0 0,-2 2 0 0,-1 0 0 16,-2-3 0-16,-1-1 128 0,-7 0-128 0,0-1 0 15,-2-1 128-15,-2-2-128 0,-2-1 128 0,0-16-128 16,-4 5 128-16,-3 4-128 0,-1 5 0 16,-2 1 128-16,-5 2-128 0,-2 3 0 0,-4 4 0 0,-1 2 0 15,-3-1 0-15,-3 4 0 0,1 1 0 0,-1 4 0 0,-2 3 0 16,0 1-176-16,-2-2 176 0,2 3-128 15,-1 2 128-15,2 2-192 0,1 2 192 0,7 2-192 16,-3-1-304-16,2-1-64 0,1 4-16 16,3 0 0-16,1-3-1200 0,1 1-240 0,0 0-48 0,5 1-20720 15</inkml:trace>
  <inkml:trace contextRef="#ctx0" brushRef="#br0" timeOffset="-155442.37">2863 13255 17503 0,'0'-6'1552'0,"1"-2"-1232"16,1-1-320-16,-1-3 0 0,1 1 3168 0,1-4 576 15,0 3 112-15,-1 2 32 0,0-3-1216 0,-1 0-240 16,-1 3-64-16,0 0 0 0,-1 1-640 0,-1 3-128 15,2 6-16-15,0 0-16 0,0 0-240 0,0 0-48 16,-6 1-16-16,-2 4 0 0,-1 4-384 0,-3 6-80 16,-2 3-16-16,-2 5 0 0,0 5-480 0,2 3-112 15,0 3 0-15,1 0-16 0,0 0-176 0,4-3 192 16,1-1-192-16,3-5 192 0,2 0-192 0,3-2 0 0,3-2 0 16,3-3-176-1,2-3-1328-15,2-4-272 0,3-2-48 0,4-3-16 16,3-6-1072-16,2-4-224 0,3-4-32 0,5-3-14624 0</inkml:trace>
  <inkml:trace contextRef="#ctx0" brushRef="#br0" timeOffset="-154908.05">3245 13160 5519 0,'0'0'240'0,"-8"-1"64"0,-2-2-304 0,-2 3 0 0,-1 3 0 0,0-2 0 16,1 2 9104-16,0 3 1776 0,-1 4 336 0,-1-1 80 0,-3 5-7584 0,0 0-1536 15,2 5-288-15,0 1-64 16,1 3-1056-16,1 0-224 0,1 1-32 0,3-2-16 0,0-1-288 0,2-2-48 15,2 1-16-15,2-2 0 0,3-2-144 0,2-3-192 16,0-3 32-16,2 1 16 16,1-2-480-16,2-3-80 0,-7-6-32 0,9 5 0 15,2-1-272-15,-1-1-48 0,2-2-16 0,-2-2 0 16,1-4 192-16,0-2 48 0,0 1 0 0,-1-6 0 0,1-1 416 0,-1-1 96 16,-1-2 0-16,0-1 16 0,2-1 304 0,-1-2-128 15,1-2 128-15,-1-2 0 0,0 2 0 0,1 0 0 16,-2 0 0-16,1 2 0 0,0 3 224 0,-3 3 48 15,0 2 16-15,-1 3 0 0,0 4 320 0,-6 5 64 16,0 0 16-16,0 0 0 0,5 4 176 0,-1 4 32 16,0 4 16-16,-2 1 0 0,0 4-144 0,-2 3-48 15,0 3 0-15,0-1 0 0,0 1-352 0,1 2-80 16,0-2-16-16,0 0 0 0,1-6-272 0,-1-3 160 16,2 0-160-16,-1-2 128 0,1-3-128 0,0-1 0 15,-3-8 0-15,0 0 0 0,0 0-256 0,3 6 0 16,-3-6 16-16,0 0 0 0,0 0-16 0,7-5-16 0,-2-3 0 0,0-2 0 15,1-2 112-15,0-5 32 0,1-4 0 0,0-2 0 16,3-3-64-16,-1-3 0 0,0-1 0 16,1-2 0-16,2 0-32 0,1 1-16 0,1 1 0 0,1 4 0 15,-1 3 16-15,-1 3 0 0,-1 6 0 0,-2 4 0 16,-2 1 64-16,0 5 16 0,-8 4 0 0,0 0 0 16,8 8 464-16,-2 4 112 0,-2 4 16 15,0 5 0-15,-1-1 64 0,-1 5 0 16,-2 1 16-16,0 0 0 0,0 3-320 0,2 0-64 15,-1-2-16-15,2-1 0 0,0-1-608 16,1-3-128-16,2-2-32 0,-1-3 0 0,0-2-2176 16,1 0-432-16,4-4-80 0</inkml:trace>
  <inkml:trace contextRef="#ctx0" brushRef="#br0" timeOffset="-154675.61">3877 12894 50111 0,'0'0'2224'0,"-4"9"448"0,0-2-2144 0,1 1-528 16,-3 1 0-16,1 0 0 0,0 4 944 0,1 4 80 16,-1 1 0-16,1 4 16 0,0 3-464 0,1 4-112 15,1 4-16-15,0-2 0 0,1 4-448 0,1-2 0 16,1 0 0-16,1 1 0 0,-2-1 0 0,1 0-192 16,-1-6 16-16,0-1 0 15,1 0-1120-15,-1-4-240 0,0-1-32 0,-1-5-16 16,0-2-688-16,-1-1-144 0,0-1-16 0,2-4-16 15,-2-3-1296-15,2-5-256 0,0 0-48 0,0 0-5456 16,0 0-1088-16</inkml:trace>
  <inkml:trace contextRef="#ctx0" brushRef="#br0" timeOffset="-154124.27">3756 13420 4607 0,'-5'-19'400'0,"1"10"-400"0,-3-1 0 15,2-3 0-15,3-1 4368 0,0 1 800 0,2-1 144 0,2 4 48 16,0-3-688-16,1 3-128 0,1-2-16 0,1 1-16 16,1 1-1440-16,2 0-304 0,1-1-48 0,2 1-16 15,1 1-1232-15,-1 2-240 0,1-3-48 0,1 2-16 16,0 0-448-16,-1 1-80 0,1 1-32 0,2 2 0 15,2 0-368-15,-1 3-80 0,-2 2-16 0,1 3 0 0,-2 3-144 16,1 0 0-16,0 5 0 0,1 5 0 0,0 0 128 0,0 4-128 16,-2 2 128-16,-3 2-128 15,1 0 144-15,-2-2-144 0,-1-2 160 0,-3 1-160 16,0-2 160-16,-1-3-160 0,-1-1 160 0,-2-2-160 16,-1-1 144-16,-1 0-144 0,-1-1 128 0,1-2-128 0,0-2 128 15,1-8-128-15,0 0 0 0,0 0 128 16,0 0-128-16,0 0 0 0,0 0 0 0,0 0 128 0,0 0-128 0,-3-5 0 15,2-3 0-15,2-1 0 0,2 0-256 0,1-4 64 16,2-3 0-16,1 2 16 0,4-3 16 16,2 0 0-16,2-5 0 0,0-2 0 0,1 1 16 0,2 0 0 15,1 3 0-15,0-3 0 0,1 4 0 0,0 5 0 16,0-2 0-16,-2 3 0 0,-1 2 16 0,-1 4 0 16,0 1 0-16,-2 4 0 0,-2-1 128 0,-2 4 0 15,-1 5-144-15,0-1 144 0,-2 1 0 0,-2 4 192 16,-2 1-32-16,-2 4 0 0,-1 3 96 0,-3 4 32 15,-3-1 0-15,-1 2 0 0,1 1-48 0,-2-2-16 16,0-1 0-16,0 0 0 0,0-2-96 0,2-2-128 16,1-4 176-16,0 2-176 0,1-2 128 0,2-2-128 0,1 0 0 0,1-2 0 15,0-9 0-15,0 0 0 0,5 5-128 16,2-2 128-16,-7-3-288 0,9-2 32 0,1 1 16 0,2-5 0 16,0-1 48-16,1-1 0 0,1 0 0 0,0 1 0 15,0-6 48-15,-1 0 16 0,0 2 0 16,-2-5 0-16,-2 1 128 0,2-2-192 0,-2-3 192 15,-1 2-192-15,-3-3 192 0,-1 2-192 0,-1 0 192 0,-2 1-192 16,-2 1 32-16,-2 2 0 0,-2 2 0 0,0-2 0 16,-2 3-736-16,1 2-128 15,-4-2-48-15,1 3 0 0,0 0-1536 0,1 3-304 16,-1-1-64-16</inkml:trace>
  <inkml:trace contextRef="#ctx0" brushRef="#br0" timeOffset="-153869.02">4811 12877 14735 0,'0'0'640'0,"0"0"160"16,-3-5-640-16,2 1-160 0,1 4 0 0,0 0 0 0,0 0 8096 0,0 0 1584 15,0 0 320-15,1 8 64 0,0 3-6960 0,2 2-1392 16,-2 2-288-16,1 5-48 0,-1 3-992 0,-1 3-208 15,-1 4-48-15,1 3 0 0,-2 3 144 0,2 4 32 16,-1-4 0-16,0 2 0 0,-1-2-304 0,1 1 0 0,1-2 128 0,1-2-128 16,2-2-256-16,0-2-128 15,1-2 0-15,-1-2-16 16,3-4-1584-16,0-2-304 0,5-1-64 0,-1-3-20240 0</inkml:trace>
  <inkml:trace contextRef="#ctx0" brushRef="#br0" timeOffset="-153545.58">5687 12854 12895 0,'2'-7'1152'0,"-2"-4"-928"15,-2-1-224-15,1-1 0 0,-1-3 7952 0,0 3 1552 16,-2 0 304-16,0 0 64 0,-1 1-6288 0,-2 1-1280 16,1 2-240-16,-2-1-48 0,0 4-1120 0,0-1-240 15,0 3-32-15,0 4-16 0,1 0-256 0,-1 2-48 16,0 0-16-16,1 5 0 0,1 2-288 15,-1 5 0-15,0 2 0 0,-1 6 0 0,-1 3 0 0,1 2 0 16,-1 1 0-16,1 0 0 0,0 2 0 0,2 4 0 16,-1 1 0-16,3 2 0 0,-1-1 0 15,1 2 0-15,0 1 0 0,1 2 0 0,0 1 0 0,0-2 0 16,3-1 0-16,-1-2 0 0,-2-4 0 0,2-1 0 16,-2-4 0-16,0 1 0 0,2-4 0 0,-1-2-144 15,-1 0 16-15,0-4 0 16,1 1-928-16,0-5-176 0,0 0-48 0,-1-2 0 15,1-3-1344-15,0 1-288 0,1-5-48 0,-7-3-18000 0</inkml:trace>
  <inkml:trace contextRef="#ctx0" brushRef="#br0" timeOffset="-153217.66">5234 13417 23951 0,'0'0'2128'0,"0"0"-1696"0,0 0-432 0,0 0 0 15,0 0 5424-15,0 0 992 0,8 5 208 0,0-2 32 16,-1 0-4112-16,0-2-832 0,3-1-176 0,1-1-16 0,2-2-688 15,4 0-128-15,-1-3-16 0,2-3-16 16,2-3-416-16,1-1-64 0,-1-1-32 0,3-6 0 0,0-1-160 0,2-1 0 16,1-1 0-16,1-2 0 0,2-3 0 0,0 1-144 15,-2-3 144-15,0-3-160 0,-1 2 160 0,-1 2-192 16,-1 2 192-16,-3 2-192 0,-2 4 192 16,-2 3-128-16,-3 3 128 0,-3 2-128 0,-3 2 128 0,-2 5 0 15,-2 0 0-15,-4 6-128 0,0 0 128 0,0 0 192 16,0 0-32-16,0 9-16 0,-1 2 112 0,-2 2 0 15,-1 3 16-15,0 1 0 0,-1 2-96 0,0 3-32 16,-2 2 0-16,1 2 0 0,-2 0-144 0,2 1 0 16,-1 2 144-16,1 0-144 0,-1-2 0 0,2 0 0 15,1-1 0-15,3-1 0 16,-2-1-576-16,2-3-144 0,1-2-32 16,1-3 0-16,0-2-1360 0,2-5-256 0,1-1-64 0,5-3-12336 15,4-2-2448-15</inkml:trace>
  <inkml:trace contextRef="#ctx0" brushRef="#br0" timeOffset="-152601.81">6079 13056 39743 0,'0'0'1760'0,"0"0"352"0,-4-5-1680 0,4 5-432 15,0 0 0-15,-6-2 0 0,-2 2 3136 0,0 3 528 16,0 2 112-16,-1 2 32 0,-1 2-2096 0,-2 4-432 0,-1 0-64 0,0 3-32 16,-1 1-704-16,-1 0-144 0,2 0-16 15,3-1-16-15,1 4-304 0,0-3 128 0,3 0-128 0,2 0 144 16,2 0-144-16,1-2 0 0,1 0 0 0,1-2-160 15,1-1-64-15,1-3-16 0,1 0 0 0,1-1 0 16,0-2-176 0,2-1-32-16,-1-2-16 0,1-3 0 0,-7 0-80 0,9-4-16 15,2-2 0-15,-1-5 0 0,-1-1 176 0,1-1 16 0,2-1 16 0,0-3 0 16,1-2 96-16,1-1 0 0,2-1 16 0,1-1 0 16,0-2 48-16,0 1 16 0,-2 2 0 0,-1 3 0 0,-1 2 176 15,-3 6 0-15,-2 3 0 0,-3 3 0 16,-5 4 256-16,0 0 128 0,0 0 16 0,1 10 16 0,-2 3 336 15,-2 1 64-15,-1 3 16 0,1 1 0 16,-3 2-384-16,1-1-80 0,0 2-16 0,1-1 0 0,0 0-160 0,2 0-16 16,0-3-16-16,2-1 0 0,2-2-160 0,0 0 0 15,1-1 0-15,1-1 0 0,-4-12 0 0,6 7 0 16,1-3 0-16,-7-4 0 0,9 0 0 0,0-3 0 16,-1-2-176-16,1-2 176 0,0-1 0 0,0-2 0 15,0-2 0-15,0-2-128 0,1-2 128 0,-1 1 0 16,-2-6 0-16,3 0 0 0,0 0 0 0,0 1 0 15,1 1 0-15,-2 2 0 0,-1 1 0 0,-2 5-128 16,0 1 128-16,-3 4 0 0,-3 6 0 0,0 0 0 16,0 0 0-16,0 0 0 0,0 9 0 0,0 0 176 15,-1 3-176-15,1 4 192 0,0-2-192 0,0 3 128 0,0 1-128 16,1-2 128-16,1 1-128 0,0-2 0 0,1 1 0 16,1 0 0-16,1-6 0 0,0 0 0 0,2 0 0 15,-1-3 0-15,1-1 0 0,1-2 0 16,0-1 0-16,2-1 0 0,0-4 0 0,1 0-144 15,-1-2 144-15,1 0 0 0,-1 0 0 0,1-2 0 0,-2-1 0 0,0-1 0 16,-1-2 0-16,1-1 0 0,0-2 0 0,0-1 0 16,0-2 0-16,2-2 128 0,-1-1-128 15,0-5 0-15,1-2 0 0,1-1 0 0,2-2 0 0,0 0-160 16,-1 1-1408-16,2 2-288 0,-1-1-48 16</inkml:trace>
  <inkml:trace contextRef="#ctx0" brushRef="#br0" timeOffset="-151843.53">7243 13068 49583 0,'0'0'2192'0,"-6"0"464"0,-2-2-2128 0,2 1-528 0,6 1 0 0,-10 1 0 16,0 2 800-16,-2 2 48 0,-2 2 16 16,0 1 0-16,-1 2-192 0,1-1-32 0,1 3-16 0,1 1 0 15,0-1-352-15,3-1-64 0,0 0-16 0,3 1 0 16,0-3-192-16,3 1 0 0,-1 1 0 0,1-5 0 15,2 1 0-15,1-7-208 0,0 0 16 0,4 6 0 16,1-2-896-16,1-3-192 0,2 1-16 0,3-5-16 16,-2-2-400-1,4-2-80-15,1-2 0 0,2-3-16 0,-1-2-768 0,2-2-160 0,2-1-16 16,-1 1-16-16,0-4-816 16,-1 0-176-16,-1 1-16 0,-3 2-16 0,-3 3 2000 0,-1 2 416 0,-2 1 80 15,-3 4 16-15,-4 0 1280 0,-4 4 176 0,4 3 80 0,-7 2 0 0,-1 3 3488 16,1-1 688-16,-1 1 144 0,1 2 32 0,2-2-1744 15,1 1-352-15,2 1-64 0,2-7-16 0,0 9-1488 0,0-9-304 16,5 5-64-16,3-1-16 0,1-1-336 0,1-2-64 16,5-1-16-16,1-3 0 0,1-2-144 0,3-3 160 15,1-1-160-15,0-1 160 0,0-2 0 0,-1-1 0 16,3-1 0-16,-1-1 0 0,-1-2 352 16,-2-1 64-16,1-4 0 0,-1-3 16 0,1-2-224 0,-2-3-48 15,0 0-16-15,1-3 0 0,-1 1-304 0,-3-1 160 16,-1 1-160-16,-4 0 128 0,0 5-128 0,-3-1 0 15,-2 4 0-15,-4 3 0 0,2 1 0 0,-4 5 0 16,-3 2 0-16,-1 2 0 0,-2 3 176 16,1 3 96-16,-2 3 32 0,0 3 0 0,-1 1 240 15,0 6 48-15,0 3 16 0,-2 4 0 0,-1 4-208 0,1 4-32 16,-1 4-16-16,-1 5 0 0,0 7 80 0,1 1 16 16,0 6 0-16,1 2 0 0,-2 0 112 0,0 2 16 0,1-1 16 0,0 2 0 15,2 3-192-15,-1 1-32 0,1 1-16 16,-1 0 0-16,2-2-144 0,0-1-16 0,-1-7-16 0,-1 0 0 15,2-5-176-15,-1-2 0 16,1-3 0-16,-1-2 128 0,3-3-128 0,-1-2 0 0,0 0 0 0,3-6 112 16,-2-1-112-16,1-1 0 0,-1-1 0 0,1-3 0 15,-1-2-272-15,1-2-48 0,-3-2-16 0,2-1 0 16,0-3-1904 0,1-5-384-16,-1 0-80 0</inkml:trace>
  <inkml:trace contextRef="#ctx0" brushRef="#br0" timeOffset="-151093.67">8159 12970 31327 0,'0'0'2784'0,"0"0"-2224"0,0 0-560 0,0 0 0 0,0 0 3696 16,0 0 624-16,-3 9 128 0,0 3 32 15,1 3-2544-15,-1 2-496 0,1 6-96 0,-1 3-32 16,0 2-304-16,1 2-64 0,-1 0-16 0,2 0 0 0,0-1-400 0,1-2-80 16,1-3 0-16,1-3-16 0,0-4-272 0,2-3-160 15,0-4 192-15,0-2-192 0,-4-8 0 0,6 5 0 16,2-1 0-16,1-5 0 0,0-4 0 0,0-3 0 16,2-2-128-16,-1-6 128 0,2-1-240 0,-2 0 48 15,1-5 16-15,0 0 0 0,1 0-80 0,0-5-32 16,0 1 0-16,-1 0 0 0,1 2 64 0,-1 1 16 15,-1 3 0-15,-2 3 0 0,0 4 16 0,-1 2 16 16,0 5 0-16,-7 6 0 0,0 0 176 0,0 0-128 16,5 9 128-16,-1 4-128 0,0 2 272 0,-1 6 64 15,-2 4 16-15,0-1 0 0,1 0 64 0,0 1 16 16,1 0 0-16,1-2 0 0,1-2-144 0,0-1-32 16,0-3 0-16,2-3 0 0,1-4-128 0,-1-2-144 15,1-3 144-15,1 1-208 0,2-5 208 0,-1-2 0 16,1-2-160-16,-1-5 160 0,2 0 0 0,1 1 0 15,-3-6 0-15,-1 0 0 0,1-2 0 0,-1 0 0 16,0-4 0-16,1 1-176 0,-2-2 176 0,0-2 0 0,0 0 0 16,0-3 0-16,1-2-208 0,-2 1-16 15,1-1 0-15,-1 2 0 0,-2 3-992 16,0 1-208-16,0 1-48 0,1 5 0 0,-1 2-1152 16,1 2-224-16,0 2-48 0,0 4-16 0,2 3-2032 15,0 4-416-15</inkml:trace>
  <inkml:trace contextRef="#ctx0" brushRef="#br0" timeOffset="-150553.29">8878 12937 11055 0,'0'0'976'0,"0"0"-784"0,7 3-192 0,-7-3 0 0,0 0 5904 0,0 0 1136 16,5 4 240-16,-5-4 32 0,1 8-3504 0,-2 3-704 15,-3 2-144-15,-4 2-16 0,-2 2-1184 0,-1 2-224 16,-2 3-64-16,-1 1 0 0,0 0-640 0,1-1-128 16,-2-1-16-16,2 0-16 0,2-4-368 0,3-1-80 15,0-3-16-15,3-3 0 0,2-2-208 0,1-2 0 16,2-6-144-16,0 0 144 15,0 0-800-15,0 0-64 0,0 0-16 0,10 0 0 16,0-4 240-16,1-1 64 0,-2-3 0 0,1-1 0 16,2-1-144-16,0-2-32 0,0-1 0 0,1-1 0 15,0-3 176-15,-2 0 16 0,2 0 16 0,-1 0 0 0,-1 0 288 0,-2 1 48 16,-1-1 16-16,-1 2 0 0,0 3 192 0,-1 3 0 16,-2 2 0-16,-4 7 160 0,0 0 224 0,0 0 32 15,0 0 16-15,0 0 0 0,0 0 288 0,0 11 64 16,2 1 16-16,-1 2 0 0,0 0-368 0,1 2-80 0,-1-2-16 0,1 2 0 15,5-2-336-15,-1 1 144 0,2-2-144 16,1-2 0-16,1 1 0 0,1-1 0 0,1-5-160 16,1 1 160-1,1-7-624-15,1 0 0 0,2-3 0 0,0-1 0 16,0-5 48-16,0 0 16 0,-1 0 0 0,0-3 0 0,-2-2 208 0,2-3 32 0,-2-2 16 16,1-1 0-16,-2-4 176 0,0-1 128 0,0-1-192 0,0-2 192 15,0-10 0-15,0 0 0 0,0-2 0 0,0 0 0 16,0 4 0-16,-1-1 0 0,-2 7 0 0,-2 4 144 15,-1 5 352-15,-3 6 64 0,-3 2 16 16,0 5 0-16,-1 8 384 0,0 0 96 0,0 0 16 0,0 0 0 0,-5 10-272 0,0 2-48 16,-1 4-16-16,1 3 0 0,-1 5-464 15,1 2-80-15,-2 0-32 0,0 4 0 0,0 3-160 0,0-2 0 16,2-1 0-16,0 1 128 0,0 3-128 0,1-4 0 16,1 1 0-16,-1-1 0 0,1-1-256 15,2-2-48-15,1-2 0 0,1-1 0 16,-2-8-1296-16,0 1-256 0,1-1-48 15,0-4-16-15,0 0-1376 0,2-6-288 0,-2-6-48 0</inkml:trace>
  <inkml:trace contextRef="#ctx0" brushRef="#br0" timeOffset="-150230.92">9136 13009 30399 0,'0'0'1344'0,"0"0"288"0,0 0-1312 0,0 0-320 16,0 0 0-16,0 0 0 0,0 0 4624 0,0 0 864 0,0 0 160 15,10 4 48-15,3 0-3696 0,0-1-720 0,2-3-160 0,2 0-32 16,1-4-576-16,3 1-128 0,2 0-32 0,0 1 0 16,0-6-192-16,1 1-32 0,2 0-128 15,1-1 192-15,-1 0-192 0,1 1 0 0,-5 0 128 0,0-1-128 16,0 3 0-16,-2 2 0 0,-5-1 0 0,0 4 0 16,-5-3 0-16,-2 5 0 0,-3 3 0 0,-5-5 0 15,0 0 0-15,0 10-128 0,-3 5 128 0,-1 0-208 16,-2 4 208-16,-2-1 0 0,-1 0 0 0,0 0 0 15,2 2 0-15,1 0 0 0,-1-5 0 16,2 1 0-16,0-2 0 0,1-1 0 0,1-2 0 0,2-1 0 16,1-3-1072-16,0-7-112 15,0 0-32-15,7 3 0 0,0 0-1088 0,3-3-240 0,1-4-32 0,2-1-16 16,4-3-1360-16,0-1-272 0,1-1-48 0,-1-1-10304 16</inkml:trace>
  <inkml:trace contextRef="#ctx0" brushRef="#br0" timeOffset="-149975.36">9770 12914 20271 0,'0'0'896'0,"0"0"192"0,0 0-880 0,0 0-208 15,0 0 0-15,0 0 0 0,0 0 5840 0,-4 9 1136 16,3 1 208-16,-2 3 48 0,1 1-4352 0,-2 2-864 16,2 0-176-16,0 5-48 0,-2-3-864 0,0 3-176 15,0 1-48-15,1 3 0 0,2-4-304 0,0 1-64 16,0-1-16-16,1-2 0 0,0-2-128 0,1-1-16 16,0-3-16-16,0-1 0 0,2 0-160 0,0-6-176 15,-3-6 48-15,0 0 0 0,0 0 0 0,0 0 0 16,0 0 0-16,0 0 0 0,6-1 128 0,-1-2-128 15,1-2 128-15,-1-2-128 0,0 0 128 0,0-3 0 16,0 0 0-16,3-2 0 0,0-2 0 0,0-2 0 16,-2-2 0-16,5-1 0 0,2-4-176 0,1 3-48 0,2-5-16 0,1 3 0 31,1-1-1168-31,0 0-224 0,3 2-48 0,1 2-16 16,-1 0-1952-16,4 2-400 0</inkml:trace>
  <inkml:trace contextRef="#ctx0" brushRef="#br0" timeOffset="-149614.04">10436 13102 27647 0,'-5'1'2448'0,"0"0"-1952"16,0-1-496-16,5 0 0 0,0 0 5024 0,0 0 912 15,-6 0 176-15,6 0 32 0,0 0-3712 0,0 0-736 16,6-5-160-16,0 0-16 0,1-2-928 0,6-1-176 16,4 1-32-16,5-1-16 0,4 0-368 0,3 1 0 15,3-3 0-15,3 1 0 0,3-1 0 0,3-1 0 16,0-1 0-16,4 2 0 0,2 2 0 0,2 0 0 15,1 0 0-15,2 2 0 0,1 2 0 0,-1 1 0 16,-2 2 0-16,-3 0 0 0,-4-1 0 0,-3 1 0 0,-3 0 0 16,-2 1 0-1,-1 0-384-15,-2 0-32 0,-2 0-16 0,-2-1 0 16,-3 2-1920-16,-2-1-384 0,-3-1-80 0,-2 1-18752 0</inkml:trace>
  <inkml:trace contextRef="#ctx0" brushRef="#br0" timeOffset="-149270.89">11488 12811 14735 0,'0'0'1312'0,"0"0"-1056"15,0 0-256-15,0 0 0 0,2 6 8144 0,-2 1 1584 16,0-7 304-16,1 6 64 0,-1-6-6928 0,0 0-1376 16,5 11-288-16,2-2-48 0,-1-1-816 0,2 0-144 15,1-2-48-15,2 1 0 0,0-1-256 0,2 1-64 16,0-2-128-16,2-1 192 0,-1 2-192 0,0 0 144 15,1-2-144-15,0-1 128 0,0 1-128 0,0-1 0 16,1 1 0-16,0 1 0 0,-2-1 0 0,0-3 0 16,1 2 0-16,-4-1 0 0,-1 2 0 0,-3-1 0 15,1 0 0-15,-8-3 0 0,0 0 0 0,4 5 0 16,-4-5 0-16,0 6 0 0,0-6 0 0,-5 9 128 16,-2-1-128-16,0 1 0 0,-3 1 128 0,0 0-128 15,-3-1 0-15,-1 2 128 0,-2-1-128 0,0 0 0 16,1 2 0-16,-1 0 112 0,0 0-112 0,2-1 0 15,0 0 0-15,1 1 0 0,1-3 0 0,2 0 0 16,-1-1 0-16,3-2 0 16,2 1-704-16,2-2-144 0,0 1-32 0,4-6-16064 0,0 0-3216 15</inkml:trace>
  <inkml:trace contextRef="#ctx0" brushRef="#br0" timeOffset="-146454.93">12557 12751 39791 0,'-1'-13'1760'0,"1"6"368"0,0-4-1696 0,1-1-432 15,1 0 0-15,-1 0 0 0,0 2 1456 0,1 2 208 0,-1 2 32 0,-1 6 16 16,0 0 160-16,0 0 48 0,0 0 0 15,0 9 0-15,0 4-864 0,-1 8-160 0,-2 7-48 0,-4 9 0 16,-3 2-336-16,0 1-80 0,-1 3-16 0,2-2 0 16,0 2-176-16,1 0-48 0,2-1 0 0,0-2 0 15,2-3-192-15,1-5 0 0,-1-1 0 0,2-2 0 16,2-2 0-16,0-4 0 0,-1-5-176 0,2-2 176 16,-1-3-1056-1,0-2-96-15,2-3 0 0,-2-8-16 0,0 0-2176 16,0 0-432-16,5 4-96 0</inkml:trace>
  <inkml:trace contextRef="#ctx0" brushRef="#br0" timeOffset="-145398.77">12162 13043 29487 0,'0'0'2624'0,"0"0"-2112"0,-4 6-512 0,4-6 0 0,0 0 5120 0,0 7 928 16,4-2 176-16,2 2 48 0,1-2-4768 0,3 1-944 15,3-3-192-15,1 1-48 0,3-4 256 0,2 0 32 16,1-4 16-16,2-1 0 0,0-2-400 0,3-2-80 16,1-1-16-16,2-2 0 0,-1-2-128 0,2-2 0 15,2-1 0-15,1 1 0 0,1-3 128 0,1 2-128 16,0-3 0-16,0 3 128 0,-3-2-128 0,-1 1 0 16,-3 6 0-16,-2 0-176 0,-3 7 176 0,-3 2 0 15,-4 3 128-15,-3 6-128 0,-3 3 0 0,-1 5 0 16,-3 3 0-16,-1 3 0 0,-4 2 192 0,-3 2 80 0,0 4 16 15,-3 2 0-15,1 1-80 0,-3 3-16 0,-1-1 0 16,1 1 0-16,1-4 112 0,-1 0 16 0,0-2 0 0,1 0 0 16,1-5-320-16,1-3-144 0,-1-5 16 0,2 0 0 15,1-4 128-15,0-2 176 0,3-9-48 0,0 0 0 16,0 0-128-16,0 0-176 0,0 0 48 0,0 0 0 0,0 0 0 0,6-7 0 16,2-4 0-16,1-2 0 15,1-4 0-15,0-1 0 0,2-2 0 0,1 0 0 0,2-7-16 16,4 3 0-16,-2-4 0 0,1 1 0 15,0 1 144-15,0 1-128 0,1 2 128 0,-2 2-128 16,-2 3 128-16,0 4 0 0,-2 1 0 0,0 6 0 16,-4 1 0-16,0 4 0 0,-9 2 0 0,0 0 0 0,8 6 208 0,-3 3-16 15,-1 4-16-15,-2 2 0 0,-2 2-48 16,0 2 0-16,0 1 0 0,0 2 0 0,-1 2-128 16,0-1 128-16,-2-1-128 0,1-1 128 0,0-1-128 15,1-1 128-15,1 1-128 0,0-3 128 16,0 0-720-16,1-4-160 0,1-3-16 15,-1-1-16-15,-1-9-528 0,0 0-96 0,3 7-32 0,-3-7 0 16,0 0-1072-16,0 0-224 0,0 0-32 0,6-7-16 16,3-3-576-16,-2-3-112 0,-1-3-32 15,2-1 0-15,1-2 1056 0,2-2 208 0,0-3 32 0,2-2 16 0,0-1 1600 0,2 1 320 0,-2 1 64 16,0 4 16-16,-1 3 2864 0,-3 3 576 0,-4 2 112 0,0 7 32 16,-5 6 464-16,0 0 112 15,0 0 0-15,0 0 16 0,4 9-1168 0,0 3-224 0,-1 1-48 0,-2 2-16 16,-1 2-1376-16,0 3-256 0,-1 1-64 15,-1 1-16-15,1 1-400 0,-2 0-80 16,1-3-16-16,0 1 0 0,0-1-320 0,0-1 0 0,1-3 0 0,0-3 0 16,0-1 0-16,1-3 0 0,1 0 0 15,-1-9 96-15,0 0-96 0,0 0 0 0,0 0 0 0,0 0 0 16,0 0 0-16,0 0 0 0,0 0 0 16,0 0 0-16,6-6 0 0,2-5 0 0,1-2 0 0,2 0 0 15,-1-4 0-15,3 0 0 0,2-2 0 0,0-1 0 16,2-1 0-16,1-1 0 0,1-1 0 0,2 0 0 15,-2 4 0-15,1-1-128 0,1 1 128 0,-2 2-160 0,-1 2 160 16,1 2-128-16,-2 3 128 0,-2 3-128 16,-1 0 128-16,0 3 0 0,-3 1 0 15,0 2-128-15,-3 2 128 0,-1 2 0 0,0 2 0 0,-2 1 0 16,-4 2 0-16,-1 1 0 0,-1 3 0 0,-2 2 128 0,-2 2-128 16,-1 2 176-16,-3 2-176 0,-1 1 192 0,1 1-192 0,-1 0 0 15,-1-2 0-15,1 1 128 0,2-3-80 16,0 0-48-16,2-1 0 0,1-3 0 0,1-1 0 15,2-1 0-15,2-3 0 0,2-1 0 0,0-1 0 0,5-4 0 16,-7-3 0-16,9 3 0 0,0-3-176 0,0-3-16 16,2 0-16-16,-1-3 0 0,3-1 16 0,0-3 16 15,2 0 0-15,-1 0 0 0,-1-5 176 0,0 1-208 16,-1 0 80-16,-1-2 128 0,0 2-192 0,-3-3 192 16,0 0-160-16,-2 2 160 0,-1 2-192 0,-2 2 48 0,-2-1 16 15,-2 1 0-15,-3 2 128 0,-1 0-160 0,-2 0 160 0,1 0-160 16,-1 1-16-16,-1 2 0 0,-2 0 0 15,-1 2 0 1,2 0-976-16,2 1-192 0,0 0-32 0,7 3-16 16,0 0-2144-16,0 0-432 0,0 0-96 0</inkml:trace>
  <inkml:trace contextRef="#ctx0" brushRef="#br0" timeOffset="-145144.34">14029 12804 22111 0,'3'-11'1968'0,"-2"5"-1584"0,1 1-384 0,-2-1 0 0,0 6 4448 0,0 0 800 16,0 0 176-16,0 0 16 0,0 0-2336 0,0 0-480 15,0 0-80-15,-2 10-32 0,0 2-928 0,-2 4-192 16,-2 2-48-16,-1 4 0 0,0 0-736 0,1 3-160 16,-1 1-16-16,1-1-16 0,-2 2-416 0,1 0 0 15,1 0 128-15,-1-1-128 0,2-2 0 0,0 0 0 16,1-2 0-16,1-4 0 15,1 1-672-15,0-4-64 0,1 0-16 0,1-2 0 16,0-4-816-16,1-2-160 0,-1-7-48 0,0 0 0 16,0 0-1968-16,11 0-400 0,2-2-80 0</inkml:trace>
  <inkml:trace contextRef="#ctx0" brushRef="#br0" timeOffset="-144899.48">14241 12711 18431 0,'10'-16'1632'0,"-6"9"-1312"16,0-2-320-16,0 1 0 0,0 2 5376 0,-1-1 992 15,-3 7 208-15,0 0 32 0,0 0-3104 0,0 0-624 16,0 0-128-16,0 0-32 0,0 0-1248 0,0 0-256 0,4 10-64 16,-2 4 0-16,-2 1-512 0,-4 6-96 0,-1 5-32 0,-1 0 0 15,0 4-384-15,-2 2-128 0,-1-1 0 0,2 0 0 16,0 2 0-16,-1-2 0 0,-1 1 0 0,1-1-144 16,0-1 144-16,0 1 0 0,0-2 0 15,0-2 0-15,1-2 0 0,-1-3 0 0,1-2 0 0,3-2 176 16,-1-1-944-1,1-2-192-15,0-3-48 0,2-1 0 0,-1-4-1040 0,3-7-192 0,0 0-64 0,0 0 0 16,0 0-2752-16,0 0-544 0</inkml:trace>
  <inkml:trace contextRef="#ctx0" brushRef="#br0" timeOffset="-144331.43">13814 12992 31327 0,'0'0'2784'0,"0"0"-2224"16,0 0-560-16,0 9 0 0,1-1 3888 0,3 0 656 16,0-2 144-16,3 0 32 0,2-2-2928 0,3-1-592 15,2 1-112-15,3-1-32 0,1-2-448 0,2-1-96 16,1-1 0-16,1-2-16 0,0 1-176 0,3-3-16 16,-3-3-16-16,3 0 0 0,-1-1-288 0,3-2 160 15,-1 1-160-15,1-3 128 0,2-1-128 0,1-1 0 16,-2 0 0-16,2-2 0 0,-1-3 0 0,0-1 0 15,-1 0 0-15,0 2 0 0,-3 1 0 0,-2 1 0 0,-3 1 0 16,-4 3 0-16,-1 2 0 0,-3 5 0 0,-1-1 0 16,-4 4 0-16,-7 3 0 0,0 0 0 0,0 0 0 0,0 0 128 15,-3 10 192-15,-1 3 48 0,-2 4 0 0,-2 2 0 16,-1 5-64-16,-2-1-16 0,1 0 0 0,-2 4 0 16,-1-1-128-16,0 1-32 0,0-1 0 0,1 1 0 15,3-3-128-15,1 1 0 0,2-1 144 0,2-1-144 0,1-3 0 16,2-2 0-16,2-3 0 15,1 0 0-15,0-2 0 0,2-3 0 0,3-2 0 0,2-1 0 16,0-3-128-16,3-2 0 0,1-2 0 0,1-1 0 16,2 0 0-16,-1-6 0 0,2-1 0 15,4-2 0-15,-3-1 128 0,2-3-128 0,0-3 128 0,-2-2-128 0,1-2 128 16,0-2 0-16,-1 0 0 0,-1-2 0 0,1 3 0 0,-1 1 0 16,-7 3 0-16,0 1 0 0,-3 5 0 0,-3 4 0 15,-4 8 0-15,0 0 0 0,0 0 192 0,0 0 0 16,0 0 16-16,-9 4 0 0,-3 2 0 0,2 1 0 15,0 6 0-15,-1 0 0 0,-1 4-208 0,2 3 176 16,0-2-176-16,0 2 160 0,3-1-160 0,1 1 0 16,4-1 0-16,2 1 128 0,2-2-80 0,5 1-48 15,3-5 0-15,1 2 0 0,1-3 0 0,2-3 0 16,2-2 0-16,0 1 0 0,3-4 0 16,-1 0 0-16,3-2 0 0,1 0 0 15,0-3-608-15,2 0-112 0,0 0-32 0,4 0-16272 16,0-3-3248-16</inkml:trace>
  <inkml:trace contextRef="#ctx0" brushRef="#br0" timeOffset="-103185.54">1435 15268 39615 0,'-10'-3'880'0,"1"-1"176"0,9 4 32 0,0 0 16 0,-9-11-880 0,5 2-224 0,1 1 0 0,2-1 0 0,0 0 1712 0,2 1 288 0,3-4 64 0,4 2 16 0,1 2-992 15,2-4-192-15,3 5-32 0,1-3-16 0,5 3-416 0,1 0-96 16,1-2-16-16,0 2 0 0,4 2-176 0,-1 1-144 16,-2 2 192-16,-1 0-192 0,1 0 0 0,-4 2 0 15,-1 2 0-15,-3 1 0 0,-4 0 0 0,0 1 0 16,-11-4 0-16,9 7 0 0,-9-7 0 0,3 12 0 16,-2 1 0-16,-4-1 0 0,-2 0 0 0,-3-2 0 15,-2 2 0-15,-1 2 0 0,-2-3 0 0,-1 0 0 16,-2 4 0-16,3-5 0 0,-1 1 128 0,0-2-128 15,-1 0 0-15,2-1 0 0,2-2 0 0,1-1 0 16,1-1 0-16,9-4 0 0,-8 8 128 0,8-8-128 16,0 0 0-16,0 0 0 0,0 0 0 0,0 0 160 15,0 0-160-15,7 7 128 0,-7-7 64 0,14 3 0 0,2-1 0 16,0-2 0-16,1 0 16 0,1 0 16 16,1 1 0-16,1-1 0 0,-2-1-96 0,0 1 0 0,-1 4-128 0,0-3 192 15,-1 2-192-15,0 2 0 0,-2 0 128 0,-1 4-128 16,-3-1 0-16,-2 1 0 0,-1 0 0 0,-3 3 0 15,-2 0 128-15,-3-2-128 0,-2 1 0 16,-2 0 0-16,-1 2 160 0,-2 0-160 0,-4-1 160 0,-2 0-160 16,-6 1 192-16,-1-1-64 0,-1-1-128 0,-1 1 192 15,-1-1-192-15,-1 0 176 0,-1 0-176 0,2-1 160 16,-1-1-160-16,3-2 0 0,1-1 0 0,1 1-176 16,2-1-560-1,2 1-112-15,2-2-32 0,2 0 0 0,2-3-1248 16,10-2-256-16,-9-2-48 0,9 2-11456 0,0 0-2304 15</inkml:trace>
  <inkml:trace contextRef="#ctx0" brushRef="#br0" timeOffset="-102684.02">1781 15113 14735 0,'-4'-22'1312'0,"0"1"-1056"0,0 0-256 0,0 2 0 0,0 1 3248 0,-2-2 592 15,-3 3 112-15,0 0 16 0,-1 1-960 0,-1 2-192 16,-4 1-32-16,1 3-16 0,1 1-960 0,-1 2-192 15,-3 1-32-15,-2 2-16 0,0 2-480 0,-1 2-112 16,-1 0-16-16,-2 3 0 0,-3 6-272 0,-3 4-64 16,-2-1-16-16,-2 3 0 0,-2 5-128 0,0 2-32 15,0 2 0-15,-2 3 0 0,1 6-32 0,1 3-16 16,-1 3 0-16,4 4 0 0,2 4 64 0,2 0 16 0,6 3 0 0,3-3 0 16,7 2-96-16,3-2 0 0,2-3-16 15,6 1 0-15,5-6-160 0,6 1-16 0,6-3-16 16,5 1 0-16,5-1 0 0,5-4 0 0,6-6 0 15,3-2 0-15,3 0-48 0,5-2-128 0,3-6 192 0,3-1-64 16,0-3-128-16,1-5 128 0,-1-4-128 0,-1-3 128 16,1-6-128-16,-1-3 128 0,-1-4-128 0,0-2 128 15,-1-2-128-15,-3-2 0 0,-3-3 0 0,-5-1 128 16,-6 0-128-16,-1-6 0 0,-2 0 0 0,-4-2 0 16,-2 0 0-16,-3-4 0 0,-2-1-176 0,-3 2 176 15,-2-2-160-15,-2 0 160 0,-3-2-192 0,-5 1 192 16,-1-3-128-16,-6-1 128 0,-5 3 0 0,-3 0 0 15,-1 1 0-15,-5 0-128 0,-2 0 128 0,-4 5 0 16,-4 2 0-16,-2 3 0 0,-1 1 0 0,-2 3 0 0,-3 1 0 0,-2 3 0 16,-3 2 0-16,1 2 0 15,1 0 0-15,2 3 0 0,0 5 0 0,2-1 0 16,3 1 0-16,6-1 0 0,1 2 0 0,5 2 0 0,1 1 0 16,4 0-128-16,3 1 128 0,10 1-160 15,0 0-992-15,0 0-208 0,0 0-48 0,-2 9 0 16,6 2-2688-16,4 5-528 0</inkml:trace>
  <inkml:trace contextRef="#ctx0" brushRef="#br0" timeOffset="-96345.41">3335 15062 36799 0,'-7'-11'1632'0,"7"11"336"0,-4-9-1584 0,4 9-384 0,0 0 0 0,0 0 0 0,-3-10 1440 0,3 10 208 16,0 0 32-16,0 0 16 0,0 0-112 0,0 0-32 16,-6 7 0-16,2 5 0 0,-1 3-768 0,0 5-144 15,-2 2-48-15,1 2 0 0,-2 3 48 0,2 4 16 16,-1 0 0-16,1 2 0 0,-2 1-272 0,1 1-48 15,1-2-16-15,-1 1 0 0,1-3-176 0,0-2-144 16,1-3 192-16,1-3-192 0,0-1 0 0,1-2 0 16,-1-2 0-16,0-1 0 0,0-1 0 15,1-3 0-15,1-4 0 0,-2 3 0 16,4-12-384-16,0 0-96 0,-6 9-16 0,6-9 0 16,0 0-1232-16,0 0-256 0,0 0-64 0,0 0-12288 0,0 0-2480 0</inkml:trace>
  <inkml:trace contextRef="#ctx0" brushRef="#br0" timeOffset="-96093.11">2896 15111 19343 0,'-4'-6'1728'0,"4"6"-1392"0,-4-3-336 0,4 3 0 0,0 0 4800 0,0 0 896 16,-3-4 192-16,3 4 16 0,0 0-2944 0,11-3-592 15,2 0-112-15,5 2-16 0,4-3-1072 0,5 2-208 16,5-2-32-16,2 1-16 0,1-5-240 0,4 0-48 15,4 2-16-15,1-2 0 0,3-1-224 0,1 0-32 16,3-2-16-16,1 5 0 0,-1 1-336 0,-1 2 128 16,-3-2-128-16,-3 2 0 0,-4 2 0 0,-2 1-128 15,-3 3 0-15,14-1 0 16,-8 2-1488-16,-7-1-304 0,-6 2-48 16,-2 3-16-16,0 1-1728 0,-5 3-336 15,-4 1-80-15</inkml:trace>
  <inkml:trace contextRef="#ctx0" brushRef="#br0" timeOffset="-95844.48">4378 14940 31327 0,'-1'-12'2784'0,"1"10"-2224"16,-2-5-560-16,2 3 0 0,0 4 3360 0,0 0 560 15,3-4 112-15,-3 4 32 0,0 0-1840 0,0 0-368 16,0 0-80-16,4 8-16 0,0 1-864 0,-2 3-192 0,0 4-16 0,-2 0-16 15,-2 3-240-15,1 2-48 0,-3 2-16 0,1-1 0 16,0 3-176-16,-1 0-48 0,0 2 0 0,0-3 0 16,-1 3-144-16,1-2 0 0,0-2 0 0,0 1 0 15,1-3 0-15,1-2 0 0,-2-2-144 0,0 3 144 32,0-6-1360-32,3-2-176 0,1-12-16 0,0 0-16 0,0 0-1440 15,0 0-304-15,0 0-48 0</inkml:trace>
  <inkml:trace contextRef="#ctx0" brushRef="#br0" timeOffset="-95441.04">4543 14795 24879 0,'0'0'2208'0,"0"0"-1760"0,-2-9-448 0,2 9 0 0,0 0 3808 16,0 0 672-16,-5-4 144 0,5 4 32 0,-7 0-2176 0,-2 4-432 16,-3-3-96-16,-1 6-16 0,-1 2-944 0,-2 4-192 15,-1 0-32-15,0 4-16 0,-1-1-304 0,0-1-48 16,0 4-16-16,-1-5 0 0,0 2-144 0,2-1-48 15,1-3 0-15,3-2 0 0,1-1-192 0,3 1 128 16,0-6-128-16,1-1 0 0,2 0 128 0,6-3-128 16,0 0 0-16,0 0 0 0,-5-4 0 0,1-1 0 15,2-3 0-15,2-1 0 0,3-4 0 0,1-1 0 16,1-3-176-16,3-2 176 0,1-1-208 0,3-1 80 16,1-3 128-16,1 3-208 0,1 2 208 0,-1 1 0 15,0-1-160-15,1 2 160 0,-1 3 0 0,-1-2 0 16,-1 6 0-16,-2 3 128 0,-1 0 160 0,-1 4 32 15,0-1 0-15,-8 4 0 0,0 0 48 0,8 4 16 0,-2 2 0 0,2 1 0 16,-1 0-128-16,-1 2 0 0,1-2-16 16,-1 7 0-16,-1-3-96 0,1 1-16 0,-1-2 0 15,1 2 0-15,1 1-128 0,-1 2 0 0,0-1 144 16,-1 0-144-16,0 1 0 0,1-4 0 16,0 1 0-16,0 1 0 0,1 0 0 0,-1-2 0 15,1-2 0-15,3 4 0 0,2-3-768 0,-2-1-160 0,1-1-32 16,1-1-16-16,1-6-1904 0,2 4-368 15</inkml:trace>
  <inkml:trace contextRef="#ctx0" brushRef="#br0" timeOffset="-95200.14">4893 15379 28559 0,'0'0'1264'0,"0"0"272"0,0 0-1232 0,0 13-304 16,0-13 0-16,4 17 0 0,0-2 4416 0,0 0 832 16,-1 1 176-16,1 2 16 0,-1 2-3120 0,-2-1-624 15,-1 1-128-15,0 1-32 0,-1-1-912 0,0 1-192 16,-2-1-48-16,-1 1 0 0,0-3-208 0,0 2-48 0,2-1-128 0,-1 1 192 31,-1 1-528-31,0-3-112 0,2 0-32 0,-1-2 0 16,2-3-2640-16,0 0-528 0</inkml:trace>
  <inkml:trace contextRef="#ctx0" brushRef="#br0" timeOffset="-94885.64">5762 14910 47519 0,'0'-13'2112'0,"0"13"416"0,2-8-2016 0,-2 8-512 0,4-6 0 0,-4 6 0 0,0 0 1408 0,0 0 192 16,0 0 48-16,0 0 0 0,0 0-688 0,0 15-128 15,-2 6-16-15,1 1-16 0,-3 6-272 0,0-1-48 16,-2 3-16-16,2 4 0 0,-1 1-272 0,1 4-48 16,1-2-16-16,2 3 0 0,-1-1 0 0,1-2 0 15,1 0 0-15,0 0 0 0,0-6-128 0,1-1 0 16,2 0 0-16,0-5 112 0,-2-5-112 0,0-5 0 15,2-2 0-15,-1-2 0 16,0-2-384-16,-2-9-80 0,0 0-16 0,0 0 0 16,0 0-704-16,0 0-144 0,0 0-16 0,0 0-16 15,-4-11-1472-15,1-4-304 0,2-4-48 0</inkml:trace>
  <inkml:trace contextRef="#ctx0" brushRef="#br0" timeOffset="-94625.14">5636 14963 33167 0,'0'0'1472'0,"3"-10"304"0,-2-1-1424 0,3 2-352 0,2 2 0 0,2-4 0 16,3 3 3648-16,2 3 640 0,1-1 144 0,2-1 32 16,2 3-2576-16,3 2-512 0,0-2-96 0,1 2-32 15,0 2-736-15,-1 3-128 0,0 0-48 0,1 0 0 0,3 4-96 0,-2-1-32 16,-1 1 0-16,2 2 0 16,-1 3-80-16,1 0 0 0,-4-2-128 0,-1 3 192 15,-5 0-192-15,0 1 0 0,-2 2 128 0,-4-3-128 0,-4 1 0 0,-3 3 0 16,-2 0 0-16,-6 2 0 0,-4-2 0 0,-1-1 0 15,0 4 128-15,-4 0-128 0,-3-1 0 16,-1-3 0-16,1 1 0 0,-1-2 0 16,-2-2-496-1,3-1-32-15,0-3-16 0,1 0 0 0,1 3-1344 0,4-4-272 0,3-2-48 16,3 1-12528-16,7-7-2512 0</inkml:trace>
  <inkml:trace contextRef="#ctx0" brushRef="#br0" timeOffset="-94353.54">6627 14846 34095 0,'0'0'3024'0,"0"0"-2416"0,0 0-480 0,9 7-128 0,-9-7 3024 0,6 7 592 0,-6-7 112 0,6 16 32 16,-2 4-1840-16,-3-2-352 0,-2 3-80 0,-3 2-16 16,-2 3-528-16,1 3-112 0,0 0-32 0,1 4 0 15,-1 4-288-15,1 1-48 0,1 1-16 0,1-1 0 16,-2 0-160-16,0-3-32 0,0-1-16 0,0-2 0 15,-1-2-240-15,1-5 0 0,1 0 0 0,-1-6 0 16,1 1 0-16,-1-5 0 0,1-1 0 0,2-3 0 16,1-11 0-16,0 0 0 0,-3 7 0 0,3-7 0 15,0 0-304-15,0 0-144 0,0 0-48 0,0 0 0 32,0 0-576-32,-2-13-112 0,-1-4-32 0,2-1-14800 0,1-2-2976 0</inkml:trace>
  <inkml:trace contextRef="#ctx0" brushRef="#br0" timeOffset="-93932.36">6519 14883 40031 0,'0'0'1776'0,"5"-12"352"0,0 3-1696 0,-5 9-432 0,5-9 0 0,0 2 0 0,-5 7 1728 0,0 0 272 16,0 0 48-16,0 0 16 0,0 0-528 0,0 0-96 15,0 0-32-15,0 0 0 0,-5 8-784 0,-1 4-176 16,-3 2-16-16,-3 4-16 0,-1-1 16 0,-3 1 0 0,1 1 0 0,1-1 0 15,1-1-144-15,2-2-32 0,0 1 0 0,2-4 0 16,3 0-128-16,0-5-128 0,1 1 192 0,5-8-192 16,0 0 160-16,0 0-160 0,0 0 128 0,0 0-128 15,0 0 336-15,0 0-16 0,0 0 0 0,4-6 0 16,1-2-464-16,3-4-112 0,1-4 0 0,2-2-16 16,0-1 272-16,4-5 0 0,3-2 0 0,0 0 0 15,2-4-192-15,1 4 192 16,1-3-192-16,-3 5 192 0,-2 1-192 0,-1 5 192 0,-2 3-192 0,-2 3 192 15,-4 3 0-15,-8 9 0 0,8-7 0 0,-8 7 0 16,0 0 0-16,0 0 224 0,0 0-32 0,6 12-16 16,-1 1 16-16,-1 0 16 0,0 1 0 0,-1-1 0 15,-3 0-80-15,3 2 0 0,2 2-128 0,0 0 192 16,1 0-192-16,1-3 128 0,1 2-128 0,0-3 0 16,-2 1 0-16,2-1 128 0,0-1-128 0,1-2 0 15,0-1-160-15,1 2-80 0,1-1-16 0,1-3 0 16,-3-1-1264-16,1 1-256 0,1-2-48 0,7 4-16 0</inkml:trace>
  <inkml:trace contextRef="#ctx0" brushRef="#br0" timeOffset="-91995.29">7503 15259 11967 0,'0'0'1072'0,"0"0"-864"0,-4-5-208 0,0 1 0 16,-1-2 3504-16,5 6 656 0,0 0 128 0,0 0 16 16,-7-9-1296-16,2 3-272 0,5 6-48 0,0 0-16 15,-5-8-656-15,5 8-128 0,-4-7-32 0,4 7 0 16,0 0-576-16,0 0-128 0,0 0-32 0,8-6 0 15,1 1-400-15,5 3-80 0,5-2 0 0,3 2-16 16,4 1-224-16,4 0-32 0,2 1-16 0,4-1 0 16,0-2-112-16,2 0-32 0,0 1 0 0,2-1 0 15,2 0 0-15,1 2 0 0,-1-3 0 0,-1 2 0 16,0 2-208-16,0 0 0 0,2 0 0 0,2 0 0 16,-1 0 0-16,-1-3 0 0,-2-1-128 0,-2 2 128 15,0 0 0-15,-3 1-128 0,-2 1 128 0,-4 0 0 16,-2 1 0-16,-4-1 0 0,-3-1-128 0,-3 2 128 15,-2 1-400 1,-3 0-32-16,-1 1 0 0,-12-3 0 0,12 4-896 0,-12-4-176 16,0 0-32-16,0 0-16 0,0 0-80 0,0 0-16 15,0 0 0-15,0 0 0 0,0 0-592 0,0 0-112 16,0 0-16-16,0 0-12736 0</inkml:trace>
  <inkml:trace contextRef="#ctx0" brushRef="#br0" timeOffset="-91652.6">8322 15044 28559 0,'0'0'2544'0,"0"0"-2032"16,0 0-512-16,0 0 0 0,0 0 2672 0,10-5 432 16,-10 5 96-16,10-5 0 0,0 1-528 0,12 3 2416 0,-9 3-2560 15,0 1-1120-15,0-1-240 16,1 4-32-16,1-4-16 0,0 5-496 0,1 2-112 0,0 1 0 15,-1-1-16-15,1 1-240 0,-1 0-64 0,0 0 0 0,0 2 0 16,1-4-192-16,1 2 0 0,0 1 128 0,0-1-128 16,-3 1 0-16,2 0 0 0,0-1 0 0,-2-1 0 15,-1 0 0-15,-3 0 0 0,-10-9 0 16,9 10 0-16,-2-1 0 0,-7-9 0 0,1 10 0 0,-2-1 0 16,-4-1 128-16,-4-2-128 0,-4-1 0 0,-2 2 144 15,-2 1-144-15,-1-1 0 0,-3 1 0 16,-1 0 0-16,0 1 0 0,1-2 0 0,-1 1 128 15,1-1-128-15,0 2 0 0,2 3 0 0,-1-5 0 0,2 1 0 16,1-1-592-16,1 1-160 0,2 0-16 16,2 1-15424-16,3 2-3072 0</inkml:trace>
  <inkml:trace contextRef="#ctx0" brushRef="#br0" timeOffset="-91029.84">9444 15168 15663 0,'8'-18'1392'0,"-3"7"-1120"16,-1 0-272-16,1-2 0 0,1 0 3616 0,0 0 672 15,-1-1 128-15,0 3 16 0,1-1-1488 0,-4 2-288 16,-2 10-64-16,0 0-16 0,-4-11-288 0,-1 5-64 16,-1 0-16-16,-5 6 0 0,-2 4-976 0,-4 5-192 15,-5 3-32-15,-3 5-16 0,-1 7-240 0,-2 0-48 16,-2 6-16-16,1 2 0 0,1 0-240 0,5 0-64 0,1-4 0 16,5 2 0-16,5-4-224 0,4 0-160 15,4-2 192-15,4-2-192 0,4-1 0 0,4-4 0 0,4-4 0 0,4-1 0 31,2-2-560-31,3-1-160 0,2-5-48 0,5-4 0 16,3-4-1168-16,1-1-240 0,1-2-64 0,0-2 0 16,0-4-2064-16,1-1-432 0,2 0-64 0</inkml:trace>
  <inkml:trace contextRef="#ctx0" brushRef="#br0" timeOffset="-90255.7">9799 15189 31503 0,'5'-16'1392'0,"-1"7"288"0,0-1-1344 0,-2-1-336 0,0 2 0 0,-2 9 0 15,-2-10 2832-15,2 10 496 0,-4-8 112 0,-1 4 16 16,5 4-1312-16,-10-1-256 0,-2 2-48 0,0 3-16 15,1 1-912-15,-4 3-176 0,-2 4-32 0,0 1-16 16,-1 0-256-16,1 5-48 0,0-1-16 0,3 2 0 0,1 4-160 0,2-5-16 16,1 1-16-16,1 0 0 15,1-1-176-15,4 0 0 0,0-1 144 0,2-4-144 0,0 0 0 0,4-1 0 16,0 0 0-16,1-3 0 0,-3-9 0 0,5 8 0 16,-5-8 0-16,8 6-128 0,-8-6-48 0,12 1 0 15,-2-3 0-15,2-2 0 0,1-1-32 0,1-4-16 16,3-2 0-16,1-4 0 0,1-4-96 0,0-2-32 15,2-2 0-15,0 1 0 0,0-3 32 0,0 0 0 16,-1 0 0-16,-1 1 0 0,-4-1 128 0,-2 3 48 16,-1 4 0-16,-1 3 0 0,-4 5 144 0,0 2 0 15,-2 1 160-15,-5 7-160 0,0 0 512 0,0 0 16 16,0 0 0-16,0 0 0 0,0 0-48 0,5 12-16 16,-2 2 0-16,-2 3 0 0,-1 3 0 0,-1 2 0 0,0-2 0 15,-1 2 0-15,1 3-144 0,1-4-48 0,-1 1 0 16,-1-5 0-16,1-2-128 0,1 2-16 0,0 0-128 15,0-4 192-15,0-1-192 0,3-2 0 16,-1-2 128-16,-2-8-128 0,0 0 0 0,0 0 144 16,0 0-144-16,0 0 128 0,0 0-128 0,0 0 0 15,12-10 0-15,0-2 0 0,-2-2 0 0,2 1 128 0,0-4-128 0,1-2 128 16,1-1-128-16,3-4-176 0,0 1 48 16,1-5 0-16,-1 1 128 0,0 2-208 0,1 6 80 0,-2-1 128 15,-2 2-192-15,-1 2 192 0,-2 3-192 16,1 1 192-16,-1 6-160 0,0 2 160 0,-11 4 0 0,11-1-144 15,-11 1 144-15,11 5 0 0,-2 1 0 0,-4 3 0 16,-5-9 0-16,5 16 0 0,-1 0 0 0,-1 2 0 16,-3-1 0-16,0 1 144 0,0 3-144 0,-1-1 0 15,2-5 0-15,-1 2 0 0,1 0 0 0,1-4 0 0,-2-13 128 16,2 12-128-16,1-3 0 0,-3-9 0 0,0 0 0 0,5 10 0 16,-5-10 0-16,0 0 0 0,0 0 0 0,0 0 0 15,12-1 0-15,-1-3 0 0,0-4 0 0,-1-2 0 16,2-4 0-16,1-3 0 0,0-2-176 0,3 0 176 15,2-5-192-15,0 0 192 0,1-1-336 0,-1 1 32 16,0 4 16-16,-1 1 0 0,-3 5 32 0,-1 4 0 16,-2 0 0-16,-11 10 0 0,0 0 256 0,0 0 0 15,0 0-128-15,0 0 128 0,8 16 0 0,-4-2 272 16,-2 2-48-16,-3 4-16 0,-2-2 64 0,1 4 16 16,-1 2 0-16,2 2 0 0,-1 0-128 0,2 0-32 0,3-1 0 15,2-3 0-15,2-1-128 0,1-2 0 16,-1 1 0-16,3-1 0 0,-1-6-144 0,0 0-64 15,0-2-16-15,0-5 0 16,-9-6-928-16,10 3-192 0,1-1-48 0,-1-2 0 16,-1-2-1056-16,2-3-224 0,-1-5-32 0,2-1-16 15,1-2-1808-15,1-6-352 0</inkml:trace>
  <inkml:trace contextRef="#ctx0" brushRef="#br0" timeOffset="-90022.47">10869 15006 27647 0,'0'0'2448'0,"0"0"-1952"0,0 0-496 0,-9 7 0 16,0-1 4192-16,2 5 736 0,1 1 160 0,-1 2 32 15,1 2-2560-15,1 3-512 0,-1 3-112 0,1 3-16 16,-1 4-832-16,-2 2-160 0,0 0-32 0,3 5-16 0,0 1-496 0,1 0-80 16,0-2-32-16,0 0 0 15,-1-1-128-15,1-1-16 0,0-2-128 0,0-2 192 0,-1-3-192 0,1-1 128 16,0-2-128-16,0-3 0 0,0-2 0 0,0-5 128 16,1-1-128-16,1-1 0 0,2-11 0 0,0 0 0 15,0 0 0-15,0 0 0 0,0 0-144 16,0 0-32-16,0 0 0 0,0 0 0 15,0 0-1088-15,4-13-208 0,1-1-64 0,3-4 0 16,2-3-2096-16,3-8-416 0</inkml:trace>
  <inkml:trace contextRef="#ctx0" brushRef="#br0" timeOffset="-89789.29">10933 15035 14735 0,'0'-10'1312'0,"0"0"-1056"0,0 10-256 0,3-9 0 0,0 0 6848 0,3 1 1296 15,0 1 272-15,3 0 48 0,2 2-5776 0,1 1-1168 16,-1 0-240-16,4 1-32 0,0 1-560 0,2 2-112 15,1 1-32-15,2 3 0 0,0 0-416 0,-2 2-128 0,-1 4 0 0,-3-1 0 16,-2 1 0-16,-4 3 0 0,-2 2 0 0,-2 1 0 16,-4 4 128-16,-3 1-128 0,-2-2 144 0,-1 4-144 15,-2-3 176-15,-3 4-176 0,-2 1 192 0,-1-1-192 16,0 1 0-16,1-4 0 0,0-1 0 0,0-5 0 16,1 0 0-16,0-2 0 0,-1-3 0 15,3 1 0-15,1-2-208 0,1-5-160 0,-3-2-16 0,4-2-16 31,-3 2-1392-31,10-2-256 0,-9-2-64 0,4-4-16 16,1-5-1632-16,4-2-320 0,3-5-64 0</inkml:trace>
  <inkml:trace contextRef="#ctx0" brushRef="#br0" timeOffset="-89511.28">11166 15022 30399 0,'17'-14'1344'0,"-5"7"288"0,0 1-1312 0,-2 2-320 0,-10 4 0 0,11-3 0 0,-11 3 3360 0,10 0 608 16,-10 0 112-16,10 5 16 0,-10-5-1632 0,11 12-336 15,-3-2-64-15,-2 5-16 0,1 3-960 16,-2 2-208-16,-1-2-48 0,0 3 0 0,-2 2-304 0,1 2-64 15,-4 1-16-15,-1 0 0 0,1 0-176 0,0-1-32 16,-2-3-16-16,2-1 0 0,-2-1-64 0,1-3-16 16,-1-4 0-16,0-2 0 0,1 0-144 0,2-11 160 15,0 0-160-15,0 0 160 0,0 0-160 0,0 0 0 16,0 0 144-16,0 0-48 0,0 0-96 0,0 0 0 16,-3-9 0-16,2-2 0 0,1-4 0 0,3 0 0 15,2 0 0-15,3-5 0 0,2-3 0 0,3-2 0 16,4-1 0-16,1-2 0 0,1 1 0 0,1 3-128 15,3 1 128-15,-3 2 0 16,0 0-880-16,-1 6-64 0,2 2-16 0,-2 1 0 16,-4 4-1184-16,1 4-240 0,0-2-48 0,-1 8-12480 15,0 6-2496-15</inkml:trace>
  <inkml:trace contextRef="#ctx0" brushRef="#br0" timeOffset="-89237.41">11647 15184 17503 0,'0'0'1552'0,"6"13"-1232"0,-2-2-320 0,-4-11 0 15,6 11 4272-15,-6-11 784 0,0 0 176 0,12 6 16 16,-2-2-1744-16,2-1-368 0,0-3-64 0,1-4 0 15,1-3-1296-15,2 0-256 0,-1-4-48 0,4 2-16 16,-1-4-736-16,3-1-144 0,3-2-16 0,1 0-16 16,0-1-288-16,0-1-48 0,1-4-16 0,-3 1 0 15,-2 6-192-15,-1-2 0 0,-3 4 0 0,-4 2 0 16,-7 1 0-16,-6 10 0 0,0 0 0 0,0 0 0 0,-8-9-128 0,-3 6 128 16,-6 6 0-16,-7 4 0 0,-3 5 0 0,-3 5 0 15,-3-3 0-15,2 9 0 16,1 0 304-16,4 1 16 0,3 2 0 0,2-2 0 15,2 5-48-15,6-2 0 0,3 0 0 0,5-3 0 0,1 0-272 0,4-3 0 16,2-2 128-16,5-3-128 0,2-2 0 0,3 1-176 16,2-6 32-16,2-4 0 15,3-1-1008-15,5-3-208 0,2-4-48 0,3 0 0 16,3-5-1728-16,2-3-336 0,1-4-80 16</inkml:trace>
  <inkml:trace contextRef="#ctx0" brushRef="#br0" timeOffset="-88879.42">12527 14997 23039 0,'0'0'1024'0,"0"-9"192"0,-1-1-960 0,-1-2-256 0,-1 3 0 16,-2 1 0-16,-3 0 5792 0,-3 2 1120 0,-2-2 208 0,-2 1 48 16,-3 3-4416-16,-3 2-896 0,-2 1-192 0,1 1-16 15,-1 3-896-15,-1 3-176 0,0-1-48 0,0 1 0 16,2 2-272-16,2 1-64 0,2 0-16 0,1 2 0 16,0 1-176-16,4-2 128 0,2-3-128 0,3 3 128 15,2 2-128-15,3-2 0 0,3-10 0 0,0 14 0 16,3 1 0-16,4-2 0 0,1-1 0 0,4-3-176 15,-1-1 176-15,4-2 0 0,2 2 0 0,2 1 0 16,3 0 0-16,0-2 0 0,1-3 0 0,-3 1 0 16,1 0 0-16,1-1 0 0,1 1 0 0,-1 2-128 15,-3 2 128-15,1-1 0 0,-2-1 0 0,-2 1 0 16,-3 0 0-16,-3 0 0 0,-2 0 0 0,-1 0 0 16,-7-8 0-16,2 11 0 0,-3 1 0 15,-4-2-128-15,-2-2 128 0,-2 0 0 0,-3 1 0 0,1-2 0 16,-4-1 0-16,1-1 0 0,-2 1 0 0,1-2 0 0,-1 1 0 0,2-1-160 15,-1-4 16-15,1 1 0 16,0-1-1136-16,1 0-240 0,1-1-32 0,4-2-16 16,8 3-1088-16,0 0-224 0,0 0-32 15,5-10-16-15,4-5-2016 0,8 2-416 0,5-2-80 0,5-2 0 0</inkml:trace>
  <inkml:trace contextRef="#ctx0" brushRef="#br0" timeOffset="-88512.34">12795 15034 6447 0,'26'-25'272'0,"-12"13"80"0,-1 4-352 0,-2 2 0 0,-4-1 0 0,-7 7 0 0,0 0 8512 0,0 0 1648 15,0 0 320-15,0 0 64 0,2-10-6512 0,-2 10-1312 16,-8-4-256-16,-3 0-48 0,0 4-1344 0,-5 1-272 0,-3 2-48 0,-1 4-16 16,0-1-352-16,1 1-80 0,-2-2-16 0,1 1 0 15,1 1-144-15,1-1-16 0,-1 2-128 0,4 1 192 16,2-3-192-16,1 3 128 0,2 1-128 0,0 1 0 16,1-2 0-16,3-2 128 0,6-7-128 0,0 0 0 15,-4 14 0-15,4-3 0 0,0-11 0 0,6 15 0 16,1-2 0-16,1-4 128 0,2 0-128 0,4-1 0 15,3 0 0-15,3-2 0 0,0 3 0 16,3-5 0-16,2 1 0 0,1 1 0 0,0-3 0 0,0 3 0 16,-1 0 0-16,-3 1 0 0,-3-2 0 0,-2 3 0 15,-2 0 0-15,-2 1 0 0,-3-3 0 0,-1 1 0 16,-1 2 0-16,-8-9 0 0,4 9 0 0,-4-9 0 16,-3 13 0-16,0-1 0 0,-5-3 0 0,-1 0 0 15,-2-1 0-15,-1 0 0 0,-1-2 0 0,-2 1 0 16,-3-1 0-16,-2-2 0 0,-2-1 0 0,-2-2 0 15,1-1-512-15,1 0-80 0,1-1-32 0,4 1 0 16,3 0-720-16,2 0-128 0,3-3-48 16,9 3 0-16,0 0-1408 0,0 0-272 0,2-10-64 15,7-1-15584-15</inkml:trace>
  <inkml:trace contextRef="#ctx0" brushRef="#br0" timeOffset="-87976.33">13306 15060 25791 0,'0'0'1152'0,"0"0"224"0,0 0-1104 0,0 0-272 0,0 0 0 0,0 0 0 0,0 0 5264 0,-9 4 1008 0,-4 4 192 0,-4 1 32 16,-3 1-3872-16,-2 2-784 0,-3 1-160 0,3 3-16 16,2-1-896-16,1 2-160 0,-1-3-32 0,3 1-16 15,2-1-352-15,2 0-64 0,2 0-16 0,5-1 0 16,1-2-128-16,3 0 0 0,2-11 0 0,4 10 0 16,-4-10 0-16,9 11 0 0,2-4 0 0,0-1 0 15,1-2-192-15,1-2 16 0,2-2 16 0,-1-1 0 16,0-3-32-16,2-1-16 0,1-1 0 0,-2 1 0 15,0-4 16-15,0-1 16 0,0-2 0 0,-1-1 0 16,0-1-128-16,1 1-16 0,-2-2-16 0,-1 2 0 31,-1 0-1056-31,0-2-208 0,-1 3-32 0,1 0-16 16,-4-1-656-16,1 1-144 0,3 2-32 0,-4 2 0 0,0-1 880 16,0 1 160-16,-7 8 32 0,0 0 16 0,5-9 816 0,-5 9 144 15,0 0 48-15,0 0 0 0,0 0 1728 0,0 0 368 0,0 0 64 0,0 0 16 16,0 0-80-16,0 0-16 0,-4 16 0 0,1-2 0 0,-1-1-112 15,0 3-32-15,0-2 0 0,2 3 0 0,1 2-384 0,1 0-80 16,1 0 0-16,1 2-16 0,2-4-432 0,2 3-64 16,-1-6-32-16,0 0 0 0,-1 1-240 15,1-6-48-15,-5-9-16 0,7 8 0 0,-7-8-96 0,0 0-16 16,10 4 0-16,-10-4 0 0,11-2 0 0,-11 2-128 16,11-6 192-16,0-6-64 0,-3 0-128 0,-2-1 0 15,1-4 144-15,-1-1-48 0,-1-3-96 0,2-1 0 16,-1-3 0-16,2-1 0 0,1-1 0 0,3-1 0 15,0-3 0-15,3 2 0 0,4-1 0 0,2 0 0 16,2-1 0-16,0 5 0 0,0 0 0 0,-1 4 0 0,-1-2 0 16,-1 6 0-16,1 5 0 0,0 1 0 0,0 2 0 15,-1 3 0-15,-3 2 0 0,-2 4 0 0,-2 2 0 16,-1 4 0 0,-3 5-1696-16,-2 0-336 0</inkml:trace>
  <inkml:trace contextRef="#ctx0" brushRef="#br0" timeOffset="-80820.97">14367 15309 23951 0,'0'0'1056'0,"0"0"224"0,0 0-1024 0,0 0-256 0,-7 4 0 0,0 2 0 15,0 2 4992-15,-3 4 960 0,-2 2 176 0,-1-1 32 0,0 3-4496 16,-1 2-896-16,-1 4-176 0,1-1-32 0,2-1-304 0,2-1-48 16,1-2-16-16,-1 5 0 15,3-1-1344-15,3-4-256 0,1-4-64 0,4-2-12112 16,3 0-2416-16</inkml:trace>
  <inkml:trace contextRef="#ctx0" brushRef="#br0" timeOffset="-80553.61">14978 14763 16575 0,'6'-19'736'0,"-4"12"160"0,0-4-720 0,-1 3-176 15,0 2 0-15,-1 6 0 0,0-5 6080 0,0 5 1200 16,0 0 224-16,0 0 48 0,0 0-5344 0,0 0-1072 0,-1 14-224 0,-2 3-32 16,-1 6-256-16,-1 5-48 15,-1-1-16-15,-2 3 0 0,0 1 16 0,0 2 0 16,-1 1 0-16,0-2 0 0,0 1-224 0,1 0-32 0,0-2-16 0,2 0 0 16,0 2-304-16,2 1 0 0,1-7 0 0,0-1 0 15,2-2 0-15,-1-5-320 0,1-2 32 16,0 5 16-1,-1-5-1376-15,2-4-272 0,0-5-48 0,0-8-16 16,0 0-1840-16,0 0-368 0</inkml:trace>
  <inkml:trace contextRef="#ctx0" brushRef="#br0" timeOffset="-79484.33">14671 15023 20271 0,'0'0'1792'0,"0"0"-1424"0,0 0-368 0,0 0 0 0,0 0 4960 0,0 0 928 15,0 0 176-15,0 0 32 0,0 0-3696 0,0 0-736 16,6-4-160-16,3-1-32 0,4 0-608 0,2-2-128 16,2 0-32-16,2-1 0 0,3-1-304 0,2 1-64 15,1-3-16-15,1 1 0 0,1 1 16 0,0 1 0 16,1 2 0-16,-3-2 0 0,-2 3-160 0,-1 2-48 16,-3 3 0-16,-1 4 0 0,-1 4-128 0,-2 2 192 15,0 3-192-15,-4 4 192 0,-1 4 0 0,-3 2 16 16,-1 3 0-16,-2 2 0 0,-2-1 112 0,-1 1 32 15,-1 0 0-15,-1 1 0 0,-1 0-112 0,0-5-32 16,1-1 0-16,0-3 0 0,-2-1-208 0,2-4 144 0,-1 0-144 16,1-5 128-16,0-2-128 0,1-8 0 0,0 0 144 15,0 0-144-15,0 0 128 0,0 0-128 16,0 0 128-16,1-9-128 0,2 0 0 0,1-6 144 16,1 0-144-16,0-5 0 0,2-3 0 0,0-2 0 15,2 1 0-15,2 0 0 0,-1-1-192 0,2 0 192 0,1 2-208 16,0-1 80-16,2 5 128 0,-1 3 0 15,-1 0-144-15,-1 5 144 0,-2-2 0 0,0 5-176 0,0 4 176 16,-1 1-128-16,-1 3 128 0,-2 4 0 0,-6-4 0 0,7 9 0 16,-2 3 0-16,-1 2 0 0,-2 5 0 0,1 0 128 15,-3 1-128-15,0 1 176 0,0 2-176 0,0 0 192 16,0 0-192-16,1 0 0 0,1-1 0 0,-1-1 128 16,0-1-128-16,2-3 0 0,-1-4 0 0,0 2-176 15,-1-3-608-15,-1-12-128 16,0 0-32-16,0 0 0 0,0 0-704 0,0 0-144 0,0 0-16 0,0 0-16 15,6-8-1056-15,1-2-192 0,1-2-64 0,1-5 0 16,0-2-1424-16,2-2-304 0,0-1-48 0,1-2-16 16,1-2 2928-16,0 3 576 0,1-4 112 0,-3 9 32 15,-1-3 2160-15,1 3 432 0,-1 2 96 0,-1 3 0 0,-1 2 2688 0,-1 3 512 16,-1 3 128-16,-6 5 0 0,0 0-1456 0,0 0-288 16,0 0-64-16,8 0-16 0,-8 0-1312 0,8 5-272 15,-8-5-48-15,6 12-16 0,-1 1-336 0,1 1-64 16,-2 2-16-16,-2-2 0 0,2 3-464 0,0 0-80 15,-1 1-32-15,-1 0 0 0,1 1-80 0,-1 0 0 16,1-2-16-16,-2 3 0 0,-1-6-176 0,2 2 192 16,0-3-192-16,0-3 192 0,-2 1-192 0,0-2 128 15,0-9-128-15,0 7 128 0,0-7-128 0,0 0 0 16,0 0 144-16,0 0-144 0,0 0 128 0,0 0-128 16,0 0 128-16,0 0-128 0,0 0 128 0,0 0-128 15,0 0 160-15,3-5-160 0,-3 5 128 0,7-9-128 0,1-1 0 16,1-3 0-16,1-3 0 0,3 0 0 0,2 1 0 0,2-1 0 15,1-1-192-15,3-2 64 0,0-1 128 0,1 3-208 16,1 0 208-16,1 4-144 0,-2-5 144 0,0 5-128 16,-1 4 128-16,-1 0 0 0,-2 1 0 0,-1 1 128 15,-3 3-128-15,0 2 0 0,-2 0 0 0,-1 2 0 16,-1-1 0-16,-2 2 128 0,1 1 0 0,-3 0 0 0,-6-2-128 16,7 7 192-16,-7-7-64 0,4 12 0 0,-1-2-128 0,-3 4 176 15,-4 1-176-15,-2 2 192 16,0-2-32-16,-2 6 0 0,-2-1 0 0,-1 3 0 0,1 1 16 15,-1-5 0-15,0 5 0 0,1-5 0 0,1-1-48 16,3-2 0-16,-1 0 0 0,3-2 0 0,0 0-128 16,3-1 0-16,1-1 0 0,1-3 0 0,2-1 0 0,1-3 0 15,3-1 0-15,0 0 0 0,1-4 0 0,1-2 0 16,2 0 0-16,2-3 0 0,-2-1 0 0,3-2 0 16,-3-3 0-16,2 0 0 0,0-2 0 0,0-1 0 15,-1 1 0-15,-1-1 0 0,-1-3 0 0,-1-1 0 0,-1 0 0 16,-2-1 0-16,0 1 0 0,-1 0 0 0,-1 0 0 15,-2 1 0-15,0-2 0 0,-1 2 0 0,-1 1-144 0,-1-1 144 16,1 1-144-16,-3 2 144 0,-2 1-208 0,0 0 80 16,-2 2-144-16,-1-1-32 15,-1 3 0-15,-5-1 0 16,-1 5-1152-16,5 1-224 0,0 4-48 0,-3 1-16 16,1 3-2288-16,3 4-464 0</inkml:trace>
  <inkml:trace contextRef="#ctx0" brushRef="#br0" timeOffset="-79100.4">16350 15078 21183 0,'0'0'1888'0,"0"-9"-1504"0,0 1-384 0,0 2 0 0,0-1 4384 0,0 7 800 15,-3-6 176-15,3 6 16 0,0 0-2224 0,0 0-448 16,0 0-80-16,-6 0-32 0,-3 1-1104 0,-2 5-208 15,1 4-64-15,1 1 0 0,0 4-512 0,-1 0-128 16,1 2 0-16,3 0-16 0,-1-1-288 0,3 2-48 16,0 3-16-16,4-2 0 0,3 0-208 0,1-2 0 15,1-4 128-15,3 0-128 0,2-2 0 0,1-1 0 16,-1-3 0-16,3-1 0 0,3-2-320 0,0-3 64 16,-1-2 0-16,1-2 0 15,0-1-64-15,-1-3 0 0,1 0 0 0,-1-5 0 16,1-1 0-16,-2-1 0 0,0-2 0 0,-1-1 0 15,-2-3-64-15,0 2 0 0,-2-1-16 0,3-7 0 16,-5 1-176-16,-1 5-16 0,-5 2-16 16,-1 4 0-16,-1 1-256 0,-2 1-48 0,-1 3-16 0,0 2 0 15,4 7-96-15,0 0 0 0,0 0-16 0,0 0 0 16,0 0-2016-16,0 0-400 0,-5 7-64 0,2-1-7104 16,2 2-1424-16</inkml:trace>
  <inkml:trace contextRef="#ctx0" brushRef="#br0" timeOffset="-78371.95">16854 15098 15663 0,'7'-6'1392'0,"-1"1"-1120"0,1 0-272 0,0 1 0 16,-2-4 4416-16,-1 3 816 0,-4 5 160 15,0 0 48-15,0 0-2496 0,0 0-512 0,0 0-80 0,-7-5-32 16,-1 1-720-16,-1 3-160 0,-3 2-32 0,-2 2 0 16,-2 2-480-16,2 1-96 0,-3 2-32 0,-1 1 0 15,-2 2-416-15,2-2-64 0,2 0-32 0,2 3 0 0,1-5-288 0,1 4 0 16,3 1 128-16,1-2-128 0,2 0 0 0,1 0 0 15,1-3 0-15,4-7-144 16,-2 10-144-16,2-10-32 0,0 0 0 0,6 9 0 0,-6-9 64 0,8 5 16 16,1 0 0-16,1-1 0 0,3-3 240 0,1-1-176 15,2 0 176-15,0 0-160 0,1 0 160 0,-2 2 0 16,1-1 0-16,0 4-128 0,-1-4 128 0,0 2 0 16,-2 2 0-16,-2 2 0 0,0 1 0 0,-1 2 176 15,1 2-16-15,-2 2 0 0,-1 2 272 0,-2 2 48 16,1 4 16-16,-3 2 0 0,-3 2-128 15,1-2-32-15,1 3 0 0,-2-1 0 0,-1-3-208 0,-1 1-128 16,0 0 128-16,-3 9-128 0,-3-6 0 0,0-3 0 16,-3-6 0-16,0-2 0 0,-2-3-192 0,-2-3-16 15,-2-5 0-15,1 1 0 0,-1-4 32 16,-1-2 16-16,-3-1 0 0,1-2 0 0,-1-1 160 16,2-2 0-16,0-1 0 0,1-4 0 0,3-1 0 0,2-1 224 15,1-4-48-15,5 3-16 0,2-2-160 0,3 0 0 16,2-3 0-16,4-5-176 0,4-3 16 0,3-2 0 0,4-1 0 15,-2 7 0-15,6-7-80 0,2-3-16 16,3-1 0-16,1-2 0 0,2-2 16 0,2-1 0 0,2 1 0 16,-1-1 0-16,-1 5 240 0,-2 4-144 0,-1 5 144 0,-4 3-128 15,-2 2 128-15,-4 4 0 0,-2 5 160 0,-1 5-160 16,-5-1 416-16,-2 4-16 0,-7 3 0 0,7 7 0 16,-2 3 48-16,-1 3 0 0,-3 3 0 0,-1 1 0 15,-2 4-16-15,-1 2 0 0,1 1 0 0,-1 1 0 16,0 1-192-16,2 2-48 0,1-2 0 0,0 1 0 15,1-5-192-15,1-4 144 0,0 0-144 0,1-2 128 16,1-2-128-16,0-5 0 0,-4-9 0 0,4 8 0 16,-4-8 0-16,0 0 0 0,0 0 0 0,9-4 128 0,0-2-128 15,-1-5 0-15,1 0 0 0,1-4 0 0,1-4 0 0,0-5 0 16,2 1 0-16,3-2 0 0,1-4 0 16,3 1 0-16,-1-1-144 0,2 0 144 0,0 3-256 15,-2 3 64-15,0 3 16 0,-2 2 0 0,-3 5 176 16,-2 4-160-16,-2 3 160 0,-2 4-160 0,-8 2 288 0,8 5 64 15,-2 3 16-15,-2 2 0 0,-2 2 112 0,-2 1 32 16,-2 4 0-16,1 3 0 0,-2-1-160 16,1 5-48-16,0-1 0 0,1 1 0 0,1 2-416 0,1 0-96 15,2-2-16-15,4 12 0 16,2-10-2240-16,1-1-448 0</inkml:trace>
  <inkml:trace contextRef="#ctx0" brushRef="#br0" timeOffset="-76983.15">18115 14983 32255 0,'0'0'2864'0,"5"-11"-2288"15,-2 1-576-15,-3 10 0 0,4-12 3984 0,-4 12 688 16,0 0 144-16,0 0 32 0,0 0-2448 0,0 0-480 15,0 0-112-15,0 0-16 0,0 8-1088 0,0 3-240 16,-1 2-32-16,-2 1-16 0,0 4-128 0,2 3-32 16,0 3 0-16,-1-1 0 0,2 0-112 0,0 1-16 15,0 1-128-15,3-1 192 0,0-1-128 0,1-5-64 16,-1 0 0-16,1-1 0 0,2-5 0 0,-1-2 0 16,0-2 0-16,-5-8 0 0,7 5 0 0,-7-5 0 15,9 0 0-15,0-1 0 0,-1 0 0 0,-1-6 0 16,3-3 0-16,-1-3 0 0,1-4 0 0,1-2 0 15,-2-1 0-15,1-3 0 0,2-3-176 0,1 3 176 16,1-4-160-16,2 0 160 0,0 3-224 0,-2 2 48 0,-4 1 16 16,1 4 0-16,-2 4 32 0,-3 4 0 0,0 2 0 15,-6 7 0-15,0 0 128 0,0 0 0 0,5 9 0 16,-1 3 0-16,-2 1 0 0,1 3 144 0,-2-1 0 0,2 6 0 16,-2-1-16-16,3 3 0 0,0-3 0 0,5 8 0 15,0-2-128-15,2-2 0 0,0-6 0 0,1-5 128 16,1-2-128-16,0-4 0 0,-1 0 0 0,0-2 0 15,1-5 0-15,-3-2 128 0,-10 2-128 0,12-4 128 0,0-7-128 0,-2 2 0 16,-1-1 0-16,-1-3 0 0,-2-3 0 0,1 2-176 16,-2-3 48-16,0 1 0 0,1 0 0 0,0 1 0 15,-1 0 0-15,2 1 0 0,1-2-128 16,0 2-32-16,1 1 0 0,1 1 0 16,1 2-624-16,0-1-128 0,1 1-32 0,2 2 0 15,2 2 368-15,0 0 64 0,-1 3 0 0,1-3 16 16,-2 5 48-16,-2 1 0 0,-2 1 0 0,-10-1 0 0,11 6 352 0,-11-6 80 15,6 9 16-15,-2 1 0 0,-1 2 704 0,-4 2 160 16,-3 1 32-16,-2 1 0 0,0 4 176 0,-1 1 32 16,0 0 16-16,-3 0 0 0,1-2-416 0,2 2-64 15,-1 3-32-15,2-2 0 0,1-4-288 0,1 0-48 16,2-5-16-16,0 0 0 0,2-13-128 0,0 0 0 16,0 0-192-16,4 12 192 0,-4-12 0 0,0 0 0 15,0 0 0-15,11 5 0 0,-1-5 0 0,-1-5 0 16,0 0 0-16,2-4 0 0,1-6 0 0,-1 0 0 15,1-2 0-15,2-2 0 16,2 0-672-16,1-3-16 0,0 0 0 0,-1-1 0 16,-3 0-128-16,-2 2-16 0,1 3-16 0,-3 1 0 15,-2 3 224-15,-1 3 48 0,-6 11 16 0,6-13 0 0,-3 1 560 0,0 3 0 0,-3 9 0 16,0 0 0-16,0 0 256 0,0 0 48 0,0 0 16 0,0 0 0 16,0 0-64-16,0 0 0 0,0 0 0 0,0 0 0 15,1 15-256-15,2-1 0 0,-2 2 128 16,2 0-128-16,-1 1 0 0,1 2 128 0,1 0-128 0,0-1 0 15,0-1 128-15,1 0-128 0,0 2 0 16,0-2 0-16,1-4 192 0,-1-4-192 0,-5-9 192 0,8 10-192 16,-8-10 208-16,9 7-64 0,-9-7-16 0,10 2 0 15,-10-2 80-15,11-4 16 0,-1-1 0 0,1-4 0 16,-1-4-64-16,0-3-16 0,1-2 0 0,-1 1 0 16,1-1-144-16,0-3 0 0,0-2 0 0,2-2 128 0,1-3-128 15,2-2 0-15,1-3 0 0,1-7 0 16,2 0-256-16,2 1 80 0,0 0 16 0,-2 2 0 15,-4 6 160-15,0 4-192 0,-3 4 192 0,-4 8-192 0,-2 3 192 16,-7 12 0-16,5-6 0 0,-5 6 128 0,0 0 160 0,0 0 32 16,1 20 16-16,-1 3 0 0,-2 1 160 0,-1 5 16 15,-1 4 16-15,0 1 0 0,0 2-96 16,0-2-32-16,-1 0 0 0,1 1 0 0,2-2-176 0,0-2-32 16,1-2-16-16,1-3 0 0,1-4-176 0,2-3 0 15,-2 0 0-15,2-2 0 0,0-4 0 0,-1-2 0 16,1 0 0-16,-3-11 0 0,0 0 0 0,9 8-304 15,-9-8 48-15,13 1 16 16,0-2-704-16,3-5-144 0,1-3-16 0,-1-4-16 16,1-1-384-16,3-4-80 0,2-5-16 0,0 0 0 15,2-3-1088-15,-1 2-208 0,1 2-48 0,-3-2-16 16,-2-3 1040-16,-1 3 224 0,-2 2 32 0,-4 3 16 0,-3 5 1648 0,-3 4 208 0,-3-2 112 0,-2 4 0 16,-1 8 2432-16,0 0 496 0,-4-7 80 0,4 7 32 15,-7-2-1072-15,-4 4-224 0,-1 5-32 0,-1 1-16 16,-4 4-928-16,-1 1-176 0,-3 4-32 0,-1 2-16 0,-1-2-208 15,2 3-32-15,3-5-16 0,2 3 0 16,0 1-288-16,5-1-48 0,3 0-16 0,3-1 0 0,-1 0-256 0,4-4 128 16,2 0-128-16,4 2 0 0,2-4 0 0,5 4 0 15,2-5 0-15,5 3 0 16,3-1-1088-16,5-2-192 0,2-2-16 16,6-1-22960-16</inkml:trace>
  <inkml:trace contextRef="#ctx0" brushRef="#br0" timeOffset="-76617.28">20200 14777 16575 0,'13'-11'1472'0,"-5"4"-1168"0,-3-1-304 0,1 1 0 16,1 1 6864-16,-7 6 1328 0,0 0 256 0,10 1 48 15,-10-1-5520-15,7 11-1104 0,-2 2-208 0,-2 4-64 16,-3 3-464-16,-2 5-112 0,-3 3 0 0,0-4-16 15,1 4-528-15,0-4-96 0,-1-1-32 0,1-3 0 0,1-1-224 16,2-2-128-16,0-3 160 0,1-1-160 16,0 0 0-16,1-4 0 0,2 2 0 0,-2-4 0 15,-1-7-448-15,0 0-176 0,0 0-32 0,0 0-16 16,0 0-1904-16,0 0-384 0,9 7-80 0</inkml:trace>
  <inkml:trace contextRef="#ctx0" brushRef="#br0" timeOffset="-75705.15">20463 14744 23951 0,'0'-7'2128'0,"0"7"-1696"16,0 0-432-16,0 0 0 0,0 0 5552 0,0 0 1024 15,0 0 208-15,0 0 32 0,4-7-4128 0,-4 7-816 16,0 0-160-16,0 0-48 0,4 10-1088 0,-1 7-240 16,-5 7-32-16,1 2-16 0,-3 1 0 0,0 3 0 15,-1 2 0-15,0 1 0 0,0 0 32 0,-1-2 0 16,4-2 0-16,-2-3 0 0,0 0-128 0,1-2 0 15,1-6-16-15,-1 0 0 0,3-6-176 0,0 1 0 16,1-1 0-16,-1-12 0 0,2 10 0 0,-2-10 0 16,0 0 144-16,0 0-16 0,0 0-128 0,0 0 0 15,0 0 0-15,7-4 0 0,1-8 0 0,-1 1-128 0,-1-2 0 0,1 0 0 16,1-7 128-16,1 1 0 0,1-5 0 0,1 1 0 16,0-4 0-16,1 0-192 0,1-3 32 15,0 1 0-15,0 3-64 0,0 0-16 16,-1 2 0-16,0 0 0 0,-1 6 112 0,1 5 128 0,-1 2-208 0,-4 5 80 15,-7 6 128-15,0 0 0 0,11-4 0 0,-11 4 0 0,0 0 0 0,0 0 0 16,6 10 0-16,-2 3 0 16,-4 4 0-16,-1 3 0 0,-2 2 0 0,2 3 0 0,1-2 0 15,0 2 128-15,-1-3-128 0,-1 0 176 0,2-2-176 16,3 2 0-16,1-6 0 0,-1 2 0 0,1-1 0 16,2-1 128-16,1-3-128 0,0-3 0 15,-7-10-800-15,11 9-240 0,-2-4-48 16,-9-5-16-16,12 0-432 0,-1-1-96 0,0-5-16 0,-1-4 0 15,1 0-768-15,-1 0-144 0,1-2-48 0,-1-2 0 16,3-3 48-16,-1-7 0 0,-1-5 0 0,4-1 0 16,0-2 1616-16,4-2 336 0,-1 0 64 15,0 0 16-15,-2 3 1232 0,-3 5 240 0,-3 4 48 16,-2 6 16-16,-1 4 1536 0,-7 12 304 0,4-6 64 0,-4 6 16 0,0 0-272 0,0 0-48 16,0 0-16-16,2 13 0 0,-2 1-1040 0,0 6-208 15,-1 3-32-15,0 5-16 0,-3 0-464 0,-2 5-112 16,1 3-16-16,-3 2 0 0,1 0-272 0,-3 1-64 15,0 1-16-15,1 5 0 0,1 0-352 0,0 1 0 0,0-3-160 16,2 0 160-16,1-3 0 0,0-2 224 16,-3-3-16-16,2-3 0 0,1-6-144 0,0-4-64 0,0-2 0 0,1-5 0 15,0-4 0-15,1-2 0 0,3-9 0 16,0 0 0-16,0 0 0 0,0 0 0 0,0 0 0 16,0 0-160-1,0 0-288-15,-2-13-48 0,2-4-16 0,0-1 0 16,1-9-704-16,3-1-160 0,1-5-32 0,0-2 0 15,1-3-1920-15,-1-2-400 0,-1 2-80 0,1 0-16 16,0-1-2128-16,2 0-416 0,-3-1-96 0,0-1 0 0,-1 2 3840 16,1 5 784-16,-1-1 160 0,0 6 16 0,-2 3 6144 0,3 5 1232 0,1-1 240 0,2 4 64 0,0 4-2048 15,2-2-384-15,2 5-96 0,1 2-16 16,-1 1-1552-16,2 1-320 0,0 1-64 0,3 0-16 16,1 2-800-16,1 1-144 0,1 2-48 0,0 2 0 0,1 3-368 0,-1 0-160 15,1 1 128-15,-3 3-128 0,-3-3 0 16,0 5 0-16,1 0 128 0,-5 3-128 0,-2 1 0 15,-3 3 0-15,-1 3 0 0,-5-1 128 0,-6 1-128 0,-1 1 160 16,-1 1-160-16,-1-2 160 16,-3-2 0-16,-1-1 0 0,-1-3 0 0,2-1 0 0,1 0-160 0,2-1 0 15,0-3 0-15,-1-1 0 16,2-2-640-16,3-2-16 0,6-4 0 0,0 0 0 16,0 0-1328-16,0 0-272 0,0 0-48 0,0 0-16 15,0 0-1984-15,2-17-400 0,5-1-80 0</inkml:trace>
  <inkml:trace contextRef="#ctx0" brushRef="#br0" timeOffset="-75109.47">21329 14709 11967 0,'12'-13'528'0,"-5"5"112"0,0 3-512 0,-7 5-128 16,0 0 0-16,0 0 0 0,0 0 7056 0,0 0 1392 15,0 0 256-15,2 14 64 0,-3 2-5456 0,-3 4-1104 16,-2-1-224-16,-2 3-32 0,0 2-800 0,-1 1-144 0,0-1-48 0,1 1 0 16,2 0-512-16,0 0-128 0,2-5 0 0,2 0-16 15,2-4-304-15,1-3 128 0,2-2-128 16,-1-1 0-16,-2-10 0 0,0 0 0 0,8 6 0 0,-8-6 0 15,13 1 0-15,-1-1 0 0,0-1 0 16,-1-3-144-16,1-2-96 0,0-3-16 0,-2-1 0 0,2-3 0 31,1-4-128-31,1-1-48 0,1-1 0 0,0-1 0 16,1-5-224-16,-2 2-48 0,-1-3-16 0,0 5 0 0,-1 3-288 16,-3-1-48-16,-2 1-16 0,-2 4 0 0,-1 3 320 15,-1 5 64-15,-3 6 16 0,0 0 0 0,0 0 368 0,0 0 80 0,0 0 16 0,-7 9 0 16,1 0 208-16,-2 4 0 0,0 1 0 0,1 2 160 0,1 5 80 0,1 0 16 15,-1 1 0-15,4-2 0 0,0 0-32 0,4 1 0 16,0 0 0-16,4-3 0 0,1-1-80 16,4-2-16-16,1-2 0 0,2-4 0 0,0-3 16 0,5 0 0 15,0-6 0-15,2 0 0 16,0-6 16-16,1 0 0 0,1-3 0 0,1-3 0 0,-2 2-32 16,-4-2 0-16,-1-1 0 0,2-3 0 0,0-1-128 15,2-2 0-15,0-5 0 0,0-2 0 0,0 0 0 0,2-4 0 16,0-5-192-16,2 0 192 0,0-1-384 0,-2 0 64 0,-2-3 0 15,-2 1 0-15,-4 5 320 0,-3 1 0 16,-3 4 0-16,-4 5 0 0,-2 3 512 0,-2 3 240 0,-2 6 32 16,-2 2 16-16,-1 3 96 0,-1 2 32 15,-1 6 0-15,-2 3 0 0,-3 4-320 0,0 4-64 16,-2 3-16-16,-2 2 0 0,1 4-176 0,0 4-32 0,-1-1-16 0,2 4 0 16,0 1-112-16,1 1 0 0,2 2-16 15,1-1 0-15,1 1-32 0,2-1 0 0,2 1 0 0,2-3 0 16,1-3-144-16,1-1 0 0,0-2 144 0,1-2-144 15,1-5 0-15,0 0 0 0,1-4 0 0,-1 0 0 16,0-4 0-16,-1 2-240 0,0-6 48 0,-1-5 0 16,0 0-1024-16,0 0-192 15,0 0-32-15,0 0-16 0,0 0-848 16,0 0-192-16,0 0-16 0,0 0-10768 0,2-9-2144 0</inkml:trace>
  <inkml:trace contextRef="#ctx0" brushRef="#br0" timeOffset="-74936.81">21739 14684 11055 0,'-5'-4'976'15,"1"-2"-784"-15,0-1-192 0,2 1 0 0,-1-1 6112 0,3 7 1184 16,0 0 224-16,-1-7 48 0,2 0-3568 0,2 2-720 16,-3 5-144-16,9-5-16 0,3-2-1456 0,3 2-272 15,6 1-64-15,4 1-16 0,4 2-608 0,3 1-128 16,5-3-32-16,1 3 0 0,-1 0-224 0,2 0-32 16,2 0-16-16,-1 0 0 0,2 0-272 0,-2 2 0 15,0 0 128-15,-4 2-128 16,-2 1-1632-16,-3 2-384 0,-2 0-80 0</inkml:trace>
  <inkml:trace contextRef="#ctx0" brushRef="#br0" timeOffset="-72818.31">23566 14428 41343 0,'0'0'1840'0,"0"0"368"0,0 0-1760 0,0 0-448 0,0 0 0 0,-8 5 0 15,3 4 896-15,-4 4 80 0,-2-3 32 0,0 7 0 16,-2 3 752-16,0 2 160 0,1 4 16 0,1-2 16 16,2-2-1056-16,1-1-224 0,2-2-32 0,1-1-16 15,2-2-256-15,2-2-48 0,1-14-16 0,1 12 0 16,0 0-64-16,-1-12-16 0,0 0 0 0,0 0 0 0,8 6-96 0,-8-6 0 15,0 0-128-15,13-2 192 0,-2-3-192 0,-1-2 0 16,1-2 0-16,-1-3 0 0,0-2 0 0,-3 2 0 16,1-1 0-16,6-9 0 0,0 2 0 15,1-1 0-15,-1 1 0 0,3-3 0 16,1 5 0-16,1 0 0 0,-2-6 0 0,0 2 0 16,-1-1 0-16,-4 8-160 0,1 4 160 0,4-4-128 0,-4 2 128 0,-4 6-128 15,-1 3 128-15,-8 4-128 0,0 0 128 0,8 6 0 16,-3 6-144-16,-2 4 144 0,-3 4 0 0,-1 3 0 15,-2-1 0-15,2-7 128 0,-1 1 0 0,0 10-128 16,-2-1 192-16,1-4-64 0,2-6-128 0,0-4 128 16,-1 1-128-16,2 2 128 0,0-14-128 0,2 12 0 15,-2-12 0-15,0 0 0 0,0 0 0 0,0 0 128 0,0 0-128 0,0 0 0 16,0 0 128-16,0 0-128 16,10-6 0-16,-1 0 128 0,-1-3-128 0,2-4 0 15,1-4 0-15,-1 0 0 0,2 0 0 0,1-1 0 0,3-5 0 0,2 0 0 16,1-2-144-16,1 0 144 15,-2 1-192-15,1 1 192 0,-3 4-192 0,-1 3 64 0,-3 3 128 16,-3 5-208-16,-2 1 208 0,-7 7-144 0,0 0 144 0,0 0-128 16,8 11 128-16,-2 4 0 0,-5 0 0 0,-1 5 0 15,-3 1 0-15,1 1 0 0,-1-1 0 0,2-2 128 16,1 1-128-16,1-1 0 0,2 0 0 0,-1-1 0 16,2-5-448-16,0-1-144 15,-1-1-48-15,1-3 0 0,-4-8-1104 16,0 0-240-16,0 0-32 0,0 0-12720 0,7 7-2544 0</inkml:trace>
  <inkml:trace contextRef="#ctx0" brushRef="#br0" timeOffset="-72500.32">24239 13984 30399 0,'0'0'2704'0,"-4"-10"-2160"15,-1 1-544-15,1 5 0 0,4 4 3456 0,0 0 592 16,-8-7 112-16,1 1 32 0,7 6-1904 0,-10 0-384 15,-1 0-80-15,1 2-16 0,0 0-1008 0,-1 0-208 16,2 2-32-16,0 0-16 0,-1 1-160 0,-1 1-48 16,-1-1 0-16,2 3 0 0,-1-1-144 0,2 1-48 15,2-1 0-15,7-7 0 0,-6 10-144 0,2-1 0 16,4-9 0-16,0 0 128 0,0 13-128 0,0-13 0 16,0 0 0-16,7 7 128 0,-7-7-128 0,12 6 0 15,-2-4 0-15,1 0 0 0,-1 0 0 0,0-2 0 16,-10 0-192-16,13-3 192 0,-1-1-224 0,-1-2 80 15,-2-4 16-15,-1 3 0 0,-2-1-16 0,-6 8 0 16,0 0 0-16,5-11 0 0,-2 2-96 0,1 0-16 0,-4 9 0 0,-2-8 0 31,2 8-752-31,0 0-144 0,-7-10-48 0,0 5 0 16,7 5-2000-16,-10 4-384 0,-2 5-96 0</inkml:trace>
  <inkml:trace contextRef="#ctx0" brushRef="#br0" timeOffset="-72085.41">24803 14138 10127 0,'7'-17'896'0,"-2"5"-704"16,0-3-192-16,0 0 0 0,2 0 5344 0,-1-1 1040 0,0-1 208 0,-2 3 32 15,-2 3-3312-15,-1 2-672 0,-1 9-128 0,0 0-16 16,-2-10-320-16,2 10-48 0,0 0-16 0,-12 1 0 16,-1 3-896-16,-5 7-176 15,-4 4-32-15,-7 9-16 0,-6 7-240 0,-6 9-48 16,-4 3-16-16,2 4 0 0,2 2-240 0,3 3-64 0,3 0 0 0,7 0 0 15,3-4-224-15,5 0-160 0,5-5 192 16,4 2-192-16,5-2 128 0,3-3-128 0,3-3 0 0,4-3 0 16,1 0 0-16,4-8 0 0,3-3 0 0,2-3-144 15,1-3-112-15,0-3-32 0,1-5 0 0,2-2 0 32,2-5-864-32,1 2-192 0,0-7-16 0,1 1-16 15,-1-2-1888-15,1 0-368 0,-1-2-80 0,3-8-15744 0</inkml:trace>
  <inkml:trace contextRef="#ctx0" brushRef="#br0" timeOffset="-71528.51">25039 14306 35935 0,'0'0'3200'0,"0"0"-2560"16,0 0-512-16,-6 7-128 0,-3 3 2768 0,-2 6 544 15,-2-3 96-15,-3 6 32 0,-2 8-1408 0,0 0-288 16,1-2-48-16,1-1-16 0,2 0-1040 0,2-5-224 16,3 2-32-16,3-1-16 0,-1-6-240 0,2-1-128 15,5-13 128-15,-3 13-128 0,3-13 128 0,0 0-128 16,0 0 128-16,0 0-128 0,0 0 0 0,0 0-128 15,0 0 0-15,0 0 0 0,13-4-64 0,-1-3-16 0,-2-3 0 0,4-4 0 16,0-4-96-16,0-2-16 0,-1 1 0 0,3-2 0 16,1-3 16-16,0 1 0 15,-3-3 0-15,2 2 0 0,-1 0 128 0,-4 9 32 0,-2 1 0 0,0 0 0 16,-1 3 144-16,-2 3 0 0,0 2 0 0,-6 6 0 16,0 0 224-16,0 0 32 0,0 0 0 0,0 0 0 15,6 8 0-15,-1 1 0 0,-1 3 0 0,0 2 0 16,0-1-48-16,0 3 0 0,0-1 0 0,0 2 0 15,1 1-208-15,0-1 128 0,2 0-128 0,-1 0 0 16,2-1 0-16,0 0 0 0,1 0 0 0,0 1 0 16,-1-1 0-16,0-3 0 0,-2-1 0 0,4 1 0 0,-3-3 0 0,-7-10-240 15,6 11 48-15,-6-11 16 0,0 0-32 0,0 0-16 16,0 0 0-16,0 0 0 0,0 0 32 0,-10 8 16 16,0-3 0-16,0 0 0 15,-3-1 0-15,-2-1 0 0,-3-3 0 0,0 0 0 0,-1 0-80 0,0 0-32 16,-3 0 0-16,-2-2 0 15,1 1-1072-15,-2 1-224 16,-1 0-32-16,2 0-16 0,1-1-1440 0,1 2-304 0,0 3-48 16,3-3-16-16</inkml:trace>
  <inkml:trace contextRef="#ctx0" brushRef="#br0" timeOffset="-71122.1">25348 14042 18431 0,'0'0'816'0,"0"0"160"0,5-6-784 0,-5 6-192 0,0 0 0 0,0 0 0 16,0 0 7120-16,0 0 1392 0,6 6 256 16,-2 3 64-16,-3 4-6112 0,-1 5-1232 0,-1 7-240 0,-2 1-48 15,-1 5-592-15,-1 3-112 0,0 4-32 0,-2 10 0 16,2 0-96-16,1-2-32 0,0-3 0 0,1-3 0 16,2-3-144-16,0-4-48 0,1-5 0 0,0 9 0 0,0-6-144 0,0-6 0 15,1-6 144-15,0-3-144 16,1-6 144-16,-2-10-144 0,0 0 192 0,0 0-192 15,0 0 0-15,0 0 0 0,0 0 0 0,0 0 0 0,9-10 0 0,0-4 0 16,-1-1 0-16,1-2 0 0,1 0 0 0,1-3 0 16,-1-5 0-16,3-1-144 0,2 0 144 0,3-2 0 15,1-3-144-15,2 0 144 0,-1 1-288 16,-1 1 16-16,0 4 0 0,-2 6 0 0,-2 3 144 0,-3 4 128 16,-3 6-192-16,-9 6 192 0,0 0-144 15,10 2 144-15,-10-2 0 0,7 15-144 0,-3 3 144 0,-1 2 0 16,-3 0 0-16,0 3 128 0,-2-1-128 0,2 0 128 15,0-3-128-15,0-3 128 0,2-2-128 0,0 2 0 16,1 0 0-16,1-1 0 16,0 0-576-16,1-2-128 0,1-2-16 0,1-4-16 15,1 1-1056-15,-1-2-192 0,0 1-64 0,1-2-12800 16,1-1-2560-16</inkml:trace>
  <inkml:trace contextRef="#ctx0" brushRef="#br0" timeOffset="-70906.91">26052 14113 30399 0,'0'0'2704'0,"0"0"-2160"0,0 0-544 16,-6 7 0-16,-2 2 4272 0,0 3 736 0,-1-1 160 0,-2 4 16 15,1 4-3184-15,0 0-640 0,0 1-128 16,1 3-16-16,0 1-704 0,3 0-144 0,-1-2-32 0,2 1 0 16,1 1-336-16,0-1 128 0,2-2-128 0,0-2 0 15,1-3 0-15,0 1 0 0,-1-4 0 0,2-1 0 16,0 0-208-16,2-2-64 0,-1-1-16 0,2-2 0 15,-3-7-1312-15,0 0-272 0,0 0-48 0,3 7-16 16,1-1-2224-16,-4-6-448 0</inkml:trace>
  <inkml:trace contextRef="#ctx0" brushRef="#br0" timeOffset="-70762.68">25807 14309 22111 0,'0'0'1968'0,"0"0"-1584"0,-1-9-384 0,1 2 0 0,0 7 4864 0,2-6 880 16,1 1 176-16,1-1 32 0,1 2-2912 0,2-1-592 15,0 0-112-15,4 2-32 0,2-1-1520 0,3 3-304 16,2 0-64-16,4 1-16 0,4-1-400 0,3 1 0 16,3 1-144-16,2 1-15616 15,1 2-3120-15</inkml:trace>
  <inkml:trace contextRef="#ctx0" brushRef="#br0" timeOffset="-70037.32">26583 14216 38463 0,'6'-19'1712'0,"-3"10"336"0,-2-3-1632 15,-1 0-416-15,0 4 0 0,0 2 0 0,0-3 1936 0,0 9 304 16,-1-6 64-16,1 6 16 0,0 0-752 0,0 0-160 16,-5 10-16-16,-2 4-16 0,-1 4-784 0,-2 3-144 15,-3 4-48-15,0 0 0 0,0 2 32 0,0 3 0 16,0 4 0-16,-2-5 0 0,2-1-224 0,2-3-32 16,0-2-16-16,2-2 0 0,0-1-160 0,1-4 0 15,2-3 144-15,0-3-144 0,2 0 0 0,2-3 144 0,2-7-144 0,0 0 0 16,0 0 0-16,0 0 0 15,0 0 0-15,0 0 0 0,0 0-176 0,5-9 16 16,2-2 0-16,0-2 0 0,3-1-128 0,0-4-32 16,2-3 0-16,2-3 0 0,2-3 64 0,2 0 16 15,0-3 0-15,2 1 0 0,-1 0-16 0,0 2 0 16,-1 2 0-16,-3 4 0 0,0 4 256 0,-2 4-176 16,-3 3 176-16,-1 3-160 0,-1 2 352 0,0 3 64 0,-8 2 0 0,9 2 16 15,-1 6 128-15,-1 2 32 0,-1 3 0 0,1 3 0 16,-2 2-256-16,0 2-48 0,2 3-128 0,-1 1 192 15,1-1-192-15,-1 3 0 0,1-3 128 0,0 0-128 16,1-1 0-16,0-1 0 0,0-3 0 0,1-1 0 0,0 0 0 0,-1-2 0 16,-3-4 0-16,0 0 0 0,1-3-192 15,-4-2-48-15,-2-1 0 0,0-5 0 0,0 0-16 16,0 0 0-16,-8 5 0 0,-1-5 0 16,-2 0 64-16,-4 0 0 0,-2-3 0 0,-1 0 0 0,-3 0 192 15,-1 1-192-15,-2-2 192 0,1 0-192 16,-2 1 48-16,0 1 16 0,1-2 0 0,-9 0 0 15,6 0-448-15,5-1-96 0,3 3-16 0,5-3 0 16,4 0-2000-16,10 5-416 0,0 0-80 0</inkml:trace>
  <inkml:trace contextRef="#ctx0" brushRef="#br0" timeOffset="-69783.28">27004 13999 44223 0,'0'0'1968'0,"0"0"400"0,-5-2-1904 0,5 2-464 16,-7 0 0-16,7 0 0 0,-6 11 1024 0,-1 2 128 16,-2-3 0-16,1 8 16 0,2 5 176 0,-1 5 48 15,1 4 0-15,0 0 0 0,1 3-768 0,1 2-160 16,0-1-16-16,2-2-16 0,-1 0-144 0,2-3-32 16,1-3 0-16,0-2 0 0,1-1-256 0,0-4 0 0,1-6 0 0,0 1 0 15,0-2-256-15,2-1 0 16,-1-1 0-16,1-2 0 15,-4-10-1168-15,0 0-240 0,7 7-64 0,-7-7 0 0,10-5-832 16,2-1-160-16,0 1-32 0,-2-3-16128 0</inkml:trace>
  <inkml:trace contextRef="#ctx0" brushRef="#br0" timeOffset="-69382.16">27190 14167 43247 0,'0'0'1920'0,"0"0"384"0,0 0-1840 0,0 0-464 0,0 0 0 0,0 0 0 16,-7 5 1600-16,-3 3 240 0,-1 1 32 0,-2 4 16 0,-2 3-512 0,0 3-96 15,-2 3-32-15,0 1 0 0,1 0-624 0,2 0-128 16,-1 1-32-16,4-1 0 0,-1 2-192 0,4-4-32 16,3-3-16-16,2 1 0 0,2-1-224 0,2-3 144 15,2-4-144-15,2-1 128 0,3-1-128 0,1-1 0 16,3 0 0-16,1-4 128 0,1-1-128 0,2-5 0 16,2-2 0-16,0 0 0 0,2-1 0 0,1 0 0 15,1-4-160-15,0-2 160 0,0 0-208 0,2-2 48 16,-1-3 16-16,1-1 0 0,-1-5-176 0,1-2-48 15,-1 2 0-15,-1 0 0 16,-2 0-48-16,-3 0-16 0,-4 2 0 16,-3 2 0-16,-2 2 176 0,-3 2 48 0,-2 2 0 0,-2 2 0 15,-2 3 208-15,-2-1 0 0,-2 2 0 0,-2 3 0 0,-2 3 288 0,-2 4 0 16,-5 3 0-16,-1 2 0 0,-3 1 32 0,0 3 0 0,-1 4 0 0,1 0 0 16,3 4-64-16,3 0-16 0,2 0 0 15,4 0 0-15,3 2-240 0,3-2 176 0,2 0-176 0,3-4 160 16,4-3-160-16,3 1 0 15,2 0 0-15,4-2 128 0,2-1-128 0,2-2-272 0,0 0 64 0,3-3 16 16,-1-1-768-16,0-1-160 16,0-3-32-16,9 0 0 0,-2-1-1296 15,-2-2-272-15,-2-2-48 0,-1-2-17408 0</inkml:trace>
  <inkml:trace contextRef="#ctx0" brushRef="#br0" timeOffset="-69170.11">27884 14120 13823 0,'0'0'1216'0,"-3"-5"-960"15,3 5-256-15,-4-6 0 0,2 0 7168 0,2 6 1408 16,-5-1 256-16,-2 2 64 0,1 3-5504 0,-2 2-1120 16,-1 3-224-16,-1 6-32 0,1 4-1168 0,0 1-224 15,1 2-48-15,2 0-16 0,1 2-368 0,1 0-64 16,0 4 0-16,1-2-128 0,1 0 128 0,-1-1-128 16,3-4 0-16,1-2 0 0,1-1 0 0,-1-1 0 15,0-4-128-15,1 0 128 16,-1 0-976-16,0-2-112 0,0-5 0 0,1 1-16 15,-2-7-1136-15,0 0-208 0,0 0-48 0,0 0-11200 16,0 0-2240-16</inkml:trace>
  <inkml:trace contextRef="#ctx0" brushRef="#br0" timeOffset="-69023.88">27722 14279 31327 0,'0'0'2784'0,"0"0"-2224"0,0 0-560 0,0 0 0 15,9-1 2608-15,3-1 400 0,0 0 96 16,2 0 16-16,2 2-1520 0,3 0-320 0,2 0-48 0,3-2-16 15,0 4-880-15,1-2-176 0,1 2-32 0,2-1-128 16,-1-1-736-16,2 0-256 0,1 0-48 16,0 0-18944-16</inkml:trace>
  <inkml:trace contextRef="#ctx0" brushRef="#br0" timeOffset="-68528.44">28390 14150 28559 0,'0'0'1264'0,"0"0"272"0,0 0-1232 0,0 0-304 0,0 0 0 0,0 0 0 0,0 0 3760 0,0 0 688 15,0 0 144-15,-5 9 16 0,-2 4-2048 0,-2 4-432 16,-3 4-80-16,0 1 0 0,1 3-1088 0,-1-2-224 16,-1 2-32-16,2 1-16 0,1 0-352 0,0-1-64 15,1-4-16-15,1 1 0 0,1-8-256 0,2 2 160 16,1-3-160-16,1-5 128 0,1 1-128 0,2-9 0 16,0 0 0-16,0 0 0 0,-1 6 0 0,1-6 0 15,0 0 0-15,0 0 0 0,0 0 0 0,5-7-144 16,0-1 144-16,0-4-208 15,0-4-192-15,3-1-48 0,1-2 0 0,3-2 0 16,2-5-848-16,3 0-176 0,2 0-48 0,0-2 0 16,2-2 496-16,1 0 80 0,0-1 32 0,-1 4 0 15,-1 3 160-15,-3 6 48 0,-6 2 0 0,0 3 0 0,-3 3 1472 0,-2 3 288 0,-1 2 64 16,-5 5 16-16,0 0 16 0,4 9 0 16,-1 2 0-16,-2 3 0 0,-1 4-320 0,0 1-64 0,0 1-16 15,0 4 0-15,2 1-304 0,0 1-64 0,1 1-16 16,1-1 0-16,1 0-192 0,1 0-48 0,1 0 0 0,2-2 0 15,0-1-128-15,2-6 0 0,-4-4 144 0,3 0-144 16,-3-1 0-16,3-1 0 0,-3-1 0 0,1 0 0 16,-1-3 0-16,-2-1 0 0,0 1 0 0,-5-7 0 0,0 0-144 15,0 0 144-15,1 5-160 0,-1-5 160 16,0 0-160-16,-6 5 160 0,-3-5-160 0,-3 0 160 16,-2 0 0-16,-1 0 0 0,1-3-128 0,-2 3 128 0,-1-3 0 0,-1 0 0 15,-3 1 0-15,0-2-144 16,-1-1-112-16,0 2-32 0,0-2 0 0,2 3 0 15,2-3-1344-15,1 4-272 0,2-3-48 0,0 1-16 16,2 3-2192 0,4-2-448-16</inkml:trace>
  <inkml:trace contextRef="#ctx0" brushRef="#br0" timeOffset="-67777.34">28750 14156 13823 0,'2'-6'1216'0,"1"-1"-960"16,-3 7-256-16,0 0 0 0,4-8 6448 0,-4 8 1232 15,0 0 256-15,0 0 64 0,0 0-4608 0,0 0-928 0,0 0-176 0,0 0-48 16,1 12-960-16,-1 4-192 16,-1 7-32-16,-2 1-16 0,-2 3-336 0,0 4-64 0,-2 5 0 0,-1 1-16 15,1 0-256-15,-1 1-48 16,0 1-16-16,1-1 0 0,2-2-176 0,1-1-128 0,0-1 192 16,0-1-192-16,-1-4 128 0,3-2-128 0,-1-6 0 0,0-3 0 15,2-4 0-15,0-2 0 16,-1-1 128-16,1-5-128 0,1-6 0 0,0 0 0 0,0 0 0 0,0 0 0 15,0 0 0-15,0 0 0 0,1-6 0 0,1-2 0 16,-1-4 0-16,0-1 0 0,2-4 0 0,1-1 0 16,0-3-272-16,1-1 32 0,0-3 16 0,0-2 0 15,3-2-224 1,0-4-32-16,1-1-16 0,0-2 0 0,2-1-272 0,-1 4-48 16,-1 0-16-16,2 4 0 0,-1 2 208 0,-1 3 48 0,-2 2 0 0,1 4 0 15,-1 2 416-15,1 3 160 0,-1 0 0 0,1 4-144 0,-1 1 272 0,3 3 64 16,0 1 16-1,2 3 0-15,1 1-16 0,1 4 0 0,2-2 0 0,1 4 0 0,0 0-192 0,1 3 144 16,0 0-144-16,0 2 128 0,-1-1-128 0,0 3 0 16,-2 2 0-16,-2-1 0 0,-2 0 0 0,0 1 0 15,-2-1 0-15,-3 0 0 0,0 2 0 0,-2-3 128 16,-2 1-128-16,1-1 128 0,-1-1 0 0,1 1 0 16,0-1 0-16,-1-3 0 0,1 3-128 0,-1-3 160 15,2-1-160-15,0-3 160 0,-4-5-160 0,6 5 128 16,-1 0-128-16,1-2 128 0,1-2 0 0,-1-1-128 0,1 0 192 15,1-1-64-15,-1-2 0 0,3-1-128 16,-1-1 192-16,1-1-64 0,1-1-128 0,-1 1 128 0,0-3-128 16,1-1 128-16,1-1-128 0,-1 0 0 15,0 0 0-15,-1 1 0 0,1-3 0 0,-4 3-176 16,-1 0 16-16,-2 0 0 0,-1 0 16 0,-1 2 0 0,-4 2 0 0,0 0 0 16,-3 0 144-16,-2 1 0 15,-3 1 0-15,-3 2 0 0,-4 2 0 0,-3 4 304 0,-1 0-48 16,-1 3-16-16,-1 1 32 0,0 2 16 15,3 2 0-15,1 1 0 0,2 0 16 0,2 1 0 0,2 1 0 0,2-1 0 16,2 3-112-16,3-3 0 0,0 1-16 0,5-1 0 16,2-1-48-16,5 0 0 0,2 0 0 0,2-4 0 15,2 0-128-15,2 0 192 0,4 0-192 0,3-2 192 0,3-3-192 16,2-3 0-16,1-2 0 0,0 1 0 0,1 0 0 16,-1 1 0-16,-5-2 0 0,2-2 0 0,-1 1-208 15,1 0-32-15,-2 1 0 0,-3 0 0 16,0-3-272-16,-4 1-48 15,-2 2-16-15,0-3 0 0,-3-1-80 0,-4 1-32 0,-2 0 0 0,-4 4 0 16,0 0-208-16,0 0-64 0,0 0 0 0,-4-5 0 16,-2 1-2288-16,-2 3-464 0</inkml:trace>
  <inkml:trace contextRef="#ctx0" brushRef="#br0" timeOffset="-67030.42">29520 13770 39855 0,'1'-18'1760'0,"-1"12"368"0,0-1-1696 0,0 7-432 0,0 0 0 0,0 0 0 15,7-6 1296-15,-7 6 176 0,0 0 48 0,16 1 0 16,0 4-48-16,3 6 0 0,-2 2 0 0,1 4 0 15,-1 2-800-15,4 7-160 0,2-1-48 0,1 6 0 16,-1 1 32-16,1 3 0 0,-1-1 0 0,-2 6 0 16,-3 6-192-16,-2 3-48 0,-4 3 0 0,-3 2 0 15,-3-5-256-15,-3 2 0 0,-4-1 128 0,-3-1-128 16,-3-3 0-16,-2-6 0 0,-3-1 0 16,-1-1 0-16,-2-1 0 0,-4-2 0 0,0-5 0 15,-1-4 0-15,-2-5 176 0,2-2-176 0,2 1 160 0,1-7-160 16,0-1 0-16,2-4 0 0,-1-4 0 0,2-3 0 0,-1-2-160 15,1-2-128-15,0-1-32 0,2-3 0 16,3-2-1536-16,2-1-320 0,1-1-64 0,2-2-12496 16,1-1-2496-16</inkml:trace>
  <inkml:trace contextRef="#ctx0" brushRef="#br0" timeOffset="-66818.87">30108 14129 35007 0,'20'-9'3120'0,"-9"2"-2496"0,-3-2-496 16,1 1-128-16,0 1 3056 0,2 1 592 16,-11 6 112-16,13-4 16 0,0 2-2192 0,0-2-448 15,1 1-96-15,1 3-16 0,-2 3-480 0,1 1-96 16,0-2-32-16,1 1 0 0,-1 1-416 0,0 1 0 16,-1 2-144-16,0-1 144 15,0 1-1776-15,-1 2-240 0,-1-3-48 0,-1 3-12544 16,-3 1-2512-16</inkml:trace>
  <inkml:trace contextRef="#ctx0" brushRef="#br0" timeOffset="-66663.93">30070 14292 13823 0,'0'0'608'0,"-4"-5"128"0,4 5-592 0,-4-7-144 0,4 7 0 0,0-6 0 16,0 6 6784-16,6-7 1312 0,1 2 272 0,4 2 48 15,3-4-5408-15,2 4-1088 0,1 2-224 0,2-1-32 0,4 1-1264 0,1 1-240 16,2 0-160-16,2 0 192 15,-1 0-992-15,1 1-192 0,0 2-32 0,-8-2-13312 16,-1-1-2640-16</inkml:trace>
  <inkml:trace contextRef="#ctx0" brushRef="#br0" timeOffset="-66296.38">30894 14068 22111 0,'0'0'976'0,"3"-4"208"0,-3 4-944 0,0 0-240 15,-2-9 0-15,0 3 0 0,2 6 4944 0,-8-1 944 16,-1 0 192-16,-3 3 48 0,-2 5-3216 0,-4 3-640 16,-5 5-128-16,1 4-32 0,-1 2-816 0,-1 3-160 15,0 0-48-15,0 4 0 0,1 0-464 0,0 2-112 16,3 0 0-16,3 0-16 0,1 0-304 0,6-4-48 16,3-1-16-16,3 0 0 0,3-5-128 0,3-2 0 15,5-1 144-15,2-2-144 0,2-2 0 0,2-5 0 0,1 0 0 0,3-1 0 16,1-5 0-16,2 1 0 0,1-4 0 0,1-2 0 15,1-1-176-15,3-3 176 0,0-2-208 0,2-1 80 16,0-2 128-16,1-2-208 0,0-3 80 0,-1-1 128 16,0-3-320-16,-1-3 64 0,-1-4 16 0,0 0 0 15,-1 1-80-15,-3-2-32 0,-2-1 0 0,-3 0 0 16,-3-2 32-16,-3 3 0 0,-5 2 0 16,-2 2 0-16,-3 1 128 0,-2 5 16 0,-3-2 16 0,-1 3 0 0,-3 1-16 15,-1 2 0-15,-3 4 0 0,-1 0 0 16,-1 2-752-16,-2 3-160 15,-1 0-16-15,-1 5-16 0,0 2-1056 0,1 3-192 0,1-1-64 0,0 5-10496 16,2 5-2112-16</inkml:trace>
  <inkml:trace contextRef="#ctx0" brushRef="#br0" timeOffset="-66030.41">30850 14190 22111 0,'0'0'1968'0,"-7"3"-1584"16,1-2-384-16,-1 2 0 0,-1 1 4912 0,2 1 896 16,-1 1 176-16,1 5 32 0,1-2-2800 0,-1 5-560 15,3 3-112-15,0 3-32 0,0 2-1360 0,3 0-256 16,0 0-64-16,2 2-16 0,-1 1-480 0,2-3-80 16,0 0-32-16,1-3 0 0,0-3-224 0,2 1 128 15,-1 0-128-15,-1-3 0 0,1-3 0 0,0-2-192 0,0 0 16 0,1-2 0 31,-6-7-1296-31,5 3-256 0,-5-3-48 0,0 0-16 16,0 0-1024-16,6-3-192 0,-6 3-64 0,7-8 0 0</inkml:trace>
  <inkml:trace contextRef="#ctx0" brushRef="#br0" timeOffset="-65662.07">31094 13772 23039 0,'0'0'2048'0,"0"0"-1648"0,2-5-400 0,2-1 0 0,0 1 3584 0,-4 5 624 16,4-4 128-16,0-1 16 0,-4 5-1456 0,0 0-288 16,0 0-64-16,0 0-16 0,0 0-1008 0,0 0-208 15,0 0-32-15,0 0-16 0,0 0-544 0,-7 1-96 16,0 1-32-16,-1 0 0 0,0 2-176 0,0 1-32 15,0 1-16-15,2 0 0 0,1-1-176 0,1 2-48 16,4-7 0-16,-2 6 0 0,2-6-144 0,0 0 128 16,4 8-128-16,3-3 128 0,1-1-128 0,2-1 160 15,0-2-160-15,3-1 160 0,2-1-160 0,0-2 0 16,1-1 0-16,-2-1 0 0,1 1 0 0,-2-2 0 16,-1-3 0-16,-2 1-176 0,0 1 32 0,0-2 0 15,-4 0 0-15,-1 1 0 0,-1 3-112 0,-1 0 0 16,-2-2-16-16,-1 7 0 15,0 0-304-15,0 0-48 0,0 0-16 0,0 0 0 16,0 0-1536-16,0 0-320 0,-9 3-64 0,0 2-18368 0</inkml:trace>
  <inkml:trace contextRef="#ctx0" brushRef="#br0" timeOffset="-65479.63">31478 14223 24879 0,'0'0'1088'0,"7"-3"256"0,-1-1-1088 0,1 2-256 0,-2-2 0 0,4 0 0 16,2 0 5280-16,-1 0 992 0,-2 1 208 0,2 1 48 0,2-1-4416 0,1 1-896 15,1 0-160-15,3 2-32 0,-1-2-1024 0,0 0-208 16,-1 1-48-16,1 0 0 16,5-3-2112-16,-2 1-416 0,0 2-96 0</inkml:trace>
  <inkml:trace contextRef="#ctx0" brushRef="#br0" timeOffset="-64960.72">31955 13948 21183 0,'3'-12'944'0,"-3"12"192"0,0 0-912 0,0 0-224 16,0 0 0-16,0 0 0 0,0 0 4912 0,0 0 928 0,0 0 192 0,-4 8 48 16,0 2-3072-16,-1 3-592 15,0 4-128-15,0 4-32 0,-2 3-848 0,2 2-192 16,1-4-16-16,0 5-16 0,0 3-464 0,0 3-80 0,2 1-32 0,-1 1 0 15,2 1-320-15,1-2-64 16,0 0-16-16,1-3 0 0,0-3-208 0,1-2 128 0,0-3-128 0,-1 5 0 16,2-11 128-16,0-3-128 0,1-2 0 15,0-3 0-15,-2-3 128 0,2 1-128 0,-4-7 0 0,0 0 0 16,0 0 0-16,9-7 0 0,0 0 0 0,0-3 0 16,1 0 0-16,-1-3 0 0,1-3 0 0,1-1 0 15,-1-5 0-15,2-1 0 0,-1-3 0 0,2-2 0 16,0 0-128-16,2-4 128 0,-2 6-192 0,1-1 192 0,3-3-192 15,0 0 192-15,1-1-192 0,-1 3 192 0,-1 5-176 16,-2 2 176-16,-2 3-160 0,-2-1 160 0,0 6 0 16,-4 6-144-16,-1 1 144 0,-5 6 0 0,0 0 0 0,0 0 0 15,2 13 0-15,-4 6 0 0,0 3 0 16,-2 1 192-16,0 5-64 0,1 0 0 0,1 0-128 0,0 2 144 16,2 1-144-16,2 2 160 0,-1-5-160 15,3 0 0-15,1-4 144 0,2-3-144 0,0-2 0 0,1-5 128 16,0-1-128-16,1-4 0 0,0 0 0 0,0-4 0 15,1-2 0-15,0-3 128 0,0-3-128 0,1-2 0 16,-2-1 0-16,3-2 0 0,-2-5 0 0,1-2 0 16,0-2 0-16,0-2 128 0,-1-3-128 0,2-2 0 15,1 1 0-15,0-3 0 0,1-3 0 0,2 0-192 16,0-2 192-16,-2 0-192 16,0-2-512-16,-1 2-128 0,-1 1 0 0,-3 3-16 15,-4 2-704-15,-1 5-144 0,-2-1-32 0,-5 6-13632 16,-5 3-2720-16</inkml:trace>
  <inkml:trace contextRef="#ctx0" brushRef="#br0" timeOffset="-64778.69">31717 13864 23039 0,'0'0'2048'0,"4"-4"-1648"0,1 0-400 0,1 2 0 16,4 1 4304-16,3-1 784 0,2 1 160 0,5 0 16 15,-3 2-3680-15,4 0-752 0,3 2-128 0,4-1-48 16,0 1-496-16,2 1-160 0,0 1 0 0,2-1-13104 16,7 5-2704-16</inkml:trace>
  <inkml:trace contextRef="#ctx0" brushRef="#br0" timeOffset="-64595.58">32529 13881 13823 0,'0'0'1216'0,"0"0"-960"0,7-6-256 0,-1 1 0 0,-1 3 6720 0,3-2 1312 16,0 4 256-16,5-1 48 0,1-2-5392 0,3 2-1072 16,3 1-208-16,2 0-64 0,0 1-608 0,0 1-128 15,0-2-32-15,-2 0 0 0,-2 0-656 0,-1 0-176 16,-2 0 0-16,-2-2 0 16,-2 1-1152-16,-3 0-256 0,-1-2-48 0,-7 3-16 15,0 0-2720-15,0 0-544 0</inkml:trace>
  <inkml:trace contextRef="#ctx0" brushRef="#br0" timeOffset="-64304.06">32569 13536 26431 0,'0'0'1168'0,"-6"-4"240"0,-2 0-1120 0,0 0-288 0,-1 1 0 0,0 2 0 16,-1-4 2192-16,-1 4 384 0,-1-2 80 0,-1 6 16 15,-1-2-240-15,-2 2-32 0,-1 0-16 0,1 3 0 16,0 1-720-16,3 1-160 0,2 0-32 0,2 0 0 15,1 0-608-15,3 2-128 0,1 1-32 0,3-4 0 16,1-7-304-16,4 8-64 0,2 1-16 0,4-1 0 0,1-1-112 0,4-2-16 16,2 0-16-16,2-5 0 0,2 0-176 0,0 0 128 15,0-4-128-15,0 2 128 0,-3-5-128 0,0 2 0 16,0-2 0-16,-2 0 0 0,-2-4 0 0,-2 1-176 16,-3 1 176-16,-2 2-128 0,-3-1 0 0,-2 0 0 15,0 2 0-15,-2 6 0 0,-4-7-160 0,-2 2-32 16,-3 0 0-16,0 4 0 15,-3 1-2144-15,-1 2-432 0</inkml:trace>
  <inkml:trace contextRef="#ctx0" brushRef="#br0" timeOffset="-62607.63">27688 13558 15663 0,'6'-26'688'0,"-4"14"144"0,-1-2-656 0,-1 14-176 15,0-9 0-15,0 9 0 0,0 0 3968 0,0 0 752 16,-6 6 144-16,-8 11 48 0,-7 4-2672 0,-8 12-544 16,-6 8-96-16,-4 10-32 0,-4 8-224 0,-4 5-64 0,-3 3 0 0,-2 5 0 15,-3 3-352-15,2-1-80 0,1 0-16 0,4 2 0 16,1 2-272-16,5-6-64 0,3-5-16 0,5-3 0 15,5-1-288-15,4-4-64 16,2 1-128-16,3-6 192 0,5-3-192 0,2-3 0 0,1-2 0 0,3-7 0 31,5-2-1216-31,1-6-192 0,2-5-48 0,6-3 0 16,6-3-1232-16,4-4-256 0,6-3-64 0,10-7-8032 0,10-6-1616 0</inkml:trace>
  <inkml:trace contextRef="#ctx0" brushRef="#br0" timeOffset="-62308.8">29594 13567 8287 0,'-7'-19'736'0,"3"9"-592"0,-2 1-144 0,3 4 0 0,3 5 6064 0,0 0 1168 16,-7-1 256-16,-1 5 32 0,-2 3-4384 0,-5 9-864 15,-3 4-176-15,-5 10-48 0,-6 6-576 0,-4 7-128 16,-2 7-32-16,-4 6 0 0,-3 6-416 0,-1 2-96 16,0 1-16-16,0 1 0 0,-1 0-208 0,0 2-64 15,-2 0 0-15,0-3 0 0,2-4-192 0,1 0-32 16,1-5-16-16,5-2 0 0,0-2-144 0,3-2-128 16,0-3 144-16,4 0-144 0,2-2 0 0,3-3 0 15,3-6 0-15,2 0 0 16,4-5-960-16,3-4-192 0,3-5-48 0,2-1 0 15,2-3-1376-15,3 1-288 0,3 2-48 0</inkml:trace>
  <inkml:trace contextRef="#ctx0" brushRef="#br0" timeOffset="-61806.1">31358 13580 16575 0,'2'-17'736'0,"-2"4"160"0,0 0-720 0,-2 3-176 16,2 10 0-16,0 0 0 0,-1-11 4368 0,1 11 848 15,-4-6 160-15,4 6 48 0,-12 6-2928 0,-5 9-576 16,-6 7-112-16,-6 9-16 0,-5 7-608 0,-6 6-112 0,-8 6-32 15,-3 4 0-15,-3 8 112 0,1-1 0 0,0 4 16 0,0 4 0 16,4 4-400-16,2 4-96 0,3 1-16 0,-1 1 0 16,1-1-288-16,1-3-64 15,-1-4-16-15,1-1 0 0,0 2-144 0,3-3-16 16,4-2-128-16,1-5 192 0,1-7-192 0,1-3 128 0,3-1-128 0,2-3 0 16,-1-1 0-16,5-1 128 0,2-6-128 15,3-2 0 1,0-2-544-16,1-2-160 0,1-5-16 0,2-3-16 15,2-1-1424-15,0-2-272 0,-1-2-64 0,5 1-18048 0</inkml:trace>
  <inkml:trace contextRef="#ctx0" brushRef="#br0" timeOffset="-54355.31">23553 16180 14735 0,'-1'-25'640'0,"1"12"160"0,0-1-640 0,0 2-160 0,1 1 0 0,0 5 0 16,2-2 5808-16,-3 8 1120 0,0 0 240 0,0 0 32 15,0 0-4032-15,0 0-800 0,0 0-176 0,0 0-16 16,0 14-1216-16,-3 2-256 0,-2 5-32 0,-1 1-16 15,-2 3 48-15,-1 2 0 0,1 5 0 0,0-1 0 16,0-3-368-16,3 2-64 0,0-3-16 0,-1 0 0 16,1-1-96-16,1-4-32 0,2-1 0 0,-1-5 0 15,1-2-128-15,0-1 0 0,2-13 0 0,0 0 0 16,-1 10 0-16,1-10 0 0,0 0 0 0,0 0-176 0,0 0 176 0,0 0 0 16,0 0 0-16,4-9 0 0,1-2 0 0,2-5 0 15,0-1 0-15,5-1 0 16,1-4-208-16,3-2 32 0,2-1 16 0,3-2 0 15,1-3 0-15,2 0 0 0,-1 0 0 0,-1 4 0 0,-2 2-64 0,-2 5-16 16,-1 2 0-16,-7 8 0 0,-1 0 240 0,-1 2 0 16,-1 3 0-16,-7 4-144 0,0 0 144 0,8 3 0 15,-8-3 0-15,4 13 128 0,-2 3 144 0,-2 4 48 16,-1 5 0-16,-3 3 0 0,0-1 0 0,0 3 16 0,0-1 0 16,2-1 0-16,-1-2-144 0,2 0-16 15,1-1-16-15,0-3 0 0,1-2-160 0,2-3 0 16,-1-1 0-16,1-5 0 0,-1 1 0 0,1-5 0 0,-3-7 0 0,0 0 0 15,0 0 0-15,0 0 0 0,0 0 0 0,9-4 0 16,-2-3 0-16,-1-1 0 16,1-3 0-16,1-2 0 0,1-6 0 0,0 1 0 0,0-5 0 0,1-1 0 15,5-2 0-15,0-3 0 0,1-1 0 0,1 3-176 16,1-2 176-16,0 3-192 0,1 3 192 0,0 2-192 16,-1 1 192-16,-1 6 0 0,-2 4 0 0,-2 2-128 15,-1 3 128-15,-3 3 0 0,-9 2 0 0,6 7 0 16,-1 3 0-16,-3 3 128 0,-5 5-128 0,-2 2 176 15,0 6-48-15,-2 1 0 0,1 1 0 0,-1-1 0 0,2 1-128 16,1-1 0-16,1-4 0 0,2 1 128 16,-2-3-128-16,2-3-144 0,0-2 144 15,0 5-208-15,1-7-912 0,0-2-176 0,0-12-48 0,0 0 0 16,0 0-1280-16,0 0-256 0,0 0-48 0,0 0-16544 16</inkml:trace>
  <inkml:trace contextRef="#ctx0" brushRef="#br0" timeOffset="-54004.42">24168 15714 23039 0,'-4'-14'2048'0,"4"14"-1648"15,-2-5-400-15,-1 0 0 0,1-1 3504 0,-1 0 608 16,0 1 128-16,1 1 32 0,-2 0-1584 0,4 4-304 15,-7-3-64-15,1 2-16 0,-2 1-960 0,-1 2-208 16,-2 4-48-16,0 0 0 0,-1 3-448 0,0 2-80 16,0 2-32-16,2 0 0 0,0-3-240 0,1 3-48 15,1 0-16-15,2-2 0 0,3 0-224 0,1 0 176 0,2-3-176 0,3 0 160 16,1-1-160-16,1 0 0 0,2-1 144 0,2-2-144 16,0-1 0-16,1-2 0 0,1-1 0 0,-1 0 0 15,0-2 0-15,1-2 0 0,-1 0-192 0,1 1 64 16,-1-1-16-16,-1 0 0 0,-1 0 0 0,-1-1 0 15,-2-3-176-15,0 1-16 0,-1-1-16 0,0-1 0 16,-4 9-224-16,1-11-64 0,-1 11 0 16,0 0 0-16,0-10-2176 0,0 10-432 15,0 0-80-15,0 0-15232 0</inkml:trace>
  <inkml:trace contextRef="#ctx0" brushRef="#br0" timeOffset="-53709.78">24718 15808 24879 0,'7'-12'2208'0,"-7"12"-1760"16,3-9-448-16,-1 0 0 0,0 1 3824 0,-2 8 672 16,0 0 144-16,0 0 32 0,0 0-1984 0,-11 2-400 15,-2 3-80-15,-4 7-16 0,-5 5-912 0,-7 7-176 16,-5 4-32-16,8-2-16 0,-1 6-320 0,-4 5-64 15,-5-1-16-15,3 2 0 0,1 4-208 0,4 1-64 16,1 0 0-16,5 3 0 0,4-1-256 0,4 0-128 16,2-2 128-16,4-3-128 0,3-1 0 0,2-4 0 15,1-3 0-15,2-2 0 0,2-6-320 0,4 0 0 16,-1-6 0-16,5 4 0 16,1-5-928-16,2-4-176 0,1-1-48 0,2-6 0 15,-1-6-960-15,4 0-192 0,-1 3-32 0,1-8-17232 0</inkml:trace>
  <inkml:trace contextRef="#ctx0" brushRef="#br0" timeOffset="-53295">24951 15875 32255 0,'0'0'2864'0,"-4"-8"-2288"0,4 8-576 0,0 0 0 0,0 0 3104 0,0 0 512 16,0 0 96-16,-7 8 32 0,-2 2-1872 0,0 8-368 15,-2 3-80-15,0 8-16 0,-2 5-512 0,0 2-96 16,1-1-32-16,0 3 0 0,-1 3-160 0,1 2-32 15,-1 1-16-15,3 0 0 0,-1-3-240 0,2-2-64 0,3 0 0 0,1-8 0 16,2-2-256-16,0-3 160 16,1-2-160-16,1-6 128 0,-1 0-128 0,1-8 0 0,1-10 0 0,0 0 0 15,0 8 0-15,0-8 0 0,0 0 0 0,0 0 0 16,0 0 0-16,0 0 0 0,6-10 0 16,1-3 0-16,1-4 0 0,2-1 0 15,1-2 0-15,2-3 0 0,-2-3-240 0,6-2 80 0,2-2 16 0,0 1 0 16,2-3-80-16,0 3-16 15,-2 3 0-15,1 4 0 0,0 1 112 0,-5 5 128 16,-3 5-208-16,-2 3 80 0,-2 1 128 0,-8 7 0 0,0 0 0 0,0 0 0 16,0 0 0-16,0 0 144 0,7 11-16 0,-5 6-128 15,-2 5 240-15,-2-1-64 0,-6 1-16 0,3 3 0 16,-1-1-160-16,1 1 192 0,-3 0-192 0,1 0 192 16,-1 1-192-16,3-3 0 0,-1 0 0 0,2-4 0 15,2-1 0-15,-1-3 0 0,2-2 0 0,0-2 0 16,2-1-640-1,0-1-96-15,-1-9-32 0,0 0 0 0,5 7-1888 0,3 1-384 16,1-1-80-16</inkml:trace>
  <inkml:trace contextRef="#ctx0" brushRef="#br0" timeOffset="-52979.99">25197 16424 28559 0,'0'0'2544'0,"0"0"-2032"15,3-11-512-15,-3 11 0 0,6-8 4480 0,-6 8 816 16,7-6 144-16,0 1 48 0,1-1-2768 0,-8 6-544 15,9-4-128-15,-9 4 0 0,13-2-1328 0,-1 2-256 16,-12 0-48-16,14 1-16 0,0 3-192 0,-4-3-32 16,-10-1-16-16,12 6 0 0,-1-1-160 0,-1 1 0 0,-10-6 0 0,0 0 0 15,7 12 0-15,-1-3 0 16,-5 2 0-16,-2 0 0 0,-3 1 0 0,-3 1 0 0,-3 1 0 0,-2 2 0 16,-1-3 0-16,-3 1 0 0,-1 2 0 0,0-2 0 15,-1-1 0-15,0-1 0 0,0-3 0 0,1 0 0 16,2 1 0-16,4-1 0 0,0-1 0 0,3-1 0 15,8-7 0-15,-6 7 0 0,2-1 0 0,4-6 128 16,0 0-128-16,0 0 128 0,8 8-128 0,1-3 128 16,1 1-128-16,2-4 0 0,1-2-160 0,1 0 160 15,3-1-224-15,0 0 48 0,0-2 16 0,2 0 0 16,0-1-1136 0,2 1-240-16,0-4-32 0,2 2-14416 0,1-2-2880 0</inkml:trace>
  <inkml:trace contextRef="#ctx0" brushRef="#br0" timeOffset="-52804.36">25582 16344 27647 0,'0'0'2448'0,"0"0"-1952"0,0 0-496 0,0 0 0 0,0 0 4256 0,5-7 752 16,-5 7 160-16,6-10 16 0,-6 10-2560 0,11-8-528 16,0 3-112-16,2 2 0 0,3-1-1456 0,0 2-272 15,1-2-64-15,2 4-16 0,3-3-176 0,1 2 0 16,-4-2-160-16,3 3 160 15,0 0-1824-15,2 0-272 0,-1 2-48 0,0 0-12496 16,-3-2-2496-16</inkml:trace>
  <inkml:trace contextRef="#ctx0" brushRef="#br0" timeOffset="-52374.35">26073 15985 23039 0,'0'0'2048'0,"3"-7"-1648"0,-2-1-400 0,0 1 0 16,-1 7 5088-16,0 0 928 0,0 0 192 0,0 0 48 15,0 0-3248-15,0 0-656 0,0 0-128 0,0 0-32 16,0 13-1296-16,-1 4-272 0,-3 3-48 0,-1 1-16 16,-2 1-64-16,1 5-16 0,-2 3 0 0,0 5 0 15,-1 3-176-15,1 1-48 0,0 0 0 0,2-1 0 16,-1-3-128-16,1-5-128 0,-1 4 192 0,2-5-192 16,0-5 128-16,1-5-128 0,1-1 0 0,1-3 0 15,-1-4 0-15,2-1 0 0,1-10 0 0,0 0 0 16,0 0 0-16,0 0 0 0,0 0 0 0,0 0 0 15,0 0 0-15,9-8 0 0,-1-1 0 0,1-3 0 0,1-3 0 16,2-1 0-16,-1-8 0 0,2 2 0 16,0-2-128-16,2 1 128 0,1 0-208 0,2-4 80 0,2 4 0 15,1-2 0-15,-2 3 0 0,-1 4 0 16,-2 3 128-16,-3 2-128 0,-1 7 128 0,-12 6-128 0,0 0 128 0,0 0 0 16,0 0 0-16,0 0-128 0,0 0 128 0,2 17 0 15,-2 2 0-15,-2 4 0 0,-5 0 0 0,1 2 128 16,-2 0-128-16,1-2 0 0,1 0 0 0,1-2 0 15,1 3 0-15,1-3 0 16,1-3-304-16,-1-1-128 0,0-1-16 0,2-1-16 16,1 0-976-16,1-2-192 0,-1-7-32 0,0-6-16 15,4 9-2432-15,0-1-496 0,0 5-80 0,-4-13-32 16</inkml:trace>
  <inkml:trace contextRef="#ctx0" brushRef="#br0" timeOffset="-52203.33">26447 16377 26719 0,'0'0'2368'0,"0"0"-1888"0,0 0-480 0,0 0 0 16,0 0 3968-16,0 0 704 0,0 0 144 0,0 0 32 16,-4 13-2224-16,0 1-432 0,2 0-80 0,-1 1-32 15,-1 0-1136-15,2 4-240 0,-2-4-32 0,1 2-16 16,1 0-448-16,-1 0-80 0,0-4-128 0,2 1 176 16,0-2-176-16,1-1 0 0,0-11 0 0,2 10-176 15,-2-10-1392 1,6 8-288-16,-6-8-48 0,10 8-12976 0,0-1-2592 0</inkml:trace>
  <inkml:trace contextRef="#ctx0" brushRef="#br0" timeOffset="-51866.95">26684 15636 23039 0,'2'-12'2048'0,"-2"7"-1648"16,0 5-400-16,0 0 0 0,0 0 5968 0,10-2 1120 16,1 0 208-16,2 6 64 0,2 3-5216 0,2 2-1040 15,2 1-208-15,0 5-32 0,2 0-224 0,0 5-32 16,-3 2-16-16,0 5 0 0,-1 3-272 0,-1 2-64 0,-3 1-16 0,-1 5 0 16,-1 1-112-16,0 0-128 15,-3 2 176-15,-3-1-176 0,-4 3 160 0,-2 2-160 0,-4-1 128 0,-4 0-128 16,-1 2 192-16,-1 3-64 0,-2-2 0 15,1 0 0-15,-2-6-128 0,-3-3 0 0,-3-3 0 0,2-4 0 16,1-6 0-16,-1-4 0 0,-1-3 0 16,2-1 0-16,3 0 128 0,1-3 0 0,0-2 0 0,3 0 0 31,3-5-1024-31,2 0-192 0,5-7-64 0,0 0 0 16,0 0-2416-16,0 0-480 0</inkml:trace>
  <inkml:trace contextRef="#ctx0" brushRef="#br0" timeOffset="-51620.47">27259 16194 49007 0,'0'0'2176'0,"0"0"448"0,10-8-2112 0,0 2-512 0,0-1 0 0,2 2 0 0,0 1 1696 0,1 0 224 15,0-1 64-15,3 2 0 0,2 2-1152 0,0 1-240 16,-2-1-32-16,-1 1-16 0,1 1-416 0,0 3-128 15,-2-1 0-15,2 0 0 0,-2 0 0 0,2 0 0 16,-2 1-208-16,0 1 80 16,-2-1-1136-16,0 1-208 0,-3 1-64 0,-9-6 0 15,3 12-3072-15,-6 1-640 0,-8 5-112 0,-8-1-16 0</inkml:trace>
  <inkml:trace contextRef="#ctx0" brushRef="#br0" timeOffset="-51469.7">27171 16352 11967 0,'0'0'1072'0,"0"0"-864"0,0 0-208 0,0 0 0 15,0 0 7536-15,0 0 1456 0,0 0 288 0,0 0 64 16,0 0-5776-16,12-1-1168 0,-1-2-224 0,4 2-64 16,2-1-1328-16,1 1-272 0,3 1-48 0,1 0-16 15,1 0-448-15,2-3 0 0,0 2 0 0,1 0 0 32,-1-1-1664-32,-1 2-320 0,4 0-64 0,0 0-20224 0</inkml:trace>
  <inkml:trace contextRef="#ctx0" brushRef="#br0" timeOffset="-51318.71">27769 16352 33167 0,'0'0'2944'0,"0"0"-2352"0,0 0-464 0,12-1-128 15,1-6 3584-15,0 2 704 0,1-2 144 0,2 1 32 0,0-1-2096 0,2 2-432 16,3 0-80-16,0 1 0 0,-2 0-1104 0,1 0-224 16,-1-1-32-16,3 4-16 0,1 1-336 0,0 1-144 15,1-1 128-15,0 2-128 16,2-2-992-16,-1 4-288 0,0 0-48 0</inkml:trace>
  <inkml:trace contextRef="#ctx0" brushRef="#br0" timeOffset="-50591.28">28674 15903 31327 0,'-3'-7'2784'0,"-1"0"-2224"0,4 7-560 0,-9-4 0 0,0 3 4448 0,9 1 784 16,-9 5 144-16,-1 7 48 0,-2 5-3264 0,-1 5-656 15,-1 5-128-15,-1 6-32 0,3 3-736 0,2 3-160 16,0-2-16-16,0 3-16 0,1 2-96 0,3 1-32 15,1 0 0-15,2-2 0 0,0-2-160 0,2-5-128 16,0-4 192-16,1-4-192 0,0-3 128 0,1-3-128 16,0-3 0-16,2-6 0 0,1-3 0 0,-4-8 0 15,0 0 128-15,0 0-128 0,0 0 0 0,0 0 0 16,12 0 0-16,-2-2 0 0,-2-5 0 0,1-3 0 16,0-3 0-16,2-2 0 0,0 0 0 0,1-8 0 0,0-1 0 0,2-4 0 15,3 0 0-15,3-4 0 0,0-3-128 0,1 0 128 16,0 1-208-16,0 0 48 0,-1 3 16 15,-2 6 0-15,-2 3 0 0,-3 5 0 16,-3 4 0-16,-2 5 0 0,-8 8 144 0,0 0 0 0,0 0 0 0,0 0-128 16,0 0 128-16,0 17 0 0,-4 4 0 0,-4 5 0 15,-2 1 128-15,-1 6 0 16,2 2 0-16,1 0 0 0,0 2 0 0,2-2 0 0,-1-2 0 0,5-2 0 16,2-2-128-16,2-3 0 0,1-6 128 0,2 0-128 15,2-7 0-15,-1 0 0 0,-1-2 0 0,2-5 128 16,2-3-128-16,3-1 0 0,0 0 0 0,-1-4 128 15,2-3-128-15,0-1 0 0,2-5 0 0,-1 1 128 16,2 1-128-16,1-8 0 0,-2-3 0 0,2 1 0 16,2-2 0-16,-1-4 0 0,0-3 0 0,2-1 0 15,-2-5 0-15,1 0-192 0,2 4 32 0,-1 0 0 16,-2-2-272-16,-1 5-48 0,-3 1-16 16,-1 3 0-16,-1 4-976 0,-3 1-208 0,-4 0-48 0,-2 2-13952 15,-3 6-2816-15</inkml:trace>
  <inkml:trace contextRef="#ctx0" brushRef="#br0" timeOffset="-50351.49">28403 15781 19343 0,'0'0'1728'0,"0"0"-1392"16,-3-11-336-16,3 11 0 0,3-9 6912 0,3 1 1296 0,2 2 272 0,4-1 48 15,2 1-5952-15,4 2-1184 0,2 1-240 0,2 2-64 16,3 0-480-16,2 1-96 0,3 1-32 0,2 2 0 16,1-1-480-16,3 1 0 0,2-1 0 0,-2 2 0 31,-1 2-736-31,-1-1-240 0,0 1-48 0,0 1-16 16,-2-5-2368-16,0 2-480 0,8 4-80 0,-5 1-32 0</inkml:trace>
  <inkml:trace contextRef="#ctx0" brushRef="#br0" timeOffset="-50169.1">29274 15856 24879 0,'0'0'2208'0,"0"0"-1760"0,11-2-448 0,2 2 0 16,0-2 4336-16,2 0 784 0,-1-1 144 0,0-1 48 0,2 0-2752 0,0 2-528 16,-1-1-112-16,2 1-32 0,-1-2-1296 0,0 0-256 15,-2 0-48-15,-1 0-16 16,-1 3-704-16,-2-1-144 0,-10 2-16 0,11-2-16 15,-11 2-2320-15,0 0-464 0,0 0-80 0,-3-8-32 0</inkml:trace>
  <inkml:trace contextRef="#ctx0" brushRef="#br0" timeOffset="-49865">29275 15558 19343 0,'-3'-16'848'0,"2"7"192"0,-2 1-832 0,1-2-208 0,-1 2 0 0,-1 0 0 0,-1 0 6144 0,-1 2 1200 0,-2-1 224 0,-1 1 48 15,-2 1-4416-15,1 2-880 0,-2 0-176 0,-2 3-32 16,-3 4-1280-16,0 3-240 0,-1 3-48 0,1 1-16 16,-2 0-272-16,2 0-64 0,2 2-16 0,0-1 0 15,2-3-176-15,0 1 160 16,3-1-160-16,3 0 160 0,7-9-160 0,-5 11 0 0,5-11 0 0,0 0 128 16,1 12-128-16,-1-12 0 0,0 0 0 0,15 7 0 15,-2-1 0-15,0-2 0 16,1-4 0-16,1-2 0 0,0-2 0 0,1-1 0 0,0 0 0 0,-1 2 0 15,0-6 0-15,-1 1 0 0,0-1-128 0,-2 3 128 16,-3 2-144-16,-1-3 144 0,-2 1-192 16,-6 6 192-16,0 0-192 0,3-11 192 0,-2 2-192 15,-1 9 192-15,-2-9-288 0,-1 3 48 0,3 6 16 0,0 0 0 16,-8-6-1648-16,0 8-336 0,1 7-64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21:46:04.75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238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7-18T21:49:53.528"/>
    </inkml:context>
  </inkml:definitions>
  <inkml:trace contextRef="#ctx0" brushRef="#br0">4131 1239 11055 0,'-9'-12'976'0,"4"8"-784"16,-1-1-192-16,6 5 0 0,-6-4 5440 0,2 2 1024 16,4 2 224-16,0 0 32 0,0 0-4160 0,0 0-848 15,0 0-176-15,0 0-16 0,0 0 144 0,-5 11 16 0,3-1 16 0,2 4 0 16,1 4-800-16,2 3-176 0,-1 6-16 0,1 6-16 16,-2 5-80-16,0-6-16 0,2 9 0 0,0 7 0 15,1 7-192-15,-1 3-32 0,1 5-16 0,0-3 0 16,1 3-176-16,1 1-48 0,-2 6 0 15,0 3 0-15,-1 1-128 0,1-3 192 0,-1-6-192 0,1-1 192 0,-2-2-192 16,1 0 160-16,0-1-160 0,1-6 160 16,-3-1-160-16,-1-2 160 0,0-2-160 0,0-4 160 15,1-6-160-15,-2-3 160 0,-2-6-160 0,1-2 160 16,-1-2-160-16,0-2 128 0,2-3-128 0,-1-4 128 16,-2-2-128-16,0-2 0 0,0-2 0 0,0-2 0 15,0-3 0-15,4-7-192 0,-5 5 0 0,5-5 16 16,-7-3-720-16,2-1-128 0,0-2-48 0,1-3 0 15,1-3-1328-15,3-2-272 16,2-4-48-16,-1-5-16848 0</inkml:trace>
  <inkml:trace contextRef="#ctx0" brushRef="#br0" timeOffset="590.85">4181 1290 20271 0,'0'0'1792'0,"0"0"-1424"0,0 0-368 0,0 0 0 0,0 0 2560 16,0 0 432-16,0 0 80 0,0 0 32 0,0 0-800 0,0 0-144 15,0 0-48-15,0 0 0 0,0 0-640 0,12-3-128 16,1 2-16-16,-1 0-16 0,-2 1-512 0,4 0-96 15,3-2-32-15,4 4 0 0,1 0-112 0,6 1-32 16,2-3 0-16,-7 0 0 0,4 0-208 0,6 0-64 16,5-3 0-16,5 3 0 0,3 3-256 0,3-3 160 15,2 1-160-15,27 1 128 0,-5-2-128 0,-19 1 0 16,4-2 0-16,37 1 0 0,-1 0 0 0,-5 0 0 16,-4-3 0-16,-25 3 0 0,6-3 0 0,8 3 0 15,7 0 0-15,9-1 0 0,0-2 0 0,-4 3 0 16,3-3 0-16,2 0 0 0,2-1 0 15,-1 0 0-15,1 0 0 0,-1 0 0 0,0 3 0 0,-2-3 0 0,-3 1 0 0,-4 1 0 16,-4-1 0-16,-4-1 0 0,-4 3 0 0,-5 0 0 16,-5 1 0-16,-6 0 0 15,-4 0 0-15,-5 1 0 0,-7 0 0 0,-4 2 0 0,-4 0 0 0,-3 2 0 16,-5-3 0-16,-2 1-176 0,-3-2 176 0,-2 2-192 31,0-1-176-31,-2 1-32 0,-1-3-16 0,1 1 0 0,-2 1-1296 16,-2-1-256-16,0 2-48 0,-1-1-10784 0,-2 3-2176 0</inkml:trace>
  <inkml:trace contextRef="#ctx0" brushRef="#br0" timeOffset="1008.64">7545 1200 5519 0,'0'0'496'0,"0"0"-496"15,0 0 0-15,0 0 0 0,0 0 7680 0,0 0 1424 16,0 0 304-16,0 0 48 0,0 8-6480 0,0 1-1296 16,1-3-256-16,2 5-48 0,0 2-192 0,3 1-32 15,-1 2-16-15,1 3 0 0,2 5-320 0,1 2-64 16,0 7-16-16,1 4 0 0,-1 8-224 0,1 4-64 15,-1 6 0-15,0-2 0 0,-1 4-128 0,0-1-16 16,1 1-16-16,-2 3 0 0,-2 1-80 0,0 3-16 16,0-1 0-16,-1-2 0 0,-2 0-64 0,-1-6 0 15,1 0-128-15,-2-6 192 0,-1 1-64 0,0-1-128 16,0 0 176-16,2-4-176 0,-1 1 192 0,-1-3-192 0,-2-1 192 16,2-1-192-16,1 0 0 0,-2-3 0 15,0-3 0-15,-1-4 0 0,2-2 128 0,0-1-128 0,1-2 0 0,0-1 0 16,-2-1 0-16,2 0 0 0,-1-3-128 0,0 2 128 15,-1-5-480 1,2-3 0-16,3 0 0 0,-2-2 0 0,-1 1-1472 0,2-2-288 0,0-2-64 0,1-2-19264 16</inkml:trace>
  <inkml:trace contextRef="#ctx0" brushRef="#br0" timeOffset="1388.25">7739 3093 23951 0,'0'0'2128'0,"0"0"-1696"16,0 0-432-16,-5 0 0 0,-3 0 3984 0,1 0 720 16,-1-3 144-16,1 2 16 0,-2 1-2304 0,-1 0-480 15,1-1-96-15,0 1 0 0,1 0-752 0,-1 0-144 16,-1 1-16-16,-1-1-16 0,0-1-560 0,-2-1-112 16,-2 0-32-16,-3-1 0 0,-4-1-144 0,-3 2-16 15,-2-1-16-15,-3 1 0 0,-4-4-176 0,-3 2 0 16,-3 0 0-16,-4-1 128 0,-3 4-128 0,-3-3 0 15,-2 1 0-15,-4 1 0 0,-8-2 0 0,-4 0 0 16,0 0 0-16,-2-1 0 0,-3 1 0 0,-3 0 0 16,-1-1 0-16,-2 1 128 0,-2-3-128 0,-41 2 0 15,11 3 0-15,8 2 0 0,4 0 128 0,2-2-128 16,1-3 128-16,2 5-128 0,3 3 272 0,2 2-16 16,2 0-16-16,2-1 0 0,3-4-48 0,6 0 0 15,4-1 0-15,6-1 0 0,5 4 48 0,6-2 0 0,7-2 0 0,3 0 0 16,2-1-240-16,7-1 0 0,3-2 0 0,12 2 0 15,0 0 0-15,5 1 0 0,0 1-176 0,3-2 176 32,1 0-896-32,0-1-48 0,3 1-16 0,5 1-15312 0,4 3-3072 15</inkml:trace>
  <inkml:trace contextRef="#ctx0" brushRef="#br0" timeOffset="2025.71">4938 1956 16575 0,'0'0'736'0,"0"-9"160"0,0 1-720 0,0 0-176 16,0 1 0-16,2 0 0 0,-1 3 5488 0,0-2 1056 16,-1 6 224-16,0 0 32 0,0 0-3600 0,0 0-736 15,0 0-144-15,0 0-16 0,0 0-1184 0,8 9-224 16,1 1-64-16,0 5 0 0,1 1-256 0,-1 5-64 15,-1 3-16-15,-1 3 0 0,0-1-112 0,1 2-32 0,-2-2 0 0,2-2 0 16,0 3-224-16,-2-3-128 0,1-2 160 0,-1-1-160 16,1-4 0-16,-1 0 128 15,-2-4-128-15,0-2 0 0,0-2 0 0,-1-1 0 0,-1-2 0 16,-2-6 0-16,0 0 0 0,0 0 128 0,0 0-128 0,0 0 0 0,0 0 0 0,0 0 0 16,-1-4 0-16,0-4 0 0,-2 1-144 15,3-1 144-15,0-4-208 0,1 0 80 16,1 1 0-16,0-1 0 0,1-1 0 0,2-2 0 15,2 4 128-15,1-4-208 0,1 2 80 0,1 0 128 16,2 2-192-16,1-1 192 0,0 0-192 0,3 2 192 0,2 1-144 16,-1 1 144-16,1 3 0 0,0-1 0 0,-1 1 0 0,0 2-128 15,1 2 128-15,-1 2 0 0,-1 2 0 0,-2 1 0 16,-1 1 0-16,-1 0 0 0,0 2 0 0,-4 1 0 16,-2 2 0-16,-1-1 0 15,-2 2 0-15,-2 1 0 0,-2 1 0 0,-2 0 144 0,-2 0 32 0,-3 0 0 16,-1 0 0-16,-2 1 0 0,-3 0-176 0,0 2 0 15,-1-2 144-15,-2-1-144 0,-3-2 0 0,0-1-208 16,0-1 16-16,-1-1 16 16,1 0-1360-16,2-1-288 0,2-2-48 0,3-5-16 15,4 2-2208-15,9-2-432 0,0 0-80 0</inkml:trace>
  <inkml:trace contextRef="#ctx0" brushRef="#br0" timeOffset="2326.82">5508 2042 17503 0,'0'0'768'0,"0"0"176"0,0 0-752 0,0 0-192 15,12 0 0-15,-12 0 0 0,0 0 6176 0,0 0 1200 0,0 0 240 0,1 13 64 16,-3-1-4352-16,-1 0-848 16,0-2-176-16,0 3-48 0,-4 2-1248 0,0 0-256 0,2 1-48 0,3-1-16 15,0 1-384-15,2-3-80 0,0 0-16 0,3-1 0 16,1-2-208-16,1 1 0 0,2-5 0 0,2 1 0 16,4-2 0-16,0-2-240 0,-3-1 48 0,2-4 16 15,1 0-192-15,1 0-32 0,-1-4-16 0,2 1 0 16,-2-1-32-16,0-3-16 15,-1 1 0-15,-3-3 0 0,-2 2 160 0,-1-2 48 0,-4-1 0 0,-2 1 0 0,-1 0 256 16,-2 0 0-16,-2 1 0 0,-3 1 0 0,-1-2 0 16,-1 5 0-16,-3-5 0 0,0 3 0 0,1 3 0 0,-1-1 0 15,1 2 0-15,0 1 0 0,2 1-400 0,1 0 16 16,0 1 16-16,2 0 0 16,7 1-1712-16,0 0-352 0,0 0-64 0,0 0 0 15,0 0-1952-15,0 0-384 0</inkml:trace>
  <inkml:trace contextRef="#ctx0" brushRef="#br0" timeOffset="2507.31">5699 2042 11967 0,'0'0'1072'0,"0"0"-864"0,0 0-208 0,0 0 0 0,0 0 5440 0,0 0 1056 15,0 0 208-15,3 8 32 0,-3-8-3088 0,3 9-608 16,0 2-128-16,-2-1-32 0,0 0-1152 0,1 2-224 16,-1-1-48-16,1 0-16 0,1 1-768 0,0 0-160 15,-2 0-16-15,2-1-16 0,-1 1-304 0,2 0-176 0,0-4 192 0,0-1-192 16,-4-7 0-16,5 7-144 15,-5-7-16-15,0 0 0 16,0 0-1664-16,0 0-336 0,0 0-64 0,8 0-12240 0,-1-3-2432 16</inkml:trace>
  <inkml:trace contextRef="#ctx0" brushRef="#br0" timeOffset="2656.98">5745 1836 33167 0,'-5'-1'2944'0,"0"1"-2352"0,5 0-464 0,0 0-128 15,0 0 2752-15,0 0 544 0,0 0 96 0,0 0 32 0,0 0-2704 0,0 0-528 16,0 0-192-16,0 0 0 16,0 0-2784-1,7 6-672-15,2 1-128 0</inkml:trace>
  <inkml:trace contextRef="#ctx0" brushRef="#br0" timeOffset="3044.67">5923 1856 23039 0,'0'0'2048'0,"0"0"-1648"0,-4 2-400 0,4-2 0 0,-4 7 4816 0,1-1 880 16,1 2 192-16,-1 3 16 0,-1 0-3072 0,0 2-608 16,0 3-128-16,3 4-32 0,0-1-800 0,1 2-176 15,0 3-16-15,0-1-16 0,0-1-592 16,1 0-112-16,2 0-32 0,1-1 0 0,1-4-192 16,3 0-128-16,-1-1 128 0,1-2-128 0,1-3 0 0,1-2 0 0,0-3 0 15,0 0 0-15,2-1 0 0,1-4-192 0,0-1 64 0,-1-1 0 16,11-8-272-1,-8 2 192-15,-2-1 0 0,-3-1 16 0,1-1 0 0,-1-1 0 0,-1-2 0 16,0 0 48-16,-1 0 16 16,-1 0 0-16,-1 0 0 0,-1-1 128 0,1 1-160 0,-2 0 160 0,-3 0-160 15,-2 2 160-15,-1 1 0 0,1 2 0 0,-2 1-128 16,3 7 128-16,0 0 0 0,-5-5 0 0,0 4 0 16,5 1 176-16,-5 5-48 0,-1 3 0 0,1 1 0 15,0 0-128-15,1 3 0 0,2 2 0 0,-1 3 0 16,0-2 0-16,3 0 128 0,2 0-128 0,-1 0 0 15,0 1 0-15,2-1 0 0,2 0 0 0,0-2 0 16,2-1-704-16,1-3-160 0,1-3-32 0,1 1-16 16,2-1-1328-16,0-2-256 15,-1-3-48-15,2-2-16 0,2-1-2304 0,-1-4-448 0,12-9-112 0,-6-5-16 16</inkml:trace>
  <inkml:trace contextRef="#ctx0" brushRef="#br0" timeOffset="3292.7">6405 1967 6447 0,'0'0'576'0,"-5"-3"-576"16,5 3 0-16,0 0 0 0,-8 1 7424 0,2 2 1360 15,0 1 288-15,2 2 48 0,2 2-4992 0,-1 3-992 16,1 2-208-16,0 1-48 0,2 2-1280 0,2 1-256 16,-1-1-48-16,2 4-16 0,-1 0-624 0,1-2-128 15,1 3-16-15,1-4-16 0,0-2-304 0,2 2-64 0,-2-4-128 0,1-1 192 16,0-3-192-16,-1-2 128 16,-5-7-128-16,5 6 0 0,0 1 128 0,-5-7-128 15,0 0 0-15,0 0 0 0,0 0 192 0,8-3-48 16,-1-2-16-16,-2-2 0 0,0-2 64 0,0-1 16 15,2-3 0-15,-2 0 0 0,0-6-208 0,0 3 144 0,1-1-144 0,0 0 128 16,1 0-128-16,-1-3 128 0,2 3-128 16,0-1 128-16,-2 2-128 0,3 1-224 0,2-1 48 0,1 2 16 31,2-2-1696-31,4 2-320 0,2-3-80 0</inkml:trace>
  <inkml:trace contextRef="#ctx0" brushRef="#br0" timeOffset="4491.72">2707 2124 20271 0,'-10'-2'1792'0,"0"-3"-1424"0,0-1-368 0,0 4 0 0,4-2 6016 0,6 4 1152 16,-9 0 208-16,9 0 48 0,0 0-4784 0,0 0-960 15,0 0-192-15,0 0-32 0,0 0-528 0,15-2-96 16,4 2-32-16,2 0 0 0,1-1-416 0,6 1-96 15,6 0-16-15,4 0 0 0,2-1-16 0,5 0-16 16,3-1 0-16,0 2 0 0,-1 0-240 0,0 0 176 16,0 0-176-16,3 2 160 0,3-1-160 0,-16 0 0 15,3 0 144-15,3-1-144 0,1 0 0 0,1 0 0 0,-2 0 0 16,-2 0 0-16,-1 0 0 0,-4 0 128 0,-3-1-128 16,-2 1 0-1,-2 1-592-15,-3-1-192 0,-3 0-48 0,-2 0 0 0,-4 0-880 16,-3 0-176-16,-1 2-32 0,-1-4-16 0,-4 1-2864 15,-2-1-560-15</inkml:trace>
  <inkml:trace contextRef="#ctx0" brushRef="#br0" timeOffset="4748.39">3766 2036 22111 0,'-18'-7'976'0,"13"7"208"0,5 0-944 0,0 0-240 0,-5-2 0 0,1 0 0 16,4 2 5712-16,0 0 1104 0,0 0 224 0,0 0 32 0,0 0-4064 0,0 0-832 15,0 0-144-15,0 0-48 0,0 0-1088 0,0 0-240 16,6 7-32-16,1-1-16 0,2 0-304 0,0-1-64 15,2 0-16-15,0 0 0 0,2-1-224 0,3 0 128 16,1-1-128-16,2-1 0 0,1-1 0 0,0-2 0 16,0 1 0-16,1 0 0 0,0 0 0 0,0 0 0 15,-1-2 0-15,-3 0 0 0,-3 2 0 0,-4 2-128 16,-1 0 128-16,-9-2-160 0,0 0 160 0,0 0-128 0,0 0 128 0,0 0-128 16,0 0 128-16,-7 7 0 15,-5-1 0-15,-2 1 0 0,-5-1 0 0,-2 2 0 16,-1 1 128-16,-1-2-128 0,-1 1 0 0,2 1 0 15,1 0 0-15,0-1 0 16,1-1-464-16,1 1-176 0,4-1-16 0,0-2-15984 16,6 0-3200-16</inkml:trace>
  <inkml:trace contextRef="#ctx0" brushRef="#br0" timeOffset="5779.42">799 1470 23039 0,'0'0'1024'0,"0"0"192"0,0 0-960 0,0 0-256 0,0 0 0 0,4-7 0 0,-1 1 4832 0,1 1 928 16,-4 5 176-16,6-3 32 0,2-1-3504 0,1 4-704 15,0 4-144-15,0-3-16 0,0 5-832 0,1 1-144 16,0 4-48-16,0 2 0 0,1 1-64 0,-1 2 0 15,-1 2-16-15,-1 2 0 0,-1-1-176 0,1 2-16 16,-3-1-16-16,-1-3 0 0,0-1-144 0,-2-1-16 16,2-2-128-16,-1-1 192 0,-2-3-192 0,0 0 0 15,-1-3 128-15,0-6-128 0,0 0 0 0,0 0 0 16,0 0 0-16,0 0 0 0,0 0 0 0,0 0 0 16,0 0 0-16,-5-5 0 0,1-1-368 0,3-3 48 15,0-2 0-15,-1-5 0 0,1-1-64 0,1-1 0 16,1 0 0-16,2-2 0 0,2 0 80 0,0-4 16 15,2 5 0-15,-1-2 0 0,2 2 144 0,0 2 144 16,0 3-208-16,1 2 80 0,0 2 128 0,0 2-128 0,0 3 128 16,0 2-128-16,-1 3 288 0,-1 3 64 15,-1 1 16-15,1 2 0 0,1 5 160 0,-2 1 48 16,1 1 0-16,-1 1 0 0,1 4-96 0,-1-1-16 0,1 1 0 16,-1 1 0-16,0-2-160 0,-1-2-48 0,1 0 0 15,-1-2 0-15,-1-3-128 0,-1 0 0 0,4 0 0 16,-4-4 0-16,-3-6 128 0,0 0-128 0,0 0 0 15,0 0 128-15,0 0-128 0,0 0 0 0,0 0 0 16,0 0 0-16,0 0 0 0,3-9 0 0,-2 0-192 0,2-2 192 16,0-2-272-16,-1 0 64 0,-1-1 16 0,2 0 0 15,0-3-112-15,-1 1-16 0,1-3 0 0,1-1 0 0,1 3 0 16,0 1-16-16,-1-1 0 0,1 4 0 16,1 3 112-16,-1 2 32 0,-3 3 0 0,-2 5 0 0,0 0 192 0,0 0 0 15,8 3 0-15,0-1 0 0,0 3 384 0,0 2-48 16,0 1 0-16,-1 1 0 0,1 5-80 15,0 0-32-15,-1 2 0 0,-1 0 0 0,2-2-224 0,-2 0 0 16,2-1 128-16,-1 1-128 16,-1-4-832-16,1-1-192 0,-1-2-64 15,1-1 0-15,-1-1-2256 0,-6-5-464 0,9 3-96 0</inkml:trace>
  <inkml:trace contextRef="#ctx0" brushRef="#br0" timeOffset="6133.87">1231 1072 23951 0,'0'0'1056'0,"0"0"224"0,-8 0-1024 0,1 2-256 15,7-2 0-15,0 0 0 0,-7 3 5440 0,0 3 1040 0,2-1 208 0,0 1 32 16,-1 2-4272-16,0 1-848 0,2 0-192 0,0 2-16 15,0-1-896-15,2 1-176 0,0-1-48 0,1 2 0 16,1-3-96-16,0 1-32 0,0 2 0 0,1-3 0 0,-1-9-144 0,4 7 0 16,-4-7 0-16,7 6 128 0,0 0-128 0,1-1 0 15,0-3 0-15,0 0 0 0,0-2 0 16,1-3 0-16,0-3 0 0,1 0 0 0,0 2 0 0,-3-2-144 16,1 1 144-16,0-2-160 0,0 1 160 0,-2-1-128 15,-2-1 128-15,0 2-128 0,-1-2 128 16,-2 2 0-16,-2-1 0 0,0 0-128 0,-1 1-80 0,0-1-16 15,-2 1 0-15,-2-1 0 16,1 0-1440-16,0 1-272 16,0 1-64-16,5 5-12576 0,-4-5-2512 0</inkml:trace>
  <inkml:trace contextRef="#ctx0" brushRef="#br0" timeOffset="6658.61">1615 1479 11055 0,'0'0'976'0,"0"0"-784"0,0 0-192 0,0 0 0 0,0 0 7712 0,0 0 1504 16,0 0 288-16,0 0 64 0,0 0-5696 0,0 0-1136 15,0 0-240-15,0 0-32 0,0 0-1440 0,9-3-304 16,3 2-48-16,1 0-16 0,0-2-384 0,2-1-80 15,0-1 0-15,2 1-16 0,1 2-176 0,-1-1 0 16,-1 0 0-16,0 2 0 0,-2-4 0 0,0 1 0 16,1-1-224-16,-2 2 80 15,-2 2-1200-15,1-1-256 0,-3 1-32 0,-1 0-16 16,-8 1-2384-16,0 0-464 0</inkml:trace>
  <inkml:trace contextRef="#ctx0" brushRef="#br0" timeOffset="6811.74">1594 1618 23951 0,'0'0'2128'0,"0"0"-1696"0,0 0-432 0,0 0 0 16,0 0 4368-16,0 0 800 0,0 0 144 0,0 0 48 16,10 6-2864-16,0-5-576 0,0 0-128 0,3-2 0 15,2-2-1136-15,0-1-208 0,2-2-64 0,11-3 0 0,-1-2-384 0,-9 4-256 16,2-3 48-16,1 0 0 16,2-2-2592-16,1 2-512 0,2 2-96 0</inkml:trace>
  <inkml:trace contextRef="#ctx0" brushRef="#br0" timeOffset="7169.63">2074 1280 46303 0,'0'0'2048'0,"0"0"432"0,0 0-1984 0,0 0-496 16,0 0 0-16,7-6 0 0,-1 1 1728 0,2 1 256 15,1 0 64-15,0 0 0 0,-1 0-864 0,3 1-160 16,0 0-48-16,1-2 0 0,1 1-608 0,1 0-128 15,1-1-32-15,-1 1 0 0,0 0-208 0,1 1 176 16,-2 2-176-16,0 1 160 0,0 0-160 0,0 0 128 16,-3 1-128-16,-2 2 128 0,-8-3-128 0,7 5 0 15,-2 0 0-15,-1 3 0 0,-2 1 144 0,0 3 0 16,-2-4 0-16,-3 2 0 0,-3 2-144 0,-2 1 0 0,0 0 0 16,-2 1 0-16,-2 2 0 0,0 1 0 15,0 0 0-15,1 0 48 0,-1-1-48 0,0-1 0 16,3 1 0-16,0-1 0 0,1 1 0 0,3 1 0 15,1-7 0-15,1 4 0 0,1-7 0 0,0 2 0 0,4-2 0 16,-2-7 0-16,5 5 0 0,1-1 0 0,1-3 0 0,2 1 0 16,2-2-192-16,0-3 64 0,0 0 128 0,3-2-208 15,3 0-640 1,1-4-128-16,-1-1-32 0,3-2 0 0,1-3-1984 0,1 1-400 16,1 0-64-16,1-1-17424 0</inkml:trace>
  <inkml:trace contextRef="#ctx0" brushRef="#br0" timeOffset="7471.41">2630 1184 40367 0,'0'0'1792'16,"-6"6"368"-16,-1-4-1728 0,0 3-432 0,1 2 0 0,-1-1 0 0,0 2 2624 0,1 1 432 16,-2 2 80-16,0 1 32 0,1-1-1424 0,-1 2-272 15,-1 0-64-15,1 0-16 0,1 2-768 0,1 0-160 16,0 2-16-16,3 0-16 0,0-4-272 0,2 0-160 16,2 0 192-16,2-1-192 0,0-1 0 0,3-2 0 15,0 0 0-15,2-1 0 0,2-2 0 0,2-1 0 16,1-1 0-16,3-1 0 0,-2-2 0 0,1-2-192 15,0-3 192-15,1 1-192 0,1 1 192 0,0-2-192 16,-2-3 192-16,0 1-192 0,-4-2 192 0,0-1-176 16,-2-3 176-16,-1 3-160 0,0-1 160 0,-3 0 0 15,-1 3-144-15,-3-3 144 0,0 0 0 0,-2 1 0 16,0 0 0-16,-2 1 0 0,-2-2-208 0,-2 0 80 0,2 1 128 16,-3 1-208-1,-2-3-496-15,0 0-112 0,-2 1-16 0,-1 2 0 16,1 0-1152-16,2 3-224 0,0-1-48 0,3 2-12352 0,0 0-2480 15</inkml:trace>
  <inkml:trace contextRef="#ctx0" brushRef="#br0" timeOffset="7695.85">2846 997 23039 0,'0'0'1024'0,"0"0"192"0,0 0-960 0,0 0-256 0,0 0 0 0,0 0 0 16,0 0 6208-16,0 0 1184 0,8 1 240 0,-8-1 48 15,0 0-5072-15,0 0-1024 0,6 6-208 0,1 2-32 0,-2 1-832 0,0 3-176 16,1 1-16-16,-1 0-16 0,-1 2-176 0,0-4-128 16,-2 5 144-16,1-3-144 0,-1 1 0 0,2 2 0 15,2-4 0-15,-1-1 0 16,0 2-1072-16,0-3-208 0,2-3-32 0,0 1-16 16,3-1-1744-16,0-2-368 0,0-5-64 0,2 0-16080 0</inkml:trace>
  <inkml:trace contextRef="#ctx0" brushRef="#br0" timeOffset="8185.23">3133 1031 38015 0,'0'0'1680'0,"-5"-3"352"0,-1 0-1632 0,6 3-400 15,-5-2 0-15,0 0 0 0,-2-2 2144 0,1 3 352 16,-1 0 64-16,1 1 0 0,-1 0-960 0,2 0-208 16,-1 1-48-16,-1 2 0 0,1 1-800 0,-1 1-160 15,1 1-48-15,-1 2 0 0,2 1-336 0,-2-2 128 0,1 3-128 0,1 1 0 16,-1 0 0-16,2 1 0 0,1 0 0 15,0-2 0-15,2 1 0 0,2-2-128 0,0 0 128 16,2-1-192 0,1 0-288-16,1-2-64 0,0 1-16 0,3-2 0 15,0-1-304-15,2-3-64 0,2-2-16 0,1 1 0 16,1 1-112-16,1-1-32 0,-2-2 0 0,1-2 0 16,-1-2 256-16,0 1 64 0,-1-1 0 0,0 1 0 15,-2-1 608-15,-1 0 160 0,-2-1 0 0,-2 1 0 0,-1-2 144 0,-2 1 64 0,-2 7 16 0,2-6 0 16,-2 6 608-16,0 0 128 0,-3-7 32 0,-1 2 0 15,4 5-96-15,-5-4-32 0,5 4 0 0,-5-1 0 16,-2 1-320-16,1 1-64 0,-2 1-16 0,3 0 0 0,0 2-144 0,5-4-48 16,-7 4 0-16,2 2 0 0,1 1-64 0,0 1-16 15,0-2 0-15,1 2 0 0,2 0-192 0,1 2 144 16,0-2-144-16,1 3 128 0,2-1-128 0,2 2 0 16,2 0 144-16,-1-1-144 0,1 0 0 0,1 0 0 15,1 0 0-15,0 2 0 0,0 1 0 0,0 1 0 16,3-1 0-16,-3-1 0 0,-2 4 0 0,-2-1-256 15,-1-3 64-15,-2 1 0 0,1 2-64 0,-3-1 0 16,-1 3-16-16,-3-4 0 0,-2-1 16 0,0 0 0 0,-3-2 0 16,-2 2 0-1,0-1-176-15,-1 0-16 0,-1-3-16 0,0 0 0 16,-3-2-1312-16,1-2-256 0,-2 0-48 0,1-4-10848 16,3 1-2176-16</inkml:trace>
  <inkml:trace contextRef="#ctx0" brushRef="#br0" timeOffset="8428.21">3400 944 24879 0,'0'0'2208'0,"0"0"-1760"0,0 0-448 0,0 0 0 16,0 0 4368-16,0 0 800 0,0 0 144 0,4 7 48 0,-1 1-3008 16,-1 5-608-16,2 1-112 0,-4 4-32 15,-4 3-608-15,2 3-128 0,-4 3-32 0,1 1 0 16,-1 0-320-16,-1 2-64 0,-1 1 0 0,2-1-16 0,-1 0-176 15,2-2-16-15,0-2-16 0,1 1 0 0,-1 2-224 0,0-4 144 16,-1 2-144-16,2-2 128 0,0-2-128 0,1 0 0 16,-1-4-192-16,2-1 192 15,0-2-1200-15,-1 0-112 0,1-5-32 0,0 0 0 16,2-2-2352-16,2-3-464 0</inkml:trace>
  <inkml:trace contextRef="#ctx0" brushRef="#br0" timeOffset="8761.34">3607 1364 50271 0,'0'0'2240'0,"0"0"448"0,0 0-2160 15,0 0-528-15,0 0 0 0,0 0 0 0,0 0 1408 0,-6 3 160 16,1 2 32-16,-2-1 16 0,1-3-784 0,-2 2-144 16,0 2-48-16,0 0 0 0,-1 2-400 0,0-2-96 15,0-1-16-15,0 3 0 0,1 0-128 0,0 1 0 0,0-1 0 0,2 0 128 16,0-3-80-16,6-4-48 0,0 0 0 0,-2 10 0 15,1-4 0-15,2 2 0 0,-1-8 0 0,5 9 0 16,2-2-160-16,2-1 160 0,1-1-128 0,2 0 128 16,0 1 0-16,1 2-160 0,0-2 160 0,1 1 0 15,2-5 0-15,-1 3 0 0,1 3 0 0,-2 0 0 16,-2-1 0-16,0-1 0 0,-2 1 0 16,-1-4 0-16,-1 3 0 0,-1-1 0 0,-1 0 0 0,-6-5 0 0,3 11 0 15,-2-5 0-15,-2 2 0 0,1 0 0 0,-2 0 0 0,0-2 176 16,-3 3-48-16,-3 0 16 0,-3 0-144 0,-2 1 0 15,-2-3 0-15,-4 1 0 16,0-1-448 0,-3 1 32-16,-4-2 0 0,-2 3-16784 0,-2 3-3344 0</inkml:trace>
  <inkml:trace contextRef="#ctx0" brushRef="#br0" timeOffset="9721.79">7792 2246 6447 0,'0'0'576'0,"0"0"-576"16,0 0 0-16,0 0 0 0,0 0 8624 0,0 0 1616 15,0 0 320-15,0 0 64 0,0 0-6976 0,0 0-1376 16,0 0-288-16,0 0-48 0,8-3-656 0,4 0-128 15,2 1-16-15,3-1-16 0,3 1-608 0,3 0-128 16,3-3-32-16,4 1 0 0,2 0-96 0,3-1-32 0,3 0 0 16,3-2 0-16,6 1-224 0,3-1 128 15,1 1-128-15,2 0 0 0,0 1 0 0,0 1 0 16,-3 0 0-16,0 2 0 0,-3-1 0 0,-3-1 0 16,-2 2 0-16,-3-1 0 15,-2 2-720-15,-5 0-48 0,-4 1 0 0,-5 0 0 16,-3 0-832-16,-6 0-192 0,-1 0-16 0,-3-2-16 15,-10 2-2192-15,0 0-432 0,0 0-96 0</inkml:trace>
  <inkml:trace contextRef="#ctx0" brushRef="#br0" timeOffset="10064.45">8743 2096 13823 0,'0'0'608'0,"0"0"128"0,0 0-592 0,0 0-144 0,0 0 0 0,0 0 0 15,0 0 6768-15,0 0 1312 0,0 0 272 0,0 0 48 16,0 0-4992-16,0 0-992 0,9 0-208 0,-1 0-32 0,-8 0-1024 0,10 2-192 15,-1 1-32-15,0 1-16 16,0 0-336-16,-1 2-64 0,0-3 0 0,0 3-16 0,2 0-176 0,1-1-16 16,1 0-16-16,-1 2 0 0,2-1-288 0,-1 2 0 15,1-2 0-15,1 2 0 0,1-1 0 0,-1 1 0 16,-1-2 0-16,-1 1 0 0,-2-2 0 0,1 0 0 16,-2 0 0-16,-1 2 0 0,0-3 0 15,-1 0 0-15,-7-4 0 0,0 0 0 16,6 6 0-16,-6-6 0 0,2 8 0 0,-1-2 0 0,-1-6 0 0,-2 8 0 15,-2-1 0-15,-1-1 0 0,-3-2 0 0,-1 3 0 16,-3-1 128-16,-2 1-128 0,-1-1 0 16,0-2 0-16,-2 0 128 0,0 1-128 15,0 1 0-15,0 0 0 0,1-1 0 0,3-1 0 0,-1 0 0 0,1 1-224 16,0-1 32-16,1-1 16 16,2-1-1200-16,1 2-240 0,2-2-48 0,2 2-22272 0</inkml:trace>
  <inkml:trace contextRef="#ctx0" brushRef="#br0" timeOffset="12115.69">9303 1630 20271 0,'0'0'1792'0,"0"0"-1424"0,0 0-368 0,0 0 0 0,-5-4 3312 0,5 4 592 15,0 0 112-15,0 0 16 0,0 0-1456 0,0 0-288 16,0 0-64-16,-1 12-16 0,-2 2-560 0,1 9-112 15,0 4-32-15,1 3 0 0,-3 3-672 0,0 6-128 16,-1 5-16-16,1 5-16 0,0 5-176 0,2 2-48 16,0 0 0-16,1-1 0 0,0-3-176 0,-2-2-32 15,0-5-16-15,2 1 0 0,0-7-96 0,-1-1 0 16,2-3-128-16,2-1 192 0,-4 0-192 0,1-4 144 0,-1-4-144 16,0-4 128-16,1-3-128 0,1-3 0 15,-1-2 144-15,-1-2-144 0,2-3 0 0,0-2-240 16,0-7 48-16,0 0 0 15,0 0-1376-15,0 0-272 0,0 0-48 0,2-8-16 16,0-4-2448-16,2-1-480 0</inkml:trace>
  <inkml:trace contextRef="#ctx0" brushRef="#br0" timeOffset="12595.51">9328 1725 31967 0,'0'0'1408'0,"0"0"304"0,0 0-1376 0,0 0-336 0,0 0 0 0,0 0 0 0,0 0 1920 0,0 0 320 15,0 0 64-15,0 0 16 0,5-6-272 0,3-2-64 0,3-1-16 0,2-1 0 16,1-1-880-16,3-1-192 16,2-2-16-16,4 0-16 0,0-2-64 0,2-1-16 15,2-2 0-15,2-1 0 0,0-2-256 0,2 0-48 0,4-1-16 0,2 0 0 16,3-6-208-16,0 2-32 0,2-2-16 15,2 2 0-15,5 0-208 0,-2-1 176 16,0-1-176-16,-2-1 160 0,1 0-160 0,-1 0 0 0,0 1 0 16,-1-1 0-16,0 0 0 0,-1 1 0 15,-2 0 0-15,-2 4 0 0,-1-1 0 0,-3 4 0 0,-2 4 0 0,-2 1 0 16,-2 1 0-16,-3 2-144 0,-3-2 144 0,-2 6-160 16,-3 2-64-16,-1 3-16 0,-3-4 0 0,1 2 0 15,-5 1-592-15,-1 0-128 0,-1 3-32 16,0-1 0-16,-1 0-1152 0,0 1-224 15,0 2-64-15,2 1-11296 0,0 2-2272 0</inkml:trace>
  <inkml:trace contextRef="#ctx0" brushRef="#br0" timeOffset="13016.28">10770 864 33455 0,'0'0'1472'0,"0"0"320"16,0 0-1424-16,0 0-368 0,0 0 0 0,0 0 0 0,0 0 1792 0,0 0 272 0,4 7 64 0,0 3 16 16,-2-3-208-16,1 8-32 15,0 4-16-15,-1 7 0 0,2 4-640 0,0 3-128 0,0 5-32 0,0 5 0 16,-1 2-336-16,0 5-80 16,-1 2-16-16,-1 8 0 0,-1 5-208 0,1 6-64 0,-1 3 0 0,2 3 0 15,-1 0-192-15,2 1-32 16,0 3-16-16,0 4 0 0,0 2-144 0,1-2 0 0,-1-3 0 15,1-1 0-15,0 1 0 0,0-1 0 0,-2-1 128 0,0 0-128 16,2-2 0-16,-1-5 0 0,-2-5 0 0,2-4 128 16,-3-2-128-16,-2 1 0 0,1-6 0 0,-3 1 0 15,0-3 0-15,2-2 0 0,-1-2 0 0,0-3 0 16,-1-4 0-16,2-2 0 0,-2 0 0 16,1-4 0-16,-1-4 0 0,2-1 0 0,-2-3 128 15,0-1-128-15,-1-2 0 0,1-2 0 0,1-1 0 0,-1-1 0 16,0-2 0-16,2-3 0 0,-1-2 0 0,1 0 0 15,-1-3-256-15,-1-2 32 0,0-2 0 0,2 1 0 16,-2-4-992-16,4-6-192 0,0 0-32 0,0 0-16 16,0 0-1296-16,0 0-256 0,0 0-48 15,0 0-16240-15</inkml:trace>
  <inkml:trace contextRef="#ctx0" brushRef="#br0" timeOffset="13362.23">10727 3976 16575 0,'-12'2'1472'0,"12"-2"-1168"16,0 0-304-16,0 0 0 0,0 0 4480 0,0 0 848 16,-4 2 176-16,4-2 16 0,-4-3-2704 0,1 0-560 15,-1-1-96-15,-2 0-32 0,0 2-464 0,-2-1-112 16,0-1-16-16,-1-1 0 0,-3-1-432 0,1-2-80 16,-1-1-32-16,-1 0 0 0,-4-2-208 0,0-2-32 15,-1-4-16-15,-3 0 0 0,-3-2-352 0,1-2-80 16,-3-1-16-16,-3-2 0 0,-2-3-160 0,-3 1-128 0,-1-4 192 15,-3-2-192-15,-1-1 0 0,-4-1 0 0,-3-3 0 16,-2 2 0-16,0 0-160 0,1 0 160 0,0-3-160 16,0 0 160-16,0 0-192 0,1 2 48 0,-1-2 16 0,2 3 0 15,-2-1 128-15,1 2 0 0,3 1 0 0,0 0-128 16,3 0 128-16,-1 3 128 0,5 2-128 0,1 0 176 16,1 1-176-16,5 1 0 0,3 2 0 0,3-2 0 15,0 2 0-15,4 1-256 0,3 0 64 0,3 1 16 16,3-2-896-16,2 3-176 15,1 2-32-15,5 3-14528 0,2 3-2880 0</inkml:trace>
  <inkml:trace contextRef="#ctx0" brushRef="#br0" timeOffset="13994.79">9584 1934 36287 0,'0'0'1600'0,"-3"-4"336"0,2 0-1552 0,-2 0-384 16,3 4 0-16,0 0 0 0,0 0 2224 0,0 0 352 16,0 0 80-16,0 0 16 0,0 0-816 0,0 0-176 15,-1 9-16-15,-1 3-16 0,1 8-880 0,0-2-160 16,0 1-32-16,-2 4-16 0,2 0-240 0,-1 3-32 16,1-1-16-16,1 0 0 0,-1-2-272 0,1-1 0 15,0 1 128-15,2-1-128 0,0 0 0 0,-1-1 0 16,-1-2-208-16,0-4 80 15,1 0-1024-15,1-4-208 0,-2-3-48 0,0-1 0 16,-2 1-1472-16,2 1-320 0,0-2-48 0</inkml:trace>
  <inkml:trace contextRef="#ctx0" brushRef="#br0" timeOffset="14433.92">9383 2227 12895 0,'0'0'1152'0,"0"0"-928"0,0 0-224 0,0 0 0 15,0 0 6576-15,0 0 1264 0,0 0 256 0,0 0 48 16,0 0-5424-16,9 2-1088 0,1-2-224 0,2-2-32 16,1 0-560-16,2-2-112 0,-1-1-32 0,0-2 0 0,2-1-336 0,1-2-64 15,0 1-16-15,0-2 0 0,1 2-128 0,0-1-128 16,-1-3 144-16,0 2-144 0,-1 5 0 0,-1-1 128 16,0 2-128-16,-2 1 0 0,-2 1 0 0,-1 2 0 15,-3 4 0-15,0 1 0 0,-7-4 0 0,5 10 0 16,-1 2 0-16,0 2 0 0,-3 2 320 0,2-1-16 15,0-1-16-15,-1 0 0 0,1-2-160 0,-1 1-128 16,2-3 192-16,0-1-192 0,-1-1 128 16,-3-8-128-16,5 5 0 0,-5-5 0 0,0 0 0 0,8 0-256 15,0-2 64-15,-2-2 0 0,1-3-80 0,-1-1-16 16,1-1 0-16,-1-4 0 0,1 0 48 0,1-1 16 16,-1-1 0-16,1 0 0 0,-1-1 32 0,-1 1 16 15,-1 0 0-15,1 3 0 0,-2 2 176 0,-1 2 0 16,0 2 0-16,-3 6-128 0,0 0 128 0,0 0 256 15,0 0-64-15,0 0-16 0,0 0 272 0,4 8 48 0,-3 2 16 0,2 2 0 16,-2 1-272-16,2-2-48 0,-1 3-16 0,1-1 0 16,0 0-176-16,1 0 0 0,-1-3 0 15,1 2 0-15,2-3 0 0,0 0-224 0,1-1 32 0,-1-3 0 16,2-1-1488-16,0-1-304 0,-8-3-48 16,10 0-16-16,1 0-2064 0,-1-3-432 0</inkml:trace>
  <inkml:trace contextRef="#ctx0" brushRef="#br0" timeOffset="15067.95">9980 2085 25791 0,'0'0'1152'0,"0"0"224"0,0 0-1104 0,0 11-272 0,0-2 0 16,0 1 0-16,0-1 4576 0,1 2 864 0,1 1 160 0,-1-1 32 16,1 1-3296-16,2-2-672 0,2 1-128 0,-1-1-16 0,0-1-992 0,0-1-192 15,-1 0-32-15,1-1-16 0,1-2-128 0,-6-5-32 16,7 1 0-16,-7-1 0 0,0 0-128 0,8-1 0 15,-1-2 0-15,-2-1 128 0,0-1-272 0,0-1-64 16,-1-4-16-16,0 1 0 16,0-2-272-16,0-3-48 0,0-1-16 0,0-1 0 15,-2-3-256-15,1-1-48 0,0-3-16 0,1-2 0 16,0-1-160-16,-1 0-48 0,1-6 0 0,2 0 0 16,-3-3 448-16,1 1 64 0,-1 2 32 0,0 5 0 15,-3 4 768-15,1 3 160 0,0 6 16 0,0 3 16 0,-1 3 736 0,2 3 128 16,-2 5 48-16,0 0 0 0,0 0-240 0,0 0-32 15,5 11-16-15,0 0 0 0,0 2-464 0,1 3-112 16,-1 1-16-16,-1 3 0 0,0 2-192 0,0 1-32 16,1 2-16-16,-1 1 0 0,0 1-16 0,1 2-16 15,-1-2 0-15,0 2 0 0,0-3-176 0,1 0 0 16,-1 2 0-16,0-6 0 0,-2-1 0 0,2-3 0 0,-1-2 0 16,2-1 0-16,-1-4 0 0,0-1 0 0,0-1 0 15,-2-2 0-15,-2-7 0 0,0 0 0 0,0 0 0 0,0 0 0 16,0 0 0-16,0 0 0 0,0 0 0 0,6-7 0 15,-1 1 0-15,-1-6 0 0,0 0 0 0,1-1 0 0,-1 0 0 0,1-1-176 16,-1 0 176-16,0 0-128 16,0 0 128-16,0 1 0 0,-1 0 0 0,3 1 0 0,-1 1 0 0,0 0 0 15,-1 2 0-15,1 3 0 0,-5 6 0 16,7-4 0-16,-2 0 0 0,-5 4 128 0,0 0 0 0,8-3 16 16,-2 0 0-16,2 2 0 15,1 1-16-15,0 1-128 0,1 1 192 0,-3 2-64 16,-7-4-128-16,9 4 0 0,1 1 0 0,-1 5 0 0,0 2 0 15,-1 0 0-15,-2-1 0 0,-1 0 128 0,-1-1-128 16,-2 1 0-16,-2-1 128 0,-2-1-128 0,0 2 0 16,-2-3 144-16,-1 2-144 0,-1-1 0 0,-1 2 0 15,-4 0 0-15,-1-2 128 0,1 1-128 0,-1-3 0 16,0 0 0-16,-1-2 0 16,-1 0-640-16,-1-1-160 0,2-1-32 0,0-1 0 15,2 1-2304-15,0 0-480 0</inkml:trace>
  <inkml:trace contextRef="#ctx0" brushRef="#br0" timeOffset="15702.6">10910 2154 17503 0,'0'0'1552'0,"0"0"-1232"0,-7 0-320 15,2 0 0-15,5 0 5360 0,0 0 1008 0,0 0 208 0,0 0 32 16,0 0-3216-16,0 0-640 0,0 0-128 0,0 0-16 16,9 0-1296-16,3 0-256 0,2-1-48 0,4 0-16 15,4 1-464-15,4-3-80 0,4 1-32 0,4 0 0 16,3 0-160-16,1 0-48 0,-1 1 0 0,1 0 0 0,0-2-208 15,4 0 0-15,2 3-192 0,4-1 192 16,2-1 192-16,2-2 160 0,2 1 32 0,-1 2 0 16,-2-3-224-16,-3 1-32 0,-4 1-128 0,-1-1 192 0,-1 2-192 15,-3 1 0-15,-4-3 0 0,-3 0 0 16,-2 3-448-16,-4-1-128 0,-5-3-16 0,-3 2-16 16,-2 0-928-16,-3 1-192 15,-3 0-48-15,-2 1 0 0,-8 0-2512 0,8-3-496 0</inkml:trace>
  <inkml:trace contextRef="#ctx0" brushRef="#br0" timeOffset="16035.46">11964 1977 32255 0,'0'0'2864'0,"0"0"-2288"0,0 0-576 0,0 0 0 0,-5 1 3952 0,5-1 672 16,0 0 144-16,0 0 32 0,0 0-2304 0,0 0-464 15,0 0-96-15,0 0-16 0,0 0-1088 0,0 0-208 16,0 0-48-16,5 11-16 0,2-1-368 0,1-2-192 15,2 0 192-15,0 1-192 0,2 0 144 0,0 0-144 16,0-1 0-16,2 1 144 0,0 0-144 0,2 2 0 16,0-5 0-16,-1-1 0 0,1 1 0 0,-2 0 0 15,-1 1 0-15,0-3 0 0,-1 1 0 0,-2 0 0 16,0 0 0-16,-4 0 48 0,-6-5-48 16,0 0 0-16,0 0 0 0,0 0 0 0,4 8 0 0,-4-8 0 0,0 8 0 0,-3 1 0 15,-1-2 0-15,-1 2 0 0,-3 0 0 16,-2 3 0-16,-2-2 0 0,1 2 0 0,-1-2 0 15,-1 1 0-15,-2 0 0 0,2 1 0 0,2-4 0 16,-1 1 0-16,2 0 0 0,-1 0 0 16,-1-1 0-16,2-1 0 0,-1-1-304 0,5-2-48 0,1 0-16 0,5-4 0 15,0 0-3152-15,0 0-640 16</inkml:trace>
  <inkml:trace contextRef="#ctx0" brushRef="#br0" timeOffset="19194.32">3254 330 36735 0,'-8'-3'1632'0,"8"3"336"0,0 0-1584 0,0 0-384 0,0 0 0 0,0 0 0 15,0 0 1616-15,0 0 240 0,0 0 64 0,3 10 0 16,-3-1-256-16,2 3-64 0,1 1 0 0,0 1 0 16,-2 2-960-16,2-1-192 0,-1 1-32 0,1 0-16 0,-1 1-272 0,2-3-128 15,-1 0 0-15,1 1 128 16,0-7-912-16,0 1-192 0,-2-1-48 0,2-2 0 16,-4-6-2384-16,0 0-496 0,0 0-80 15</inkml:trace>
  <inkml:trace contextRef="#ctx0" brushRef="#br0" timeOffset="19565.24">3280 244 8287 0,'0'0'736'0,"-6"-1"-592"16,-1-3-144-16,-1 2 0 0,0 0 7552 0,1 0 1488 16,-2-1 304-16,-1 0 48 0,1 2-6448 0,-1 1-1296 0,1 1-256 0,0 2-48 15,-2 0-256-15,1-1-64 16,-1 3 0-16,0 3 0 0,-1 3-576 0,-1 2-112 15,0 1-16-15,0 6-16 0,0-1-112 0,0 5-32 16,0 3 0-16,2 2 0 0,1-2-32 0,2-1-128 16,3-1 192-16,2-3-64 0,2-2-128 0,2-1 0 0,3-1 0 0,4-2 0 15,2-4-176-15,3-2-64 0,2-1-16 0,2-1 0 16,1-5-48-16,3-2-16 0,1-2 0 0,3-2 0 16,1-3 144-16,-2 1 32 0,0-5 0 15,-1 1 0-15,1-5 144 0,-1 2-208 0,0-2 80 0,-1-2 128 16,-1-1-208-16,-2 2 80 0,-2-1 128 0,-1 0-208 0,-3 1 208 15,-3-1 0-15,-2 2 0 0,-2-2-144 0,-2 2 144 16,-2 1 0-16,-2-2 0 0,-2 1 0 0,-2 0 0 0,-1 1 0 16,-4 0 0-16,0 1 0 0,-1 1-208 15,-2 1 32-15,-1 0 16 0,0-1 0 16,0 1-944-16,0 1-192 0,-2 5-48 0,2-3-12224 16,2 3-2464-16</inkml:trace>
  <inkml:trace contextRef="#ctx0" brushRef="#br0" timeOffset="20273.58">8234 931 42095 0,'0'0'1856'0,"0"0"400"0,0 0-1808 0,8-1-448 16,0 0 0-16,-2-2 0 0,-2-1 1264 0,2 2 144 16,0-1 48-16,1 0 0 0,2 2-32 0,1-1 0 15,-1 0 0-15,6 2 0 0,-1 0-800 0,0 0-176 0,-2 2-16 16,1-2-16-16,0-2-224 0,-1 2-32 15,-2 2-16-15,-1 0 0 0,-2 2-144 0,-7-4 128 0,0 0-128 0,5 7 128 16,-1-2-128-16,-3 1 160 0,-1 3-160 0,-2 1 160 16,-3 0-32-16,-2 4 0 0,-2-1 0 0,-3 4 0 15,-1-1 0-15,-1 1-128 16,-2 0 192-16,0 0-64 0,2 0-128 0,1-2 0 16,1-2 144-16,2 1-144 0,1 0 0 0,2-4 0 0,1-1 0 0,1-2 0 15,2-1 0-15,3-6 0 0,0 0 0 0,0 0 0 16,0 0 0-16,6 3 0 0,2-2 0 0,3-2 0 15,0-2 0-15,3 0 0 0,0-3-128 0,1 0 128 16,2-1-656-16,2-2-48 16,0 4-16-16,1-4 0 0,-1-2-1200 0,2 1-224 0,-1-2-48 0,1 2-12240 15,-1-1-2448-15</inkml:trace>
  <inkml:trace contextRef="#ctx0" brushRef="#br0" timeOffset="20683.48">8487 768 17503 0,'-13'-14'768'0,"7"9"176"0,-3 0-752 0,-2 1-192 0,1-3 0 0,-2 2 0 0,1 2 5696 0,0 2 1088 15,-2 1 240-15,-2 0 32 0,0-1-4016 0,-2 2-800 16,-1 2-176-16,-3 1-16 0,-3 2-896 0,-1 3-160 16,-1 2-32-16,0 0-16 0,-1 4-288 0,0-2-48 15,-2 4-16-15,3 2 0 0,1 5-208 0,3-1-32 0,1 3-16 0,4 0 0 16,3 4-176-16,3 0-32 15,5 0-128-15,3-2 192 0,2 2-192 0,5-2 0 16,2 0 128-16,5-2-128 0,2-1 0 0,2-1 0 16,5-4 0-16,1 1 0 0,2-4-144 15,3-2 144-15,4-2 0 0,3-3-144 0,0-1 144 0,2-3 0 0,1-1 0 0,2-2 0 16,-1-3 0-16,0-3 0 0,2 0 0 0,-1-4 0 16,-3-2 0-16,-1 0 0 0,-1-4 128 0,-2-3-128 15,-2 0 0-15,-3-4 128 0,-3-1-128 0,-2-1 0 16,-4-1 0-16,-4 0 0 0,-2-2 0 15,-5 2 0-15,-2-2 0 0,-3 0 0 0,-2 0 0 0,-4 2 0 16,-4 1 0-16,-2 1 0 0,-2 1 0 0,-1-1 0 16,-4 2 0-16,-2 2 0 0,-1 1 0 0,0 3 0 15,-1-2-544 1,0 2-80-16,-1 2-16 0,-1 1 0 0,1-1-1824 16,1 5-368-16,1-3-80 0</inkml:trace>
  <inkml:trace contextRef="#ctx0" brushRef="#br0" timeOffset="24057.61">12007 955 7359 0,'-4'-4'656'0,"-1"1"-528"0,-1-2-128 0,-1 1 0 16,-1 0 4928-16,2 0 960 0,-1 2 192 0,1-3 48 16,2 1-2272-16,0-2-448 0,4 6-80 0,-3-5-32 0,2 1-928 0,1 4-176 15,1-6-32-15,2-1-16 0,1 0-944 16,0 0-192-16,2 2-48 0,2 1 0 0,0-3-512 0,1 1-128 15,3-1 0-15,1 1-16 0,0 2-304 0,2-1 0 16,1-1 128-16,0 4-128 0,-1 2 0 0,0 0 0 16,-2 0 0-16,0 0 0 0,-3 1 0 0,-1 2 0 15,-1-1 0-15,-1 4-144 0,-7-6 144 0,4 7-192 16,-4-7 192-16,2 8-192 0,-2-8 192 0,-1 9-192 16,-2 2 192-16,-2-1-192 0,-1-1 192 0,-1 0 0 15,-3-1 0-15,-2 1 0 0,0 2 0 0,0-3 0 16,2-1 0-16,0 1 0 0,-2 0 0 0,1 0 0 15,2-2 0-15,1 1 0 0,1-3 0 0,0 0 0 16,7-4 0-16,-4 5 0 0,4-5 0 0,0 0 0 16,0 0 0-16,0 0 0 0,4 8 0 0,1-2 0 15,-5-6 0-15,9 4 0 0,2 1 0 0,1 1 128 16,1-1-128-16,0 0 0 0,1-2 192 0,0 1-48 16,1 0 0-16,-1-1 0 0,-1 1-144 0,0 3-192 15,-1-3 32-15,-3 2 16 0,-1 0 144 0,-2-1 176 16,0 1-48-16,-3 1 0 0,-3-7-128 0,2 9 0 15,-4 0 0-15,0-1 0 0,-5-2 0 0,-1 2 240 0,-2 0-16 0,-3 0 0 16,-1-2-80-16,-2 1-16 16,-1-1 0-16,0 1 0 0,-1-3-128 0,0 0 0 0,-2 0 0 0,2-2 0 15,1 1-256-15,3-1-64 0,-1 0-32 0,2-2 0 16,1-2-1680 0,3 1-336-16,9 1-64 0,-4-5-18800 0</inkml:trace>
  <inkml:trace contextRef="#ctx0" brushRef="#br0" timeOffset="24493.42">12242 673 37375 0,'-20'-11'1664'0,"13"9"320"0,-3 0-1584 0,-3 0-400 16,-1 1 0-16,-3 0 0 0,-1 1 304 0,-3 0-32 15,-1 0 0-15,-2 2 0 0,-2 2 1200 0,0 3 224 16,-1-1 48-16,-1 5 16 0,-2 2-800 0,0 0-144 15,0 2-48-15,2 2 0 0,-1 0-240 0,0 2-48 16,1 1-16-16,0 4 0 0,4 3 16 0,-1 2 0 16,1 1 0-16,2 4 0 0,3 2-352 0,3 2-128 15,2-1 0-15,3-1 0 0,3-1 208 0,4-1-48 16,4-1-16-16,4-1 0 0,6-2 32 0,3-2 0 0,4 1 0 0,3-3 0 16,4-3-176-16,3-1 192 0,3-4-192 0,4-3 192 15,3-3-192-15,3-5 0 16,2-1 144-16,1-3-144 0,2-5 160 0,2-1-32 0,0-1-128 15,0-2 192-15,0-2-64 0,-1-5 0 0,-3-4-128 16,-2 1 192-16,0 1-192 0,-3-3 128 0,-3-2-128 16,-4-4 0-16,-2-2 0 0,-4 0 0 15,-3-1 0-15,-3-2 0 0,-2-1 0 0,-4 0 0 16,-5-1 0-16,-4 0 0 0,-5-1-192 0,-3 6 192 0,-3-2-192 0,-3 3 192 16,-3 1 0-16,-3 2 0 0,-3 1 0 0,-3 2 0 15,-3 1 0-15,-3 1 0 0,0 2 0 0,-1 0 0 16,-1 2-160-16,1 1-32 0,1 1 0 0,-22-8-1216 15,28 10-32 1,2 2-32-16,3 1-13184 0,2 3-2640 0</inkml:trace>
  <inkml:trace contextRef="#ctx0" brushRef="#br0" timeOffset="29983.38">5979 4566 4607 0,'0'0'192'0,"0"0"64"0,0 0-256 0,0 0 0 16,-7 4 0-16,7-4 0 0,0 0 6384 0,0 0 1232 15,-6 0 240-15,-1-1 48 0,-1 0-4480 0,1-2-896 16,-1-2-176-16,0-1-48 0,0-4-912 0,0 1-192 16,2-4-48-16,-2-1 0 0,0-5-592 0,0-2-128 0,-1-1-32 0,1-4 0 15,-1-4-240-15,-1-1-160 0,-2-6 192 0,2 0-192 16,-1-5 0-16,0-1 0 0,0-3 0 0,1-3 0 15,-2-1 0-15,2-1 0 0,-2-1 0 0,1 1 0 16,1 0 0-16,-1 5 0 0,1 1 0 0,1 2 0 16,1 3 0-16,2 3 0 0,-1 5 0 0,3 0 0 15,0 2 128-15,2 3-128 0,0 4 0 0,1-1 0 16,2 2 0-16,1 1 0 0,0 0 0 0,1 2 0 16,3-1 0-16,1 2 0 0,-1 0 0 0,2-3 0 0,1 5 0 15,0-1 0-15,2 1-192 0,1 1 192 0,-1 1-192 16,0-1 48-16,-1 2 16 0,2-1 0 15,-2-1 128-15,0 2-208 0,-3 0 80 0,0 0 128 0,-2-1-128 0,0 1 128 16,-1 0 0-16,-2 0 0 0,-2 0 0 16,-2 0 0-16,1-2 0 0,0 1 0 0,-3 0 192 15,-3 1-64-15,-1 0 0 0,-1-2 0 0,1 4 32 0,-2-1 0 16,0 1 0-16,0 2 0 0,1 0 64 0,0 3 16 16,-1-1 0-16,1 2 0 0,-1-5-240 0,3 4 0 15,-4 2-192-15,3 0 192 0,2-1-384 0,1 1 48 16,1 0 0-16,4 4 0 15,0 0-2432-15,1-6-496 0,4-1-80 0,3 1-14016 0</inkml:trace>
  <inkml:trace contextRef="#ctx0" brushRef="#br0" timeOffset="30453.28">5867 2788 11055 0,'-11'-13'976'0,"7"8"-784"0,0-1-192 0,4 6 0 15,-3-2 5136-15,3 2 992 0,0 0 192 0,-6 1 32 16,1 2-3664-16,-1 2-752 0,-1 0-144 0,1 3-16 16,-2 1-48-16,0 2-16 0,0 3 0 0,-1-1 0 0,-1 1-944 0,-1 2-176 15,1-3-32-15,-1 0-16 0,1 0-176 0,-1 0-48 16,2-1 0-16,1 0 0 0,1-2-128 0,0-2-48 15,-1-3 0-15,3-1 0 0,0 0-16 0,5-4 0 16,-5 2 0-16,5-2 0 0,-6-3-128 0,3-3 0 16,0-1 0-16,2-3 128 0,-2 0-128 0,3-2-256 15,0-2 64-15,3-3 16 0,1-3-32 0,1-2-16 16,-1 0 0-16,1-1 0 16,1-2 96-16,1 1 128 0,1 1-208 0,0 1 80 0,-3 1 128 15,4-7 0-15,-3 8 0 0,1 4 0 0,-2 7 0 0,0-2 256 16,-5 11-64-16,0 0-16 0,0 0 144 0,0 0 16 15,0 0 16-15,0 0 0 0,11-2-48 0,-11 2-16 16,12 4 0-16,-12-4 0 0,6 5-80 0,1 1-16 16,-1 5 0-16,2-2 0 0,0 1 64 0,0 3 0 15,-1 1 0-15,1-3 0 0,0 0-256 0,1 0 0 0,0 0-144 16,0-1 144-16,-1-1 0 0,1 1-144 16,0-3 144-16,2 1 0 15,-2 0-1648-15,1 0-240 0,1-2-48 0</inkml:trace>
  <inkml:trace contextRef="#ctx0" brushRef="#br0" timeOffset="32171.86">4983 5128 19343 0,'-4'-16'848'16,"4"16"192"-16,-3-6-832 0,1-1-208 0,-2 0 0 0,1-3 0 0,1 5 5536 0,2 5 1056 16,-3-5 224-16,0 1 32 0,3 4-3824 0,0 0-768 0,0 0-144 0,0 0-48 15,-7-1-1088-15,0 2-208 16,0 0-64-16,1 6 0 0,-2 5-304 0,-1 5-64 16,0 2-16-16,-2 6 0 0,0 4-128 0,-1 1-48 15,0 4 0-15,2 1 0 0,2 1-16 0,0 1 0 16,2-1 0-16,3-2 0 0,0-4-128 0,3-2 0 15,2-4 0-15,2-3 128 0,1-5-128 0,4-2 0 0,-2-1 0 16,0-2 0-16,2-4-128 0,2 1 128 16,-1-6-160-16,2-1 160 0,1-2-160 0,3-3 160 0,2-2-160 0,0-1 160 15,1-4-144-15,-3 1 144 0,4-5-128 16,1 0 128-16,0-4-176 0,-2 1 176 0,0-5-208 0,-3 3 80 16,1-3 128-16,-4-1-160 0,1 0 160 0,-4-3-160 15,-1 0 160-15,-4 1 0 0,-1 0 0 16,-3-1 0-16,-1-1 0 0,-1-2 0 0,-1 1 0 15,-2 3 0-15,-3 2 0 0,1 1 0 0,-3 3 0 0,-1 1 0 16,-1 2-192-16,-1 3 64 0,-1 2 0 0,1 2 0 0,-1-1-224 16,0 4-32-16,1 1-16 0,1 1 0 15,-1 3-1712 1,3 3-320-16,1 2-80 0,1 4-11584 0,1 6-2320 16</inkml:trace>
  <inkml:trace contextRef="#ctx0" brushRef="#br0" timeOffset="32480.15">4967 5318 12895 0,'0'0'1152'0,"-5"2"-928"15,-2-2-224-15,7 0 0 0,-6 4 7568 0,1 2 1472 16,-1 1 304-16,1 2 48 0,1 1-5968 0,2 2-1184 16,-1 2-256-16,2 3-32 0,1 3-1056 0,2 1-192 0,1 0-64 0,2-2 0 15,0-2-336-15,3-1-80 16,1-2-16-16,2 0 0 0,1 3-208 0,-2 0 176 0,0-2-176 0,1-4 160 31,-1 0-672-31,2-5-128 0,-2 0-16 0,2-3-16 16,-1-1-1296-16,-1-2-256 0,0-2-48 0,1 0-12544 0,-2-5-2512 15</inkml:trace>
  <inkml:trace contextRef="#ctx0" brushRef="#br0" timeOffset="32834.98">5052 4776 15663 0,'0'0'688'0,"-4"-3"144"0,-1 1-656 0,0-1-176 0,1-2 0 0,4 5 0 0,0 0 6224 0,0 0 1216 16,0 0 240-16,0 0 64 0,0 0-4880 0,0 0-976 15,0 0-192-15,0 0-32 0,0 0-960 0,0 0-176 16,0 0-32-16,2 10-16 0,-2-10-96 0,3 10 0 16,-1-1-16-16,2-1 0 0,-1 2-144 0,-2-2-32 15,-1-8 0-15,6 9 0 0,-6-9-192 0,7 6 144 16,1-2-144-16,0 0 128 0,-8-4-128 0,9 2 128 15,2-2-128-15,-1-3 128 0,0-2-128 0,1 0 0 16,-1-5 0-16,-1 1 0 0,1 0 0 0,-3-1 0 0,0-1 0 0,-2 1 128 16,-1 1-128-16,-1 0 0 15,-1 0 0-15,-2-2 128 0,-1 2-128 0,-2 1 192 16,-1 2-192-16,0-1 192 0,1 1-192 0,-3 0 0 0,0 1 0 16,-1 3 128-16,-1-1-320 0,1 2-64 0,-1 1 0 0,1 1-16 31,2 2-2272-31,-1 0-448 0,6-3-80 0,-4 10-17552 0</inkml:trace>
  <inkml:trace contextRef="#ctx0" brushRef="#br0" timeOffset="33627.37">5525 5277 27007 0,'0'0'1200'0,"-6"1"240"0,6-1-1152 0,-7 3-288 16,1-3 0-16,6 0 0 0,0 0 3392 0,0 0 640 16,0 0 112-16,0 0 16 0,-7 2-1232 0,7-2-256 15,0 0-48-15,0 0-16 0,0 0-1168 0,0 0-224 0,0 0-64 0,0 0 0 16,8 0-528-16,2 0-112 16,2-1-32-16,0 0 0 0,0-3-288 0,-1 0-48 15,4-1-16-15,0-1 0 0,2 1-128 0,1 0 0 16,1 1 0-16,-2 0 0 0,0 0 0 0,-2-1-144 0,0 1 144 0,-2 1 0 15,1 1-960 1,-1 1-64-16,-1-2-32 0,-2 2 0 0,-1 1-1872 16,-1 0-368-16,0 1-80 0</inkml:trace>
  <inkml:trace contextRef="#ctx0" brushRef="#br0" timeOffset="33796.32">5464 5453 30399 0,'0'0'2704'0,"0"0"-2160"0,0 0-544 0,0 0 0 0,0 0 4352 0,0 0 768 15,0 0 160-15,0 0 32 0,10-3-3360 0,3 2-672 16,2-2-128-16,0-2-16 0,0 0-720 0,-1-2-144 16,3-1-16-16,3 1-16 0,-1-1-240 0,1 0-240 15,0 0 48-15,1-1 16 16,2 1-1888-16,-1-4-384 0,0 2-80 0,0 1-11872 16,0 1-2384-16</inkml:trace>
  <inkml:trace contextRef="#ctx0" brushRef="#br0" timeOffset="34604.06">6159 5215 12895 0,'-11'3'576'0,"7"0"112"0,-3-3-560 0,1 0-128 0,2-3 0 0,-1 2 0 0,0-1 7152 0,1 1 1392 16,4 1 288-16,0 0 48 0,-1-4-5360 0,0-1-1056 16,2-3-224-16,3 0-32 0,0 1-1216 0,5-3-240 15,1 3-48-15,3-5-16 0,0 1-368 0,4-2-80 16,1 0-16-16,1 2 0 0,-1-1-96 0,2 4 0 0,-1-1-128 15,-1 1 192-15,-1 2-192 0,-1-4 176 16,0 4-176-16,-2 1 160 0,-2 2-160 0,-1 2 0 16,0 2 0-16,-3-1 128 0,-8 0-128 0,0 0 0 15,0 0 0-15,0 0 0 0,0 0 160 0,4 8-160 16,-2 1 192-16,-1-2-192 0,-2 0 160 0,-3 1-160 16,-1 0 128-16,0 1-128 0,0 0 128 0,-1 2-128 15,0-1 0-15,-2 1 128 0,-1-4-128 0,0 3 0 16,0-4 0-16,0 3 0 0,-1 2 0 0,3-5 0 15,-1 2 0-15,1-1 0 0,1-1 0 0,1 1 0 0,1-1 0 0,4-6 0 16,-4 7 0-16,4-7 0 0,0 7 0 0,0-7 0 16,0 8 0-16,0-8 0 0,2 8 0 0,2 1 0 15,1-4 0-15,3 2 0 0,0-2 0 0,1 2 0 16,0-5 0-16,2 2 0 0,0 3 0 0,1-3 128 16,0 1-128-16,0 0 0 0,1 0 0 0,0 2 0 15,0-1 0-15,0 2 0 0,-1 0 0 0,-2 0 0 16,0-2 0-16,0 2 0 0,-3 1 128 0,0-1-128 15,-2 0 0-15,-2 1 0 0,-2 0 0 0,-2 2 128 16,-2-1 0-16,-1 2-128 0,-1-2 192 0,-2 1-64 16,-2-2 16-16,-1 0 0 0,-1 1 0 0,0-3 0 0,-2 1-144 15,-2-2 0-15,1-1 0 0,-3 1 0 16,-2-1 0-16,-1-3 0 0,-1 0 0 0,2 0 0 0,-1-2-128 0,2 0-16 16,0-4 0-16,2 2 0 15,2-2-880-15,0 1-192 0,4-2-16 0,2-2-16 16,2-2-2144-16,4 0-448 0,5-4-64 15,4-2-16128-15</inkml:trace>
  <inkml:trace contextRef="#ctx0" brushRef="#br0" timeOffset="35164.76">6788 5093 19343 0,'0'0'1728'0,"0"0"-1392"0,0-5-336 0,0 5 0 0,0 0 6016 16,0 0 1152-16,0 0 208 0,0 0 48 0,-3-6-4272 0,-1 3-848 15,-2-1-192-15,1 2-16 0,-1 4-960 0,-1 0-192 16,-1 2-48-16,-1 0 0 0,-1-4-480 0,-1 4-96 16,1 1-32-16,-1 0 0 0,1 2-144 0,1-1-16 15,1 4-128-15,0-4 192 0,-1 1-192 0,1-1 0 16,2-1 0-16,1 3 0 0,1 0 0 0,1 1 0 16,2-1 0-16,-1 0 0 0,4-2 0 0,-1 2 0 15,-1-8 0-15,4 8 0 0,0 0 0 0,1 0 0 16,3-2 0-16,1 1 0 0,2-1 0 0,0 1 0 15,2-1 0-15,2 1 0 0,2-2 0 0,1 0 0 16,0-1 0-16,0 0 0 0,-1 1 0 0,0-1 128 16,0 1-128-16,0 1 0 0,-1-1 0 0,-2 1 0 15,-1 1 0-15,-1-1 0 0,-2 2 0 0,-1 1 0 16,-2 0 0-16,-2 0 0 0,-1 3 0 0,0-3 176 0,-3 2 0 0,-1-1 0 16,-1 3-176-16,-2-4-256 15,-3 2 64-15,-2-1 16 0,-1 1 176 0,0-1 176 16,-3 1-48-16,-1-2 0 0,-1-3-128 0,-2-1 0 0,-2-1 0 15,0 0 128-15,-1 0-128 0,1-1 0 0,0 1 0 16,-2-2-176 0,2-4-336-16,1-1-80 0,3 0-16 0,-1-1 0 0,0-1-1056 15,3-1-192-15,0-3-64 0,4-2 0 0,3-4-2624 0,3-2-544 16</inkml:trace>
  <inkml:trace contextRef="#ctx0" brushRef="#br0" timeOffset="35351.44">6739 5110 19343 0,'1'-12'848'15,"-1"12"192"-15,0 0-832 0,0 0-208 0,0 0 0 0,7-5 0 0,1 0 6848 0,1-1 1344 16,1 3 256-16,2 0 48 0,0 0-5488 0,1 2-1088 16,1 1-208-16,2 0-48 0,-2-1-768 0,3-1-160 15,-1 0-32-15,0 2 0 0,3-1-448 0,0 1-80 16,2 0-32-16,0-2 0 0,-1 0-96 0,0-1-48 16,1 0 0-16,0 2 0 0,0 1 0 0,-1 1 0 15,-3-1 0-15,-2 0 0 16,-1 2-816-16,-2-2-144 0,-1-2-48 0,-2 4-15856 15,-1 3-3168-15</inkml:trace>
  <inkml:trace contextRef="#ctx0" brushRef="#br0" timeOffset="38012.51">7160 5432 22111 0,'0'0'1968'0,"0"0"-1584"0,0 0-384 0,5 8 0 0,-1-4 3840 0,0 2 704 16,0 1 128-16,-1-1 16 0,-3-6-1616 0,0 11-320 16,0 0-64-16,0 2 0 0,0 2-1248 0,1 0-240 15,0 2-48-15,-1 2-16 0,-1 0-592 0,0-1-112 16,-1 1-32-16,0-2 0 0,-1 0-192 0,0 1-32 15,1-5-16-15,1-3 0 16,-2 2-528-16,2 0-96 0,-1-3-32 0,4-4 0 16,-2-5-1936-16,0 0-384 0,5 3-64 0</inkml:trace>
  <inkml:trace contextRef="#ctx0" brushRef="#br0" timeOffset="38400.31">7406 5212 45791 0,'0'0'2032'0,"0"0"400"0,0 0-1936 0,0 0-496 16,2-7 0-16,-2 7 0 0,0 0 1792 0,5-4 256 0,-5 4 48 15,5-5 16-15,0 1-768 0,2 0-160 0,-1 1-32 0,2 0 0 16,1-1-832-16,0 0-192 0,2 1-128 0,-1-1 192 16,2 3-192-16,0 1 0 0,-2 0 0 0,2 0 0 15,0 1 144-15,-2 1-144 0,-1-2 160 0,-1 3-160 16,-1 3 0-16,-2 1 0 0,-1 0 0 0,-3 2-160 15,-1 0 160-15,0 4 192 0,-4 3-32 0,-1 2-16 16,-2-2-144-16,0 2 0 0,-1 2 0 0,-1 0 0 16,-1 3 0-16,1-1 0 15,-1 0 0-15,1-1 0 0,0 0 0 0,0-4 0 0,1 0 0 0,0-2 0 16,1-3 0-16,2-2 0 0,0 0 0 0,2-3 0 0,2 0 0 16,1-7 192-16,0 0-192 0,0 0 192 15,1 8-192-15,-1-8 0 0,0 0 0 0,8 5 0 0,0-1 0 16,2 0 0-16,2-4 144 0,0 0-48 0,1-4-96 0,1-1 0 15,2-2 0-15,1-1 0 16,0-1-752-16,1 0-80 0,2-3-32 0,-1-1 0 16,1-5-1616-16,-1 1-320 0,1-1-64 0,-1-2-19056 0</inkml:trace>
  <inkml:trace contextRef="#ctx0" brushRef="#br0" timeOffset="38709.25">7741 5171 45663 0,'0'0'2032'0,"0"0"400"0,-3-4-1936 0,3 4-496 0,0 0 0 0,0 0 0 0,-2-5 1712 0,2 5 240 16,3-5 48-16,-3 5 16 0,6-5-688 0,4 1-144 0,-1 0-32 0,2-1 0 16,2 1-752-16,2 1-144 15,-1 0-48-15,2 2 0 0,1 1-48 0,-3 0-16 16,2 0 0-16,-1 1 0 0,1-1-144 0,-2 0 160 0,1 6-160 0,-2-4 160 16,-3 2-160-16,-1 1 0 0,-1 3 0 0,-1 0 0 15,-2 1 0-15,-1 3 0 0,-3 1 128 0,-1 1-128 16,0 2 0-16,-1 2 0 0,-2-2 0 0,-1 2 128 15,-1 0-128-15,-2 2 0 0,1 1 0 0,-1-3 128 16,0 0-80-16,-1 0-48 0,0 1 0 0,0-2 0 0,3-2 0 16,1-2 0-16,0-2 0 0,1-1 0 15,1-1 0-15,-1 2 0 0,2-5 0 0,1-6 0 16,0 0-608-16,4 7-16 16,0-2 0-16,4-2 0 0,2-3-944 0,3-4-192 0,1-3-32 0,3-1-16 15,4 2-2832 1,0-3-560-16</inkml:trace>
  <inkml:trace contextRef="#ctx0" brushRef="#br0" timeOffset="39060">8242 5128 18431 0,'-4'-10'816'0,"4"10"160"0,-5-3-784 0,0 0-192 0,1 1 0 0,4 2 0 0,0 0 7168 0,0 0 1376 16,-7 5 288-16,1 2 48 0,-1-1-5824 0,-1 2-1168 16,1 4-224-16,-1 5-64 0,-1 0-896 0,-2 2-176 15,2 3-32-15,1 2-16 0,2-2-256 0,1 3-48 16,1-1-16-16,2 1 0 0,2-1-32 0,2-2-128 15,0 0 192-15,3-1-64 0,1 0-128 0,2-6 0 16,2 1-160-16,2-3 160 0,1-3 0 0,1-2 0 0,2-2 0 0,-1-1 0 16,0-3-128-16,-1 2 128 15,2-2-208-15,1-4 80 0,-2-2 128 0,2-2-192 16,0 1 192-16,-1-2-192 0,-1-1 192 0,0-1-128 16,-2-1 128-16,-1-2-128 0,-1-1 128 0,0-1 0 15,-3-2 0-15,-2 2 0 0,-2 1 0 0,-1 0 0 0,-5 0 0 16,1 2 0-16,-2 2 0 0,-1 1 0 0,-2 3 0 15,-2 1 0-15,-1 3 0 0,0-2 0 0,-2 6 0 16,0-2 0-16,-1 3 0 0,0 1 0 16,1 2 0-16,0 2 0 0,2 3 0 0,1-1 0 0,2 2 0 0,2 0 0 31,1 0-672-31,3-1-48 0,1-1-16 0,3-1 0 16,2 0-1152-16,1 1-224 0,2-1-64 0,3-3-12800 0,3-1-2576 0</inkml:trace>
  <inkml:trace contextRef="#ctx0" brushRef="#br0" timeOffset="39319.42">8751 5067 46767 0,'0'0'2064'0,"0"0"432"0,0 0-1984 0,0 0-512 0,0 0 0 0,0 0 0 0,0 0 1952 0,0 0 288 15,-6 8 64-15,2 2 16 0,1-2-1152 0,0 5-224 16,0 3-48-16,1 3-16 0,-1 2-592 0,0 4-112 15,0 2-32-15,-1-1 0 0,-2 3-144 0,0 0 0 16,2-1 144-16,0 1-48 0,0 0-96 0,2-2 0 16,-1-2 0-16,2-3 0 0,-1-2 0 0,2-5 0 15,0-2-160-15,2 0 160 16,-1-4-704-16,2 0-48 0,0-1-16 0,3-2 0 16,-6-6-1744-16,9 0-368 0,3-3-64 0,-1-4-18976 0</inkml:trace>
  <inkml:trace contextRef="#ctx0" brushRef="#br0" timeOffset="39568.28">8997 5227 20271 0,'0'0'1792'0,"0"0"-1424"0,0 0-368 0,0 0 0 16,0 0 6720-16,0 0 1280 0,0 0 256 0,0 0 64 0,0 0-5296 15,0 0-1040-15,-5 0-224 0,-2 1-32 16,-1 2-960-16,1 2-176 0,-3 3-32 0,0-1-16 0,-2 0-336 0,-1 5-64 16,-1 1-16-16,-2 4 0 15,1-2-128-15,-1 1 0 0,2 3 144 0,1 0-48 0,0 0-96 0,1-3 0 16,0 1 0-16,3 2 0 0,2-5 0 15,2-1 0-15,1 0 0 0,3-2 0 0,0-1 0 0,2-1 0 16,-1-9 0-16,4 9 0 0,4-2 0 0,-2-1 0 16,-6-6 0-16,11 4 0 0,0-3 0 15,4 1-240-15,0-4 80 0,2 0 16 16,3-1-480-16,1-1-80 0,1-1-32 0,1-3 0 16,1-2-1632-16,1-2-320 0,1-1-64 0,0-1-19280 0</inkml:trace>
  <inkml:trace contextRef="#ctx0" brushRef="#br0" timeOffset="40080.83">9222 5142 16575 0,'0'0'1472'0,"0"0"-1168"15,0 0-304-15,0 0 0 0,0 0 6288 0,0 0 1200 16,0 0 256-16,0 0 32 0,-6-1-4128 0,6 1-832 0,0 0-176 0,-7 4-16 16,1 4-1408-16,1 4-256 0,0 1-64 0,1 1-16 15,0 4-432-15,1 3-64 0,2 0-32 0,-1 2 0 16,2 0-160-16,2 0-48 0,0 1 0 0,1-2 0 15,1 0-96-15,0 0-48 0,1-4 0 16,0-1 0-16,2-5 0 0,-1-2 0 0,1-2 0 0,-1-1 0 16,1-1 0-16,-1-3 0 0,2 1 0 0,0-4 0 15,-1 0 0-15,0-3 0 0,2-1 0 0,-1-2 0 16,-1-1 0-16,-1-5 0 0,2 1 0 0,1-5 0 16,2-1 0-16,-2-2 0 0,0-1 0 0,1 0 0 15,1 1 0-15,1-2 0 0,-3 2 0 0,0 0 0 16,-3 5 0-16,1 2 0 0,-1 2 0 0,0 2 0 0,-3 1 0 0,-3 7 0 15,0 0 0-15,0 0 0 0,0 0 0 0,0 0 0 16,3 10 0-16,0 0 0 0,-1 3 0 16,1 3 0-16,0-3 0 0,0 2 0 0,1 2 0 15,2 0 0-15,-1 0 0 0,1 0 0 0,1 0 0 0,1-1 0 16,1-2 0-16,1-1 0 0,1-1 0 0,-1-2 0 16,0-2 0-16,1-1 0 0,-1-2 0 15,1-1 0-15,0-3 0 0,1 0 0 0,-1 3 0 0,0-6 0 16,-1-1 0-16,-1-1 0 0,-2 0 0 0,1-5 0 15,-1-1 0-15,-1-1 0 0,1-3 0 0,-1-2 0 16,0-1 0-16,0-2 0 0,-2-5 0 0,0 1 0 16,0-3 0-16,1 0 0 0,0-4 0 15,-1 0 0-15,0 1 0 0,0 2 0 0,-1-1 0 0,-1 5 0 0,1 3 0 0,-1 3 0 16,0 4 0-16,-2 4 0 0,-2-1 0 16,2 2 0-16,2 1-256 0,-1 2-64 15,2-1 0-15,-3 6-16960 16,0 0-3392-16</inkml:trace>
  <inkml:trace contextRef="#ctx0" brushRef="#br0" timeOffset="43849.93">14885 869 11967 0,'-3'-12'1072'0,"3"12"-864"0,0 0-208 0,0 0 0 0,-3-4 6016 16,3 4 1168-16,0 0 240 0,0 0 32 0,0 0-5600 0,0 0-1136 15,0 0-208-15,0 0-64 0,3 12 864 0,0 1 160 16,-1 1 48-16,1-1 0 0,-1 4-336 0,1 3-64 16,0 2-16-16,-1 2 0 0,-1 3-720 0,1-4-128 15,-2 6-48-15,1-2 0 0,-1-2-16 0,0 1-16 16,0 0 0-16,1-2 0 0,1-2-176 0,-1-5 0 16,0 0 0-16,1-2 128 0,-1 0-128 0,-1-3-192 15,0-5 32-15,0-7 16 16,1 8-1008-16,-1-8-208 0,0 0-48 0,0 0 0 15,0 0-1488-15,0 0-304 0,0 0-64 0,2-9-13840 0</inkml:trace>
  <inkml:trace contextRef="#ctx0" brushRef="#br0" timeOffset="44149.38">14767 770 43359 0,'0'0'1920'0,"-5"-2"400"0,-2-3-1856 0,2 1-464 0,5 4 0 0,0 0 0 16,0 0 896-16,0 0 64 0,0 0 32 0,0 0 0 15,0 0 288-15,0 0 48 0,5-5 16 0,5 0 0 16,1 0-960-16,5 1-176 0,2 1-32 0,3 1-16 16,3 0-160-16,0 0 0 0,2 0 144 0,2 2-144 15,-2 0 0-15,1-1 0 0,-1 0 0 0,-1 1 0 0,-1 1 144 0,-2 2-144 16,-3 1 192-16,-2 1-192 16,-1 3 240-16,-3-1-64 0,-3 3-16 0,-1-1 0 0,-2 0-160 0,-2 3 0 15,-2 2 0-15,-1 3 0 0,-4-2 0 0,-2 2 0 16,-3 2 0-16,0 0 0 0,-4 2 0 15,-1 1 0-15,-1-1-160 0,-2 0 160 0,-1-1-144 0,0 0 144 16,-1-3-128-16,2 0 128 16,-1 0-1312-16,2-1-176 0,-1-3-48 0,4-3-13216 15,3 1-2656-15</inkml:trace>
  <inkml:trace contextRef="#ctx0" brushRef="#br0" timeOffset="44357.37">15221 1145 47055 0,'0'0'2080'0,"0"0"432"0,0 0-2000 0,-3 8-512 15,2 0 0-15,0 1 0 0,-1 1 1024 0,1 2 128 16,0 1 0-16,-1 0 16 0,1 0-144 0,1 3-48 0,0-2 0 0,0 1 0 16,0-1-688-16,1-1-144 0,1-1-16 0,0-1-128 15,0 3 0-15,0-4 0 0,2 0 0 0,0-1 0 31,-4-9-960-31,7 7-160 0,-1-4-32 0,2-1 0 0,1 0-2112 0,2-2-416 0,-2 0-96 0</inkml:trace>
  <inkml:trace contextRef="#ctx0" brushRef="#br0" timeOffset="44590.95">15600 952 50847 0,'0'0'2256'0,"0"0"464"0,0 0-2176 0,0 0-544 0,0 0 0 0,0 0 0 0,0 0 880 0,0 0 64 16,9 0 16-16,2-1 0 0,-1 0-144 0,2-1-32 16,2-2 0-16,1 2 0 0,-2-1-576 0,1 1-208 15,2 0 144-15,-1 2-144 0,4-4 0 0,-1 3 0 16,-3 0 0-16,2-2 0 16,0 2-576-16,0 1-160 0,-1 0-32 0,-3 1 0 15,0 2-1680-15,-1-1-352 0,-3 2-64 0,-3 3-18496 0</inkml:trace>
  <inkml:trace contextRef="#ctx0" brushRef="#br0" timeOffset="44755.09">15598 1144 23951 0,'0'0'2128'0,"0"0"-1696"16,0 0-432-16,0 0 0 0,0 0 5280 0,0 0 976 16,0 0 192-16,0 0 32 0,7 1-4192 0,3 1-848 0,1-2-160 0,4-2-48 15,-1 1-592-15,4 1-112 0,1-4-16 0,0 1-16 16,2-2-368-16,0 1-128 0,1 0 0 0,1-2 0 31,0 1-1024-31,0 1-320 0,1 0-48 0,0 0-13664 0,1 0-2736 16</inkml:trace>
  <inkml:trace contextRef="#ctx0" brushRef="#br0" timeOffset="45353.75">16470 774 38463 0,'0'0'1712'0,"0"0"336"0,0 0-1632 0,0 0-416 0,0 0 0 0,0 0 0 15,-7 2 1904-15,0 1 288 0,-3 2 64 0,0 4 16 16,-2 4-496-16,2 4-112 0,-3 4 0 0,0 4-16 16,0 2-752-16,-2 6-160 0,1-1-32 0,2 2 0 15,3-1-256-15,4-2-64 0,2 0-16 0,5-1 0 16,0-1-368-16,5-3 128 0,3-2-128 0,2-3 0 16,0-3 0-16,2-3 0 0,3-3-160 0,2-3 160 15,1 0-256-15,0-5 64 0,0-1 16 0,1-2 0 0,0-2-16 16,1-2 0-16,-1-1 0 0,-1-3 0 15,-2 0 0-15,-1-2-16 0,0-1 0 16,-3-2 0-16,-2-1 32 0,-2 0 16 0,1 1 0 0,-3 0 0 0,-3-1 160 0,-1 2 0 16,-3 0 0-16,-1 2 0 0,-1-1 0 0,-3 2 0 15,-1 1 0-15,-2 2 176 0,-1 0 16 0,1 1 0 16,-5 3 0-16,-1 1 0 0,0 1-48 0,-3 3 0 16,-1 1 0-16,0 1 0 0,0 2-144 0,2 1 0 15,-1-1 0-15,0 1 0 0,2 2 0 0,1-1-256 16,2 1 64-16,1-1 16 15,2 1-2128-15,3-1-416 0,2-1-96 0,5-1-18512 0</inkml:trace>
  <inkml:trace contextRef="#ctx0" brushRef="#br0" timeOffset="45993.83">17012 1300 47631 0,'0'0'1040'0,"0"0"224"0,0 0 32 0,0 0 48 0,0 0-1072 0,0 0-272 0,0 0 0 0,0 0 0 16,0 0 1792-16,0 0 320 0,0 0 48 0,0 0 16 0,0 0-1136 0,0 0-208 15,0 0-64-15,0 0 0 0,3-7-512 16,-1-3-128-16,0 1 0 0,-2 0-128 0,0-1 192 0,0-2-192 16,-2-1 192-16,1 0-48 0,0-4-144 0,-2 0 0 15,1-2 0-15,-1-1 0 0,0-4 0 0,1 1 0 16,-2-2 0-16,0-5 0 16,0-1 0-16,0-2 0 0,0 1 0 0,0 2-160 15,-1 2 160-15,2 6-160 0,1 3 160 0,-1 3-160 0,1 4 160 16,0 1-160-16,2 3 160 0,0 1-160 0,0 7 160 0,0 0-128 15,0 0 128-15,0 0-128 0,0 0 128 0,8 11 0 16,0 2-144-16,0 2 144 0,2 2 0 0,2 3 0 16,1-3 192-16,1 2-64 0,2-3-128 0,0 0-192 15,-2-1 32-15,2-3 16 0,-1 0 144 0,1-3-128 0,-2-3 128 16,5 1-128-16,-3-4 128 0,0-3 0 0,0-3 0 16,-2-2-304-16,-1-3-16 0,-1 1-16 0,-2-4 0 15,-1-2 336-15,-1-2 0 0,0 5 0 16,0-11 0-16,0 0 0 0,-3 3 0 0,0 1 0 15,-1 1 0-15,0 3 0 0,-1 3 0 16,-2-1 0-16,0 4 0 0,0 1 192 16,-1 6-192-16,0 0 192 0,0 0-192 0,0 0 0 0,0 9 0 15,0 6 256-15,-1 2 0 0,-1 5 16 0,0 1 0 16,1 1-272-16,0 3 160 0,-1 2-160 16,1 1 128-16,0 0-128 0,1-4 0 0,1 1 0 0,0-1 0 15,1-3-128-15,0-3-16 0,1 0 0 0,-1-3 0 16,1-3-1184-1,1-2-224-15,0-2-48 0,1-3-16 0,-5-7-1792 16,7 4-368-16,-1 0-64 0</inkml:trace>
  <inkml:trace contextRef="#ctx0" brushRef="#br0" timeOffset="46205.94">17500 852 38463 0,'0'0'1712'0,"0"0"336"0,1-5-1632 0,-1 5-416 0,0-7 0 0,0 7 0 0,0 0 2176 0,0 0 368 16,0 0 64-16,0 0 16 0,0 0-688 0,0 0-128 15,3 12-16-15,-2 2-16 0,0 3-1024 0,2 0-208 16,0 1-32-16,-2 3-16 0,0 3-320 0,0 1-176 0,1-2 192 0,0 0-192 16,0 1 128-16,-1-3-128 15,0 1 0-15,2-5 0 0,-1 0 0 0,1-2-144 16,-2-1 16-16,2-1 0 16,-2-6-960-16,1 0-176 0,-2-7-32 0,0 0-16 15,0 0-1024-15,0 0-208 0,0 0-32 0,2-5-16 16,-2 5-1808-16,3-12-352 0</inkml:trace>
  <inkml:trace contextRef="#ctx0" brushRef="#br0" timeOffset="46485.59">17545 741 29487 0,'0'0'2624'0,"0"-5"-2112"0,0 5-512 0,0 0 0 16,4-5 3792-16,2 1 656 0,-6 4 128 0,7-4 32 16,1-1-2544-16,3 1-496 0,0 1-96 0,4 2-32 15,2-2-736-15,2 3-128 0,1 0-48 0,1 3 0 16,-1-3-176-16,4 1-32 0,1 2-16 0,-1 2 0 0,-1-1-48 15,-1 1 0-15,-1 0 0 0,-2 2 0 16,-1-3-80-16,-2 5-32 0,-2-4 0 0,0 3 0 0,-3-2-144 0,0 2 0 16,-5 1 0-16,-1-1 128 0,-1 3-128 0,-4 0 0 15,-4 2 0-15,-1 2 0 0,-1 0 144 0,-3 1-144 16,-2 1 160-16,-1-1-160 16,-3 2 144-16,-1-4-144 0,-2 2 128 0,0-2-128 0,-2-1 0 15,0 2 0-15,0-4-144 0,1 0 144 16,1-2-1136-16,2-1-112 0,3-2-32 15,2 2 0-15,0-1-1840 0,5 0-368 0,3-1-80 0</inkml:trace>
  <inkml:trace contextRef="#ctx0" brushRef="#br0" timeOffset="46853.04">18159 1015 38703 0,'0'0'3440'16,"0"0"-2752"-16,0 0-560 0,-5 4-128 0,0 2 2544 0,-3 2 464 0,-2 0 112 15,-1 2 16-15,0 0-1504 0,-2 3-288 0,0-4-64 0,1 2-16 16,1-3-608-16,1 3-112 16,1 0-32-16,0 0 0 0,0-2-368 0,1 0-144 0,1 0 0 0,2 3 144 15,1-6-144-15,3 1-176 0,1-7 48 0,2 6 0 16,-2-6-64-16,0 0-16 0,6 6 0 0,1-5 0 0,4-4 80 0,1 1 128 16,-1-2-208-16,2-1 80 0,2-1 128 0,0 0 0 15,2-1 0-15,0 0 0 16,-1-1 0-16,1 0 0 0,0 3 0 0,-3 1 0 15,2 0 256-15,-2 4 16 0,-2 0 16 0,-2 4 0 0,-1-2 224 0,-1 5 64 16,-8-7 0-16,5 6 0 0,3 4-272 16,0 1-48-16,0 1-16 0,0 0 0 0,0 0-176 15,-1-1-64-15,1 1 0 0,3-2 0 0,-4 1 0 0,3-1 0 16,-3 1 0-16,1-2 0 0,0-3 0 0,0 1 0 16,0-2 0-16,0-1 0 0,-1 0 0 0,1 0 0 15,0 0 0-15,-1-2 0 16,-1 1-896-16,1 0-192 0,-7-3-16 0,5 3-15696 15,0 0-3136-15</inkml:trace>
  <inkml:trace contextRef="#ctx0" brushRef="#br0" timeOffset="48061.33">14830 1913 32255 0,'0'0'2864'0,"-5"0"-2288"0,-3-5-576 0,1 2 0 0,1 2 3488 0,6 1 592 16,0 0 112-16,0 0 32 0,0 0-2080 0,0 0-416 16,0 0-64-16,2 9-32 0,2-1-608 0,1 1-128 15,3 2-32-15,1 4 0 0,2 2-528 0,1 4-96 16,-1 1-32-16,1 4 0 0,0-1-64 0,1 2-16 15,0 1 0-15,1-2 0 0,-2 0-128 0,0-1 0 16,-3 1 0-16,1-5 0 0,1-3 0 0,-2-1 0 16,-1-2 0-16,-1 0 0 15,1-2-352-15,-1-1-96 0,-1-3-32 0,-1 0 0 16,1-1-848-16,-1-2-160 0,1 1-48 16,-6-7 0-16,0 0-1904 0,0 0-384 0,7 2-80 0</inkml:trace>
  <inkml:trace contextRef="#ctx0" brushRef="#br0" timeOffset="48303.15">15096 2007 48719 0,'0'0'2160'0,"0"0"448"0,0 0-2096 0,0 0-512 0,-5 4 0 0,-2-1 0 16,-1-2 1152-16,2 0 112 0,-1 4 16 0,1 3 16 16,-1-1-256-16,-1 2-48 0,-1 5-16 15,-1 2 0-15,-2 1-576 0,-1 2-112 0,-1 2-32 0,-3 1 0 16,0 0-256-16,0 1 0 0,0 3 0 0,0-4 0 15,-1-4 0-15,1 0 160 0,1-1-160 0,2 0 192 16,-1-4-192-16,2 0 0 0,2-1 0 0,0-1 0 16,3-2-944-16,2-3-64 0,-1-1-16 15,7-5 0-15,-4 6-1296 0,4-6-272 16,0 0-48-16,0 0-11840 0,4 9-2368 0</inkml:trace>
  <inkml:trace contextRef="#ctx0" brushRef="#br0" timeOffset="48543.79">15195 2302 26719 0,'0'0'2368'0,"0"0"-1888"0,0 0-480 0,0 0 0 0,0 0 5504 0,0 0 992 0,-1 6 208 0,-2 3 32 16,0-1-4016-16,2 3-800 15,0-2-176-15,-1 1-16 0,0 1-1088 0,0-1-224 16,1 0-32-16,1 2-16 0,0 1-368 0,0 0 128 15,-1-1-128-15,1 0 0 0,0-2 0 0,1 2 0 16,0-2 0-16,1-2 0 16,0-1-336-16,-2-7-144 0,0 0-32 0,4 6 0 15,-4-6-1408-15,6 5-272 0,-6-5-64 0,9 0-13216 16,2 0-2640-16</inkml:trace>
  <inkml:trace contextRef="#ctx0" brushRef="#br0" timeOffset="48735.94">15525 2133 41471 0,'0'0'3680'0,"0"0"-2944"0,0 0-592 0,0 0-144 0,0 0 2688 0,0 0 512 16,0 0 112-16,0 0 16 15,0 0-1632-15,7 2-320 0,0-1-64 0,-7-1-16 0,0 0-1008 0,9 1-288 16,0 1 0-16,0-1 128 16,1-1 64-16,0 0 16 0,2 0 0 0,1 0 0 0,-2 0-144 0,2 0-64 15,1 0 0-15,-3 0 0 16,1 1-592-16,-2 1-112 0,1 0-32 0,-2 1 0 15,0 1-2656-15,-2-3-544 0</inkml:trace>
  <inkml:trace contextRef="#ctx0" brushRef="#br0" timeOffset="48879.26">15560 2282 7359 0,'0'0'656'0,"0"0"-528"0,0 0-128 0,0 0 0 15,0 0 9024-15,0 0 1760 0,0 0 352 0,0 0 80 0,0 0-8048 0,0 0-1616 0,8-1-320 0,2-3-64 16,2-1-576-16,2 1-112 15,2-1-32-15,1 1 0 0,1-2-448 16,2 1 0-16,0-1 0 0,4-1-160 16,3 1-2320-16,1-1-464 0,-1 1-80 0</inkml:trace>
  <inkml:trace contextRef="#ctx0" brushRef="#br0" timeOffset="49224.09">16293 2036 19343 0,'0'0'848'0,"0"0"192"0,0 0-832 16,0 0-208-16,0 0 0 0,0 0 0 0,0 0 7024 0,-7 0 1360 0,-3 0 256 0,0 2 64 16,1 5-5696-16,-1 2-1136 0,-2 3-224 0,0-2-48 15,-1 3-928-15,0 3-176 0,-1 1-48 0,0 2 0 0,1 2-144 0,1 1-48 16,0 0 0-16,2-1 0 0,1 0-176 0,2-1-80 16,3-2 0-16,2 0 0 0,2-2 0 0,1 0 0 15,3-2 0-15,2-2 0 0,1-2 0 0,3-2 0 16,3-2 0-16,3 0 0 0,1-1 0 0,2-3 0 15,1 0 0-15,2-2 0 0,2-2 0 0,-1 0 0 16,1-1-128-16,-1-1 128 0,2-2 0 0,1-1 0 16,-3-2 0-16,-2 1 0 0,0-1-160 0,-3-1 160 15,-2-2-128-15,-2 0 128 0,-2-3-144 0,-4-1 144 16,-2 0-160-16,-2 1 160 0,-2-1-144 0,-4 2 144 16,-2-5-128-16,-1 4 128 0,-3-1-160 0,-1 2 160 15,-4-2-192-15,-1 2 192 0,-2 1-352 0,-2 0 32 16,-3 0 16-16,0 1 0 15,0 0-1664-15,1 1-336 0,0 1-64 0</inkml:trace>
  <inkml:trace contextRef="#ctx0" brushRef="#br0" timeOffset="51077.17">14467 3264 25791 0,'0'0'2304'0,"0"0"-1856"0,0 0-448 0,0 0 0 0,0 0 4288 0,0 0 768 16,0 0 160-16,0 0 32 0,0 0-3168 0,0 0-624 15,0 0-128-15,0 0-32 0,2 8-160 0,-1 3-48 16,0 5 0-16,2 4 0 0,-3-1-480 0,2 2-96 15,1 4-32-15,1 0 0 0,-3 2-208 0,1-1-32 16,-1 3-16-16,2-3 0 0,-1 0-224 0,1-1 144 16,-1 1-144-16,2-4 128 0,-1 1-128 0,-1-3 0 15,0-2 0-15,-1-2 0 0,-1-2 0 0,0-2 0 16,1-2-224-16,-1-3 80 16,0-7-912-16,0 0-176 15,0 0-48-15,0 0 0 0,0 0-1552 0,0 0-320 0,0 0-64 0</inkml:trace>
  <inkml:trace contextRef="#ctx0" brushRef="#br0" timeOffset="51375.54">14405 3233 51887 0,'0'0'2304'0,"0"0"464"0,-3-4-2208 0,3 4-560 16,0 0 0-16,0 0 0 0,0 0 304 0,0 0-48 15,8-3-16-15,1 0 0 0,2 2 400 0,0-2 64 0,2 2 32 0,2 0 0 16,0 0-448-16,4 1-96 0,1 0 0 0,3 0-16 15,-3 0-176-15,1 0 0 0,0 1 0 0,1 0 0 16,-1 3 0-16,0-3 0 0,-3 2 0 0,-1 2 0 16,-1 2 288-16,-3 1 32 0,-1-1 0 0,-2 1 0 15,-2 0-320-15,-3 1 0 0,-1 2 128 0,-3-1-128 16,-2 0 0-16,-3 2 0 0,-1 0 0 0,-3 1 0 16,-2 0-224-16,-2 3-96 0,-1-3-32 0,-3 0 0 15,-1-2 352-15,0 4 0 0,0-1 0 0,0-1 0 16,2-1-672-1,-2 0-64-15,-1 1-16 0,2-3 0 0,4 0-2704 0,2 1-528 16,-10 7-112-16,20-18-32 0</inkml:trace>
  <inkml:trace contextRef="#ctx0" brushRef="#br0" timeOffset="51675.43">14832 3540 12895 0,'0'0'1152'0,"0"0"-928"15,0 0-224-15,11 0 0 0,-1-1 8512 0,1 0 1664 16,-2-1 336-16,0 1 64 0,0 0-7424 0,1-2-1488 15,1 2-288-15,-1 1-64 0,1 1-784 0,-1 2-144 16,-1-2-48-16,0 2 0 0,1-1-176 0,-3 1-32 16,0 1-128-16,-1 1 192 0,-2 1-64 0,0 1-128 15,-1 1 176-15,-1 2-176 0,-2 1 192 0,-1-1-192 0,-3 4 192 0,-2 5-192 16,-2-4 192-16,-1 4-192 16,-2-1 192-16,0 0-192 0,-1 0 192 0,0 1-64 15,2-2 0-15,-1-2-128 0,2-1 160 0,3 0-160 0,0-3 128 0,3 0-16 16,1-3-112-16,1-1 0 0,1-7 0 15,0 0 0-15,4 7 0 0,2-1 0 0,1 0 0 0,1-4 0 16,1 0 0-16,3-2 0 0,1-2 0 16,1 1 0-16,2 0 0 0,1-2 0 0,1-2 0 15,0-2 0 1,2 1-624-16,0-1-64 0,1-5-16 0,0 1 0 0,0-2-2064 16,1-2-432-16,3 1-64 0</inkml:trace>
  <inkml:trace contextRef="#ctx0" brushRef="#br0" timeOffset="51877.2">15446 3389 55119 0,'0'0'1216'0,"0"0"240"0,0 0 48 0,0 0 48 0,0 0-1232 0,0 0-320 0,0 0 0 0,0 0 0 0,0 0 800 0,10 0 96 16,-4 0 32-16,3 0 0 0,2 1-624 0,0-1-128 15,1 0-32-15,2 2 0 0,1-1-96 0,-1 1-48 16,0 2 0-16,2-1 0 0,0 0-288 0,-1-3-48 15,0 2-16-15,-1 0 0 16,-1 0-1232-16,-1-1-240 0,-2 1-48 0,1 2-14096 16,-2 3-2816-16</inkml:trace>
  <inkml:trace contextRef="#ctx0" brushRef="#br0" timeOffset="52047.81">15479 3549 48607 0,'0'0'1072'0,"0"0"208"0,0 0 64 0,0 0 16 0,0 0-1088 0,0 0-272 0,0 0 0 15,0 0 0-15,8-1 1216 0,1 0 192 0,3-2 48 0,1 0 0 16,2-2-1056-16,1 3-208 0,2-1-32 0,2-1-16 16,1 0-144-16,0-1 0 0,-1 0-160 0,3 0 160 15,-1-1-1408 1,3 1-176-16,1 1-32 0,0 2-13424 0,-2-4-2688 0</inkml:trace>
  <inkml:trace contextRef="#ctx0" brushRef="#br0" timeOffset="52478.95">16179 3203 20271 0,'0'0'1792'15,"-2"-4"-1424"-15,2 4-368 0,0 0 0 0,0 0 6560 0,0 0 1248 16,0 0 240-16,-7-2 48 0,0 2-4944 0,1 6-976 15,-1 0-208-15,1 3-48 0,-2 4-1088 0,0 3-208 16,-1 1-48-16,0 4-16 0,0 2-320 0,0 2-64 16,0 0-16-16,1-1 0 0,1-1-112 0,2-1-48 15,1 1 0-15,3-1 0 0,1 1 0 0,2-1 0 16,2-1 0-16,3-2 0 0,1-1 0 0,2 1 0 16,2-6 0-16,1-2 0 0,1 0 0 0,3-2 0 0,0-1 0 15,3-4 0-15,-1-2-144 0,1-2-32 0,-1-1 0 0,1 0 0 16,-2-5 32-16,0 0 0 0,1-2 0 15,-2-1 0-15,-6-3 144 0,0 3-128 0,-1-4 128 16,-2 1-128-16,-1 1 128 0,-3-4 0 0,-2 4 0 16,-2 0 0-16,-1-1 0 0,-2 3 0 0,-1 3 0 15,-2-1 128-15,-6 1-128 0,-1 3 0 0,-1-1 128 0,-2 3-128 16,-2 1 0-16,0 0 128 0,1 5-128 0,-2-1 0 16,0 3 0-16,1 0 0 0,1 1 0 0,1 3 0 15,2-4-320 1,2 3-128-16,1-1-16 0,5 1-16 0,1-2-1328 15,2 1-272-15,3 0-48 0,1 2-16 0,2-4-2864 0,4 3-576 0</inkml:trace>
  <inkml:trace contextRef="#ctx0" brushRef="#br0" timeOffset="52993.63">16652 3701 12895 0,'0'0'1152'0,"0"0"-928"15,0 0-224-15,0 0 0 0,0 0 9440 0,0 0 1840 16,0 0 368-16,2-7 80 0,-1-1-8656 0,-1-1-1744 15,-1 1-352-15,-1 0-64 0,2-1-592 0,-1 0-128 16,-2 0-32-16,0-3 0 0,0 1-112 0,0 0-48 16,1-2 0-16,-1 0 0 0,1-1 0 0,-2-1 0 15,0-2 0-15,0-2 0 0,-1 1 0 0,-1-5 0 0,0 0 0 0,1-3 0 16,-2-1 0-16,2-2 0 16,0-1 0-16,-1 0 0 0,1 1 0 15,0 2 0-15,1 2 0 0,0 3 0 16,0 6 0-16,0 2 0 0,2 1 0 15,-1 4 0-15,2 1 0 0,1 8 0 0,0 0 0 0,0 0 0 0,0 0 0 0,0 0 0 16,0 0 0-16,2 12 0 0,2-1 0 0,2 5 0 0,0-3 0 0,3 4 0 16,2-3 0-16,2 2 0 0,1-2 0 15,0-1 0-15,1-2 0 0,-2 1 0 0,2-3 0 0,1-1 0 16,0-3 0-16,-1-3 0 0,1-2 0 0,-2-1 0 16,1 0 0-16,-1-3-128 0,0-1 128 15,1-2 0-15,-1-5 0 0,-1 1 0 0,1-1-128 0,-1-1 128 16,-1-1 0-16,-1-1-128 0,-2 0 128 0,0-4 0 15,0 2 0-15,0 0-128 0,-1 0 128 16,0 2 0-16,-3 0 0 0,-2 5 0 0,1 1 0 0,-2 4 0 0,-2 5 0 0,0 0 0 16,0 0 0-16,0 0 0 15,0 0 176-15,1 10-176 0,-1 3 192 0,-1 4-48 16,0 3-144-16,0 2 0 0,-2 0 0 0,2 4 0 0,-2-1 0 16,0 2 0-16,2 1 0 0,0-2 0 15,1-2 0-15,0 1 0 0,1 0 0 16,2-3 0-16,-1-2 0 0,1-1 0 0,2-1 0 0,0-1 0 15,2-2-896-15,-1-1-80 0,2-1-16 0,0-5 0 16,2-3-1888-16,1 0-384 0,1 1-80 0</inkml:trace>
  <inkml:trace contextRef="#ctx0" brushRef="#br0" timeOffset="53240.26">17218 3209 31327 0,'0'0'2784'0,"0"0"-2224"0,0 0-560 16,0 0 0-16,0 0 4416 0,0 0 784 15,0 0 160-15,0 0 16 0,0 0-3008 0,-1 9-624 0,1 3-112 0,1 1-32 16,1 0-880-16,-1 4-176 16,0 2-32-16,0 2-16 0,-1 0-496 0,2 0 128 0,0 1-128 0,2-1 0 15,-1 0 0-15,-1 1 128 0,1-2-128 0,0 3 0 16,1-1 0-16,-1-1 0 0,0-5 0 0,0-1 0 16,1 0 0-16,0-2 0 0,-2-3 0 0,2-2 0 31,-1 1-768-31,-3-9-80 0,0 0-32 0,0 0 0 0,5 0-896 15,-5 0-176-15,0 0-32 0,4-6-16 0,1-1-1952 0,-1-3-384 16</inkml:trace>
  <inkml:trace contextRef="#ctx0" brushRef="#br0" timeOffset="53542.29">17234 3033 12895 0,'0'0'576'0,"0"0"112"0,-4-4-560 0,0-1-128 0,4 5 0 0,0 0 0 0,0 0 8128 0,0 0 1600 16,1-4 320-16,-1 4 64 0,8-4-6912 0,0 3-1376 15,0-1-288-15,2 2-48 0,2 2-832 0,1-1-160 16,1 3-48-16,2 0 0 0,1-1-240 0,2 2-48 16,4 3-16-16,-1-1 0 0,-1 0-144 0,1 3 160 15,-1 2-160-15,0 0 160 0,-2 0-160 0,-2-1 0 16,0 4 0-16,-1-2 128 0,-5-2-128 0,0 2 0 16,-2 0 144-16,-1-1-144 0,-3-1 208 0,-2 0-16 15,-3 1-16-15,-2-1 0 0,-2-1-176 0,-1 2 0 0,-3-1 0 0,-1 1 0 16,-1-1 144-16,-2-1-144 15,-1 2 160-15,-3-3-160 0,-2 3 0 0,1-6 128 0,-1-1-128 0,0 2 0 16,-1 1 0-16,1-2 0 0,-1 1-144 16,0-3 144-1,2 0-1136-15,2-1-128 0,0 1-16 0,4-1-16 16,0 0-1936-16,3 0-384 0,3 3-80 0</inkml:trace>
  <inkml:trace contextRef="#ctx0" brushRef="#br0" timeOffset="53968.45">17844 3455 49407 0,'0'0'2192'0,"0"0"448"0,0 0-2112 0,0 0-528 15,0 0 0-15,0 0 0 0,0 0 1056 0,0 0 96 16,0 0 32-16,0 0 0 0,-7 3-80 0,-2 1-16 16,-4 1 0-16,-1 2 0 0,-2 1-672 0,-1 1-144 15,-1 1-16-15,1 2-16 0,-1-2-112 0,2 1-128 16,2-4 176-16,2 4-176 0,2 1 0 0,1-1 0 15,2-1 0-15,2-1 0 0,0 0 0 0,1 1 0 16,2-2-128-16,2-8 128 0,3 8-272 0,-3-8 32 16,0 0 16-16,8 5 0 0,4-1-16 0,1-3 0 15,1 1 0-15,0-4 0 0,1 0 80 0,0-4 16 16,4-1 0-16,-1-1 0 0,0-1 144 0,0-2 0 16,1 0 0-16,-1-3-128 0,-3 3 128 15,1 0 0-15,-3 3 0 0,-1 2 0 0,-4-1 176 0,-2 4 64 16,-6 3 16-16,0 0 0 0,0 0 144 0,0 0 48 15,0 0 0-15,0 0 0 0,8 6-320 0,-1 2-128 16,-2 2 128-16,0 1-128 0,0-1 0 0,0 2 0 16,1 0 0-16,1 2 0 0,0-1 0 0,1 0 0 0,0 0 128 0,-1 0-80 15,-3-4-48-15,2 2 0 0,-1-5 0 0,0 1 0 16,2 1 0-16,-2-3 0 0,0 3 0 0,0-2 0 16,-5-6 0-16,5 5 0 0,-1 1 0 0,-4-6 0 15,3 3-208-15,0 3 16 0,-3-6 0 0,0 0 0 31,0 0-2224-31,0 0-432 0</inkml:trace>
  <inkml:trace contextRef="#ctx0" brushRef="#br0" timeOffset="54840.24">14297 4763 21183 0,'0'0'944'0,"0"0"192"15,0-5-912-15,1 0-224 0,-1 5 0 0,4-6 0 0,-4 6 6384 0,0 0 1232 0,6-3 240 0,-6 3 48 16,8 1-4784-16,0 4-960 15,0 0-192-15,0 4-48 0,-1 2-1200 0,1 4-240 0,-1 5-48 0,1 3-16 16,-2 4-144-16,1 3-16 0,-1-2-16 0,1 1 0 16,-1 0-176-16,2-3-64 0,-1 0 0 0,0 1 0 15,-1-3 0-15,-3-1 0 0,0-2 0 0,0 0 0 16,-1 0 0-16,1-6 0 0,1 1 0 0,0-3 0 16,-3-4-288-16,-1-2-48 0,0-7-16 0,0 0 0 15,0 0-1344 1,0 0-272-16,0 0-48 0,0 0-21600 0</inkml:trace>
  <inkml:trace contextRef="#ctx0" brushRef="#br0" timeOffset="55159.68">14300 4659 42383 0,'0'0'3776'0,"0"0"-3024"16,-1-5-608-16,1 5-144 0,1-7 2896 0,-1 7 560 15,6-8 96-15,-1 3 32 0,1-2-2160 0,4 4-416 0,0 0-96 0,3-2-16 16,0 1-608-16,1 0-128 15,2 1-32-15,1 1 0 0,0 0-80 0,1 1-48 16,-1 1 0-16,1 0 0 0,1 0 0 0,0 1 0 16,-1 2 0-16,1 1 0 0,-2 2 0 0,-2 1 0 15,0-1 0-15,-2 2 0 0,-2 1 0 0,1 2 0 16,-1-1 0-16,-2 1 0 0,-4-1 0 0,-1 2 0 0,-2 2 0 0,0-1 0 16,-2-1 0-16,-3 1 0 15,-1-1 0-15,-1 1 0 0,-3-1 0 0,0-1 0 16,-2 1 0-16,-1 1 0 0,0 0 0 15,-2 0 0-15,-3-1 0 0,0 0 0 0,-1-1 0 0,1 1 0 0,-3-5 0 16,1 0 0-16,1 1 0 0,1 0-240 0,2-1 80 16,2-5 16-1,2-1-1648-15,1 2-336 0,2-2-64 0,7-1-21584 0</inkml:trace>
  <inkml:trace contextRef="#ctx0" brushRef="#br0" timeOffset="55587.7">14817 4912 35007 0,'0'0'3120'0,"0"0"-2496"0,0 0-496 0,8 2-128 0,1 0 3968 0,0-2 768 16,0 1 144-16,0-1 48 0,0 1-2800 16,0 2-544-16,3-2-112 0,0 0-32 0,0-2-928 0,1 0-176 15,-2 1-32-15,1 1-16 0,0 3-208 0,-2-3-80 16,1 1 0-16,-2 2 0 0,-1-3 0 0,-2 4 0 16,-6-5 0-16,0 0 0 0,7 4 0 0,-2 2 0 15,-1 1 0-15,-2 0 0 0,-2-7 0 0,0 0 0 16,-1 7 0-16,-2 2 0 0,0 2 0 0,-3-2 0 15,1 0 0-15,-1 2 0 0,-2-4 0 0,0 4 0 16,-1-2 0-16,1 1 0 0,0 1 0 0,2-1 0 16,-1-1 0-16,3 1 0 0,0-3 0 0,2 0 0 15,0-1 0-15,2-6 0 0,2 7 0 0,0 1 0 0,2-3 0 16,3 0 0-16,2 0 0 0,0 1 0 0,1 0 0 0,1 1 0 16,-1-1 0-16,2-2 0 0,1 1 0 15,0 3 0-15,-1-1 0 0,0-1 0 0,1-2 0 0,0 1 0 16,0-1 0-16,-2 3 0 0,0-3 0 0,-2 1 0 15,0 1 0-15,-1 0 0 0,-3 0 0 16,-1 1 0-16,1-1 0 0,-2 1 0 0,-3-1 0 0,-3 1 0 16,-1-1 0-16,-1 2 0 0,-1-1 0 0,-4 0 0 15,-1 1 0-15,-2 3-128 0,0-2 128 16,-2-3-160-16,0 2 160 0,-1 1 0 0,-1-2 160 16,0-3-32-16,0 0-128 0,2-2 0 0,-1-1 0 0,3-1 0 31,1 0-896-31,3-1-160 0,1-1-32 0,4-4-15728 0,4-2-3136 0</inkml:trace>
  <inkml:trace contextRef="#ctx0" brushRef="#br0" timeOffset="55770.79">15478 4857 53215 0,'0'0'2368'16,"8"-1"464"-16,2-1-2256 0,2 2-576 0,1 0 0 0,-2 0 0 0,0 0 1168 0,-3 0 128 15,2 0 32-15,-1 2 0 0,2-1-848 0,-2 2-160 16,0-1-48-16,1 2 0 0,2-4-192 0,-1 1-80 15,-2 1 0-15,0-1 0 0,1 0 0 0,1 2 0 16,-1-1 0-16,1 1 0 16,-2 0-480-16,0 1-96 0,0 0 0 0,1 2-16 15,-2 1-3120-15,-1-2-608 0</inkml:trace>
  <inkml:trace contextRef="#ctx0" brushRef="#br0" timeOffset="55955.7">15514 5037 29487 0,'0'0'2624'0,"0"0"-2112"0,0 0-512 0,0 0 0 16,0 0 5552-16,0 0 992 0,0 0 208 0,9 1 32 16,0-1-4736-16,5-1-944 0,0 0-192 0,3-2-32 0,1 0-624 0,2-1-128 15,0-1-128-15,3 0 176 0,0 2-176 0,2-1 0 16,1 1 0-16,3-4 0 16,-2 2-1408-16,2 0-320 0,1-2-64 0,0 2-21936 15</inkml:trace>
  <inkml:trace contextRef="#ctx0" brushRef="#br0" timeOffset="56214.84">16355 4667 7359 0,'0'0'656'0,"0"0"-528"0,0 0-128 0,-4 7 0 0,2 3 10720 0,-1 0 2112 16,-1 0 416-16,1 5 96 0,1 3-9952 0,-1-1-1984 15,-1 4-384-15,0 0-96 0,1 1-688 0,-1 3-240 16,1-1 144-16,2 0-32 0,1-2-112 0,0-1 0 16,-2-2 0-16,2 0 0 0,0-4 0 0,2 0 0 15,-1-1 0-15,-1-2 0 0,0-1 0 0,0 0 0 0,1-2 0 0,-1-1 0 16,0-8-192-16,0 0-16 16,0 0-16-16,2 6 0 15,-2-6-1584-15,0 0-320 0,6 6-64 0,2-5-21456 0</inkml:trace>
  <inkml:trace contextRef="#ctx0" brushRef="#br0" timeOffset="56781.21">16701 5122 48783 0,'0'0'2160'0,"0"0"448"0,0 0-2096 0,1 7-512 0,-1-7 0 0,0 0 0 0,0 0 1488 0,0 0 192 15,0 0 48-15,0 0 0 0,0 0-640 0,0 0-128 16,0 0-32-16,0 0 0 0,0 0-608 0,0 0-112 16,0 0-16-16,0 0-16 0,3-7-128 0,-1-1-48 15,-2-3 0-15,1 1 0 0,1-2 0 0,-2-1 0 16,-2-5 0-16,1 1 0 0,0 0 0 0,0-4 0 16,-1-4 0-16,1-2 0 0,1-3 0 0,0-3 0 15,0 0 0-15,-1-3 0 0,1 1 0 0,0 3 0 16,0 0 0-16,0 7 0 0,-2 5 0 15,1 4 0-15,-2 3 0 0,3 2 0 0,0 2 0 0,0 9 0 16,-1-4 0-16,1 4 0 0,0 0 0 0,0 0 0 16,3 10 0-16,-2 1 0 0,0 1 0 0,3 5 0 15,1 0 0-15,2 2 0 0,1 2 0 0,1 2 0 16,0-4 0-16,1 1 0 0,2-2 0 0,1-1 0 16,2-3 0-16,-1-1 0 0,0-2 0 0,1-1 0 15,-1-5 0-15,0 0 0 0,1-2 0 0,-2-3 0 0,-3-1 0 0,1-2 0 16,-1-1 0-16,0 0 0 0,-2-2 0 15,1-2 0-15,-1 0 0 0,0-1 0 0,-2-1 0 0,1-2 0 16,0-2 0-16,-1 1 0 0,1-6 0 16,-2 2 0-16,0 0 0 0,-1 2 0 15,0 0 0-15,0 5 0 0,-2-2 0 0,1 4 0 0,-2 2 0 0,-1 6 0 16,0 0 0-16,0 0 0 0,0 0 0 0,0 0 0 0,0 0 0 16,2 10 0-16,-2 2 0 0,0 5 0 0,0 0 0 15,0 3 0-15,-3-1 0 0,2 2 0 0,-1 1 0 0,2 2 0 16,-1-5 0-16,1 3 0 0,-1-1 0 0,2 1 0 15,0-1 0-15,1-1 0 0,-1-3 0 0,2-3 0 16,2-1 0-16,-1 0 0 0,0-2-240 0,-1-2-32 16,-3-9-16-16,0 0 0 15,10 7-1984-15,-3 3-400 0,1-4-80 16,1-5-20224-16</inkml:trace>
  <inkml:trace contextRef="#ctx0" brushRef="#br0" timeOffset="57012.22">17217 4690 49071 0,'0'0'2176'0,"0"0"448"0,0 0-2112 0,0 0-512 16,0 0 0-16,0 0 0 0,0 0 1536 0,0 0 208 0,0 0 48 16,0 0 0-16,1 5-720 0,1 2-144 0,-1 2-32 15,0 3 0-15,-1 2-656 0,3 3-240 16,-2 2 144-16,2 0-32 0,-2 2-112 0,3 1 0 16,-2 3 0-16,1-2 0 0,-2-1 0 0,2 0 0 0,-2-1 0 0,2 0 0 15,1-5 0-15,0-1 0 0,-3 0 0 0,3-2 0 16,0-2 0-16,-2 1 0 0,1-1 0 0,0-4 0 31,-3-7-560-31,0 0-96 0,0 0-32 0,0 0 0 0,0 0-976 0,0 0-192 0,0 0-32 0,2-6-16 16,0-1-2080-16,-2-3-432 0</inkml:trace>
  <inkml:trace contextRef="#ctx0" brushRef="#br0" timeOffset="57313.14">17196 4584 43071 0,'0'0'1920'0,"0"-6"384"0,-1-3-1856 0,2 2-448 0,2 1 0 0,1 1 0 0,1-1 2096 15,0 2 320-15,2 1 64 0,0 0 16 0,2-1-976 0,3 3-192 16,1-1-48-16,3 2 0 0,0 0-704 0,2 0-128 16,1-1-48-16,5 1 0 0,1 1-176 0,2 1-32 15,-1 3-16-15,1-1 0 0,2 1-176 0,0 0 0 16,1 2 144-16,-3 2-144 0,-3 0 0 0,-2 1 0 16,-4 1 0-16,0-1 128 0,-1 1-96 0,-2 0-32 15,-5 0 0-15,-2 1 0 0,-2 2 0 16,0-1 0-16,-4 0 0 0,-2 0 0 15,-1-1 0-15,-4 0 0 0,-5-1 0 0,0 1 0 16,-3 0 0-16,-1-1 0 0,-3 0 0 0,-3-1 0 0,1-2 0 0,-2 0 0 16,0 0 0-16,0 0 0 0,0-1-240 0,2 1-32 15,0-1-16-15,2-1 0 16,2 0-800-16,2 0-144 0,2-3-48 0,3-1 0 16,2 3-1600-16,2 1-336 0,1 2-64 0,3-8-10544 15,7 3-2112-15</inkml:trace>
  <inkml:trace contextRef="#ctx0" brushRef="#br0" timeOffset="57708.62">17805 4892 10127 0,'22'-2'448'0,"-13"-1"96"0,2-1-544 0,-1 0 0 0,0 0 0 16,1 2 0-16,1-1 8624 0,-2-1 1616 0,-2 1 320 0,-8 3 64 15,0 0-6800-15,0 0-1360 0,0 0-272 0,0 0-48 16,0 0-1120-16,0 0-208 0,-7 4-48 0,0 3-16 16,-4 2-560-16,-3 1-192 0,-1 1 0 0,0 2 144 0,-1 0-96 15,0-1-48-15,1-2 0 0,-1 2 0 16,4 0 0-16,3-2 0 0,2 0 0 0,0 0 0 0,0-4 0 0,4 2 0 15,-1-2 0-15,2 1 0 0,2 1 0 0,0-8 0 16,0 0 0-16,0 0 0 0,7 5 0 0,1-1 0 16,3-2 0-16,2 1 0 0,0-6 0 0,2 0 0 15,-1 0 0-15,2-2 0 0,-1-2 0 0,1-1 0 16,0 1 0-16,-1 0 0 0,0 1 0 0,-2-1 0 16,2 3 0-16,0 2 0 0,-4-1 0 15,-3 2 0-15,1 2 0 0,-2 3 0 16,-2-2 0-16,2 2 0 0,-1 2 0 0,1 0 0 0,-1-2 0 0,2 1 0 15,1 0 0-15,2 3 0 0,-1 1 0 0,2 3 0 16,0-4 0-16,1 2 0 0,0-1 0 0,0 1 0 16,0-4 0-16,0 2 0 0,-2-2 0 0,1 0 0 15,1-1 0-15,-1 0 0 0,-2 2 0 0,2-5 0 0,0 2 0 16,-2-3 0-16,1 2 0 0,-2 0 0 16,-1-2 0-16,-2 0 0 15,1-1-1440-15,1-1-288 0,2 0-48 0,-4-5-16 16</inkml:trace>
  <inkml:trace contextRef="#ctx0" brushRef="#br0" timeOffset="62121.71">20214 832 44975 0,'0'0'1984'0,"-5"-4"432"0,-3-1-1936 0,3 1-480 0,1-5 0 0,0 3 0 0,4 6 512 0,0 0 0 16,0 0 0-16,0 0 0 0,0 0 672 0,0 0 144 16,-3 6 16-16,2 5 16 0,1 0-848 15,0 2-192-15,1 6-16 0,1 2-16 0,2 3 0 0,-2 5 0 0,2 2 0 0,0 1 0 16,1-1-112-16,3 7-32 15,-3-4 0-15,1-3 0 0,0-2-144 0,-1-5 128 16,-1-2-128-16,1-3 128 0,-2-1-128 0,0-5 128 16,-1-3-128-16,1-2 128 0,-3-8 0 0,0 0 0 0,0 0 0 0,0 0 0 15,0 0-128-15,0 0 192 0,0 0-192 16,0-6 192-16,0-2-192 0,1-3 0 0,2-5 0 0,-2-3 0 16,2-2 0-16,-1-2-176 0,1-1 176 0,1-4-128 15,0-4 128-15,4 0 0 0,1-5 0 0,1 4-128 16,2-1 128-16,1 2 0 0,1 4 0 15,-1 3 0-15,2-1 0 0,-1 5 0 0,0 3-192 0,1 3 64 16,-2 2 128-16,1 4 0 0,0 0 0 0,-1 4 128 16,-1 2 48-16,0 3 16 0,0 3 0 0,-2-2 0 15,0 4-192-15,1 3 128 0,-2 4-128 0,0 2 128 16,-1 3 192-16,0 4 48 0,-2 4 0 0,1 4 0 16,-2 6-368-16,0 0-240 0,0-1 48 0,-1 0 0 15,0-2 192-15,1 2 0 0,1-5 0 0,-2-2 0 16,0-2-448-1,-1-3-112-15,1-1-16 0,2-4 0 0,-4 0-976 0,1-7-208 0,-1 1-32 0,0-3-16 16,-2-8-2096-16,0 0-400 0</inkml:trace>
  <inkml:trace contextRef="#ctx0" brushRef="#br0" timeOffset="62685.88">20253 997 51311 0,'0'0'2272'0,"0"0"480"0,0 0-2208 16,0 0-544-16,0 0 0 0,0 0 0 0,0 0 512 0,11-2-16 16,-2-2 0-16,6 1 0 0,4 0 64 0,3-2 16 15,1 1 0-15,2 1 0 0,1-1-416 0,2 0-160 16,0 0 128-16,2 1-128 0,0 0 0 0,1 0 128 16,1-1-128-16,10-2 0 0,1 1 0 0,-6 3 0 0,0-3 0 31,-2 0-256-31,-1 1-128 0,-4 0-16 0,-3 1-16 0,-3 1 176 0,-3 1 48 0,-4-2 0 0,-4 2 0 15,-3 1 192-15,-2 0 0 0,-8 0 0 0,0 0 160 16,0 0 192-16,0 0 32 0,0 0 16 0,0 0 0 16,0 0 48-16,-7 4 16 0,1-1 0 15,-3 1 0-15,-3 0-176 0,-1 0-32 0,0 0-16 16,0 1 0-16,-1 2-112 0,-1-1-128 0,1 0 176 0,2 0-176 16,-1 1 128-16,0-1-128 0,1 1 0 0,3-1 0 15,1 1 128-15,2-2-128 0,2 0 0 0,4-5 0 0,0 0 0 16,-3 7 0-16,3-7 0 0,0 6 0 15,0-6 0-15,6 7 0 0,0-2 0 0,3 0 0 16,2 0 128-16,0 1-128 0,2-1 0 0,3 0 0 16,2 0 128-16,2 0-128 0,-1-1 0 0,1 2 0 0,1-3 0 0,0 3 0 15,1-1 0-15,-1 1 0 0,-2 1 0 0,-1-2 0 16,-1 2 0-16,-1 0 0 0,0 4 0 16,-2-3 0-16,-2 2 0 0,-2 1 0 0,-2-2 128 0,0 2-128 15,-3-1 0-15,-2-1 0 0,-3 0 0 0,-2 0 0 16,-2 1 128-16,-1 0-128 0,-3 0 128 0,-1-4-128 15,-1 1 192-15,-3-1-192 0,-3 1 0 0,-1 0 0 16,-1-4 0-16,-3 1 0 0,-1 0 0 16,-1-1 0-16,-4-1 0 0,3 0 0 15,0-4-256-15,3 0-176 0,2-2-16 0,4-3-16 16,2 2-1904-16,4 0-368 0,4-2-80 0,6-2 0 16,5-1-2640-16,5-6-528 0</inkml:trace>
  <inkml:trace contextRef="#ctx0" brushRef="#br0" timeOffset="63084.35">21355 921 4607 0,'13'-16'192'0,"-9"10"64"0,0 3-256 0,0-1 0 0,-2-2 0 16,-2 6 0-16,0 0 8832 0,0 0 1712 0,0 0 336 0,0 0 80 15,-4-4-6800-15,-1 1-1344 0,-1 1-288 0,-2 2-48 16,-1 1-1328-16,0 0-272 0,-2 1-48 0,-3 4-16 16,-3 2-656-16,1 0-160 0,2 1 0 15,-2-1 448-15,2 1 48 0,1 4 16 0,0-3 0 0,1 1-368 0,2-2-144 16,2 0 128-16,0 0-128 15,1 0 0-15,2 0 128 0,3-2-128 0,0-1 0 16,2 2 0-16,3 0 128 0,1 0-128 0,1-2 0 0,2 1 0 0,0-3 0 16,3 4 128-16,1-2-128 15,1-1 0-15,1 2 0 0,3-5 0 0,1 4 0 0,1-1 0 16,1-2 0-16,1-1 128 0,1 2-128 16,0 0 0-16,-2 0 0 0,1 0 0 0,-2 1 0 0,-1 2 0 0,-1-1 0 15,-3-1 0-15,-2 2 0 0,-1-1 0 0,-3 1 0 16,-1-1 0-16,-2 1 0 0,-3-1 0 15,-1-6 192-15,-4 7-64 0,-1 1 0 0,-3 1-128 0,-3 0-144 16,0 1 144-16,-4-2-208 0,-2 0 208 16,-1-1 0-16,-1-1 0 0,-1-1 0 0,-1-1 0 0,0 0 0 15,0-1 0-15,2-1 0 16,1-2-496-16,-1 2-48 0,1-1-16 0,4-1 0 16,2 0-848-16,3-1-160 0,1-2-32 0,4-1-16 15,4 4-2544-15,0 0-512 0,8-8-112 0</inkml:trace>
  <inkml:trace contextRef="#ctx0" brushRef="#br0" timeOffset="63485.71">21631 921 12895 0,'0'0'576'0,"0"0"112"0,0 0-560 0,0 0-128 16,0 0 0-16,0 0 0 0,0 0 7792 0,0 0 1520 16,0 0 304-16,-4 4 64 0,-1 1-6256 0,3 2-1248 0,-4 4-256 0,4 1-64 15,-3 1-928-15,-1 4-192 0,2 1-32 0,-1 2-16 16,1-3-272-16,3 2-48 0,0-2-16 0,2 3 0 0,0-4-352 15,2 2 144-15,1-3-144 0,2 2 0 0,0-4 0 0,0-2 0 16,2 2 0-16,2-4 0 16,-1-2 0-16,2-1 0 0,-1-2-208 0,1-1 80 15,0-3-64-15,2 1-16 0,-1-1 0 0,1-1 0 0,0-2 208 0,-1 0 0 16,0-1 0-16,-3-2 0 0,0-3-272 0,-1-2-16 16,-2 0 0-16,1-1 0 0,-1-1 288 15,1-1-128-15,-1-2 128 0,0-1 0 0,-1-1 0 16,0-1 0-16,-1 0 0 0,0-1 0 0,0 3 256 0,-3 2 64 15,2 3 16-15,-2 3 0 0,0 0-336 0,-1 2 0 16,0 7 0-16,0 0 0 0,0 0 0 0,0 0 192 16,0 0-64-16,0 0 0 0,-1 9 0 0,1 3 0 15,0 0 0-15,0 1 0 0,0 1-128 0,1 2 0 16,1 0 0-16,0 2 0 0,1-1 0 0,1 0 0 16,1-2 0-16,0 1 128 0,2-2-128 0,-1 2-208 15,2-6 48-15,0 2 16 16,0-1-1072-16,2-1-224 0,-1-4-32 0,0-2-16 15,0 0-1328-15,1-1-256 0,-3-3-48 0,1 0-10512 16,0-3-2096-16</inkml:trace>
  <inkml:trace contextRef="#ctx0" brushRef="#br0" timeOffset="64300.71">22073 948 25791 0,'0'0'1152'0,"0"0"224"0,0 0-1104 0,0 0-272 0,0 0 0 0,0 0 0 15,0 0 5360-15,0 0 1008 0,0 0 208 0,0 0 32 16,0 0-3920-16,2 10-800 0,0 1-160 15,1 5-16-15,-2-2-880 0,0 2-192 0,1 1-16 0,0 2-16 16,1 1-288-16,-1-1-48 0,1 2-16 0,0 0 0 0,-1-3-256 0,2 1 0 16,0-4 128-16,0 0-48 0,0-1-80 0,0-1 0 15,0 0 0-15,0-4 0 0,0-2 0 0,-4-7 0 16,0 0 0-16,0 0 0 0,0 0 0 0,0 0 0 16,0 0 0-16,0 0 0 0,0 0 0 0,5-5 0 15,0-2 0-15,-1-1 0 0,-1-2-176 0,0-3 176 16,0-3-160-16,1 0 160 0,0-2-192 0,0 0 48 15,1-2 16-15,3-2 0 0,-3 0-32 0,3-3 0 16,1 2 0-16,0 2 0 0,-1 3 32 0,-2 1 0 16,1 1 0-16,0 4 0 0,-4 6 128 0,-3 6 0 15,0 0-144-15,0 0 144 0,0 0 0 0,0 0 160 16,0 0-16-16,7 10 0 0,-2 3 48 0,0 3 16 16,-1 1 0-16,-1 0 0 0,-1 2-208 0,1 0 0 15,0 0 0-15,2-1 0 0,-4 1 0 0,3-1 0 16,1-1 0-16,1-4 0 0,-1 1 0 0,0-2 0 0,0-3 0 0,0-1 0 15,2-1 0-15,-1-2 0 0,-6-5 0 0,8 2 0 16,0 1-208-16,0-6 64 0,-2 1 16 0,2-2 0 16,0 0 128-16,0-4-160 0,-2 0 160 15,2-2-160-15,0-1 160 0,0-3 0 0,2-2 0 0,-1 1 0 32,1-2-384-32,0 0-80 0,0-5-32 0,2 0 0 0,0 1 160 0,0 1 16 15,-1 2 16-15,0 2 0 0,-2 3 304 0,-1 5 0 0,-2 2 0 0,-1 2 0 16,-5 4-336-16,0 0 32 0,0 0 16 0,0 0 0 15,0 0 432-15,0 0 96 0,0 12 16 0,0 1 0 16,0 2-80-16,0 1-16 0,0 2 0 0,2 1 0 16,-1-1-160-16,2 1 160 0,-1 1-160 0,2-2 160 15,0 0-160-15,3-3 0 0,-1-1 144 0,2 0-144 0,0-3 0 0,1-1 0 16,0 1 0-16,1-3 0 0,2-3 0 0,1 0-128 16,-1-4 0-16,1 1 0 0,-1-2-32 0,1-2 0 15,0 1 0-15,0-4 0 0,0-2 0 0,0-1 0 16,1-1 0-16,1-2 0 0,-1-2-16 0,0-1 0 15,-1 1 0-15,3-5 0 0,-2 0 48 0,2 0 0 16,-2-7 0-16,1 3 0 0,-1-2 128 0,-1 1 0 16,-1-1-144-16,-3 3 144 0,-1 6 0 0,-4-2 0 15,-2 5-144-15,0 4 144 0,-4-1 0 0,-2 3 0 16,-2 2 176-16,-3 2-176 0,-2 2 496 16,1 6-16-16,-2 0 0 0,-2 5 0 0,-1 0-96 0,0 1 0 15,-1 6-16-15,0 2 0 0,2 1-32 0,0 0 0 16,1-2 0-16,2 3 0 0,2 1-96 0,3 0-32 0,0-3 0 0,4 0 0 15,1 0-208-15,1-3 176 16,1 2-176-16,3-4 160 0,2-2-160 0,2-1 0 16,1-1 0-16,3-2 0 0,5 2 0 0,2-2-144 15,4-1 0-15,1 0 0 0,2-3-112 0,2 0 0 0,1 0-16 0,-1 3 0 16,2-1-1392 0,-2-1-256-16,-4 2-64 0,0-4-21136 0</inkml:trace>
  <inkml:trace contextRef="#ctx0" brushRef="#br0" timeOffset="64801.37">20534 1665 3679 0,'-10'-2'320'0,"-1"-2"-320"15,-2 0 0-15,0 0 0 0,1-2 8896 0,3 0 1728 16,1 0 320-16,3 2 80 0,5 4-7008 0,0 0-1408 16,0 0-288-16,4-5-48 0,1-1-768 0,4 4-160 15,3 1-16-15,2 1-16 0,2 0-752 0,2 0-160 16,3-3-16-16,4 3-16 0,2-1-64 0,7-2-16 15,5 0 0-15,5 2 0 0,6 0-160 0,3 0-128 0,3 1 192 0,3 0-48 16,0-4-144-16,5 2 0 16,5 1 0-16,6 1 0 0,6 0 0 0,0 0 0 15,-2-3 0-15,5 3 0 0,2 3 0 0,3-3 0 0,2 0 0 16,-4 1 0-16,-3 1 0 0,-4-1 0 0,1 2 0 16,1-3 0-16,3 1 0 0,-4 0 0 0,-8-1 0 15,-6 0 0-15,-8 1 0 0,-4-2 0 0,-5 2 0 16,-3-1 0-16,-3 0 0 0,-4 0 0 0,-3 0 0 15,-4 0 0-15,-6 0 0 0,-4 0 0 0,-2 0 0 16,-4 0 0-16,-4 0 0 0,-2 0 0 0,-11 0 0 0,0 0 0 0,0 0 0 0,0 0 0 16,0 0 0-16,0 0 0 0,0 0 0 0,0 0 0 15,-3-3 0-15,-1-3 0 16,-1 2-1104-16,0 2-224 0,-3-1-32 0,0 2-15280 16,-1 0-3072-16</inkml:trace>
  <inkml:trace contextRef="#ctx0" brushRef="#br0" timeOffset="65161.09">23460 1011 22111 0,'0'0'1968'0,"0"0"-1584"0,0 0-384 0,0 0 0 15,0 0 7552-15,0 0 1440 0,0 0 288 0,-4 5 48 16,4-5-6880-16,0 0-1360 0,0 0-288 0,0 0-48 15,0 0-480-15,-3 7-80 0,0-1-32 0,3-6 0 16,0 0-112-16,0 0-48 0,0 0 0 0,0 0 0 16,-1 5-1248-16,2 2-240 0,-1-7-48 0,0 0-15008 15,1 10-2992-15</inkml:trace>
  <inkml:trace contextRef="#ctx0" brushRef="#br0" timeOffset="65328.15">23463 1244 29487 0,'0'0'2624'0,"0"0"-2112"0,0 0-512 0,0 0 0 0,0 0 5344 0,0 0 960 16,0 0 192-16,0 0 32 0,0 12-4128 0,0-3-832 15,0-9-160-15,0 0-48 0,1 11-880 0,2-4-176 16,-3-7-48-16,0 0 0 0,0 0-384 0,0 0-96 16,8 7-16-16,0-6-17056 15,-1 2-3424-15</inkml:trace>
  <inkml:trace contextRef="#ctx0" brushRef="#br0" timeOffset="87896.17">24609 826 45551 0,'0'0'1008'0,"0"0"208"0,-5-7 32 16,3 1 32-16,5 1-1024 0,-3-1-256 0,-1 1 0 0,-3 0 0 0,-3 0 944 0,0 1 144 16,-1 1 16-16,-3 1 16 0,0 0-80 0,-3 0-16 15,0 2 0-15,-2 2 0 0,0 0-448 0,-3 3-80 16,1-3-32-16,-5 5 0 0,2-1-160 0,0 4-48 0,1 1 0 0,2-3 0 15,0 0-128-15,1 1-128 16,1 3 192-16,2-3-192 0,0 1 128 0,2 1-128 0,1-2 0 0,2 1 0 16,1-2 0-16,2 0 0 0,1 0 0 0,2-2 0 15,3-6 0-15,0 0 0 0,0 8 0 0,0-8 0 16,1 8 0-16,2 0 0 0,1-2 0 16,1 1 0-16,2-1 0 0,2-2 0 15,1 0 0-15,3 1 0 0,4 2 0 0,1-1 0 0,2 1 0 0,5 3 0 16,0-3 160-16,-1 2 128 15,1-1 32-15,0 1 0 0,0 1-512 0,-1 0-112 16,-1-3-16-16,-3 1 0 0,0 1 320 0,-3 0 0 0,-3 2 0 0,-1 2 0 16,-2-4 208-16,-5 1 112 0,-2 1 0 0,-1-1 16 15,-2 1 96-15,-2-1 16 0,-3 2 0 0,-1-3 0 16,-2 1-688-16,-1 1-128 0,-2-2-16 0,-3-1-16 0,-2-2 400 0,0 1 192 16,-3-2 0-16,-2 0-16 0,-1 1-176 0,0-1 192 15,2-3-192-15,-2 1 192 0,0-2-192 16,0-1 0-16,0 0 0 0,2-1 0 0,2-2 0 15,0 1-176-15,1-3 16 0,3-1 0 16,1-2-848-16,6 2-160 0,2-6-48 0,3 2 0 16,3-3-2288-16,6-2-464 0,5 0-80 15</inkml:trace>
  <inkml:trace contextRef="#ctx0" brushRef="#br0" timeOffset="88062.16">24801 1147 29487 0,'0'0'2624'0,"0"0"-2112"0,-3 7-512 0,0 1 0 0,2 4 4608 0,0-4 800 16,-1 2 160-16,1-1 48 0,-1 0-3440 0,2-2-704 0,0-7-128 0,1 8-16 16,-1-8-448-16,0 0-96 15,0 0-16-15,0 0 0 16,5 8-1088-16,0-3-208 0,-5-5-48 0,8 2-16 16,0 0-1248-16,1-2-240 0,0-2-48 0,2 0-12912 0,0-2-2560 0</inkml:trace>
  <inkml:trace contextRef="#ctx0" brushRef="#br0" timeOffset="88440.05">25297 1002 30063 0,'0'0'1328'0,"4"-5"272"0,0-2-1280 0,1-1-320 0,2-1 0 0,-1 1 0 0,0 2 2000 15,0-1 336-15,1-1 64 0,-2 1 16 0,-1-1-272 0,0-1-48 16,0 2-16-16,-4 7 0 0,2-6-592 0,-2 6-112 16,0 0-32-16,0 0 0 0,-2-6-192 0,-1 1-64 15,-1 1 0-15,-1 0 0 0,-2 8-336 0,0-1-80 16,-3 1-16-16,1 2 0 0,-2 0-256 0,-2 3-48 16,-2 4-16-16,1 2 0 0,-2 1-176 0,1 2-32 15,-2 3-128-15,0 0 192 0,0 1-128 0,-2 0-64 16,4-2 0-16,0-1 0 0,4 0 0 0,2-1 0 15,1-1 0-15,1 0 0 0,5 0 0 0,2-2 0 16,1 0 0-16,3-2 0 0,2-1 0 16,4-2 0-16,0-1 0 0,3-1 0 0,0-2 0 0,3-3 0 0,-1-2 0 15,2 2 0-15,2 0-208 0,0-2 64 0,1-2 16 16,0-2 0 0,1-1-848-16,0 1-176 0,0-2-16 0,0 0-16 15,1-2-2272-15,-1 2-464 0</inkml:trace>
  <inkml:trace contextRef="#ctx0" brushRef="#br0" timeOffset="88635.13">25686 1200 15663 0,'0'0'1392'0,"0"0"-1120"0,0 0-272 0,0 0 0 0,0 0 8704 15,0 0 1664-15,0 0 352 0,0 0 64 0,0 0-7712 0,0 0-1552 16,0 0-304-16,0 0-64 0,0 0-912 0,0 0-240 15,9 5 0-15,-1-2 0 16,1-1-1824-16,1-2-448 0,2-2-96 0,1-1-21328 16</inkml:trace>
  <inkml:trace contextRef="#ctx0" brushRef="#br0" timeOffset="89069.33">26287 858 31327 0,'0'0'2784'16,"0"0"-2224"-16,-4-2-560 0,4 2 0 0,-4-5 4368 0,0-1 768 16,0 1 160-16,-2 1 16 0,-2 0-3088 0,-1 2-624 15,-2 0-128-15,1 1-32 0,-2-3-736 0,0 3-128 16,1 1-48-16,-2 0 0 0,-2 0-272 0,0 1-48 16,-2 2-16-16,0-2 0 0,1 2-192 0,0 1 144 15,1 1-144-15,0 1 128 0,5 0-128 0,0-1 0 0,-2 1 0 16,1 1 0-16,2-2 0 0,3 3 0 0,-1-2 0 0,2 1 0 15,-1 1 0-15,2 0 0 0,1-1 0 0,2 1 0 16,-1-1 0-16,4-1 0 0,0 1 0 0,1 1 0 16,2 1 0-16,3 0 0 0,1-1 0 15,4 0 0-15,4-3 0 0,3 0 0 0,3 0 0 0,3 2 0 16,8-2 0-16,-8-1 0 0,0 1 0 0,2 0 0 0,-2 2 0 16,-2 1 0-16,-1-1 0 0,-3 0-176 0,-1-1 176 15,2 4 0-15,-3-3 0 0,-4 2 0 0,-1-1 0 16,-2 0 0-16,-4 0 0 0,0 0 0 15,-3 1 0-15,-1-3 0 0,-2 4 0 0,-1-3 128 0,-4 1-128 0,-1 1 128 16,-2 0-128-16,-3 1 128 0,-3-3-128 0,-3 1 144 16,-2 0-144-16,-3 0 160 0,-3 0-112 15,0 0-48-15,-2-2 0 0,1 1 0 0,-2-4-256 0,2 0-64 16,3 2 0-16,2-1 0 16,4 0-704-16,3-1-128 0,0-2-48 0,4 0-15216 15,9-1-3040-15</inkml:trace>
  <inkml:trace contextRef="#ctx0" brushRef="#br0" timeOffset="89252.24">26584 1144 54143 0,'0'0'2400'0,"0"0"480"0,5 5-2304 0,1 2-448 0,-1 1-128 0,-1-2 0 16,0 2 1040-16,-2-2 192 16,-2-6 48-16,3 8 0 0,-1 0-976 0,-2-8-304 15,0 0 160-15,0 10-48 0,0-10-112 0,-1 7 0 0,1 1 0 0,0-8 0 16,0 0 0-16,0 0 0 15,0 0 0-15,0 0 0 16,0 0-432-16,0 0-80 0,0 0 0 0,0 0-25184 0</inkml:trace>
  <inkml:trace contextRef="#ctx0" brushRef="#br0" timeOffset="103309.47">1404 2332 25391 0,'7'-28'1120'0,"0"17"240"0,3 0-1088 0,3-1-272 0,1 1 0 0,4 0 0 0,4 2 0 0,4 3 0 16,4-2 0-16,2 1 0 0,-1 1 0 0,3-1 0 0,1-1-176 0,4 1 176 31,3-3-608-31,-17 5-16 0,2-1 0 0,6-1 0 16,4-1-400-16,7 1-96 0,2-4-16 0,1-1-4944 0,-2-2-976 16</inkml:trace>
  <inkml:trace contextRef="#ctx0" brushRef="#br0" timeOffset="104595.99">23554 2294 20271 0,'0'0'1792'0,"0"0"-1424"0,-6-1-368 0,-1-1 0 0,7 2 5824 0,0 0 1104 0,-5-1 224 0,5 1 32 15,0 0-4688-15,0 0-960 0,-5-1-176 0,5 1-32 16,0 0-432-16,0 0-96 16,0 0-16-16,0 0 0 0,0 0-784 0,0 0 0 0,0 0 0 0,0 0 0 31,0 0-1408-31,0 0-256 0,0 0-32 0,8 0-13136 0,2 0-2624 0</inkml:trace>
  <inkml:trace contextRef="#ctx0" brushRef="#br0" timeOffset="104765.26">23666 2530 33167 0,'-5'2'2944'0,"-3"2"-2352"0,2 3-464 0,-1-1-128 0,1 1 3392 0,-1-6 640 16,1 3 144-16,1 0 32 0,1-1-2544 0,4-3-512 15,-7 1-112-15,7-1-16 0,0 0-832 0,0 0-192 16,0 0 0-16,0 0 0 16,0 0-2240-16,8-1-464 0,2 1-96 0</inkml:trace>
  <inkml:trace contextRef="#ctx0" brushRef="#br0" timeOffset="105279.98">24288 2227 10127 0,'0'0'896'0,"-1"-5"-704"0,0-1-192 0,1-1 0 16,0 2 6784-16,0-2 1312 0,0 1 272 15,-2-1 48-15,0 2-4784 0,-2 0-960 0,0 0-192 0,0-1-48 16,-1 3-1008-16,-2 1-208 0,1-2-32 0,-2 3-16 16,-1 1-592-16,-3 3-112 0,-1-1-16 0,-1 2-16 15,-3 0-256-15,1 4-48 0,-3 1-128 0,0 3 192 16,1-4-192-16,0 3 0 0,-2 2 0 0,3 0 0 16,2 0 0-16,2-1 0 0,0-3 0 0,3 2 0 0,3-1 0 0,1-1 0 15,4-1 0-15,0 0 0 0,2-8 0 16,3 8-192-16,4 0 192 0,2-2-160 0,2-1 32 0,3-2 0 15,1 1 0-15,3 0 0 0,1 1 128 0,2 1-128 16,-2 0 128-16,2-2-128 0,0-3 128 0,0 0 0 16,2 2 0-16,-3-3 0 0,-1 1 0 0,-1 2 0 15,-1-1 0-15,0 1 0 0,-1 1 0 0,-3-3 0 16,-3 3 0-16,0 1 0 0,-3-1 0 0,0 1 0 16,-2 2 0-16,-1 1 0 0,-3 1 0 0,-1 0 0 15,-1 1 0-15,-3 1 176 0,-2-5-48 0,-2 2-128 16,0 1 192-16,-2 0-64 0,-2 2-128 0,-2-2 0 15,-2 1 144-15,-1 1-144 0,-1-3 0 0,-2 1 0 0,-2-1 0 16,1-1-192 0,-1 0-640-16,2-1-128 0,2-2-16 0,2-1-16 15,2-2-1200-15,4-1-240 0,3-1-64 0,7 1-11200 0,-1-7-2240 0</inkml:trace>
  <inkml:trace contextRef="#ctx0" brushRef="#br0" timeOffset="105516.73">24642 2046 17503 0,'0'0'768'0,"0"0"176"0,0 0-752 0,0 0-192 0,0 0 0 0,0 0 0 16,0 0 6752-16,0 0 1312 0,0 0 272 0,1 11 48 0,-4 2-5520 0,1 2-1120 15,-1 0-208-15,2 3-64 0,-2 3-704 0,1 1-160 16,-1 1-32-16,2 2 0 16,-1 1-416-16,0 0-160 0,0 0 0 0,1-1 144 0,0 0-144 0,-1 0 0 15,2-1 0-15,-1 0 0 0,1-3 0 0,0 0-192 16,-1 1 32-16,0-4 16 15,-1-2-784 1,1-2-160-16,0 0-16 0,-1-3-16 0,2-2-496 0,-1-1-112 16,1-8 0-16,0 0-16 0,0 0-1776 0,0 0-336 0,-6 2-80 15</inkml:trace>
  <inkml:trace contextRef="#ctx0" brushRef="#br0" timeOffset="105869.43">24410 2342 20271 0,'0'0'1792'0,"0"0"-1424"15,0 0-368-15,0 0 0 0,0 0 5360 0,0 0 992 16,0 0 208-16,5 9 32 0,1-2-3952 0,2-1-784 16,0-1-176-16,2 1-16 0,2-4-640 0,2 2-112 15,3-1-16-15,2-2-16 0,0-2-352 0,3 1-64 16,0 0-16-16,2 0 0 0,1-3-304 0,-1 1-144 16,0-2 128-16,-2 0-128 0,-1 0 128 0,0-1-128 15,-2-1 128-15,1 0-128 0,-2-1 0 0,0 0 0 16,-1-3-224-16,0 1 80 0,-1 0-32 0,1-3 0 0,-4-1 0 15,0 2 0-15,0 0-48 0,-3-1-16 0,0 2 0 0,-3 2 0 16,0-2 16-16,-3 2 0 0,-2 3 0 0,-2 5 0 16,0 0 96-16,0 0 128 0,0 0-208 0,-6-2 80 15,-3 4 128-15,-2 2 0 16,0 2 0-16,-1 3 0 0,-1 4 0 0,1 2 0 0,-1 0 0 0,1 4 0 0,1 3 0 16,0-4 128-16,1 3-128 0,1-2 0 15,1-2 0-15,3 2 0 0,3-1 0 0,2-1 128 16,3 0-128-16,1-2-192 0,2-2 64 0,2 2 0 15,4-6-1424-15,1-1-288 0,1-2-48 0,3-2-16 16,1-1-1648-16,2-2-336 0,1-2-64 0</inkml:trace>
  <inkml:trace contextRef="#ctx0" brushRef="#br0" timeOffset="107104.72">25330 2368 11055 0,'5'-23'480'0,"-1"14"112"15,0-1-464-15,0 1-128 0,0-4 0 0,-2 3 0 0,0 1 5312 0,-2 2 1024 16,-3 3 224-16,-1-2 32 0,-1 1-3216 0,-2 1-656 15,-2 1-128-15,0 3-32 0,-1 1-944 0,-2 3-192 16,-1 3-32-16,-1-1-16 0,-3 2-592 0,-2 3-112 16,1 2-32-16,0 0 0 0,0-2-64 0,-1 4-32 0,2 0 0 0,2 0 0 15,2 0-288-15,2 0-64 0,2 0-16 0,3 0 0 16,1-1-176-16,2 0 0 0,3 1 0 0,3-2-176 31,0-3-240-31,3-1-48 0,0-1-16 0,2-1 0 16,2-2-320-16,2-1-64 0,1-2-16 0,2 0 0 15,-1-2-160-15,2-2-48 0,-1-4 0 0,1-1 0 16,1 1-48-16,-2-2-16 0,0 0 0 0,-2-1 0 0,0-4 192 16,0 0 48-16,-1 1 0 0,-1-1 0 15,0-1 320-15,-2-3 64 0,-1 4 16 0,-2-3 0 0,-1 2 320 16,-1 1 192-16,0 1-192 0,-1 3 192 0,-2 1 272 0,0 2 176 0,-1 6 16 0,0 0 16 0,0-6 624 0,0 6 128 16,0 0 32-16,0 0 0 15,0 0-304-15,0 0-48 0,0 0-16 0,0 0 0 0,-2 7-576 16,1 1-128-16,-1 1-32 0,1 3 0 0,0 1-160 0,2 1 0 15,-1 0 0-15,1 2 0 0,1-2 0 0,1 2 0 16,1-2 0-16,2 1 0 16,1-2-544-16,1-2-32 0,3 2-16 0,-1-2 0 15,2-3-368-15,2-3-80 0,3-1-16 16,0-2 0-16,-1-2 240 0,1-1 48 0,1-2 16 0,1 1 0 0,1-2 496 0,0 0 80 16,-2-1 32-16,0-2 0 0,0 1 144 0,-1-5 0 15,-1 1 0-15,-2 1 0 0,-1 0 256 0,-1 0 0 16,-3-2-16-16,0 1 0 0,-2-1 208 0,-2 1 64 15,-5-2 0-15,1 0 0 0,-1 1 96 0,-1-1 32 16,-4 0 0-16,0 2 0 0,-2-1-48 0,-1 2 0 16,-1 1 0-16,0 3 0 0,-3 1-400 0,1 2-64 15,-1 2-128-15,-3 2 176 0,2 0 16 0,-1 3 16 0,0-1 0 0,-1 5 0 16,1 3 112-16,1 1 32 16,1 2 0-16,3 1 0 0,1 1-16 0,1-3 0 0,-1 3 0 0,2-1 0 15,4-1-336-15,2 0 0 0,2-2 0 0,1 0 128 16,2 0-336-16,2-3-64 0,1-2-16 15,2-3 0 1,2-1-400-16,2-1-80 0,2-3 0 0,2 0-16 0,0-5-112 16,2-1 0-16,1 0-16 0,0-2 0 15,-1-1 112-15,1-3 32 0,0-2 0 0,-1-2 0 0,-2-2 256 16,0-3 48-16,0-2 16 0,-1-3 0 0,-2-2 128 0,-1 0 16 0,-1-4 16 0,0 2 0 16,-2-2 288-16,-2 4 0 0,-1 1 0 15,-3 5 0-15,-1-2 448 0,-2 6 112 0,0 2 16 0,-2 3 0 16,0 2 672-16,-2 1 144 0,0 4 16 15,2 6 16-15,0 0-176 0,0 0-32 0,0 0-16 0,-7 5 0 0,1 3-656 16,-1 4-128-16,1-2-32 0,-1 6 0 0,-1 3-80 0,2 4-32 16,-1 0 0-16,2 2 0 0,0 2-16 0,1-1-16 15,1 0 0-15,2-2 0 0,1-1-80 0,1 1-16 16,3-1 0-16,1-3 0 16,2-5-144-16,-1 0 128 0,1-2-128 0,-1-2 128 0,2-1-128 15,0-3-144-15,1 0 144 0,0-2-208 0,0-4-128 0,2-2-32 16,-1 0 0-16,1-4 0 15,1-1-112-15,-1 0-32 0,1-3 0 0,-2 0 0 16,3-3 32-16,-1-1 0 0,-4 0 0 0,-1 0 0 16,-1 0 0-16,2 0 0 0,0 0 0 0,-2-3 0 15,1 2-16-15,-2 1 0 0,0 1 0 0,-1 3 0 0,-3-2 496 0,1 5 0 0,-2-1-128 0,-2 2 128 16,2 5 560-16,0 0 144 16,0 0 48-16,-6 7 0 0,-2 2-64 0,2 4-16 0,-1-1 0 15,2 2 0-15,0 0-192 0,-1 1-32 0,1-1-16 0,1 0 0 16,2 2-128-16,3-2-32 0,0 2 0 0,1-2 0 15,-1-1-272-15,3-1 0 0,2-3 0 0,1 0 0 16,1 0-224-16,1-2-48 0,0-3-16 0,1-2 0 16,2 0-208-16,2-2-32 15,1-2-16-15,-1-2 0 0,-1-2 32 0,1-1 0 16,1 0 0-16,-1-1 0 0,-1-4 128 0,1 0 48 0,1-1 0 0,-1-1 0 0,-1-2 336 0,0-1-176 16,-1 0 176-16,-2 2-128 0,1-3 256 15,-1 1 64-15,-2 1 16 0,-1 3 0 0,-2 4 240 0,-1-2 32 16,-2 3 16-16,-2 8 0 0,0 0 464 0,0 0 80 15,0 0 32-15,0 0 0 0,2 8-144 0,-2 3-32 16,-3 2 0-16,0 2 0 0,0 2-304 0,-1 3-64 16,0 1-16-16,-2 0 0 0,-1 1-160 0,3 1-32 15,0 2-16-15,0 1 0 0,0 0-304 16,0 2 160-16,1 0-160 0,1 0 128 0,-1-2-128 0,2-2 0 16,0 1 0-16,1-1 0 0,0-2-352 0,0-4 0 15,0 0 0-15,1-5 0 16,2-1-1200-16,0-3-240 0,-3-9-64 0,6 7 0 15,2-2-2176-15,1-4-448 0</inkml:trace>
  <inkml:trace contextRef="#ctx0" brushRef="#br0" timeOffset="107281.26">26609 2324 21183 0,'0'0'1888'0,"0"0"-1504"0,0 0-384 0,0 0 0 16,0 0 5248-16,5-4 960 0,-1-1 208 0,-4 5 48 15,7-4-4160-15,0 1-832 0,4 1-176 0,1 0-16 16,-1-2-528-16,4 3-112 0,2 0 0 0,1-1-16 16,-1 1-624-16,2 0-128 0,3 0-32 0,3-1 0 31,0 1-2608-31,1-2-528 0,0 1-96 0</inkml:trace>
  <inkml:trace contextRef="#ctx0" brushRef="#br0" timeOffset="107614.61">27288 2068 24879 0,'0'0'2208'0,"-2"-6"-1760"0,2-3-448 0,-2 0 0 0,1 1 3040 0,1-3 528 0,0 1 96 0,0 1 32 0,-1-3-1968 0,1 0-384 16,-2 3-64-16,1 0-32 0,0-1-304 0,-2 2-64 16,0 1-16-16,1 2 0 0,2 5-480 0,-4-5-80 15,0 2-32-15,4 3 0 0,0 0-80 0,0 0 0 16,-6 0-16-16,6 0 0 0,-4 7 16 0,0 2 0 15,-2 1 0-15,1 2 0 0,1 1 192 0,0 3 32 16,2 2 16-16,-1 3 0 0,-1 1 80 0,0 3 32 16,0-2 0-16,1 5 0 0,0-4-80 0,0 4-16 15,1 2 0-15,-3 0 0 0,1 2-160 0,0 2-32 0,0 1-16 0,0-1 0 16,1-1-112-16,-1-2 0 16,2-1-128-16,0-1 192 0,1-3-192 0,0-1 0 15,1-1 0-15,-1-1 0 16,-2 1-448-16,0-4-64 0,1-2-32 0,-1-3 0 15,1-5-1248-15,-1 0-256 0,-1-2-64 0,1-1 0 16,3-7-1728-16,-7 6-368 0</inkml:trace>
  <inkml:trace contextRef="#ctx0" brushRef="#br0" timeOffset="107984.98">27003 2487 13823 0,'0'0'1216'0,"0"0"-960"0,7-3-256 0,3 1 0 0,0 0 5680 0,4 2 1088 15,1-2 208-15,-1 0 64 0,-1-4-4560 0,3-1-912 16,1 1-176-16,1-1-48 0,0 1-416 0,2-1-96 16,-1 1 0-16,2-2-16 0,0-1-432 0,0 0-64 15,0-2-32-15,0 1 0 0,-1-1-160 0,1 0-128 16,3-2 192-16,-1-2-192 0,-1-2 128 0,-1-1-128 16,-1-3 0-16,-1-1 0 0,1-1 0 0,-2-1 0 15,-2 1 0-15,-1 0-144 0,0 0 144 0,-4 5-160 16,0-1 160-16,-2 4-160 0,-1 0 160 15,-2 4 0-15,0 2 160 0,-2 2-160 0,-4 7 528 16,0 0 16-16,0 0 0 0,0 0 0 0,0 0 176 0,0 0 48 16,0 0 0-16,0 0 0 0,-3 9-320 0,0 3-48 15,-1 2-16-15,0 3 0 0,-1 3-96 0,0 1-32 16,0 1 0-16,0 3 0 0,-1 2-112 16,2 2-16-16,1-2-128 0,-1-1 192 0,0-1-192 15,1 0 0-15,1-2 128 0,-1-1-128 0,3 6 0 0,-1-2-208 0,1-9 32 0,1-2 16 31,0-2-1376-31,2-1-256 0,1 0-64 0,1-4-16 16,0-1-1776-16,3 1-336 0,1-4-80 0</inkml:trace>
  <inkml:trace contextRef="#ctx0" brushRef="#br0" timeOffset="108331.26">27804 2325 22111 0,'0'0'1968'0,"2"-5"-1584"16,-2 5-384-16,0 0 0 15,2-5 5024-15,-2 5 928 0,0 0 176 0,0 0 32 0,0 0-3280 16,0 0-672-16,0 0-128 0,0 0-32 0,0 0-880 0,-5 2-176 15,-3 4-32-15,0 1-16 0,1 4-512 0,-3-2-112 16,1 3 0-16,-1 1-16 0,1-3-128 0,1 2-32 16,3 0 0-16,0-1 0 0,2 2-144 0,-1 0 0 15,1-1 0-15,2 0 0 0,1-3 0 0,0-1 0 16,-1 0 0-16,2-2 0 0,3 1-176 0,1-2 48 16,2-1 0-16,1-2 0 0,2 0-128 0,0-2 0 15,1 0-16-15,-1-2 0 0,2 0 0 0,0-2 0 16,-2 0 0-16,2-3 0 0,0 2-48 0,-2-1 0 15,-1-2 0-15,-1-1 0 16,0 0-64-16,-2 1-32 0,0-3 0 0,-2 2 0 0,-1-1 32 16,0-1 0-16,-3 0 0 0,-1 0 0 0,-3-2 48 0,0 1 16 15,-1 3 0-15,-1 0 0 16,0 1-144-16,-1 2-32 0,2 1 0 0,0-1 0 16,-2 3-112-16,2-1-32 0,0 2 0 0,1-2 0 15,4 4-1344-15,0 0-256 0,-4 0-64 0,4 0-9616 16,0 0-1920-16</inkml:trace>
  <inkml:trace contextRef="#ctx0" brushRef="#br0" timeOffset="108839.95">28085 2287 40607 0,'0'0'1792'0,"0"0"384"0,0 0-1744 0,0 0-432 0,0 0 0 0,0 0 0 15,0 0 1808-15,-6 7 288 0,3-2 48 0,-3 3 16 16,1 2-368-16,-1-1-80 0,-2 2-16 0,1 2 0 0,1-3-864 0,2 2-160 15,3 0-32-15,-3 2-16 0,1-3-336 0,2 0-64 16,2-2-16-16,2 3 0 0,-1-3-208 0,3 0 144 16,2-1-144-16,-1-1 128 0,2-2-128 0,0-1 0 15,1-2 0-15,2 1 0 0,0-3 0 0,2 0 0 16,2 0 0-16,-1-3 0 0,-2 1 0 0,-3-3-176 16,-1-1 176-16,0 0-128 0,-1-2 128 0,3-1-160 15,0 1 160-15,-1 0-160 0,-1-3 160 0,-2 0-160 16,0 1 160-16,-4 1-160 0,2 1 160 0,-1 1 0 15,-1 1-144-15,1-1 144 0,-3 7 0 0,0 0 0 16,0 0 0-16,0 0 0 0,0 0 0 0,0 0 0 16,0 0 176-16,0 0-176 0,0 0 128 0,0 0-128 15,0 8 0-15,-1 0 144 0,-2 2-144 0,3-2 0 0,1 3 0 16,1-2 0-16,-1 0 0 0,0 0 0 16,2 0 128-16,2 0-128 0,3 0 0 0,1-2 0 15,0-5 144-15,2 2-144 0,2 0 0 0,1 0 0 16,0 0 0-16,1-1 128 0,0-1-128 0,1 0 0 15,-2-2 0-15,1-2 0 0,0-2 0 0,2 0 0 0,0 1 0 0,-1-3 0 16,-2 0 0-16,1-5 144 0,-4 1-144 16,2-4 0-16,0 1 160 0,-1-2-160 0,-3 1 128 0,-1-2-128 15,-1 1 0-15,-2 0 128 16,-3 0-128-16,-2 0 0 0,-4 2 0 0,1-1 0 0,-1 2 0 16,-2 2 0-16,0 3 0 0,2-2 0 0,0 3 0 0,0-1 0 15,0 1-512 1,-1 0-64-16,-1 1-32 0,-1 1-16192 0,-2 0-3232 0</inkml:trace>
  <inkml:trace contextRef="#ctx0" brushRef="#br0" timeOffset="110470.9">23500 3390 22111 0,'0'0'1968'0,"0"0"-1584"0,0 0-384 0,0 0 0 16,0 0 5696-16,0 0 1040 0,-6-1 224 0,6 1 32 0,0 0-4768 0,0 0-960 15,0 0-192-15,0 0-48 16,0 0-496-16,0 0-96 0,0 0-32 0,0 0 0 16,0 0-1120-16,0 0-240 0,0 0-32 0,0 0-16 15,0 0-2032-15,4 9-416 0,3-2-64 0</inkml:trace>
  <inkml:trace contextRef="#ctx0" brushRef="#br0" timeOffset="110621.29">23514 3628 13823 0,'0'0'1216'0,"0"0"-960"0,-5 2-256 0,5-2 0 0,-6 4 7104 0,6-4 1392 16,-5 3 272-16,5-3 48 0,-5 2-6096 0,5-2-1216 15,0 0-240-15,0 0-48 0,0 0-544 0,0 0-96 16,0 0-32-16,0 0 0 15,0 0-1872-15,0 0-368 0,0 0-80 0,0 0-12512 16,13 2-2512-16</inkml:trace>
  <inkml:trace contextRef="#ctx0" brushRef="#br0" timeOffset="111108.32">24055 3468 16575 0,'0'0'1472'0,"0"0"-1168"0,0 0-304 16,1-6 0-16,-1-2 6064 0,0 2 1152 0,-1-4 224 0,0 3 48 16,-2 0-4464-16,-1 1-896 0,-1-1-176 0,-2 1-32 15,2-1-1024-15,1 2-208 0,-2 0-48 0,-2 2 0 16,-1 2-160-16,-2 1-32 0,0 1-16 0,-2 3 0 16,-3 2-192-16,0 4-48 0,-1 0 0 0,0 3 0 0,0 3-192 0,2 1 128 15,0 0-128-15,1-2 0 0,2 3 0 0,3 1 0 16,4 0 0-16,1-2 0 0,3 0 0 0,3-2 0 15,1-4-128-15,2 0 128 0,2-3-368 0,3-2 48 16,3-1 0-16,3-1 0 16,-4-3-128-16,3-2-32 0,2-1 0 0,3-2 0 15,-1-3 80-15,2-2 16 0,0-3 0 0,-1 1 0 0,-1-2 224 0,-1-1 160 16,1 3-192-16,-1-2 192 0,-1 0 0 0,-3-3 0 16,-1 2 0-16,-2 1 0 0,-1 1 336 15,-2 1-16-15,-2 1-16 0,1 1 0 0,-2 1 128 0,-5 8 16 16,0 0 16-16,0 0 0 0,0 0 48 0,0 0 16 15,0 0 0-15,0 0 0 0,0 0-160 0,0 9-48 0,-1 2 0 16,0 3 0-16,-1 3-128 0,1 2-16 16,-2 4-16-16,2 1 0 0,0 3-160 0,-1 1 160 15,4 0-160-15,-2 0 160 0,0 2-160 0,0 0 0 16,0 0 0-16,1-2 0 0,0 0 0 0,2-2 0 16,-2-2 0-16,1-1 0 0,-2-3 0 0,0-3 0 0,0 0-160 0,0-3 160 15,-2-1-384-15,4-2 32 0,-2-4 0 0,0 1 0 31,-2 1-1200-31,2-3-240 0,-1 0-64 0,1-6 0 16,0 0-1824-16,0 0-368 0,0 0-80 0</inkml:trace>
  <inkml:trace contextRef="#ctx0" brushRef="#br0" timeOffset="112050.88">23958 3762 24879 0,'0'0'2208'0,"0"0"-1760"0,-5 4-448 0,5-4 0 0,0 0 4784 0,0 0 864 16,0 6 176-16,0-6 48 0,4 7-3472 0,3-2-688 15,0 0-144-15,4-4-32 0,1 2-832 0,2-3-192 16,0-1-16-16,5-2-16 0,-1-2-160 0,0-3-16 16,0-1-16-16,1-1 0 0,-2-3-96 0,2 0 0 15,-2-2-16-15,0 0 0 0,1 0-176 16,-1-3 0-16,0 1 0 0,-1 0 128 0,-2-3-128 0,0 0 0 16,-1-3 0-16,1 3 0 0,-1 3 0 0,-2-3 0 15,-2 3 0-15,1-1 0 0,-3 2-144 0,1 3 144 16,-3 1-192-16,-1 3 192 0,-1 2-128 0,0 0 128 15,-3 7 0-15,0 0 0 0,0 0 0 0,0 0 0 16,0 0 0-16,0 0 0 0,-2 8 144 0,1 2-144 16,0 5 128-16,-1-1-128 0,1 3 0 0,-2 1 0 15,2 2 128-15,0 1-128 0,1-1 0 0,1 1 0 16,2 0 0-16,1-1 0 0,2-3 0 0,-1-2 0 16,1-2 0-16,0-1 0 0,2-3 0 0,0-1 0 0,0-1 0 0,-1-4 0 15,-7-3-192-15,8 0 192 16,0-1-192-16,1-3 192 0,2-2-256 0,-1-1 80 15,0 1 16-15,1-6 0 0,-1-1 32 0,1-1 0 0,-2-2 0 0,1-1 0 16,-1-1 0-16,1-2 0 0,-1-5 0 16,0 5 0-16,0 0 0 0,-3 2 0 0,1-2 0 0,-1 2 0 15,0 0 128-15,-1 5-192 0,-1 0 192 0,-2 1-192 16,0 3 192-16,-1 1-208 0,-1 8 80 0,0 0 128 16,0 0 0-16,0 0 0 0,0 0 0 0,0 0 192 15,0 0-192-15,3 9 160 0,-1 4-160 0,1 0 160 0,-1 0-160 16,1 4 0-16,1-1 0 0,1 2 0 0,2 0 0 0,-1 0 0 15,2 1 0-15,2-2 0 0,1 0 0 16,-1-2 0-16,2 0 0 0,1-5 0 16,-1-1 0-16,0-1 0 0,-1-1 0 0,2-4 0 0,2-3 0 0,-2-1 0 15,0 0 0 1,1 0 0-16,-1-5 0 0,0 0 0 0,0-2 0 0,0 0 0 16,2-4 0-16,-1-1 0 0,-2-1 0 0,-1 0 0 0,2 1 0 0,-2 0 0 15,-3-3 0-15,-1 2 0 0,0-5 0 0,-3 4 0 16,0 0 0-16,0 4 0 0,-3-1 0 0,-1 4 0 15,-1 2 0-15,1 6 0 0,-3-7 0 0,-2 3 128 16,-3 3-128-16,-1 2 0 0,-1 3 144 0,-1 4-144 16,-1 4 160-16,1-2-160 0,-2 3 144 0,0 3-144 15,2 1 128-15,1 1-128 0,-1-1 128 0,3 1-128 16,2-4 0-16,2 2 128 0,3 0-128 0,-1-1 0 16,2-3 0-16,3-1 0 0,1-2-176 0,1-1-16 0,0-3 0 0,2-1 0 15,1-2-128-15,0 0-48 0,1-4 0 0,0 0 0 31,1-2-144-31,2-1-16 0,1-1-16 0,-1 0 0 16,-2-2 96-16,-1 0 32 0,-2-4 0 0,1 2 0 0,-1 0 240 0,1-1 176 0,-1 1-208 0,-1-3 80 16,0 0 128-16,0-2 0 0,-1 1 0 0,0 1 0 15,-1 1 0-15,0 3 144 0,-1-1-144 0,-1 3 0 16,1-2 256-16,-2 2-48 0,1 2-16 0,-2 5 0 0,0 0 272 0,0 0 48 16,0 0 16-16,0 0 0 0,0 0-48 0,-3 9-16 15,0 0 0-15,0 5 0 0,0 1-192 0,2 2-32 16,1 0-16-16,-2 0 0 15,2 0-48-15,2 0-16 0,0-1 0 0,3-1 0 0,1 0-160 0,0-2 0 16,1-2 0-16,1-2 0 0,1-2 0 0,1-2-256 16,1 2 64-16,0-6 16 15,4-1-1072-15,-1-1-224 0,3-2-32 0,-1-1-16 16,1-1-1104-16,1-2-208 0,1 2-48 0,2-1-15200 16</inkml:trace>
  <inkml:trace contextRef="#ctx0" brushRef="#br0" timeOffset="112436.69">25439 3379 39855 0,'0'0'1760'0,"0"0"368"0,0 0-1696 0,-2-4-432 15,2 4 0-15,0 0 0 0,-4-4 1984 0,4 4 320 16,-5-2 64-16,-1 2 16 0,1 0-816 0,-1 0-160 16,-1 2-48-16,-1 2 0 0,1 1-832 0,-1 3-160 15,-1-2-48-15,0 5 0 0,-3-5-128 0,3 2-48 0,0 0 0 16,1 0 0-16,1 1-144 0,2 1 0 15,1-2 0-15,1 1 0 0,1-2 0 0,1 0 0 16,1 1 0-16,0 0 0 0,0 0 0 0,2 0 0 16,2 0 0-16,1-2 0 0,2-2 0 0,1 0-176 0,1-2 176 0,1 1-128 15,1-2 128-15,0 1 0 0,1-1-144 0,1-1 144 16,0 0 0-16,0 1 0 0,0 1 0 0,0-1 0 16,-1 0 0-16,0 3 0 0,-2-4 0 0,-1 4 0 15,-1 0 0-15,-1 1 0 0,-7-5 0 0,0 0 0 0,5 4 0 0,-1 3 0 16,-4-7 0-16,-2 7 0 0,0 1 0 0,-3 3 0 15,-1-2 144-15,-1 3-144 0,-4-3 0 0,-1-2 0 16,1 4 0-16,-1-2 128 0,-1 0-128 0,0-1 0 16,0-3 0-16,1 2 0 0,0-5-352 0,2 1-32 15,1 1-16-15,0-3 0 16,1 0-1760-16,3-1-336 0,5 0-80 0,0 0-16 16,0 0-2736-16,0 0-560 0</inkml:trace>
  <inkml:trace contextRef="#ctx0" brushRef="#br0" timeOffset="112606.57">25579 3437 15663 0,'10'-12'688'0,"-10"12"144"0,0 0-656 0,9-1-176 16,-9 1 0-16,10 1 0 0,-10-1 6464 0,9 3 1280 15,-9-3 240-15,9 5 48 0,-3 0-4832 0,1 5-976 0,-2-3-192 0,-1 4-48 16,-1 2-1040-16,-1 1-224 0,0 1-32 0,-1 0-16 16,0 2-368-16,0 0-80 0,-1-3-16 0,0 2 0 15,0-2-208-15,0 1 0 0,0-3 0 0,3-2 0 31,-3-2-1552-31,1 0-208 0,-1-8-32 0,0 0-13360 0,6 6-2656 0</inkml:trace>
  <inkml:trace contextRef="#ctx0" brushRef="#br0" timeOffset="112734.89">25745 3316 13823 0,'0'0'608'0,"1"-7"128"0,0 1-592 0,-1 6-144 0,1-5 0 0,-1 5 0 16,6-6 5024-16,-6 6 976 0,0 0 192 0,7-1 32 15,1 0-6352-15,3 2-1280 0</inkml:trace>
  <inkml:trace contextRef="#ctx0" brushRef="#br0" timeOffset="112910.71">25918 3510 15663 0,'0'0'688'0,"0"0"144"0,0 0-656 0,0 0-176 0,0 0 0 0,0 0 0 0,0 0 6336 0,0 0 1248 16,0 0 240-16,0 0 48 0,9 0-4416 0,1 0-880 15,0 0-176-15,-1-1-32 0,0-3-1472 0,1 1-304 16,2 2-48-16,0 0-16 0,1-2-528 0,0 1 0 16,0-2 0-16,4-2 0 15,0 0-1872-15,-2 5-496 16,4-2-80-16</inkml:trace>
  <inkml:trace contextRef="#ctx0" brushRef="#br0" timeOffset="113695.59">26583 3680 32367 0,'-8'-6'1424'0,"4"5"304"0,0 1-1376 16,-1-4-352-16,0-1 0 0,0 2 0 0,1 1 2432 0,-3-1 400 15,1-1 96-15,2 2 16 0,-2-2-576 0,3 1-128 16,3 3 0-16,-4-2-16 0,2-2-992 0,2-3-192 15,0 7-32-15,2-8-16 0,2 0-544 0,1 1-128 16,0-6 0-16,3 0-16 0,1 2-304 0,3-1 0 16,3-2 0-16,1 0 0 0,-3-2 0 0,3 2 0 15,1-1 0-15,0 1-144 0,-3 0-112 0,0 1 0 16,-1 1-16-16,-2 2 0 0,-2 2-64 0,-3 0-16 16,0 1 0-16,-3 1 0 0,-3 6 144 0,0 0 16 0,0 0 16 0,-5 0 0 15,-3 2 176-15,-2 4 0 0,-3 2 128 0,0 1-128 16,-1 1 0-16,1 3 144 0,-1 3-144 15,1 1 0-15,-1 0 128 0,2 0-128 0,2 0 0 0,2 1 0 16,3-1 0-16,2-2 0 0,3 0 0 0,3-2 0 16,2 0 0-16,3-1-224 0,1-3 32 15,4-2 16-15,4 0-144 0,1-2-48 0,2-1 0 0,2-1 0 16,1-3-16-16,4-2-16 0,0 0 0 0,0-2 0 16,1 0-32-16,-2-1 0 15,-1-3 0-15,-1 0 0 0,1-1 48 0,-1 1 0 0,-2-4 0 0,0-1 0 0,-3-1 160 16,0 0 32-16,-2-2 16 0,-2 0 0 0,1-1 176 15,-2 3 0-15,-1-4 0 0,-2 2 0 0,-3 1 0 16,-1 0 0-16,0 1 0 0,-3 1 128 0,-3 2 96 16,-1 1 32-16,0 1 0 0,-1 1 0 0,-2 2 224 0,-1-1 48 15,0 2 16-15,4 5 0 0,0 0-48 0,0 0-16 16,-6 2 0-16,6-2 0 0,-5 7-144 0,1 2-16 16,-1-1-16-16,-1 4 0 0,1 2 96 0,0 4 32 15,0 3 0-15,2-1 0 0,0 3 0 0,1-1 0 16,-1 6 0-16,2-2 0 0,1 4-128 0,1 1-32 15,2 2 0-15,-2-1 0 0,0 1-128 0,2 1-16 16,1 0-128-16,-1-1 192 0,-2-1-192 0,1-1 0 16,4-2 128-16,-4-4-128 0,0-3 0 0,-1-1 0 15,-1-1 0-15,1-1 0 0,2-2-256 16,-3-3-32-16,-3-2-16 0,2-2 0 16,0-1-960-16,1 0-192 0,-3-2-32 0,3-7-16 15,-4 5-1696-15,4-5-320 0,0 0-80 0</inkml:trace>
  <inkml:trace contextRef="#ctx0" brushRef="#br0" timeOffset="113891.08">26881 3856 19343 0,'0'0'1728'0,"0"0"-1392"0,0 0-336 0,0 0 0 16,7-4 6496-16,1 0 1232 0,0 1 240 0,1-2 48 16,1 1-5456-16,2 0-1104 0,0-1-224 0,1-2-32 15,2 4-336-15,2-1-64 0,0 0-16 0,1-3 0 16,2 2-432-16,1-2-96 0,1 1 0 0,0 1-16 0,0 0-240 0,0-1 0 15,2 1 0-15,-1 1 0 16,0 0-896-16,-3 2-288 0,0-2-48 0,-2 1-16 16,0 1-2272-16,-2-1-464 0</inkml:trace>
  <inkml:trace contextRef="#ctx0" brushRef="#br0" timeOffset="114089.58">27538 3651 17503 0,'0'0'1552'0,"0"0"-1232"16,0 0-320-16,0 0 0 0,0 0 8240 0,0 0 1584 15,0 0 320-15,0 0 64 0,0 0-7280 0,0 0-1456 16,0 0-304-16,0 0-48 0,0 0-736 0,0 0-160 16,0 0-32-16,8-1 0 0,0 1-336 0,-8 0-80 0,8-3-16 15,-8 3 0 1,8-3-1744-16,-8 3-368 0,9-1-64 0</inkml:trace>
  <inkml:trace contextRef="#ctx0" brushRef="#br0" timeOffset="123229.88">23456 4501 45951 0,'0'0'2048'0,"0"0"400"0,-3-3-1952 0,3 3-496 0,0 0 0 0,0 0 0 0,0 0 1088 0,0 0 128 16,0 0 32-16,0 0 0 0,0 0-32 0,0 0 0 15,0 0 0-15,0 0 0 0,0 0-928 0,0 0-288 16,0 0 128-16,0 0-128 0,0 0 0 0,0 0 0 16,0 0-160-16,0 0 160 15,0 0-1936-15,0 0-288 0,0 0-48 0,3 10-12544 16,0 1-2512-16</inkml:trace>
  <inkml:trace contextRef="#ctx0" brushRef="#br0" timeOffset="123379.06">23486 4750 16575 0,'0'0'1472'0,"0"0"-1168"0,-5 4-304 0,5-4 0 0,0 0 7760 0,0 0 1504 16,0 0 288-16,-4 6 64 0,4-6-6544 0,0 0-1328 0,0 0-256 15,0 0-48-15,0 0-960 0,0 0-192 0,0 0-32 16,0 0-16-16,0 0-240 0,0 0 0 15,0 0 0-15,0 0 0 16,0 0-1504-16,0 0-240 0,0 0-48 0,4 8-16 16,1-3-2656-16,-5-5-528 0</inkml:trace>
  <inkml:trace contextRef="#ctx0" brushRef="#br0" timeOffset="123989.96">23896 4532 42559 0,'0'0'1888'0,"0"0"384"0,0 0-1824 0,0 0-448 0,0 0 0 0,0 0 0 16,1 9 1744-16,0-1 256 0,1 3 48 0,0 0 16 16,1 4-800-16,1 2-176 0,1 2-16 0,0 3-16 15,1 1-480-15,-1-1-112 0,-1-1-16 0,2-1 0 0,-1-3-192 0,1 0-32 16,-2-1-16-16,-1-4 0 0,1-2-64 15,0-2-16-15,-4-8 0 0,4 7 0 0,-4-7 0 0,0 0 0 16,0 0 0-16,0 0 0 0,0 0 0 0,0 0 0 16,0 0 0-16,1-7 0 0,1 0 0 0,-2-2-128 15,1-1 192-15,-1-3-64 0,0-1-128 0,0 1 0 16,0-4 0-16,1 0 128 0,2-3-128 16,0 1 0-16,-1-1 0 0,3 3 0 15,2-3-256-15,1 2 0 0,1 1 16 0,1 0 0 16,2 3-896-16,2-3-176 0,1 3-32 0,2 2-16 15,0 0-1584-15,1 3-320 0,3 4-64 16,-3 2-16528-16</inkml:trace>
  <inkml:trace contextRef="#ctx0" brushRef="#br0" timeOffset="124542.56">24287 4766 16575 0,'0'0'1472'0,"0"0"-1168"0,0 0-304 0,0 0 0 0,0 0 4928 0,0 0 944 15,0 0 176-15,0 0 32 0,0 0-3264 0,9-6-640 16,0 0-144-16,0-2-32 0,0-1-784 0,2-1-144 15,-1-2-48-15,2-3 0 0,-2 0-640 0,2-2-144 16,1 1-32-16,-1-1 0 0,1-1-208 0,-3 0 128 16,-2 1-128-16,-3-1 0 0,2 2 128 0,-2 3-128 15,-2 1 0-15,-1 2 0 0,-2-1 144 0,-1 5-144 0,0 1 128 16,1 5-128-16,0 0 272 0,-7 2-16 0,-1 3-16 0,-2 5 0 16,-3 3 16-16,0 4 0 0,0 3 0 0,0 3 0 15,0 0-96-15,1 2-16 0,3-2 0 0,2 2 0 16,4-2-16-16,0-3-128 0,3 0 192 0,3-2-64 15,0-3-128-15,3 0-144 0,0-2 144 16,2-3-208-16,0-1-144 0,1-2-32 0,1-3 0 0,2-3 0 16,1-2-96-16,0-3-32 15,-1 0 0-15,1-2 0 0,0-4-16 0,1 0-16 0,-1 0 0 16,-1-4 0-16,2 1 224 0,0-1 32 0,-4-2 16 0,0 0 0 0,0-3 272 0,-1 1 0 16,-2-2-128-16,0 1 128 0,1-2 0 0,0 3 0 15,-2 1 0-15,-1 1 144 0,1 2 128 0,-3 3 32 16,0 2 0-16,-3 9 0 0,0 0 272 0,0 0 64 15,0 0 16-15,0 0 0 0,1 9 48 0,-1 2 0 16,2 3 0-16,-1 4 0 0,0-1-352 0,2 4-64 16,1 0-16-16,0 1 0 0,1-1 0 15,1 0 0-15,1-4 0 0,1 0 0 0,0-1-272 0,-1-2 160 16,1-2-160-16,0-2 128 0,0-2-128 0,1-3 0 16,-2-1 0-16,0-1 0 0,1-2 160 0,0-2-160 15,0-2 192-15,0-2-192 0,-2-2 240 0,1-1-64 0,-1-1-16 16,-1 1 0-16,1-2-32 0,-1 0 0 0,1-2 0 0,0-1 0 15,-2-1-128-15,-1-2 160 0,0-1-160 16,0 0 160-16,-1-4-160 0,1 2 0 0,-1-1 0 0,1 0-176 31,-2 1-592-31,2 2-112 0,-2 4-16 0,2-3-16 16,0 3-1168-16,-1 3-224 0,1 1-64 0,-3 9-12016 0,0 0-2400 0</inkml:trace>
  <inkml:trace contextRef="#ctx0" brushRef="#br0" timeOffset="124826.88">24896 4770 34207 0,'0'0'1520'0,"0"0"304"0,6 3-1456 0,2-3-368 0,1 0 0 0,0 0 0 0,2-3 2384 16,-1-3 416-16,1 0 80 0,-1-2 0 0,2-1-1088 0,0-2-208 15,1-2-48-15,0-1-16 0,2-3-944 0,0 2-192 16,-2-1-48-16,1-1 0 0,0-3-208 0,-1 1-128 16,-2-1 160-16,-2 2-160 0,-1 2 0 0,-2 3 0 15,-1 2 0-15,-2 1 0 0,-3 0 0 0,0 3 0 16,0 7-192-16,0 0 192 0,-8-1 0 0,-1 1 0 15,0 5 0-15,-1 3 0 0,-3 7 128 0,1 2 48 16,0 1 0-16,2 1 0 0,-1 2-32 0,2 0 0 16,1 1 0-16,4-1 0 0,2 0-144 0,0-2 0 15,4-2 0-15,2 0 128 16,2-1-896-16,2-4-176 0,1-1-32 16,2-3-16-16,0-1-848 0,2-2-160 0,2-1-48 0,0-3 0 15,4-2-1728-15,-1-2-336 0,20-8-80 0,-6 1-16 0</inkml:trace>
  <inkml:trace contextRef="#ctx0" brushRef="#br0" timeOffset="125428.26">25376 4544 10127 0,'-3'-16'448'0,"2"11"96"0,-2 3-544 0,0 0 0 0,3 2 0 0,0 0 0 15,-5 0 7904-15,5 0 1472 0,0 0 288 0,-4 7 64 16,0 2-6192-16,2 4-1232 0,-1 0-256 0,2 1-64 16,-2 2-896-16,3 1-176 0,2 2-32 0,-1 0-16 0,1 0-480 15,1 1-112-15,1-2-16 0,1 0 0 16,-1-1 128-16,1-1 32 0,1-3 0 0,-1 0 0 15,0-4-416-15,-1 0 128 0,0-2-128 0,-4-7 0 0,0 0 192 0,0 0-64 16,0 0 0-16,0 0 0 0,6 0-128 0,-6 0 0 16,7-3 0-16,-2-2 0 0,-1-2 0 0,0 0 0 15,0-3 0-15,-2 0 0 0,0-2 0 16,0 1 0-16,1-2-128 0,0-2 128 0,-1 1-224 0,2 0 32 16,1-2 0-16,0 2 0 31,-1-1-672-31,4 3-128 0,1-1-32 0,2-1 0 0,0 0-816 0,1 1-160 15,4 0-48-15,1 2 0 0,1 1-1296 0,0 2-272 0,3 0-48 0,1 0-16 16,-1-1 1328-16,-1 4 272 0,2 2 48 0,-1-1 16 16,-2 1 1360-16,-2 0 272 0,-1 0 48 0,-3 3 16 0,-3 0 2352 0,0 2 464 15,-10-2 112-15,0 0 16 0,0 0 656 0,0 0 144 16,0 0 32-16,0 0 0 0,0 0-1344 0,1 7-256 16,-1-7-48-16,-4 8-16 0,-3 1-928 0,0-2-192 15,-3 1-32-15,1 1-16 0,-1-3-368 0,-1 4-64 16,1-3 0-16,0 3-16 0,-1 0-16 15,1-2 0-15,-1 1 0 0,1 0 0 16,1-1-160-16,1-2 0 0,3 1 0 0,1-2 0 16,4-5 0-16,0 0 0 0,-1 7 0 0,1-7 0 0,2 7 0 0,3 0-144 15,3-3 144-15,1 0 0 0,3 1-160 0,2-5 160 0,2 0-128 16,2 0 128-16,1 0-160 0,-1 1 160 0,0 1-192 0,0-1 192 0,-1-1-176 16,0 0 176-16,-1 3-160 15,-1-1 160-15,-3 1-128 0,-1-1 128 0,-2 2 0 16,-1 0-144-16,-2 0 144 0,-6-4 0 0,0 0 0 0,1 8 0 0,1 2 0 15,-5-1 0-15,-2 2 0 0,-2-2 0 16,-2 0 0-16,-3 0 0 0,-2 0 0 0,-1 2 128 16,-2 1-256-16,-2-5-64 0,-2 2 0 0,1-1 0 15,-1 0-1296-15,0 0-272 0,0-2-48 16,3 1-16-16,1-2-672 0,1-1-128 0,4 0-16 16,3-3-16128-16</inkml:trace>
  <inkml:trace contextRef="#ctx0" brushRef="#br0" timeOffset="125609.53">26005 4505 41695 0,'0'0'1856'0,"0"0"368"0,0 0-1776 0,0 0-448 15,0 0 0-15,5 8 0 0,-2 2 1984 0,0 3 320 16,1 3 64-16,-3 0 16 0,-1 0-1072 0,0 4-224 16,1 0-32-16,1 0-16 0,0 3-720 0,-1-3-160 15,1 0-32-15,-1-3 0 16,0 0-512-16,3-1-128 0,-1-5 0 0,-1 1-16 15,1-5-2016-15,1-1-400 0,-4-6-64 0</inkml:trace>
  <inkml:trace contextRef="#ctx0" brushRef="#br0" timeOffset="125733.25">26086 4401 24879 0,'-8'-12'2208'0,"7"5"-1760"0,1 7-448 0,0-5 0 16,-1 0 2736-16,1 0 464 0,0 5 80 0,0 0 32 15,0 0-4528-15,5-5-896 0</inkml:trace>
  <inkml:trace contextRef="#ctx0" brushRef="#br0" timeOffset="126187.87">26278 4290 45039 0,'0'0'1984'0,"0"0"432"16,0 0-1936-16,5 8-480 0,0 1 0 0,0 1 0 0,-1 2 1664 0,0 5 256 15,0 0 32-15,0 4 16 0,1 1-480 0,2 4-80 16,-2-1-32-16,0 1 0 0,0 2-864 0,2-1-192 16,-2 0-16-16,0 3-16 0,-1-3-144 0,0 1-16 15,1-4-128-15,-2 2 192 0,-2-6-48 0,1 0-16 16,2-2 0-16,-3-1 0 0,-1-2-128 0,0-2 0 16,1-3 0-16,-1-3 0 0,0-7 0 0,0 0 0 0,0 0 0 15,0 0 0-15,0 0-176 0,0 0 48 16,0 0 0-16,0 0 0 0,0 0-128 0,-4-7-32 0,2-4 0 0,0 1 0 31,4-1-144-31,-1-2-16 0,3-2-16 0,1-1 0 0,2-2 96 0,0 1 32 0,0 1 0 16,2 1 0-16,1 1 128 0,2-1 16 0,-1 2 16 15,0 1 0-15,0 0 176 0,0 2 0 0,3 1-144 0,-1 4 144 16,-2-1 0-16,2 4 0 0,-1 0 0 0,1 2 0 16,0 3 160-16,-1 2 0 0,-3 2 0 0,0 1 0 15,-1 1 64-15,-2 2 16 0,0 2 0 0,-1 4 0 16,-4 3-64-16,-1 0-16 0,-1-1 0 0,-2 2 0 15,-2 0-160-15,-3 0 192 0,-2 0-192 0,-1-5 192 0,1 1-192 16,-2 0 0-16,-1-1 0 0,1-3 0 16,1-1-160-16,0 0-64 0,2-5-16 0,1-1 0 15,-2-4-752-15,1-1-160 16,1-2-16-16,1-1-16 0,4-4-1472 0,0 0-288 16,3-3-64-16,3-3-10304 0,2-2-2048 0</inkml:trace>
  <inkml:trace contextRef="#ctx0" brushRef="#br0" timeOffset="126566.33">26767 4392 21183 0,'0'0'1888'0,"0"0"-1504"16,0 0-384-16,0 0 0 0,0 0 4688 0,0 0 880 16,0 0 160-16,2 11 32 0,0 5-2400 0,-5-2-480 15,-1 4-112-15,0 1-16 0,-1-1-1424 0,0 3-304 16,-2 1-48-16,3 1-16 0,2 1-432 0,0 2-80 16,2-1-32-16,3-2 0 0,3 1-240 0,1-2-48 15,1-1-128-15,1-3 192 0,3-1-192 0,-1-1 0 16,1-3 0-16,2-2 0 0,1 0 0 0,-1-2 0 15,-1-3 0-15,2-3 0 0,0 1 0 0,1-4 0 0,-2-1 0 16,3-2 0-16,-1-2 0 0,-1 0 0 0,1-3 0 16,0-3 0-16,-1 0 0 0,0-2 128 0,0-3-128 15,1-1 0-15,0-5 0 0,-1-2-288 0,-2 1 64 0,2-2 16 16,-5 3-96-16,-1-3-16 0,-5 7 0 0,-3 1 0 16,-1 4 0-16,-2 4-16 0,-5 2 0 15,-1 3 0-15,1 2 336 0,-2 4 256 0,-3 5-32 0,0 1-16 0,0 3 256 0,3-1 48 16,-3 4 16-16,2 0 0 0,1 3-144 15,1 1-48-15,2 1 0 0,0-1 0 0,4-1-128 16,0 0-16-16,2 0-16 0,3-2 0 0,4 1-176 0,0 0 0 16,2-5 0-16,2 0 128 15,1-2-128-15,2-1 0 0,3-2 0 0,0-2 0 16,0 2 0-16,1-5 0 0,0 0 0 0,2-2 0 16,-1 1-864-16,2-1-48 15,0-2-16-15,4 0-15904 0,1-1-3200 0</inkml:trace>
  <inkml:trace contextRef="#ctx0" brushRef="#br0" timeOffset="135817.95">28112 4562 12895 0,'0'0'1152'0,"0"0"-928"16,0 0-224-16,5-1 0 0,-5 1 2368 0,5-4 448 15,3-1 64-15,0 1 32 0,-1-3-1696 0,0 2-320 0,3-1-80 16,-1 0-16-16,0 3 1120 0,0-3 240 16,1 2 32-16,0-1 16 0,-1-3-64 0,0 1-16 0,0 0 0 0,-1 2 0 15,0-3-384-15,-2 0-80 16,-1 2 0-16,1-1-16 0,-6 7-496 0,2-6-80 0,-2 6-32 16,0-7 0-16,0 7-176 0,-2-5-32 0,-4-2-16 0,-2 1 0 15,-1 3-288-15,0 2-48 0,-1 1-16 0,-3 4 0 16,-3 0-224-16,0 1-48 0,1 2-16 0,-2 2 0 15,-1 2-176-15,1-1 128 0,0 1-128 0,0 1 128 16,1 2-128-16,2-1 0 0,3 2 0 0,2-1 0 16,3 0 0-16,2-1 0 0,2 0 0 0,4-1 0 15,3 0 0-15,4 1 0 0,4-3 0 0,3-2 0 16,2-1-208-16,4-3 80 0,3 0 128 0,2-1-208 0,2-3 352 16,2 0 80-16,2-2 16 0,2-1 0 15,2-1-592-15,-2 0-112 0,-3 1-32 0,-2-1 0 16,0-2 272-16,-4 0 48 0,-3-1 16 0,-4 1 0 0,-3-2 160 0,-3 0-160 15,-3-1 160-15,-3 0-160 0,-5 0 160 0,-2 0 0 16,-1 0 0-16,-4-1 0 0,-3 0 0 0,-1 1 0 16,-1 0 0-16,-5 1 128 0,-3-4-128 0,-3 3 0 15,-1 0 0-15,-2 0-128 16,1 1-608-16,0 0-112 0,-2 0-32 16,1 2 0-16,1-1-1424 0,2 3-304 0,3 0-48 0,2 3-17568 15</inkml:trace>
  <inkml:trace contextRef="#ctx0" brushRef="#br0" timeOffset="136135.04">28262 4120 19343 0,'0'0'1728'0,"0"-6"-1392"15,0-1-336-15,0 2 0 0,0 0 5200 0,0 5 976 16,0 0 192-16,0 0 32 0,0 0-3504 0,0 0-704 0,0 0-144 16,0 0-16-16,0 0-672 0,7 10-128 0,-1 1-16 0,-1 4-16 15,0 4-704-15,1 1-144 0,-1 4-32 0,-1 3 0 16,-2 2 208-16,1 2 48 0,0 2 0 0,-1 1 0 16,0 0-448-16,-1 1-128 0,1-4 0 0,0 0 0 15,-1-1 0-15,0-2 0 0,1-2 0 0,-1 0 0 16,0-3-144-16,1 0-96 0,-2-3-16 15,1 0 0-15,0-3-576 16,0 0-112-16,-1-3-16 0,2-1-16 0,-2-1-1152 0,0-4-240 0,-2 0-32 16,1-1-11808-16,0 1-2368 0</inkml:trace>
  <inkml:trace contextRef="#ctx0" brushRef="#br0" timeOffset="136346.95">28055 4936 13823 0,'0'0'1216'0,"0"0"-960"15,0 0-256-15,0 0 0 0,0 0 8064 0,0 0 1552 16,0 0 320-16,0 0 64 0,0 0-6352 0,0 0-1264 16,8-2-256-16,1-2-48 0,1 0-1408 0,2 0-288 15,0 2-48-15,2-2-16 0,2-3-128 0,0 2-48 16,1 0 0-16,0-1 0 0,0 3-144 0,2-4 0 16,0 0-160-16,2 2 160 0,0 0-192 0,-2 1 48 0,1 2 16 0,0-4 0 31,-1 1-944-31,-1 1-176 0,-1-1-32 0,0 0-16 15,-1 0-1616-15,-2-2-320 0,-2 1-64 0</inkml:trace>
  <inkml:trace contextRef="#ctx0" brushRef="#br0" timeOffset="136614.28">28069 4084 29487 0,'-6'-3'2624'0,"-1"1"-2112"0,7 2-512 0,-4-2 0 0,-2 0 5568 0,6 2 992 16,0 0 208-16,0 0 32 0,0 0-4624 0,0 0-912 15,7-4-192-15,4-3-48 0,3 1-640 0,3 2-144 16,1 1-32-16,3 1 0 0,3-1-208 0,0 0 0 16,1 1 0-16,3-1 0 0,0 6-304 0,2-2-48 15,2 2-16-15,-1-1 0 16,0 2-1248-16,0 1-256 0,2 1-48 0,0 3-13824 15,1-1-2768-15</inkml:trace>
  <inkml:trace contextRef="#ctx0" brushRef="#br0" timeOffset="136814">28794 4303 15663 0,'0'0'1392'0,"0"0"-1120"0,0 0-272 0,0 0 0 16,0 0 8208-16,0 0 1584 0,0 0 320 15,0 0 64-15,6 2-7200 0,2 2-1440 0,1-4-304 16,3 0-48-16,1 0-480 0,1-2-80 0,2 0-32 0,1 1 0 16,0 0-592-16,0 1 0 0,0 0 0 0,0 0 0 15,-1 0-672 1,-1 0-48-16,-2 2-16 0,0 2 0 0,-1-2-1248 16,-2 3-256-16,-3-3-64 0,-7-2-12848 0,5 8-2576 0</inkml:trace>
  <inkml:trace contextRef="#ctx0" brushRef="#br0" timeOffset="136952.93">28850 4484 17503 0,'0'0'1552'0,"0"0"-1232"0,0 0-320 0,0 0 0 0,0 0 6608 0,0 0 1264 16,0 0 256-16,0 0 64 0,0 0-5248 0,8 4-1056 15,1-3-208-15,1 1-32 0,2-2-960 0,1 1-192 16,1-1-48-16,2 0 0 16,2-1-720-16,2-1-160 0,-1 0-16 0,1 0-16 15,2 1-2224-15,0 1-432 0,2 1-80 0</inkml:trace>
  <inkml:trace contextRef="#ctx0" brushRef="#br0" timeOffset="137320.6">29441 4324 44751 0,'0'0'1984'16,"0"0"400"-16,0 0-1904 0,0 0-480 0,-3-7 0 0,3 7 0 0,-4-4 1824 0,4 4 272 15,-6-1 48-15,-1 1 16 0,-1 1-832 0,0 3-176 0,1 1-16 0,-3 3-16 16,-1 3-672-16,-2 0-128 0,0 2-16 0,-2 2-16 15,-2 3-48-15,3 3-16 0,1-3 0 0,1 0 0 16,0-1-96-16,3 0-128 0,2 2 176 0,3-3-176 16,1 1 0-16,3 0 0 0,1-2 0 0,5-2 0 15,0 0 0-15,4-3 0 0,1-2 0 0,2-1 0 16,1-2 0-16,3 0 0 0,1-2 0 0,2-2 0 16,1-2-128-16,0-2 128 0,1 0 0 0,0-1-144 15,0 1 144-15,0-3 0 0,2 0 0 0,-2-1-128 16,-4-3 128-16,1-1 0 0,-3 0-144 15,-1-1 144-15,-3 2 0 0,-3-2-144 0,-2-1 144 16,-1 0 0-16,-4 1-128 0,0 0 128 0,-5-1 0 0,-1 0 0 16,-2 1 0-16,-4 1 0 0,-1-1 0 0,-4 0 0 0,0-1 0 0,-4 0 0 15,-1 1 0-15,-4 2 0 16,2 1-624-16,0-2-16 0,0 2 0 16,0 2 0-16,-1-1-2352 0,2 2-464 15</inkml:trace>
  <inkml:trace contextRef="#ctx0" brushRef="#br0" timeOffset="145450.49">19605 5467 23951 0,'0'0'2128'0,"0"0"-1696"0,-5-3-432 0,0 0 0 0,5 3 3728 0,0 0 672 15,0 0 128-15,0 0 16 0,0 0-2416 0,0 0-480 16,0 0-112-16,1 9 0 0,3 4-512 0,3 0-80 15,0 2-32-15,4 6 0 0,-1 3-352 0,2 0-80 16,0 4-16-16,-2 3 0 0,-1 2-80 0,2 1 0 16,-3-2-16-16,-1 1 0 0,0-2-128 0,-1 0-32 15,-2 1 0-15,-1-4 0 0,0-2-80 0,-2-2-128 16,-1-1 176-16,0-4-176 0,-1-1 192 0,-1-4-192 16,0-3 192-16,2-2-192 0,-3-1 128 0,0-2-128 0,3-6 0 15,0 0 0-15,0 0 0 0,0 0 0 0,0 0 0 16,0 0 0-16,-6-1 0 0,6 1 0 0,-5-4 0 0,1-3 0 15,1-3 0-15,2 0 0 0,1-5-144 0,1 1 144 16,2-2 0-16,1 2-160 0,1-4 160 0,1 1 0 16,2 0-144-16,1 1 144 0,2 2 0 0,1 3-144 15,-1-2 144-15,2 3 0 0,2 3 0 0,-1 1 0 0,0-2 0 16,1 4 0-16,-1 0 0 0,0 2 0 0,2 0 0 16,-2 2 144-16,-1 2-144 0,0-1 0 0,-1 1 0 15,-1 2 0-15,-1 0 0 0,-2 3 0 0,-2-1 0 0,0 2 0 16,-4 1 0-16,-1 0 0 0,-2 3 192 0,0 0-192 15,-3-3 192-15,-3 3-192 16,-2-1 272-16,-1 0-48 0,-3-1-16 0,-2 1 0 0,0-1-48 16,-1 1-16-16,-1-2 0 0,-2 0 0 0,-2-5-144 0,1 1 0 15,1 0 0-15,2-1 0 16,0-3-656-16,1-1-112 0,4-1-32 16,5-1 0-16,1-1-1408 0,6 3-288 0,4-11-48 15,5 0-16-15,6-4-1936 0,6 0-400 0,5-2-80 0</inkml:trace>
  <inkml:trace contextRef="#ctx0" brushRef="#br0" timeOffset="145728.24">20120 5728 30399 0,'0'0'1344'0,"0"0"288"0,0 0-1312 0,0 0-320 16,0 0 0-16,0 0 0 0,0 0 3584 0,0 0 656 15,0 0 128-15,2 8 32 0,-2 1-1872 0,-3 1-368 16,-2 2-80-16,-2 2-16 0,-1 1-1184 0,1 0-240 0,-3 0-64 0,3 0 0 16,0 0-352-16,2-1-80 0,1-1-16 0,3 0 0 15,-1-3-128-15,4 1 0 0,-1-5 0 0,3 2 0 16,-4-8-256-16,9 5 0 0,3-1 16 0,0-1 0 31,-1-2-208-31,1-1-32 0,1 0-16 0,1-1 0 0,2-2 80 0,-2-1 16 0,-1-1 0 16,-1 0 0-16,0 0 16 0,-2-2 16 0,1 3 0 0,-3-3 0 15,-3 0 80-15,-1 0 16 0,-2 1 0 16,0-1 0-16,-2 1 128 0,-2-1 144 0,0 2-208 16,-2 0 80-16,-3 1-160 0,-1-1-32 0,1 0 0 0,-3-1 0 15,0 1-1088-15,0 1-240 0,-1 2-32 0,2 0-16 16,1 1-1008-1,2 0-208-15,6 1-32 0,0 0-12800 0</inkml:trace>
  <inkml:trace contextRef="#ctx0" brushRef="#br0" timeOffset="145903.07">20360 5734 11967 0,'0'0'1072'0,"0"0"-864"0,-4 7-208 0,2-1 0 0,2-6 6672 0,-3 7 1296 15,0-1 256-15,2 4 48 0,-1 1-4912 0,-2 2-992 16,1 0-192-16,0 2-32 0,2 0-1088 0,1 2-224 15,0-1-32-15,0 1-16 0,0 0-592 0,1-2-192 16,1 0 128-16,0-2-128 16,2 0-768-16,0-5-192 0,-4-8-64 0,0 0 0 15,7 8-2784-15,0-2-560 0</inkml:trace>
  <inkml:trace contextRef="#ctx0" brushRef="#br0" timeOffset="146067.9">20441 5603 43775 0,'0'0'1936'0,"-5"-2"400"0,0 1-1872 0,-1 0-464 0,6 1 0 0,-2-3 0 16,-2-1 1248-16,4 4 160 0,0 0 16 0,0 0 16 15,0 0-768-15,0 0-160 0,0 0-16 0,0 0-16 16,0 0-2416-16,10 0-496 0,-2 2-80 0,3 0-17472 16</inkml:trace>
  <inkml:trace contextRef="#ctx0" brushRef="#br0" timeOffset="146425.34">20590 5599 17503 0,'0'0'1552'0,"0"0"-1232"0,-3 9-320 15,0 1 0-15,2 1 6336 0,-2 2 1200 0,0-1 240 0,0 3 48 0,0 3-4656 0,1 2-928 16,-2 1-192-16,1 2-48 0,2-1-1088 0,1 1-208 16,0-1-64-16,0 0 0 0,1 0-384 0,2 0-96 15,-1-3-16-15,1-1 0 0,0-1-144 0,1-2 0 16,1-2 0-16,0-2 0 0,0-3 0 0,2-3 0 15,1-1-192-15,1-2 192 0,0 1-320 0,0-3 48 16,0-3 16-16,0-1 0 0,0-2-32 0,0-2 0 16,1-1 0-16,-3 0 0 0,4-4 48 0,-1-2 16 0,-1 0 0 0,0-2 0 15,-1 1 224-15,0-1-192 16,0-1 192-16,-2 0-192 0,1 0 192 0,-2-1 0 16,-2 2 0-16,-1 4 0 0,0 0 0 0,-2 4 0 15,-2 3 0-15,2 6 0 0,0 0 192 0,0 0 48 0,-6 0 0 0,-1 2 0 16,1 3 16-16,-1 5 16 0,0 1 0 0,0 2 0 15,-1 4-272-15,2-2 128 0,0 2-128 16,3 1 0-16,-1-1 0 0,2 2 0 0,1-2 0 0,2 0 0 16,2-2 0-16,2-1-224 0,0 0 32 15,3-2 16 1,0-3-1584-16,0-2-320 0,2-2-64 0,2-4-16 0,1 0-2192 16,0-1-432-16</inkml:trace>
  <inkml:trace contextRef="#ctx0" brushRef="#br0" timeOffset="146725.03">20985 5749 23039 0,'0'0'2048'16,"-6"2"-1648"-16,1 0-400 0,1 3 0 0,-2-1 4912 0,2 4 896 0,0 1 176 0,1-2 32 0,1 4-3296 0,-2 1-672 15,3 2-128-15,-1 2-16 0,2 1-768 0,-1 1-160 16,1-1-16-16,1 0-16 0,1 1-496 0,-1-1-112 16,0 0-16-16,0-4 0 0,2 0-192 0,0-1-128 15,-1-2 128-15,1-2-128 0,-3-8 128 0,0 0-128 16,0 0 128-16,0 0-128 0,0 0 0 0,0 0 0 15,0 0 0-15,0 0 128 0,0 0-128 0,0 0 0 16,5-5 0-16,-1 0 128 0,0-2-128 0,-1-1 0 16,-2-1 0-16,1-1 0 0,1-2 0 0,0-4 0 15,1 1 0-15,-1-1 0 0,3-1 0 0,-1 1 0 16,0-1 0-16,3 2-192 0,1-1-112 0,-1 3-16 0,-2 1-16 16,1 2 0-1,-1-1-1024-15,2 2-208 0,0 3-32 0,0 1-16 16,-2-1-2048-16,2 4-416 0,9-9-80 0,-8 1 0 0</inkml:trace>
  <inkml:trace contextRef="#ctx0" brushRef="#br0" timeOffset="146898.67">21313 5669 16575 0,'0'0'1472'0,"0"0"-1168"0,0 0-304 0,0 0 0 16,0 0 7632-16,0 0 1472 0,0 0 304 0,0 0 48 0,0 0-6448 0,0 0-1296 15,0 0-256-15,0 0-48 0,0 0-1280 0,0 0-128 16,0 0-256-16,1 9 64 16,-1-9-2256-16,0 8-464 0,2 1-96 0,0-1 0 15</inkml:trace>
  <inkml:trace contextRef="#ctx0" brushRef="#br0" timeOffset="147044.48">21346 5859 19343 0,'0'0'1728'0,"0"0"-1392"0,0 0-336 0,0 0 0 0,1 8 6784 0,-1-8 1280 15,-1 8 256-15,1-8 48 0,0 0-5168 0,1 8-1024 16,-1-8-192-16,0 0-64 0,0 0-1232 0,0 0-256 16,0 0-48-16,0 0-16 0,0 0-608 0,0 0-112 15,0 0-32-15,7 4-16496 16,-7-4-3296-16</inkml:trace>
  <inkml:trace contextRef="#ctx0" brushRef="#br0" timeOffset="151113.25">21917 5667 38927 0,'0'0'1728'0,"0"0"352"0,0 0-1664 0,0 0-416 0,0 0 0 0,0 0 0 0,0 0 1008 16,0 0 112-16,-8-2 32 0,1 5 0 0,4 3 384 0,0 5 64 15,0 2 32-15,-1 4 0 0,-1 4-1056 0,-1 2-224 16,-1 2-32-16,1 1-16 0,-1 1-144 0,1-2-32 15,0 1 0-15,1 0 0 0,0-2-128 0,1-2 128 16,0-4-128-16,0 0 128 0,0-5-128 0,0 0 0 16,0-2 0-16,1-3 0 0,3-8 0 0,0 0 0 15,0 0 0-15,0 0 0 0,0 0-448 0,0 0 48 16,-6-4 0-16,2 0 0 16,2-5-16-16,1-3 0 0,-1-2 0 0,4-3 0 0,-1-2 32 0,1 0 0 15,2-3 0-15,0-2 0 0,1 1 80 0,2-2 32 16,0 0 0-16,0-1 0 0,0 0 272 15,1 1-192-15,-2 3 192 0,1 4-160 0,-1 4 160 0,1 2 0 16,-2 3 0-16,0 1 128 0,-5 8 208 0,0 0 48 16,0 0 16-16,0 0 0 0,0 0 224 0,8 5 32 15,0 2 16-15,0 3 0 0,-2 3-176 0,2 3-48 16,1-3 0-16,-1 4 0 0,1-2-272 0,0 1-176 0,2-2 192 0,-1 1-192 16,0-2 0-16,2 0 0 0,3 0 0 15,-2-3 0-15,0 1 0 0,1-1 0 0,3-2 0 0,-3-2 0 16,1 0 0-16,-1-2-192 0,-1-2 48 15,1 1 16-15,-2-1-64 0,-2 2 0 0,0-2 0 0,-3 0 0 16,-7-2 192-16,0 0-160 0,6 3 160 0,-6-3-160 16,0 0 160-16,0 0 128 0,0 0-128 0,-6 6 176 15,1 1 80-15,-4-2 32 0,-1 0 0 0,-2 2 0 0,-2 1 32 16,-1 1 0-16,-2-1 0 16,-2-1 0-16,-2-1-176 0,0-1-16 0,-1 1-128 0,1-2 192 0,-1 0-192 0,0 0 0 15,2 0 0-15,2-1 0 16,0 1-1216-16,2-2-144 0,3-1-32 0,3-1 0 15,2 0-2880-15,1 0-576 16</inkml:trace>
  <inkml:trace contextRef="#ctx0" brushRef="#br0" timeOffset="151394.51">22296 5569 21183 0,'0'0'1888'0,"-1"-7"-1504"16,-2 1-384-16,3 6 0 0,0 0 4768 0,0 0 880 15,0 0 176-15,0 0 48 0,0 0-2944 0,0 0-592 16,0 0-112-16,0 0-32 0,0 0-912 0,2 6-176 16,-1 5-32-16,1 2-16 0,0 1-624 0,0 4-128 15,1 3-32-15,0 3 0 0,1 2-80 0,-2 2 0 0,1 0-16 0,1-1 0 16,0-1-176-16,-1-1 0 15,0 0 0-15,0-2 0 0,1-1 0 0,-2-1-192 16,1-3 32-16,1-1 16 16,-2 0-1008-16,1-5-192 0,-2 0-32 0,1-4-16 0,-2-8-1488 15,2 6-288-15,-2-6-64 0</inkml:trace>
  <inkml:trace contextRef="#ctx0" brushRef="#br0" timeOffset="151845.73">22531 5661 30399 0,'0'0'2704'0,"-7"2"-2160"0,0-1-544 0,0-1 0 0,7 0 3520 0,-8 1 576 16,-1 2 128-16,1 1 32 0,-1 2-1936 0,0 3-384 15,0 3-80-15,0 1 0 0,0 3-1120 0,1-1-224 16,0 4-32-16,0-1-16 0,2 3-224 0,0-4-48 16,1 2-16-16,3-3 0 0,0 2-176 0,1 0 0 15,2-1 0-15,3 0 128 0,3-4-128 0,1 0 0 16,1-2-160-16,0-2 160 0,0-1-368 0,3-2 32 15,1-2 0-15,1-1 0 0,2-2-16 0,-1 0 0 16,1-2 0-16,-2 0 0 0,2-6 96 0,-2 1 0 16,1-3 16-16,0-2 0 0,2 1 32 0,-2-2 0 15,-2 0 0-15,-2-3 0 0,1 0 208 0,-3 2-144 16,0-4 144-16,-1 2-128 0,-1 0 128 16,-2 0 0-16,-1-1 0 0,0 2 0 0,-2-2 128 0,0 2-128 15,-1 1 128-15,0 2-128 0,-3 5 176 0,-1-1-48 16,3 7 0-16,-4-5 0 0,4 5 256 0,-6-1 64 0,-2 2 0 15,0 4 0-15,0 2-96 0,0 2-16 0,0 1 0 0,1 3 0 16,-1 3-192-16,0 2-144 0,1-2 192 0,2 1-192 16,1 0 0-16,2 1 0 0,0-2 0 0,2-1 0 15,3 2 0-15,2-2 0 0,3 0 0 0,0 0-192 16,1-6-320 0,1-1-48-16,2-3-16 0,0 0 0 0,0-1-1024 15,1 0-192-15,0-2-64 0,1 0 0 0,2-4-336 16,-2 1-80-16,-2 0-16 0,-2 1 0 0,2-3-768 0,-2 2-144 15,3 0-48-15,-2-2 0 0</inkml:trace>
  <inkml:trace contextRef="#ctx0" brushRef="#br0" timeOffset="152074.43">22957 5742 11055 0,'0'0'480'0,"0"0"112"0,0 0-464 0,0 0-128 0,0 0 0 0,0 0 0 0,0 0 7776 0,0 0 1536 15,0 0 304-15,0 0 64 0,0 0-6080 0,9-1-1216 16,0-2-240-16,2 2-48 0,-1 0-1152 0,2-1-240 16,1 1-32-16,0-2-16 0,1 1-384 0,1-2-80 0,-2 1 0 0,1-2-16 15,2 4-176-15,-2-3 0 16,0 0 144-16,1 1-144 16,-2 1-752-16,0 2-208 0,1-2-64 0,-2 1 0 15,-3 0-2064-15,0 1-432 0,0 1-64 0</inkml:trace>
  <inkml:trace contextRef="#ctx0" brushRef="#br0" timeOffset="152230.64">22960 5883 44111 0,'0'0'1952'0,"0"0"416"0,0 0-1904 0,0 0-464 0,8 4 0 0,1-4 0 16,1 1 704-16,2-1 64 0,1-1 0 0,1 1 0 0,5-3-336 0,-3 1-64 15,3-2-16-15,0 0 0 16,2-1-1072-16,0-2-224 0,-1-1-32 0,2 0-12704 15,1 2-2528-15</inkml:trace>
  <inkml:trace contextRef="#ctx0" brushRef="#br0" timeOffset="152690.96">23486 5665 24879 0,'0'0'2208'0,"0"0"-1760"15,0 0-448-15,-3 7 0 0,0 2 4976 0,-2 1 912 16,0 2 176-16,-2 2 32 0,0 1-3456 0,1 0-688 15,-2 2-144-15,0 2-16 0,0-1-960 0,2 0-192 16,-1 0-48-16,2-2 0 0,0 1-400 0,1 0-64 16,2-4-128-16,-1 0 176 0,0-3-176 0,2-1 0 15,1-9-160-15,0 0 160 16,0 7-464-16,0-7 0 0,0 0 0 0,0 0 0 16,0 0-400-16,0 0-80 0,7-7-16 0,-1-2 0 15,2-2 16-15,0-2 0 0,1-2 0 0,0 0 0 16,1-2 80-16,-1-2 16 0,2 0 0 0,-1-1 0 0,2-2 496 0,0 1 96 15,-2-1 32-15,1 4 0 0,-2 2 480 0,-1 6 112 0,-2 3 16 0,-1 2 0 16,-5 5 608-16,0 0 128 0,0 0 32 16,0 0 0-16,0 0-48 0,0 0 0 0,7 5 0 0,-1 2 0 15,1 1-624-15,-1 1-128 0,0 1-32 0,0 3 0 16,-1-1-320-16,2 2 128 0,-1-3-128 0,2 0 0 16,0 1 0-16,2 0 0 0,0-2 0 0,-3 1 0 15,0-1 0-15,-1 1-128 0,1-1 128 0,1-1-192 16,-2 0 0-16,1-2 0 0,-3-1 0 0,0-2 0 0,-4-4 0 0,2 7-16 15,-2-7 0-15,0 0 0 0,0 0 64 0,0 0 16 16,0 0 0-16,0 0 0 0,0 0-64 16,-6 4-16-16,-2-2 0 0,-2 1 0 15,-2-2-176-15,-1 1-48 0,-4-1 0 0,-1 0 0 16,-3 2-288-16,-1 1-64 0,1 1-16 16,1-1 0-16,2 1-1632 0,1 0-336 0,0 0-64 0</inkml:trace>
  <inkml:trace contextRef="#ctx0" brushRef="#br0" timeOffset="153430.93">23819 5680 11967 0,'0'0'528'16,"0"0"112"-16,0 0-512 0,0 0-128 0,0 0 0 0,0 0 0 0,0 0 7808 0,0 11 1520 15,0 0 304-15,0 3 64 0,0 2-6240 0,0 3-1264 16,-1 0-240-16,1 1-48 0,0 3-1040 0,-2 1-208 15,4 1-32-15,-1 2-16 0,0 2-352 0,1 1-80 16,-2 0-16-16,1-1 0 0,0-3-160 0,0 0 128 0,-2-1-128 0,1-2 128 16,0-2-128-16,-1 0 0 0,0-2 144 0,-1-2-144 15,1-2 0-15,1-1 0 0,-1-3 0 0,-1-1 0 16,0-5 0-16,2-5 0 0,0 0 0 0,0 0 0 16,0 0-128-16,0 0-64 0,0 0 0 0,-4-5 0 15,0-5-176-15,1-2-32 0,1-3-16 16,0-1 0-16,2-4-208 0,2-2-32 0,0-4-16 0,2-3 0 15,3-2-160-15,-1-2-16 0,2-1-16 16,1 0 0-16,3 4 48 0,1-2 16 16,-1 2 0-16,1 0 0 0,-2 0 176 0,4 1 48 0,-1 6 0 0,0 2 0 15,1 0 256-15,-3 5 48 0,-1-1 16 0,0 6 0 0,-1 4 256 0,-2 3 0 16,0 0 0-16,-8 4 0 0,0 0 128 0,0 0 64 16,0 0 32-16,8 3 0 0,-8-3 160 0,6 8 48 15,-2 0 0-15,-1 1 0 0,-2 0 0 0,-1 0 0 16,-1 3 0-16,-2 3 0 0,-1-2 48 15,-1 4 16-15,-2-4 0 0,1 2 0 16,-1 0-48-16,1-2 0 0,-1-1 0 0,1 0 0 0,-1-2-128 0,3 1-48 16,-1-1 0-16,1-1 0 0,0 0-144 0,2-2-128 15,2-7 192-15,-2 8-192 0,2 0 176 0,0-8-176 16,2 7 160-16,-2-7-160 0,0 0 128 0,6 4-128 16,1 0 0-16,1-1 144 0,1-1-144 0,0-2 0 15,1-4 0-15,2 2 128 0,-2-3-128 16,5-2 0-16,-1-1 0 0,2-1 0 0,-1 1 128 15,1-3-128-15,0-1 128 0,-1-1-128 0,2 0 160 0,-2 0-160 16,-2-2 192-16,1 0-192 0,-1-2 192 0,-1 0-192 0,-2 0 192 16,-1 1-192-16,0 3 160 0,-2 3-160 0,-2 1 128 15,-1 1-128-15,-1 0 0 0,-3 8 128 0,1-6-128 16,-1 6 0-16,0 0 256 0,0 0-48 0,-9 2 0 0,0 5 0 16,-3 2 112-16,2 3 0 0,-2 2 16 0,1 3 0 15,-2 1-144-15,-1 2-16 0,1 0-16 0,1 1 0 16,1 0-16-16,1 0 0 0,4 0 0 0,1-2 0 15,2 0-144-15,2-2 0 0,1 0 0 0,2-4 0 0,4-2 0 0,0-1 0 16,2-4 0-16,1 2 0 16,1-4-704-16,4 0-64 0,-1-3 0 0,2-2-16 15,1-1-880-15,1-4-192 16,1-5-16-16,2 1-12976 0,-2-2-2576 0</inkml:trace>
  <inkml:trace contextRef="#ctx0" brushRef="#br0" timeOffset="153612.46">24441 5730 23039 0,'0'0'2048'0,"0"0"-1648"16,-4-2-400-16,3-1 0 0,1 3 5440 0,0 0 992 16,0 0 208-16,0 0 32 0,0 0-4048 0,0 0-832 15,5-4-144-15,-5 4-48 0,0 0-544 0,6-5-112 16,1 4-32-16,1 1 0 0,1-3-560 0,1 1-112 16,1 0-32-16,0 1 0 0,2-2-208 0,2 2 176 15,-2 0-176-15,1-1 160 0,2 1-160 0,-1-1 0 16,0-1 0-16,0 2 0 15,1 1-1120-15,-3 0-160 0,-1 0-16 0,-2 0-14832 16,2 1-2944-16</inkml:trace>
  <inkml:trace contextRef="#ctx0" brushRef="#br0" timeOffset="153767.09">24462 5861 25791 0,'0'0'1152'0,"0"0"224"0,0 0-1104 0,0 0-272 0,0 0 0 0,0 0 0 0,0 0 4752 0,0 0 896 16,7 6 176-16,3-4 48 0,0-1-3792 0,0-2-752 15,5-1-160-15,0 2-16 16,2-4-1024-16,4 2-128 0,-1-5-192 0,3 1 64 16,5-1-2112-16,-1 1-400 0,0 2-96 0</inkml:trace>
  <inkml:trace contextRef="#ctx0" brushRef="#br0" timeOffset="154106.92">25038 5569 38751 0,'0'0'1728'0,"0"0"336"0,0 0-1648 0,0 0-416 0,0 0 0 0,-4 5 0 0,-3-1 2128 0,1 1 352 16,-2 4 64-16,-1 0 16 0,-1 4-704 0,-1 3-128 15,-1 2-16-15,-1-1-16 0,-1 3-784 0,1 1-144 16,1 1-48-16,1 1 0 0,-1-3-304 0,3 1-64 16,1 0-16-16,3-2 0 0,1 1-336 0,2-1 0 15,4-2 0-15,0-1 128 0,4-2-128 0,0 0 0 16,4 1 0-16,1-6 0 0,-1-3 0 0,3-2-128 15,2-1 0-15,0-2 0 0,4-2 128 0,-2 0-192 16,1-1 192-16,3-2-192 0,-2-1 192 0,1 1 0 16,-2-2 0-16,0-3-128 0,-3-3 128 0,-1-2 0 0,-1-1 0 15,0 0 0-15,-1 0 0 0,-3 0 0 16,-3 0 0-16,0-2 0 0,-6 4 0 0,-3-4 128 16,-2 0-128-16,-4 2 0 0,-3-2 0 0,-2 1 0 0,-2 2 0 0,-1 1 0 15,0 0-256-15,-1 2 0 0,0 4-16 0,1-1 0 16,2-1-1136-1,0 1-240-15,0 1-32 0,1 5-21616 0</inkml:trace>
  <inkml:trace contextRef="#ctx0" brushRef="#br0" timeOffset="155104.85">21759 6783 27647 0,'0'0'1216'0,"0"0"256"0,0 0-1168 0,0 0-304 16,0 0 0-16,0 0 0 0,0 0 4048 0,0 0 752 15,0 0 160-15,1 6 32 0,1 4-2560 0,0 4-496 16,3 1-96-16,1 3-32 0,-1 2-1008 0,4 3-208 0,-2 5-32 0,2 2-16 16,1 1-80-16,-1-1-16 0,0-3 0 0,0-2 0 15,-1-1-208-15,0-3-48 0,0-3-16 0,-2-1 0 16,1-3-176-16,0-1 160 0,-2-1-160 0,0-3 160 16,0-3-160-16,-5-6 0 0,0 0 144 0,0 0-144 15,9 2 0-15,-1-1 0 0,-1-2 0 0,-1-3 0 16,-1-3 0-16,1 0 0 0,0-1 0 0,-1-4 0 15,-1 0 0-15,1-1 0 0,2-2 0 0,-2-4 0 16,0-2-144-16,1-1 144 0,-1-2-160 0,0 0 160 16,0 1-192-16,0 2 192 15,1 2-208-15,-1 3 80 0,0 1 128 0,-1 5 0 16,0 3-144-16,-4 7 144 0,0 0 0 0,0 0-144 0,6 5 144 0,0 3 0 0,-2 4 0 0,-1 4 144 16,1 2 16-16,2 1 0 0,-1 1-32 0,1 2-128 15,1-2 192-15,1-2-64 0,-1-2-128 0,3-2 0 16,0-2 0-16,-1-2 0 0,0-1 0 0,0-1 0 15,-1-3 0 1,1 1 0-16,0-1 0 0,1-4 0 0,-3-1 0 0,1-1 0 0,1-2 0 0,-1-1 0 16,-1-1 0-16,-1 0 0 0,1-2 128 0,-1 1-128 15,1-1 128-15,-2-3-128 0,0-3 128 0,0-2-128 16,2-2 128-16,-2-1-128 0,0-1 0 0,1-5 0 16,-1 1 128-16,1-2-128 15,2-2-400-15,0 1-112 0,-1-1-32 0,-2 4 0 16,0 2-1104-16,-1 2-208 0,-3 3-64 0,-2 4-13264 15,-2 3-2672-15</inkml:trace>
  <inkml:trace contextRef="#ctx0" brushRef="#br0" timeOffset="155334.14">21665 6754 15663 0,'0'0'688'0,"0"0"144"0,0 0-656 0,0 0-176 0,0 0 0 0,0 0 0 16,0 0 8304-16,0 0 1616 0,9-3 336 0,4 1 64 16,4-2-7408-16,2 1-1488 0,1-3-288 0,4 2-64 0,1 1-656 0,2-2-128 15,0 1-32-15,1 0 0 0,-2 0-256 0,1-2 128 16,-1 2-128-16,0 1 0 16,0 0-384-16,1 2-176 0,-1-1-32 0,-2-1-16 15,-1 0-1824-15,-3 1-352 0,0 0-80 0,-2 1-18960 16</inkml:trace>
  <inkml:trace contextRef="#ctx0" brushRef="#br0" timeOffset="155515.5">22324 6656 44175 0,'0'0'1952'0,"0"0"416"0,0 0-1904 0,0 0-464 0,0 0 0 0,0 0 0 0,0 0 1232 0,9 0 160 15,0-3 16-15,1 1 16 0,1-2-576 0,0 0-112 16,0 0-32-16,1 2 0 0,-2-1-576 0,0 2-128 15,1-5 0-15,-1 2 0 16,-1 1-1408-16,1-3-256 0,-4 1-64 0,1 1-16 16,-1 2-2384-16,-6 2-480 0</inkml:trace>
  <inkml:trace contextRef="#ctx0" brushRef="#br0" timeOffset="155815.12">22238 6399 17503 0,'0'0'768'0,"-8"-1"176"0,0 0-752 16,0-1-192-16,0 2 0 0,0 0 0 0,2 2 6704 0,-1 0 1296 0,1 1 272 0,-1 1 48 16,7-4-5184-16,-5 6-1056 0,0 1-208 0,1 2-32 0,-1 0-1136 0,1 1-240 15,1 1-32-15,2-2-16 0,0 3-208 0,-1-2-32 16,4-1-16-16,-1-1 0 0,2 0-160 0,-3-8 0 16,5 6 0-16,1 1 128 0,1-3-128 0,1-1 0 15,1-2 0-15,0-1 0 0,1 0 0 0,2-1-144 16,0-2 144-16,1-1-208 0,-1-3 64 15,-3 1 16-15,-3-2 0 0,-1 2 0 0,1-1 128 0,-2 2 0 16,-2 0-144-16,-2-2 144 0,1 1 0 0,-1-1 0 16,0-1-144-16,-1 2 144 0,-1-1-256 0,-2 2 16 15,0-1 0-15,-3-1 0 16,-1 0-1168-16,1 0-256 0,0 1-32 0,1 3-13344 16,6 3-2688-16</inkml:trace>
  <inkml:trace contextRef="#ctx0" brushRef="#br0" timeOffset="156234.26">22845 6858 27647 0,'0'0'2448'0,"0"0"-1952"16,0 0-496-16,0 0 0 0,0 0 5488 0,0 0 992 15,0 0 208-15,0 0 32 0,0 0-4272 0,0 0-848 16,0 0-192-16,10-2-16 0,2 0-896 0,1 1-176 16,0 0-48-16,3 1 0 0,1-3-272 0,1 0 0 15,0 1 0-15,1-1 0 16,-1-1-512-16,0 0-144 0,0 2-48 0,-1-1 0 15,-2 3-1376-15,-2 0-288 0,-3 1-48 0,-1 2-19728 0</inkml:trace>
  <inkml:trace contextRef="#ctx0" brushRef="#br0" timeOffset="156388.28">22857 6965 46655 0,'0'0'2064'0,"0"0"432"0,0 0-2000 0,0 0-496 0,0 0 0 0,0 0 0 15,0 0 1472-15,0 0 208 0,0 0 48 0,8 5 0 16,1-1-848-16,2-1-176 0,4-2-16 0,0-1-16 15,2 0-544-15,2-1-128 0,2-2 0 0,2-1 0 32,0 2-1280-32,2-4-224 0,0 1-48 0,4 0-13872 0,1-2-2784 0</inkml:trace>
  <inkml:trace contextRef="#ctx0" brushRef="#br0" timeOffset="156706.28">23419 6801 25791 0,'0'0'2304'0,"0"0"-1856"16,0 0-448-16,0 0 0 0,0 0 4672 0,0 0 832 15,-7 1 160-15,1 2 32 0,-2 1-2800 0,3 0-560 16,-3 2-112-16,0 4-32 0,-1 2-1232 0,1 1-240 16,-1 2-48-16,0 2-16 0,0 1-208 0,2 0-64 15,2 0 0-15,1 1 0 0,0-1-192 0,3 0-64 16,2-1 0-16,2-1 0 0,1-3-128 0,2 0-176 16,5-4 48-16,0 0 0 0,1-1 128 0,1-2 0 15,5-2-144-15,2-2 144 0,2-2-128 0,1-2 128 16,2-2-160-16,0 2 160 0,0-4 0 0,-2 1 0 15,-2-1 0-15,-3-1 0 0,1-3 0 0,-5-1 0 0,-1 1 0 16,-1-1 0-16,-3 0-208 0,-3 0 48 16,-2 1 16-16,-2-2 0 0,-4 0 144 15,1 1 0-15,-3-1 0 0,-2 0 0 0,-2 1 0 0,-3 0 0 0,-2 1 0 16,-2-1 128-16,-2-1-128 0,-3 2 0 0,-2 0 0 16,-2 0 0-1,1 0-448-15,2 1-48 0,-1 2-16 0,1 0 0 16,3 0-2096-16,2 1-416 0</inkml:trace>
  <inkml:trace contextRef="#ctx0" brushRef="#br0" timeOffset="160153.79">19717 6373 11967 0,'-11'-4'1072'0,"5"3"-864"0,-1 0-208 0,-1-1 0 0,0 0 7376 0,8 2 1440 0,-5-3 272 0,5 3 64 0,0 0-6752 0,0 0-1360 16,0 0-272-16,0 0-48 0,0 0 368 0,8-2 64 16,2-2 0-16,4 1 16 0,5 0-656 0,3 2-144 15,4 0-32-15,3-1 0 0,2 2-48 0,3 0-16 16,2 0 0-16,3 0 0 0,2 2-144 0,0-2-128 16,5-2 144-16,2 2-144 0,-1 0 0 0,3 0 0 15,1-2 0-15,-3 1 0 0,-1-1 0 0,-3 1 0 16,-2-3 0-16,-2 4 0 0,-2-1-256 0,-3-1 0 15,-2 2 0-15,-3 0 0 16,-3 0-256-16,-2 2-64 0,-3-1 0 0,-4 0 0 16,-3 2-912-16,-3-3-192 0,-3 0-48 0,-9 0 0 15,0 0-896-15,0 0-192 0,0 0-48 0,0 0 0 0</inkml:trace>
  <inkml:trace contextRef="#ctx0" brushRef="#br0" timeOffset="161296.53">26467 5450 34095 0,'0'0'3024'0,"0"0"-2416"0,0 0-480 0,0 0-128 0,-5 3 2064 0,5-3 400 16,0 0 80-16,-4 8 16 0,0 2-1424 0,0 3-288 15,1 3-48-15,1 5-16 0,-1 1 112 0,0 4 32 0,2 1 0 0,-2 4 0 16,1 2-464-16,1 0-80 15,-1-1-32-15,1 1 0 0,0-3-144 0,1 0-16 16,2-2-16-16,0-3 0 0,-1-3-176 0,1-1 0 16,1-4 0-16,0-1 0 15,-2-3-320-15,2-4-128 0,-2-1-48 0,-1-8 0 16,0 0-2208-16,0 0-448 0,5 4-96 0,-5-4-15552 0</inkml:trace>
  <inkml:trace contextRef="#ctx0" brushRef="#br0" timeOffset="161778.79">26223 5783 45327 0,'0'0'2000'0,"0"0"432"0,0 0-1952 0,0 0-480 0,0 0 0 0,9 3 0 0,-1-1 384 0,2-1 0 16,3-1-16-16,3 0 0 0,1-3 272 0,0 1 64 16,2-2 16-16,-2 0 0 0,0 1-432 0,0 0-96 15,2-3 0-15,0 0-16 0,-1-1-48 0,1-2-128 16,0-1 192-16,1-1-64 0,-1 1-128 0,0-1 160 15,-2 2-160-15,-2-1 160 0,-1 3-160 0,1 5 0 16,-2-1 144-16,-1 6-144 0,-3-1 0 0,-1 5 128 16,-2 3-128-16,-2 2 0 0,-3 4 400 0,-1 2 16 15,0 0 0-15,-1 3 0 0,-2 0-96 0,1 0 0 16,-1-2-16-16,1 0 0 0,-1-1-176 0,2-4-128 0,1-1 192 16,0-2-192-16,1-2 128 0,-1-9-128 15,0 0 0-15,0 0 0 0,5 5 0 0,-5-5 0 16,0 0 0-16,11-3-192 0,-2-3-48 0,0-6 0 0,0-1 0 0,1-1 0 15,1-3 240-15,1 0-176 16,-2-4 176-16,0 0-160 0,1-1 160 0,-1 1 0 0,1 3-144 16,-2 1 144-16,-1 1 0 0,-1 2 0 0,0 2 0 0,0 4 0 15,-4 3 0-15,-3 5 0 16,0 0 0-16,0 0 0 0,0 0 128 0,4 11 128 0,-1 2 48 16,1 1 0-16,-3 2-80 0,0 1-16 0,1 1 0 15,-1-1 0-15,2-2-208 0,1 2 0 0,0-4 128 0,1 0-128 16,0-1 0-16,0-1 0 0,2-4 0 15,-1-1 0-15,1-1-320 0,1-4-64 0,-2 2-16 0,3-3 0 16,-1-2-1392 0,0 0-256-16,0-3-64 0,1-2-16 0,0-1-1104 15,0-1-224-15,3 1-32 0,-3-1-13008 0</inkml:trace>
  <inkml:trace contextRef="#ctx0" brushRef="#br0" timeOffset="162338.95">27009 5699 13823 0,'0'0'1216'0,"0"0"-960"0,0 0-256 0,0 7 0 0,0 2 5840 0,0 1 1136 16,0 2 208-16,0 2 48 0,1-1-4176 0,1 3-848 15,-2 0-160-15,1-1-48 0,0 1-656 0,2-2-128 16,0 1-16-16,-1-2-16 0,2-2-688 0,0-4-144 16,0-1-32-16,-4-6 0 0,5 7-320 0,-5-7 144 15,0 0-144-15,7 3 0 0,-7-3 0 0,7-3 0 16,1-4 0-16,-1 1 0 0,-2-1 0 0,0-3-256 16,-1-2 80-16,0-1 16 0,1-1-96 0,0-2 0 15,1-2-16-15,-2-3 0 0,0-4-16 0,1-2 0 16,0-4 0-16,0-1 0 0,-1 1 144 15,1 0 144-15,0-6-208 0,3 5 80 0,0 3 128 0,-3 4 0 16,2 4 0-16,-1 6 0 0,0 0 0 0,-2 8 176 16,-2 1-16-16,-2 6 0 0,0 0 288 0,0 0 64 15,8 7 16-15,-2 5 0 0,0 3-16 0,-2 1-16 16,1 1 0-16,0 2 0 0,0 2-240 0,0 1-32 0,1 1-16 0,0 0 0 16,1 2-208-16,-1 1 144 0,-1 0-144 15,3-1 128-15,-3-2-128 0,1-1 0 0,-2-2 0 0,-2-2 128 16,1-2-128-16,-1-2 0 0,0-1 0 0,-1-2 128 15,-1-4-128-15,0-7 160 0,3 7-160 0,-3-7 160 16,0 0-32-16,0 0-128 0,0 0 192 0,0 0-64 0,0 0-128 0,0 0 0 16,0 0 0-16,0 0-176 15,0 0 176-15,0 0-208 0,1-9 80 0,2-2 128 0,-1 1-176 0,2-2 176 16,0-1-128-16,2 0 128 0,2 0-144 0,1 0 144 16,1 0-160-16,0 1 160 0,2 2-144 15,1 1 144-15,-3 1-128 0,1 0 128 0,-1 2 0 0,-1 0-160 16,0 4 160-16,0-2 0 0,-1 3 0 0,0 2 0 15,-1 3 0-15,0-2 0 0,-7-2 0 0,6 8 0 16,-1 1 0-16,-1 2 0 0,-2 2 0 0,1 1 0 16,-4-1 0-16,-1 0 0 0,1 2 128 0,-2-1-128 15,0-1 0-15,-1 0 144 0,0 0-144 0,0-1 0 16,-3-2 0-16,2-1 0 0,0-1 0 0,0-1-224 16,-1-2 48-16,1 1 16 15,0-3-960-15,0 1-192 0,-2-4-32 0,7 0-16 16,0 0-1808-16,0 0-352 0,0 0-80 0</inkml:trace>
  <inkml:trace contextRef="#ctx0" brushRef="#br0" timeOffset="162513.78">27571 5657 18431 0,'0'0'816'0,"0"0"160"0,0 0-784 0,0 0-192 0,0 0 0 0,0 0 0 16,0 0 5856-16,5 10 1120 16,0 1 240-16,-1 0 32 0,-2 2-4352 0,0 1-864 0,2 0-176 15,-1-1-48-15,-2 2-1152 0,0-1-224 0,1-1-48 0,-1 0-16 16,0-1-368-16,1-2 144 0,-1-2-144 15,-1 1 0-15,0-9 0 0,0 0-352 0,0 0 48 0,0 0 16 32,0 0-2304-32,0 0-464 0,0 0-80 0,0 0-16608 0</inkml:trace>
  <inkml:trace contextRef="#ctx0" brushRef="#br0" timeOffset="163144.44">27657 5537 23951 0,'0'0'2128'0,"0"0"-1696"0,0 0-432 0,0 0 0 0,0 0 2976 0,0 0 512 16,0 0 96-16,0 0 32 0,0 0-1824 0,0 0-384 16,0 0-64-16,8 6 0 0,-2 0 0 0,2 1 0 15,0-1 0-15,1 3 0 0,0 3 16 0,0 1 16 16,1 3 0-16,-1-1 0 0,-2 0-288 0,1 0-64 16,-1 2-16-16,-2 2 0 0,-1-1-496 0,-1-1-80 15,-2 0-32-15,0-2 0 0,0 0-112 0,1-1-32 0,-1-1 0 16,-1-2 0-16,1-2-96 0,1 0-32 15,-2-9 0-15,0 0 0 0,0 0-128 0,0 0 0 16,0 0 0-16,0 0 0 0,0 0 0 0,0 0-176 16,0 0 48-16,0 0 0 0,0 0-160 0,0 0-32 15,0 0 0-15,4-8 0 0,-2-1 112 0,2 0 16 16,0-2 0-16,1 0 0 0,-1-5 32 0,3 0 16 0,1-3 0 16,-1 2 0-16,2 1 0 0,1 2 0 0,-1-2 0 0,1 3 0 15,1 3 144-15,-2 1-160 0,-3 2 160 0,1 3-160 16,-7 4 160-16,6 1-160 0,-1 3 160 15,1 2-160-15,-2 0 160 0,-1 3 0 0,0 3 0 0,1 2 128 16,-1 2-128-16,-2 0 192 0,0-1-64 0,2 1 0 16,1 1-128-16,1-2 0 0,0-2 128 15,0 2-128-15,2-6 0 0,1 1 0 0,0-2 0 0,1-1 0 16,1-3 0-16,3-2 0 0,-1 1 0 0,1-3-128 16,0 0-64-16,0-4-16 0,0-1 0 0,1 1 0 0,-2-4-64 15,1-1-16-15,0-3 0 0,0 0 0 16,-1-1-48-16,0-2-16 0,1-4 0 0,-2 1 0 15,0-3 96-15,-3 2 0 0,-2 1 16 0,-1 2 0 0,-1 2 240 0,-1 2-144 16,-4 3 144-16,-2 0-128 16,-1 2 128-16,-4 3 224 0,-2 4-48 0,-3 4-16 0,1 5 224 0,0 2 32 15,-2 0 16-15,0 4 0 16,1 2-128-16,0 1-32 0,0 1 0 16,1 4 0-16,1-3-32 0,2 1-16 0,3-4 0 0,2 3 0 15,1-3-224-15,3 2 176 0,2-2-176 0,1 0 160 0,4-1-160 0,1-3 0 16,1 0 0-16,1-1 0 0,2-1-224 0,1 1 32 15,1 0 0-15,1-3 0 16,0-2-896-16,1-1-192 16,0-1-16-16,-2 0-16 0,-1 1-2016 0,1-1-416 0,1-2-80 0</inkml:trace>
  <inkml:trace contextRef="#ctx0" brushRef="#br0" timeOffset="163553.6">26790 6176 6447 0,'-29'-10'576'0,"15"6"-576"0,-4-1 0 0,-2 0 0 0,1 2 8768 15,2 3 1632-15,2 0 336 0,1-4 64 0,1 1-8176 0,4 1-1648 16,1 0-320-16,8 2-64 0,-5-1 960 0,5 1 192 15,0 0 48-15,0 0 0 0,0 0-1040 0,0 0-208 16,9-1-32-16,4 1-16 0,4-1-48 0,4-2 0 16,4 2 0-16,2-1 0 0,6 1-192 0,0 0-32 15,3-3-16-15,1 1 0 0,4-1-80 0,3 0-128 16,3 1 176-16,5 0-176 0,3-4 128 0,4 3-128 16,3 1 0-16,0-3 0 0,-4 2 0 0,2 2 0 15,-1 1 0-15,0-1 0 0,-1 1 0 0,2-2 0 16,0 2 0-16,-2 0 0 0,-5-1 0 0,-3 2 0 15,-5 0 0-15,-4 0 0 0,-5 0 0 0,-3 0 0 16,-5-2 0-16,-2 2 0 0,-2 0 0 0,-6 0-144 16,-2 0 144-16,-3 0-128 0,-1 0-32 0,-5 0 0 15,-7 0 0-15,0 0 0 16,0 0-784-16,0 0-144 0,0 0-48 0,0 0 0 16,0 0-1744-16,0 0-336 0</inkml:trace>
  <inkml:trace contextRef="#ctx0" brushRef="#br0" timeOffset="163826.53">28634 5660 51311 0,'0'0'2272'0,"0"0"480"0,0 0-2208 0,0 0-544 0,-6 0 0 0,6 0 0 0,0 0 720 0,0 0 48 15,0 0 0-15,0 0 0 0,-6 3-224 0,6-3-32 16,0 0-16-16,0 0 0 16,0 0-960-16,0 0-192 0,-3 6-48 0,3-6 0 15,2 9-2800-15,0-2-560 0</inkml:trace>
  <inkml:trace contextRef="#ctx0" brushRef="#br0" timeOffset="164004.76">28627 5869 38703 0,'0'0'3440'0,"0"0"-2752"16,0 0-560-16,0 0-128 0,0 0 3024 0,0 0 576 16,0 0 112-16,0 0 32 0,0 0-1808 0,0 0-352 15,0 0-80-15,0 0-16 0,0 0-880 0,0 0-176 0,0 0-48 0,0 0 0 16,0 0-384-16,0 0 0 15,0 0 0-15,0 0 0 16,5 6-944-16,-5-6-272 0,7 5-48 0,-1-1-15424 0,2-1-3088 16</inkml:trace>
  <inkml:trace contextRef="#ctx0" brushRef="#br0" timeOffset="171048.28">29351 5717 48671 0,'0'0'2160'0,"-3"-5"432"0,-1-1-2080 0,4 6-512 0,0 0 0 0,0 0 0 0,0-7 672 0,0 7 32 16,0 0 0-16,0 0 0 0,0 0 272 0,0 0 64 16,0 0 16-16,1 11 0 0,-3 0-624 0,0 2-128 15,1 2-32-15,-1 0 0 0,-1 0-80 0,0 0 0 16,-2 1-16-16,1-2 0 0,0-1-176 0,0-2 160 15,0-2-160-15,2-1 160 0,-2-2-160 0,4-6 0 16,-4 7 0-16,4-7 128 0,0 0-128 0,0 0 0 16,0 0 0-16,0 0-176 0,0 0-80 0,0 0 0 15,-3-8-16-15,2 0 0 0,1-4 0 0,1-1 0 16,2-4 0-16,1-1 0 0,1-4 96 0,2 0 32 16,1 0 0-16,1 1 0 0,0 1 144 0,0 6 0 15,0 2-144-15,-2 2 144 0,-1 1 0 0,1 2 0 16,-2 2 160-16,-5 5-160 0,0 0 272 0,0 0-48 0,0 0-16 0,8 4 0 15,-1 2 80-15,0 1 16 0,-1-1 0 0,0 2 0 16,2 1-144-16,-1 2-32 0,1 0 0 0,3 1 0 16,0 0-128-16,1 1 0 0,0-1 0 15,1-1 0-15,0 1 0 0,0 0 0 0,-1 0 0 16,-1-1 0-16,1-3 0 0,-1 3 0 0,-2-2 0 0,-2 0 0 16,0 0 0-16,0 0 0 0,-2-1 0 0,-1-2 0 15,-4-6 0-15,0 7 0 0,0-7 0 0,-4 8 0 16,-1-2 128-16,-2 0-128 0,-2-1 192 0,-2-1-64 15,0-2 48-15,-5 1 0 0,-2-1 0 0,0 2 0 16,-2-4-176-16,0 0 160 0,0-2-160 0,1 0 160 0,0 1-160 16,1 0-144-16,-1-3 144 0,5 1-208 15,0-2-960-15,2 1-192 0,3 0-48 0,1 0 0 16,1 0-3072-16,7 4-640 0</inkml:trace>
  <inkml:trace contextRef="#ctx0" brushRef="#br0" timeOffset="171306.47">29675 5462 23951 0,'0'0'2128'0,"0"0"-1696"16,0-7-432-16,0 7 0 0,0 0 4992 0,0 0 928 16,0 0 176-16,0 0 48 0,0 0-3648 0,0 0-736 15,0 0-144-15,0 0-16 0,4 9-416 0,-1 3-80 16,-1 3-16-16,1 1 0 0,0 4-544 0,-1 2-112 15,-1 0-32-15,2 2 0 0,0 1-400 0,-1 1 0 16,1 0 128-16,0 0-128 0,-1-1 0 0,2-2 0 16,0-1 0-16,0-2 128 15,-2-3-640-15,2-2-144 0,0 0-32 0,1-4 0 16,-2 0-976-16,1-1-208 0,1-3-48 0,0-3 0 16,-5-4-1856-16,7 2-384 0,2-4-80 0</inkml:trace>
  <inkml:trace contextRef="#ctx0" brushRef="#br0" timeOffset="171698.5">29914 5595 17503 0,'0'0'1552'0,"0"-7"-1232"0,0 7-320 0,-2-6 0 0,2 6 5952 0,-1-5 1120 16,1 5 224-16,0 0 64 0,0 0-3904 0,-6 0-768 15,-1 1-144-15,1 1-48 0,-2 4-1216 0,1 2-256 16,1 3-64-16,1 2 0 0,-3 4-512 0,0 2-96 16,0 0-32-16,3 2 0 0,1-3-176 0,1 0-144 15,1 1 192-15,0-2-192 0,2-2 0 0,3 1 0 16,0-2 0-16,2-1 0 0,-1-2 0 0,1-1-144 15,2-3 16-15,0-2 0 0,2 0-64 0,3 0 0 16,1-5 0-16,2 0 0 0,0 0 0 16,2-4 0-16,1 0 0 0,2-2 0 0,0-2 32 0,-2 0 0 15,0-3 0-15,-1-1 0 0,0-1 160 0,-1-3-192 16,-2 1 192-16,-1-1-192 16,-1 0 192-16,-3 2 0 0,-1 0 0 0,-2-1-128 0,-2 0 128 0,-3 0 0 15,-2 4 0-15,0 1 128 0,-2 3 64 0,-1 1 0 16,-2 2 16-16,-2 3 0 0,-3 2 112 0,0 2 32 15,-2 2 0-15,0 2 0 0,0 1-176 0,-2 3-48 16,0 4 0-16,2 0 0 0,1 0-128 0,1 0 0 0,2 1 0 16,3 1 0-16,2 0 0 0,1-2 0 0,3 1 0 15,3-2 0-15,2 1-256 0,3-5-16 0,2-1-16 0,5 0 0 32,2-1-880-32,1-1-176 0,1-1-48 0,2-4 0 15,0-2-608-15,1-2-128 0,2-3-32 0,-1 0 0 0,-1 0-2256 16,1-3-464-16</inkml:trace>
  <inkml:trace contextRef="#ctx0" brushRef="#br0" timeOffset="171884.02">30401 5646 50447 0,'0'0'1104'0,"-4"-2"240"0,4 2 32 0,0 0 48 0,0 0-1136 0,0 0-288 0,0 0 0 0,0 0 0 0,0 0 1216 0,0 0 176 16,6-1 32-16,0 0 16 0,3 1-864 0,2-3-160 15,0 2-32-15,3 0-16 0,1-1-368 0,2-2 0 16,-1 0 0-16,2 2 0 15,4 2-560-15,-1-1-176 0,0 2-32 0,-2-1-16 16,-3-1-1936-16,0 2-384 0,-1 1-80 16</inkml:trace>
  <inkml:trace contextRef="#ctx0" brushRef="#br0" timeOffset="172030.28">30417 5755 22111 0,'0'0'1968'0,"0"0"-1584"0,0 0-384 0,0 0 0 0,0 0 5056 0,0 0 912 15,9 0 192-15,3-1 48 0,0 0-4352 0,3-1-880 16,2-2-160-16,5 2-48 0,2-1-768 0,3 1 0 16,1-1-256-16,-1 0 64 15,-2 1-2368-15,2 0-480 0,2 1-96 0</inkml:trace>
  <inkml:trace contextRef="#ctx0" brushRef="#br0" timeOffset="172484.57">30954 5588 21183 0,'0'0'944'0,"0"0"192"0,0 0-912 0,0 0-224 0,0 0 0 0,-5 2 0 16,-4 2 6064-16,1 2 1168 0,0 3 224 0,-1 3 48 16,-1 2-4624-16,0-1-912 0,3 2-192 0,-1 0-48 15,0 2-1008-15,2 0-208 0,2-1-32 0,0-1-16 0,0 0-336 0,1-2-128 16,1-1 0-16,2-1 0 0,0-4 0 0,0-1-240 16,0-6 32-16,0 0 0 15,1 6-240-15,-1-6-64 0,0 0 0 0,0 0 0 16,8-2-64-16,-3 1 0 0,0-4-16 0,0-3 0 0,2-1 256 0,1-3 48 15,1-2 16-15,0-2 0 0,-1-2 16 0,1 0 16 16,3-1 0-16,-2 0 0 0,-1-2 240 0,2 1 0 16,-1 2 0-16,-2 1 0 0,0 4 320 0,-2 3 96 15,-1 2 32-15,1 3 0 0,-6 5 128 0,0 0 48 16,0 0 0-16,0 0 0 0,0 0 32 0,0 0 16 16,0 0 0-16,5 9 0 0,0-3-384 0,0 3-80 15,-1 1-16-15,0 1 0 0,0-2-192 0,1 2 0 16,0-1 0-16,1 3 0 0,0-1 0 0,1 1 0 15,-1 0 0-15,2 0 0 0,0-1 0 0,0 0 0 16,2-2 0-16,-2 0 0 0,-3 0 0 0,0-4-160 16,1 2 160-16,-1-2-192 0,-3 2 0 0,1-3-16 15,-3-5 0-15,0 0 0 0,0 0 0 0,-1 8 0 16,-3-4 0-16,4-4 0 0,-5 5-112 0,-3-1 0 0,-1 2-16 0,-3 0 0 16,0-1 0-16,-1 2 0 0,-3-3 0 0,0 1 0 31,-3 0-704-31,2 0-144 0,0 1-32 0,2-1 0 15,0 1-1888-15,4 1-384 0,-1-3-80 0</inkml:trace>
  <inkml:trace contextRef="#ctx0" brushRef="#br0" timeOffset="173173.07">31288 5599 47519 0,'0'0'1040'0,"0"0"224"0,0 0 32 0,0 0 48 0,1-3-1088 0,-1 3-256 0,0 0 0 0,0 0 0 0,0 0 1568 0,0 0 256 15,7 12 48-15,-3 1 16 0,-4 1-960 0,0 2-192 16,2 2-32-16,0 4-16 0,-2 3-368 0,1 1-80 16,0 0-16-16,2 2 0 0,-2-1-96 0,0 0 0 15,2 1-128-15,-2-1 192 0,2 0-192 0,-2 1 0 16,-1-6 128-16,0-1-128 0,0-4 0 0,-1-2 0 16,0-3 0-16,-1-3 0 0,2 0 0 0,-1-1 0 15,-3-1 0-15,4-7 0 0,0 0 0 0,0 0 0 16,0 0-176-16,0 0 176 0,0 0-320 0,0 0 48 15,-4-7 16-15,2-3 0 0,-2-3-64 0,0-4 0 16,1-1 0-16,1-1 0 0,-1-4 0 0,3-1 0 16,3-2 0-16,0 0 0 15,1 0-320-15,2 0-64 0,0 0 0 0,2 1-16 0,1-2 320 0,1 3 64 16,1 2 16-16,-1 0 0 0,3 3 320 0,-1 0 0 0,1 4 0 16,1 0 0-16,2 5-320 0,-3 3 16 0,-2 1 0 15,2 1 0-15,1 1 304 0,0 1 0 0,1 2 0 16,-4 1 144-16,0 0-144 0,1 4 0 0,-1-4 0 0,-2 4 0 15,-2 0 0-15,-1 3 0 0,-2 1 0 16,-1 1 0-16,-3-1 0 0,-3 1 0 0,-1-2-192 0,-1 2 192 16,-1 0 176-16,-2 3 144 0,1-3 48 0,-2 1 0 15,0 1-80-15,1-1-16 0,0-1 0 0,2 0 0 16,-1-1-144-16,1 0-128 0,2-1 144 0,0 0-144 0,0 0 128 0,2-2-128 16,-1-1 0-16,3-4 144 0,0 0-16 0,0 0-128 15,0 0 192-15,0 0-64 0,4 5 64 0,2-3 0 16,0-1 0-16,1 0 0 0,4-2-64 0,-1 0 0 15,2-1 0-15,2-3 0 0,3-1-128 0,2-2 0 16,-2-1 0-16,-1 1 0 0,1-4 176 16,2-1 0-16,-1 1 0 0,1-3 0 0,1 0-176 0,-2-3-272 15,-1 1 64-15,-2 3 16 0,0-3 192 0,-2 4-176 16,-2-3 176-16,-4 6-160 16,-1 3 160-16,-4 2 0 0,-2 5 0 0,0 0 0 0,-5-1 192 0,-1 2 64 15,-1 3 0-15,-3 1 16 0,-2 4 96 0,0 0 16 16,-1 3 0-16,0 0 0 0,0 1-144 0,1 0-32 15,2 1 0-15,-1 3 0 0,4-1-208 0,0 1 176 16,5-4-176-16,2 1 160 0,1-1-160 0,1-1-224 16,1-2 48-16,2-1 16 15,3-1-944-15,4 0-192 0,0-3-48 0,3-1 0 16,3-1-1696-16,-2-3-352 0,-3-4-64 0,11-5 0 0</inkml:trace>
  <inkml:trace contextRef="#ctx0" brushRef="#br0" timeOffset="173344.22">32026 5578 23039 0,'0'0'1024'0,"0"0"192"0,0 0-960 0,0 0-256 0,1-5 0 0,0 1 0 16,1-1 6224-16,2 1 1200 0,-2 0 256 0,2 0 32 15,1 3-5184-15,2-1-1040 0,-1 0-208 0,4-1-32 16,-1 2-800-16,1-1-176 0,1 1-16 0,0 0-16 16,0-1-240-16,2 2 0 0,2 2 0 0,0-1 0 15,-7-1-896-15,2 1-160 0,6-1-32 0,-2 0-16 16,-2 2-2672-16,5-1-544 0</inkml:trace>
  <inkml:trace contextRef="#ctx0" brushRef="#br0" timeOffset="173518.15">32019 5703 35007 0,'0'0'3120'16,"0"0"-2496"-16,0 0-496 0,0 0-128 0,0 0 3296 0,0 0 640 15,0 0 128-15,0 0 32 0,0 0-2224 0,0 0-432 16,9 0-96-16,2 0 0 0,2-1-1040 0,1-2-304 15,-1 1 128-15,3-1-128 16,1 0-816-16,1 1-224 0,0-1-48 16,3 2-16-16,1-3-1792 0,2 1-368 0,-2-2-64 0,1 0-9696 15,2-2-1952-15</inkml:trace>
  <inkml:trace contextRef="#ctx0" brushRef="#br0" timeOffset="173837.46">32490 5584 4607 0,'-3'-14'192'0,"3"14"64"0,9-1-256 0,-9 1 0 0,0 0 0 0,0 0 0 16,0 0 8896-16,0 0 1728 0,0 0 336 0,0 0 80 15,0 0-6864-15,0 0-1360 0,0 0-288 0,0 0-48 16,0 0-1136-16,0 0-240 0,-6 4-32 0,-2 3-16 15,0 3-576-15,-1 1-112 0,-1 4-32 0,-1 0 0 16,5-2-144-16,-3 2-48 0,-2 0 0 0,2 2 0 16,0 3-144-16,1-2 0 0,2 0 144 0,0-1-48 0,1-1-96 15,4 0 0-15,1 1 0 0,4-3 0 0,0 3 0 16,2-4 0-16,3-1 0 0,3-1 0 16,2-3 0-16,2-1 0 0,1-5-160 15,4 1 160-15,2-3-160 0,2-1 160 0,-1-3-192 0,-4 1 192 0,4-1 0 16,-1-2-128-16,2-1 128 0,-1-1 0 0,-4-2 0 0,-1-1 0 15,0-2 0-15,3-4 0 0,-3 2 0 0,-5-2 0 16,-6 1 0-16,-3 1 0 0,-2-1 0 0,-5 2 128 16,-3-1-128-16,-3 2 0 15,1 0 144-15,-4-1-144 0,-3-2 128 0,-3 2-128 0,-4 1 0 0,-3 2 0 16,-3 2 0-16,1 3 0 0,1-5 0 0,3 3 0 16,1 2 0-16,2 2 0 15,2 0-800-15,2 3-32 0,0 1-16 0,0 0 0 16,5 0-2640-16,-2 0-528 0</inkml:trace>
  <inkml:trace contextRef="#ctx0" brushRef="#br0" timeOffset="175345.92">29326 6699 38751 0,'-4'-13'1728'0,"3"7"336"0,-1-4-1648 0,2 0-416 15,2-2 0-15,-1 1 0 0,2 0 1248 0,-1-1 160 0,-1 2 48 0,2-1 0 16,-2 1 352-16,-1-2 80 15,2 2 16-15,-1 2 0 0,-1 8-784 0,0 0-160 0,0 0-16 0,0 0-16 16,-7 0-96-16,1 4-32 0,-1 2 0 0,-3 5 0 16,-4 5-400-16,-1 4-80 0,0 5 0 0,-2 4-16 15,1 3-176-15,-1 5-128 0,1-1 192 0,5-2-192 16,0-1 160-16,3-3-160 0,3-1 128 0,3-2-128 16,2-2 0-16,5-2 0 0,1-2 0 0,3-1 0 0,3-6 0 15,3-2 0-15,0-2 0 0,3-3 0 16,1-5-208-16,3-2 80 0,3-2 128 0,2-5-208 15,2-1 208-15,-1-1-192 0,0-1 192 0,-1-2-192 0,-1-2 16 0,-1-2 16 16,-3-1 0-16,-1 0 0 0,-4-2-80 0,-3-1-16 16,-1-1 0-16,-2 2 0 0,-3-5 256 0,-3 1 240 15,-3 1-48-15,0-2-16 0,-4 1-176 0,-1-5 0 16,-3 6 0-16,-2 1-176 0,-3 6 16 16,-4-2 0-16,-2 4 0 0,1 1 0 15,-3 0-512-15,0 2-96 0,-2 1-32 0,0 3 0 16,0 5-992-16,0 1-192 0,2 0-32 0,-1 7-19616 0</inkml:trace>
  <inkml:trace contextRef="#ctx0" brushRef="#br0" timeOffset="175666.45">29334 6859 22111 0,'0'0'976'0,"0"0"208"0,0 0-944 0,0 0-240 0,0 0 0 0,0 0 0 16,0 0 6704-16,0 0 1296 0,0 0 256 0,9 2 48 16,-1 2-5424-16,1 1-1088 0,1 3-224 0,1 2-32 15,-1 3-1024-15,0 0-208 0,0 4-48 0,-1 0 0 0,-3-1-96 0,2 1-32 16,0-3 0-16,0 3 0 15,-2 0-128-15,1-1 0 0,-2-3 0 0,1-2 112 0,1 0-112 16,-2-1 0-16,0-3 0 0,1-1 0 16,-1-2-368-16,1 0-64 0,1 0-16 0,-7-4 0 15,8 1-1088-15,1-2-240 0,0-2-32 0,1-1-14096 16,1-1-2816-16</inkml:trace>
  <inkml:trace contextRef="#ctx0" brushRef="#br0" timeOffset="176071.37">29558 6406 32015 0,'0'0'1408'0,"0"0"320"0,0 0-1392 0,0 0-336 15,0 0 0-15,4-5 0 0,-4 5 2672 0,2-7 464 0,-2 7 80 0,0 0 32 16,0 0-768-16,0 0-160 0,0 0-16 0,0 0-16 16,0 0-896-16,0 0-176 0,0 0-48 0,-7 3 0 15,0 2-528-15,-1 3-96 0,-1 1-32 0,0 3 0 16,-1-2-192-16,-1 3-64 0,2 0 0 0,0 0 0 16,1 0-256-16,2 0 0 0,0-1 0 0,2-2 144 15,2-2-144-15,2-8 0 0,0 0 0 0,0 0 0 16,4 8 0-16,2-2 0 0,2 0 0 0,1-4 0 0,2-2 0 0,0-1-240 15,1-2 80-15,0-1 16 0,0 1 16 0,-1-4 0 16,0-2 0-16,-1 1 0 0,-1 0 0 0,-1 0 0 16,0-1 0-16,-2 0 0 15,-2-1-96-15,0-1-16 0,-1 4 0 0,-1-4 0 0,0 3-128 16,-1 0-16-16,-1 1-16 0,-1 0 0 16,-1-1-1440-16,1 2-272 0,0-1-64 0,1 7-12880 15,0 0-2576-15</inkml:trace>
  <inkml:trace contextRef="#ctx0" brushRef="#br0" timeOffset="176315.05">29952 6749 52415 0,'0'0'2320'0,"0"0"480"0,0 0-2240 0,0 0-560 15,6-3 0-15,1-1 0 0,-1 0 1072 0,3-1 96 0,0 1 32 0,3-2 0 16,1 2-512-16,2 0-112 0,0-1 0 0,1-2-16 16,-1 3-560-16,1-2 0 0,0-2 0 15,-1 3 0-15,1 1 0 0,-2 1 0 0,-1 0 0 0,0 2 0 16,-1-3-736 0,-1 2-160-16,-4 2-16 0,0 0-16 15,-7 0-2176-15,6 1-432 0,2 4-96 0</inkml:trace>
  <inkml:trace contextRef="#ctx0" brushRef="#br0" timeOffset="176489.27">29980 6822 46303 0,'0'0'2048'0,"0"0"432"0,0 0-1984 0,0 0-496 15,0 0 0-15,0 0 0 0,0 0 1264 0,0 0 144 16,0 0 48-16,11 2 0 0,3 0-480 0,3-2-80 16,3-2-32-16,0 1 0 0,3-3-864 0,0 0 0 15,2-1 0-15,0 1-128 16,1 0-1008-16,1-1-192 0,-1 0-32 0,1-2-16 15,1 1-2464-15,-1-4-512 0,2 3-80 0,0 0-7520 16,-2 1-1488-16</inkml:trace>
  <inkml:trace contextRef="#ctx0" brushRef="#br0" timeOffset="176819.77">30674 6640 28671 0,'13'-7'1280'0,"-13"7"256"0,5-7-1232 0,2 2-304 16,-2 0 0-16,0-1 0 0,-1 0 3312 0,-1 1 592 0,-1-1 128 0,-2 6 32 16,0 0-1200-16,0 0-240 15,-6 0-64-15,-2 0 0 0,-1 3-1088 0,-2 1-208 16,0 1-48-16,-4 3-16 0,0 2-608 0,-2 5-112 0,-2 3-32 15,0-2 0-15,-2 1-256 0,0 1-48 0,2 4-16 16,0-2 0-16,4 3-128 0,2-3-272 0,2 1 64 0,3-2 16 16,3-2 192-16,4-1 256 15,2-2-48-15,4 2-16 0,3-5-192 0,3 1-256 0,3-1 48 16,4-2 16-16,6-2 192 0,-1 0 256 0,1-3-48 0,2-1-16 16,-2-3-192-16,1-2 0 0,-1-2 0 15,-1 0 0-15,-1-1 0 0,0-1-288 0,-1-1 64 0,0-2 16 16,-3 0 208-16,-1-2 0 0,-2-2 0 0,-2 2 0 0,-3-1 0 15,-1-1 240-15,-1 0-32 0,-4-3 0 16,-4 1-208-16,-1-4 0 0,-1 2 0 0,-1 2 0 0,-4 0 0 0,-1 1 0 16,-2-2 0-16,-2 2 0 0,-2 1 0 0,-1 1 0 15,0 1 0-15,-2 0 0 0,-1 2 0 0,-1 3 0 16,1 2 0-16,1-3 0 16,1-2-256-16,2 0-128 0,0 2-48 0,2 3-16768 15,3 4-3344-15</inkml:trace>
  <inkml:trace contextRef="#ctx0" brushRef="#br0" timeOffset="197129.66">626 8200 42959 0,'0'0'1904'0,"-5"-3"400"0,-2-1-1856 0,7 4-448 0,-5-2 0 0,5 2 0 0,0 0 704 0,0 0 32 15,0 0 16-15,0 0 0 0,-5 3 272 16,2 4 64-16,2 3 16 0,1 3 0 0,0 3-672 0,1 2-144 16,0 6-32-16,2 4 0 0,0 6-16 0,0 3-16 15,1 1 0-15,0-2 0 0,0-1-48 0,0-2-16 16,0-4 0-16,1-5 0 0,-1-3-160 0,0 0 128 15,-1-5-128-15,-1-2 128 0,1-1-128 0,-1-1 160 16,0-3-160-16,-1 0 160 0,-1-9-160 0,0 0 128 16,0 0-128-16,0 0 128 0,0 0-128 0,0 0 0 15,0 0 0-15,0 0 0 0,0 0 0 0,0 0 0 16,0 0-192-16,3-9 192 0,-1 0-288 0,1 1 64 16,1 0 16-16,0-1 0 0,1 0 208 0,0-1-176 0,0-1 176 15,3 1-160-15,1 1 160 0,6-2-192 16,-2-2 192-16,1 4-192 0,0 0 192 0,1 4-128 0,-1-2 128 15,0 2-128-15,1 0 128 0,2 2 0 0,-3 3 0 16,0 0 0-16,-1 1 0 0,2 2 0 0,-2 0 0 0,-1 3 0 16,-3 1 0-16,0-1 0 0,-3 3 0 0,-1 6 0 15,-2-4 0-15,-2 2 0 0,-1 0 0 0,-2 0 128 0,-2-1 16 0,-1 1 16 16,-3 0 0-16,-3 0 0 16,0-2 32-16,-1-1 16 0,-1-3 0 0,-1 1 0 0,-2-1-48 0,-1 1-16 15,0-1 0-15,0-3 0 0,0 1-144 16,0-3 0-16,0 0 0 0,4-1 0 15,0-1-704 1,1 0-240-16,1-1-32 0,0-2-16 0,1-1-2448 0,3-2-480 16,5-3-112-16</inkml:trace>
  <inkml:trace contextRef="#ctx0" brushRef="#br0" timeOffset="197545.52">850 7895 39503 0,'0'0'1744'0,"0"0"368"0,0 0-1680 16,0 0-432-16,0 0 0 0,0 0 0 0,0 0 960 0,0 0 96 15,10 2 32-15,1 2 0 0,1 0 272 0,-3 1 64 16,1 2 16-16,3 2 0 0,0 1-672 0,3 6-128 16,1 0-16-16,1 4-16 0,2 0-272 0,1 3-48 15,-1 2-16-15,3 1 0 0,-1 3-16 0,0-2-16 0,-1 2 0 0,9 15 0 16,-3 1-80-16,-11-14-16 15,-5 0 0-15,1 5 0 0,-1 0-144 0,-2 1 160 16,-3 2-160-16,-1-3 160 0,-1 5-160 0,-2-2 192 16,-2-5-192-16,-3-1 192 0,-1 1 0 0,-1 0 0 15,0-1 0-15,-3-2 0 0,-1-1 16 0,-2-1 16 0,1-3 0 16,0-1 0-16,-1-1-80 0,1-1-16 0,1-4 0 0,1-1 0 16,-1-1-128-16,-1 0 128 0,3-4-128 0,1-1 128 0,4 0-128 15,-2-4 0-15,1-2 0 0,3-6 128 0,0 0-128 0,-1 7 0 16,1-7 0-16,0 0 0 0,0 0 0 15,0 0 0-15,0 0 0 0,0 0 0 0,0 0-208 0,0 0 80 16,0 0 128-16,0 0-208 0,0 0-48 0,0 0-16 16,0 0 0-16,0 0 0 15,0 0-768-15,0 0-160 0,0 0-16 0,5-3-16 16,-5 3-2272-16,5-4-448 0</inkml:trace>
  <inkml:trace contextRef="#ctx0" brushRef="#br0" timeOffset="201086.1">1949 8236 14735 0,'-8'-15'640'0,"6"8"160"0,-2 3-640 0,4 4-160 0,-3-4 0 0,3 4 0 0,-1-5 5440 0,1 5 1040 15,0 0 224-15,0 0 32 0,0 0-3648 0,0 0-720 16,0 0-160-16,0 0-32 0,0 0-1040 0,0 0-224 16,4 10-32-16,0 6-16 0,-2-2-48 0,0 6-16 15,-2 1 0-15,0 4 0 0,0-2-256 0,0 3-48 16,0 1-16-16,-2 2 0 0,1 0-272 0,0 0-48 15,-1 1-16-15,2-2 0 0,-1 0-144 0,1-2 0 16,0-3 0-16,0-2 0 16,0-3 0-16,0-1 0 0,0-5 0 0,0 1 0 15,0-1-240-15,0-4-16 0,-1-1-16 0,1-7 0 16,0 0-816-16,0 0-176 0,0 0-16 0,0 0-16 16,0 0-752-16,0 0-160 0,0 0-32 0,1-7 0 15,0-1-2128-15,2-4-432 0</inkml:trace>
  <inkml:trace contextRef="#ctx0" brushRef="#br0" timeOffset="201407.99">1562 8188 37599 0,'-17'-3'1664'0,"10"3"352"0,0 0-1616 15,-1 0-400-15,0 0 0 0,1 0 0 0,7 0 1664 0,0 0 256 0,-5 0 64 0,5 0 0 16,0 0 0-16,0 0 16 0,0 0 0 0,0 0 0 16,0 0-1232-16,0 0-240 0,12-1-48 0,1 1-16 0,-1 0 32 0,3-3 0 15,2 2 0-15,3 0 0 16,1 0-80-16,3-2-16 0,3-2 0 0,0 1 0 0,2 0-128 0,3 0-16 16,3 0-16-16,2 0 0 0,1 2-240 15,0-4 128-15,-1 2-128 0,1 0 0 0,-1-1 0 0,-1 0 0 16,-1 1 0-16,1 2 0 0,-1-5 0 0,-3 3-128 15,-2 1 128-15,-4 3-208 16,-2-2-496-16,-5 2-80 0,-2 2-32 0,-2-2 0 16,-2 2-976-16,-4 0-192 0,-1 2-32 0,-4 4-12896 15,-2 3-2592-15</inkml:trace>
  <inkml:trace contextRef="#ctx0" brushRef="#br0" timeOffset="202534.42">2292 8638 36575 0,'0'0'1616'0,"-5"0"336"15,-2-2-1568-15,7 2-384 0,-5-2 0 0,5 2 0 0,0 0 2512 0,0 0 432 16,0 0 64-16,0 0 32 0,0 0-1008 0,0 0-208 16,4-5-32-16,2 1-16 0,2-3-1024 0,0 2-208 15,0-2-32-15,0 2-16 0,3-1-192 0,4-1-48 16,2 1 0-16,1 0 0 0,0 1-128 15,0 0-128-15,1 0 144 0,-2 1-144 0,-2 0 0 0,1 3 0 16,-2-3 0-16,-1 2 0 0,-1 2 0 0,-1 2 128 0,-2 2-128 0,-3 0 0 16,-6-4 0-16,4 7 0 15,-3 0 0-15,-1 2 0 0,-2 3 0 0,-3 1 0 16,-3 1 128-16,-3-1-128 0,0 0 0 0,-4 2 176 0,0-1-176 0,-4-1 160 16,0 0-160-16,-2 0 192 15,0 1-192-15,1 1 192 0,2-1-192 0,-1 2 128 0,-2-3-128 16,1 1 128-16,3-1 16 0,2-1 0 0,-1-2 0 0,2 1 0 15,1-1-144-15,4-1 192 0,1-2-192 16,2-1 192-16,4 1-192 0,2-7 0 0,0 0 0 0,0 0 0 16,0 0 0-16,0 0 128 0,6 6-128 0,2 0 112 15,1-1-112-15,3-4 0 0,1-1 0 0,1 0 0 16,1 0 0-16,0-1 0 0,1 1 0 0,2-4 0 0,1 1 0 16,0-2 0-16,2 1 0 0,0 0 0 0,0 0 0 0,-2 0 0 15,0 0 0-15,-1 1 0 0,-1-1 0 16,-2 1 0-16,2-1 0 0,-5 2 0 0,-3 0 0 0,-1 2 0 15,0 0 0-15,-8 0 0 0,6 2 0 0,-6-2 0 16,0 0 0-16,0 0 0 0,0 0-288 0,0 0 0 16,0 0 0-16,0 0 0 15,3 6-1360 1,-3-6-272-16,3 7-48 0,-1-1-21776 0</inkml:trace>
  <inkml:trace contextRef="#ctx0" brushRef="#br0" timeOffset="211137.8">3241 8438 16575 0,'-25'-6'736'0,"16"4"160"0,-1 1-720 0,-1-3-176 0,1-1 0 0,-2 2 0 0,3 2 5280 0,2-3 1024 16,1 2 208-16,1-1 32 0,-2 0-2832 0,7 3-560 15,-4-1-112-15,4 1-32 0,0 0-1376 0,0 0-288 16,0 0-48-16,0 0-16 0,0 0-656 0,0 0-144 15,0 0-32-15,9 1 0 0,3 3-224 0,1 0-48 16,2 0-16-16,2 0 0 0,2-1-16 0,2-1 0 16,4 2 0-16,3-4 0 0,5 1-144 0,0-2 160 15,0 1-160-15,4-2 160 0,1 0-160 0,2 1 0 16,-1 0 0-16,0-3 0 0,-2 1 0 0,-1 0 0 16,2 2 0-16,-1 0 0 0,-2-2 0 0,0 2 0 15,0 0 0-15,-2-1 0 0,-4 2 0 0,-2 0-224 0,-2 0 80 0,-2 0 16 31,-1 0-528-31,-1 2-112 0,-4-2 0 0,-2 0-16 16,-2-2-736-16,-2 1-144 0,-2 0-16 0,-9 1-16 16,0 0-1264-16,7-3-256 0,-7 3-48 0,0 0-9344 15,1-6-1872-15</inkml:trace>
  <inkml:trace contextRef="#ctx0" brushRef="#br0" timeOffset="211387.06">4028 8313 32879 0,'-6'-9'1456'0,"6"9"304"0,0 0-1408 0,0 0-352 15,-7-1 0-15,7 1 0 0,-5-2 3024 0,5 2 544 0,0 0 96 0,0 0 32 16,0 0-1344-16,0 0-272 0,0 0-48 0,0 0-16 15,0 0-992-15,0 0-192 0,0 0-32 0,0 0-16 16,0 0-400-16,0 0-64 0,0 0-32 0,7 7 0 16,1-2-160-16,1 0-128 0,1 1 192 0,3-3-192 15,0 0 160-15,2 0-160 0,-1 1 128 0,0-3-128 16,1 1 0-16,-2 1 0 0,0 0 128 0,-2 1-128 0,2 0 0 0,-5 1 0 16,-1 1 0-16,-7-6 0 0,6 5 0 0,-2 1 0 15,-4-6 128-15,1 7-128 0,-2 3 0 0,-1-1 160 16,-2 0-160-16,-3 3 160 0,-2-5-160 0,-1 4 128 15,-3-1-128-15,-2-1 128 0,-2 1-128 0,0-1 0 16,-1 0 0-16,0 1 0 16,1 1-1696-16,1-1-224 0,2 3-32 0</inkml:trace>
  <inkml:trace contextRef="#ctx0" brushRef="#br0" timeOffset="212338.27">4796 7905 23039 0,'3'-14'2048'0,"-4"8"-1648"0,-2-4-400 0,0 4 0 0,1-1 5168 0,1 2 944 16,1 5 192-16,0 0 32 0,-3-4-3456 0,3 4-688 15,0 0-144-15,0 0-16 0,0 0-880 0,-3 9-160 16,-1 5-32-16,3 5-16 0,1 3-528 0,1 4-96 15,2 1-32-15,0 6 0 0,-1 2-80 0,2 2-16 16,-1-1 0-16,1 1 0 0,1-1-192 0,0 2 176 16,-1 0-176-16,0-1 160 0,0 0-160 0,0-3 0 15,0-3 0-15,0-1 0 0,-1-3 0 0,3 0 0 16,-4-4 0-16,1-3 0 0,0-3 0 0,-2-3 0 0,0-4 0 0,0-1 0 16,-1-2 0-16,0-7 0 15,0 0 0-15,0 0 0 0,0 0 0 0,0 0 0 0,0 0 0 0,0 0 0 16,-2-5 0-16,1-3 0 15,1-3 0-15,0 0 0 0,1-1 0 0,1 0 0 0,2-2-176 0,3 0 176 16,2-5-128-16,1 2 128 0,3-1-128 16,2 0 128-16,2 0-128 0,1 2 128 0,0 2-128 15,-1 1 128-15,0 2 0 0,-1 2 0 16,-1 3 0-16,0-1-128 0,-1 3 128 0,0 3 0 0,-1 0 0 0,1 1 0 16,-4 1 0-16,-1 3 0 0,-1 1 0 0,-2 4 0 15,0-2 0-15,-4 2 0 0,-3 1 0 0,-2 2 0 16,-2 0 0-16,-3 1 128 0,-2-2-128 0,-2 2 128 15,-1 0-128-15,-1 0 0 0,-1-1 128 0,-2-1-128 16,1-1 0-16,-3 1 0 0,0-1 0 0,0-1 0 16,1 0-560-16,1-2-80 0,2-1 0 0,2-2-16 15,2-4-752-15,3 0-160 0,8 0-32 0,0 0 0 16,0 0-1856-16,4-9-368 0,4-3-80 0,4 1 0 16,2-2 1424-16,6-2 304 0,1 2 48 0,2-4 16 15,0 2-112-15,4-2-16 0,-1 0 0 0,0 1 0 0,-2 2 2240 0,0 2 272 16,-4 4 144-16,-2-1 32 0,-3 2 2512 0,-3 4 512 15,-3 3 112-15,-9 0 0 0,7 0 192 0,-7 0 16 16,0 0 16-16,2 9 0 0,-2 1-1568 0,-1 3-304 16,-3 1-64-16,-1 1-16 0,-2 0-992 0,1 1-208 15,-1-2-32-15,2 2-16 0,1-5-352 0,2 0-64 0,0-2 0 16,1 1-16-16,4-1-176 0,1-3 0 16,1-1 0-16,3-1 0 0,1 0-176 0,2-2-16 15,3-2 0-15,1-2 0 0,-1 0-80 0,2-2-32 16,1-2 0-16,-1 1 0 0,-3-1-16 0,0-2 0 15,0 0 0-15,-1 0 0 0,-3 0 144 0,-1 1 32 16,-1 0 0-16,-3-1 0 0,-1-1 144 0,-2 0 0 0,-2 0 0 0,-2 1 0 16,1 0 0-16,-5 2 0 15,-2-1 0-15,-1 2 0 0,-2 1 0 0,-1-1 0 16,0 4-144-16,-2-2 144 0,-2 2-224 0,2 1 32 0,-1 1 0 0,2 2 0 31,1-3-928-31,1 1-176 0,3 1-48 0,2 1 0 0,2 0-1600 16,5-3-336-16,0 0-64 0,0 0-14976 0</inkml:trace>
  <inkml:trace contextRef="#ctx0" brushRef="#br0" timeOffset="212573.91">5465 8343 40607 0,'0'0'1792'15,"0"0"384"-15,0 0-1744 0,0 0-432 0,0 0 0 0,0 0 0 0,0 0 2128 0,0 0 352 16,0 0 64-16,0 0 16 0,0 0-880 0,0 0-160 15,0 7-48-15,1 3 0 0,1 2-928 0,0 2-192 16,1-2-32-16,1 2-16 0,0 1-176 0,1-2-128 16,-1 0 192-16,1 0-192 0,0-3 0 0,1 0 0 15,-2 1 0-15,1-2 0 16,1-1-1296-16,-1 0-224 0,-5-8-32 0,0 0-16 16,0 0-2448-16,0 0-480 0</inkml:trace>
  <inkml:trace contextRef="#ctx0" brushRef="#br0" timeOffset="212685.63">5493 8188 27647 0,'0'0'2448'0,"-2"-4"-1952"0,1-2-496 15,2 0 0-15,1 1 3136 0,-1-1 544 16,1-1 96-16,2 2 32 16,0 0-3456-16,3-1-688 0,1 0-144 0,2 1-11456 0,0-1-2288 0</inkml:trace>
  <inkml:trace contextRef="#ctx0" brushRef="#br0" timeOffset="213047.25">5658 8084 35711 0,'0'0'1584'0,"0"0"320"0,0 0-1520 0,0 9-384 0,-1-1 0 0,0-1 0 16,-1 3 2816-16,1-1 480 0,0 2 96 0,-1 1 32 0,1-1-1360 0,0 0-272 15,-1 4-48-15,1 2-16 0,0 2-800 0,1 3-160 16,0-1-48-16,1 1 0 0,0 3-400 0,2-1-96 16,0-2-16-16,2 1 0 0,0 1-208 0,2-5 0 15,-1-1 128-15,2-1-128 0,0-1 0 0,1-2 0 16,0-2 0-16,0-1 0 0,0-2 0 0,2-1-240 15,-1-3 80-15,2-1 16 0,1-3-128 0,0-1-32 16,-1-1 0-16,1-2 0 16,-2-1-144-16,2-4-16 0,-1-2-16 15,0-2 0-15,1-1-32 0,0 0-16 16,-1-3 0-16,-2-2 0 0,1-1 32 0,-2 0 16 0,-1 1 0 0,-1-3 0 0,-1 3 160 16,-3 1 48-16,0 3 0 0,-3-1 0 0,-1 4 272 0,-2 1 0 15,1 4 0-15,2 6 0 0,-8-3 656 0,0 3 48 16,-1 3 0-16,0 2 0 0,0 3-160 0,-1 1-32 0,3 3 0 15,-1 1 0-15,0 3-208 0,1-2-48 16,2 2-16-16,3-1 0 0,2 1-112 0,1-1-128 16,2 1 176-16,2 0-176 0,3-5 0 0,-1 3 0 15,2-4-192-15,3 0 48 16,1 0-1200-16,2-1-224 0,-1-7-48 0,2 1-16 16,-1-2-2192-16,1-2-432 0</inkml:trace>
  <inkml:trace contextRef="#ctx0" brushRef="#br0" timeOffset="213335.08">6143 8267 46239 0,'0'0'2048'0,"0"0"432"0,-4 7-1984 0,2-1-496 0,0 2 0 0,1 1 0 15,1 1 1696-15,0 0 240 0,0 2 48 0,1 2 16 0,1-1-848 0,0 3-160 16,2-1-32-16,1 0-16 16,1-1-560-16,0-3-96 0,2 2-32 0,0-2 0 0,-2-2-256 0,2 1 160 15,-1-4-160-15,-1 1 128 0,-6-7-128 0,0 0 0 16,0 0 0-16,0 0 0 0,0 0 0 0,0 0 128 15,0 0-128-15,0 0 128 0,0 0 64 0,0 0 0 16,5-6 0-16,-1 1 0 0,-1-1-192 0,-2-4 0 16,0 1 0-16,1-1 112 0,-1-2-112 0,2 0 0 15,-1-2 0-15,1 1 0 0,2-4 0 0,3 2 0 16,1 0 0-16,0 1 0 16,-1-2-608-16,1 2-112 0,3-1-32 0,1 2 0 15,0 0-1648-15,3 3-336 0,3 1-64 16</inkml:trace>
  <inkml:trace contextRef="#ctx0" brushRef="#br0" timeOffset="213490.98">6704 8120 51199 0,'0'0'2272'0,"0"0"464"0,0 0-2192 0,0 0-544 0,0 0 0 15,0 0 0-15,0 0 704 0,0 0 16 16,0 0 16-16,0 0 0 15,0 0-1040-15,0 0-208 0,0 0-32 0,1 8-15072 0,2 5-3024 0</inkml:trace>
  <inkml:trace contextRef="#ctx0" brushRef="#br0" timeOffset="213638.7">6744 8356 22111 0,'0'0'1968'0,"0"0"-1584"0,0 0-384 0,0 0 0 0,0 0 7232 0,0 9 1344 15,0-9 288-15,0 0 48 0,0 0-6160 0,0 0-1216 16,0 0-256-16,0 0-64 0,0 0-896 0,4 7-176 15,-4-7-144-15,0 0 192 0,7 5-144 0,-7-5-48 16,7 5 0-16,0-1 0 16,-7-4-1344-16,6 3-256 0,2 2-48 15</inkml:trace>
  <inkml:trace contextRef="#ctx0" brushRef="#br0" timeOffset="-213757.12">7605 8058 13823 0,'0'0'1216'0,"0"0"-960"15,0 0-256-15,0 0 0 0,0 0 7216 0,0 0 1392 16,0 0 288-16,-3 10 48 0,0 3-5840 0,1 3-1168 0,-1 1-224 0,2 1-48 16,-2 0-672-16,3 3-128 15,0 2-32-15,0 1 0 0,0-2-400 0,2 2-96 16,0-2-16-16,2 0 0 0,-1-1-176 0,1 0-144 15,-1-6 192-15,3 0-192 0,-1-2 128 0,1-4-128 0,-3 0 0 0,1-3 0 16,-4-6 0-16,0 0 0 0,0 0 0 0,0 0 0 16,0 0 0-16,6-1 0 0,-6 1-144 0,6-9 144 15,-2-1 0-15,1-4-160 0,0 0 160 0,-1-1 0 16,0-2-176-16,1-3 176 0,2-1-160 0,-1-1 160 16,1 1-176-16,0-1 176 0,1 1-192 0,1 2 192 15,2-2-160-15,-2 2 160 0,1 2-128 0,2 3 128 16,1 2 0-16,0 3-128 0,-1 3 128 0,1 3 0 15,-1 4 0-15,1 3 0 0,-2 3 0 0,3 2 128 0,-4-1 48 16,-1 4 16-16,-1 2 0 0,0 2 0 0,0-2-64 16,-2 3 0-16,1 2 0 0,-2 0 0 0,-1-1-128 15,0-1 0-15,1 0 0 0,-3 1 0 0,1-4 0 0,-2 1 192 16,1-1-32-16,0-1 0 0,0-5-160 16,-2-8 0-16,0 6 0 0,0-6 0 15,0 0 0-15,0 0 128 0,0 0-128 0,0 0 0 0,0 0 0 0,0 0 0 16,1-7 0-16,1-4 0 0,4-2 0 0,-1-1 0 15,0-3 0-15,3-1-176 0,2-1 176 0,2-1-192 16,1-3 192-16,0 1-192 0,0 0 192 0,0 0-160 16,2 4 160-16,-2 2-160 0,0 2 160 0,-2 2 0 15,-1 3-144-15,-1 4 144 0,0 5 0 0,-1 2 0 16,-2 3 0-16,-1 2 0 0,-1 2 0 0,0 3 0 16,0 2 0-16,0 3 0 0,-3-4 0 0,3 1 0 15,-3 2 0-15,2 0 128 16,-2-2-496-16,1 0-96 0,-1-1-32 0,0 0 0 15,2-1-1744-15,0-1-336 0,0-4-80 0,1 3-18896 0</inkml:trace>
  <inkml:trace contextRef="#ctx0" brushRef="#br0" timeOffset="-213390.24">8140 7703 43935 0,'0'0'1952'0,"-5"-3"400"0,-1-3-1888 0,0 2-464 0,1-1 0 0,5 5 0 16,-5-4 1552-16,0 0 224 0,1 1 32 0,4 3 16 0,0 0-496 15,0 0-112-15,-5 3 0 0,5-3-16 16,-6 4-784-16,6-4-160 0,-5 6-16 0,1 2-16 16,0-1-64-16,2 2-16 0,-1 1 0 0,2-1 0 0,1-1-144 15,1 0 0-15,-1-8 0 0,3 8 128 16,-3-8-128-16,5 6 0 0,-5-6 0 0,8 4 0 0,0 1 0 0,-8-5-144 15,8 0 144-15,-1 0-160 0,1 0 160 0,0 0-192 16,0-2 192-16,0-1-192 0,-2-1 192 0,-1 0 0 16,1-2 0-16,-1 1-128 0,-1-1 128 0,0 0 0 15,-2-1 0-15,1 1-128 0,-3 6 128 0,1-7-192 16,-1-2 192-16,-2 3-192 0,0 1-160 0,0-1-32 16,-2 2-16-16,4 4 0 15,-6-5-1536-15,6 5-304 0,0 0-64 0,0 0-19200 0</inkml:trace>
  <inkml:trace contextRef="#ctx0" brushRef="#br0" timeOffset="-213091.03">8908 7707 6447 0,'2'-13'576'0,"-2"9"-576"0,-3-3 0 0,0 2 0 16,1 0 8576-16,2 5 1600 0,-5-3 320 0,-1-2 64 0,0 1-6592 0,-1 0-1328 16,-1 4-256-16,-1 3-48 15,0 1-928-15,-1 4-192 0,-2 1-48 0,-1 4 0 0,-3 4-720 0,-2 5-160 16,-1 4-32-16,-1 5 0 0,-3 3-32 0,0 4-16 16,1 4 0-16,3 1 0 0,0 1-208 0,4-2 144 15,0-3-144-15,4 0 128 0,2-2-80 16,2-4-48-16,3 0 0 0,2-2 0 0,0 1 0 0,4-1 0 15,0-2-160-15,3-6 160 16,1-1-512-16,1-2 0 16,3-3-16-16,1-3 0 0,0-2-880 15,0-3-160-15,1-3-32 0,3-4-16 0,0-4-2352 0,2-3-480 0,3-3-96 16</inkml:trace>
  <inkml:trace contextRef="#ctx0" brushRef="#br0" timeOffset="-212620.91">9129 7899 28559 0,'0'0'2544'0,"0"0"-2032"16,0 0-512-16,0 0 0 0,0 0 4832 0,-4 5 864 16,-1 0 192-16,-1 3 16 0,2 0-3472 0,0 3-688 15,1 5-144-15,-1 0-16 0,-2 4-912 0,3 0-176 0,-1 3-48 0,1-2 0 16,0 2-288-16,2-1-160 0,0-1 160 0,-1-2-160 16,1-2 0-16,1-3 128 0,0-2-128 0,1-1 0 15,1-1 0-15,-1-2 0 0,-1-8-144 0,0 0 144 16,5 5-320-16,-5-5 16 0,0 0 16 0,8 1 0 31,-1-3-144-31,-1-2-16 0,1-3-16 0,-1-2 0 0,1-3 80 0,-1-2 32 0,1-3 0 0,1-1 0 0,1-3 32 0,0 0 0 16,-1 0 0-1,-1 0 0-15,1 2 160 0,0 2 160 0,-1 3-208 0,-2 2 80 16,-1 3 256-16,-2 2 48 0,-2 7 16 0,0 0 0 0,0 0 464 0,0 0 112 16,0 0 0-16,0 0 16 0,0 0-336 0,0 0-64 15,6 11 0-15,-1-1-16 0,0 0-240 16,0 4-128-16,2-1 160 0,1 0-160 15,-1-2 0-15,3 2 0 0,0 0 0 0,2 0 0 0,-1 0 0 16,1 1 0-16,-1-4 0 0,-1 3 0 0,0 0-160 0,0-1 32 16,-3-2 0-16,0-1 0 0,-2 0 128 0,-1 1-208 15,-1-3 80-15,-2 3 128 0,-1-4-128 0,-1 1 128 16,-2-1 0-16,3-6 0 0,-5 5 0 0,-2-1 0 16,2 0 0-16,-4 0 0 0,-3-1 0 0,-1 1 0 15,-1-3 128-15,-2 1-128 0,-1 2-144 0,-1 2-64 16,1-4-16-16,-3 1 0 15,0-1-1232-15,-1 1-240 0,1-2-48 0,5 2-16 16,3 0-2080-16,3-1-400 0,-11-3-96 0,20 1-16 0</inkml:trace>
  <inkml:trace contextRef="#ctx0" brushRef="#br0" timeOffset="-212211.56">9522 7758 32255 0,'0'0'2864'0,"0"0"-2288"0,0 0-576 0,0 0 0 16,0 0 3904-16,0 0 688 0,2 8 128 0,-1 1 16 16,0 2-2544-16,2 4-512 0,-1 2-96 0,1 4-32 15,1 1-784-15,0 2-176 0,-1 0-16 0,0 6-16 0,3 1-224 0,-1 0-32 16,1 1-16-16,1-2 0 0,-2-3-160 0,0-2-128 16,1-3 144-16,-1-2-144 0,-3-1 128 0,2-2-128 15,-1 0 0-15,-1-3 0 0,1-2 0 0,-2-1 128 16,1-4-128-16,-1 0 0 0,-1-7 0 0,0 0 0 15,0 0 0-15,0 0 0 0,0 0 0 0,0 0 0 16,0 0 0-16,0 0 0 0,4-9-192 0,-1-2 192 16,0 0-192-16,3-4 192 0,0-3-256 0,3 0 64 15,2-3 16-15,2-1 0 0,2-3-16 0,0 2 0 16,-1-1 0-16,0 3 0 0,1 3 64 0,-2 2 0 16,-1 3 0-16,-2 5 0 15,-1 1 128-15,0 3 0 0,-9 4 0 16,0 0 0-16,0 0 176 0,5 6 64 0,2 3 16 0,-3 3 0 0,-2 1 0 15,1 3 0-15,0 1 0 0,-2 1 0 0,-1-1-112 0,0 2-16 0,1-2 0 16,2 0 0-16,0-1-128 0,-2-4 0 0,0 1 0 0,2-1 0 31,-1-1-400-31,2 2-112 0,0-1-32 0,1-3-16448 0,2-1-3296 16</inkml:trace>
  <inkml:trace contextRef="#ctx0" brushRef="#br0" timeOffset="-211552.89">10251 7909 9215 0,'0'0'400'0,"0"0"96"0,0 0-496 0,0 0 0 0,-1-7 0 0,1 7 0 15,0 0 6592-15,0 0 1216 0,0 0 240 0,0 0 48 16,0 0-4256-16,0 0-864 0,0 0-160 0,4 10-48 0,-2 0-1184 0,2 2-240 15,-1 1-64-15,1 0 0 0,-2 2-576 16,0 2-112-16,0 0-16 0,1 2-16 0,0 0-272 0,-2 2-48 16,0-5-16-16,2 1 0 15,-1 0-224-15,1-4 128 0,-2 0-128 0,2-2 0 0,-2 0 0 0,2-2-128 16,-2 0-16-16,2-2 0 16,-3-7-1744-16,0 0-352 0,2 6-64 0,-2-6-12736 15,4 4-2544-15</inkml:trace>
  <inkml:trace contextRef="#ctx0" brushRef="#br0" timeOffset="-211386.94">10118 8011 17503 0,'0'0'1552'0,"0"0"-1232"0,0 0-320 0,0 0 0 0,9-2 7120 0,0 0 1376 0,1-1 272 16,0 0 48-16,2 1-6320 0,1-1-1248 0,2 2-256 0,2-3-48 15,2 1-560-15,-1 3-128 0,1 0 0 0,2-2-16 31,1-1-1104-31,2 1-224 0,2 0-32 0,-1 1-16 0,-1 1-2768 0,1 1-576 16</inkml:trace>
  <inkml:trace contextRef="#ctx0" brushRef="#br0" timeOffset="-210859">10889 7891 15663 0,'0'0'688'0,"0"0"144"0,-6-2-656 0,6 2-176 15,-5 2 0-15,5-2 0 0,-6 4 7760 0,-1 2 1520 16,1 2 320-16,-1 2 48 0,-1 2-6416 0,0 4-1280 16,2 2-256-16,-1-2-48 0,1 1-1040 0,1 1-208 15,0-1-32-15,1 0-16 0,0-2-208 0,1 1-144 16,0-4 192-16,2-1-192 0,1-3 0 0,0-8 0 15,1 7 0-15,-1-7 0 0,0 0 0 0,0 0-224 16,0 0 16-16,0 0 0 16,0 0-192-16,7-4-48 0,0 0 0 0,-2-5 0 15,0-2 0-15,0 1-16 0,0-3 0 0,2-4 0 0,-2-1 96 0,2 0 32 16,0-2 0-16,1 0 0 0,1 1 176 0,1-1 160 0,-1 2-208 16,0 2 80-16,-1 3 128 0,-1 4 128 0,1 1-128 15,-1 3 176-15,-7 5 304 0,0 0 64 0,8 0 16 16,-8 0 0-16,7 5-16 0,1 2 0 0,-1 2 0 0,-1 2 0 15,-1 0-224-15,2 2-64 0,1 0 0 0,1 3 0 16,0-2-256-16,2 2 0 0,-4 0 0 0,4-2 0 16,0 0 0-16,3-1 0 0,-3 0 0 0,1-1-144 15,-2 0 144-15,0-2-128 0,-3-2 128 0,0-1-128 0,-2-1 0 0,-5-6 0 16,0 0 0-16,0 0 0 0,0 0 128 16,-1 7-128-16,-3-2 128 0,-3-1-128 15,-2 0 128-15,-2 0 0 0,-4-1 0 0,0 0 0 0,-4 1 0 16,-2-1 0-16,-1 1 0 0,-1 2-128 0,-2-5-160 0,3 2-32 15,-2 0 0-15,2 0 0 16,0 1-1280-16,2 0-256 16,2-1-48-16,4 0-16 0,5-2-2512 0,9-1-512 0</inkml:trace>
  <inkml:trace contextRef="#ctx0" brushRef="#br0" timeOffset="-210622.1">11272 7750 11055 0,'-7'-9'976'0,"7"9"-784"0,0 0-192 0,0 0 0 0,0 0 8768 0,0 0 1728 16,0 0 320-16,0 0 80 0,0 0-7488 0,-2 9-1488 15,-1 1-320-15,2 3-48 0,0 3-816 0,1 1-160 16,1 4-48-16,0 1 0 0,-1 1-368 0,3 1-160 16,1 2 128-16,0-5-128 0,0 2 288 0,1-1-32 15,0-2 0-15,0 0 0 0,-2-1-480 0,1-1-96 0,0-2-32 0,1-3 0 31,0-3-768-31,2-2-160 0,-1-1-16 0,-1-2-16 16,-5-5-1680-16,8 1-336 0,1-2-64 0,-1-2-16720 0</inkml:trace>
  <inkml:trace contextRef="#ctx0" brushRef="#br0" timeOffset="-210217.38">11494 7802 24879 0,'0'0'2208'0,"0"0"-1760"0,-8 0-448 0,0 1 0 0,1 2 5184 0,1 2 944 16,-2 2 192-16,2 0 32 15,-4 4-3616-15,0-1-736 0,-2 3-144 0,2 3-16 16,-1 0-880-16,2 2-160 0,1-1-32 0,3 2-16 0,0 1-400 0,1-2-80 16,2 0-16-16,2 1 0 0,0-1-256 0,3-1 0 15,3-1 0-15,3-3 0 0,0-3 0 0,1 0 0 16,2-3 0-16,2-3 0 0,1 0 0 0,2-2-224 16,0-2 32-16,1 0 16 0,1-2 32 0,2 1 0 15,0-6 0-15,1 0 0 16,0-3 144-16,-1-2-208 0,0 2 80 0,-1-1 128 15,-2-4-160-15,-1 0 160 0,0 1 0 0,-3-2-144 0,-1-2 144 0,0 1 0 16,-1 3 0-16,-2-3 0 0,-2 1 0 0,-2 3 0 16,-4 2 0-16,-1 1 0 0,-1 0 144 0,-1 4-144 15,1 6 192-15,-5-6-192 0,-3 2 256 0,0 2-64 0,-1 0-16 0,0 4 0 16,-1 3-176-16,-1 3 192 16,-1 2-192-16,1 2 192 0,0 1-192 0,2 1 0 0,0 1 0 15,2-1 128-15,2 3-128 0,3-1 0 0,0 1 0 0,4-2 0 16,0-3 0-16,5 1 0 0,2 0 0 0,3-1-176 15,2 0-80-15,3-5-32 0,1 0 0 16,3-3 0-16,1-2-800 16,2 0-144-16,0-2-48 0,1-2 0 0,1-3-1264 15,0 0-256-15,3-2-48 0,-3-2-17376 0</inkml:trace>
  <inkml:trace contextRef="#ctx0" brushRef="#br0" timeOffset="-210020.18">12303 7777 23951 0,'0'0'1056'0,"-6"-4"224"0,0 0-1024 0,1-1-256 15,1 4 0-15,4 1 0 0,0 0 6608 0,0 0 1264 16,0 0 256-16,0 0 64 0,0 0-5584 0,-4 8-1120 16,2 2-208-16,0 3-64 0,1 0-800 0,0 4-160 15,0 1-48-15,-1 2 0 0,1 0-208 0,1-1 128 16,1 2-128-16,1-1 0 0,0-1 0 0,1 2 0 16,-1-2 0-16,2 0 0 15,0-1-288-15,0-4-96 0,-1-1-32 0,-1-1 0 16,0-3-704-16,-2-1-144 0,0-8-16 0,0 0-16 15,0 0-2112-15,0 0-432 0,0 0-64 0</inkml:trace>
  <inkml:trace contextRef="#ctx0" brushRef="#br0" timeOffset="-209828.23">12110 7909 44863 0,'0'0'1984'0,"0"0"416"0,0 0-1920 15,0 0-480-15,0 0 0 0,8-4 0 0,-1 3 1792 0,-1-2 256 0,2 1 48 0,2 0 16 16,3 0-976-16,2 0-192 0,2 1-48 0,2 0 0 15,2-2-672-15,1 2-224 0,2-1 128 0,0 2-128 32,3 0-448-32,-1 0-160 0,0 0-32 0,0 0 0 0,-1 0-1552 0,-1 2-320 0,1-2-64 0,0 0-11744 15,-2-2-2336-15</inkml:trace>
  <inkml:trace contextRef="#ctx0" brushRef="#br0" timeOffset="-209403.73">12732 7854 12895 0,'0'0'1152'0,"0"0"-928"0,0 0-224 0,0 0 0 0,0 0 6544 16,0 0 1264-16,0 0 256 0,-3 7 64 0,0-1-4288 0,-1 3-832 15,-2 2-192-15,0-1-16 0,-2 3-1280 0,0 0-256 16,-1 0-48-16,1 3-16 0,1-2-640 0,-1 3-128 16,0 1-32-16,0-3 0 0,2 0-272 0,-1-1-128 15,1-1 128-15,0-2-128 0,2 1 0 0,2-5 0 16,-1-1 0-16,3-6 0 0,0 0 0 0,0 0-144 16,0 0 144-16,0 0-208 0,0 0-144 0,0 0-32 15,0 0 0-15,3-8 0 16,1-1-32-16,1-3-16 0,1-2 0 0,2-2 0 0,1-1 112 0,2 0 0 15,2-3 16-15,1-1 0 0,-1-3 48 0,3 1 16 16,-1-2 0-16,1 3 0 0,0 0 240 0,-1 3 0 16,0 5-160-16,-3 2 160 0,-3 1 208 0,-2 2 112 15,-1 3 32-15,-6 6 0 0,0 0 320 0,0 0 64 16,0 0 16-16,0 0 0 0,7 4-352 0,0 1-64 16,-3 3-16-16,0 3 0 0,0 0-192 0,1 1-128 15,0 1 128-15,0 2-128 0,2-1 0 0,1 0 0 0,1 1 0 0,3-1 0 16,-3 0 0-16,1 1 0 0,1-1 0 0,0 0 0 15,1-2 0-15,-2-2 0 0,-2 0 0 0,0-1 0 16,1 0 0-16,-2 0 0 0,-2-3-128 0,-5-6 128 16,3 7 0-16,-2 0-160 0,-1-7 160 0,0 0 0 15,-4 6-128-15,-1 1 128 0,-3-2 0 0,-2 0 0 16,-2-2-144-16,-1 1 144 0,-4-3 0 0,-1 1-144 0,-3 1-112 16,-3-3 0-16,-1 0-16 0,-2 0 0 15,-2 3-1584-15,2-1-304 0,1 1-64 0,2-1-13104 16,4 0-2624-16</inkml:trace>
  <inkml:trace contextRef="#ctx0" brushRef="#br0" timeOffset="-208703.16">13115 7820 6447 0,'0'0'576'0,"0"0"-576"15,0 0 0-15,2 9 0 0,-4 1 10368 0,4 1 1984 16,-1 2 384-16,-1 3 64 0,-1 2-9248 0,-1 2-1856 15,1 3-368-15,1 2-80 0,0 1-608 0,0 1-112 0,-1 2-16 0,-1 0-16 16,4-1-368-16,-1 0-128 0,2-2 0 0,-1 0 128 16,1-1-128-16,0 0 0 15,-1-1 0-15,-1-2 0 0,1-1 0 0,-2 0 0 0,0-5 0 0,-2-2 0 16,1-2 0-16,-1-2 0 0,-1-2 0 0,3-8 0 16,0 0 0-16,0 0 0 0,-7 4-160 0,7-4 160 15,-7-6-192-15,0-1 32 16,2-3 16-16,-2-1 0 0,1-3-176 0,-1-3-48 0,1-4 0 0,1-1 0 31,1-4-224-31,1-3-48 0,2-2-16 0,1 0 0 16,2-3-96-16,1 0-16 0,3 2 0 0,2-1 0 0,0 1 384 0,3 4 64 0,0-1 0 0,1 2 16 15,0 2 304-15,-1 4 0 0,1 1 0 0,0 5 0 16,0 2 208-16,-1 2 0 0,1 3 0 0,0 2 0 16,0 1 48-16,-1 3 0 0,2 1 0 0,0 1 0 15,-1 1-96-15,-1 2-16 0,-1 1 0 0,-1 0 0 0,2 0 16 0,-2 4 0 16,-4 1 0-16,1 2 0 0,1-1-16 15,-3 1 0-15,-3 1 0 0,-2 0 0 0,-2 2 48 0,-2 2 0 16,-3-1 0-16,0 1 0 0,-2 1 0 16,1-3 16-16,0 2 0 0,0-2 0 0,-1-1-80 0,3-1 0 15,-1 0-128-15,1-2 192 0,1-1-192 0,1 0 144 16,5-9-144-16,-4 7 128 0,1 1-128 0,3-8 128 16,0 0-128-16,0 0 128 0,0 0-128 0,0 0 0 15,0 0 0-15,0 0 0 0,7 5 0 0,2-5 128 16,1-3-128-16,2 0 128 0,1-3-128 0,4-2 128 15,2-1-128-15,0 0 128 0,-2-1-128 0,2-2 0 16,2-2 0-16,2-2 0 0,1-1 0 16,1 1 0-16,-2-2 0 15,-1 0 0-15,-2 0 0 0,-2 1 0 0,-2 0 128 0,-3 2-128 16,-3 2 0-16,-2 3 0 0,-1 1 0 0,-3 1 0 16,-4 8 0-16,0 0 0 0,-6-4 0 0,-2 4 128 0,-3 3 32 0,-4 3 0 15,-2 3 0-15,-1 4 0 0,-1-1-160 0,0 1 192 16,0 3-192-16,3 0 192 0,4 0-192 0,3 0 192 15,2 1-192-15,0 0 192 0,0-4-192 0,5-1 0 0,3 1 0 16,2-1 128-16,1-2-128 0,2 0 0 0,3 1-160 0,3-2 160 16,0-3-320-16,3 1 48 0,4-6 0 15,-1 1 0 1,1-1-544-16,2-1-96 0,0-3-32 0,1-1 0 16,1 0-1664-16,0-3-336 0,-1-2-64 0</inkml:trace>
  <inkml:trace contextRef="#ctx0" brushRef="#br0" timeOffset="-208335.78">13770 7335 12895 0,'0'0'1152'0,"-3"-6"-928"0,1-1-224 0,2 7 0 0,0 0 7456 0,0 0 1440 15,6-6 304-15,-1 1 48 0,-5 5-5744 0,0 0-1152 16,0 0-240-16,10 6-32 0,0 1-944 0,0 4-192 16,2 0-48-16,2 3 0 0,1 3-464 0,-1 4-112 15,0 1 0-15,2 4-16 0,1 3-112 0,1 1 0 16,1 1-16-16,0 0 0 0,-3-5-176 0,-1 3 160 16,1 2-160-16,0 3 160 0,-1 3-160 0,0 2 0 15,-4 1 0-15,0 2 112 0,-3 0-112 0,-3-1 0 16,-4 1 0-16,-2-1 0 0,-3-4 0 15,-1 0 0-15,-2 1 0 0,-2-4 0 0,-3-3 0 0,1-1 0 0,-1-1 0 0,0-2 0 16,0-1 0-16,-1-4 0 16,-1-1 0-16,-2-4 0 0,-3 3 0 0,2-5-240 0,1-3 80 15,1-2-17232-15,-2 0-3440 16</inkml:trace>
  <inkml:trace contextRef="#ctx0" brushRef="#br0" timeOffset="-207886">14654 7642 26719 0,'0'0'1184'0,"-7"-2"240"15,1 2-1136-15,6 0-288 0,0 0 0 0,0 0 0 0,0 0 6144 0,0 0 1184 0,0 0 224 0,0 0 64 16,8-2-5552-16,3 0-1104 0,5 0-208 0,2-1-48 16,2 2-480-16,2 0-96 0,1-1 0 0,1 1-128 15,-2 1-192-15,0 3-128 0,0-1-48 0,-1 1 0 31,-3-2-1472-31,-2 0-288 0,-3 3-64 0,-1 3-16 0,-2 2-2480 16,-4 1-496-16</inkml:trace>
  <inkml:trace contextRef="#ctx0" brushRef="#br0" timeOffset="-207727.8">14742 7785 6447 0,'-23'1'576'0,"13"1"-576"0,-1-1 0 0,1 3 0 16,-1-4 8064-16,2 1 1488 0,1-1 304 0,2 2 64 0,6-2-6176 0,0 0-1248 16,0 0-240-16,0 0-48 0,0 0-800 0,6-2-144 15,5 1-48-15,3-2 0 0,4 1-976 0,3-1-240 16,3 0 0-16,2 1 0 15,2-2-1472-15,4 0-320 0,2 1-48 0,2 0-13168 16,3 1-2640-16</inkml:trace>
  <inkml:trace contextRef="#ctx0" brushRef="#br0" timeOffset="-207393.04">15359 7557 39503 0,'0'0'1744'0,"-1"-5"368"15,1 5-1680-15,-3-5-432 0,3 5 0 0,-5-4 0 0,-2 1 2304 0,0 3 368 16,-2 3 80-16,-1 2 0 0,1 1-896 0,-2 5-192 15,-4 2-48-15,0 2 0 0,-2 4-832 0,0 0-160 16,-2 3-48-16,2 2 0 0,2 1-160 0,2 2-32 0,0 0-16 0,2-2 0 16,5 0-368-16,3 0-128 15,4-3 0-15,3 0 0 0,2-1 256 0,3-2 64 0,2-4 16 0,4 0 0 16,2-2-208-16,2-3 0 0,3-3 0 0,3-1 0 16,1-2-144-16,2-1 144 0,2-3-208 0,0-2 80 15,0-2 128-15,0-1-192 0,-2-3 192 0,0-1-192 16,-1-2 192-16,-2 1 0 0,-2-3-144 0,-1-3 144 15,-2-1-176-15,-3 0 48 0,-3-4 0 0,-1-1 0 16,-2-1 128-16,-2-1 0 0,-3 1 0 0,-2-3-128 0,-4 2 128 16,-2 1-128-16,-3-1 128 0,-2 2-128 15,-2 3 128-15,-3-1-128 0,-4 1 128 0,0 0-128 16,-4 6 128-16,-2-1-160 0,-3 2 160 0,0 3-160 16,-1 3-1024-16,0-1-208 15,0 4-32-15,1 3-16 0,1 3-2544 0,0 2-512 0</inkml:trace>
  <inkml:trace contextRef="#ctx0" brushRef="#br0" timeOffset="-207147.71">15419 7726 31327 0,'0'0'2784'15,"0"0"-2224"-15,0 0-560 0,0 0 0 0,0 0 4784 0,8 3 848 16,0 4 160-16,0 0 32 0,-1 2-3488 0,0 2-704 16,-1 2-144-16,2 4-16 0,0-1-960 0,0 2-176 15,1 1-32-15,0 1-16 0,-1-1-288 0,0-2 0 0,0-1 128 0,-1 0-128 16,1-2 0-16,0-1 0 0,1-1 0 0,0-2 0 31,-1-1-512-31,0 0-176 0,1-5-16 0,1 0-16 16,1-2-1904-16,-1-4-368 0,1 0-80 0,-3-4-18800 0</inkml:trace>
  <inkml:trace contextRef="#ctx0" brushRef="#br0" timeOffset="-206851.61">15568 7270 45375 0,'0'0'2016'0,"-4"-2"416"0,-3-2-1952 0,2 0-480 0,5 4 0 0,0 0 0 0,-8-3 1648 0,0 2 224 15,1 1 48-15,0 0 16 0,1 2-560 0,-1 2-112 16,1 2-32-16,-1-1 0 0,0 1-784 0,1 1-144 16,1-1-48-16,1 2 0 0,0 0-112 0,1-2-16 15,1 2-128-15,2-8 192 0,0 0-192 0,1 8 0 16,-1-8 128-16,5 7-128 0,-5-7 0 0,9 5 0 16,2 0 0-16,-1-2 0 0,2-5 0 0,0 1-128 15,1 0 128-15,0-2-208 0,-2-2 208 0,1 0 0 16,-1 1-160-16,-1-3 160 0,0-2-128 0,1 1 128 15,-2-1-160-15,-1 1 160 0,0 1-288 0,-2-1 32 16,-2 1 16-16,-1 1 0 16,-3 6-992-16,0 0-208 0,0 0-32 0,0 0-16 15,0 0-1712-15,0 0-320 0,-4 4-80 0</inkml:trace>
  <inkml:trace contextRef="#ctx0" brushRef="#br0" timeOffset="-206645.48">16094 7756 41471 0,'0'0'3680'0,"0"0"-2944"0,10-2-592 0,0-1-144 16,-1-2 3248-16,2 0 608 0,0-2 128 0,1 1 32 16,2 1-2736-16,2-1-528 0,0 0-112 0,1 1-32 0,-1-1-608 0,1 1 0 15,-1 0 0-15,1 0 0 16,0-2-1472-1,0 1-224-15,-3-2-32 0,2 3-14384 0,-2-1-2864 0</inkml:trace>
  <inkml:trace contextRef="#ctx0" brushRef="#br0" timeOffset="-206157.15">16549 7416 31327 0,'0'0'2784'0,"0"0"-2224"15,0 0-560-15,0 0 0 0,3 8 4656 0,0 1 816 16,-3 3 160-16,2-3 48 0,0 5-3184 0,-1 3-624 15,1 3-128-15,1 1-16 0,2 2-1152 0,-1 2-240 16,0-2-32-16,1 1-16 0,2 2-208 0,1-1-80 16,1-2 0-16,-1 2 0 0,-1-6 0 0,1 1 0 15,1 0 0-15,-1-5 0 0,-1 0 0 0,2-4 0 0,-1 1 0 0,-2-4 0 16,-1-2 0-16,1 0 0 16,-1-3 0-16,-1 0 0 0,-4-3 0 0,0 0 0 0,6-1 0 0,-1-3 0 15,1-1 0-15,0-3 0 0,1-1 0 0,-1-6 0 16,-2 1 0-16,1-3 0 0,1-2 0 0,0-1 0 15,-1 0 0-15,2 0 0 0,-1-3 0 0,2 1 0 16,-1 1 0-16,0-1 0 0,0 1 0 0,-2 7 0 16,-1 2 0-16,0 3 0 0,-1 1 0 0,-2 2 0 15,-1 6 0-15,0 0 0 0,0 0 0 0,0 0 0 0,3 8 0 16,-1 3 0-16,1 1 0 0,-1 4 0 16,0 1 0-16,-1 1 0 0,0 0 0 0,3 0 0 0,1 2 0 0,3 0 0 15,-1 0 0-15,3 0 0 16,3-3 0-16,-1-4 0 0,0 0 0 0,-1-1 0 15,4-3 0-15,-3-1 0 0,2-2 0 0,0-1 0 0,1-2 0 16,-1-2 0-16,-1-1 0 0,0-1 0 0,-1-2 0 0,-2-3 0 16,-1-1 0-16,0 0 0 0,-1-3 0 15,0 0 0-15,0-2 0 0,0-6 0 0,-1-2 0 0,0 1 0 16,0-3 0-16,-1 1 0 0,-1 0 0 16,-1 0 0-16,-3-1 0 0,-1 0 0 0,0-15-656 15,-2 23 320-15,-3-2 0 16,-2 3-1824-16,-1 2-352 0,-1-1-80 0</inkml:trace>
  <inkml:trace contextRef="#ctx0" brushRef="#br0" timeOffset="-205950.08">16369 7381 26719 0,'0'0'2368'0,"0"0"-1888"16,0 0-480-16,0 0 0 0,0 0 6272 0,10 0 1152 0,-1-4 224 0,2 1 48 15,1 1-5552-15,3-1-1120 0,1 1-208 0,4 0-48 16,1-2-480-16,1 2-96 0,0-1 0 0,3 1-16 16,1-1-176-16,1 0 0 0,2 1-160 0,0 2 160 15,1-2-1568-15,0 1-224 16,0-1-32-16,0-1-14112 0,1 0-2832 0</inkml:trace>
  <inkml:trace contextRef="#ctx0" brushRef="#br0" timeOffset="-205783.33">17192 7329 27647 0,'0'0'2448'0,"0"0"-1952"0,0 0-496 0,9-4 0 0,0 1 5168 0,1-1 928 16,-1 0 192-16,1 2 48 0,0-1-3760 0,2 1-736 15,0 0-160-15,1 1-16 0,0 0-1040 0,0-1-208 16,0 2-32-16,0 0-16 0,-1 0-368 0,-2 0 0 16,1 2 0-16,-2-1 0 15,0 0-832-15,-1-1-64 0,0 0-32 0,-2 2 0 16,-6-2-1744-16,0 0-336 0,0 0-80 0</inkml:trace>
  <inkml:trace contextRef="#ctx0" brushRef="#br0" timeOffset="-205413.88">17097 7007 28559 0,'0'0'1264'0,"0"0"272"0,-5-3-1232 0,5 3-304 0,0 0 0 0,-5 1 0 15,-2 1 5216-15,0 2 992 0,0 2 192 0,-2 1 32 0,-2-1-4000 0,3 1-816 16,0 1-144-16,1 1-48 0,0 1-848 0,1 1-160 16,0-1-32-16,4 2-16 0,0-6-240 0,2 2-128 15,0-1 160-15,2-1-160 0,2 1 0 0,1-1 128 16,1 2-128-16,2-3 0 0,1-1 0 0,0-1 0 15,2-3 0-15,1 0 0 0,3-2 0 16,1 0 0-16,0-2-160 0,-2 0 160 0,-1-1-128 0,0 0 128 16,-3-2-128-16,0-1 128 0,-3 0 0 15,-1 1-128-15,-5-1 128 0,0 1 0 0,1 1 0 16,-4-1 0-16,-2-1 0 0,-1 3 0 0,-1-1 0 16,-2-1 0-16,-1 1 0 0,-3-1 0 15,-1 1-672-15,0 0-96 0,-3 4-32 0,2-1-15904 16,-2 3-3200-16</inkml:trace>
  <inkml:trace contextRef="#ctx0" brushRef="#br0" timeOffset="-202280.17">11817 7411 11055 0,'3'-20'480'0,"-3"13"112"0,-3-5-464 0,2 1-128 0,-1 1 0 0,1 1 0 0,1 2 4864 0,-1-2 960 16,-2 1 192-16,0 3 48 0,3 5-2768 0,0 0-544 15,0 0-128-15,-6 1 0 0,-1 3-976 0,0 7-192 16,-4 3-48-16,-3 10 0 0,-2 6-576 0,-2 6-128 15,-3 6-32-15,-2 5 0 0,-6 6-96 0,-1 7 0 16,-3 5-16-16,-1 4 0 0,-2-2-112 0,-2 1-32 16,3-3 0-16,0-1 0 0,0-4-160 15,-1-3-48-15,2-1 0 0,2-4 0 0,1-2-80 0,2-4 0 16,2-3-128-16,-1-3 192 0,2-2-192 0,0-4 0 16,1-4 0-16,2-3 0 0,1-4-176 0,3 0-128 15,2-6-16-15,-2 3-16 16,6-7-1712-16,4-6-320 0,9-7-80 0,0 0-11856 15,0 0-2368-15</inkml:trace>
  <inkml:trace contextRef="#ctx0" brushRef="#br0" timeOffset="-201796.61">13423 7352 19343 0,'0'0'848'0,"3"-6"192"0,2 1-832 0,-5 5-208 0,0 0 0 16,0 0 0-16,0 0 4608 0,0 0 864 16,0 0 176-16,0 0 48 0,0 0-2720 0,0 0-544 0,0 0-96 0,0 11-32 15,-1 4-896-15,-5 4-192 16,-1 7-48-16,-4 7 0 0,-2 7-416 0,-3 6-96 0,-2-1-16 0,-5 8 0 15,-6 3-192-15,-2 4-32 16,-6 2-16-16,2 3 0 0,0-1 0 0,1-1 0 16,1-3 0-16,2-1 0 0,0-6-400 0,2 0 0 0,3 0 0 15,4-4 0-15,0-2 0 0,2-4 0 0,2-3 0 0,2 0 0 16,2-6 0-16,1-2-176 0,0-5 176 0,1-2-192 16,2-3-832-1,1-1-192-15,1-4-16 0,3-2-16 0,2-5-1888 16,4-1-384-16,4-1-80 0</inkml:trace>
  <inkml:trace contextRef="#ctx0" brushRef="#br0" timeOffset="-201084.82">17479 6931 40719 0,'0'0'1792'0,"0"0"384"0,-5 1-1728 0,5-1-448 0,-7 3 0 0,1 1 0 16,-1 1 1616-16,-1 3 240 0,-2 1 64 0,-3 7 0 0,-3 2-256 0,-5 4-32 15,-3 4-16-15,-5 6 0 0,-4 3-1024 0,1 5-208 16,-3 6-32-16,-2 7-16 0,-1 2 112 0,-2 4 32 16,-3 2 0-16,-2-2 0 0,1-2-224 0,0 2-32 15,-2 2-16-15,1-1 0 0,0-3-208 0,5-1 144 16,5-2-144-16,1-5 128 0,4-3-128 0,1-3 0 15,2-3 0-15,2-4 128 0,0-4-128 0,3-1 0 0,0-2 0 0,2-1 0 16,3-5-128-16,2-2-16 16,0-2 0-16,4-2 0 15,1-2-704-15,4-2-144 0,1-3-32 0,2-2 0 16,0-1-1712-16,3-7-336 0,0 0-80 0,10 0-17328 0</inkml:trace>
  <inkml:trace contextRef="#ctx1" brushRef="#br0">29648 18001 0,'205'270'0</inkml:trace>
  <inkml:trace contextRef="#ctx0" brushRef="#br0" timeOffset="-196821.04">7927 9672 40031 0,'0'0'1776'0,"0"0"352"0,0 0-1696 0,0 0-432 16,0 0 0-16,0 0 0 0,0 0 1968 0,0 0 304 0,0 0 64 0,0 0 16 15,0 0-688-15,1 10-128 0,0 3-16 0,2 4-16 16,-2-1-944-16,0-2-192 16,1 0-48-16,-1 2 0 0,0 4-64 0,1-2 0 15,-1 0-16-15,0 0 0 0,1 1-112 0,-1 3 0 0,1-1-128 0,1-6 192 16,0 1-192-16,-1-3 0 0,0-1 128 0,-1-6-128 16,-1-6 0-16,0 0 0 0,0 0 0 0,0 0 0 15,0 0 0-15,0 0 0 0,0 0 0 0,0 0 0 16,6-6 0-16,1-4-160 0,-1 0 160 0,0-2-128 0,-2-2 128 15,-1-2-128-15,1-1 128 0,2-1-128 16,-1-1 128-16,1-1-128 0,2-1 128 0,0 0-128 16,1 3 128-16,0-2-128 0,2 2 128 15,-1 3-128-15,2-1 128 0,0 3 0 0,-2 4-144 0,0 2 144 0,1 2 0 0,-1 2 0 16,1 2 0-16,-1 2 0 16,-1 3 0-16,2 2 0 0,-2 0 144 0,1 5-16 15,1-4-128-15,-1 4 192 0,-1 0-64 0,-2 3 0 0,-1-1-128 16,-1 0 128-16,1 1-128 0,-2 0 128 0,0 1-128 0,-2-1 128 15,1-1-128-15,-2 0 128 16,0 0-128-16,-1-1 0 0,0 0 128 0,0-6-128 0,0-6 0 0,0 0 144 16,0 0-144-16,0 0 0 0,0 0 0 0,0 0 0 15,0 0 0-15,0 0 0 0,0 0 0 0,0 0 0 16,0 0 0-16,3-6 0 0,1-4 0 0,1 0 0 16,0-3 0-16,2 0-144 0,2 0 144 0,1 0 0 15,1 0-144-15,2-2 144 0,0 1 0 0,0 1-144 16,0 3 144-16,0 2 0 0,0 1 0 0,-1 6-128 15,-3 1 128-15,0 1 0 0,-1 2 0 0,-2 2 0 0,1 2 0 16,-1 0 144-16,0 4-144 0,-1 1 160 0,0 2-160 16,0-1 160-16,0-1-160 0,2 1 0 0,-2 0 0 0,0 0 0 31,1-1-976-31,-1-2-176 0,0-3-48 0,-1-1 0 16,-4-6-2096-16,5 4-416 0,2 0-96 0</inkml:trace>
  <inkml:trace contextRef="#ctx0" brushRef="#br0" timeOffset="-196477.97">8451 9260 45503 0,'-12'-3'2016'0,"7"3"416"0,-2-1-1952 0,2-1-480 0,1 0 0 0,-1 0 0 0,-2 2 1472 0,2 2 208 15,5-2 48-15,0 0 0 0,-6 4-768 0,0 1-128 16,1 1-48-16,0 2 0 0,0 1-528 0,1 0-96 15,0 2-32-15,-1-1 0 0,1 1-128 0,1-2 128 16,1 0-128-16,0-1 128 0,2 0-128 0,2-1 0 16,-2-7 0-16,2 7 0 0,-2-7 0 0,5 5 0 15,2 0 0-15,1-2 0 0,0-2 0 0,1-1-192 16,0-1 64-16,1-2 128 0,-1 0-240 0,2 0 80 16,-1-4 16-16,1 2 0 0,-2 1 144 0,-1 0 0 15,-1-3 0-15,0 0-128 0,-2-1 128 0,-1 2 0 16,-1-1 0-16,-2 1 0 0,-1-2 0 0,0 0 0 15,-1 0 0-15,-1 2 0 0,1-1 0 0,-1 1 0 16,-2 0-192-16,1 2 64 16,3 4-880-16,-4-5-160 0,-1-1-48 0,1 2 0 15,4 4-2304-15,0 0-480 0,0 0-96 0</inkml:trace>
  <inkml:trace contextRef="#ctx0" brushRef="#br0" timeOffset="-196160.23">9104 9318 39743 0,'0'0'1760'0,"-4"-5"352"0,1-1-1680 0,1-1-432 15,-1 0 0-15,1 1 0 0,-2 1 2288 0,0 1 368 0,-2 0 80 0,6 4 16 0,-5-3-928 0,-1 3-176 16,-2 2-48-16,0 3 0 0,-2 3-832 0,-3 3-160 15,0 6-32-15,-2 4-16 0,-2 4-240 0,-1 5-64 16,-3 5 0-16,-1 4 0 0,1 3-96 0,2 2-32 16,-1 2 0-16,4-2 0 0,5-2-128 0,3-3 0 15,3 2 144-15,-1-2-48 0,3-2-96 0,1-1 0 16,4-2 0-16,1-4 0 0,4-2-416 0,2-3 32 16,2-3 0-16,0-2 0 15,2-5-656-15,0-2-128 0,2-1-32 0,2-5 0 16,0-3-1648-16,3-4-336 0,3-3-64 0,1-4-17104 0</inkml:trace>
  <inkml:trace contextRef="#ctx0" brushRef="#br0" timeOffset="-195711.46">9259 9394 39503 0,'-7'-12'1744'0,"7"12"368"15,0 0-1680-15,-3-5-432 0,3 5 0 0,0 0 0 0,0 0 2480 0,0 0 400 16,0 0 96-16,0 0 16 0,0 0-1136 0,-6 9-240 0,1 3-32 15,1 5-16-15,0 5-928 0,0 0-192 16,2 5-48-16,-1 3 0 0,1 2-144 0,0 2-48 0,1 0 0 0,1-2 0 16,1-1-208-16,2-2 144 15,-1-3-144-15,2-2 128 0,0-2-128 0,-1-1 0 0,0-3 0 0,-1-1 0 16,2-3 0-16,-1-2 0 0,-1-3 128 0,0 0-128 0,-2-9 0 16,0 0 0-16,0 0 0 0,0 0 0 0,0 0 0 0,0 0 0 15,0 0-128-15,0 0 128 0,0 0 0 0,3-8-176 16,1 1 176-16,2-5-128 0,-1 0 128 0,3-4-160 15,-1 1 160-15,4-2-160 0,1 0 160 0,1-3-160 16,0-1 160-16,-2 2-160 0,4-1 160 0,-1 3 0 16,0 2 0-16,1 2 0 0,-2 2 0 0,-1 3 0 15,-1 2 0-15,0 2 0 0,-2 3 0 0,-9 1 0 16,0 0 0-16,9 6 0 0,-1 6 272 0,-3 0-16 16,-1 2 0-16,-1 3 0 0,-2 1-96 0,-1 0-32 15,-1 1 0-15,-1-1 0 0,1 2-128 0,0-1 0 16,-2 2-192-16,2-1 192 0,-2-2 0 0,3 0 0 15,-1-2 0-15,0-2 0 0,1 0-144 0,0-2 144 16,0-3 0-16,0-1 0 16,1-1-640-16,-1-7 0 0,0 0-16 0,0 0 0 15,0 0-1744-15,10 0-352 0,2-3-64 0,2-1 0 0</inkml:trace>
  <inkml:trace contextRef="#ctx0" brushRef="#br0" timeOffset="-195362.85">9636 9880 45727 0,'0'0'2032'0,"0"0"400"0,0 0-1936 0,0 0-496 0,0 0 0 0,0 0 0 16,0 0 1776-16,0 0 256 0,0 0 48 0,0 0 16 16,0 0-768-16,6 0-160 0,3-2-16 0,1 2-16 0,-1-4-688 15,2 1-144-15,0 0-32 0,2 1 0 0,0 1-144 0,1-3-128 16,2 2 192-16,0 1-192 0,-1 0 160 0,1-1-160 16,-1 0 128-16,0 0-128 0,-2 4 0 0,-3 0 0 15,-1 0 0-15,-1 0 0 0,-8-2 0 0,0 0 0 16,4 7 0-16,-3-1 0 0,-2 1 0 0,-3 1 0 15,-1-1 0-15,-3 4 0 0,-2-1 0 0,-2 1 0 16,2-1 0-16,-2 2 128 0,-1 0-80 0,0-1-48 16,0 1 0-16,1 0 0 0,2-2-176 0,0 1-16 15,3-1-16-15,0 1 0 0,1-4 208 0,0 1 0 16,4 0 0-16,2-8 0 0,0 8 0 0,0-8 0 16,0 0 0-16,4 8 0 0,1-2 0 0,1-2 0 0,1-1 0 15,1-2 0-15,2 0 0 0,1-2 0 0,0-2 0 16,2 1 0-16,2-2-304 0,2 0-16 15,2 0 0-15,-2-1 0 16,-1-3-912-16,2 0-192 16,2 0-48-16,-1-2 0 0,3 0-2848 0,1-5-576 0</inkml:trace>
  <inkml:trace contextRef="#ctx0" brushRef="#br0" timeOffset="-195209.48">10241 9703 49471 0,'0'0'1088'0,"0"0"240"0,0-5 32 0,0 5 16 0,5-4-1104 0,1 0-272 0,1-1 0 0,1 2 0 16,0-2 1232-16,-1 1 192 0,4 0 48 0,1-3 0 0,-1 4-1008 0,4-3-192 16,0 1-32-16,2 0-16 15,2-2-1072-15,-3 1-224 0,1-1-32 0,2 1-14704 16,0-1-2928-16</inkml:trace>
  <inkml:trace contextRef="#ctx0" brushRef="#br0" timeOffset="-194760.98">10655 9162 45951 0,'0'0'2048'0,"0"0"400"0,0 0-1952 0,0 0-496 0,0 0 0 0,0 0 0 0,0 0 1840 0,-1 10 272 16,0 2 48-16,-1 2 16 0,1 2-976 0,0 2-192 15,-1 4-48-15,2 2 0 0,-1 2-512 0,1 4-128 16,0 1 0-16,1 4-16 0,1-1-112 0,-1 1 0 15,0 1-16-15,2-1 0 0,-2 0-128 0,2-1-48 16,-1-8 0-16,1 0 0 0,-2-2 0 0,2-4 0 16,-2-3 0-16,2-2 0 0,-2-2 0 0,1-1 0 15,0-3 0-15,-1-3 0 0,-1-6 0 0,0 0 0 16,0 0 0-16,0 0 0 0,0 0 0 0,0 0 0 16,0 0 0-16,0 0 0 0,6-9 0 0,-1-3 0 0,1-1 0 0,1-1 0 15,1-2 0-15,0-2 0 0,2-2-160 0,2 0 160 16,-1-1 0-16,1 0-128 0,0 1 128 0,-2 2 0 15,-1 2 0-15,1 2 0 0,-3 5 0 0,0 2-128 16,-2 1 128-16,-5 6 0 0,0 0 0 16,0 0 0-16,0 0 128 0,0 0-128 0,4 9 160 0,-1 0-32 15,-2 4-128-15,0 2 0 0,-1 0 0 0,0 3 0 0,2-1 0 16,-1 3 0-16,0-4 0 0,0 1 0 16,1 0 0-16,2-2 0 0,-2-1 0 15,1 0 0-15,1-3 0 0,0 1 0 0,0-2 0 0,1-2 0 16,0-1-1056-16,3-3-208 0,0-2-32 0,1 1-16 15,3 0-2976-15,-1-2-576 0</inkml:trace>
  <inkml:trace contextRef="#ctx0" brushRef="#br0" timeOffset="-194598.43">11084 9599 29487 0,'0'0'1296'0,"0"0"288"0,0 0-1264 0,0 0-320 0,0 0 0 0,0 0 0 0,3 7 5424 0,-2 0 1024 15,0 1 208-15,3 0 32 0,-2-1-4528 0,-1 4-912 16,0 2-176-16,1-1-48 0,0-1-656 0,1 1-144 15,-1 0-32-15,1-1 0 0,0 3-192 0,2-1 0 16,-1-3 0-16,1-2 0 16,0 1-816-16,0-1-96 0,2-2-32 0,-2 1 0 15,-5-7-1696-15,7 5-352 0,-2-2-64 0</inkml:trace>
  <inkml:trace contextRef="#ctx0" brushRef="#br0" timeOffset="-194269.43">11204 9009 50335 0,'0'0'2240'0,"0"0"448"0,0 0-2160 0,0 0-528 0,0 0 0 0,8 7 0 0,2-3 1088 0,1 2 128 16,-2 2 0-16,1 0 16 0,2 2-352 0,1-1-80 15,3 3-16-15,1 4 0 0,1 2-400 0,3 2-96 16,1-1-16-16,0 3 0 0,2-1-128 0,-2 3-16 15,0 4-128-15,-2 1 192 0,-1 5-128 0,-3-7-64 16,1 6 0-16,-2-2 0 0,-2 2 0 0,-4 3 0 16,1 1 0-16,-4 2 0 0,-3 1 0 0,-1-2 0 15,-3-1 0-15,-3-2 0 0,0 0 0 16,-4-2 0-16,-1 1 0 0,0-6 0 0,-1 2 0 0,-2-2 0 16,-1-5 0-16,0 0 0 0,0 0 0 0,1-2 0 15,0-5 0-15,-2 4 0 0,1-4 0 0,3-3-240 16,0-3 80-16,3-3-17232 15,1-2-3440-15</inkml:trace>
  <inkml:trace contextRef="#ctx0" brushRef="#br0" timeOffset="-193686.11">12230 9579 39615 0,'0'0'3520'0,"0"0"-2816"16,0 0-560-16,9-1-144 0,4-3 2960 0,-1 2 560 15,-3-4 128-15,0-1 0 0,2 2-2176 0,0 0-448 16,3 0-96-16,9 2-16 0,2-1-656 0,-2 3-256 0,-3 0 176 16,-2 1-176-16,-1-3 144 0,0 0-144 0,-1 1 128 0,-1 2-128 31,0-1-1792-31,-2-1-448 0,-2 1-96 0,0 1-13024 0,-1 0-2624 16</inkml:trace>
  <inkml:trace contextRef="#ctx0" brushRef="#br0" timeOffset="-193551.2">12337 9645 14735 0,'0'0'640'0,"-5"0"160"0,5 0-640 0,0 0-160 0,0 0 0 0,0 0 0 0,0 0 7296 0,0 0 1440 16,0 0 288-16,0 0 48 15,8 0-6384-15,2 0-1264 0,3 0-256 0,1 0-48 0,1-2-912 16,0 1-208-16,4-1 0 0,0 1 0 16,1-4-2176-16,1 3-448 0,1 0-96 0</inkml:trace>
  <inkml:trace contextRef="#ctx0" brushRef="#br0" timeOffset="-193090.88">13387 9353 11967 0,'3'-22'1072'0,"-3"14"-864"0,-1 2-208 0,0-2 0 0,0 3 8064 0,1 5 1584 16,-3-5 304-16,0 1 64 0,-2 0-6864 0,-1 0-1360 0,-2 1-288 0,-3 3-48 16,-2 0-336-16,-2 2-64 15,0 5-16-15,-2 3 0 0,-1 1-592 0,-3 2-112 0,-2 3-16 0,-2 1-16 16,0 5-48-16,-1 3-16 0,0 1 0 0,0 0 0 16,0 1-176-16,4 3-64 0,2 0 0 0,3 2 0 15,4-1 0-15,4-5 0 0,4 0 0 16,2-2 0-16,3-2 0 0,4-1 0 15,4-3 0-15,2-2 0 0,4-3 0 16,4-3 0-16,3-2 0 0,2-2 0 0,2 1 0 0,2-2 0 0,3-2 0 16,2-3-160-16,-1-3 160 0,1 0-128 0,1 0 128 0,-2-1-128 0,-1-4 128 0,0-1 0 15,0-2-144-15,-1 0 144 0,-3-3 0 0,-3-5-176 16,0-2 176-16,-4-1-128 0,-1 0 128 16,-2-2 0-16,-3-2 0 0,-1 0-128 0,-3 1 128 15,-2 1 0-15,-4-1 0 0,0 1 0 0,-3 0-128 0,-3 1 128 16,0 0-128-16,-4 3 128 0,-2-2-176 0,-2 3 176 0,-2-1-208 15,-1 4 80-15,-3 3-144 0,0 0-32 0,-1 2 0 0,0 3 0 32,-2 0-1184-32,1 4-240 0,-1 1-64 15,0 3 0-15,0 2-1968 0,-1 2-400 0,1 5-64 0</inkml:trace>
  <inkml:trace contextRef="#ctx0" brushRef="#br0" timeOffset="-192783.38">13263 9557 47343 0,'0'0'2096'0,"0"0"432"0,0 0-2016 0,0 0-512 0,0 0 0 0,0 0 0 0,0 0 1968 16,0 0 288-16,0 0 64 0,2 10 16 0,1 1-1184 0,0 2-224 15,2 2-48-15,-1 2-16 0,1 2-672 16,1-1-192-16,0 0 0 0,0 0 0 0,1-1 0 16,0 0 0-16,1-2 0 0,0-1 128 0,0-1-96 0,0 0-32 15,0-3 0-15,-1 1 0 0,0-2 0 0,2-1 0 16,-1-2 0-16,0 0-160 16,-8-6-960-16,8 3-192 0,-8-3-32 0,6 3-16 15,-6-3-1776-15,7-3-368 0,-1 1-64 0</inkml:trace>
  <inkml:trace contextRef="#ctx0" brushRef="#br0" timeOffset="-192434.74">13484 8955 30399 0,'-7'-11'2704'0,"4"7"-2160"0,-1 0-544 0,0-1 0 16,4 5 4400-16,0 0 768 15,-5-4 144-15,0 2 48 0,1 0-2784 0,4 2-544 16,-5 3-112-16,5-3-32 0,0 0-1040 0,-6 5-208 16,1 2-32-16,0-1-16 0,0 2-400 0,1 1-64 15,0 3-128-15,0-2 176 0,1-1-128 0,1 2-48 16,-1-1 0-16,1 1 0 0,2-2 0 0,0-3 0 0,0-6 0 0,0 0 0 0,3 8 0 0,-3-8 0 16,8 7 0-16,0-2 0 0,0-4 0 0,2 0 0 15,2-2 0-15,0 0 0 16,-3-3 0-16,1-1 0 0,-1 1 0 0,1-3 0 15,-1 1 0-15,-1-1 0 0,-2-1 0 0,-1 1 0 16,0-1 0-16,-1 0 0 0,-1 0 0 0,-2 2 0 0,-2 0 0 0,0 0 0 16,-2-1 0-16,0 1 0 0,-2-1 0 15,0 1 0-15,-1 1 0 0,-2 1 0 0,0 1-240 0,-1 2-32 16,0-3-16-16,1 1 0 16,0 1-1168-16,1 0-224 0,1 4-48 0</inkml:trace>
  <inkml:trace contextRef="#ctx0" brushRef="#br0" timeOffset="-187555.51">7944 10515 15663 0,'-17'-4'688'15,"11"3"144"-15,0 0-656 0,1-1-176 0,-2 2 0 0,5-2 0 0,2 2 4368 0,0 0 848 16,0 0 160-16,0 0 48 0,0 0-2352 0,0 0-448 16,0 0-112-16,0 0-16 0,0 0-960 0,0 0-192 15,0 0-32-15,6 6-16 0,2 2-272 0,-2 1-48 16,1 2-16-16,-1 0 0 0,1 4-240 0,-2 0-48 15,0 1-16-15,1 1 0 0,-3 0-272 0,3-2-48 16,-1 0-16-16,0-1 0 0,-1-1-128 0,0-2-48 16,0-2 0-16,-2-1 0 0,2-2-144 0,-4-6 0 15,0 0 144-15,0 0-144 0,7 5 0 0,-7-5 144 16,0 0-144-16,8-1 0 0,0-2 160 0,-1-2-160 16,1-3 128-16,0-2-128 0,-1-3 128 0,2-1-128 0,0-3 128 0,1-3-128 15,1-1 0-15,-1-2 128 0,3-2-128 16,0-2 0-16,-1-2 0 15,2-1 0-15,2-1 128 0,0 3-128 0,-2 0 0 0,0 1 0 0,1 3 0 0,-1-4 0 16,0 1 0-16,1 2 0 0,-2-1 0 0,0 4 0 16,-2 4 0-16,0-1 0 0,-2 5 0 0,-1 4 128 15,-3-1-272-15,-1 3-64 0,-4 8-16 0,0 0 0 32,2-5-512-32,-2 5-96 0,0 0-32 0,0 0 0 0,0 0-1712 15,0 0-352-15,8 1-64 0</inkml:trace>
  <inkml:trace contextRef="#ctx0" brushRef="#br0" timeOffset="-183716.67">14729 613 15423 0,'-7'-9'688'0,"0"4"144"0,-2 1-672 0,-3 0-160 0,-2 0 0 0,-4 2 0 0,-3-2 320 0,-3 1 16 15,0 1 16-15,-1 0 0 0,0 0-224 0,2-1-128 16,-4 2 128-16,3 1-128 0,-4 0 0 0,1 0 0 16,0 1 0-16,-2 0 0 0,0 2 0 0,2 1 128 15,1 0-128-15,-2 2 0 0,1-2 272 0,0 3-16 16,-2-1 0-16,2 3 0 0,-1 2 320 0,2 3 64 15,0 3 16-15,1 3 0 0,2 2 32 0,-1 0 0 16,2 1 0-16,1 5 0 0,0 3-112 0,3 7-32 16,0 4 0-16,2 6 0 0,2 4 96 0,0 3 0 15,1 3 16-15,1 4 0 0,1 2-128 0,1 6-16 16,-2 3-16-16,0 0 0 0,3 3-80 0,0-2-16 16,0 0 0-16,1-1 0 0,0-2-400 0,2-1 128 15,1-1-128-15,1-1 0 0,-1-6 0 0,2-2 128 0,0-1-128 16,1-5 0-16,-1-6 0 0,1 0 0 0,-1 0 0 0,0-2 0 15,-1 1 0-15,1-3 128 16,-1-2-128-16,0-3 0 0,1-5 0 0,0-3 0 0,1-2 0 0,1-4 0 16,2-3 128-16,0-1-128 0,0-2 128 0,1-2-128 15,-1-4 160-15,0-1-160 0,-1-12 192 0,3 9-192 16,-3-9 192-16,0 0-192 0,0 0 192 0,0 0-192 16,4 11 160-16,-4-11-160 0,0 0 128 0,8 7-128 15,-8-7 192-15,0 0-32 0,11 4-16 0,1 1 0 16,0-3-16-16,0-1 0 0,-1-1 0 0,5 0 0 15,1-1-128-15,1 1 160 0,2 0-160 0,1 0 160 16,0 0-160-16,1 0 0 0,0-2 144 0,1 2-144 0,1 0-144 16,2 0-112-16,3 2 0 0,3 0-9456 15,2 4-1872-15</inkml:trace>
  <inkml:trace contextRef="#ctx0" brushRef="#br0" timeOffset="-179860.82">10808 10532 7359 0,'-3'-8'656'0,"1"-1"-528"16,0-1-128-16,2-1 0 0,0 1 4480 0,3-1 848 15,-2 0 176-15,1 1 48 0,-1 1-2560 0,-1 2-512 16,2 0-112-16,-2 7 0 0,0 0-384 0,0 0-64 0,0 0 0 0,0 0-16 16,0 0-576-16,0 0-112 15,0 0-32-15,0 0 0 0,0 0-272 0,4 9-48 16,0 4-16-16,-2 2 0 0,0 3-400 0,1 3-64 16,-1 2-32-16,1 3 0 0,-2 4-160 0,2 3-16 0,-2-2-16 15,0 3 0-15,1-1-160 0,0-2 0 0,1-1 144 0,-2-4-144 16,1 1 0-16,-1-1 128 0,0-3-128 15,1-1 0-15,-1-1-128 0,0-1-112 0,-1-5-16 16,1 0 0-16,-1-2-912 16,0-2-192-16,0-5-48 0,0-6 0 0,0 0-1536 0,0 0-320 0,0 0-64 15</inkml:trace>
  <inkml:trace contextRef="#ctx0" brushRef="#br0" timeOffset="-179428.2">10810 10352 23951 0,'0'0'2128'0,"-6"3"-1696"16,-1-1-432-16,2 2 0 0,-1 1 3680 0,-1 3 656 16,1 3 128-16,-2 2 16 0,0 0-2752 0,0 4-544 15,0-3-112-15,2 3-32 0,-1-1-464 0,1-1-80 16,1 2-32-16,1-5 0 0,0-2-288 0,1 0-176 15,1-3 192-15,-2 0-192 0,4-7 272 0,0 0-48 16,0 0-16-16,0 0 0 0,0 0 80 0,0 0 16 0,-6 1 0 0,6-1 0 16,0 0 96-16,-4-4 32 15,2-2 0-15,-1-1 0 0,2-5-192 0,1 1-48 0,1-2 0 16,2 0 0-16,1-3-192 0,1 2 176 0,2-3-176 0,0 1 160 16,2-1-32-16,2 2 0 0,-1 1 0 15,2 3 0-15,0 0 128 0,0 2 32 0,-3 3 0 0,1-1 0 16,1 3 96-16,-2 2 32 0,0-1 0 15,-9 3 0-15,10 1 0 0,-2 3 0 0,1 1 0 0,0 2 0 16,0-1-112-16,1 2-32 0,-3 1 0 0,1 3 0 16,0-3-144-16,0 3-128 0,0 0 144 0,-1 0-144 15,1-1 0-15,-1 1 0 0,-1 0 0 0,1-2 0 16,-2-1-464 0,2 0-144-16,-1-1-32 0,1-1 0 0,0-1-1488 0,1-3-304 0,0 1-64 15</inkml:trace>
  <inkml:trace contextRef="#ctx0" brushRef="#br0" timeOffset="-175881.71">11155 11012 28559 0,'0'0'1264'0,"0"0"272"0,-7-2-1232 0,2 1-304 0,5 1 0 16,0 0 0-16,0 0 4240 0,0 0 800 16,0 0 144-16,0 0 48 0,0 0-3184 0,2 8-640 0,1 1-128 0,1 2-32 15,0 0-672-15,1 2-128 0,0-1-16 0,1 2-16 16,-1-1-16-16,-1 3 0 0,0 1 0 0,1-1 0 16,-1-2-80-16,0 0-32 0,-2-1 0 0,1 0 0 15,-1-5-80-15,1 0-16 0,-3-8 0 0,3 8 0 16,-1-2-16-16,-2-6-16 0,0 0 0 0,0 0 0 0,0 0-32 15,0 0 0-15,0 0 0 16,0 0 0-16,0 0 0 0,8-3 0 0,-1-5 0 0,-1-1 0 16,3-3-128-16,-1-3 160 0,1-1-160 0,2-4 160 0,0-2-160 0,4-2 0 15,-1-2 0-15,0-1 0 16,3-2 0-16,0 1 0 0,2-1 0 0,-1 3 0 0,0 2 0 0,-1 2 0 16,-1 1 0-16,-1 4 0 0,-3-1-192 0,1 1 48 15,-1 3 0-15,-3 2 0 16,0 2-496-16,0 2-80 0,-1 1-32 0,-3-1 0 15,0 2-912-15,1 2-176 0,-6 4-32 16,6-4-13296-16,-6 4-2640 0</inkml:trace>
  <inkml:trace contextRef="#ctx0" brushRef="#br0" timeOffset="-174894.23">12977 10475 7359 0,'0'0'656'0,"0"0"-528"15,0 0-128-15,0 0 0 0,0 0 6944 0,0 0 1360 16,0 0 272-16,0 0 48 0,0 0-5040 0,0 0-992 15,0 0-208-15,0 0-32 0,0 0-688 0,0 0-144 16,0 0-32-16,0 0 0 0,7 6-768 0,-1 3-144 16,1 2-48-16,-1 2 0 0,1-2-208 0,-1 4-64 15,0 0 0-15,-1 0 0 0,0-1-96 0,0 1-32 16,0-1 0-16,2-1 0 0,-2-1-128 0,2-3 192 16,-2 0-192-16,0-1 192 0,-5-8-16 0,5 6 0 15,-5-6 0-15,7 5 0 0,-7-5 0 0,0 0 0 0,0 0 0 0,6 3 0 16,2-3-48-16,0-1-128 0,0-2 192 0,1-2-64 15,0-3 112-15,3 0 16 16,1-3 0-16,2-4 0 0,2 1-256 0,2-4 0 16,0-2 0-16,1-2 0 0,1-2 144 0,-1 0-16 0,0-1 0 15,0 0 0-15,-1 0-128 0,1 3 0 0,-2 1 0 16,-1 3-176-16,0 4 176 0,-1 1 0 0,-2 0 0 0,-2 4 0 16,-2 1 0-16,-1 2-128 0,0 3 128 0,-1 0-128 15,0 2-112-15,-8 1-16 0,8-3 0 0,-8 3 0 16,8 0-832-16,-1 0-160 15,-7 0-32-15,9 0-16 0,1 0-1856 0,-1 3-368 0,0 1-80 0</inkml:trace>
  <inkml:trace contextRef="#ctx0" brushRef="#br0" timeOffset="-168286.6">9366 10567 33167 0,'0'0'2944'0,"0"0"-2352"0,0 0-464 15,0 0-128-15,0 0 2496 0,0 0 496 0,0 0 80 0,0 0 32 16,0 0-1808-16,0 0-352 0,0 0-80 0,0 0-16 15,3 11 240-15,0 2 64 0,1 2 0 0,2 5 0 16,-1 2-672-16,-1 4-128 0,0 3-32 0,-2 1 0 0,1-4-64 0,-1 1 0 16,1-1-16-16,0-1 0 0,-1 0-240 0,2-2 176 15,-3-2-176-15,1 1 160 0,-1-3-160 0,0-1 0 16,1-4 0-16,-2-1 0 16,0-1-512-16,1-2 32 15,0-3 0-15,-1-7 0 0,0 0-1056 0,0 0-192 16,0 0-64-16,0 0 0 0,0 0-1360 0,0 0-288 0,0 0-48 0</inkml:trace>
  <inkml:trace contextRef="#ctx0" brushRef="#br0" timeOffset="-167902.75">9444 10475 5519 0,'0'0'496'0,"-6"2"-496"0,-4 1 0 0,1 1 0 0,-1 1 8960 0,-1 2 1680 16,1 0 352-16,0 4 64 0,-1 2-8128 0,1 4-1632 15,-1-2-320-15,0 4-64 0,-2 2-16 0,1-1-16 16,3 1 0-16,0 1 0 0,-1-2-576 0,3-2-112 16,-1-2-32-16,3-2 0 0,-1-2-160 0,2-2 0 15,1-2 144-15,3-8-144 0,-3 7 0 0,3-7 0 0,0 0 0 0,0 0 0 16,0 0 0-16,0 0-320 0,0 0 64 0,0-7 16 16,1-2 48-16,2-1 0 0,-1-3 0 0,2-2 0 15,2-2 192-15,0-1-144 0,2 0 144 0,1-4-128 16,0 1 128-16,0 0 0 0,0 1-144 15,-1 2 144-15,-1 1 0 0,1 3 0 0,-1 3 0 16,0 2 128-16,-2 3 128 0,-1-1 0 0,-4 7 16 0,0 0 0 16,0 0 240-16,0 0 64 0,0 0 0 0,0 0 0 0,0 0-176 15,7 7-16-15,-1-1-16 0,1 3 0 0,-2 0-368 16,1 3 144-16,1-4-144 0,-2 2 0 0,2 1 0 16,0-1-144-16,1 1-16 0,0-3 0 15,0 1-1440-15,1 0-272 16,1 1-64-16,1-1-13120 0,-1 1-2624 0</inkml:trace>
  <inkml:trace contextRef="#ctx0" brushRef="#br0" timeOffset="-167421.35">9039 11399 11967 0,'-7'-18'528'0,"3"13"112"0,-1-2-512 0,-1-3-128 0,2-2 0 0,1 1 0 15,0 1 6448-15,2 1 1248 0,-2 1 256 0,1 2 48 16,2 6-4928-16,-3-4-1008 0,-2 1-192 0,5 3-32 0,0 0-752 0,0 0-128 16,0 0-48-16,0 0 0 0,-4 7-192 0,2 2-32 15,-1 2-16-15,-1 1 0 0,3 2-288 0,-1 3-48 16,0 0-16-16,-1 6 0 0,1-3-96 0,-1 5-32 15,2 3 0-15,-1 0 0 0,1 1-192 0,0 0 176 16,-1-2-176-16,1 0 160 0,0 1-160 0,0-1 0 16,1 0 0-16,-2 0 0 0,2-4 0 0,-1 0-176 15,0 0 16-15,-1-5 0 16,1 1-944-16,-2-2-192 0,0-2-48 0,0-2 0 16,-1-2-704-16,1 0-160 0,1 1-32 0,-2-6 0 15,4-6-1888-15,-7 5-384 0</inkml:trace>
  <inkml:trace contextRef="#ctx0" brushRef="#br0" timeOffset="-167141.41">8762 11705 29487 0,'0'0'2624'0,"0"0"-2112"16,0 0-512-16,0 0 0 0,0 0 4096 0,0 0 704 16,0 0 128-16,0 0 48 0,0 0-3136 0,0 0-624 0,8 3-128 15,0 0-32-15,-8-3-608 0,9-3-112 0,0 0-16 0,2-1-16 16,-2-1-304-16,2 0 160 0,3-1-160 0,-1-2 128 15,0 0-128-15,1 0 0 0,0 0 0 0,1 0 0 16,-1 1 0-16,-1 0 0 0,0 2 0 0,0 1 0 16,-1 3 0-16,0 1 0 0,-3 2 0 0,0 2 0 0,0 0 272 0,-1 4 32 15,0 1 0-15,-3 3 0 0,-1 2-80 0,0 2-16 16,-1-1 0-16,1 1 0 0,-2 0 16 0,-1 1 0 16,0-3 0-16,1 0 0 0,-1-2-224 0,2-2 0 15,-3-2 0-15,1-1 0 16,-1-7-784-16,0 0-208 0,0 0-32 0,0 0-16 15,0 0-2448-15,0 0-480 0,5-2-112 0</inkml:trace>
  <inkml:trace contextRef="#ctx0" brushRef="#br0" timeOffset="-167007.77">9146 11492 23039 0,'0'0'2048'15,"0"0"-1648"-15,-4 1-400 0,4-1 0 0,0 0 3552 0,0 0 624 16,0 0 128-16,0 0 32 15,0 0-3936-15,0 0-784 0,0 0-144 0,0 0-48 16,6 8-3392-16,-1-1-672 0</inkml:trace>
  <inkml:trace contextRef="#ctx0" brushRef="#br0" timeOffset="-166267.4">9207 11558 13823 0,'0'0'608'0,"0"0"128"0,0 0-592 0,4 7-144 0,0 0 0 16,0 3 0-16,-2 0 6416 0,1 0 1264 0,-1-1 240 16,1 1 48-16,0 1-4384 0,-1 2-864 0,1 0-176 15,-1 3-48-15,1-3-1104 0,0 0-240 0,-2-1-32 0,2 0-16 16,-1-1-576-16,1 1-112 0,-2-4-32 0,0 0 0 15,-2 1-240-15,2-1-144 0,-1-8 160 0,0 0-160 16,0 0 128-16,0 0-128 0,0 0 0 0,0 0 144 16,0 0-144-16,0 0 0 0,0 0 0 0,0 0 0 15,0 0 0-15,0 0-176 0,3-8 176 0,-2 0-192 16,1 0 48-16,-1-1 0 0,0-7 0 0,2 2 0 16,-1-2-48-16,2 2-16 0,2-4 0 0,0 1 0 15,-1 0-32-15,2 1 0 0,-1 2 0 0,1 4 0 0,-2-2 16 16,0 4 0-16,-5 8 0 0,0 0 0 0,5-4 48 15,-5 4 16-15,0 0 0 0,0 0 0 0,0 0 160 0,0 0 0 16,7 7 0-16,-3 2 0 0,0 0 0 16,0 3 0-16,0-3 0 0,1 1 0 0,0 1 0 0,0 2 0 15,2-3 0-15,-1 3 0 0,1-2 0 0,1 0 0 16,-1 1 0-16,4-2 0 0,1 1-128 0,1-2 0 16,1 0 0-16,2-2 0 15,-2-5-544-15,3 2-96 0,0-3-32 0,1 2 0 16,2-3-288-16,-2-1-48 15,-1-2-16-15,0-2 0 0,-3 0 608 0,-1-2 112 0,0 1 32 0,0-2 0 0,-1-1 240 0,0 0 160 16,-4-1-192-16,-3 0 192 0,-1 0 0 0,0-3 0 0,0 2 192 16,-3-1-48-16,-2-1 176 0,-1 2 16 15,0-1 16-15,-2 1 0 0,-1 2-16 0,-2 3 0 16,-1 1 0-16,-2 1 0 0,-1 2 192 0,0 4 48 16,-2 0 0-16,-2 5 0 0,-2 2-32 0,2 1 0 15,-1 2 0-15,0 2 0 0,1 3-176 0,0 2-48 0,4-1 0 16,0 0 0-16,3 0-96 0,2-2-32 0,2-2 0 0,3-1 0 15,1-1-192-15,4-3 0 0,1-1-192 16,3-1 192 0,2-5-576-16,0 2-16 0,2-4 0 0,3 0 0 0,-1-5-48 15,1-2 0-15,1 0 0 0,0-3 0 0,1 0 192 16,-2-3 48-16,-2-1 0 0,0 1 0 0,3-6-80 0,-3 2-16 0,-2-1 0 0,-1-1 0 0,-1-4 96 0,-1 3 16 16,0-5 0-16,-2 0 0 15,0-1 256-15,-3-1 128 0,1 1-128 0,-1-3 128 0,0 3 0 16,-2 1 304-16,0 2-48 0,-1-1-16 0,-1 4 416 0,-2 4 96 15,1 0 16-15,2 3 0 16,-4 4 96-16,2 2 32 0,2 7 0 0,0 0 0 0,0 0-64 16,0 0 0-16,0 0 0 0,-3 8 0 0,0 2-384 0,2 5-96 15,-1 2-16-15,1 1 0 16,0 5-112-16,1 1-32 0,0 3 0 0,0 2 0 0,1 1-16 0,2-1-16 16,-1-1 0-16,2 1 0 0,0-4-160 0,0 0 0 15,0-5 0-15,1 3 0 16,0-5-640-16,0 0-144 0,2-4-48 15,-2-1 0-15,0-1-2368 0,3-1-496 0</inkml:trace>
  <inkml:trace contextRef="#ctx0" brushRef="#br0" timeOffset="-157783.14">14868 9451 37951 0,'-16'2'1680'0,"8"-2"352"0,-2 0-1632 16,-2 0-400-16,0 0 0 0,2 0 0 0,-1 0 1312 0,2 0 176 15,1 0 48-15,1 1 0 0,7-1 736 0,0 0 160 16,0 0 16-16,0 0 16 0,0 0-1184 0,0 0-224 15,0 0-48-15,0 0-16 0,7 2-576 0,5 1-112 16,4-2-32-16,3 1 0 0,5-1-144 0,3 0-128 16,2-1 192-16,1 0-192 0,1 0 128 0,2 0-128 15,1 0 0-15,1 0 0 0,0-1 0 0,2 1 0 16,-1-1 0-16,-1-2 0 0,0 0 0 0,2 1 0 16,-1-2 0-16,0-1-144 15,-1 1-1200-15,-1 0-224 0,-2 0-48 0,0 0-16 16,-4 0-1696-16,0-1-352 0,-2 1-64 0,-1 1-15264 0</inkml:trace>
  <inkml:trace contextRef="#ctx0" brushRef="#br0" timeOffset="-157526.72">15602 9360 11967 0,'-17'-7'1072'0,"9"6"-864"0,-1-1-208 0,0 0 0 15,1 1 6896-15,0 1 1328 0,1 0 272 0,2 0 48 16,5 0-5280-16,0 0-1072 0,0 0-208 0,0 0-32 16,0 0-608-16,0 0-128 0,0 0-32 0,0 0 0 15,0 0-768-15,8 6-160 0,0 0-16 0,2-1-16 16,1 1-224-16,-1-2 144 0,2 2-144 0,0-1 128 15,1-1-128-15,1 0 0 0,0-1 0 0,1 3 0 16,-2-1 0-16,1-1 0 0,0 0 0 0,-1 1 0 16,-1 0 0-16,-1 0 0 0,-2-1 0 0,-1 2 0 15,-2-1 0-15,1 0 0 0,-2 0 128 0,-5-5-128 0,0 8 0 16,-3 2 160-16,1-2-160 0,-5 1 160 0,-1-1 32 16,-2 1 16-16,-1 0 0 0,0 2 0 15,-2-1-208-15,-2 1 128 0,0 0-128 0,-1-1 0 16,0-1-1440-1,2-1-384-15,2-1-80 0</inkml:trace>
  <inkml:trace contextRef="#ctx0" brushRef="#br0" timeOffset="-156940.35">16888 9084 28559 0,'0'0'1264'0,"0"0"272"0,-2-4-1232 16,2 4-304-16,0 0 0 0,1-8 0 0,-2 0 4544 0,-2 0 832 0,3 8 192 0,-5-6 16 0,-2-1-3328 0,1 2-656 15,-2 2-144-15,-1 1-32 0,-1-1-672 0,-2 2-144 16,-1 1-32-16,0 1 0 0,-3 2-368 0,-1 2-80 16,-1 3 0-16,-2-2-128 0,1 2 144 0,-2 1-144 15,0 0 0-15,-1 2 144 0,0 2-144 0,1-3 0 16,0 3 0-16,4-2 0 0,3-1 0 0,3-1 0 15,2 0 128-15,4 2-128 0,2-5 0 0,3 3 0 16,3 1 0-16,2-3 0 0,2 1 0 0,2 0 0 16,3-1 0-16,2-1 128 0,3 1-128 0,1-1 0 15,2-1 144-15,0 1-144 0,1-1 0 0,1 1 128 16,1-2-128-16,-2 1 0 0,-2 2 0 0,1-2 0 16,-2 2 0-16,0 1 0 0,-2-2 0 0,-2 2 0 15,-2 0 0-15,-2-2 128 0,-2 1-128 0,-3-1 0 16,-5-6 0-16,0 9 128 0,-2-1-128 0,-2 1 128 0,-4-1-128 0,-2 0 128 15,-3 2-128-15,-3-2 128 16,-2 1-128-16,-3 2 128 0,-3-2-128 0,-3 1 0 16,-3 2 0-16,-1-2 0 0,-2-2 0 0,0 1-160 15,2-2 16-15,2-2 0 16,3 0-1008-16,4-1-192 0,3-1-32 0,4-2-16 16,5-1-2400-16,5-4-496 0,5 4-80 0</inkml:trace>
  <inkml:trace contextRef="#ctx0" brushRef="#br0" timeOffset="-156729.73">16997 9061 16575 0,'15'-6'1472'0,"-15"6"-1168"0,0 0-304 0,7-3 0 0,-1 1 5504 16,-6 2 1024-16,0 0 224 0,0 0 32 15,0 0-3056-15,0 0-608 0,0 0-128 0,0 0-32 16,7 9-1296-16,-3-1-272 0,-2 3-48 0,0 4-16 0,-1 3-880 0,-1 3-160 16,0 0-32-16,1 1-16 0,-1 1-240 0,0 1 144 15,0 3-144-15,0 2 128 0,-1-3-128 0,0 1 0 16,1 2 0-16,1-2 0 0,-1-1-144 0,0-2-16 15,-1-3 0-15,-1 1 0 16,1-6-736-16,1 1-160 0,-1-3-32 0,-1-2 0 16,1-5-880-16,1-7-176 0,-1 7-32 0,1-7-12224 15,0 0-2448-15</inkml:trace>
  <inkml:trace contextRef="#ctx0" brushRef="#br0" timeOffset="-156296.77">16920 9305 23951 0,'0'0'2128'0,"0"0"-1696"15,0 0-432-15,0 0 0 0,0 0 5248 0,0 0 976 16,7 2 192-16,3-1 48 0,-3 0-4144 0,4 0-816 16,1 1-160-16,2-2-48 0,3-2-160 0,2 0-48 15,2-1 0-15,3 1 0 0,2-2-704 0,-1 0-128 0,1 0-48 0,1-3 0 16,0 1-80-16,1-1-128 0,-2 1 176 0,-3 1-176 16,-2-1 0-16,-1 2 0 0,-3 4 0 0,-3 0 0 15,-4 0 0-15,-2 4 0 0,-8-4 0 0,3 7 0 16,-3 5 128-16,-4 2-128 0,-3 2 0 0,0 3 0 15,-2 2 208-15,-3 2-64 0,0 0-16 0,0-2 0 16,1 1-128-16,1-4 128 0,3-1-128 0,0-1 128 0,1-2-128 0,2-2 0 16,1-2 0-16,2-2 0 0,1-8 0 0,0 0-176 15,0 0 48-15,0 0 0 0,8 0-64 0,1-3 0 16,0-1 0-16,0-2 0 0,0-3 192 16,2-3-128-16,-1-1 128 0,2-5-128 0,-1-1 128 0,1-1 0 15,-1 0 0-15,-1 0 0 0,2 1 0 0,-2 2 0 16,1 1 0-16,-2 3 0 0,-1 3 0 0,-2 2 0 15,-5 3 0-15,-1 5-128 0,0 0 128 0,0 0 0 16,0 0 128-16,4 8-128 0,0-1 160 0,0 4-32 16,0 2-128-16,0 0 192 0,0 4-192 0,1-3 0 15,0 2 0-15,2 0 0 16,1 0-624-16,1-1-112 0,0-1-32 0,0-2 0 16,0-2-1280-16,2-1-272 0,-1-5-48 0,2 0-16 15,-2-1-2656-15,2-3-528 0,13-3-96 0,-4-5-32 0</inkml:trace>
  <inkml:trace contextRef="#ctx0" brushRef="#br0" timeOffset="-155914.23">17801 9125 15663 0,'-1'-6'1392'0,"-1"-1"-1120"15,2-1-272-15,0 1 0 0,2-1 6576 0,-2 8 1248 16,1-5 256-16,-1 5 48 0,0 0-4720 0,0 0-944 0,0 0-192 0,0 0-32 16,0 0-1008-16,-4 7-192 0,3 4-32 0,-2 2-16 15,1 4-656-15,-1-2-128 16,0 6-16-16,1-1-16 0,-1 1-176 0,0 2 128 0,1 2-128 0,1 0 128 15,-1-2-128-15,2 1 0 0,2-2 0 0,0 0 0 16,2-2-128-16,1-3-64 0,2-3-16 0,1-1 0 16,-1 0-112-16,3-5 0 0,0-2-16 0,0-1 0 15,1-1-64-15,1-2-16 0,1-4 0 0,0 0 0 0,0-2 128 16,0-3 32-16,1 0 0 0,0-3 0 0,-1-3 256 0,1 2 0 16,-1-4 0-16,0 1 0 0,-2-2 0 15,0 1 0-15,-2-1 0 0,-1 0 144 0,-2 3 32 16,-2 3 0-16,-1 3 0 0,-5 1 0 0,2 6 240 0,0 0 48 15,-6-4 16-15,-2 4 0 0,0 1-64 0,0 3-16 16,2 1 0-16,-1 3 0 0,1 0-272 0,1 1-128 16,-1 3 128-16,1-3-128 0,1 3 0 0,3 1 0 15,2 0 0-15,1 0 0 0,0-3 0 16,2 1-224-16,1-2 80 0,2 0 16 16,1-1-576-16,1-2-128 0,1 0 0 0,1-4-16 15,-1-1-896-15,1-1-176 0,-1-1-48 0,-1-1-12752 16,0 0-2560-16</inkml:trace>
  <inkml:trace contextRef="#ctx0" brushRef="#br0" timeOffset="-155718.64">17628 9202 15663 0,'-8'-4'1392'0,"8"4"-1120"0,0 0-272 0,0 0 0 15,0 0 7360-15,0 0 1408 0,0 0 272 0,0 0 64 16,9 0-6528-16,3 0-1296 0,3 0-272 0,5 0-48 15,2 0-544-15,3-2-96 16,3 0-32-16,2 1 0 0,0-2-288 0,3 1 0 0,2-2 0 0,3 0 0 31,2 0-2160-31,2 0-336 0,2 0-64 0</inkml:trace>
  <inkml:trace contextRef="#ctx0" brushRef="#br0" timeOffset="-155467.86">18658 8936 29487 0,'0'0'2624'0,"0"0"-2112"0,0 0-512 0,0 0 0 0,0 0 4992 0,0 0 896 15,0 0 192-15,0 0 16 0,0 0-3904 0,0 11-784 16,-3 0-144-16,0 5-48 0,-1 2-384 0,0 3-64 16,1 4-32-16,-1 2 0 0,0 3-544 0,1-2-192 15,1 0 0-15,0 0 144 0,1-2-144 0,1 0 0 16,1 0 0-16,2 1 0 0,-3-4 0 0,1-1 0 15,0-1 0-15,1-1 0 0,-1 0-256 0,3-3 80 16,-3-1 16-16,1-2 0 16,-1-1-992-16,1-3-208 0,0 3-48 0,0-6 0 15,-2-7-2704-15,4 6-560 0</inkml:trace>
  <inkml:trace contextRef="#ctx0" brushRef="#br0" timeOffset="-155179.33">19153 9009 26719 0,'0'0'2368'0,"0"0"-1888"15,0 0-480-15,0 0 0 0,0 0 6336 0,0 0 1152 16,0 0 256-16,0 0 32 0,0 0-5552 0,0 0-1120 16,0 0-208-16,0 0-64 0,-1 8-576 0,1-8-128 15,-2 8-128-15,2 0 176 16,2 1-976-16,-2-3-192 0,0-6-32 0,1 11-15568 16,0-3-3120-16</inkml:trace>
  <inkml:trace contextRef="#ctx0" brushRef="#br0" timeOffset="-155026.08">19146 9278 29487 0,'0'0'1296'0,"0"0"288"0,-4 4-1264 0,4-4-320 0,-1 10 0 0,0-2 0 0,0-1 5456 0,1-7 1040 15,-2 6 208-15,2-6 32 0,0 0-4448 0,0 0-896 16,0 0-176-16,0 0-48 0,3 8-832 0,-1-2-160 16,-2-6-48-16,0 0 0 15,0 0-608-15,7 4-128 0,-7-4-32 0,8 4-16288 16,0 0-3264-16</inkml:trace>
  <inkml:trace contextRef="#ctx0" brushRef="#br0" timeOffset="-154365.77">19970 9016 34095 0,'0'0'3024'0,"0"0"-2416"0,0 0-480 0,0 0-128 0,0 0 3072 0,0 0 608 16,0 0 112-16,0 0 32 0,-4 1-2032 0,2 4-384 15,2-5-96-15,4 15-16 0,1 4-528 0,1 5-96 16,0 2-32-16,0 1 0 0,1 2-192 0,-1-1-64 16,1 1 0-16,-1 1 0 0,-1 0-144 0,1-2-48 15,0-1 0-15,-1-4 0 0,-1 0-192 0,-1-3 128 16,0-4-128-16,-2-2 0 15,0-1-272-15,0-3-160 0,1-4-16 0,-2 1-16 16,0-7-896-16,0 0-176 0,0 0-48 0,0 0 0 16,0 0-2560-16,-3-11-512 0</inkml:trace>
  <inkml:trace contextRef="#ctx0" brushRef="#br0" timeOffset="-154097.47">19871 8938 29487 0,'0'0'1296'0,"0"0"288"0,-2-7-1264 0,2 7-320 0,1-5 0 0,3 0 0 15,1-1 4992-15,3 1 928 0,1 1 192 0,3-1 32 16,1 1-4096-16,2 2-816 0,4 0-160 0,0-2-48 16,3 2-688-16,2-1-144 0,1 2-16 0,1 1-16 15,-1 0-160-15,1 0 0 0,1 1 0 0,0 2 128 16,-1-3-128-16,-1 2 0 0,-3 2 0 0,-1 3 128 16,-3 1-128-16,-2-2 0 0,-3 3 0 0,-4 0 0 15,0 2 0-15,-3-2 0 0,-4 3 0 0,0 1 0 0,-5 0 0 0,-1 1 0 16,-4 2 0-16,-1-1 0 15,-3 2 0-15,-2-1 128 0,-2 1-128 0,-1 0 0 0,-1 1 0 0,0 0 0 16,1-3 0-16,0 0 0 16,1 0-1232-16,1 0-176 0,0-2-48 0,4 0 0 15,1 0-3104-15,4-1-624 0</inkml:trace>
  <inkml:trace contextRef="#ctx0" brushRef="#br0" timeOffset="-153915.23">20389 9230 20271 0,'0'0'896'0,"0"0"192"0,0 0-880 0,0 0-208 16,2 7 0-16,1 1 0 0,0 1 7104 0,-1 0 1360 16,-2 2 288-16,0 1 48 0,-2-1-6016 0,0 0-1200 15,1 2-240-15,0 0-64 0,-1 0-896 0,2 0-192 16,-1 1-48-16,0-2 0 0,0-2-144 0,1 1 0 16,-2-2 0-16,2-1 0 15,0 0-1712-15,0 0-320 0,0-8-64 0,0 0-13536 16,4 6-2720-16</inkml:trace>
  <inkml:trace contextRef="#ctx0" brushRef="#br0" timeOffset="-153715.04">20733 9115 45151 0,'0'0'4016'0,"0"0"-3216"0,0 0-640 0,0 0-160 15,0 0 2416-15,7-3 448 0,-7 3 80 0,7-2 32 16,1 0-1696-16,1 1-352 0,2 0-64 0,0 1-16 0,1-2-656 0,0 2-192 15,0 2 0-15,1-1 96 0,-2-1-224 0,4 1-32 16,-1 1 0-16,-1-1 0 16,-1 0-992-16,-2 1-192 0,-1-1-32 0,-9-1-16 15,7 5-2160-15,-2 2-432 0,-1-1-96 0</inkml:trace>
  <inkml:trace contextRef="#ctx0" brushRef="#br0" timeOffset="-153562.89">20677 9292 18431 0,'0'0'816'0,"0"0"160"0,0 0-784 0,0 0-192 0,0 0 0 0,0 0 0 0,8-5 6512 0,2 0 1248 16,2 1 256-16,2-1 48 0,2-1-6016 0,3 2-1200 15,2 1-240-15,3-3-48 0,1 1-704 0,-1-3-144 16,4-1-32-16,-1 1-14144 16,2 2-2816-16</inkml:trace>
  <inkml:trace contextRef="#ctx0" brushRef="#br0" timeOffset="-153227.56">21260 8931 31327 0,'0'0'2784'0,"0"0"-2224"0,0 0-560 0,0 0 0 15,-2 8 3904-15,0 1 656 0,-2 1 144 0,-1 5 32 16,-1-1-2368-16,1 4-448 0,-1 3-112 0,-1 3-16 16,1 0-944-16,-1 4-192 0,1-1-32 0,0 1-16 15,3-2-272-15,0 0-48 0,2-1-16 0,2-1 0 0,3 0-272 0,1-1 0 16,0-1 0-16,3-5 0 15,1-1 0-15,3-2-256 0,1-1 80 0,1 0 16 0,1-6-80 0,0-1-16 16,1 0 0-16,1-4 0 0,1-2-64 0,0-1 0 16,-1-2-16-16,-1-1 0 0,1-2 128 0,0-3 16 15,-1 1 16-15,-2-2 0 0,0-2 176 0,-1-3 0 16,-1 0 0-16,0-1 0 0,-2 1 0 0,-1-1 0 16,-1-2 0-16,-3 2-128 0,-1 3 128 0,-1 0 0 15,-3 0 0-15,-3 1 128 0,-2 4 16 16,-1 3 16-16,-2 2 0 0,-4 2 0 0,0 0 80 15,-2 2 16-15,-2 3 0 0,2 3 0 0,0 0-256 16,-2 4 0-16,0-2 0 0,2 1 0 16,2 1-240-16,2-1-144 0,1-1-16 0,2 2-16 15,3 2-2016-15,2-1-384 0,0-1-96 0</inkml:trace>
  <inkml:trace contextRef="#ctx0" brushRef="#br0" timeOffset="-152715.22">21810 9381 49471 0,'0'0'2192'0,"0"0"448"0,0 0-2112 0,0 0-528 0,0 0 0 0,0 0 0 15,0 0 1248-15,0 0 144 0,0 0 16 0,0 0 16 16,-4-4-336-16,1 0-80 0,-1 1-16 0,2-2 0 16,-2-1-608-16,1 0-128 0,1 0-32 0,-2-2 0 15,1-4-160-15,1 2-64 0,-2-2 0 0,1-1 0 16,-1-1 0-16,0-2 0 0,0-1 0 0,-1-2 0 0,-3-2 0 0,2-5 0 15,-1 1 0-15,1-1 0 16,1 0 0-16,-1 0 0 0,1 2 0 16,1 3 0-16,0 2 0 0,2 3 0 0,-2 5 0 15,1 0 0-15,2 3 0 0,0 3 0 0,1 5 0 0,0 0-160 0,0 0 160 0,0 0 0 16,0 0 0-16,3 12 0 0,3 1 0 16,0 0 0-16,1 0 0 0,1 1 128 0,2 1-96 15,3-1-32-15,1-1 0 0,3 1 0 0,0-6 0 0,3 1-160 16,-1-2 160-16,1-2-192 0,-2-1 192 0,-1-2-208 15,1-2 80-15,-1-1 128 0,0-4-160 0,-1-2 160 16,-2 0 0-16,-1-1-144 0,0-1 144 0,-1-2 0 16,0-2-144-16,-2-1 144 0,-1 1 0 0,0-3 0 15,1 1 0-15,-1 0 0 0,-1 1 0 0,-1 1 0 16,-1 0 0-16,-1 4 0 0,0 1 0 0,-5 8 0 16,0 0 0-16,0 0 0 0,0 0 144 0,0 0 48 15,0 0 16-15,0 0 0 0,0 12-208 0,1 2 176 0,1 2-176 16,-2 3 160-16,0 1-112 0,1 1-48 15,0-1 0-15,2 3 0 0,-2-3 0 0,3 3 0 16,0-1 0-16,1-1 0 16,0-2-560-16,2-1-96 0,-1-1-32 0,1-4 0 15,-1 2-1776-15,1-4-352 0,-1-1-80 0,2-1-19312 0</inkml:trace>
  <inkml:trace contextRef="#ctx0" brushRef="#br0" timeOffset="-152479.62">22335 8921 23039 0,'0'0'2048'0,"0"0"-1648"0,0 0-400 0,0 0 0 0,0 0 6160 0,0 0 1152 16,0 0 240-16,0 0 32 0,0 0-4704 0,0 0-928 15,2 9-192-15,0 4-32 0,1-1-1072 0,1 2-208 16,0 3-32-16,0 2-16 0,-1 2-272 0,3 1-128 16,-2-1 0-16,1 5 128 0,0-2-128 0,0-1 0 15,0-2 0-15,1-1 0 0,-4-2 0 0,2-1 0 16,-1-3 0-16,-1-1 0 15,0-2-624-15,-1-2-48 0,0-1-16 0,1-2 0 16,-2-6-688-16,0 0-144 0,0 0-16 0,0 0-16 16,0 0-1856-16,0 0-368 0,0 0-80 0</inkml:trace>
  <inkml:trace contextRef="#ctx0" brushRef="#br0" timeOffset="-152205.56">22295 8858 21183 0,'0'0'1888'0,"-1"-6"-1504"16,-1-4-384-16,2 3 0 0,2-1 6384 0,0 1 1200 15,-2 7 240-15,5-6 48 0,1-1-4976 0,1-1-992 16,4 2-208-16,2 1-32 0,3 1-960 0,2 0-176 0,1 1-32 16,2 1-16-16,1-2-240 0,2 4-48 0,1-3-16 0,-2 3 0 15,1 3-176-15,-2-2 192 0,-1 2-192 0,-1 1 192 16,0 1-192-16,-2-1 128 0,-1 3-128 0,-2 1 128 16,-1 0-128-16,-2 1 0 0,-2 0 0 0,-2 0 128 15,-2 1-128-15,-2 1 0 0,-2 1 0 0,-2 0 0 16,-2 0 0-16,-2-1 0 0,-1 2 128 15,-3 0-128-15,-1 0 0 0,-3-1 0 0,-1 0 0 0,0-2 0 16,-2 1 0-16,-2-1 0 0,-4-1 0 0,1 2 0 16,1-1-704-1,-1-1-80-15,-1-1-16 0,3 0 0 0,3 0-1536 16,3 0-304-16,4-1-64 0,3 0-19328 0</inkml:trace>
  <inkml:trace contextRef="#ctx0" brushRef="#br0" timeOffset="-151876.27">22874 9035 18431 0,'0'0'816'0,"0"0"160"0,0 0-784 0,0 0-192 0,0 0 0 0,0 0 0 0,0 0 7616 0,0 0 1488 16,2 8 304-16,-3 1 48 0,-3-2-6416 0,-2 1-1280 15,-4 2-256-15,-1 2-48 0,-2-2-960 0,0 3-192 16,0 2-48-16,-2-2 0 0,4-2-256 0,0 0 128 16,2-2-128-16,1 0 0 0,0 0 0 0,2 0 0 15,2-2 0-15,4-7 0 0,0 0-304 0,0 0 48 16,0 0 0-16,0 0 0 0,0 0-96 0,0 0-16 15,0 0 0-15,8 1 0 0,0-1 208 0,2-1 160 16,2-4-208-16,2-1 80 0,2-1 128 0,1-3 0 16,1 1 0-16,0-2 0 0,0 4 0 0,1 2 0 15,-2 0 0-15,0 3 128 0,0 2 192 0,-2 2 32 16,-2 2 16-16,0 1 0 0,0 1 48 0,-1 2 16 16,-2 0 0-16,1 0 0 0,-1 0-320 15,1-1-112-15,-2 4 0 0,0-3 0 0,-1-2 0 0,0 2 0 0,-2 0 0 16,1-2 0-16,-3 1 0 0,1-3 0 0,1 2 0 0,-6-6 0 15,4 7-528 1,1-1-112-16,2 1 0 0,-1-3-16448 0,1 1-3264 0</inkml:trace>
  <inkml:trace contextRef="#ctx0" brushRef="#br0" timeOffset="-151162.06">23906 8925 26719 0,'0'0'1184'15,"-2"-4"240"-15,-4-3-1136 0,3 1-288 0,0 0 0 0,3 1 0 0,0 5 6064 0,0 0 1152 16,8-1 224-16,0 2 48 0,1 2-4960 0,4 1-992 15,4 3-208-15,4 5-48 0,2 1-928 0,0 4-192 16,5 0-32-16,-1 4-128 0,-1 1 160 0,-1 0-160 16,-1 2 128-16,-2 1-16 0,-1-1-112 0,-1 0 0 15,-3-6 0-15,-2 0 0 0,-1 1 0 0,-1-1 0 16,-1-4 0-16,0-1 0 16,-2-1-368-16,-1 0-64 0,-2-3-16 0,-2-1 0 15,-5-8-880-15,0 0-176 0,0 0-32 0,5 6-16 16,0 1-2336-16,-5-7-464 0</inkml:trace>
  <inkml:trace contextRef="#ctx0" brushRef="#br0" timeOffset="-150955.09">24350 8878 23039 0,'0'0'2048'0,"0"0"-1648"0,0 0-400 0,0 0 0 0,0 0 6256 16,0 0 1168-16,0 0 224 0,-7 6 48 0,-1 1-4912 0,-1 2-992 15,-1 2-192-15,-2 3-32 0,-2 1-848 0,-1 2-160 16,1 3-48-16,-3 1 0 0,-4-1-320 0,0 3-192 15,-1-3 192-15,0 1-192 0,1 1 128 0,1-3-128 16,2-1 0-16,1-1 0 16,2 0-320-16,0-4-112 0,2 0-16 0,3-1-16 15,1-3-1712-15,2-1-320 0,3-1-80 0,3 1-20144 0</inkml:trace>
  <inkml:trace contextRef="#ctx0" brushRef="#br0" timeOffset="-150764.27">24488 9108 10127 0,'0'0'448'0,"0"0"96"0,0 0-544 0,0 0 0 0,0 0 0 0,0 0 0 0,6 8 10224 0,-6-8 1936 15,3 11 384-15,-2 0 64 0,0 0-9408 0,1 2-1904 0,-2 0-368 0,0-3-80 16,0-1-624-16,0 2-224 16,0-1 144-16,1 1-144 0,0-2 0 0,1 0 0 15,-1-1 0-15,-1-8 0 16,3 8-912-16,-1-1-176 0,-2-7-16 0,4 7-16 15,-4-7-1408-15,0 0-288 0,8 8-48 0,-2-3-18576 0</inkml:trace>
  <inkml:trace contextRef="#ctx0" brushRef="#br0" timeOffset="-150567.86">24922 8962 28559 0,'0'0'2544'0,"0"0"-2032"0,0 0-512 0,4-5 0 0,1 0 6208 0,-1 1 1152 16,0 0 240-16,0 0 32 0,0 0-5456 0,1 0-1104 15,1 2-224-15,2-1-32 0,3 1-672 0,0-1-144 16,0 0 0-16,1 2 0 0,1 0 0 0,0 1 0 16,0 0 0-16,0 0 64 0,0 1-64 0,-2 2 0 15,0-1 0-15,-1 1-160 16,-2-2-1328-16,-8-1-272 0,0 0-48 0,5 5-22512 0</inkml:trace>
  <inkml:trace contextRef="#ctx0" brushRef="#br0" timeOffset="-150396.75">24947 9080 15663 0,'0'0'1392'16,"0"0"-1120"-16,0 0-272 0,0 0 0 0,0 0 7888 0,0 0 1520 0,0 0 320 15,0 0 48-15,5-4-6736 0,1-1-1344 16,2-1-272-16,3 1-48 0,0 0-864 0,2 2-192 0,3-3-16 0,1 2-16 16,3-1-288-16,2-1 0 0,1 0-128 0,2-1 128 31,0 0-2448-31,2 0-400 0,3 1-80 0</inkml:trace>
  <inkml:trace contextRef="#ctx0" brushRef="#br0" timeOffset="-150056.27">25658 8815 44575 0,'0'0'1984'0,"0"0"384"0,0 0-1888 0,0 0-480 0,0 0 0 0,0 0 0 0,0 0 1984 0,0 0 320 15,0 0 48-15,-3 3 16 0,-4 1-960 0,-1 2-176 16,-1 1-32-16,-3 2-16 0,-2 4-704 0,-3 0-144 15,0 4-16-15,-2-2-16 0,-1 2-128 0,2 2-32 16,-1-1 0-16,0 5 0 0,3 1-96 0,5-5-48 16,1 2 0-16,5-1 0 0,3-1 0 0,2 1 0 15,2-2 0-15,5-2 0 0,2-5 0 0,1-1 0 16,5-1 0-16,2 0 0 0,0-5 0 0,2 0 0 16,2-3 0-16,1 2 0 0,2-1 0 0,-1-1-128 15,1-1 128-15,-1-1 0 0,-1-1 0 0,0-2 0 16,0-2 0-16,-1-1 0 0,4-5 0 0,-3-1 0 15,-2 0 0-15,-3-2 0 0,-7 4 0 0,-1-2 0 16,-2 0 0-16,-2 0 128 0,-1-2-128 0,-3 2 0 16,-1 2 0-16,-2-1 0 0,-4-4 0 0,0 2 0 0,-2 1 0 0,-4-2 0 15,-7 0 0-15,-2-2 0 16,-1 1 0-16,0 2 0 16,-2 1-384-16,2 1-80 0,0 0-16 0,1 3-16704 0,0 3-3344 15</inkml:trace>
  <inkml:trace contextRef="#ctx0" brushRef="#br0" timeOffset="-148839.54">19960 10082 47343 0,'-7'-9'2096'0,"2"4"432"15,-1-2-2016-15,0 2-512 0,6 5 0 0,0 0 0 0,0 0 1328 0,0 0 160 16,0 0 48-16,-5 13 0 0,-1 5-320 0,2 5-48 16,0 4-16-16,1 4 0 0,1 2-736 0,0 1-160 15,1 0-16-15,0-2-16 0,1-2-16 0,0-1 0 16,0-2 0-16,1 1 0 0,2-6-208 0,-1 0 144 16,1-1-144-16,-1-4 128 0,1-4-128 0,0-1 0 15,-2-2 144-15,-1-10-48 0,0 0-96 0,0 0 0 16,0 0 0-16,0 0 0 0,0 0 0 0,0 0 0 15,0 0 0-15,0 0 0 0,8-8 0 0,-2-2 0 16,0-3 0-16,0-3 0 0,1-2 0 0,0-2 0 16,3 1 0-16,-1-3 0 0,0-2 0 0,-1 2-128 15,1 1 128-15,2 2 0 0,3-1 0 16,-3 4 0-16,-2 3 0 0,2 4 0 0,2 0 0 0,-1 4-128 16,-12 5 128-16,10-1 0 0,-10 1 0 0,12 5 0 0,-2 1 0 0,-5 1 0 15,-1 1 0-15,0 1 0 16,0 5 0-16,0 2 144 0,0-2-144 0,0 3 0 15,-2 1 0-15,2 0 112 0,0 1-112 0,-1-1 0 16,2 0 0-16,0-3 0 0,1 0 0 0,0-3-128 16,1-2 128-16,-1 0-160 15,1-3-848-15,0-1-160 0,0-1-48 0,1-4 0 16,-8-1-2048-16,10 0-400 0,1 1-96 0</inkml:trace>
  <inkml:trace contextRef="#ctx0" brushRef="#br0" timeOffset="-148650.02">20407 10364 18431 0,'0'0'1632'0,"0"0"-1312"0,0 0-320 0,0 0 0 0,0 0 7264 0,0 0 1376 16,0 0 288-16,-1 10 48 0,-1 1-5952 0,2-1-1184 16,2 2-240-16,0 0-64 0,0 1-800 0,0 0-160 15,1 0-48-15,1 0 0 0,-3-2-400 0,3 1-128 16,0 1 0-16,1-4 0 0,0 0 0 0,2-1 0 16,-2-1-160-16,0-2 160 15,-5-5-1568-15,8 5-192 0,0-1-32 0,1-1-16 16,0-2-3072-16,-1 0-624 0</inkml:trace>
  <inkml:trace contextRef="#ctx0" brushRef="#br0" timeOffset="-148427.78">20716 10269 52527 0,'0'0'2320'0,"0"0"496"0,0 0-2256 16,0 0-560-16,0 0 0 0,0 0 0 0,0 0 1424 0,8-3 176 0,0 2 48 15,1-1 0-15,1 1-1200 0,2-3-256 0,1 3-32 0,0 0-16 16,1-1-96-16,1 1-48 0,-1 0 0 16,0-1 0-16,1 1 0 0,-1 1 0 0,0 0 0 0,-1 0 0 15,-1 0 0-15,0 0 0 0,0-1 0 0,-1 1 0 16,-1 0-448-16,0 0-64 0,-1 0-32 16,0 1 0-16,-1 2-1824 0,0-1-352 15,-8-2-80-15,5 6-19728 0</inkml:trace>
  <inkml:trace contextRef="#ctx0" brushRef="#br0" timeOffset="-148278.02">20773 10399 27647 0,'0'0'2448'0,"0"0"-1952"0,0 0-496 0,0 0 0 0,0 0 5264 0,0 0 960 15,0 0 192-15,0 0 48 0,0 0-3952 0,10-3-784 16,1 0-144-16,4-1-48 0,-1 0-1104 0,4 1-240 16,0-1-32-16,3-1-16 0,0 2-144 0,3 1 0 15,0-1 0-15,1-1-176 16,0 0-1488-16,0 2-288 0,-2-2-64 0,2 1-13568 15,-2 3-2720-15</inkml:trace>
  <inkml:trace contextRef="#ctx0" brushRef="#br0" timeOffset="-147817.42">21458 10000 50447 0,'0'0'2240'0,"-5"4"448"0,-3-1-2144 0,3 1-544 0,5-4 0 0,-3 7 0 16,0 5 1584-16,2 1 208 0,0 1 32 0,2 6 16 16,2 1-1056-16,-1 4-208 0,2 2-32 0,1 0-16 15,1 1-384-15,0-1-144 0,1 1 0 0,-1-1 0 16,2-1 0-16,-1 0 0 0,-2-2 0 0,-1-1 0 16,-2 0 0-16,1 2 0 0,-2-5 0 0,1-1 0 15,-1-3 0-15,-1-2 0 0,0-1 0 0,0-2 0 16,-1-3 0-16,1-8 0 0,0 0 0 0,-2 5 0 0,2-5 0 0,0 0 0 15,0 0 0-15,0 0 0 16,0 0 0-16,0 0 0 0,0 0 0 0,-2-8 0 16,0 1 0-16,2-3 0 0,0-3 0 0,2-1 0 0,0-2 0 0,3-1 0 15,2-1 0-15,1 0 0 0,2-2 0 0,2 2 0 16,0-2 0-16,1 3 0 16,1 2 0-16,-1 0 0 0,0 2 0 15,-1 3 0-15,0 2 0 0,-1 1 0 0,0 4 0 0,-1 1 0 0,-2 0 0 16,0 3 0-16,0 4 0 0,-2 0 0 0,-1 2 0 0,1 1 0 15,0 2 0-15,-1 1 0 0,-1 2 0 0,1 1 0 16,1 0 0-16,-1 2 0 0,-1 0 0 0,1-2 0 16,0 0 0-16,-1-1 0 0,-1-1-160 15,1 1-32-15,1-1 0 0,0-2 0 16,0 1-1376-16,2-2-288 0,-1-1-48 0,2 1-16 16,0-3-3408-16,1-1-688 0</inkml:trace>
  <inkml:trace contextRef="#ctx0" brushRef="#br0" timeOffset="-147489.02">22151 10370 28559 0,'0'0'2544'0,"2"-6"-2032"16,-1-2-512-16,0 0 0 0,-1-1 5040 0,0 1 912 15,-1 0 176-15,0 1 32 0,-2-1-3552 0,-1 0-720 0,-2 1-144 0,1 2-16 16,-2 0-1024-16,0 1-208 0,0 0-48 16,-4 4 0-16,2-2-256 0,1 2-64 0,0 2-128 0,1-2 192 15,-2 0-192-15,1 3 0 0,0 1 0 0,0 0 0 0,2 1 0 0,-2 0 0 16,2 2 0-16,3 2 64 15,-1-3-64-15,1 3 0 0,0-1 0 0,2 3 0 0,1 0 0 0,0 2 0 16,1 2 0-16,2-2 0 0,0 0 0 16,-1 4 0-16,2-2 0 0,0 6 0 0,0-4 0 0,0 3 0 15,1-3 0-15,-1 2 0 0,-1-1 0 16,1 2 0-16,-1 1 0 0,1 0 0 16,-1 0 0-16,0-2 0 0,-2 1 0 0,0-1 0 0,1-3 0 0,0 0 0 15,1-2 0-15,-2-2 0 0,-1-2 0 16,1-1 0-16,-1 0 0 0,0-2 0 0,0-7-256 15,0 0-32-15,0 0-16 0,0 0 0 16,0 0-768-16,0 0-144 0,0 0-48 0,0 0 0 16,0 0-1920-16,0 0-384 0,0 0-80 0</inkml:trace>
  <inkml:trace contextRef="#ctx0" brushRef="#br0" timeOffset="-147315.53">21872 10639 23951 0,'0'0'2128'0,"-2"-3"-1696"15,-1-1-432-15,2 2 0 0,1 2 5744 0,0 0 1056 16,0 0 224-16,0 0 32 0,0 0-4080 0,9-4-816 15,3 3-176-15,1-1-16 0,0 0-1136 0,4 0-208 0,2 0-48 0,0-2-16 16,0 1-368-16,1-2-64 0,-1 1 0 0,2 0-128 16,-1 0 128-16,1-2-128 0,1 1 0 0,0 1 144 31,-1 0-656-31,0 0-80 0,-4-1-32 0,2-1 0 0,3 1-1744 0,0 1-336 0,-1-2-80 0,0-1-19632 16</inkml:trace>
  <inkml:trace contextRef="#ctx0" brushRef="#br0" timeOffset="-147058.39">22622 10172 38703 0,'-3'-4'3440'0,"1"-1"-2752"16,1 1-560-16,1 4-128 0,0 0 4112 0,0 0 800 16,0 0 144-16,0 0 48 0,0 0-3664 0,0 0-736 15,6-6-128-15,-6 6-48 0,8-4-384 0,0 1-144 16,1 1 0-16,1-1 0 0,2 2 0 0,1-2 0 15,1 2 0-15,2-1 0 0,0 1 0 0,1 1 0 16,0 0 0-16,0-1 0 0,-2-1 0 0,0 2 0 16,-4 2 0-16,1-1 0 0,-2 0 0 0,1 1 0 15,-1-1 0-15,-1 2 0 16,-1-3-432-16,0 2-80 0,-8-2 0 0,0 0-16 16,0 0-2384-16,7 5-480 0,-4 2-80 0</inkml:trace>
  <inkml:trace contextRef="#ctx0" brushRef="#br0" timeOffset="-146873.9">22679 10269 11967 0,'0'0'528'0,"0"0"112"0,0 0-512 0,0 0-128 16,-6 0 0-16,6 0 0 0,0 0 9424 0,0 0 1856 15,0 0 368-15,0 0 80 0,0 0-8336 0,0 0-1664 0,0 0-320 0,9 2-80 16,2 0-1072-16,2 0-176 0,1-2-80 0,3 0 0 16,2-2 0-16,2 0 0 0,-1 1 0 0,2 0 0 15,1-3 0-15,2 2 0 0,-1 1 0 0,0-1 0 16,-3-1 0-16,0 2 0 0,-1-1 0 0,-2 1 0 15,-2 0 0-15,-2-1 0 0,-2 1 0 16,-3 1 0-16,-9 0-1440 0,0 0-288 0,8 1-48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 11519 0 0,'-9'-10'13302'0'0,"9"17"-7626"0"0,3 18-5405 0 0,-1 3-281 0 0,-8 210 931 0 0,3-181-3046 0 0,13-52-1666 0 0,-1-5 1643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4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 22543 0 0,'0'0'2499'0'0,"2"0"-1997"0"0,14-8 639 0 0,1 2 0 0 0,0 0-1 0 0,1 1 1 0 0,35-6 0 0 0,-16 6-1114 0 0,54 1 1 0 0,-54 6-28 0 0,-36-2 0 0 0,0 0 0 0 0,-1 0 0 0 0,1 0 0 0 0,0 0 0 0 0,0 0 0 0 0,-1 0 0 0 0,1 0 0 0 0,0 0 0 0 0,-1 0 0 0 0,1 0 0 0 0,0 0 0 0 0,-1 1 0 0 0,1-1 0 0 0,0 0 0 0 0,-1 0 0 0 0,1 1 0 0 0,-1-1 0 0 0,1 0 0 0 0,-1 1 0 0 0,1-1 0 0 0,0 1 0 0 0,-1-1 0 0 0,0 1 0 0 0,1-1 0 0 0,-1 1 0 0 0,1-1 0 0 0,-1 1 0 0 0,1-1 0 0 0,-1 1 0 0 0,0 0 0 0 0,0-1 0 0 0,1 1 0 0 0,-1 0 0 0 0,0-1 0 0 0,0 1 0 0 0,0 0 0 0 0,1 0 0 0 0,-1 1 0 0 0,0 1 2 0 0,0 0 0 0 0,1 0 1 0 0,-2-1-1 0 0,1 1 0 0 0,0 0 0 0 0,0 0 0 0 0,-1 0 0 0 0,0 0 1 0 0,1-1-1 0 0,-1 1 0 0 0,0 0 0 0 0,0-1 0 0 0,-1 1 1 0 0,-1 2-1 0 0,-23 35 93 0 0,6-18-21 0 0,0 0 0 0 0,-1-1 0 0 0,-34 25 0 0 0,-15 13 35 0 0,52-42-64 0 0,9-9-25 0 0,0 0 0 0 0,1 0-1 0 0,-1 1 1 0 0,2 0 0 0 0,-1 1 0 0 0,1 0-1 0 0,-5 10 1 0 0,8-8 8 0 0,7-7-11 0 0,-2-4-9 0 0,0 1-7 0 0,0 0 0 0 0,0 0 0 0 0,0 0 0 0 0,0-1 0 0 0,0 1 0 0 0,1 0 0 0 0,-1-1 0 0 0,1 1-1 0 0,-1-1 1 0 0,1 1 0 0 0,0-1 0 0 0,-1 0 0 0 0,1 1 0 0 0,3 0 0 0 0,-1 0-2 0 0,0 0 0 0 0,1-1 0 0 0,0 1 0 0 0,-1-1 0 0 0,1 0 0 0 0,5 0 0 0 0,6 0-33 0 0,0 0 1 0 0,29-4 0 0 0,17-6-1343 0 0,0-3-1 0 0,86-29 1 0 0,-100 24-3024 0 0,-23 7-4279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21223 0 0,'0'0'2991'0'0,"0"1"-2234"0"0,2 8 152 0 0,0 1 1 0 0,-1-1-1 0 0,0 0 0 0 0,0 17 0 0 0,0 12 234 0 0,3 17-678 0 0,6 42-17 0 0,-7-86-712 0 0,-1 1-1 0 0,1-2 1 0 0,1 1-1 0 0,0 0 1 0 0,0-1-1 0 0,9 16 1 0 0,-12-24-192 0 0,1 0 0 0 0,-1 0 0 0 0,1 0 0 0 0,-1 0 0 0 0,1 0 0 0 0,0 0 0 0 0,0 0 0 0 0,0-1 0 0 0,0 1 0 0 0,4 2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23903 0 0,'0'0'1171'0'0,"6"-5"57"0"0,8-8-417 0 0,0 1 0 0 0,1 1 0 0 0,1 0 1 0 0,29-15-1 0 0,-27 18-704 0 0,-1 1 1 0 0,1 1 0 0 0,0 1-1 0 0,0 0 1 0 0,1 1-1 0 0,22-1 1 0 0,-41 5-108 0 0,0-1 0 0 0,1 1 0 0 0,-1 0 0 0 0,0 0 0 0 0,0 0 0 0 0,1 0 0 0 0,-1 0 0 0 0,0 0 0 0 0,1 0 0 0 0,-1 0 0 0 0,0 1 0 0 0,1-1 0 0 0,-1 0 0 0 0,0 0 0 0 0,1 0 0 0 0,-1 0 0 0 0,0 0 0 0 0,0 0 0 0 0,1 0 0 0 0,-1 1 0 0 0,0-1 0 0 0,0 0 0 0 0,1 0 0 0 0,-1 0 0 0 0,0 1 0 0 0,0-1 0 0 0,0 0 0 0 0,1 0 0 0 0,-1 1 0 0 0,0-1 0 0 0,0 0 0 0 0,0 1 0 0 0,0-1 0 0 0,0 0 0 0 0,1 0 0 0 0,-1 1 0 0 0,0-1 0 0 0,0 0 0 0 0,0 1 0 0 0,0-1 0 0 0,0 0 0 0 0,0 1 0 0 0,0-1 0 0 0,0 0 0 0 0,-3 10 0 0 0,3-10 0 0 0,-1 4 22 0 0,-1 1-1 0 0,1-1 0 0 0,-1 0 1 0 0,0 0-1 0 0,0 0 1 0 0,-1 0-1 0 0,0-1 1 0 0,1 1-1 0 0,-1-1 1 0 0,-4 4-1 0 0,-6 5 117 0 0,-18 14 0 0 0,0-1-410 0 0,-13 9 272 0 0,38-29 0 0 0,4 1 11 0 0,3-4-8 0 0,-1-1-1 0 0,1 0 1 0 0,-1 0 0 0 0,1 0 0 0 0,-1 0 0 0 0,1-1 0 0 0,0 1 0 0 0,-1 0 0 0 0,1 0 0 0 0,0 0 0 0 0,0 0-1 0 0,0-1 1 0 0,-1 1 0 0 0,1 0 0 0 0,0-1 0 0 0,2 2 0 0 0,-2-2 1 0 0,3 3 6 0 0,0-1 1 0 0,0 1-1 0 0,1-1 0 0 0,-1-1 0 0 0,1 1 1 0 0,-1-1-1 0 0,1 1 0 0 0,9 0 1 0 0,42 1 29 0 0,-17-1-32 0 0,-26-1 36 0 0,-9-1-30 0 0,0 0 0 0 0,-1 0 1 0 0,1 0-1 0 0,-1 1 0 0 0,1 0 1 0 0,0 0-1 0 0,-1 0 1 0 0,0 0-1 0 0,1 0 0 0 0,-1 1 1 0 0,0-1-1 0 0,1 1 0 0 0,-1 0 1 0 0,3 2-1 0 0,-5-3-16 0 0,0 0-1 0 0,0-1 1 0 0,0 1-1 0 0,0 0 1 0 0,0 0 0 0 0,0 0-1 0 0,0 0 1 0 0,-1 0-1 0 0,1 0 1 0 0,0 0 0 0 0,-1 0-1 0 0,1 0 1 0 0,0 0-1 0 0,-1 0 1 0 0,0 1 0 0 0,1-1-1 0 0,-1 0 1 0 0,1 0-1 0 0,-1 0 1 0 0,0 1 0 0 0,0-1-1 0 0,0 0 1 0 0,0 0-1 0 0,0 1 1 0 0,0-1 0 0 0,0 0-1 0 0,0 0 1 0 0,-1 1-1 0 0,1-1 1 0 0,0 0 0 0 0,-1 0-1 0 0,1 0 1 0 0,-1 1-1 0 0,1-1 1 0 0,-2 2 0 0 0,0 2 4 0 0,0 0 16 0 0,0-1 0 0 0,-1 1-1 0 0,1-1 1 0 0,0 0 0 0 0,-1 0-1 0 0,0 0 1 0 0,0 0 0 0 0,-1 0 0 0 0,1-1-1 0 0,-1 1 1 0 0,1-1 0 0 0,-6 3 0 0 0,-6 4-4 0 0,0-1 0 0 0,-18 8 0 0 0,1 0-104 0 0,-6 3-833 0 0,37-19 506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25399 0 0,'0'0'3016'0'0,"-3"18"-1568"0"0,4-15-1454 0 0,-1-1 1 0 0,1 0-1 0 0,0 0 0 0 0,0 0 1 0 0,0 0-1 0 0,0 0 0 0 0,0 0 1 0 0,0 0-1 0 0,0 0 0 0 0,1 0 1 0 0,-1 0-1 0 0,4 3 1 0 0,-1-2-889 0 0,0 0 0 0 0,1 1 0 0 0,-1-2 0 0 0,1 1 0 0 0,5 2 0 0 0,2 0-8125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6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336 106 20447 0 0,'0'0'935'0'0,"0"-2"-22"0"0,-5-11-809 0 0,4 8 235 0 0,0 0 0 0 0,-1 0 0 0 0,0 0 0 0 0,0 0 0 0 0,0 1 0 0 0,-1-1 0 0 0,1 0 0 0 0,-1 1 0 0 0,0 0 0 0 0,-6-7 0 0 0,5 8-152 0 0,1 0 0 0 0,-1 0 0 0 0,0 0-1 0 0,0 0 1 0 0,0 1 0 0 0,0-1-1 0 0,0 1 1 0 0,0 0 0 0 0,-1 1 0 0 0,1-1-1 0 0,-1 1 1 0 0,1 0 0 0 0,-1 0-1 0 0,1 0 1 0 0,-1 0 0 0 0,0 1 0 0 0,0 0-1 0 0,1 0 1 0 0,-1 0 0 0 0,0 1-1 0 0,1-1 1 0 0,-1 1 0 0 0,0 0 0 0 0,1 1-1 0 0,-6 1 1 0 0,0 1-107 0 0,0 1 0 0 0,0 0 0 0 0,1 0 0 0 0,0 1 0 0 0,-13 10 0 0 0,2 1 104 0 0,-19 22 0 0 0,32-32-162 0 0,1 0 1 0 0,0 1-1 0 0,1-1 0 0 0,-1 1 1 0 0,2 0-1 0 0,-9 18 1 0 0,12-24-41 0 0,0 0 0 0 0,1 0 1 0 0,-1 0-1 0 0,0 1 1 0 0,1-1-1 0 0,-1 0 1 0 0,1 1-1 0 0,0-1 1 0 0,0 0-1 0 0,0 1 1 0 0,0-1-1 0 0,0 0 0 0 0,0 1 1 0 0,1-1-1 0 0,-1 0 1 0 0,1 1-1 0 0,-1-1 1 0 0,1 0-1 0 0,0 0 1 0 0,0 0-1 0 0,0 1 1 0 0,0-1-1 0 0,0 0 0 0 0,1 0 1 0 0,-1-1-1 0 0,1 1 1 0 0,-1 0-1 0 0,1 0 1 0 0,0-1-1 0 0,-1 1 1 0 0,1-1-1 0 0,0 1 1 0 0,3 0-1 0 0,-2 0-60 0 0,1 0 0 0 0,0-1 1 0 0,1 1-1 0 0,-1-1 0 0 0,0 0 0 0 0,0 0 1 0 0,0-1-1 0 0,1 1 0 0 0,7-1 0 0 0,41-5-603 0 0,-49 4 636 0 0,9-1-73 0 0,0-1 0 0 0,0 0 0 0 0,0-1 0 0 0,0 0 0 0 0,13-8 0 0 0,56-35 63 0 0,-54 31 366 0 0,-26 15-119 0 0,-2 1-162 0 0,0 0 1 0 0,0-1-1 0 0,0 1 0 0 0,0 0 1 0 0,0 0-1 0 0,1 0 0 0 0,-1-1 0 0 0,0 1 1 0 0,0 0-1 0 0,0 0 0 0 0,0 0 1 0 0,1 0-1 0 0,-1 0 0 0 0,0-1 0 0 0,0 1 1 0 0,1 0-1 0 0,-1 0 0 0 0,0 0 1 0 0,0 0-1 0 0,0 0 0 0 0,1 0 0 0 0,-1 0 1 0 0,0 0-1 0 0,0 0 0 0 0,1 0 1 0 0,-1 0-1 0 0,0 0 0 0 0,0 0 0 0 0,1 0 1 0 0,-1 0-1 0 0,0 0 0 0 0,0 0 1 0 0,1 0-1 0 0,-1 0 0 0 0,0 0 0 0 0,0 0 1 0 0,1 0-1 0 0,-1 1 0 0 0,0-1 1 0 0,0 0-1 0 0,0 0 0 0 0,1 0 1 0 0,-1 0-1 0 0,0 1 0 0 0,10 4 530 0 0,-8-2-491 0 0,1 0 0 0 0,-1 1 0 0 0,1-1 0 0 0,-1 1 0 0 0,0-1 0 0 0,0 1 0 0 0,-1 0 0 0 0,1 0 0 0 0,-1 0 0 0 0,1 4 0 0 0,7 44 288 0 0,-8-38-299 0 0,8 98-3 0 0,-7-64-149 0 0,12 62 0 0 0,-14-108 12 0 0,1-1 0 0 0,-1 1 1 0 0,1-1-1 0 0,-1 1 0 0 0,1 0 0 0 0,0-1 0 0 0,0 1 1 0 0,0-1-1 0 0,-1 0 0 0 0,1 1 0 0 0,0-1 0 0 0,1 0 0 0 0,-1 0 1 0 0,0 1-1 0 0,0-1 0 0 0,0 0 0 0 0,1 0 0 0 0,-1 0 1 0 0,1-1-1 0 0,-1 1 0 0 0,1 0 0 0 0,-1 0 0 0 0,1-1 1 0 0,1 1-1 0 0,9 0-945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6911 0 0,'1'1'18169'0'0,"7"6"-17539"0"0,0 0 0 0 0,-1 0 0 0 0,0 1 0 0 0,-1 0-1 0 0,1 1 1 0 0,-2-1 0 0 0,1 1 0 0 0,-1 0-1 0 0,-1 0 1 0 0,8 19 0 0 0,-3 5-495 0 0,0 0 0 0 0,3 34 1 0 0,9 34 133 0 0,-11-56-860 0 0,-9-43 143 0 0,0-1-21 0 0,0 0 224 0 0,0 0 0 0 0,1-1 0 0 0,-1 1 0 0 0,0 0 0 0 0,0 0 0 0 0,1-1 0 0 0,-1 1 0 0 0,1-1-1 0 0,-1 1 1 0 0,0-1 0 0 0,1 0 0 0 0,-1 0 0 0 0,1 1 0 0 0,-1-1 0 0 0,1 0 0 0 0,-1 0 0 0 0,1 0 0 0 0,-1 0 0 0 0,1-1 0 0 0,-1 1 0 0 0,0 0 0 0 0,1-1 0 0 0,-1 1 0 0 0,3-2-1 0 0,10-5-8987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7831 0 0,'-1'0'356'0'0,"-22"13"-1303"0"0,-13 4 7312 0 0,-19 11 7627 0 0,20-5-12379 0 0,-40 43 458 0 0,66-56-1908 0 0,0 0 0 0 0,1 0-1 0 0,0 1 1 0 0,0 0 0 0 0,-8 18 0 0 0,13-24-130 0 0,2-4-25 0 0,0 1 0 0 0,1-1 1 0 0,-1 1-1 0 0,0-1 0 0 0,1 1 0 0 0,-1-1 0 0 0,1 1 0 0 0,0 0 0 0 0,-1-1 0 0 0,1 1 0 0 0,0 0 0 0 0,0-1 0 0 0,0 1 0 0 0,0 0 0 0 0,1-1 0 0 0,-1 1 0 0 0,0 0 0 0 0,1 1 0 0 0,0-1-7 0 0,-1 0-1 0 0,1-1 1 0 0,0 1-1 0 0,-1-1 1 0 0,1 1-1 0 0,0-1 1 0 0,0 1-1 0 0,0-1 1 0 0,0 1 0 0 0,1-1-1 0 0,-1 0 1 0 0,0 1-1 0 0,0-1 1 0 0,1 0-1 0 0,-1 0 1 0 0,1 0-1 0 0,-1 0 1 0 0,1 0-1 0 0,-1-1 1 0 0,1 1-1 0 0,0 0 1 0 0,-1-1-1 0 0,1 1 1 0 0,3 0-1 0 0,5 1-4 0 0,0-1 0 0 0,0 1 0 0 0,10-1 0 0 0,-20-1 3 0 0,13 0-103 0 0,-1-1 0 0 0,0 0 0 0 0,0-1 0 0 0,1 0-1 0 0,-1-1 1 0 0,-1-1 0 0 0,21-8 0 0 0,76-42-2620 0 0,-95 46 2140 0 0,26-13-7645 0 0,-11 6-426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16127 0 0,'-15'1'1720'0'0,"1"-1"9120"0"0,14 2-9973 0 0,0 1-785 0 0,1 0 1 0 0,0 0-1 0 0,0-1 1 0 0,0 1 0 0 0,0 0-1 0 0,0-1 1 0 0,0 1-1 0 0,1-1 1 0 0,-1 1 0 0 0,1-1-1 0 0,0 1 1 0 0,0-1-1 0 0,0 0 1 0 0,0 0 0 0 0,0 0-1 0 0,0 0 1 0 0,0-1-1 0 0,5 4 1 0 0,3 1-50 0 0,0 0 0 0 0,0 0 0 0 0,16 6 0 0 0,36 11 20 0 0,-32-13-12 0 0,-1 1 0 0 0,51 28 0 0 0,-75-37-53 0 0,-4-1 5 0 0,1 0-1 0 0,-1 0 1 0 0,0-1-1 0 0,1 1 1 0 0,-1 0 0 0 0,0 0-1 0 0,0 0 1 0 0,0 0 0 0 0,1 0-1 0 0,-1 1 1 0 0,-1-1 0 0 0,1 0-1 0 0,0 0 1 0 0,0 1-1 0 0,0-1 1 0 0,-1 1 0 0 0,1-1-1 0 0,0 3 1 0 0,-1-4 2 0 0,1 1-1 0 0,-1 0 1 0 0,0 0-1 0 0,0-1 1 0 0,0 1-1 0 0,0 0 1 0 0,-1-1-1 0 0,1 1 1 0 0,0 0-1 0 0,0 0 1 0 0,0-1 0 0 0,0 1-1 0 0,-1 0 1 0 0,1-1-1 0 0,0 1 1 0 0,-1 0-1 0 0,1-1 1 0 0,0 1-1 0 0,-1-1 1 0 0,1 1-1 0 0,-2 0 1 0 0,-10 11-3 0 0,3-6 3 0 0,0 0 1 0 0,0-1-1 0 0,-1 0 0 0 0,0 0 0 0 0,-11 3 1 0 0,-55 14-186 0 0,32-11 8 0 0,-54 12-1798 0 0,56-15-4099 0 0</inkml:trace>
  <inkml:trace contextRef="#ctx0" brushRef="#br0" timeOffset="1">631 19 24103 0 0,'0'0'1101'0'0,"-8"3"363"0"0,4 1-1246 0 0,1-1-1 0 0,-1 1 0 0 0,0 0 1 0 0,1 0-1 0 0,0 0 0 0 0,0 0 1 0 0,0 1-1 0 0,1-1 0 0 0,-1 1 1 0 0,-2 9-1 0 0,-2-1 498 0 0,-13 35 218 0 0,1 0 0 0 0,-13 57 0 0 0,-7 20-883 0 0,-28 34-219 0 0,53-127-310 0 0,5-9-92 0 0,-4 10-2018 0 0,15-28 385 0 0,1-2 1111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5527 0 0,'0'1'12772'0'0,"4"44"-4365"0"0,-2 27-6251 0 0,-2-65-1800 0 0,-2 8-272 0 0,1 1 1 0 0,-2-1-1 0 0,0 1 1 0 0,-1-1-1 0 0,-11 29 1 0 0,8-26-490 0 0,0 1 0 0 0,2 0 1 0 0,-3 21-1 0 0,9-34-1595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1:5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12 11055 0 0,'0'0'852'0'0,"-6"-4"3066"0"0,1 2-2985 0 0,0 1 1 0 0,0 0-1 0 0,0-1 1 0 0,0 2-1 0 0,0-1 1 0 0,0 0 0 0 0,-8 1-1 0 0,5 1-334 0 0,0 0 1 0 0,0 0-1 0 0,0 1 0 0 0,-8 2 0 0 0,-8 5-433 0 0,1 1-1 0 0,-25 14 1 0 0,19-9 547 0 0,6-3-311 0 0,0 1 0 0 0,-34 25 0 0 0,50-33-331 0 0,0 1 1 0 0,1-1-1 0 0,0 1 1 0 0,0 0-1 0 0,0 1 1 0 0,1 0-1 0 0,0-1 0 0 0,0 2 1 0 0,1-1-1 0 0,0 0 1 0 0,0 1-1 0 0,-2 8 1 0 0,5-13-67 0 0,0-1 0 0 0,0 1 1 0 0,1-1-1 0 0,-1 1 0 0 0,1-1 1 0 0,0 1-1 0 0,0 0 0 0 0,0-1 0 0 0,0 1 1 0 0,0-1-1 0 0,1 1 0 0 0,-1 0 1 0 0,1-1-1 0 0,0 1 0 0 0,-1-1 1 0 0,1 1-1 0 0,3 3 0 0 0,-2-3-17 0 0,0 0-1 0 0,0-1 0 0 0,0 1 1 0 0,1-1-1 0 0,-1 0 1 0 0,1 1-1 0 0,-1-1 1 0 0,1-1-1 0 0,0 1 0 0 0,0 0 1 0 0,0-1-1 0 0,4 2 1 0 0,5 1-70 0 0,0 0 0 0 0,1-2 1 0 0,-1 1-1 0 0,0-2 0 0 0,1 1 0 0 0,16-2 1 0 0,8-1-40 0 0,0-1 1 0 0,0-2 0 0 0,-1-2 0 0 0,0-2 0 0 0,0-1-1 0 0,0-1 1 0 0,-1-2 0 0 0,-1-2 0 0 0,0-1 0 0 0,-1-1-1 0 0,60-42 1 0 0,-91 57 117 0 0,16-11-83 0 0,-1 0 0 0 0,0-1-1 0 0,-1-1 1 0 0,0-1 0 0 0,16-20 0 0 0,-30 34 84 0 0,-2 0 3 0 0,1 1 0 0 0,-1-1 0 0 0,1 1 0 0 0,-1-1 0 0 0,0 1 0 0 0,1-1-1 0 0,-1 1 1 0 0,0-1 0 0 0,1 0 0 0 0,-1 1 0 0 0,0-1 0 0 0,1 0 0 0 0,-1 1 0 0 0,0-1 0 0 0,0 0 0 0 0,0 1 0 0 0,0-1 0 0 0,0 0 0 0 0,0 1 0 0 0,0-1 0 0 0,0 0 0 0 0,0 1 0 0 0,0-1-1 0 0,0-1 1 0 0,0 1 13 0 0,0 1 0 0 0,0-1 0 0 0,-1 0 0 0 0,1 0-1 0 0,0 0 1 0 0,0 0 0 0 0,0 0 0 0 0,-1 0 0 0 0,1 1 0 0 0,0-1-1 0 0,-1 0 1 0 0,1 0 0 0 0,-1 0 0 0 0,1 1 0 0 0,-1-1-1 0 0,1 0 1 0 0,-1 1 0 0 0,1-1 0 0 0,-1 0 0 0 0,0 1-1 0 0,-1-2 1 0 0,0 1 36 0 0,1 0 0 0 0,-1 0-1 0 0,0 1 1 0 0,0-1 0 0 0,0 0 0 0 0,0 1-1 0 0,0-1 1 0 0,0 1 0 0 0,-3 0 0 0 0,0-1 51 0 0,0 1 1 0 0,0 0 0 0 0,0 1 0 0 0,-1-1 0 0 0,1 1 0 0 0,-10 3 0 0 0,5 1-59 0 0,0 0-1 0 0,-1 1 1 0 0,2 0 0 0 0,-1 0-1 0 0,1 1 1 0 0,0 1 0 0 0,0-1-1 0 0,1 1 1 0 0,0 1 0 0 0,0 0-1 0 0,1 0 1 0 0,1 0 0 0 0,-1 1-1 0 0,-6 14 1 0 0,12-21-43 0 0,0 1 0 0 0,0-1 0 0 0,0 1 0 0 0,0-1 0 0 0,0 1 0 0 0,1-1 0 0 0,0 1 0 0 0,0 0 0 0 0,0-1 0 0 0,1 7 0 0 0,-1-9-8 0 0,0 0 0 0 0,-1 0 0 0 0,2 0 0 0 0,-1 0 0 0 0,0 0 0 0 0,0 0 0 0 0,0 0 0 0 0,0 0 0 0 0,1 0 0 0 0,-1 0 0 0 0,0 0 0 0 0,1 0 0 0 0,-1 0 0 0 0,1 0 0 0 0,-1 0 0 0 0,1 0 0 0 0,-1 0 0 0 0,1 0 0 0 0,0-1 0 0 0,-1 1 0 0 0,1 0 0 0 0,0-1 0 0 0,0 1 0 0 0,1 1 0 0 0,2 0-56 0 0,-2 0-13 0 0,1 0 0 0 0,0-1-1 0 0,0 1 1 0 0,0-1 0 0 0,1 1 0 0 0,-1-1-1 0 0,0 0 1 0 0,0 0 0 0 0,1-1 0 0 0,-1 1-1 0 0,0-1 1 0 0,1 1 0 0 0,-1-1 0 0 0,1 0-1 0 0,-1 0 1 0 0,0-1 0 0 0,1 1 0 0 0,-1-1-1 0 0,1 1 1 0 0,4-3 0 0 0,5-1-515 0 0,0-1 0 0 0,0 0 1 0 0,20-12-1 0 0,-23 12 318 0 0,-1 0 1 0 0,-1-1-1 0 0,1-1 1 0 0,10-10 0 0 0,-15 13 324 0 0,-1 1 0 0 0,1-1 0 0 0,-1 0 0 0 0,-1 0 0 0 0,1-1 0 0 0,0 1 0 0 0,-1 0 0 0 0,0-1 0 0 0,0 0 0 0 0,0 1 0 0 0,0-13 5408 0 0,-1 25-5409 0 0,1 1-1 0 0,0-1 1 0 0,1 0 0 0 0,0 0-1 0 0,0 0 1 0 0,6 9 0 0 0,30 43 419 0 0,-24-38-337 0 0,13 23-1 0 0,-7-6-131 0 0,-13-27 0 0 0,0 1 0 0 0,-2 0 0 0 0,1 1 0 0 0,-2 0 0 0 0,8 26 0 0 0,-11-29-4 0 0,-1 0 0 0 0,1 0 0 0 0,-2 0 0 0 0,1 0 0 0 0,-2 0 0 0 0,1 0 0 0 0,-5 20 0 0 0,4-26 3 0 0,-1 0-1 0 0,1-1 0 0 0,-1 1 1 0 0,0-1-1 0 0,0 1 1 0 0,0-1-1 0 0,-1 0 1 0 0,1 0-1 0 0,-1 0 1 0 0,0 0-1 0 0,0 0 1 0 0,0 0-1 0 0,-1-1 1 0 0,1 0-1 0 0,-1 0 1 0 0,0 0-1 0 0,0 0 1 0 0,0 0-1 0 0,0-1 1 0 0,-5 2-1 0 0,-7 2-45 0 0,0-1-1 0 0,0-1 1 0 0,0-1-1 0 0,0 0 1 0 0,-1-1-1 0 0,1-1 1 0 0,-1-1-1 0 0,-21-1 1 0 0,-13-4-357 0 0,-68-16-1 0 0,98 15-1109 0 0,10 0-6349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54 1839 0 0,'-2'0'83'0'0,"-27"1"-224"0"0,-21-2 26279 0 0,64-2-24482 0 0,22-1-2264 0 0,105-4 911 0 0,-42 2-270 0 0,46 1-70 0 0,68-3-479 0 0,-72-4-2583 0 0,-83 6-1337 0 0,-41 4 2196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0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 7831 0 0,'-13'-4'13436'0'0,"13"4"-13374"0"0,0 0 1 0 0,0 0-1 0 0,0 0 0 0 0,-1 0 1 0 0,1 0-1 0 0,0 0 0 0 0,0 0 1 0 0,0 0-1 0 0,0 0 0 0 0,0 0 0 0 0,0 0 1 0 0,0 0-1 0 0,-1 0 0 0 0,1 0 1 0 0,0 0-1 0 0,0 0 0 0 0,0 0 1 0 0,0 0-1 0 0,0 0 0 0 0,0 0 0 0 0,0 0 1 0 0,0 1-1 0 0,-1-1 0 0 0,1 0 1 0 0,0 0-1 0 0,0 0 0 0 0,0 0 0 0 0,0 0 1 0 0,0 0-1 0 0,0 0 0 0 0,0 0 1 0 0,0 0-1 0 0,0 0 0 0 0,0 0 1 0 0,0 1-1 0 0,0-1 0 0 0,0 0 0 0 0,0 0 1 0 0,-1 0-1 0 0,1 0 0 0 0,0 0 1 0 0,0 0-1 0 0,0 1 0 0 0,1 6 2956 0 0,4 6-1488 0 0,-2-9-1503 0 0,-1 0-1 0 0,1 0 0 0 0,1 0 0 0 0,-1-1 0 0 0,0 1 0 0 0,1-1 0 0 0,-1 0 0 0 0,1 0 1 0 0,0 0-1 0 0,0 0 0 0 0,1-1 0 0 0,-1 1 0 0 0,0-1 0 0 0,1 0 0 0 0,5 1 0 0 0,8 3 142 0 0,1-2 0 0 0,31 4-1 0 0,-8-1-69 0 0,-20-5-100 0 0,-14-1 4 0 0,0 0 1 0 0,0 0 0 0 0,0 1-1 0 0,10 3 1 0 0,-17-4 50 0 0,-2 0 11 0 0,-2 4-32 0 0,0-1 1 0 0,-1 0-1 0 0,0 1 0 0 0,0-1 1 0 0,0-1-1 0 0,-1 1 0 0 0,1-1 0 0 0,-9 6 1 0 0,-46 21 317 0 0,33-18-207 0 0,24-11-132 0 0,-16 8-15 0 0,0-1-1 0 0,1 2 0 0 0,1 1 1 0 0,-30 23-1 0 0,42-26-1522 0 0,4-6 1206 0 0,-2 6-763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 11519 0 0,'-17'-8'17582'0'0,"16"16"-16814"0"0,0-3-2998 0 0,-4 47 3350 0 0,2 81 0 0 0,3-93-832 0 0,5 138 436 0 0,-2-100-651 0 0,1 42 250 0 0,-4-118-399 0 0,1-4-91 0 0,12-20 87 0 0,-1-1 0 0 0,-1 0 0 0 0,11-38 0 0 0,19-38-53 0 0,-25 70 57 0 0,2 0 1 0 0,39-47-1 0 0,-53 72 69 0 0,-1 0 0 0 0,0 0 0 0 0,1 0 0 0 0,0 0 0 0 0,0 1 0 0 0,0-1 0 0 0,1 1-1 0 0,-1 0 1 0 0,0 1 0 0 0,1-1 0 0 0,5-1 0 0 0,0 3 7 0 0,-9 1 1 0 0,1 1 1 0 0,-1-1-1 0 0,0 1 1 0 0,1 0-1 0 0,-1-1 0 0 0,0 1 1 0 0,0 0-1 0 0,1 0 1 0 0,-1 0-1 0 0,0 0 1 0 0,0 0-1 0 0,0 0 0 0 0,0 0 1 0 0,-1 1-1 0 0,1-1 1 0 0,0 0-1 0 0,1 3 0 0 0,9 25 65 0 0,-5-1 12 0 0,-2 0 0 0 0,-1 0 1 0 0,-1 1-1 0 0,-3 31 0 0 0,5 56 112 0 0,-1-93-615 0 0,7 29 1 0 0,-7-45-1195 0 0,9-3-7922 0 0,-12-4 9376 0 0,11-1-7933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15663 0 0,'-2'1'719'0'0,"-1"1"-316"0"0,2-1-327 0 0,0 0 0 0 0,-1 0-1 0 0,1 0 1 0 0,-15 3 13294 0 0,18-3-13017 0 0,18 2-238 0 0,0 0-1 0 0,0-1 1 0 0,39-2-1 0 0,-39-1-121 0 0,0 1-1 0 0,1 1 0 0 0,-1 1 1 0 0,24 6-1 0 0,-40-8 8 0 0,-1 1 0 0 0,1 0 0 0 0,-1 1 0 0 0,1-1 0 0 0,-1 1 0 0 0,0-1 0 0 0,0 1 0 0 0,0 0 0 0 0,0 0 0 0 0,0 0 0 0 0,0 1 0 0 0,0-1 0 0 0,-1 1 0 0 0,4 3 0 0 0,-5-3 0 0 0,1-1 0 0 0,-1 1 0 0 0,0-1 0 0 0,0 1 0 0 0,0 0 0 0 0,-1-1 0 0 0,1 1 0 0 0,0 0 0 0 0,-1-1 0 0 0,0 1 0 0 0,0 0 0 0 0,0 0 0 0 0,0 0 0 0 0,0-1 0 0 0,0 1 0 0 0,-1 0 0 0 0,1 0 0 0 0,-3 5 0 0 0,-2 6 56 0 0,-1 0 0 0 0,-1 0 0 0 0,0 0 0 0 0,-1-1 0 0 0,0 0 0 0 0,-1-1 0 0 0,-1 0 0 0 0,0 0 0 0 0,-1-1 0 0 0,-17 15 0 0 0,-29 23 316 0 0,49-44-346 0 0,6-4-14 0 0,0 0 0 0 0,1 0 1 0 0,-1 0-1 0 0,1 0 0 0 0,0 0 0 0 0,-1 1 0 0 0,1-1 0 0 0,0 0 0 0 0,0 1 1 0 0,0-1-1 0 0,0 1 0 0 0,-2 3 0 0 0,3-5-9 0 0,0 1 0 0 0,0-1 0 0 0,1 1-1 0 0,-1-1 1 0 0,0 1 0 0 0,0-1 0 0 0,1 1 0 0 0,-1-1 0 0 0,0 1 0 0 0,1-1-1 0 0,-1 1 1 0 0,1-1 0 0 0,-1 0 0 0 0,0 1 0 0 0,1-1 0 0 0,-1 0 0 0 0,1 1-1 0 0,-1-1 1 0 0,1 1 0 0 0,0-1 0 0 0,3 2-6 0 0,0 0 0 0 0,1 1 0 0 0,-1-1-1 0 0,1-1 1 0 0,-1 1 0 0 0,1-1 0 0 0,0 0 0 0 0,0 0 0 0 0,-1 0 0 0 0,1-1-1 0 0,0 1 1 0 0,0-1 0 0 0,0 0 0 0 0,6-1 0 0 0,10-2-201 0 0,-1-1 1 0 0,20-6-1 0 0,-32 8 54 0 0,25-8-1347 0 0,-1-1 0 0 0,0-1 0 0 0,47-26 0 0 0,-53 23-651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9 17967 0 0,'-8'0'13871'0'0,"147"-5"-13214"0"0,-120 3-799 0 0,29 1-231 0 0,-43 1-769 0 0,1 1-1 0 0,-1 0 0 0 0,10 2 1 0 0</inkml:trace>
  <inkml:trace contextRef="#ctx0" brushRef="#br0" timeOffset="1">87 192 5063 0 0,'-13'3'525'0'0,"-32"9"-777"0"0,17-1 22475 0 0,41-10-20547 0 0,6 0-1400 0 0,-1-2-1 0 0,1 0 1 0 0,0-1 0 0 0,19-4 0 0 0,73-24-345 0 0,-24 6-1873 0 0,-59 18 866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21 20303 0 0,'0'0'928'0'0,"-1"-1"-17"0"0,-3-8-586 0 0,-1-2 4438 0 0,7 13-4010 0 0,5 9-396 0 0,-1 0 1 0 0,0 1-1 0 0,0-1 1 0 0,-1 1-1 0 0,6 21 1 0 0,11 69 283 0 0,-14-61-351 0 0,10 74 162 0 0,-3-13-172 0 0,-3-13-136 0 0,-11-89-145 0 0,-1 0 0 0 0,0 0 0 0 0,0-1 0 0 0,0 1 0 0 0,0 0 0 0 0,0 0 0 0 0,0 0 0 0 0,0 0 0 0 0,1 0 0 0 0,-1 0 0 0 0,0 0 0 0 0,0-1 0 0 0,0 1 0 0 0,0 0 0 0 0,0 0 0 0 0,1 0 0 0 0,-1 0 0 0 0,0 0 0 0 0,0 0 0 0 0,0 0 0 0 0,0 0 0 0 0,0 0 0 0 0,1 0 0 0 0,-1 0 0 0 0,0 0 0 0 0,0 0 0 0 0,0 0 0 0 0,0 0 0 0 0,1 0 0 0 0,-1 0 0 0 0,0 0 0 0 0,0 0 0 0 0,0 0 0 0 0,0 0 0 0 0,1 0 0 0 0,-1 0 0 0 0,0 0 0 0 0,0 0 0 0 0,0 1 0 0 0,0-1 0 0 0,0 0 0 0 0,1 0 0 0 0,-1 0 0 0 0,0 0 0 0 0,0 0 0 0 0,0 0 0 0 0,0 0 0 0 0,0 1 0 0 0,0-1 0 0 0,0 0 0 0 0,1 0 0 0 0,-1 0 0 0 0,0 0 0 0 0,0 1 0 0 0,0-1 0 0 0,0 0 0 0 0,0 0 0 0 0,0 0 0 0 0,0 0 0 0 0,0 1 0 0 0,0-1 1 0 0,0 0-1 0 0,0 0 0 0 0,0 0 0 0 0,0 1-1 0 0,6-13-24 0 0,-6 12 22 0 0,33-75-216 0 0,25-50-63 0 0,-45 102 208 0 0,0 0 0 0 0,1 2-1 0 0,21-26 1 0 0,-31 43 61 0 0,-1 0-1 0 0,1 0 1 0 0,0 0-1 0 0,0 1 1 0 0,0-1-1 0 0,0 1 1 0 0,0 0 0 0 0,1 0-1 0 0,0 1 1 0 0,5-3-1 0 0,-1 4 2 0 0,-7 2 14 0 0,-1-1 0 0 0,0 1-1 0 0,0 0 1 0 0,0 0 0 0 0,0 0 0 0 0,0-1-1 0 0,0 1 1 0 0,0 0 0 0 0,0 0 0 0 0,-1 0-1 0 0,1 1 1 0 0,0-1 0 0 0,0 0 0 0 0,-1 0-1 0 0,1 0 1 0 0,-1 0 0 0 0,1 1 0 0 0,-1-1-1 0 0,1 2 1 0 0,5 26 44 0 0,-6-27-41 0 0,10 88 196 0 0,-1 2-14 0 0,-6-77-347 0 0,0 0 0 0 0,1 0 0 0 0,11 28-1 0 0,-13-40-9 0 0,-1 1 0 0 0,1-1 0 0 0,0 0 0 0 0,0 0 0 0 0,0 1-1 0 0,0-1 1 0 0,1 0 0 0 0,-1-1 0 0 0,1 1 0 0 0,4 3 0 0 0,-4-4-172 0 0,-1-1 0 0 0,1 0 0 0 0,-1 1 0 0 0,1-1 0 0 0,-1 0 0 0 0,1-1 0 0 0,0 1 0 0 0,-1 0 0 0 0,1-1 0 0 0,0 1 0 0 0,0-1 0 0 0,0 0 0 0 0,-1 0-1 0 0,6-1 1 0 0,8-1-2306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7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16 250 11519 0 0,'0'2'528'0'0,"0"6"-381"0"0,-1-1 0 0 0,0 1 0 0 0,-3 8-1 0 0,-2 21 2851 0 0,5-22 695 0 0,-1 32 3331 0 0,2 1-4559 0 0,1-37-2406 0 0,0 0 1 0 0,1-1-1 0 0,0 1 0 0 0,0 0 0 0 0,1-1 0 0 0,7 17 1 0 0,-9-24-208 0 0,1 0 0 0 0,-1-1 0 0 0,1 1 0 0 0,0-1 0 0 0,0 1 0 0 0,0-1 0 0 0,0 1 0 0 0,0-1 1 0 0,0 0-1 0 0,1 0 0 0 0,-1 0 0 0 0,1-1 0 0 0,5 4 0 0 0,-5-4-369 0 0,0 0 0 0 0,0 0 0 0 0,0 0 0 0 0,0 0 0 0 0,0 0 0 0 0,0-1 0 0 0,1 1 0 0 0,3-1 0 0 0,11-1-7802 0 0</inkml:trace>
  <inkml:trace contextRef="#ctx0" brushRef="#br0" timeOffset="1">699 1 11519 0 0,'-1'1'15263'0'0,"-1"9"-14964"0"0,0-1 0 0 0,0 1 0 0 0,1-1 0 0 0,0 1 0 0 0,1 12 0 0 0,5 52 1287 0 0,-4-64-1541 0 0,16 136-4705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88 6911 0 0,'-10'-3'18260'0'0,"12"3"-18145"0"0,-1-1-1 0 0,1 1 1 0 0,0-1-1 0 0,-1 1 1 0 0,1-1-1 0 0,-1 0 1 0 0,1 1-1 0 0,2-3 1 0 0,6-3 151 0 0,34-6-75 0 0,0 1-1 0 0,0 2 1 0 0,47-4-1 0 0,-50 8-269 0 0,79-10-2737 0 0,-77 9 1320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8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37 22319 0 0,'-8'-3'2376'0'0,"2"0"-2131"0"0,0 2 0 0 0,0-1 1 0 0,0 1-1 0 0,0 0 0 0 0,-1 0 0 0 0,1 1 0 0 0,0 0 0 0 0,-1 0 1 0 0,1 0-1 0 0,0 1 0 0 0,-1 0 0 0 0,1 0 0 0 0,0 0 0 0 0,0 1 1 0 0,0 0-1 0 0,0 1 0 0 0,0-1 0 0 0,0 1 0 0 0,1 0 0 0 0,-10 6 0 0 0,-3 5 84 0 0,0 0 0 0 0,1 1 0 0 0,1 0-1 0 0,-23 28 1 0 0,4-3 19 0 0,-36 44 239 0 0,60-69-517 0 0,0 1-1 0 0,1 0 1 0 0,-13 28-1 0 0,21-39-65 0 0,0 0 0 0 0,0-1-1 0 0,1 1 1 0 0,-1 0 0 0 0,1 0 0 0 0,0 0-1 0 0,1 0 1 0 0,-1 0 0 0 0,1 1-1 0 0,0-1 1 0 0,1 0 0 0 0,-1 0-1 0 0,1 0 1 0 0,0 0 0 0 0,0 0 0 0 0,3 7-1 0 0,-2-7-10 0 0,1-1 0 0 0,-1 1 0 0 0,1 0 0 0 0,0-1-1 0 0,1 0 1 0 0,-1 1 0 0 0,1-1 0 0 0,0-1 0 0 0,0 1-1 0 0,0 0 1 0 0,0-1 0 0 0,0 0 0 0 0,1 0 0 0 0,0-1 0 0 0,6 4-1 0 0,4 0-51 0 0,1-1-1 0 0,-1 0 0 0 0,1-1 0 0 0,-1-1 1 0 0,1 0-1 0 0,0-1 0 0 0,0-1 1 0 0,0 0-1 0 0,1-2 0 0 0,-1 0 0 0 0,28-5 1 0 0,-13 0-48 0 0,0-2 1 0 0,0-1-1 0 0,-1-1 1 0 0,57-29-1 0 0,-72 31 89 0 0,0 0 1 0 0,0-2-1 0 0,-1 1 1 0 0,0-2-1 0 0,-1 0 1 0 0,0-1-1 0 0,-1 0 0 0 0,12-14 1 0 0,-19 19 7 0 0,0 0-1 0 0,0-1 1 0 0,-1 1 0 0 0,0-1-1 0 0,0 0 1 0 0,-1 0 0 0 0,0 0-1 0 0,0 0 1 0 0,-1-1 0 0 0,0 1-1 0 0,0-1 1 0 0,-1 0 0 0 0,0 1-1 0 0,-1-1 1 0 0,0 0 0 0 0,0 1-1 0 0,-3-16 1 0 0,1 14-5 0 0,-1 1-1 0 0,0-1 0 0 0,-1 0 1 0 0,0 1-1 0 0,0 0 1 0 0,-1 0-1 0 0,0 0 1 0 0,-1 1-1 0 0,0-1 1 0 0,0 1-1 0 0,-14-13 1 0 0,9 10-304 0 0,-1 2 1 0 0,1-1 0 0 0,-2 2-1 0 0,1-1 1 0 0,-1 2-1 0 0,0 0 1 0 0,-22-9 0 0 0,30 15-167 0 0,0-1 1 0 0,0 1-1 0 0,-1-1 1 0 0,1 1-1 0 0,-1 1 1 0 0,1-1-1 0 0,-9 1 1 0 0,1 2-1611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12439 0 0,'0'0'7471'0'0,"-3"8"-5482"0"0,1-4-1206 0 0,1 0 1 0 0,0 0-1 0 0,0 1 0 0 0,0-1 1 0 0,0 0-1 0 0,1 1 0 0 0,0-1 1 0 0,0 9-1 0 0,1-5-348 0 0,1-1 1 0 0,-1 1-1 0 0,1 0 0 0 0,4 9 1 0 0,4 4-360 0 0,0 0 0 0 0,16 25 0 0 0,-23-42-228 0 0,0-1 1 0 0,0 1-1 0 0,0 0 1 0 0,0-1-1 0 0,1 1 1 0 0,-1-1-1 0 0,8 5 1 0 0,-10-7-457 0 0,7 3-774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 22543 0 0,'-5'-2'347'0'0,"-17"1"1861"0"0,21 1-1985 0 0,-1 0 0 0 0,1 0 0 0 0,-1 1 0 0 0,1-1 0 0 0,-1 1 0 0 0,1-1 0 0 0,-1 1 0 0 0,1 0 0 0 0,0-1 0 0 0,-1 1 0 0 0,1 0 0 0 0,0 0 0 0 0,0 0 0 0 0,-2 2 1 0 0,-13 17 1778 0 0,15-20-1982 0 0,0 2 29 0 0,0 0 1 0 0,0 0-1 0 0,-1 0 0 0 0,1 0 0 0 0,1 0 0 0 0,-1 0 0 0 0,0 0 1 0 0,0 0-1 0 0,1 1 0 0 0,-1-1 0 0 0,1 0 0 0 0,0 0 0 0 0,0 1 1 0 0,0-1-1 0 0,0 0 0 0 0,0 0 0 0 0,0 1 0 0 0,0-1 1 0 0,1 3-1 0 0,3 4-36 0 0,-2-7-13 0 0,0 0 0 0 0,0 0 0 0 0,0 0 0 0 0,0-1 0 0 0,1 1 0 0 0,-1 0 0 0 0,1-1 0 0 0,-1 1 0 0 0,1-1 0 0 0,-1 0 0 0 0,1 0 0 0 0,0 0 0 0 0,0 0 0 0 0,3 0 0 0 0,-5 0-3 0 0,1-1 1 0 0,-1 1-1 0 0,1-1 0 0 0,-1 0 1 0 0,1 0-1 0 0,0 1 0 0 0,-1-1 0 0 0,1 0 1 0 0,0 0-1 0 0,-1 0 0 0 0,1-1 1 0 0,-1 1-1 0 0,1 0 0 0 0,0 0 1 0 0,-1-1-1 0 0,1 1 0 0 0,1-2 0 0 0,2 0-21 0 0,4 0-13 0 0,0-1 1 0 0,14-7 0 0 0,-20 9 32 0 0,0-1 0 0 0,-1 1 1 0 0,1-1-1 0 0,0 1 0 0 0,-1-1 1 0 0,0 0-1 0 0,1 0 0 0 0,-1 0 0 0 0,0 0 1 0 0,0-1-1 0 0,3-3 0 0 0,-4 4-44 0 0,0 0-1 0 0,0-1 0 0 0,0 1 0 0 0,-1 0 0 0 0,1-1 0 0 0,-1 1 0 0 0,1-1 1 0 0,-1 1-1 0 0,0 0 0 0 0,0-1 0 0 0,0 1 0 0 0,0-1 0 0 0,-1-2 1 0 0,1 3-78 0 0,0 1 0 0 0,-1 0 0 0 0,1 0 0 0 0,0 0 0 0 0,-1-1 0 0 0,0 1 0 0 0,1 0 0 0 0,-1 0 0 0 0,0 0 0 0 0,1 0 0 0 0,-1 0 0 0 0,0 0 0 0 0,0 0 0 0 0,0 0 0 0 0,0 1 0 0 0,0-1 0 0 0,0 0 0 0 0,0 0 0 0 0,0 1 0 0 0,0-1 0 0 0,0 1 0 0 0,0-1 0 0 0,0 1 0 0 0,-2-1 0 0 0,-6 2-2710 0 0,7 0 2303 0 0,-8 3-1342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45 8287 0 0,'-12'3'556'0'0,"-23"7"-456"0"0,-1-3 20837 0 0,51-7-19665 0 0,86-1-775 0 0,158-23 0 0 0,0-9-116 0 0,-129 26-1228 0 0,0 14-3506 0 0,-110-4 1977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09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11975 0 0,'-1'1'923'0'0,"-3"1"-158"0"0,-3 7 5786 0 0,2 8-1470 0 0,4-12-4533 0 0,0 1-1 0 0,1-1 1 0 0,-1 1-1 0 0,1-1 1 0 0,0 0 0 0 0,1 1-1 0 0,0 6 1 0 0,12 38 635 0 0,-8-30-804 0 0,7 18-89 0 0,2-1-1 0 0,19 37 1 0 0,-21-46-238 0 0,-8-20-52 0 0,-1-1 16 0 0,-3-6 200 0 0,1-10-206 0 0,0 0 1 0 0,1 0-1 0 0,0 0 0 0 0,3-10 0 0 0,1-1-90 0 0,-3 7 61 0 0,1 0 0 0 0,0 0 0 0 0,1 0 0 0 0,0 1 0 0 0,1-1 0 0 0,1 1 0 0 0,0 0 0 0 0,0 1 1 0 0,2 0-1 0 0,10-12 0 0 0,-16 20 17 0 0,-1 1 1 0 0,1 0-1 0 0,0-1 1 0 0,0 1-1 0 0,0 1 1 0 0,4-3-1 0 0,11-3 12 0 0,-13 7 14 0 0,-1 1-5 0 0,-1-1-4 0 0,0 0-1 0 0,-1 1 0 0 0,1-1 0 0 0,0 1 1 0 0,-1 0-1 0 0,1 0 0 0 0,-1 0 1 0 0,1 0-1 0 0,-1 0 0 0 0,1 1 0 0 0,-1-1 1 0 0,0 1-1 0 0,1-1 0 0 0,-1 1 0 0 0,0 0 1 0 0,0 0-1 0 0,2 3 0 0 0,4 4 32 0 0,0 1 0 0 0,9 14 0 0 0,44 72 130 0 0,-57-86-176 0 0,-4-10 0 0 0,0 0 0 0 0,0 1 0 0 0,0-1 0 0 0,0 0 0 0 0,0 0 0 0 0,1 1 0 0 0,-1-1 0 0 0,0 0 0 0 0,0 0 0 0 0,0 1 0 0 0,0-1 0 0 0,0 0 0 0 0,0 0 0 0 0,1 0 0 0 0,-1 1 0 0 0,0-1 0 0 0,0 0 0 0 0,0 0 0 0 0,0 0 0 0 0,1 1 0 0 0,-1-1 0 0 0,0 0 0 0 0,0 0 0 0 0,1 0 0 0 0,-1 0 0 0 0,0 0 0 0 0,0 0 0 0 0,0 1 0 0 0,1-1 0 0 0,-1 0 0 0 0,0 0 0 0 0,1 0 0 0 0,-1 0 0 0 0,0 0 0 0 0,0 0 0 0 0,1 0 0 0 0,-1 0 0 0 0,0 0 0 0 0,0 0 0 0 0,1 0 0 0 0,-1 0 0 0 0,0 0 0 0 0,0 0 0 0 0,1-1 0 0 0,-1 1 0 0 0,0 0 0 0 0,0 0 0 0 0,1 0 0 0 0,-1 0 0 0 0,0 0 0 0 0,0-1 0 0 0,1 1 0 0 0,8-10 0 0 0,-8 9 0 0 0,43-60-27 0 0,12-14-10 0 0,-53 72 42 0 0,43-49-28 0 0,-41 47 17 0 0,0 0 1 0 0,1 1-1 0 0,-1 0 0 0 0,1 0 0 0 0,0 1 1 0 0,0-1-1 0 0,12-4 0 0 0,-17 8 6 0 0,-1 0 0 0 0,0-1 0 0 0,1 1 0 0 0,-1 0 0 0 0,1 0 0 0 0,-1-1 0 0 0,1 1 0 0 0,-1 0 0 0 0,1 0 0 0 0,-1 0 0 0 0,1 0 0 0 0,-1 0 0 0 0,1 0 0 0 0,-1 0 0 0 0,0 0 0 0 0,1 0 0 0 0,-1 0 0 0 0,1 0 0 0 0,-1 0 0 0 0,1 0 0 0 0,-1 0 0 0 0,1 0 0 0 0,-1 0 0 0 0,1 0 0 0 0,-1 1 0 0 0,1-1 0 0 0,-1 0 0 0 0,0 0 0 0 0,1 1 0 0 0,-1-1 0 0 0,1 0 0 0 0,-1 1 0 0 0,0-1 0 0 0,1 1 0 0 0,0 0 0 0 0,2 1 0 0 0,0 0 0 0 0,1 1 0 0 0,-1 0 0 0 0,-1-1 0 0 0,1 1 0 0 0,0 0 0 0 0,-1 0 0 0 0,0 1 0 0 0,1-1 0 0 0,2 6 0 0 0,1 4 0 0 0,7 23 0 0 0,-4-11 0 0 0,9 25-480 0 0,-18-49 237 0 0,0-1 150 0 0,0 1 0 0 0,0-1 0 0 0,0 1 1 0 0,0-1-1 0 0,0 1 0 0 0,1-1 0 0 0,-1 1 0 0 0,0-1 0 0 0,0 1 0 0 0,0-1 0 0 0,0 1 0 0 0,0-1 0 0 0,1 1 0 0 0,-1-1 0 0 0,0 0 0 0 0,0 1 0 0 0,1-1 0 0 0,-1 1 0 0 0,0-1 0 0 0,1 0 0 0 0,-1 1 0 0 0,0-1 0 0 0,1 0 0 0 0,-1 1 0 0 0,0-1 0 0 0,1 0 0 0 0,-1 0 1 0 0,1 1-1 0 0,-1-1 0 0 0,1 0 0 0 0,-1 0 0 0 0,0 0 0 0 0,1 0 0 0 0,-1 0 0 0 0,1 0 0 0 0,0 1 0 0 0,0-1-333 0 0,1 0 1 0 0,-1-1-1 0 0,0 1 0 0 0,0 0 0 0 0,1 0 1 0 0,-1 0-1 0 0,0-1 0 0 0,0 1 1 0 0,0-1-1 0 0,1 1 0 0 0,1-2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1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22399 0 0,'0'0'2032'0'0,"-14"0"2136"0"0,5 8-3685 0 0,0 1 1 0 0,1 1-1 0 0,0 0 0 0 0,1 0 0 0 0,0 0 1 0 0,-8 17-1 0 0,5-10-147 0 0,9-16-323 0 0,0 0 4 0 0,0 1-1 0 0,1 0 1 0 0,-1-1-1 0 0,0 1 1 0 0,0 0-1 0 0,1 0 1 0 0,-1 3-1 0 0,0-5-16 0 0,1 1 1 0 0,0-1-1 0 0,0 1 1 0 0,0-1-1 0 0,0 1 0 0 0,0-1 1 0 0,-1 1-1 0 0,1-1 1 0 0,0 1-1 0 0,0-1 0 0 0,0 1 1 0 0,0-1-1 0 0,1 1 1 0 0,-1-1-1 0 0,0 1 1 0 0,0-1-1 0 0,0 0 0 0 0,0 1 1 0 0,0-1-1 0 0,1 1 1 0 0,-1-1-1 0 0,0 1 0 0 0,0-1 1 0 0,1 1-1 0 0,-1-1 1 0 0,0 0-1 0 0,1 1 0 0 0,-1-1 1 0 0,0 0-1 0 0,1 1 1 0 0,-1-1-1 0 0,0 0 0 0 0,1 1 1 0 0,-1-1-1 0 0,1 0 1 0 0,0 1 0 0 0,0 0-3 0 0,0 0 1 0 0,0 0-1 0 0,0 0 1 0 0,0-1-1 0 0,0 1 1 0 0,0 0-1 0 0,0 0 1 0 0,0-1-1 0 0,0 1 0 0 0,0 0 1 0 0,0-1-1 0 0,1 1 1 0 0,-1-1-1 0 0,0 0 1 0 0,0 1-1 0 0,1-1 1 0 0,-1 0-1 0 0,0 0 1 0 0,0 0-1 0 0,1 0 0 0 0,1 0 1 0 0,1 0-18 0 0,-1 1 9 0 0,-1-1 5 0 0,-1 0-1 0 0,0 0 0 0 0,0 1 1 0 0,0-1-1 0 0,0-1 1 0 0,1 1-1 0 0,-1 0 0 0 0,0 0 1 0 0,0 0-1 0 0,0-1 1 0 0,0 1-1 0 0,0 0 0 0 0,2-2 1 0 0,0 2-3 0 0,-1-1-1 0 0,1 0 1 0 0,-1 0 0 0 0,1-1 0 0 0,-1 1 0 0 0,0 0 0 0 0,0-1-1 0 0,1 0 1 0 0,-1 1 0 0 0,0-1 0 0 0,-1 0 0 0 0,1 0-1 0 0,0 0 1 0 0,0 0 0 0 0,1-3 0 0 0,0-2 8 0 0,-3 7-1 0 0,0 0 0 0 0,1-1-1 0 0,-1 1 1 0 0,0-1 0 0 0,0 1 0 0 0,1 0-1 0 0,-1-1 1 0 0,0 1 0 0 0,0-1 0 0 0,0 1-1 0 0,0-1 1 0 0,0 1 0 0 0,0-1 0 0 0,0 1-1 0 0,0-1 1 0 0,0 1 0 0 0,0-1 0 0 0,0 1-1 0 0,0-1 1 0 0,0 1 0 0 0,0 0 0 0 0,0-1-1 0 0,0 1 1 0 0,0-1 0 0 0,-1 1 0 0 0,1-1-1 0 0,0 1 1 0 0,0-1 0 0 0,-1 1 0 0 0,1 0 0 0 0,0-1-1 0 0,-1 0 1 0 0,0 1-11 0 0,0-2 6 0 0,1 1 0 0 0,-1-1 0 0 0,0 1 0 0 0,0 0 0 0 0,0-1 0 0 0,-1 1 0 0 0,1 0 0 0 0,0 0 0 0 0,0-1 0 0 0,-1 1 0 0 0,1 0 1 0 0,0 0-1 0 0,-1 1 0 0 0,1-1 0 0 0,-1 0 0 0 0,0 0 0 0 0,1 1 0 0 0,-3-1 0 0 0,0-1-36 0 0,-32-9 243 0 0,20 6-2200 0 0,0 0-6151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3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18 9215 0 0,'-9'-11'976'0'0,"1"5"4397"0"0,9 19 3675 0 0,1-2-6213 0 0,5 144-1180 0 0,-3-48-1294 0 0,25 127-1622 0 0,-29-233 530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39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43 173 22375 0 0,'-4'-1'196'0'0,"-1"-1"189"0"0,0 0 1 0 0,0 0-1 0 0,1 0 0 0 0,-1 0 1 0 0,-8-6-1 0 0,12 7 43 0 0,1 0-269 0 0,1-1-1 0 0,-1 0 0 0 0,1 1 1 0 0,-1-1-1 0 0,1 0 1 0 0,0 1-1 0 0,0-1 1 0 0,0 1-1 0 0,0 0 0 0 0,0-1 1 0 0,0 1-1 0 0,0-1 1 0 0,0 1-1 0 0,0 0 0 0 0,1 0 1 0 0,-1 0-1 0 0,0 0 1 0 0,1 0-1 0 0,-1 0 1 0 0,1 0-1 0 0,-1 0 0 0 0,1 1 1 0 0,-1-1-1 0 0,1 1 1 0 0,1-1-1 0 0,9-3 62 0 0,0 0-1 0 0,17-2 0 0 0,-21 4-77 0 0,145-25 603 0 0,21-4-409 0 0,39-8-381 0 0,-172 34-865 0 0,1 2 0 0 0,-1 2 0 0 0,50 5 0 0 0,-76-2-225 0 0,0 0 1 0 0,1 1 0 0 0,17 7-1 0 0,-10-1-1322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3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192 133 9239 0 0,'12'-15'701'0'0,"-4"5"-528"0"0,0 1 0 0 0,9-17 0 0 0,-16 23 85 0 0,1 0 0 0 0,-1 0 0 0 0,0 0 0 0 0,1 0 0 0 0,-1-1 0 0 0,-1 1 0 0 0,1 0 0 0 0,0-1 0 0 0,-1 1 0 0 0,0-1 0 0 0,1 1 0 0 0,-1 0 0 0 0,-1-7 0 0 0,1 9-71 0 0,-1 0 0 0 0,1 0 0 0 0,0 0-1 0 0,0 0 1 0 0,-1 0 0 0 0,1 0 0 0 0,0 0-1 0 0,-1 1 1 0 0,1-1 0 0 0,-1 0 0 0 0,1 0-1 0 0,-1 0 1 0 0,1 0 0 0 0,-1 1 0 0 0,0-1 0 0 0,0 0-1 0 0,1 0 1 0 0,-1 1 0 0 0,0-1 0 0 0,0 1-1 0 0,0-1 1 0 0,0 0 0 0 0,-1 1 43 0 0,1-1 0 0 0,-1 1 0 0 0,1 0 0 0 0,-1 0 0 0 0,1-1 0 0 0,-1 1 0 0 0,1 0 0 0 0,-1 1 0 0 0,0-1 0 0 0,1 0 0 0 0,-1 0 0 0 0,1 1 0 0 0,-2 0 0 0 0,-3 1 381 0 0,0 1-1 0 0,0-1 1 0 0,0 2 0 0 0,0-1-1 0 0,-8 6 1 0 0,-9 11 356 0 0,1 0-1 0 0,0 2 0 0 0,2 0 1 0 0,-35 49-1 0 0,52-66-919 0 0,0 0-1 0 0,0 0 1 0 0,0 1 0 0 0,1-1-1 0 0,0 1 1 0 0,0-1 0 0 0,0 1-1 0 0,0 0 1 0 0,1 0 0 0 0,0 0-1 0 0,1 0 1 0 0,-1 6 0 0 0,1-9-67 0 0,0-1 0 0 0,1 1 0 0 0,-1-1 0 0 0,0 0 0 0 0,1 1 0 0 0,0-1 0 0 0,-1 0 0 0 0,1 1 0 0 0,0-1 0 0 0,0 0 0 0 0,0 0 0 0 0,1 0 0 0 0,-1 0 0 0 0,0 0 0 0 0,1 0 0 0 0,-1 0 0 0 0,1 0 1 0 0,0-1-1 0 0,0 1 0 0 0,-1-1 0 0 0,1 1 0 0 0,0-1 0 0 0,0 0 0 0 0,0 0 0 0 0,1 1 0 0 0,-1-1 0 0 0,0-1 0 0 0,0 1 0 0 0,1 0 0 0 0,-1-1 0 0 0,0 1 0 0 0,4 0 0 0 0,4 0-154 0 0,0-1 0 0 0,0 0 0 0 0,0 0 0 0 0,0-1 0 0 0,0 0-1 0 0,-1 0 1 0 0,1-2 0 0 0,17-4 0 0 0,-15 2 45 0 0,0 0-1 0 0,0 0 1 0 0,0-1-1 0 0,0-1 1 0 0,-1 0-1 0 0,11-9 1 0 0,-12 7 148 0 0,-1 0-1 0 0,-1-1 1 0 0,0 0 0 0 0,0 0 0 0 0,-1-1 0 0 0,0 1-1 0 0,-1-2 1 0 0,10-23 0 0 0,-15 34 1013 0 0,-1 5-948 0 0,1 0 0 0 0,0 0 0 0 0,0-1 0 0 0,0 1 0 0 0,0 0 0 0 0,4 6 0 0 0,1 6 32 0 0,-2-7-225 0 0,0 0-1 0 0,0-1 1 0 0,1 1-1 0 0,0-1 1 0 0,1 0-1 0 0,-1-1 1 0 0,13 13-1 0 0,-17-19-422 0 0,22 2-3102 0 0,-2 0-3596 0 0,-7-2-194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17823 0 0,'0'0'4237'0'0,"0"2"-2969"0"0,4 12-524 0 0,0-1-1 0 0,0 1 0 0 0,1-1 1 0 0,1 0-1 0 0,13 22 0 0 0,8 17-237 0 0,24 54 17 0 0,18 46-162 0 0,-65-142-323 0 0,-1-4-12 0 0,0 0-1 0 0,-1 1 1 0 0,0-1 0 0 0,-1 1-1 0 0,1-1 1 0 0,-1 1-1 0 0,0 0 1 0 0,-1 0-1 0 0,0-1 1 0 0,0 1-1 0 0,-2 12 1 0 0,1-17 38 0 0,-1 4-40 0 0,-6-23-31 0 0,8 13-11 0 0,0 0 0 0 0,0 0-1 0 0,0 1 1 0 0,1-1 0 0 0,-1 0-1 0 0,1 0 1 0 0,0 1 0 0 0,0-1-1 0 0,0 0 1 0 0,0 1 0 0 0,3-5-1 0 0,3-6-79 0 0,13-18-1 0 0,-12 19 31 0 0,2-3-20 0 0,1 1-1 0 0,0 0 1 0 0,24-24 0 0 0,-30 34 70 0 0,1 0 1 0 0,-1 0-1 0 0,1 1 0 0 0,0 0 1 0 0,0 0-1 0 0,1 1 1 0 0,-1 0-1 0 0,1 0 1 0 0,-1 0-1 0 0,1 1 1 0 0,0-1-1 0 0,14-1 1 0 0,-18 4 9 0 0,0 0 1 0 0,0 0 0 0 0,0 0 0 0 0,0 0-1 0 0,0 0 1 0 0,-1 0 0 0 0,1 1 0 0 0,0 0-1 0 0,0-1 1 0 0,0 1 0 0 0,0 0-1 0 0,-1 0 1 0 0,1 1 0 0 0,0-1 0 0 0,-1 1-1 0 0,4 1 1 0 0,-3 0 5 0 0,-1 0 0 0 0,1 0 1 0 0,0 0-1 0 0,-1 0 0 0 0,0 0 0 0 0,1 0 0 0 0,-1 1 1 0 0,0-1-1 0 0,-1 1 0 0 0,1-1 0 0 0,0 5 0 0 0,1 0 22 0 0,-1-1-1 0 0,-1 2 0 0 0,1-1 0 0 0,-1 0 0 0 0,-1 0 1 0 0,0 0-1 0 0,0 1 0 0 0,0-1 0 0 0,-1 0 1 0 0,0 0-1 0 0,-3 9 0 0 0,0-3 30 0 0,-2-1-1 0 0,1 1 1 0 0,-1-1 0 0 0,-1 0-1 0 0,0 0 1 0 0,-1-1 0 0 0,-10 12 0 0 0,11-15-276 0 0,0-1 1 0 0,-1-1 0 0 0,1 1 0 0 0,-2-1 0 0 0,1-1 0 0 0,-1 0 0 0 0,0 0 0 0 0,0 0 0 0 0,0-1 0 0 0,-15 5 0 0 0,22-9-256 0 0,0 0 0 0 0,-1-1 0 0 0,1 1 0 0 0,0-1 0 0 0,-1 0 0 0 0,1 0 0 0 0,-1 0 1 0 0,1 0-1 0 0,0 0 0 0 0,-1 0 0 0 0,1 0 0 0 0,-1-1 0 0 0,-3 0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20935 0 0,'0'0'960'0'0,"-3"8"315"0"0,-6 20-325 0 0,2 0 0 0 0,1 0 0 0 0,2 1 1 0 0,0 0-1 0 0,2 31 0 0 0,1-43-710 0 0,1-1 0 0 0,1 1-1 0 0,1-1 1 0 0,0 0 0 0 0,1 0 0 0 0,1 0-1 0 0,11 29 1 0 0,-13-39-230 0 0,1 0-1 0 0,0-1 0 0 0,1 1 1 0 0,-1-1-1 0 0,1 0 1 0 0,0 0-1 0 0,0 0 1 0 0,1-1-1 0 0,-1 1 0 0 0,6 3 1 0 0,-5-5-48 0 0,-1 0 1 0 0,1-1-1 0 0,0 0 1 0 0,-1 1-1 0 0,1-2 0 0 0,0 1 1 0 0,0 0-1 0 0,0-1 1 0 0,1 0-1 0 0,-1 0 1 0 0,0-1-1 0 0,0 0 1 0 0,9 0-1 0 0,-6 0-56 0 0,0-1 0 0 0,-1-1 0 0 0,1 1 0 0 0,-1-1 0 0 0,1 0 0 0 0,-1-1 0 0 0,0 0 0 0 0,0 0 0 0 0,0 0 0 0 0,0-1 0 0 0,-1 0 0 0 0,0 0 0 0 0,1-1 0 0 0,-1 0 0 0 0,-1 0 0 0 0,1 0 0 0 0,6-8 0 0 0,-5 4-1 0 0,-1-1 1 0 0,1 0 0 0 0,-1 0 0 0 0,-1 0 0 0 0,0 0 0 0 0,-1-1 0 0 0,0 0-1 0 0,0 0 1 0 0,-1 0 0 0 0,3-21 0 0 0,-6 32 94 0 0,0-1-1 0 0,1 0 1 0 0,-1 1 0 0 0,0-1-1 0 0,0 0 1 0 0,0 1 0 0 0,0-1-1 0 0,0 1 1 0 0,0-1-1 0 0,0 0 1 0 0,0 1 0 0 0,0-1-1 0 0,0 0 1 0 0,-1 1 0 0 0,1-1-1 0 0,0 0 1 0 0,0 1 0 0 0,0-1-1 0 0,-1 1 1 0 0,1-1-1 0 0,0 1 1 0 0,-1-1 0 0 0,0 0-1 0 0,1 1 19 0 0,-1 0-1 0 0,1 0 0 0 0,-1 0 1 0 0,0 0-1 0 0,1 0 1 0 0,-1 0-1 0 0,1 0 0 0 0,-1 0 1 0 0,1 0-1 0 0,-1 0 0 0 0,1 0 1 0 0,-1 0-1 0 0,1 1 1 0 0,-1-1-1 0 0,1 0 0 0 0,-1 0 1 0 0,1 1-1 0 0,-1-1 0 0 0,1 0 1 0 0,-1 1-1 0 0,-4 3 174 0 0,1 0 0 0 0,0 0 0 0 0,-7 9 0 0 0,8-10-143 0 0,1 1-1 0 0,-1 0 1 0 0,1 0-1 0 0,0 0 1 0 0,0 0 0 0 0,1 1-1 0 0,-1-1 1 0 0,1 1-1 0 0,0-1 1 0 0,0 0 0 0 0,1 1-1 0 0,-1 0 1 0 0,1-1-1 0 0,0 1 1 0 0,0-1 0 0 0,0 1-1 0 0,1-1 1 0 0,0 1 0 0 0,0-1-1 0 0,1 6 1 0 0,0-5-60 0 0,0 1 0 0 0,1-1 0 0 0,-1 0 0 0 0,1 0 0 0 0,0 0 0 0 0,1 0 0 0 0,-1-1 0 0 0,1 1 0 0 0,0-1 0 0 0,0 0 0 0 0,0 0 0 0 0,0-1 0 0 0,1 1 0 0 0,0-1 0 0 0,8 5 0 0 0,0-2-506 0 0,1-1 0 0 0,0 0 0 0 0,-1-1 0 0 0,1-1-1 0 0,1 0 1 0 0,-1-1 0 0 0,0 0 0 0 0,1-1 0 0 0,14-2 0 0 0,3 0-1589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0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19751 0 0,'-16'-8'3161'0'0,"16"8"-3065"0"0,-1 0-1 0 0,1 0 0 0 0,0 0 1 0 0,0 0-1 0 0,0 0 0 0 0,-1 0 0 0 0,1 0 1 0 0,0 0-1 0 0,0 0 0 0 0,0 0 1 0 0,-1 0-1 0 0,1 0 0 0 0,0 0 0 0 0,0 1 1 0 0,0-1-1 0 0,0 0 0 0 0,-1 0 0 0 0,1 0 1 0 0,0 0-1 0 0,0 0 0 0 0,0 1 1 0 0,0-1-1 0 0,0 0 0 0 0,0 0 0 0 0,-1 0 1 0 0,1 1-1 0 0,0-1 0 0 0,0 0 1 0 0,0 0-1 0 0,0 0 0 0 0,0 1 0 0 0,0-1 1 0 0,0 0-1 0 0,0 0 0 0 0,0 0 0 0 0,0 1 1 0 0,0-1-1 0 0,0 0 0 0 0,0 0 1 0 0,0 1-1 0 0,0-1 0 0 0,0 0 0 0 0,0 10 876 0 0,2 6-590 0 0,1-1 0 0 0,1 1 0 0 0,0-1 0 0 0,1 1 0 0 0,11 22 0 0 0,7 23-268 0 0,-6 3-149 0 0,-3 2 0 0 0,7 80 0 0 0,-21-142-407 0 0,1 0 0 0 0,-1 1-1 0 0,0-1 1 0 0,0 0 0 0 0,0 0 0 0 0,-1 0-1 0 0,1 0 1 0 0,-3 7 0 0 0,1-8-1271 0 0,-3 3-55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1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67 11055 0 0,'-3'-3'512'0'0,"-1"0"-251"0"0,1 0 0 0 0,0-1 0 0 0,0 1 0 0 0,-4-7-1 0 0,7 10-37 0 0,-1-1 0 0 0,1 1-1 0 0,0-1 1 0 0,0 0 0 0 0,-1 1-1 0 0,1-1 1 0 0,0 0 0 0 0,0 1 0 0 0,0-1-1 0 0,0 0 1 0 0,0 1 0 0 0,0-1-1 0 0,0 1 1 0 0,0-1 0 0 0,0 0-1 0 0,0 1 1 0 0,0-2 0 0 0,0 2 220 0 0,1-1 1 0 0,-1 0 0 0 0,2-1 1774 0 0,-1 1-1774 0 0,-1 1 0 0 0,1-1 0 0 0,-1 1-1 0 0,1 0 1 0 0,0-1 0 0 0,-1 1-1 0 0,1 0 1 0 0,0 0 0 0 0,-1-1 0 0 0,1 1-1 0 0,-1 0 1 0 0,2 0 0 0 0,32-7 182 0 0,-1 1 1 0 0,1 2 0 0 0,0 2-1 0 0,0 1 1 0 0,42 4 0 0 0,169 32-359 0 0,-233-32-260 0 0,-1-1 0 0 0,1 2 1 0 0,-1-1-1 0 0,0 2 0 0 0,0-1 1 0 0,0 2-1 0 0,17 10 0 0 0,-24-14-6 0 0,-1 1 0 0 0,0-1 0 0 0,0 1 0 0 0,1 0 1 0 0,-2 0-1 0 0,1 0 0 0 0,0 0 0 0 0,-1 1 0 0 0,1-1 0 0 0,-1 1 0 0 0,0 0 0 0 0,0-1 0 0 0,0 1 0 0 0,-1 0 0 0 0,1 0 0 0 0,-1 0 0 0 0,0 0 0 0 0,0 0 0 0 0,-1 1 0 0 0,1-1 0 0 0,-1 0 0 0 0,0 0 0 0 0,0 0 0 0 0,-1 8 0 0 0,-1 0 11 0 0,-1-1-1 0 0,0 1 1 0 0,-1-1-1 0 0,-1 0 1 0 0,0 0-1 0 0,0 0 1 0 0,-1-1 0 0 0,0 1-1 0 0,-1-2 1 0 0,0 1-1 0 0,0-1 1 0 0,-1 0-1 0 0,-18 16 1 0 0,5-8 22 0 0,-1-1 0 0 0,-1 0 1 0 0,-1-2-1 0 0,-49 23 0 0 0,34-22-180 0 0,-57 15 0 0 0,78-25-45 0 0,-70 21-3347 0 0,82-23 66 0 0</inkml:trace>
  <inkml:trace contextRef="#ctx0" brushRef="#br0" timeOffset="1">773 376 11519 0 0,'-10'9'16439'0'0,"6"-1"-16389"0"0,4-7 282 0 0,0-1-322 0 0,-1 1 0 0 0,1 0-1 0 0,0-1 1 0 0,-1 1-1 0 0,1-1 1 0 0,0 1 0 0 0,-1 0-1 0 0,1-1 1 0 0,0 1-1 0 0,0 0 1 0 0,0 0 0 0 0,0-1-1 0 0,0 1 1 0 0,0 0-1 0 0,0-1 1 0 0,0 1-1 0 0,0 0 1 0 0,0-1 0 0 0,0 1-1 0 0,0 0 1 0 0,0-1-1 0 0,0 1 1 0 0,1 0 0 0 0,-1-1-1 0 0,0 1 1 0 0,1 0-1 0 0,-1-1 1 0 0,0 1 0 0 0,1-1-1 0 0,-1 1 1 0 0,1 0-1 0 0,-1-1 1 0 0,1 1 0 0 0,-1-1-1 0 0,1 0 1 0 0,-1 1-1 0 0,1-1 1 0 0,0 1-1 0 0,16 1-1951 0 0,-4-4-167 0 0,0-1 213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22631 0 0,'0'0'1036'0'0,"7"-5"344"0"0,-1 0-957 0 0,1 1 0 0 0,-1-1 1 0 0,1 2-1 0 0,0-1 0 0 0,0 1 0 0 0,1 0 0 0 0,-1 0 0 0 0,1 1 1 0 0,-1 0-1 0 0,16-2 0 0 0,2 1 113 0 0,-1 2 1 0 0,29 1-1 0 0,-41 1-477 0 0,-1 0 1 0 0,0 0-1 0 0,0 1 0 0 0,12 4 0 0 0,-19-5-49 0 0,-1 0 0 0 0,1 0 0 0 0,-1 1 0 0 0,1-1 0 0 0,-1 1 0 0 0,0 0 0 0 0,1 0 0 0 0,-1 0 0 0 0,0 1 0 0 0,0-1 0 0 0,-1 1 0 0 0,1 0 0 0 0,0-1 0 0 0,-1 1 0 0 0,4 5 0 0 0,-5-6 5 0 0,-1 1-1 0 0,1 0 1 0 0,0-1 0 0 0,0 1 0 0 0,-1 0-1 0 0,0 0 1 0 0,0-1 0 0 0,1 1-1 0 0,-1 0 1 0 0,-1 0 0 0 0,1 0-1 0 0,0-1 1 0 0,-1 1 0 0 0,1 0 0 0 0,-1-1-1 0 0,0 1 1 0 0,-2 3 0 0 0,-1 3 42 0 0,0 0 1 0 0,0 0-1 0 0,-10 12 1 0 0,-35 45 163 0 0,-20 30 27 0 0,-3 16-212 0 0,67-102-36 0 0,4-2 0 0 0,2-7 0 0 0,0 0 0 0 0,0 1 0 0 0,0-1 0 0 0,0 0 0 0 0,0 0 0 0 0,0 0 0 0 0,0 0 0 0 0,0 0 0 0 0,0-1 0 0 0,1 1 0 0 0,-1 0 0 0 0,0 0 0 0 0,1-1 0 0 0,-1 1 0 0 0,0-1 0 0 0,1 1 0 0 0,-1-1 0 0 0,3 1 0 0 0,30 3 0 0 0,-28-4 0 0 0,22 1 0 0 0,-1-2 0 0 0,0-2 0 0 0,1 0 0 0 0,37-10 0 0 0,-37 7 0 0 0,111-24-948 0 0,-121 28 416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3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7367 0 0,'0'0'18400'0'0,"3"0"-17364"0"0,149-6 3366 0 0,-67 1-3507 0 0,1 4-3278 0 0,26 8-8884 0 0,-100-5 3304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3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23839 0 0,'0'0'3747'0'0,"2"2"-3126"0"0,1 0-391 0 0,1-1 0 0 0,0 1 0 0 0,1-1 0 0 0,-1 1 0 0 0,0-1-1 0 0,0 0 1 0 0,1 0 0 0 0,-1-1 0 0 0,8 1 0 0 0,45-3 626 0 0,-51 1-822 0 0,189-21 545 0 0,-110 14-536 0 0,-9 0-1109 0 0,-28 6-2436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78 1839 0 0,'-26'-18'23980'0'0,"27"17"-23867"0"0,0 0-1 0 0,-1 0 0 0 0,1 0 1 0 0,0 0-1 0 0,0 0 1 0 0,0 1-1 0 0,0-1 1 0 0,0 0-1 0 0,0 1 1 0 0,0-1-1 0 0,0 0 1 0 0,0 1-1 0 0,0-1 1 0 0,0 1-1 0 0,1 0 0 0 0,-1-1 1 0 0,0 1-1 0 0,0 0 1 0 0,2 0-1 0 0,2-2 252 0 0,28-9-30 0 0,1 2-1 0 0,0 1 0 0 0,0 1 0 0 0,1 2 0 0 0,0 2 0 0 0,0 1 1 0 0,58 4-1 0 0,-89-2-334 0 0,0 1 0 0 0,0-1 0 0 0,1 1-1 0 0,-1 0 1 0 0,0 1 0 0 0,0-1 0 0 0,0 0 0 0 0,-1 1 0 0 0,1 0 0 0 0,5 4 0 0 0,-7-5 1 0 0,-1 0 0 0 0,1 0 0 0 0,-1 1 0 0 0,0-1 0 0 0,0 1 0 0 0,1-1 0 0 0,-1 1 0 0 0,0 0 0 0 0,0-1 0 0 0,-1 1 0 0 0,1 0 1 0 0,0-1-1 0 0,-1 1 0 0 0,1 0 0 0 0,-1 0 0 0 0,1 0 0 0 0,-1 0 0 0 0,0 0 0 0 0,0-1 0 0 0,0 1 0 0 0,0 0 0 0 0,0 0 0 0 0,0 0 0 0 0,0 0 0 0 0,-1 3 0 0 0,-2 3 4 0 0,1 0-1 0 0,-1 0 1 0 0,-1 0-1 0 0,0 0 1 0 0,0 0-1 0 0,0-1 1 0 0,-1 1-1 0 0,-10 11 1 0 0,-7 5 53 0 0,-25 23 1 0 0,24-26-24 0 0,-83 76 89 0 0,7-9-103 0 0,33-21 269 0 0,65-66-222 0 0,2 1 14 0 0,-1 3-83 0 0,10 3 67 0 0,-5-6-57 0 0,0 0 0 0 0,0 0 0 0 0,0-1 0 0 0,0 0-1 0 0,0 0 1 0 0,1 0 0 0 0,-1 0 0 0 0,9-1 0 0 0,47-3-24 0 0,-42 1 13 0 0,39-4-1149 0 0,1-3 0 0 0,112-32 0 0 0,-140 31-1636 0 0,1 2-6628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8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318 114 5527 0 0,'3'-30'1531'0'0,"-3"25"132"0"0,-1-1 0 0 0,1 1 0 0 0,-1 0 0 0 0,0 0 0 0 0,-1 0 0 0 0,-3-9 1 0 0,4 11-909 0 0,0 0 1 0 0,-1 1 0 0 0,1-1-1 0 0,-1 1 1 0 0,1 0 0 0 0,-1-1 0 0 0,0 1-1 0 0,0 0 1 0 0,0 0 0 0 0,0 0-1 0 0,0 1 1 0 0,0-1 0 0 0,-4-2-1 0 0,4 3-787 0 0,0 0-1 0 0,0 1 1 0 0,-1-1-1 0 0,1 0 1 0 0,0 1-1 0 0,-1-1 1 0 0,1 1-1 0 0,-1-1 1 0 0,1 1-1 0 0,-5 1 1 0 0,-2 0 188 0 0,0 0 0 0 0,0 1 1 0 0,0 1-1 0 0,0 0 0 0 0,1 0 0 0 0,-1 0 1 0 0,-15 10-1 0 0,0 2 124 0 0,-27 21 0 0 0,42-30-259 0 0,1 1 0 0 0,0 0 0 0 0,0 0 0 0 0,0 1 0 0 0,1 0 0 0 0,1 0 0 0 0,-1 0-1 0 0,1 1 1 0 0,1 0 0 0 0,0 0 0 0 0,-6 14 0 0 0,10-22-36 0 0,1 0 0 0 0,-1 1 0 0 0,1-1 1 0 0,-1 0-1 0 0,1 1 0 0 0,0-1 0 0 0,0 1 0 0 0,-1-1 0 0 0,1 0 0 0 0,0 1 1 0 0,0-1-1 0 0,0 1 0 0 0,0-1 0 0 0,1 1 0 0 0,-1-1 0 0 0,0 0 0 0 0,1 1 1 0 0,-1-1-1 0 0,1 1 0 0 0,-1-1 0 0 0,1 0 0 0 0,-1 1 0 0 0,1-1 0 0 0,0 0 1 0 0,0 0-1 0 0,0 0 0 0 0,0 0 0 0 0,0 0 0 0 0,0 0 0 0 0,0 0 0 0 0,0 0 0 0 0,0 0 1 0 0,0 0-1 0 0,0 0 0 0 0,1 0 0 0 0,-1-1 0 0 0,0 1 0 0 0,1-1 0 0 0,-1 1 1 0 0,0-1-1 0 0,1 1 0 0 0,2-1 0 0 0,2 1-69 0 0,1 0 1 0 0,0 0-1 0 0,0-1 1 0 0,0 0-1 0 0,0 0 0 0 0,0-1 1 0 0,11-2-1 0 0,3-3 72 0 0,-1-1 0 0 0,0-1 1 0 0,-1-1-1 0 0,0 0 0 0 0,0-1 0 0 0,24-19 0 0 0,-29 20 169 0 0,2 0 0 0 0,16-6 0 0 0,-31 14 244 0 0,10 18 214 0 0,-9-7-480 0 0,-1 0 0 0 0,0 1-1 0 0,-1-1 1 0 0,0 0 0 0 0,-1 1 0 0 0,-2 13 0 0 0,0 6 25 0 0,0 12-210 0 0,2 0 0 0 0,1 1 0 0 0,3-1 1 0 0,8 47-1 0 0,-10-83 172 0 0,-1-4-504 0 0,0 0 0 0 0,1 0 1 0 0,-1 0-1 0 0,0 0 0 0 0,1 0 0 0 0,0-1 1 0 0,-1 1-1 0 0,1 0 0 0 0,0 0 0 0 0,0-1 1 0 0,0 1-1 0 0,0 0 0 0 0,0-1 0 0 0,2 2 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85 1839 0 0,'-12'-16'26422'0'0,"25"8"-22350"0"0,20-4-6456 0 0,-27 11 3834 0 0,131-33-1015 0 0,-122 30-426 0 0,0 1-7 0 0,24-2 0 0 0,-36 4-2 0 0,0 1 1 0 0,0 0 0 0 0,0 0 0 0 0,0 0-1 0 0,0 1 1 0 0,0-1 0 0 0,-1 1 0 0 0,1-1-1 0 0,0 1 1 0 0,0 0 0 0 0,0 0-1 0 0,0 0 1 0 0,-1 1 0 0 0,4 1 0 0 0,-4-1 5 0 0,-1-1 1 0 0,0 0-1 0 0,0 1 1 0 0,0-1-1 0 0,0 0 1 0 0,0 1-1 0 0,0-1 1 0 0,-1 1-1 0 0,1 0 1 0 0,-1-1-1 0 0,1 1 1 0 0,-1-1 0 0 0,1 1-1 0 0,-1 0 1 0 0,0 2-1 0 0,1 24 87 0 0,-1-26-80 0 0,-12 129 349 0 0,-2 38-209 0 0,14-153-228 0 0,1 19-630 0 0,-8 58 1 0 0,7-92 356 0 0,-1 0 1 0 0,1 0-1 0 0,-1 1 0 0 0,1-1 0 0 0,-1 0 1 0 0,0 0-1 0 0,1 0 0 0 0,-1 0 1 0 0,-2 2-1 0 0,2-1-576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9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15199 0 0,'0'0'1379'0'0,"2"0"-1136"0"0,9-1 1374 0 0,-1 0 0 0 0,0-2 0 0 0,1 1 0 0 0,-1-1 0 0 0,0-1 0 0 0,15-7 0 0 0,13-4-1159 0 0,-2 2-309 0 0,127-41-2156 0 0,152-65-6552 0 0,-301 112 8622 0 0,7-3 2415 0 0,-21 10-2346 0 0,0 0 0 0 0,1 0 0 0 0,-1 0 0 0 0,0-1 0 0 0,0 1 0 0 0,1 0 1 0 0,-1 0-1 0 0,0 0 0 0 0,0-1 0 0 0,0 1 0 0 0,0 0 0 0 0,0 0 0 0 0,1-1 0 0 0,-1 1 0 0 0,0 0 1 0 0,0 0-1 0 0,0-1 0 0 0,0 1 0 0 0,0 0 0 0 0,0 0 0 0 0,0-1 0 0 0,0 1 0 0 0,0 0 0 0 0,0-1 0 0 0,0 1 1 0 0,0 0-1 0 0,0 0 0 0 0,0-1 0 0 0,0 1 0 0 0,0 0 0 0 0,0 0 0 0 0,0-1 0 0 0,0 1 0 0 0,-1 0 1 0 0,1 0-1 0 0,0-1 0 0 0,0 1 0 0 0,0 0 0 0 0,0 0 0 0 0,-1-1 0 0 0,1 1 0 0 0,0 0 0 0 0,-1 0 1 0 0,1-1 99 0 0,-1 0 0 0 0,0 0 0 0 0,1 0 0 0 0,-1 0 0 0 0,0 0 0 0 0,0 0 0 0 0,0 0 0 0 0,0 1 0 0 0,0-1 0 0 0,0 0 0 0 0,-1 0 0 0 0,-4-1-80 0 0,1 1 0 0 0,-1 0 0 0 0,1 1 0 0 0,-1-1 0 0 0,1 1 0 0 0,-1 0 0 0 0,1 0-1 0 0,-1 1 1 0 0,1 0 0 0 0,-1 0 0 0 0,-9 3 0 0 0,7-2-106 0 0,1 1 0 0 0,-1 0 0 0 0,1 1 1 0 0,-1 0-1 0 0,1 0 0 0 0,0 0 0 0 0,-9 9 0 0 0,15-12-33 0 0,0 0 0 0 0,0 0 1 0 0,0 0-1 0 0,0 0 0 0 0,0 0 0 0 0,0 0 0 0 0,0 0 1 0 0,0 0-1 0 0,0 1 0 0 0,1-1 0 0 0,-1 0 0 0 0,1 1 1 0 0,-1-1-1 0 0,1 0 0 0 0,-1 1 0 0 0,1-1 1 0 0,0 1-1 0 0,0-1 0 0 0,-1 0 0 0 0,1 4 0 0 0,1-3-1 0 0,-1 0 0 0 0,1 0 0 0 0,0 0 0 0 0,-1 0 0 0 0,1 0 0 0 0,0 0 0 0 0,0 0 0 0 0,0 0 0 0 0,1 0 0 0 0,-1-1 0 0 0,0 1 0 0 0,3 2 0 0 0,1 1 9 0 0,1 0 1 0 0,-1-1 0 0 0,1 1-1 0 0,0-1 1 0 0,0-1-1 0 0,1 1 1 0 0,7 3-1 0 0,90 25 182 0 0,-7-1-58 0 0,-78-24-132 0 0,-1 1 1 0 0,0 0 0 0 0,17 12 0 0 0,-18-8 28 0 0,-16-9-31 0 0,4 7 0 0 0,-4-8-11 0 0,-1-1 0 0 0,0 1 0 0 0,1-1 0 0 0,-1 1 0 0 0,0 0 0 0 0,0-1 0 0 0,0 1 0 0 0,0-1 0 0 0,0 1 0 0 0,-1-1 0 0 0,1 1 0 0 0,0 0 0 0 0,-1-1 0 0 0,1 1 0 0 0,-1-1 0 0 0,-1 3 0 0 0,0-1 0 0 0,0 0 0 0 0,0-1 0 0 0,0 1 0 0 0,0-1 0 0 0,0 1 0 0 0,-1-1 0 0 0,-4 4 0 0 0,-3 0 0 0 0,0 0 0 0 0,0 0 0 0 0,-17 5 0 0 0,17-7-5 0 0,-1-1-1 0 0,1 0 1 0 0,-1-1-1 0 0,1 0 1 0 0,-1-1 0 0 0,-18 1-1 0 0,-63-9-837 0 0,91 7 833 0 0,-15-2-717 0 0,0-2 0 0 0,0 0 0 0 0,0-1 0 0 0,0 0 0 0 0,-15-8 0 0 0,8 3-1588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4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13823 0 0,'2'0'1062'0'0,"39"-22"4771"0"0,27 2 1629 0 0,1 4-4103 0 0,-36 10-3269 0 0,1 2 0 0 0,-1 2 0 0 0,1 0-1 0 0,45 5 1 0 0,-67-2-501 0 0,0 1 1 0 0,0 0-1 0 0,0 1 0 0 0,0 1 0 0 0,-1 0 0 0 0,14 6 0 0 0,-5 1-902 0 0</inkml:trace>
  <inkml:trace contextRef="#ctx0" brushRef="#br0" timeOffset="1">667 340 25399 0 0,'0'0'1160'0'0,"0"2"-21"0"0,4 20 519 0 0,7 22 0 0 0,-10-42-1600 0 0,-1-1 0 0 0,1 1 0 0 0,-1-1-1 0 0,1 1 1 0 0,0-1 0 0 0,0 1 0 0 0,0-1 0 0 0,0 0 0 0 0,0 1 0 0 0,0-1 0 0 0,0 0 0 0 0,0 0 0 0 0,0 0 0 0 0,1 0 0 0 0,-1 0 0 0 0,0 0 0 0 0,1 0 0 0 0,-1 0 0 0 0,1 0 0 0 0,-1-1 0 0 0,1 1-1 0 0,-1 0 1 0 0,4 0 0 0 0,-3-1-422 0 0,1 0-1 0 0,-1 0 0 0 0,1 0 1 0 0,-1 0-1 0 0,1 0 0 0 0,-1-1 1 0 0,1 1-1 0 0,-1-1 0 0 0,1 1 1 0 0,-1-1-1 0 0,1 0 0 0 0,-1 0 1 0 0,5-3-1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50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25775 0 0,'8'-14'2747'0'0,"-4"10"-2608"0"0,-1 0 1 0 0,1 1 0 0 0,0-1 0 0 0,0 1-1 0 0,0 0 1 0 0,0 0 0 0 0,1 0 0 0 0,-1 0-1 0 0,1 1 1 0 0,0-1 0 0 0,9-2-1 0 0,2 1 592 0 0,1 0 0 0 0,22-2 0 0 0,-9 2-618 0 0,-14 3-69 0 0,-1 0 0 0 0,1 2 0 0 0,-1-1-1 0 0,0 2 1 0 0,29 6 0 0 0,-40-8-44 0 0,-1 1 0 0 0,1 0 0 0 0,-1 0 0 0 0,0 0 0 0 0,0 1 0 0 0,1-1 0 0 0,-1 1 0 0 0,0 0 0 0 0,0 0 0 0 0,0 0 0 0 0,-1 0 0 0 0,1 0 0 0 0,0 0 0 0 0,-1 1 0 0 0,0-1 0 0 0,1 1 0 0 0,-1 0 0 0 0,0 0 0 0 0,0 0 0 0 0,-1 0 0 0 0,1 0 0 0 0,-1 0 0 0 0,1 0 0 0 0,-1 1 0 0 0,0-1 0 0 0,0 0 0 0 0,0 1 0 0 0,-1-1 0 0 0,1 1 0 0 0,-1-1 0 0 0,0 1 0 0 0,0-1 0 0 0,0 1 0 0 0,-1-1 0 0 0,1 0 0 0 0,-1 1 0 0 0,1-1 0 0 0,-1 1 0 0 0,0-1 0 0 0,-3 5 0 0 0,-4 9 0 0 0,-1 0 0 0 0,-1 0 0 0 0,-1-1 0 0 0,0 0 0 0 0,-25 25 0 0 0,-34 27 0 0 0,-3 3 0 0 0,65-62 0 0 0,1 0 0 0 0,-1 1 0 0 0,2 0 0 0 0,-1 1 0 0 0,1-1 0 0 0,-5 15 0 0 0,8-11 0 0 0,5-10 0 0 0,-1-3 0 0 0,5 7 0 0 0,-3-5 0 0 0,1-1 0 0 0,-1 0 0 0 0,1 0 0 0 0,0 0 0 0 0,0 0 0 0 0,0-1 0 0 0,0 1 0 0 0,0-1 0 0 0,0 0 0 0 0,0 0 0 0 0,0 0 0 0 0,1-1 0 0 0,3 1 0 0 0,10-1 0 0 0,30-3 0 0 0,-48 3 0 0 0,95-11-458 0 0,130-33 0 0 0,-200 38-570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50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4607 0 0,'1'-1'354'0'0,"14"-15"-1814"0"0,-1 1 5152 0 0,11-9 6234 0 0,-21 21-8088 0 0,1 0 0 0 0,-1 1 0 0 0,0-1 0 0 0,7-3 0 0 0,9 2 545 0 0,-18 3-2321 0 0,1 1 0 0 0,-1 1-1 0 0,0-1 1 0 0,1 0 0 0 0,-1 0-1 0 0,0 1 1 0 0,0 0 0 0 0,1-1-1 0 0,-1 1 1 0 0,0 0-1 0 0,0 0 1 0 0,0 0 0 0 0,0 0-1 0 0,3 2 1 0 0,-1 0 109 0 0,-1 0 0 0 0,0 1 0 0 0,0-1 0 0 0,0 0 0 0 0,0 1 1 0 0,0 0-1 0 0,2 4 0 0 0,0 1 126 0 0,-1 0-1 0 0,0 1 1 0 0,0-1 0 0 0,-1 1 0 0 0,4 19 0 0 0,-3 0-306 0 0,-1 44 0 0 0,-3-48-15 0 0,2-1 0 0 0,7 45 1 0 0,-9-66-95 0 0,1-1 1 0 0,0 1-1 0 0,-1 0 0 0 0,1-1 1 0 0,1 1-1 0 0,-1-1 1 0 0,0 1-1 0 0,0-1 1 0 0,1 1-1 0 0,0-1 1 0 0,-1 0-1 0 0,5 4 0 0 0,-4-5-211 0 0,0 0 0 0 0,0 1-1 0 0,0-1 1 0 0,0 0-1 0 0,0 0 1 0 0,0 0 0 0 0,1 0-1 0 0,-1-1 1 0 0,0 1-1 0 0,1-1 1 0 0,-1 1 0 0 0,0-1-1 0 0,1 0 1 0 0,3 0-1 0 0,7 0-1543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51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 14279 0 0,'0'0'1103'0'0,"-2"0"-720"0"0,-2 0 653 0 0,-1-1-1 0 0,0 1 1 0 0,1 0 0 0 0,-1 0 0 0 0,0 1 0 0 0,1-1 0 0 0,-1 1 0 0 0,-5 2 0 0 0,2-1-110 0 0,1 1 0 0 0,0 0 1 0 0,0 0-1 0 0,-11 8 0 0 0,10-6-660 0 0,0 1 0 0 0,0 0-1 0 0,1 1 1 0 0,0 0 0 0 0,1 0 0 0 0,-1 0-1 0 0,1 1 1 0 0,-8 12 0 0 0,13-17-250 0 0,-1 0 0 0 0,1-1 1 0 0,0 1-1 0 0,0 0 0 0 0,0 0 0 0 0,0 0 1 0 0,0 0-1 0 0,0-1 0 0 0,1 1 0 0 0,0 0 0 0 0,-1 0 1 0 0,1 1-1 0 0,0-1 0 0 0,1 0 0 0 0,-1 0 1 0 0,0 0-1 0 0,1 0 0 0 0,0-1 0 0 0,0 1 0 0 0,0 0 1 0 0,2 5-1 0 0,-1-5-24 0 0,0 0-1 0 0,0 1 1 0 0,1-1 0 0 0,-1-1-1 0 0,1 1 1 0 0,0 0 0 0 0,0-1 0 0 0,0 1-1 0 0,0-1 1 0 0,0 0 0 0 0,1 0-1 0 0,-1 0 1 0 0,0-1 0 0 0,1 1 0 0 0,0-1-1 0 0,6 2 1 0 0,4 1-256 0 0,1-1 1 0 0,0-1-1 0 0,0-1 1 0 0,0 0-1 0 0,0 0 0 0 0,0-2 1 0 0,17-2-1 0 0,12-5-3276 0 0,1-6-4036 0 0,-22 6-671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51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28 7831 0 0,'-8'-3'810'0'0,"-9"-4"-1316"0"0,-20-6 18049 0 0,20 9-11327 0 0,17 5-6096 0 0,1 5-113 0 0,0 0 1 0 0,1-1-1 0 0,0 0 1 0 0,0 1 0 0 0,0-1-1 0 0,1 0 1 0 0,0 0-1 0 0,0 0 1 0 0,0 0 0 0 0,0-1-1 0 0,1 1 1 0 0,0-1-1 0 0,0 0 1 0 0,6 5-1 0 0,8 6 30 0 0,1-1-1 0 0,28 14 0 0 0,5 5-9 0 0,-50-32-27 0 0,15 12 39 0 0,28 25 0 0 0,-41-35-34 0 0,-1 1 1 0 0,1 0-1 0 0,-1 0 0 0 0,0 0 0 0 0,0 0 1 0 0,0 0-1 0 0,-1 1 0 0 0,1-1 1 0 0,-1 1-1 0 0,0-1 0 0 0,-1 1 0 0 0,1 0 1 0 0,1 7-1 0 0,-3-9-5 0 0,0-1 0 0 0,0 0 0 0 0,0 0 0 0 0,-1 1-1 0 0,1-1 1 0 0,-1 0 0 0 0,1 0 0 0 0,-1 0 0 0 0,0 1 0 0 0,0-1 0 0 0,0 0 0 0 0,0 0 0 0 0,0 0-1 0 0,0-1 1 0 0,0 1 0 0 0,-1 0 0 0 0,1 0 0 0 0,-1-1 0 0 0,1 1 0 0 0,-1 0 0 0 0,-3 1 0 0 0,-3 3-17 0 0,0-1 0 0 0,-1 0 0 0 0,-14 7 0 0 0,13-8-12 0 0,-11 4-15 0 0,0-1 0 0 0,0-1 0 0 0,0-1 0 0 0,-40 4 0 0 0,31-5-77 0 0,-46 3-1046 0 0,27-5-3463 0 0</inkml:trace>
  <inkml:trace contextRef="#ctx0" brushRef="#br0" timeOffset="1">643 182 21391 0 0,'0'0'1943'0'0,"0"2"-1603"0"0,-1 11 192 0 0,0-1 1 0 0,0 1-1 0 0,-2-1 1 0 0,-3 14-1 0 0,-20 52 3849 0 0,14-44-3971 0 0,-13 34 608 0 0,-10 32-583 0 0,10-22-408 0 0,-36 74 0 0 0,14-60-2423 0 0,36-74-771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51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17503 0 0,'0'0'9292'0'0,"0"2"-8103"0"0,1 55 1871 0 0,-1 48-2401 0 0,-3-77-605 0 0,-1 0 1 0 0,-1 0-1 0 0,-14 38 1 0 0,-4-2-3181 0 0,19-50-935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2:5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54 7367 0 0,'24'-27'15566'0'0,"-24"26"-15176"0"0,0-10 3008 0 0,0 10-3376 0 0,0 0 1134 0 0,-4-3 555 0 0,3 3-1654 0 0,1 1-1 0 0,0-1 0 0 0,0 1 0 0 0,-1-1 1 0 0,1 1-1 0 0,-1-1 0 0 0,1 1 0 0 0,0 0 1 0 0,-1-1-1 0 0,1 1 0 0 0,-1-1 1 0 0,1 1-1 0 0,-1 0 0 0 0,1 0 0 0 0,-1-1 1 0 0,1 1-1 0 0,-2-1 0 0 0,-4 1-1 0 0,-1 0 0 0 0,1 0 0 0 0,0 0 0 0 0,0 1 1 0 0,-1 0-1 0 0,1 0 0 0 0,0 0 0 0 0,0 1 0 0 0,0 0 0 0 0,-10 4 0 0 0,-7 6 152 0 0,-28 16 1 0 0,46-24-205 0 0,-20 11-5 0 0,0 1 0 0 0,1 1 1 0 0,1 1-1 0 0,1 1 0 0 0,-21 23 0 0 0,38-35-19 0 0,-1 0-1 0 0,1-1 1 0 0,-4 10-1 0 0,8-14-11 0 0,0 0 1 0 0,0 0 0 0 0,0 1-1 0 0,0-1 1 0 0,0 0-1 0 0,1 1 1 0 0,-1-1-1 0 0,1 0 1 0 0,0 1 0 0 0,-1-1-1 0 0,1 1 1 0 0,0-1-1 0 0,0 0 1 0 0,1 1-1 0 0,0 3 1 0 0,0-4-44 0 0,0 1 0 0 0,0-1-1 0 0,1 1 1 0 0,-1-1 0 0 0,1 0 0 0 0,-1 0 0 0 0,1 0-1 0 0,0 0 1 0 0,0 0 0 0 0,0 0 0 0 0,0 0 0 0 0,0 0-1 0 0,0-1 1 0 0,1 1 0 0 0,-1-1 0 0 0,0 0 0 0 0,1 1 0 0 0,-1-1-1 0 0,1 0 1 0 0,-1-1 0 0 0,1 1 0 0 0,0 0 0 0 0,3 0-1 0 0,8 1-227 0 0,0 0-1 0 0,0-1 0 0 0,16-1 0 0 0,-24 0 192 0 0,33-1-277 0 0,0-2 0 0 0,0-1 0 0 0,0-3 0 0 0,-1-1 1 0 0,0-1-1 0 0,-1-2 0 0 0,71-32 0 0 0,-89 34 361 0 0,0-2 1 0 0,-1 0-1 0 0,20-15 0 0 0,-31 21 77 0 0,-1 0-1 0 0,0 0 1 0 0,-1-1 0 0 0,1 1-1 0 0,-1-2 1 0 0,0 1 0 0 0,0 0 0 0 0,-1-1-1 0 0,0 0 1 0 0,0 0 0 0 0,4-12-1 0 0,-7 17 33 0 0,-1 1 0 0 0,1 0-1 0 0,-1-1 1 0 0,0 1-1 0 0,1 0 1 0 0,-1-1 0 0 0,0 1-1 0 0,0-1 1 0 0,0 1 0 0 0,0-1-1 0 0,0 1 1 0 0,0 0-1 0 0,0-1 1 0 0,-1 1 0 0 0,1-1-1 0 0,-1 1 1 0 0,1 0-1 0 0,-1-1 1 0 0,1 1 0 0 0,-1 0-1 0 0,-1-3 1 0 0,1 3 41 0 0,-1 0-1 0 0,1 0 1 0 0,0 0 0 0 0,-1 0 0 0 0,1 0 0 0 0,-1 0 0 0 0,1 1-1 0 0,-1-1 1 0 0,1 0 0 0 0,-1 1 0 0 0,0-1 0 0 0,1 1-1 0 0,-1 0 1 0 0,0-1 0 0 0,-2 1 0 0 0,-3 0 59 0 0,1 0 1 0 0,0 0 0 0 0,0 1-1 0 0,-1 0 1 0 0,1 0-1 0 0,0 1 1 0 0,0-1-1 0 0,-11 6 1 0 0,2 0-63 0 0,1 2 1 0 0,0-1-1 0 0,-19 17 1 0 0,27-21-102 0 0,1 1-1 0 0,0 0 1 0 0,1 0 0 0 0,-1 0-1 0 0,1 0 1 0 0,0 1-1 0 0,0 0 1 0 0,1 0 0 0 0,-1 0-1 0 0,-4 13 1 0 0,8-18-28 0 0,-1 0 0 0 0,1 0 0 0 0,-1 1 0 0 0,1-1-1 0 0,0 0 1 0 0,0 0 0 0 0,-1 0 0 0 0,1 1 0 0 0,0-1 0 0 0,0 0 0 0 0,0 0 0 0 0,0 0 0 0 0,0 1-1 0 0,0-1 1 0 0,1 0 0 0 0,-1 0 0 0 0,0 0 0 0 0,1 1 0 0 0,-1-1 0 0 0,1 0 0 0 0,-1 0-1 0 0,1 0 1 0 0,-1 0 0 0 0,1 0 0 0 0,0 0 0 0 0,-1 0 0 0 0,1 0 0 0 0,0 0 0 0 0,0 0 0 0 0,1 1-1 0 0,0-1 5 0 0,2 2-101 0 0,0 0 0 0 0,0-1-1 0 0,1 1 1 0 0,-1-1 0 0 0,0 0 0 0 0,1 0 0 0 0,0-1-1 0 0,-1 1 1 0 0,1-1 0 0 0,0 0 0 0 0,0-1 0 0 0,0 1-1 0 0,0-1 1 0 0,-1 0 0 0 0,9 0 0 0 0,-4-1-73 0 0,-1 0 1 0 0,0 0-1 0 0,0-1 0 0 0,0 0 0 0 0,0 0 1 0 0,0-1-1 0 0,0 0 0 0 0,11-6 1 0 0,-12 3 166 0 0,1 0 1 0 0,-1 0-1 0 0,0 0 1 0 0,0-1-1 0 0,-1 0 1 0 0,0 0-1 0 0,6-10 0 0 0,-5 7 271 0 0,-6 9 368 0 0,-1 1-590 0 0,0 0 0 0 0,0-1-1 0 0,0 1 1 0 0,0 0 0 0 0,0 0 0 0 0,0 0-1 0 0,0 0 1 0 0,0-1 0 0 0,0 1 0 0 0,0 0-1 0 0,0 0 1 0 0,0 0 0 0 0,0-1 0 0 0,0 1-1 0 0,0 0 1 0 0,0 0 0 0 0,0 0 0 0 0,0 0-1 0 0,1-1 1 0 0,-1 1 0 0 0,0 0 0 0 0,0 0-1 0 0,0 0 1 0 0,0 0 0 0 0,0 0 0 0 0,0 0-1 0 0,1-1 1 0 0,-1 1 0 0 0,0 0 0 0 0,0 0-1 0 0,0 0 1 0 0,0 0 0 0 0,1 0 0 0 0,-1 0-1 0 0,0 0 1 0 0,0 0 0 0 0,0 0 0 0 0,0 0 0 0 0,1 0-1 0 0,-1 0 1 0 0,0 0 0 0 0,0 0 0 0 0,0 0-1 0 0,1 0 1 0 0,-1 0 0 0 0,0 0 0 0 0,0 0-1 0 0,0 0 1 0 0,0 0 0 0 0,1 0 0 0 0,-1 0-1 0 0,0 0 1 0 0,0 0 0 0 0,0 0 0 0 0,0 0-1 0 0,1 0 1 0 0,-1 0 0 0 0,0 1 0 0 0,0-1-1 0 0,0 0 1 0 0,0 0 0 0 0,0 0 0 0 0,1 0-1 0 0,-1 0 1 0 0,0 1 0 0 0,0-1 0 0 0,10 10 721 0 0,-1 5-601 0 0,0 1 0 0 0,-2 0 0 0 0,1 0 0 0 0,-2 1-1 0 0,8 31 1 0 0,-2-9-25 0 0,-1-6-141 0 0,-1 1 1 0 0,-2 1-1 0 0,-2 0 0 0 0,5 70 1 0 0,-10-93 9 0 0,-2 1 0 0 0,1 0 0 0 0,-2 0 0 0 0,0-1 0 0 0,0 1 0 0 0,-1-1-1 0 0,-1 0 1 0 0,0 0 0 0 0,-1 0 0 0 0,0 0 0 0 0,0-1 0 0 0,-1 0 0 0 0,-1 0 0 0 0,0 0 0 0 0,-1-1 0 0 0,0 0 0 0 0,-11 11 0 0 0,11-14-10 0 0,0 1 0 0 0,-1-2 0 0 0,0 1 0 0 0,0-1 0 0 0,-1-1 0 0 0,0 1 0 0 0,0-2 0 0 0,0 1 0 0 0,0-1 0 0 0,-1-1 0 0 0,1 0 0 0 0,-1-1 0 0 0,0 0 0 0 0,0 0 0 0 0,0-1 0 0 0,0 0 1 0 0,0-1-1 0 0,0-1 0 0 0,0 0 0 0 0,0 0 0 0 0,-18-5 0 0 0,-108-34-3179 0 0,108 30 1629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8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56 12439 0 0,'-1'-1'958'0'0,"-9"-22"11741"0"0,123 20-10423 0 0,-25 3-1385 0 0,422-18-1190 0 0,-460 13-1322 0 0,-13 1-982 0 0,-2 3-3706 0 0,-8 4-1651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20015 0 0,'0'0'4355'0'0,"2"1"-3797"0"0,72 16 1276 0 0,-46-12-1703 0 0,-1 2 1 0 0,52 20-1 0 0,-26-3-120 0 0,-46-17-11 0 0,-7-5 8 0 0,0-1 0 0 0,1 1 0 0 0,-1-1 0 0 0,0 0 0 0 0,0 1-1 0 0,0-1 1 0 0,0 1 0 0 0,-1-1 0 0 0,1 1 0 0 0,0-1 0 0 0,0 0 0 0 0,-1 1 0 0 0,1-1 0 0 0,-1 0-1 0 0,0 1 1 0 0,1-1 0 0 0,-1 0 0 0 0,0 1 0 0 0,1-1 0 0 0,-1 0 0 0 0,0 0 0 0 0,-2 2 0 0 0,-25 24 249 0 0,25-24-239 0 0,-16 12 140 0 0,0-1-1 0 0,-35 18 0 0 0,-1 1-2407 0 0,44-23-4082 0 0,2 3-2063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4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35 338 2303 0 0,'4'-34'-1640'0'0,"0"1"3934"0"0,1-65 15287 0 0,-12 68-15013 0 0,6 29-2510 0 0,-3-3 1137 0 0,-25-4 833 0 0,29 8-2011 0 0,-1 0-1 0 0,1 0 1 0 0,0 0-1 0 0,0 0 1 0 0,-1 0-1 0 0,1 0 1 0 0,0 0-1 0 0,0 1 1 0 0,-1-1-1 0 0,1 0 1 0 0,0 0-1 0 0,0 0 1 0 0,-1 0-1 0 0,1 0 1 0 0,0 1-1 0 0,0-1 1 0 0,0 0-1 0 0,-1 0 1 0 0,1 0-1 0 0,0 1 1 0 0,0-1-1 0 0,0 0 1 0 0,0 0-1 0 0,0 1 1 0 0,-1-1-1 0 0,1 0 1 0 0,0 0-1 0 0,0 1 1 0 0,0-1-1 0 0,0 0 1 0 0,0 0-1 0 0,0 1 1 0 0,0-1-1 0 0,0 0 1 0 0,0 0-1 0 0,0 1 1 0 0,0-1-1 0 0,0 0 1 0 0,0 1-1 0 0,2 20 284 0 0,9 23 16 0 0,-4-20-245 0 0,2-2 1 0 0,0 1-1 0 0,2-1 0 0 0,21 33 0 0 0,-1-2 49 0 0,-30-51-61 0 0,-1-2-46 0 0,0 1 0 0 0,0-1 1 0 0,0 0-1 0 0,0 1 0 0 0,0-1 0 0 0,0 0 1 0 0,0 0-1 0 0,0 1 0 0 0,0-1 1 0 0,0 0-1 0 0,0 1 0 0 0,0-1 1 0 0,0 0-1 0 0,0 0 0 0 0,0 1 0 0 0,1-1 1 0 0,-1 0-1 0 0,0 0 0 0 0,0 1 1 0 0,0-1-1 0 0,0 0 0 0 0,1 0 0 0 0,-1 0 1 0 0,0 1-1 0 0,0-1 0 0 0,0 0 1 0 0,1 0-1 0 0,-1 0 0 0 0,0 0 1 0 0,0 0-1 0 0,1 1 0 0 0,-1-1 0 0 0,0 0 1 0 0,0 0-1 0 0,1 0 0 0 0,-1 0 1 0 0,0 0-1 0 0,1 0 0 0 0,-1 0 0 0 0,0 0 1 0 0,0 0-1 0 0,1 0 0 0 0,-1 0 1 0 0,0 0-1 0 0,0 0 0 0 0,1 0 0 0 0,-1 0 1 0 0,0 0-1 0 0,1 0 0 0 0,-1 0 1 0 0,0-1-1 0 0,0 1 0 0 0,1 0 1 0 0,-1 0-1 0 0,0 0 0 0 0,0 0 0 0 0,0 0 1 0 0,1-1-1 0 0,14-10 459 0 0,-9 4-387 0 0,-1 0-1 0 0,1-1 1 0 0,-1 1 0 0 0,0-2 0 0 0,-1 1 0 0 0,0 0-1 0 0,0-1 1 0 0,-1 1 0 0 0,3-11 0 0 0,8-19 9 0 0,71-207-1772 0 0,-77 221-521 0 0,-7 23 1026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41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82 6447 0 0,'-2'-5'-195'0'0,"1"0"-1"0"0,-1-1 0 0 0,0 1 0 0 0,-3-7 0 0 0,2 8 896 0 0,1 0 0 0 0,-1-1-1 0 0,0 1 1 0 0,0 0-1 0 0,-5-4 1 0 0,7 6-208 0 0,-1 0 1 0 0,0 1-1 0 0,0-1 0 0 0,0 1 1 0 0,0-1-1 0 0,0 1 0 0 0,0 0 1 0 0,0-1-1 0 0,-1 1 0 0 0,1 0 1 0 0,0 1-1 0 0,-1-1 0 0 0,1 0 1 0 0,-1 1-1 0 0,1-1 0 0 0,-1 1 1 0 0,1 0-1 0 0,-1 0 0 0 0,1 0 1 0 0,-1 0-1 0 0,1 0 0 0 0,-1 0 1 0 0,1 1-1 0 0,0-1 0 0 0,-1 1 1 0 0,-2 1-1 0 0,-2 1-196 0 0,0 1-1 0 0,0 0 1 0 0,0 1-1 0 0,1-1 1 0 0,0 1-1 0 0,0 1 0 0 0,0-1 1 0 0,-9 13-1 0 0,2-2 147 0 0,2 0-1 0 0,-14 26 0 0 0,22-37-389 0 0,1 0 0 0 0,-1 1-1 0 0,1 0 1 0 0,0-1 0 0 0,1 1 0 0 0,-1 0 0 0 0,1 0 0 0 0,1 0 0 0 0,-1 0 0 0 0,1 0 0 0 0,0 0-1 0 0,0 0 1 0 0,2 11 0 0 0,-1-13-70 0 0,0 0-1 0 0,0-1 1 0 0,0 1 0 0 0,1-1-1 0 0,-1 1 1 0 0,1-1 0 0 0,0 1-1 0 0,0-1 1 0 0,0 0 0 0 0,0 0-1 0 0,1 0 1 0 0,-1 0-1 0 0,1 0 1 0 0,0-1 0 0 0,0 1-1 0 0,0-1 1 0 0,0 0 0 0 0,0 1-1 0 0,0-1 1 0 0,1-1 0 0 0,-1 1-1 0 0,7 2 1 0 0,-8-3-48 0 0,0-1 1 0 0,0 1-1 0 0,1-1 0 0 0,-1 0 1 0 0,0 1-1 0 0,1-1 0 0 0,-1 0 1 0 0,0 0-1 0 0,1 0 1 0 0,-1-1-1 0 0,0 1 0 0 0,1 0 1 0 0,-1-1-1 0 0,0 0 0 0 0,5-1 1 0 0,-4 0-21 0 0,1 0-1 0 0,-1-1 1 0 0,1 1 0 0 0,-1-1 0 0 0,0 1 0 0 0,0-1 0 0 0,0 0 0 0 0,3-4-1 0 0,3-6-64 0 0,-1 1 0 0 0,-1-1-1 0 0,11-25 1 0 0,-9 19 120 0 0,10-25-21 0 0,-18 42 63 0 0,-1 5 53 0 0,0 9-22 0 0,0 1 1 0 0,1-1-1 0 0,0 1 0 0 0,1-1 0 0 0,0 1 0 0 0,1-1 1 0 0,0 0-1 0 0,1 0 0 0 0,1 0 0 0 0,0-1 1 0 0,8 16-1 0 0,-6-17-63 0 0,1 0 1 0 0,-1-1-1 0 0,2 0 0 0 0,-1 0 1 0 0,1-1-1 0 0,0 0 0 0 0,1-1 1 0 0,0 0-1 0 0,0 0 0 0 0,1-1 1 0 0,-1 0-1 0 0,18 6 1 0 0,-16-8-174 0 0,1 1 0 0 0,-1-2 1 0 0,1 0-1 0 0,0 0 0 0 0,0-1 1 0 0,0-1-1 0 0,0 0 0 0 0,0-1 1 0 0,0 0-1 0 0,1-1 0 0 0,16-4 1 0 0,-24 4 114 0 0,-1 0 1 0 0,0-1 0 0 0,1 0-1 0 0,-1 0 1 0 0,0 0 0 0 0,0-1-1 0 0,0 0 1 0 0,0 0 0 0 0,0 0-1 0 0,-1 0 1 0 0,1-1 0 0 0,-1 0-1 0 0,0 0 1 0 0,0 0 0 0 0,6-9-1 0 0,-5 5 118 0 0,-1 0 0 0 0,1-1-1 0 0,-2 0 1 0 0,1 0 0 0 0,-1 0-1 0 0,-1 0 1 0 0,1 0 0 0 0,0-15-1 0 0,1-1 290 0 0,-1 12 107 0 0,-1 1 0 0 0,0-1 1 0 0,-1 0-1 0 0,-1 0 0 0 0,0 0 1 0 0,-4-25 1575 0 0,5 53-1620 0 0,2 11-235 0 0,2 1 1 0 0,1-1 0 0 0,1 0-1 0 0,12 30 1 0 0,-6-17-11 0 0,28 79 91 0 0,8 25-86 0 0,-29-73-56 0 0,-20-68-42 0 0,-8-6 64 0 0,5 1-113 0 0,-1 1 0 0 0,1-1 0 0 0,0-1 0 0 0,0 1 0 0 0,0 0 0 0 0,0-1 0 0 0,0 1 0 0 0,1-1 0 0 0,0 0 0 0 0,-4-7 0 0 0,-2-8 17 0 0,-6-19 0 0 0,8 20-16 0 0,-8-26-44 0 0,3 1 1 0 0,1-2-1 0 0,2 1 0 0 0,2-1 1 0 0,0-54-1 0 0,5 86 29 0 0,1 0 0 0 0,1 0 0 0 0,0 0-1 0 0,1 0 1 0 0,0 0 0 0 0,4-13 0 0 0,-5 22 7 0 0,1 0 1 0 0,-1 0 0 0 0,1 0-1 0 0,0 1 1 0 0,0-1 0 0 0,0 0-1 0 0,1 1 1 0 0,0 0 0 0 0,-1-1-1 0 0,1 1 1 0 0,0 0 0 0 0,0 0-1 0 0,1 1 1 0 0,-1-1 0 0 0,0 1-1 0 0,1-1 1 0 0,0 1-1 0 0,-1 0 1 0 0,1 0 0 0 0,0 1-1 0 0,0-1 1 0 0,5 0 0 0 0,3-1-12 0 0,0 1 1 0 0,-1 1 0 0 0,1 0-1 0 0,0 0 1 0 0,0 2 0 0 0,0-1-1 0 0,-1 1 1 0 0,1 1 0 0 0,0 0-1 0 0,15 5 1 0 0,-20-5-2 0 0,0 1 0 0 0,0-1-1 0 0,-1 1 1 0 0,1 1 0 0 0,-1-1 0 0 0,1 1-1 0 0,-1 0 1 0 0,0 1 0 0 0,0-1 0 0 0,-1 1-1 0 0,0 0 1 0 0,1 1 0 0 0,-2-1-1 0 0,1 1 1 0 0,-1 0 0 0 0,0 0 0 0 0,6 10-1 0 0,-9-13 10 0 0,0 0 0 0 0,0 0 0 0 0,0 0 0 0 0,-1 0 0 0 0,1 0 0 0 0,-1 0 0 0 0,1 0 0 0 0,-1 0 0 0 0,0 0 0 0 0,0 0 0 0 0,0 0 0 0 0,-1 0 0 0 0,1 0 0 0 0,-1 0 0 0 0,0 3 0 0 0,-1-2 1 0 0,0 1-1 0 0,0-1 0 0 0,0 0 1 0 0,0 0-1 0 0,-1 0 0 0 0,0-1 0 0 0,0 1 1 0 0,0-1-1 0 0,-4 4 0 0 0,-3 2 14 0 0,0-1 1 0 0,-1 0-1 0 0,0-1 0 0 0,-1-1 0 0 0,-23 11 0 0 0,25-13-16 0 0,0 0 0 0 0,-15 3 0 0 0,5-5-7090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42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79 102 15199 0 0,'-1'1'3466'0'0,"-20"22"2743"0"0,15-18-5775 0 0,1 1 1 0 0,0-1-1 0 0,0 1 1 0 0,1 0-1 0 0,0 0 1 0 0,-5 8-1 0 0,6-7-320 0 0,0 0 0 0 0,0 0 0 0 0,1 0-1 0 0,0 1 1 0 0,0-1 0 0 0,-1 16 0 0 0,3-21-89 0 0,0 1 0 0 0,0 0 0 0 0,0-1 0 0 0,0 1 0 0 0,0 0 0 0 0,1-1 0 0 0,0 1 0 0 0,-1 0 0 0 0,1-1 0 0 0,0 1 0 0 0,0-1 0 0 0,1 1 0 0 0,-1-1-1 0 0,0 0 1 0 0,1 1 0 0 0,-1-1 0 0 0,1 0 0 0 0,0 0 0 0 0,0 0 0 0 0,0 0 0 0 0,0-1 0 0 0,0 1 0 0 0,2 1 0 0 0,2 1-116 0 0,0-1 0 0 0,0-1 1 0 0,0 1-1 0 0,0-1 0 0 0,0 0 0 0 0,1 0 0 0 0,-1-1 0 0 0,1 0 1 0 0,-1 0-1 0 0,1-1 0 0 0,9 0 0 0 0,-2 0-158 0 0,-1-2 0 0 0,1 0-1 0 0,-1 0 1 0 0,20-7 0 0 0,-28 7 139 0 0,0 0 1 0 0,0 0-1 0 0,0-1 1 0 0,-1 0-1 0 0,1 0 0 0 0,-1 0 1 0 0,1 0-1 0 0,-1-1 1 0 0,0 0-1 0 0,0 1 0 0 0,-1-2 1 0 0,1 1-1 0 0,-1 0 1 0 0,0-1-1 0 0,0 1 0 0 0,0-1 1 0 0,3-9-1 0 0,-4 10 116 0 0,-1 0 0 0 0,1 0 0 0 0,-1 0 1 0 0,0 0-1 0 0,0-1 0 0 0,-1 1 0 0 0,1 0 0 0 0,-1-1 0 0 0,0 1 0 0 0,0 0 1 0 0,0-1-1 0 0,-1 1 0 0 0,1 0 0 0 0,-1 0 0 0 0,0-1 0 0 0,-1 1 0 0 0,1 0 0 0 0,-1 0 1 0 0,1 0-1 0 0,-1 0 0 0 0,0 0 0 0 0,-4-4 0 0 0,17 25 2956 0 0,2 3-2785 0 0,1 0-1 0 0,18 20 1 0 0,-22-30-151 0 0,1 1 0 0 0,1-2 1 0 0,0 1-1 0 0,0-2 0 0 0,0 1 0 0 0,1-2 0 0 0,21 10 0 0 0,-19-12-16 0 0,-10-7 15 0 0,-4 1 4 0 0,1 0-18 0 0,-1 0-1 0 0,1 0 0 0 0,-1 0 1 0 0,1 0-1 0 0,-1-1 0 0 0,1 1 1 0 0,-1-1-1 0 0,0 1 0 0 0,0-1 1 0 0,0 1-1 0 0,0-1 0 0 0,0 0 1 0 0,0 1-1 0 0,0-1 0 0 0,0 0 1 0 0,-1 0-1 0 0,2-3 0 0 0,-2 0 27 0 0,1 0-1 0 0,-1-1 1 0 0,0 1-1 0 0,-1-8 1 0 0,0 0 37 0 0,1-8-45 0 0,1 0 0 0 0,1 0 0 0 0,7-35 0 0 0,-7 48-22 0 0,1 0-1 0 0,-1 1 0 0 0,1-1 1 0 0,0 1-1 0 0,1 0 1 0 0,0 0-1 0 0,0 0 1 0 0,0 1-1 0 0,1-1 1 0 0,0 1-1 0 0,0 0 1 0 0,12-11-1 0 0,-14 16-10 0 0,0-1 0 0 0,-1 1 1 0 0,1-1-1 0 0,0 1 0 0 0,0 0 0 0 0,0 0 0 0 0,0 0 1 0 0,0 0-1 0 0,0 1 0 0 0,0-1 0 0 0,4 1 0 0 0,38 1-190 0 0,-28 0 29 0 0,-13-1 61 0 0,44 4-1752 0 0,-22 2 685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43 16239 0 0,'-3'-8'1470'0'0,"-9"-26"4467"0"0,18 40-5746 0 0,0 1 0 0 0,-1 1 0 0 0,0-1 0 0 0,0 1 0 0 0,-1-1 0 0 0,0 1 0 0 0,0 0 0 0 0,2 11 0 0 0,19 75 685 0 0,-15-49-598 0 0,32 140 363 0 0,-16-65-405 0 0,-23-112-166 0 0,-3-6 199 0 0,10-19-122 0 0,23-71-45 0 0,-23 58-106 0 0,23-48-1 0 0,-18 49-8 0 0,19-34-66 0 0,-28 54 69 0 0,0 0-1 0 0,0 1 1 0 0,0 0-1 0 0,15-13 1 0 0,-20 20 6 0 0,1 0 0 0 0,-1 0 1 0 0,0 0-1 0 0,0 0 0 0 0,1 0 0 0 0,-1 0 0 0 0,1 0 0 0 0,-1 1 0 0 0,1-1 1 0 0,-1 0-1 0 0,1 1 0 0 0,-1-1 0 0 0,1 1 0 0 0,0 0 0 0 0,-1-1 1 0 0,1 1-1 0 0,0 0 0 0 0,-1 0 0 0 0,1 0 0 0 0,0 0 0 0 0,-1 1 0 0 0,1-1 1 0 0,-1 0-1 0 0,1 1 0 0 0,2 0 0 0 0,-1 1-4 0 0,-1-1 1 0 0,1 1-1 0 0,-1 0 0 0 0,1 0 1 0 0,-1 0-1 0 0,0 0 0 0 0,1 0 1 0 0,-1 1-1 0 0,-1-1 0 0 0,1 1 0 0 0,0-1 1 0 0,2 6-1 0 0,7 17 40 0 0,-1 0 1 0 0,-1 0-1 0 0,10 51 1 0 0,-11-42-6 0 0,18 50 1 0 0,-24-80-341 0 0,-1-1-1 0 0,1 1 1 0 0,1 0-1 0 0,-1-1 1 0 0,6 7-1 0 0,-7-9-1005 0 0,11 2-6608 0 0,-1 1 709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3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10591 0 0,'1'-1'3686'0'0,"31"-7"-1254"0"0,1 0 1 0 0,0 3-1 0 0,-1 0 1 0 0,65 1-1 0 0,-90 3-2432 0 0,-5 1 0 0 0,0 0 0 0 0,0-1 0 0 0,0 1 0 0 0,0 1 0 0 0,0-1 0 0 0,0 0 0 0 0,0 0 0 0 0,0 1 0 0 0,0-1 0 0 0,0 1 0 0 0,0-1 0 0 0,3 3 0 0 0,3 1 0 0 0,0 6-3 0 0,-8-5 9 0 0,0-4 3 0 0,-1 2 9 0 0,1 0 0 0 0,-1 1 1 0 0,1-1-1 0 0,-1 0 0 0 0,0 0 0 0 0,0 0 0 0 0,0-1 1 0 0,-1 1-1 0 0,1 0 0 0 0,-1 0 0 0 0,-2 3 0 0 0,-25 30 274 0 0,13-18-150 0 0,-28 30 270 0 0,30-34-197 0 0,1 1 0 0 0,0 0 0 0 0,-13 21 0 0 0,23-30-116 0 0,3-4-23 0 0,0-1-73 0 0,0-1 0 0 0,0 1 1 0 0,1 0-1 0 0,-1 0 1 0 0,0 0-1 0 0,1 0 0 0 0,-1-1 1 0 0,1 1-1 0 0,-1 0 0 0 0,1 0 1 0 0,0-1-1 0 0,-1 1 0 0 0,1 0 1 0 0,0-1-1 0 0,-1 1 0 0 0,1-1 1 0 0,0 1-1 0 0,-1-1 0 0 0,1 1 1 0 0,0-1-1 0 0,1 1 1 0 0,19 6-122 0 0,-13-5-12 0 0,-1-1-1 0 0,1 0 1 0 0,0 0 0 0 0,0-1 0 0 0,0 0-1 0 0,-1 0 1 0 0,1-1 0 0 0,8-1 0 0 0,9-4-2466 0 0,28-9 0 0 0,-29 7-1964 0 0,8-2-3031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13359 0 0,'0'0'12060'0'0,"1"1"-10957"0"0,7 7-779 0 0,1-1 0 0 0,0 0-1 0 0,0-1 1 0 0,1 0 0 0 0,18 9 0 0 0,59 19 9 0 0,3 1-675 0 0,-72-27 132 0 0,-16-7 83 0 0,-2-1 97 0 0,0 0 1 0 0,1 1-1 0 0,-1-1 0 0 0,1 0 1 0 0,-1 1-1 0 0,1-1 1 0 0,-1 1-1 0 0,0-1 0 0 0,1 1 1 0 0,-1-1-1 0 0,0 1 0 0 0,1-1 1 0 0,-1 1-1 0 0,0-1 0 0 0,0 1 1 0 0,1 0-1 0 0,-2 2 27 0 0,0 1 0 0 0,0-1 0 0 0,-1 1 0 0 0,1-1 0 0 0,-1 0 0 0 0,0 0 0 0 0,1 0 0 0 0,-1 0-1 0 0,-1 0 1 0 0,1 0 0 0 0,0-1 0 0 0,-1 1 0 0 0,1-1 0 0 0,-1 1 0 0 0,-3 1 0 0 0,-8 6 156 0 0,-29 16 1 0 0,25-16-25 0 0,-38 19 260 0 0,42-23-749 0 0,-1 1-1 0 0,1 1 1 0 0,1 0-1 0 0,0 1 1 0 0,-19 16-1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21623 0 0,'0'0'2321'0'0,"1"2"-2206"0"0,7 10 143 0 0,0 1-1 0 0,-2 0 1 0 0,1 0 0 0 0,5 19-1 0 0,16 62 1834 0 0,-16-49-1506 0 0,17 57 386 0 0,27 86-71 0 0,-42-141-691 0 0,-14-45 122 0 0,2-31-322 0 0,1 1 1 0 0,0 0 0 0 0,3 1-1 0 0,8-31 1 0 0,-11 47-57 0 0,18-53-205 0 0,-19 57 211 0 0,1 0 0 0 0,1 1 0 0 0,-1-1 0 0 0,1 1 0 0 0,0 0 0 0 0,0 0 0 0 0,6-5 0 0 0,2 2-90 0 0,-7 10 108 0 0,-4 0 0 0 0,2-1 18 0 0,-1 1 1 0 0,0 0-1 0 0,1 0 1 0 0,-1-1-1 0 0,0 2 0 0 0,1-1 1 0 0,-1 0-1 0 0,0 0 1 0 0,0 1-1 0 0,0-1 1 0 0,0 1-1 0 0,0-1 1 0 0,-1 1-1 0 0,1 0 1 0 0,0 0-1 0 0,1 3 0 0 0,5 5 57 0 0,11 22 0 0 0,-14-23-5 0 0,7 13 7 0 0,1 0-1 0 0,2-1 1 0 0,0-1-1 0 0,31 32 1 0 0,-37-44-63 0 0,0 1 0 0 0,1-2 0 0 0,0 1 0 0 0,0-1 0 0 0,1-1 0 0 0,0 0 0 0 0,0-1 0 0 0,1 0 0 0 0,-1 0 0 0 0,1-1 0 0 0,20 4 0 0 0,-10-5-95 0 0,0 0 0 0 0,0-2 0 0 0,0 0 1 0 0,0-1-1 0 0,0-2 0 0 0,0 0 0 0 0,0-1 0 0 0,0-1 0 0 0,-1-2 0 0 0,29-9 0 0 0,-39 10 57 0 0,0-1-1 0 0,0 0 1 0 0,0 0-1 0 0,17-15 1 0 0,-22 16 25 0 0,1 0 0 0 0,-2-1 1 0 0,1 0-1 0 0,-1 0 0 0 0,0-1 0 0 0,0 1 1 0 0,0-1-1 0 0,4-9 0 0 0,-6 9 33 0 0,-3 6-5 0 0,0 1 0 0 0,0-1 0 0 0,0 1 0 0 0,0-1 0 0 0,0 1 0 0 0,-1-1 0 0 0,1 0 0 0 0,0 1 0 0 0,0-1 0 0 0,0 1 0 0 0,0 0 0 0 0,0-1 0 0 0,-1 1 0 0 0,1-1 0 0 0,0 1 0 0 0,-1-1 0 0 0,1 1 0 0 0,0-1 0 0 0,-1 1 0 0 0,1 0 0 0 0,0-1 0 0 0,-1 1 0 0 0,1 0 0 0 0,-1-1 0 0 0,1 1 0 0 0,-1-1 0 0 0,-12-5 110 0 0,8 6-62 0 0,0 1 0 0 0,-1 0 0 0 0,1 0-1 0 0,0 0 1 0 0,0 0 0 0 0,0 1-1 0 0,0 0 1 0 0,0 0 0 0 0,0 0-1 0 0,-4 4 1 0 0,0-2-9 0 0,0 1-18 0 0,-1 0-1 0 0,1 1 1 0 0,0 0-1 0 0,0 0 1 0 0,1 1-1 0 0,0 1 0 0 0,0-1 1 0 0,1 1-1 0 0,0 0 1 0 0,-9 14-1 0 0,11-13-26 0 0,2-1-13 0 0,2-7-53 0 0,16 13-243 0 0,-12-12 253 0 0,0 0-1 0 0,0-1 0 0 0,0 1 1 0 0,1-1-1 0 0,-1 0 1 0 0,0 0-1 0 0,1 0 1 0 0,-1 0-1 0 0,1-1 1 0 0,-1 0-1 0 0,1 1 1 0 0,-1-1-1 0 0,1 0 1 0 0,-1-1-1 0 0,1 1 0 0 0,-1-1 1 0 0,1 1-1 0 0,-1-1 1 0 0,0 0-1 0 0,1 0 1 0 0,4-3-1 0 0,3-1-21 0 0,-1-1 0 0 0,0 0 0 0 0,0 0 0 0 0,0-1 0 0 0,9-8 0 0 0,25-27-91 0 0,-43 41 411 0 0,7 10 9 0 0,2 5-88 0 0,-1 0-1 0 0,0 0 1 0 0,9 24-1 0 0,13 19-108 0 0,18 12-54 0 0,-35-51 0 0 0,0 0 0 0 0,-1 1 0 0 0,-1 0 0 0 0,-1 1 0 0 0,10 25 0 0 0,-20-41 6 0 0,1 1 0 0 0,-1-1 0 0 0,0 1 0 0 0,0 0 0 0 0,0 0 0 0 0,-1 0 0 0 0,0-1 0 0 0,0 1 1 0 0,0 0-1 0 0,-1 0 0 0 0,1 0 0 0 0,-1-1 0 0 0,0 1 0 0 0,0 0 0 0 0,-1-1 0 0 0,0 1 0 0 0,1-1 0 0 0,-2 1 0 0 0,1-1 0 0 0,0 0 0 0 0,-1 0 0 0 0,0 0 0 0 0,0 0 0 0 0,0 0 0 0 0,0-1 0 0 0,0 1 0 0 0,-1-1 1 0 0,-7 6-1 0 0,1-2 67 0 0,-1-1 1 0 0,1 0-1 0 0,-1-1 1 0 0,0 0-1 0 0,-1 0 1 0 0,1-1-1 0 0,-1 0 1 0 0,1-1-1 0 0,-1-1 1 0 0,-18 2-1 0 0,12-3-171 0 0,-1-1 0 0 0,1 0 0 0 0,0-2 0 0 0,-26-4-1 0 0,-4-7-9042 0 0,33 7 597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13823 0 0,'0'0'1062'0'0,"-6"5"-369"0"0,3 2 216 0 0,1-1 0 0 0,-1 0-1 0 0,1 1 1 0 0,1 0 0 0 0,-1-1 0 0 0,1 1 0 0 0,0 9 0 0 0,-2 4-292 0 0,-2 7-463 0 0,2-1-1 0 0,0 0 1 0 0,2 1 0 0 0,1 0-1 0 0,1-1 1 0 0,1 1 0 0 0,2-1-1 0 0,0 0 1 0 0,2 0 0 0 0,11 33-1 0 0,-12-52 146 0 0,-1 0-2035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5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41 108 1839 0 0,'-5'-5'45'0'0,"2"3"-29"0"0,1 0 1 0 0,-1 0-1 0 0,0 0 1 0 0,-21-12 20136 0 0,26 14-19937 0 0,0 0 0 0 0,0 0 0 0 0,0 0 0 0 0,0 0-1 0 0,0 0 1 0 0,0 0 0 0 0,0 0 0 0 0,0-1 0 0 0,2 0 0 0 0,5 0 308 0 0,196-18 927 0 0,204-24 1855 0 0,-344 35-4378 0 0,87 0 0 0 0,-142 8 536 0 0,-1 1 1 0 0,1 0-1 0 0,-1 0 1 0 0,1 1-1 0 0,-1 0 0 0 0,15 6 1 0 0,-2 1-1068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35 5527 0 0,'-2'-6'498'0'0,"1"-1"-406"0"0,-1-10 11602 0 0,0 16-11408 0 0,0 0-1 0 0,0 1 1 0 0,0-1 0 0 0,-1 1-1 0 0,1-1 1 0 0,0 1-1 0 0,-1 0 1 0 0,1 0-1 0 0,0 0 1 0 0,0 0 0 0 0,-1 0-1 0 0,1 1 1 0 0,0-1-1 0 0,0 1 1 0 0,-1-1-1 0 0,1 1 1 0 0,0 0 0 0 0,0 0-1 0 0,-4 2 1 0 0,-4 2 352 0 0,-1 2 0 0 0,-12 9 1 0 0,-58 53 1256 0 0,74-62-1725 0 0,2-2-81 0 0,0 1 0 0 0,0-1 1 0 0,1 1-1 0 0,-1 0 0 0 0,1 1 0 0 0,-4 8 0 0 0,8-15-110 0 0,-1 1 0 0 0,1 0 0 0 0,-1 0 0 0 0,1 0 0 0 0,0 0 0 0 0,-1 0 0 0 0,1 0 0 0 0,0 0 0 0 0,0 0 0 0 0,0 0 0 0 0,0 0 0 0 0,-1 0 0 0 0,1 0 0 0 0,1 0 0 0 0,-1 0 0 0 0,0 0 0 0 0,0 0 0 0 0,0 0-1 0 0,0 0 1 0 0,1 0 0 0 0,-1 0 0 0 0,0-1 0 0 0,1 1 0 0 0,-1 0 0 0 0,1 0 0 0 0,-1 0 0 0 0,1 0 0 0 0,-1 0 0 0 0,1-1 0 0 0,0 1 0 0 0,-1 0 0 0 0,1-1 0 0 0,0 1 0 0 0,0 0 0 0 0,0-1 0 0 0,-1 1 0 0 0,1-1 0 0 0,0 1 0 0 0,0-1 0 0 0,0 0 0 0 0,0 1 0 0 0,0-1 0 0 0,1 1 0 0 0,2 0-76 0 0,0-1 0 0 0,-1 1 0 0 0,1-1 0 0 0,0 0 0 0 0,-1 0 0 0 0,1 0 0 0 0,0 0 0 0 0,-1 0 0 0 0,1-1 0 0 0,-1 0 1 0 0,1 1-1 0 0,0-2 0 0 0,3 0 0 0 0,-1-1 1 0 0,-1 0-1 0 0,1-1 1 0 0,0 1 0 0 0,-1-1 0 0 0,0 0-1 0 0,9-9 1 0 0,3-6 5 0 0,16-22 1 0 0,-22 27 75 0 0,-10 13 17 0 0,-1 1 0 0 0,1 0 0 0 0,-1-1 1 0 0,1 1-1 0 0,-1 0 0 0 0,1-1 0 0 0,-1 1 0 0 0,1 0 0 0 0,-1 0 0 0 0,1 0 0 0 0,-1-1 0 0 0,1 1 0 0 0,-1 0 0 0 0,1 0 1 0 0,-1 0-1 0 0,1 0 0 0 0,-1 0 0 0 0,1 0 0 0 0,-1 0 0 0 0,1 0 0 0 0,0 0 0 0 0,-1 0 0 0 0,1 1 0 0 0,-1-1 1 0 0,1 0-1 0 0,-1 0 0 0 0,1 0 0 0 0,-1 1 0 0 0,1-1 0 0 0,-1 0 0 0 0,0 0 0 0 0,1 1 0 0 0,-1-1 0 0 0,1 1 0 0 0,-1-1 1 0 0,1 0-1 0 0,-1 1 0 0 0,0-1 0 0 0,1 1 0 0 0,-1-1 0 0 0,0 1 0 0 0,5 3 24 0 0,-1 0 1 0 0,0 0-1 0 0,-1 1 0 0 0,1-1 0 0 0,3 7 0 0 0,5 7 25 0 0,-6-12-498 0 0,0 1-1 0 0,0-1 1 0 0,12 9 0 0 0,-12-11-426 0 0,0 0 0 0 0,1 0 1 0 0,-1 0-1 0 0,1-1 1 0 0,0 0-1 0 0,0 0 0 0 0,13 2 1 0 0,0-1-6246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14279 0 0,'1'2'5050'0'0,"42"69"936"0"0,46 108-3814 0 0,7 83-1105 0 0,-84-222-678 0 0,-12-49-430 0 0,1 1 0 0 0,1 0-1 0 0,0-1 1 0 0,0 1 0 0 0,0 0-1 0 0,1 0 1 0 0,0 0 0 0 0,1 0 0 0 0,0 1-1 0 0,0-1 1 0 0,0 1 0 0 0,7-7-1 0 0,1-2-39 0 0,1 0-1 0 0,1 1 0 0 0,30-25 0 0 0,-37 34 57 0 0,0 1 0 0 0,1 0 0 0 0,0 0 0 0 0,-1 1 0 0 0,1 0 0 0 0,1 0 0 0 0,-1 1 0 0 0,15-5 0 0 0,-19 7 17 0 0,0 1 0 0 0,0-1 1 0 0,0 1-1 0 0,0 0 0 0 0,0 0 1 0 0,0 0-1 0 0,0 0 0 0 0,0 1 1 0 0,0 0-1 0 0,0 0 0 0 0,0 0 0 0 0,0 0 1 0 0,-1 0-1 0 0,1 1 0 0 0,0 0 1 0 0,-1-1-1 0 0,0 2 0 0 0,1-1 0 0 0,-1 0 1 0 0,0 0-1 0 0,5 6 0 0 0,-3-3 7 0 0,-1 0-1 0 0,0 1 1 0 0,0-1-1 0 0,-1 1 1 0 0,1 0-1 0 0,-1 0 1 0 0,-1 0-1 0 0,1 0 1 0 0,-1 1-1 0 0,0-1 1 0 0,0 1-1 0 0,-1-1 0 0 0,0 1 1 0 0,0 0-1 0 0,-1-1 1 0 0,0 1-1 0 0,0 0 1 0 0,0-1-1 0 0,-1 1 1 0 0,-2 9-1 0 0,1-5-50 0 0,-1-1 1 0 0,0 1-1 0 0,0-1 0 0 0,-1 0 0 0 0,-1 0 1 0 0,0 0-1 0 0,0-1 0 0 0,-1 0 0 0 0,0 0 0 0 0,0 0 1 0 0,-1 0-1 0 0,-9 8 0 0 0,13-14-142 0 0,-1-1 0 0 0,0 1 0 0 0,0-1 0 0 0,1 1-1 0 0,-2-1 1 0 0,1 0 0 0 0,0 0 0 0 0,0-1 0 0 0,-6 2 0 0 0,-16 0-2799 0 0,23-4 2029 0 0,1 1 1 0 0,-1 0-1 0 0,1-1 1 0 0,-1 1-1 0 0,1-1 1 0 0,0 0-1 0 0,-5-2 1 0 0,-3-3-5247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17967 0 0,'0'0'1632'0'0,"0"2"-1344"0"0,0 25 1026 0 0,1 0 0 0 0,1 0 0 0 0,7 33 0 0 0,-7-51-1174 0 0,1 1-1 0 0,0 0 1 0 0,0-1-1 0 0,1 0 1 0 0,1 0 0 0 0,-1 0-1 0 0,1 0 1 0 0,1-1-1 0 0,0 1 1 0 0,0-1 0 0 0,0-1-1 0 0,10 9 1 0 0,-7-9-128 0 0,-1 0 1 0 0,1-1-1 0 0,1-1 0 0 0,-1 1 1 0 0,1-1-1 0 0,0-1 1 0 0,0 0-1 0 0,0 0 1 0 0,1-1-1 0 0,-1 0 0 0 0,1-1 1 0 0,0-1-1 0 0,0 1 1 0 0,-1-2-1 0 0,14 1 0 0 0,-18-2-64 0 0,1 1-1 0 0,-1-1 0 0 0,1-1 0 0 0,-1 1 0 0 0,1-1 1 0 0,-1 0-1 0 0,0 0 0 0 0,0-1 0 0 0,0 0 0 0 0,0 0 1 0 0,7-5-1 0 0,-8 4-33 0 0,-1 1 0 0 0,0-1 1 0 0,0 0-1 0 0,-1 0 0 0 0,1-1 0 0 0,-1 1 1 0 0,0-1-1 0 0,0 0 0 0 0,0 0 0 0 0,-1 0 1 0 0,0 0-1 0 0,0 0 0 0 0,0 0 1 0 0,-1 0-1 0 0,2-7 0 0 0,-2-7-293 0 0,0 18 375 0 0,-1 1 0 0 0,0-1-1 0 0,-1 1 1 0 0,1-1-1 0 0,0 1 1 0 0,0-1 0 0 0,0 1-1 0 0,0-1 1 0 0,0 1-1 0 0,0-1 1 0 0,-1 1 0 0 0,1 0-1 0 0,0-1 1 0 0,0 1-1 0 0,-1-1 1 0 0,1 1 0 0 0,0 0-1 0 0,0-1 1 0 0,-1 1-1 0 0,1-1 1 0 0,0 1-1 0 0,-1 0 1 0 0,1 0 0 0 0,-1-1-1 0 0,1 1 1 0 0,-1 0-1 0 0,1 0 1 0 0,0-1 0 0 0,-1 1-1 0 0,1 0 1 0 0,-1 0-1 0 0,1 0 1 0 0,-1 0 0 0 0,1 0-1 0 0,-1 0 1 0 0,1 0-1 0 0,-2 0 1 0 0,-11 4 218 0 0,13-4-194 0 0,-4 2 39 0 0,1 0 0 0 0,-1 0 0 0 0,1 1 0 0 0,0-1 0 0 0,0 1 0 0 0,0 0 0 0 0,0-1-1 0 0,0 1 1 0 0,0 1 0 0 0,1-1 0 0 0,0 0 0 0 0,0 1 0 0 0,0-1 0 0 0,0 1 0 0 0,0 0 0 0 0,1 0 0 0 0,-1-1 0 0 0,1 1 0 0 0,0 0 0 0 0,0 0-1 0 0,0 0 1 0 0,1 0 0 0 0,0 0 0 0 0,0 1 0 0 0,0 6 0 0 0,1-5 23 0 0,-1 0 0 0 0,1 0 0 0 0,1 0 1 0 0,-1 0-1 0 0,1 0 0 0 0,0 0 0 0 0,0 0 0 0 0,1-1 0 0 0,0 1 0 0 0,0-1 0 0 0,0 0 0 0 0,1 0 1 0 0,-1 0-1 0 0,1 0 0 0 0,0 0 0 0 0,8 5 0 0 0,-5-4-345 0 0,0-1 1 0 0,1 0-1 0 0,0-1 0 0 0,0 1 0 0 0,0-2 1 0 0,0 1-1 0 0,1-1 0 0 0,-1 0 0 0 0,1-1 1 0 0,0 0-1 0 0,0 0 0 0 0,0-1 0 0 0,10 0 0 0 0,8-1-1658 0 0</inkml:trace>
  <inkml:trace contextRef="#ctx0" brushRef="#br0" timeOffset="1">1089 46 8287 0 0,'-21'-23'98'0'0,"0"0"18169"0"0,20 25-18132 0 0,1 0 0 0 0,-1-1 0 0 0,1 1-1 0 0,0 0 1 0 0,-1 0 0 0 0,1 0-1 0 0,0-1 1 0 0,0 1 0 0 0,0 0 0 0 0,1 2-1 0 0,-1-1 42 0 0,3 27 123 0 0,1-1 1 0 0,11 45 0 0 0,25 56-176 0 0,-5-16-518 0 0,-17-63-2083 0 0,-18-50 1641 0 0,0 7-2639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7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21623 0 0,'0'0'2353'0'0,"2"0"-2074"0"0,356 128 3262 0 0,-326-115-3330 0 0,0 1-1 0 0,43 28 1 0 0,-62-34-155 0 0,0 1-1 0 0,-1 1 1 0 0,0 0-1 0 0,0 1 1 0 0,-1 0-1 0 0,-1 0 1 0 0,17 25-1 0 0,-24-32-41 0 0,0 0-1 0 0,-1 1 0 0 0,0-1 0 0 0,0 1 0 0 0,0 0 0 0 0,-1 0 1 0 0,1-1-1 0 0,-1 1 0 0 0,0 0 0 0 0,-1 0 0 0 0,1 0 0 0 0,-1 0 1 0 0,0 0-1 0 0,0 7 0 0 0,-1-6 8 0 0,-1 0 1 0 0,1 0-1 0 0,-1 0 1 0 0,0 0-1 0 0,-1 0 0 0 0,0-1 1 0 0,1 1-1 0 0,-2-1 1 0 0,1 1-1 0 0,-5 5 1 0 0,-2 0 20 0 0,-1 0 0 0 0,0 0 1 0 0,-1-1-1 0 0,0 0 1 0 0,0-1-1 0 0,-1 0 0 0 0,-1-1 1 0 0,-19 9-1 0 0,12-9-140 0 0,-1 0 0 0 0,0-2 1 0 0,-1 0-1 0 0,-28 3 0 0 0,4-1-2820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7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22951 0 0,'0'0'2077'0'0,"2"1"-1638"0"0,11 12 601 0 0,0 0 0 0 0,25 16 1 0 0,-29-23-2392 0 0,1-1-1 0 0,-1 0 1 0 0,16 6 0 0 0,-12-7-7177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3:3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30 12895 0 0,'-13'-8'13747'0'0,"26"-1"-12185"0"0,-7 6-1458 0 0,0 1-1 0 0,-1 0 1 0 0,1 1-1 0 0,0-1 1 0 0,0 1-1 0 0,0 1 1 0 0,0-1-1 0 0,1 1 0 0 0,-1 0 1 0 0,0 0-1 0 0,0 1 1 0 0,0-1-1 0 0,7 3 1 0 0,-7-2-82 0 0,1 1 1 0 0,-1 0-1 0 0,1 0 0 0 0,-1 1 1 0 0,0 0-1 0 0,0 0 1 0 0,0 0-1 0 0,0 1 0 0 0,-1 0 1 0 0,1 0-1 0 0,8 8 1 0 0,-13-10-7 0 0,1 0 1 0 0,-1 0 0 0 0,0 0 0 0 0,1 0 0 0 0,-1 0-1 0 0,0 0 1 0 0,0 1 0 0 0,-1-1 0 0 0,1 0-1 0 0,0 1 1 0 0,-1-1 0 0 0,1 0 0 0 0,-1 1-1 0 0,0-1 1 0 0,0 0 0 0 0,0 1 0 0 0,0-1-1 0 0,0 1 1 0 0,0-1 0 0 0,-1 0 0 0 0,1 1-1 0 0,-1-1 1 0 0,1 0 0 0 0,-2 3 0 0 0,-3 6 87 0 0,0-1 0 0 0,0 1 0 0 0,-14 17-1 0 0,5-6 28 0 0,2-4-38 0 0,-1-1-1 0 0,0-1 1 0 0,-2-1 0 0 0,-20 19-1 0 0,-11 12 106 0 0,42-41-182 0 0,1-1 0 0 0,-1 1 0 0 0,1 0-1 0 0,0 0 1 0 0,-3 9 0 0 0,6-12 48 0 0,2 0-51 0 0,0-1-1 0 0,-1 1 1 0 0,1 0 0 0 0,0-1-1 0 0,0 0 1 0 0,0 0 0 0 0,1 1 0 0 0,-1-1-1 0 0,0 0 1 0 0,0-1 0 0 0,1 1-1 0 0,-1 0 1 0 0,0-1 0 0 0,1 1-1 0 0,-1-1 1 0 0,0 0 0 0 0,1 1-1 0 0,-1-1 1 0 0,1 0 0 0 0,-1-1-1 0 0,1 1 1 0 0,4-1 0 0 0,-3 0 8 0 0,24-4-8 0 0,1-1-1 0 0,52-18 1 0 0,11-4-392 0 0,-28 16-1009 0 0,-33 8 16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19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10 15663 0 0,'-5'-10'11689'0'0,"12"26"-10954"0"0,-3-1-535 0 0,0 0 0 0 0,-1 1-1 0 0,0 0 1 0 0,-1-1 0 0 0,-1 28 0 0 0,-9 80 529 0 0,5-96-642 0 0,-7 98 101 0 0,-10 85-1355 0 0,19-208 595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17 208 15199 0 0,'-9'-14'-181'0'0,"7"12"736"0"0,1-1 0 0 0,0 1 0 0 0,0 0 0 0 0,0 0-1 0 0,1-1 1 0 0,-2-3 0 0 0,2 4-250 0 0,0 1-1 0 0,0 0 1 0 0,0-1-1 0 0,0 1 1 0 0,0 0 0 0 0,1-1-1 0 0,-1 1 1 0 0,0-1-1 0 0,1 1 1 0 0,-1 0 0 0 0,1 0-1 0 0,0-1 1 0 0,-1 1-1 0 0,1 0 1 0 0,0 0 0 0 0,0 0-1 0 0,-1 0 1 0 0,1 0 0 0 0,0 0-1 0 0,0 0 1 0 0,0 0-1 0 0,1 0 1 0 0,-1 0 0 0 0,0 0-1 0 0,1 0 1 0 0,12-8 205 0 0,1 1 0 0 0,0 0 1 0 0,0 1-1 0 0,0 1 0 0 0,1 0 1 0 0,19-4-1 0 0,103-15 41 0 0,-124 23-418 0 0,92-15 115 0 0,104-13 265 0 0,-201 29-514 0 0,153-12-204 0 0,-127 12 3 0 0,0 2 1 0 0,58 9-1 0 0,-84-9-293 0 0,-1 1 0 0 0,1 1 0 0 0,0 0-1 0 0,0 0 1 0 0,-1 0 0 0 0,0 1 0 0 0,0 0 0 0 0,0 1-1 0 0,0 0 1 0 0,-1 0 0 0 0,0 1 0 0 0,0 0-1 0 0,11 11 1 0 0,-2 4-1761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1 297 19063 0 0,'0'0'2751'0'0,"2"1"-2003"0"0,0 2-555 0 0,1-1 0 0 0,0 1 0 0 0,0-1 1 0 0,0 0-1 0 0,1 0 0 0 0,-1 0 0 0 0,0-1 0 0 0,1 1 1 0 0,-1-1-1 0 0,1 0 0 0 0,-1 0 0 0 0,1 0 0 0 0,0 0 1 0 0,0-1-1 0 0,-1 1 0 0 0,8-1 0 0 0,9-1 410 0 0,-1 0-1 0 0,22-4 1 0 0,-22 2-421 0 0,86-10 821 0 0,-103 13-957 0 0,1 0-1 0 0,-1 0 1 0 0,0 0 0 0 0,1 1-1 0 0,-1-1 1 0 0,1 1 0 0 0,-1-1-1 0 0,1 1 1 0 0,-1 0 0 0 0,4 1-1 0 0,-5-1-34 0 0,1 0 68 0 0,-1 1 1 0 0,1 0-57 0 0,-1 0-1 0 0,0 0 1 0 0,0 0 0 0 0,-1 1-1 0 0,1-1 1 0 0,0 0 0 0 0,-1 0-1 0 0,1 1 1 0 0,-1-1 0 0 0,0 0-1 0 0,0 1 1 0 0,0-1-1 0 0,0 5 1 0 0,-1-2 30 0 0,0 0 0 0 0,0-1 0 0 0,-1 1 0 0 0,1-1 0 0 0,-1 1 0 0 0,-3 5 0 0 0,-5 6 186 0 0,0-2-1 0 0,-23 26 1 0 0,25-31-140 0 0,-7 8 40 0 0,2-2-30 0 0,0 1 0 0 0,1 0-1 0 0,-12 21 1 0 0,17-22-77 0 0,7-11-5 0 0,0 0-19 0 0,1 8-8 0 0,6-2 0 0 0,-4-7-24 0 0,1-1 0 0 0,0 0 0 0 0,0 0 0 0 0,0 0 0 0 0,0 0 0 0 0,0 0 0 0 0,0-1 1 0 0,0 0-1 0 0,1 0 0 0 0,-1 0 0 0 0,0 0 0 0 0,1-1 0 0 0,-1 0 0 0 0,1 0 0 0 0,-1 0 0 0 0,0 0 0 0 0,1-1 0 0 0,4-1 0 0 0,10-2-202 0 0,0-1 0 0 0,31-13-1 0 0,-41 15 185 0 0,98-43-2977 0 0,-63 22-4768 0 0,-14 5-703 0 0</inkml:trace>
  <inkml:trace contextRef="#ctx0" brushRef="#br0" timeOffset="1">875 79 12439 0 0,'0'0'1126'0'0,"0"-2"-929"0"0,0 2-115 0 0,0-1 0 0 0,0 0 0 0 0,1 0 0 0 0,-1 0 1 0 0,0 0-1 0 0,0 1 0 0 0,0-1 0 0 0,1 0 0 0 0,-1 0 0 0 0,0 0 0 0 0,1 1 0 0 0,-1-1 0 0 0,0 0 1 0 0,1 0-1 0 0,-1 1 0 0 0,1-1 0 0 0,0 0 0 0 0,-1 1 0 0 0,1-1 0 0 0,1 0 0 0 0,3-3 4081 0 0,0-1-2685 0 0,0 1 1 0 0,0 0 0 0 0,1 0 0 0 0,-1 1 0 0 0,9-5 0 0 0,-3 3-549 0 0,0 1 0 0 0,18-5 0 0 0,-13 5-915 0 0,0 1-1 0 0,0 1 0 0 0,0 1 0 0 0,26 0 0 0 0,-36 2-16 0 0,1 0 0 0 0,-1 1 0 0 0,1-1 0 0 0,6 4 0 0 0,7 1-673 0 0,-18-6 358 0 0,0 1 1 0 0,0 0-1 0 0,0 0 0 0 0,0 0 1 0 0,-1 0-1 0 0,1 0 1 0 0,0 1-1 0 0,0-1 0 0 0,-1 1 1 0 0,1-1-1 0 0,-1 1 1 0 0,1-1-1 0 0,-1 1 0 0 0,0 0 1 0 0,0 0-1 0 0,0 0 1 0 0,0 0-1 0 0,0-1 0 0 0,0 1 1 0 0,0 1-1 0 0,0-1 1 0 0,-1 0-1 0 0,1 0 0 0 0,-1 0 1 0 0,0 0-1 0 0,1 0 1 0 0,-1 0-1 0 0,0 3 1 0 0,-3 13-7762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62 16239 0 0,'-26'9'1731'0'0,"16"-5"4879"0"0,26-7-5242 0 0,30-2-1 0 0,-8 2-1092 0 0,13-6-985 0 0,92-28 1 0 0,-111 28-1208 0 0,0 3-4106 0 0,-2 4-1841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 9215 0 0,'0'0'707'0'0,"-2"-1"-464"0"0,-5-1 207 0 0,4 2 233 0 0,1 0 0 0 0,0 1 0 0 0,-1-1 0 0 0,1 0 0 0 0,0 1 0 0 0,-1-1 0 0 0,1 1 0 0 0,0 0 0 0 0,0 0-1 0 0,0 0 1 0 0,0 0 0 0 0,0 0 0 0 0,0 1 0 0 0,-3 1 0 0 0,3-2 185 0 0,-2 3-416 0 0,0 0 0 0 0,0 0 1 0 0,0 0-1 0 0,0 0 0 0 0,1 1 0 0 0,0-1 0 0 0,0 1 0 0 0,0 0 0 0 0,1 0 0 0 0,-3 5 0 0 0,-6 11 459 0 0,1-5-519 0 0,2 1 0 0 0,0 0 0 0 0,1 0 0 0 0,0 1 0 0 0,2 0 0 0 0,0 0 0 0 0,-5 36 0 0 0,9-43-345 0 0,1 1 1 0 0,0-1 0 0 0,1 0 0 0 0,0 1-1 0 0,0-1 1 0 0,1 0 0 0 0,0 0 0 0 0,1 0-1 0 0,1 0 1 0 0,0-1 0 0 0,0 1 0 0 0,1-1-1 0 0,0 0 1 0 0,9 13 0 0 0,-8-15-39 0 0,0 0 0 0 0,0-1 1 0 0,1 0-1 0 0,-1 0 0 0 0,2-1 0 0 0,-1 0 0 0 0,1 0 1 0 0,-1 0-1 0 0,13 5 0 0 0,-14-8-4 0 0,1 0 0 0 0,0-1 0 0 0,0 1-1 0 0,-1-2 1 0 0,1 1 0 0 0,0-1 0 0 0,1 0 0 0 0,-1 0 0 0 0,0-1 0 0 0,0 0-1 0 0,0 0 1 0 0,0 0 0 0 0,9-3 0 0 0,-3 0-20 0 0,1-1 1 0 0,0 0-1 0 0,-1-1 1 0 0,0-1-1 0 0,0 0 1 0 0,-1-1-1 0 0,1 0 1 0 0,-1-1-1 0 0,-1 0 1 0 0,0-1-1 0 0,0 0 1 0 0,0-1-1 0 0,-2 0 1 0 0,1 0-1 0 0,-1-1 1 0 0,0-1-1 0 0,-1 1 1 0 0,12-26-1 0 0,-13 23-54 0 0,-3 7 35 0 0,-1 0 1 0 0,0 0-1 0 0,2-10 0 0 0,-4 16 28 0 0,-1-1 1 0 0,1 0-1 0 0,-1-1 1 0 0,0 1-1 0 0,0 0 1 0 0,0 0-1 0 0,0 0 1 0 0,0 0 0 0 0,0 0-1 0 0,0 0 1 0 0,-1 0-1 0 0,1 0 1 0 0,-1 0-1 0 0,0 0 1 0 0,1 0-1 0 0,-1 1 1 0 0,-1-3-1 0 0,-7-3-36 0 0,6 6 42 0 0,-1 0 0 0 0,0 0 0 0 0,0 0 0 0 0,1 0 0 0 0,-1 1 0 0 0,0 0 0 0 0,0 0 0 0 0,0 0 1 0 0,0 0-1 0 0,0 0 0 0 0,1 1 0 0 0,-1 0 0 0 0,0 0 0 0 0,0 0 0 0 0,1 0 0 0 0,-1 0 0 0 0,0 1 0 0 0,1 0 1 0 0,-6 3-1 0 0,-4 3 26 0 0,0 2 0 0 0,0 0 0 0 0,-15 15 0 0 0,23-21-25 0 0,1 0 0 0 0,0 1 0 0 0,0-1 0 0 0,1 1-1 0 0,-1 0 1 0 0,1 0 0 0 0,0 0 0 0 0,0 0 0 0 0,1 1 0 0 0,0-1-1 0 0,-1 1 1 0 0,-1 11 0 0 0,4-4-17 0 0,1-10-79 0 0,0 0 1 0 0,0-1-1 0 0,0 1 0 0 0,0 0 1 0 0,0-1-1 0 0,0 1 0 0 0,1-1 1 0 0,-1 0-1 0 0,1 0 1 0 0,0 1-1 0 0,-1-1 0 0 0,1 0 1 0 0,0 0-1 0 0,0 0 0 0 0,1-1 1 0 0,-1 1-1 0 0,0-1 0 0 0,1 1 1 0 0,-1-1-1 0 0,0 1 0 0 0,1-1 1 0 0,0 0-1 0 0,-1 0 0 0 0,4 0 1 0 0,1 1-633 0 0,0 0 1 0 0,-1-1-1 0 0,13 1 1 0 0,18-4-6911 0 0,-13-2-222 0 0</inkml:trace>
  <inkml:trace contextRef="#ctx0" brushRef="#br0" timeOffset="1">949 51 20527 0 0,'-1'-3'316'0'0,"1"2"-178"0"0,-1 0 0 0 0,1 0 0 0 0,0 0 0 0 0,-1 0 0 0 0,1 0 0 0 0,-1 0 0 0 0,1 0 1 0 0,-1 1-1 0 0,1-1 0 0 0,-1 0 0 0 0,0 0 0 0 0,0 0 0 0 0,1 1 0 0 0,-2-2 0 0 0,1 1 11 0 0,-1 0 0 0 0,1 0 0 0 0,0 0 0 0 0,0 0 0 0 0,-1 0 0 0 0,1 0 0 0 0,0 1 0 0 0,-1-1 0 0 0,1 0 0 0 0,-1 1 1 0 0,1-1-1 0 0,-1 1 0 0 0,1 0 0 0 0,-1-1 0 0 0,0 1 0 0 0,1 0 0 0 0,-1 0 0 0 0,1 0 0 0 0,-1 0 0 0 0,1 0 0 0 0,-1 0 0 0 0,0 1 0 0 0,1-1 0 0 0,-1 0 1 0 0,1 1-1 0 0,-1-1 0 0 0,1 1 0 0 0,-1 0 0 0 0,1-1 0 0 0,0 1 0 0 0,-2 1 0 0 0,-5 3 311 0 0,1 0-1 0 0,0 0 1 0 0,0 0-1 0 0,-7 8 1 0 0,-7 7-38 0 0,-53 53 625 0 0,62-59-833 0 0,0 1 0 0 0,0 0 0 0 0,-13 25 0 0 0,22-36-204 0 0,1 1-1 0 0,0 0 1 0 0,0 0 0 0 0,0 0 0 0 0,0 1-1 0 0,1-1 1 0 0,0 0 0 0 0,0 1 0 0 0,0-1-1 0 0,1 1 1 0 0,0-1 0 0 0,0 1 0 0 0,0-1-1 0 0,1 1 1 0 0,0-1 0 0 0,0 0 0 0 0,0 1-1 0 0,0-1 1 0 0,1 0 0 0 0,0 0 0 0 0,0 0-1 0 0,1 0 1 0 0,-1 0 0 0 0,1 0 0 0 0,0-1-1 0 0,0 1 1 0 0,1-1 0 0 0,-1 0 0 0 0,1 0-1 0 0,0 0 1 0 0,0 0 0 0 0,0-1 0 0 0,1 0-1 0 0,-1 0 1 0 0,1 0 0 0 0,0 0 0 0 0,0-1-1 0 0,6 3 1 0 0,-3-2-14 0 0,1 0 0 0 0,-1 0 0 0 0,1-1 0 0 0,-1 0 0 0 0,1-1 0 0 0,0 0 0 0 0,0 0 0 0 0,0-1 0 0 0,-1 0 0 0 0,1-1 0 0 0,0 0 0 0 0,0 0 0 0 0,-1-1 0 0 0,1 0 0 0 0,14-6 0 0 0,-7 3-22 0 0,0-2 1 0 0,0 0-1 0 0,-1-1 1 0 0,0-1-1 0 0,16-12 1 0 0,-25 17-6 0 0,0 0 1 0 0,-1-1 0 0 0,0 0 0 0 0,0 0 0 0 0,0-1-1 0 0,0 1 1 0 0,-1-1 0 0 0,0 0 0 0 0,0 0-1 0 0,0-1 1 0 0,-1 1 0 0 0,0-1 0 0 0,0 1 0 0 0,3-15-1 0 0,-6 17 11 0 0,1-1 0 0 0,-1 1 0 0 0,0 0 0 0 0,-1 0 0 0 0,1 0 0 0 0,-1 0 0 0 0,0 0 0 0 0,0 0 0 0 0,0 0 0 0 0,0 0 0 0 0,-1 0 0 0 0,1 0-1 0 0,-1 0 1 0 0,0 1 0 0 0,0-1 0 0 0,-1 1 0 0 0,1-1 0 0 0,-1 1 0 0 0,1 0 0 0 0,-1 0 0 0 0,-4-3 0 0 0,-6-6-636 0 0,-1 1 1 0 0,-1 1-1 0 0,-22-13 1 0 0,26 16-243 0 0,9 6 90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82 10135 0 0,'0'0'778'0'0,"-1"-3"-506"0"0,-5-19 277 0 0,5 18 995 0 0,-1-1 1 0 0,0 1-1 0 0,0 0 1 0 0,-1 0 0 0 0,-3-6-1 0 0,4 8-744 0 0,0 0 1 0 0,0 0-1 0 0,0 0 0 0 0,0 0 1 0 0,-1 0-1 0 0,1 0 1 0 0,0 1-1 0 0,-1-1 0 0 0,1 1 1 0 0,-4-1-1 0 0,3 1-839 0 0,0 0 0 0 0,1 0 0 0 0,-1 0-1 0 0,0 1 1 0 0,0-1 0 0 0,-5 1 0 0 0,1 0 217 0 0,0 1 0 0 0,1 0 1 0 0,-1 1-1 0 0,0-1 0 0 0,1 1 0 0 0,0 0 1 0 0,-1 1-1 0 0,1 0 0 0 0,-7 3 0 0 0,-8 7 104 0 0,-21 16 0 0 0,42-29-281 0 0,-12 9 115 0 0,0 1 0 0 0,0 0 0 0 0,-14 16 0 0 0,22-22-107 0 0,1 1 1 0 0,-1 0-1 0 0,1 0 1 0 0,0 0-1 0 0,0 0 1 0 0,0 0-1 0 0,1 0 0 0 0,0 1 1 0 0,0 0-1 0 0,1-1 1 0 0,-3 12-1 0 0,3 12-9 0 0,6-15 0 0 0,-2-9 1 0 0,0-1 0 0 0,1 1 0 0 0,0-1-1 0 0,0 1 1 0 0,0-1 0 0 0,0-1 0 0 0,1 1 0 0 0,-1-1-1 0 0,9 5 1 0 0,-4-3-4 0 0,0-1-1 0 0,0 0 1 0 0,1 0-1 0 0,-1-1 1 0 0,11 2-1 0 0,0-2-21 0 0,0 0 0 0 0,-1-2 0 0 0,1 0 0 0 0,0-1 0 0 0,21-3 0 0 0,-29 2-6 0 0,0-1-1 0 0,0 0 0 0 0,0-1 0 0 0,0-1 1 0 0,0 0-1 0 0,-1 0 0 0 0,0-1 1 0 0,0 0-1 0 0,12-8 0 0 0,-19 10-9 0 0,1-1 1 0 0,-1 1-1 0 0,0-1 0 0 0,0 0 0 0 0,0 0 1 0 0,0 0-1 0 0,-1 0 0 0 0,0 0 0 0 0,1-1 1 0 0,-2 0-1 0 0,1 1 0 0 0,0-1 0 0 0,-1 0 1 0 0,0-1-1 0 0,0 1 0 0 0,-1 0 0 0 0,0 0 0 0 0,1-1 1 0 0,-2 1-1 0 0,1-1 0 0 0,-1 1 0 0 0,0-9 1 0 0,0 10-67 0 0,-1-1 1 0 0,1 1 0 0 0,-1 0-1 0 0,0 0 1 0 0,0 0 0 0 0,-1 0-1 0 0,1 0 1 0 0,-1 0-1 0 0,0 1 1 0 0,0-1 0 0 0,0 1-1 0 0,-6-7 1 0 0,0 1-635 0 0,-1 0 0 0 0,-18-14-1 0 0,18 16 286 0 0,9 7 395 0 0,-1 0 1 0 0,1-1-1 0 0,-1 1 1 0 0,1 0-1 0 0,-1 0 0 0 0,0-1 1 0 0,1 1-1 0 0,-1 0 1 0 0,1 0-1 0 0,-1 0 0 0 0,0 0 1 0 0,1-1-1 0 0,-1 1 1 0 0,1 0-1 0 0,-1 0 0 0 0,0 1 1 0 0,3 20-8646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2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20 15199 0 0,'0'-1'154'0'0,"-1"0"0"0"0,1 0 0 0 0,0 1 0 0 0,0-1 0 0 0,-1 0 0 0 0,2-14 12439 0 0,11 22-11555 0 0,-10-4-956 0 0,0-1 0 0 0,0 0 0 0 0,0 1 0 0 0,0-1 0 0 0,0 1 0 0 0,0-1 0 0 0,-1 1 0 0 0,0 0 0 0 0,1 0 0 0 0,-1 0 0 0 0,1 5 0 0 0,7 36 476 0 0,-8-36-480 0 0,4 42 410 0 0,-2 96 0 0 0,-4-83-386 0 0,1-30-41 0 0,-2 71-55 0 0,1-94 62 0 0,-1 1-428 0 0,2-3-3729 0 0,3-8 2375 0 0,12 1-55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2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23 12895 0 0,'0'0'595'0'0,"0"-1"-18"0"0,-10-18 6904 0 0,9 18-7103 0 0,1 1 0 0 0,0 0 0 0 0,-1 0 0 0 0,1-1 0 0 0,-1 1 0 0 0,1 0 0 0 0,-1 0 0 0 0,1 0 0 0 0,-1 0 0 0 0,0-1 0 0 0,1 1 0 0 0,-1 0 0 0 0,1 0 0 0 0,-1 0 0 0 0,1 0 0 0 0,-1 0 0 0 0,1 1 0 0 0,-2-1 0 0 0,-16 2 1600 0 0,4 3-1731 0 0,-1 1-1 0 0,1 1 0 0 0,0 0 0 0 0,1 1 0 0 0,-21 15 1 0 0,-8 5-162 0 0,-9 4 124 0 0,-60 49 1 0 0,104-77-183 0 0,4-2-22 0 0,1-1-1 0 0,0 0 0 0 0,1 0 0 0 0,-1 1 0 0 0,0-1 0 0 0,0 1 0 0 0,1 0 0 0 0,-1 0 1 0 0,1-1-1 0 0,-1 1 0 0 0,-1 3 0 0 0,-2 6-4 0 0,6 2 0 0 0,-1-12 0 0 0,1 0 0 0 0,-1 0 0 0 0,1 0 0 0 0,-1 0 0 0 0,1 0 0 0 0,-1 0 0 0 0,1 0 0 0 0,0 0 0 0 0,0 0 0 0 0,-1 0 0 0 0,2 1 0 0 0,3 1 0 0 0,-1 0 0 0 0,1 0 0 0 0,0 0 0 0 0,0-1 0 0 0,0 0 0 0 0,0 0 0 0 0,1 0 0 0 0,-1 0 0 0 0,0-1 0 0 0,1 0 0 0 0,9 1 0 0 0,8-1 0 0 0,34-2 0 0 0,-55 1 0 0 0,43-2 0 0 0,56-3 0 0 0,154 11 0 0 0,-248-6 0 0 0,24 6 0 0 0,-10 2-2382 0 0,-19-8 1592 0 0,-1 1 1 0 0,1 0 0 0 0,-1 0-1 0 0,1 0 1 0 0,-1 1 0 0 0,1-1-1 0 0,-1 0 1 0 0,2 2-1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27 6447 0 0,'3'-26'12731'0'0,"-4"29"-11378"0"0,-45 251 3950 0 0,38-181-3899 0 0,0 116 0 0 0,48 217 313 0 0,-14-196-1225 0 0,-20-160-440 0 0,15 177 148 0 0,-18-152-164 0 0,-5 78 0 0 0,0-136-39 0 0,1 31-194 0 0,0-52 27 0 0,1 0 0 0 0,-1 1-1 0 0,0-1 1 0 0,-2-7 0 0 0,-3-9-398 0 0,3-14-1740 0 0,4 0-4121 0 0,1-7-2535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2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429 326 16639 0 0,'7'-12'389'0'0,"1"0"0"0"0,0 1 0 0 0,1 0 0 0 0,0 0 0 0 0,0 1 0 0 0,1 0 0 0 0,0 1 0 0 0,1 0 0 0 0,0 0-1 0 0,1 1 1 0 0,0 1 0 0 0,14-8 0 0 0,10-2 698 0 0,1 2 0 0 0,0 1 0 0 0,41-10 0 0 0,168-20 560 0 0,-215 40-1523 0 0,585-45 1455 0 0,-343 34-1326 0 0,740 5 17 0 0,26 49-176 0 0,-454-16-36 0 0,36 0-63 0 0,-429-16 5 0 0,126 2 0 0 0,79-4 11 0 0,-244 2 15 0 0,101-1 1 0 0,-183-11-27 0 0,-57 1 0 0 0,-5-2 0 0 0,-11 8 4 0 0,1 1-1 0 0,-1-1 1 0 0,1 1-1 0 0,0-1 1 0 0,0 1-1 0 0,-1 0 1 0 0,2-1-1 0 0,-2 5 1 0 0,-7 38 68 0 0,0 54 56 0 0,12 37 136 0 0,25 172 0 0 0,25-2-8 0 0,4 33-84 0 0,-18 210 307 0 0,-40-535-451 0 0,0 0 1 0 0,0-1-1 0 0,-1 1 0 0 0,-1 0 1 0 0,-8 25-1 0 0,3-24-16 0 0,4-11-9 0 0,1-2 4 0 0,-4 4 5 0 0,-1 0 1 0 0,0-1 0 0 0,0 0 0 0 0,-1 0 0 0 0,1 0-1 0 0,-1-1 1 0 0,0-1 0 0 0,0 1 0 0 0,-18 3 0 0 0,-2-3-1 0 0,1-1 0 0 0,-1-2 0 0 0,-43-3 1 0 0,26 1-9 0 0,-352 17-9 0 0,326-12-9 0 0,-698 52-290 0 0,-332 31-59 0 0,-1-20 321 0 0,758-50 42 0 0,-594 18 0 0 0,819-34 0 0 0,-298-4 0 0 0,-456-16 75 0 0,743 22 20 0 0,111-1-48 0 0,-1 0 0 0 0,1 2 0 0 0,0 0 0 0 0,-24 9 0 0 0,41-12 17 0 0,3 2-8 0 0,-1 10-45 0 0,2-9-29 0 0,0 0 0 0 0,1 0 0 0 0,-1 0-1 0 0,1-1 1 0 0,0 1 0 0 0,0-1 0 0 0,0 1 0 0 0,0-1 0 0 0,1 0 0 0 0,-1 0 0 0 0,7 6-1 0 0,4 3-1039 0 0,19 14 0 0 0,-29-24 733 0 0,22 17-6868 0 0,4 2-2331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3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5983 0 0,'-1'-2'32'0'0,"2"0"-1"0"0,-1-1 1 0 0,0 1-1 0 0,0 0 1 0 0,1 0-1 0 0,-1 0 0 0 0,1 0 1 0 0,0 0-1 0 0,-1 0 1 0 0,1 0-1 0 0,0 0 1 0 0,0 0-1 0 0,0 0 0 0 0,1 0 1 0 0,-1 0-1 0 0,0 1 1 0 0,1-1-1 0 0,-1 0 1 0 0,1 1-1 0 0,0-1 0 0 0,-1 1 1 0 0,1 0-1 0 0,0-1 1 0 0,0 1-1 0 0,0 0 1 0 0,0 0-1 0 0,3-1 0 0 0,17-5 1885 0 0,0 1 0 0 0,0 1-1 0 0,36-4 1 0 0,72 2 482 0 0,-120 7-2243 0 0,555-13 3429 0 0,-66 18-2933 0 0,-250 0-592 0 0,183 18-242 0 0,-404-18-216 0 0,-26-4 171 0 0,-5-2-1305 0 0,-285-14 143 0 0,-5 17 1361 0 0,7-1 25 0 0,54 5 4 0 0,137-3 54 0 0,34 1-42 0 0,-50-1 50 0 0,-72-4 21 0 0,178 1-169 0 0,1 1 0 0 0,-1-1 0 0 0,1 1 0 0 0,0 0 0 0 0,-1 0 0 0 0,1 0 1 0 0,0 1-1 0 0,0 0 0 0 0,0 0 0 0 0,0 0 0 0 0,0 0 0 0 0,0 0 0 0 0,-5 5 0 0 0,-1 2-5874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4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25 13823 0 0,'0'0'1062'0'0,"0"-9"-409"0"0,0 9-322 0 0,0-1 0 0 0,1 1 0 0 0,-1-1 0 0 0,0 0 0 0 0,0 1-1 0 0,0-1 1 0 0,0 1 0 0 0,0-1 0 0 0,0 1 0 0 0,0-1 0 0 0,0 0 0 0 0,0 1 0 0 0,-1-1 0 0 0,1 1 0 0 0,0-1 0 0 0,0 1-1 0 0,0-1 1 0 0,-1 0 0 0 0,1 1 0 0 0,0-1 0 0 0,-1 1 0 0 0,1-1 0 0 0,0 1 0 0 0,-1 0 0 0 0,1-1 0 0 0,0 1 0 0 0,-1-1 0 0 0,0 0-1 0 0,-8 6 4833 0 0,0 2-6789 0 0,-12 17 2557 0 0,-32 47 1 0 0,34-44-660 0 0,-1 0-62 0 0,1 2 0 0 0,1 0 1 0 0,-17 43-1 0 0,34-70-208 0 0,-1 1 0 0 0,1 0 0 0 0,0 0 0 0 0,1 0 0 0 0,-1 0 0 0 0,1 0 0 0 0,-1 0 0 0 0,1 0 0 0 0,0 0 0 0 0,0 1 0 0 0,0-1 0 0 0,0 0 0 0 0,1 0 0 0 0,-1 0 0 0 0,3 5 0 0 0,-3-7-1 0 0,1 1 0 0 0,0 0 1 0 0,0-1-1 0 0,1 1 0 0 0,-1-1 0 0 0,0 1 1 0 0,1-1-1 0 0,-1 1 0 0 0,0-1 0 0 0,1 0 1 0 0,0 0-1 0 0,-1 1 0 0 0,1-1 0 0 0,0 0 0 0 0,-1-1 1 0 0,1 1-1 0 0,0 0 0 0 0,0 0 0 0 0,0-1 1 0 0,0 1-1 0 0,0-1 0 0 0,0 0 0 0 0,-1 1 1 0 0,1-1-1 0 0,3 0 0 0 0,24 0-149 0 0,-1-2 0 0 0,1-1 0 0 0,-1-1 0 0 0,1-1 0 0 0,-1-1 0 0 0,-1-2 0 0 0,45-18 0 0 0,-36 9-2290 0 0,42-26-1 0 0,-69 37 1575 0 0,13-7-1427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4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 22975 0 0,'0'0'85'0'0,"-1"0"0"0"0,1-1 0 0 0,0 1 0 0 0,0 0 0 0 0,0 0-1 0 0,-1 0 1 0 0,1 0 0 0 0,0 0 0 0 0,0 0 0 0 0,0 0 0 0 0,-1-1 0 0 0,1 1 0 0 0,0 0-1 0 0,0 0 1 0 0,0 0 0 0 0,-1 0 0 0 0,1 0 0 0 0,0 0 0 0 0,0 0 0 0 0,-1 0 0 0 0,1 0-1 0 0,0 0 1 0 0,0 0 0 0 0,0 0 0 0 0,-1 1 0 0 0,1-1 0 0 0,0 0 0 0 0,0 0 0 0 0,0 0-1 0 0,-1 0 1 0 0,1 0 0 0 0,0 0 0 0 0,0 0 0 0 0,0 1 0 0 0,-1-1 0 0 0,1 0 0 0 0,0 0 0 0 0,0 0-1 0 0,0 0 1 0 0,0 1 0 0 0,0-1 0 0 0,0 0 0 0 0,-1 0 0 0 0,1 0 0 0 0,0 0 0 0 0,0 1-1 0 0,0-1 1 0 0,0 0 0 0 0,0 1 0 0 0,8 12 1167 0 0,19 16-683 0 0,54 32 291 0 0,-46-33-683 0 0,-3-2 4 0 0,34 35 0 0 0,-40-33-132 0 0,-2 1-1 0 0,-1 1 0 0 0,-1 1 1 0 0,-2 2-1 0 0,-1 0 1 0 0,-2 0-1 0 0,-1 2 1 0 0,-2 0-1 0 0,-1 1 1 0 0,11 49-1 0 0,-21-68-9 0 0,0 0-1 0 0,-2 1 1 0 0,0 0-1 0 0,-1-1 1 0 0,-1 1-1 0 0,0 0 1 0 0,-1-1-1 0 0,-1 0 1 0 0,-1 1-1 0 0,-1-1 1 0 0,0 0-1 0 0,-10 21 1 0 0,-10 10-3119 0 0,-7-3-3374 0 0,22-33-2982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4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15 7831 0 0,'-3'-5'706'0'0,"2"4"-223"0"0,1 0 1 0 0,-1 0-1 0 0,0 0 1 0 0,1 1-1 0 0,-1-1 1 0 0,0 0-1 0 0,0 0 1 0 0,0 0-1 0 0,0 0 1 0 0,1 1-1 0 0,-11 2 8926 0 0,11-1-9160 0 0,-3 17 7333 0 0,2-6-6267 0 0,1-6-3571 0 0,-14 428 4393 0 0,15-392-2917 0 0,12 69 0 0 0,-13-110 76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49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17967 0 0,'2'0'7305'0'0,"89"-4"-2411"0"0,-1 1-3902 0 0,65-12-51 0 0,131-16-460 0 0,2 10-493 0 0,-276 20-441 0 0,1 1-1 0 0,-1 0 1 0 0,0 1 0 0 0,1 1-1 0 0,-1 0 1 0 0,0 0-1 0 0,0 1 1 0 0,0 1-1 0 0,21 9 1 0 0,-14-4-1494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4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23239 0 0,'0'0'2105'0'0,"2"0"-1731"0"0,6 1 22 0 0,-1-1-1 0 0,1 1 1 0 0,0-2 0 0 0,0 1 0 0 0,-1-1 0 0 0,9-2 0 0 0,49-14 1905 0 0,-25 6-1752 0 0,-20 6-359 0 0,78-17 352 0 0,-96 21-478 0 0,-2 3-11 0 0,0 1-35 0 0,0 1-1 0 0,0-1 1 0 0,-1 0-1 0 0,1 1 1 0 0,-1-1-1 0 0,0 0 1 0 0,0 0-1 0 0,0 1 1 0 0,0-1-1 0 0,-1 0 1 0 0,1 0-1 0 0,-1 0 1 0 0,0-1-1 0 0,0 1 1 0 0,0 0-1 0 0,-3 3 1 0 0,-2 2 38 0 0,0 0 0 0 0,-1-1 0 0 0,0 0 1 0 0,-10 7-1 0 0,-1-1-56 0 0,0 0 0 0 0,1 1 0 0 0,-31 32 0 0 0,48-45 0 0 0,1-1 0 0 0,0 0 0 0 0,-1 1 0 0 0,1-1 0 0 0,0 0 0 0 0,-1 1 0 0 0,1-1 0 0 0,0 1 0 0 0,-1-1 0 0 0,1 0 0 0 0,0 1 0 0 0,-1-1 0 0 0,1 1 0 0 0,0-1 0 0 0,0 1 0 0 0,0-1 0 0 0,0 1 0 0 0,0-1 0 0 0,-1 1 0 0 0,1-1 0 0 0,0 1 0 0 0,0-1 0 0 0,0 1 0 0 0,0-1 0 0 0,0 1 0 0 0,0-1 0 0 0,1 1 0 0 0,-1-1 0 0 0,0 1 0 0 0,0-1 0 0 0,0 1 0 0 0,0-1 0 0 0,1 1 0 0 0,-1-1 0 0 0,0 1 0 0 0,1 0 0 0 0,-1 2 0 0 0,0-2 0 0 0,0 0 0 0 0,1-1 0 0 0,-1 1 0 0 0,0 0 0 0 0,1 0 0 0 0,-1 0 0 0 0,0 0 0 0 0,1 0 0 0 0,-1-1 0 0 0,1 1 0 0 0,-1 0 0 0 0,1 0 0 0 0,-1-1 0 0 0,1 1 0 0 0,0 0 0 0 0,-1-1 0 0 0,1 1 0 0 0,1 0 0 0 0,2 2-17 0 0,0 0 0 0 0,0 0 1 0 0,1 0-1 0 0,-1-1 0 0 0,1 0 0 0 0,-1 0 0 0 0,1 0 0 0 0,0 0 1 0 0,0-1-1 0 0,0 0 0 0 0,10 2 0 0 0,10 2-41 0 0,36 11 161 0 0,12 3 54 0 0,-67-18-157 0 0,-1 1 0 0 0,0 1 0 0 0,0-1 0 0 0,0 1 0 0 0,5 3 0 0 0,-9-5 0 0 0,1 0 0 0 0,-1 0 0 0 0,0 0 0 0 0,0 0 0 0 0,1 0 0 0 0,-1 0 0 0 0,0 0 0 0 0,0 0 0 0 0,0 0 0 0 0,0 1 0 0 0,0-1 0 0 0,-1 0 0 0 0,1 1 0 0 0,0-1 0 0 0,0 0 0 0 0,-1 1 0 0 0,1-1 0 0 0,-1 1 0 0 0,0-1 0 0 0,1 1 0 0 0,-1 0 0 0 0,0-1 0 0 0,0 1 0 0 0,0 1 0 0 0,0 2 0 0 0,0-2 0 0 0,0 0 0 0 0,-1 0 0 0 0,1-1 0 0 0,-1 1 0 0 0,0 0 0 0 0,1 0 0 0 0,-1-1 0 0 0,-1 1 0 0 0,1 0 0 0 0,0-1 0 0 0,-1 1 0 0 0,1-1 0 0 0,-1 0 0 0 0,0 1 0 0 0,0-1 0 0 0,-3 3 0 0 0,-2 2 0 0 0,0 0 0 0 0,-1-1 0 0 0,-13 8 0 0 0,7-4-36 0 0,-2-2 1 0 0,1 0-1 0 0,-1-1 0 0 0,0 0 1 0 0,-1-2-1 0 0,0 1 0 0 0,0-2 0 0 0,0-1 1 0 0,0 0-1 0 0,0-1 0 0 0,-1 0 1 0 0,-20-2-1 0 0,38 0-5 0 0,-1 0 0 0 0,1 0 1 0 0,-1 0-1 0 0,1 0 0 0 0,-1 0 0 0 0,1 0 0 0 0,-1 0 0 0 0,1 0 1 0 0,0-1-1 0 0,-1 1 0 0 0,1 0 0 0 0,-1 0 0 0 0,1 0 0 0 0,0-1 1 0 0,-1 1-1 0 0,1 0 0 0 0,-1 0 0 0 0,1-1 0 0 0,0 1 1 0 0,-1 0-1 0 0,1-1 0 0 0,0 1 0 0 0,-1 0 0 0 0,1-1 0 0 0,0 1 1 0 0,0 0-1 0 0,0-1 0 0 0,-1 1 0 0 0,1-1 0 0 0,0 1 0 0 0,0-1 1 0 0,0 1-1 0 0,0-1 0 0 0,0 1 0 0 0,-1 0 0 0 0,1-1 0 0 0,0 1 1 0 0,0-1-1 0 0,0 1 0 0 0,0-1 0 0 0,1 0 0 0 0,-1-1-413 0 0,1 0-1 0 0,-1-1 0 0 0,1 1 1 0 0,0 0-1 0 0,0 0 0 0 0,0 0 1 0 0,2-3-1 0 0,12-14-9417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4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2303 0 0,'-4'0'29671'0'0,"5"1"-29438"0"0,51 7 209 0 0,90 9-991 0 0,-95-13-4081 0 0</inkml:trace>
  <inkml:trace contextRef="#ctx0" brushRef="#br0" timeOffset="1">5 208 8751 0 0,'2'1'16595'0'0,"2"0"-16209"0"0,1 1 0 0 0,0-1-1 0 0,-1 0 1 0 0,1 0 0 0 0,0 0 0 0 0,-1-1 0 0 0,1 0 0 0 0,0 0 0 0 0,0 0 0 0 0,7-1 0 0 0,4-2-112 0 0,29-8 1 0 0,117-45-1116 0 0,-94 29-7987 0 0,-34 13 12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27439 0 0,'0'0'2755'0'0,"0"-3"-2521"0"0,4-8-127 0 0,0 8 96 0 0,0 1 0 0 0,0 0 0 0 0,0 0 0 0 0,1 0 0 0 0,-1 1 0 0 0,0-1 1 0 0,1 1-1 0 0,6-1 0 0 0,-6 1-55 0 0,17-3-118 0 0,0 1-1 0 0,30 0 1 0 0,-12 1-39 0 0,-23 1 25 0 0,0 0 0 0 0,1 1 0 0 0,-1 0 0 0 0,1 2 0 0 0,-1 0 0 0 0,0 1 0 0 0,18 5 0 0 0,-32-7-16 0 0,-2-1 0 0 0,0 0 0 0 0,0 1 0 0 0,0-1 0 0 0,0 0 0 0 0,0 1 0 0 0,-1-1 0 0 0,1 0 0 0 0,0 1 0 0 0,0 0 0 0 0,0-1 0 0 0,-1 1 0 0 0,1-1 0 0 0,0 1 0 0 0,-1 0 0 0 0,1-1 0 0 0,0 1 0 0 0,-1 0 0 0 0,1 1 0 0 0,0-1 1 0 0,1 1 0 0 0,-1 0-1 0 0,0-1 1 0 0,0 1 0 0 0,0 0 0 0 0,0 0 0 0 0,-1 0 0 0 0,1-1-1 0 0,0 1 1 0 0,-1 0 0 0 0,1 0 0 0 0,-1 0 0 0 0,0 0 0 0 0,0 0-1 0 0,1 0 1 0 0,-1 0 0 0 0,-1 0 0 0 0,1 0 0 0 0,0 0 0 0 0,0 0-1 0 0,-1 0 1 0 0,1 0 0 0 0,-1 0 0 0 0,0 0 0 0 0,1 0 0 0 0,-3 3-1 0 0,-2 5 7 0 0,0 0-1 0 0,-1-1 0 0 0,-11 14 1 0 0,14-19-7 0 0,-54 63 0 0 0,10-13 0 0 0,37-43-32 0 0,1 1 0 0 0,1 0 0 0 0,0 1 0 0 0,-11 22 0 0 0,18-32-163 0 0,1-1-1 0 0,-1 0 1 0 0,0 0 0 0 0,1 1-1 0 0,-1-1 1 0 0,1 0-1 0 0,0 1 1 0 0,0-1 0 0 0,0 1-1 0 0,0-1 1 0 0,0 0 0 0 0,0 1-1 0 0,1-1 1 0 0,-1 1 0 0 0,1-1-1 0 0,0 0 1 0 0,-1 0-1 0 0,3 5 1 0 0,8 6-1085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20735 0 0,'-22'16'2211'0'0,"15"-9"-1616"0"0,-2 4 4844 0 0,1-1-1483 0 0,1-3-4256 0 0,6-6 392 0 0,-11 19-53 0 0,7-11-39 0 0,5-9-66 0 0,0 0 0 0 0,0 1 1 0 0,-1-1-1 0 0,1 0 0 0 0,0 1 0 0 0,0-1 1 0 0,0 1-1 0 0,0-1 0 0 0,0 0 0 0 0,-1 1 0 0 0,1-1 1 0 0,0 1-1 0 0,0-1 0 0 0,0 1 0 0 0,0-1 0 0 0,0 0 1 0 0,0 1-1 0 0,0-1 0 0 0,0 1 0 0 0,1-1 1 0 0,-1 0-1 0 0,0 1 0 0 0,0-1 0 0 0,0 1 0 0 0,0-1 1 0 0,1 0-1 0 0,-1 1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5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38 11055 0 0,'-9'-2'340'0'0,"-55"-17"880"0"0,24 3 15896 0 0,49 16-16752 0 0,0 1 0 0 0,16 4 0 0 0,0 0-160 0 0,389 20 307 0 0,-278-21-434 0 0,-3 0-4334 0 0,190-19 1 0 0,-303 13 2489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6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11055 0 0,'-1'0'573'0'0,"-40"-1"17842"0"0,58 9-18261 0 0,1-1 1 0 0,0-1-1 0 0,1 0 1 0 0,33 5-1 0 0,65 3-154 0 0,-17 5 0 0 0,-87-15 0 0 0,-4 3 0 0 0,-8-5 5 0 0,-1-1 0 0 0,1 0-1 0 0,-1 1 1 0 0,0-1 0 0 0,1 1 0 0 0,-1-1-1 0 0,0 1 1 0 0,0-1 0 0 0,0 1 0 0 0,0-1-1 0 0,0 1 1 0 0,0-1 0 0 0,0 0 0 0 0,-1 1-1 0 0,1-1 1 0 0,0 1 0 0 0,-1-1 0 0 0,1 0-1 0 0,-1 1 1 0 0,0-1 0 0 0,1 0 0 0 0,-1 1-1 0 0,0-1 1 0 0,0 0 0 0 0,0 0 0 0 0,0 0-1 0 0,0 0 1 0 0,-1 1 0 0 0,-3 5 39 0 0,-1-1-1 0 0,-1-1 1 0 0,-9 8-1 0 0,-14 6 9 0 0,0-1 0 0 0,-35 15-1 0 0,-2 0-3650 0 0,50-24-6413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22 5063 0 0,'0'0'232'0'0,"-23"-20"16456"0"0,23 20-16274 0 0,-1-1 1 0 0,0 1-1 0 0,1 0 0 0 0,-1 0 1 0 0,1 0-1 0 0,-1 0 0 0 0,0 0 1 0 0,1 0-1 0 0,-1 0 1 0 0,0 0-1 0 0,1 0 0 0 0,-1 0 1 0 0,0 1-1 0 0,1-1 1 0 0,-1 0-1 0 0,1 0 0 0 0,-2 1 1 0 0,-2 22 56 0 0,0 0 0 0 0,2 0 1 0 0,1 1-1 0 0,2 39 0 0 0,0-37-350 0 0,0 61 105 0 0,-1-15-158 0 0,4 1 0 0 0,12 73-1 0 0,-13-130-244 0 0,6 30-870 0 0,0-18-3142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22287 0 0,'0'0'2905'0'0,"1"1"-2377"0"0,9 3-79 0 0,1 0 0 0 0,-1-1-1 0 0,0 0 1 0 0,1 0-1 0 0,-1-1 1 0 0,1-1-1 0 0,12 1 1 0 0,3-1 130 0 0,49-6 0 0 0,-11-6-376 0 0,-1-2 1 0 0,101-37-1 0 0,-125 37-201 0 0,-27 9-12 0 0,-1 1 0 0 0,2 0 1 0 0,-1 0-1 0 0,0 1 0 0 0,14 0 0 0 0,-23 2 7 0 0,0 0 1 0 0,0 0-1 0 0,0 0 0 0 0,0 0 0 0 0,0 1 0 0 0,0-1 0 0 0,0 1 0 0 0,0 0 1 0 0,-1 0-1 0 0,1 0 0 0 0,0 1 0 0 0,0-1 0 0 0,-1 0 0 0 0,1 1 0 0 0,-1 0 1 0 0,1 0-1 0 0,-1 0 0 0 0,0 0 0 0 0,0 0 0 0 0,0 0 0 0 0,0 0 0 0 0,0 1 0 0 0,0-1 1 0 0,-1 1-1 0 0,1-1 0 0 0,1 5 0 0 0,3 12 61 0 0,0-1 0 0 0,-2 1 0 0 0,0 0 1 0 0,-1 0-1 0 0,0 30 0 0 0,2 10 81 0 0,-4-56-137 0 0,8 54 193 0 0,-7-52-207 0 0,-1 0 1 0 0,1 1-1 0 0,0-1 0 0 0,0 0 1 0 0,1 0-1 0 0,0 0 1 0 0,5 8-1 0 0,-7-12-2 0 0,0 0 0 0 0,0 0 0 0 0,0-1-1 0 0,0 1 1 0 0,0 0 0 0 0,0-1 0 0 0,0 1 0 0 0,0-1 0 0 0,1 1 0 0 0,-1-1-1 0 0,0 1 1 0 0,0-1 0 0 0,0 0 0 0 0,1 0 0 0 0,-1 1 0 0 0,0-1 0 0 0,0 0-1 0 0,1 0 1 0 0,-1 0 0 0 0,0-1 0 0 0,0 1 0 0 0,1 0 0 0 0,1-1-1 0 0,1 0-31 0 0,0 0 0 0 0,0 0 0 0 0,0-1-1 0 0,-1 1 1 0 0,6-4 0 0 0,-3 1-26 0 0,1-1 1 0 0,-1 0 0 0 0,0-1-1 0 0,0 1 1 0 0,-1-1 0 0 0,1 0-1 0 0,-1-1 1 0 0,-1 1 0 0 0,8-14-1 0 0,1-5-76 0 0,13-38 1 0 0,-21 50 109 0 0,50-129-10 0 0,-55 141 223 0 0,1 2-141 0 0,1 1 0 0 0,-1-1-1 0 0,0 1 1 0 0,0 0 0 0 0,0-1 0 0 0,0 1 0 0 0,0 0 0 0 0,1 3 0 0 0,14 33 41 0 0,-5-10 153 0 0,18 34-1 0 0,-25-55-480 0 0,1 1 0 0 0,-1-1 0 0 0,1 0 0 0 0,1-1 0 0 0,0 1-1 0 0,-1-1 1 0 0,2 0 0 0 0,-1 0 0 0 0,9 5 0 0 0,-13-10-81 0 0,-1 0-1 0 0,1 0 1 0 0,0 0 0 0 0,0 0 0 0 0,0-1 0 0 0,-1 1 0 0 0,1 0 0 0 0,0-1-1 0 0,0 0 1 0 0,0 1 0 0 0,0-1 0 0 0,0 0 0 0 0,0 0 0 0 0,0 0 0 0 0,0 0-1 0 0,0 0 1 0 0,0-1 0 0 0,0 1 0 0 0,0-1 0 0 0,0 1 0 0 0,0-1 0 0 0,3-1 0 0 0,1-2-2028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4143 0 0,'1'2'14979'0'0,"22"76"-7652"0"0,-16-49-6021 0 0,17 40-1 0 0,-10-30-810 0 0,-9-24-232 0 0,1-1-1 0 0,13 25 1 0 0,-14-31-164 0 0,-4-6-177 0 0,0-2 60 0 0,-1 1 0 0 0,0-1-1 0 0,1 1 1 0 0,-1-1 0 0 0,1 0-1 0 0,0 1 1 0 0,-1-1 0 0 0,1 0-1 0 0,-1 0 1 0 0,1 1 0 0 0,-1-1-1 0 0,1 0 1 0 0,0 0 0 0 0,-1 0-1 0 0,2 0 1 0 0,0-2-8 0 0,0 1 1 0 0,0-1-1 0 0,0 0 0 0 0,0 0 1 0 0,-1 0-1 0 0,1 0 1 0 0,-1-1-1 0 0,1 1 0 0 0,-1 0 1 0 0,1-1-1 0 0,-1 1 0 0 0,0-1 1 0 0,0 1-1 0 0,-1-1 0 0 0,2-3 1 0 0,1-9-87 0 0,2-24 0 0 0,-3 19 26 0 0,36-201-909 0 0,-25 167 738 0 0,3 1 1 0 0,22-52-1 0 0,-30 82 422 0 0,-8 21 1232 0 0,2 4-1042 0 0,5 7-51 0 0,0 0 0 0 0,0 1 0 0 0,-2 1 1 0 0,9 17-1 0 0,15 49 349 0 0,-17-43-752 0 0,28 70-157 0 0,31 96 345 0 0,-70-198 204 0 0,7-22-361 0 0,2-16-538 0 0,-8 27 490 0 0,0-1 0 0 0,7-14 0 0 0,0 4 65 0 0,1-1 1 0 0,1 2-1 0 0,0-1 1 0 0,2 2-1 0 0,19-23 1 0 0,-30 38 48 0 0,1 1 0 0 0,0-1 0 0 0,0 1 0 0 0,0-1 0 0 0,0 1 0 0 0,0 0 1 0 0,0 1-1 0 0,1-1 0 0 0,-1 0 0 0 0,0 1 0 0 0,1 0 0 0 0,0 0 0 0 0,-1 0 0 0 0,1 0 0 0 0,0 0 0 0 0,-1 1 0 0 0,1 0 0 0 0,0 0 0 0 0,0 0 0 0 0,-1 0 0 0 0,1 0 0 0 0,0 1 1 0 0,-1-1-1 0 0,1 1 0 0 0,0 0 0 0 0,4 2 0 0 0,-3-1 9 0 0,0 1 0 0 0,0-1 1 0 0,-1 1-1 0 0,1 0 0 0 0,-1 0 0 0 0,1 0 1 0 0,-1 0-1 0 0,0 1 0 0 0,0 0 1 0 0,0 0-1 0 0,-1 0 0 0 0,1 0 0 0 0,-1 1 1 0 0,0-1-1 0 0,0 1 0 0 0,-1 0 0 0 0,4 8 1 0 0,-4-6-3 0 0,-1 0-1 0 0,1 1 1 0 0,-1-1 0 0 0,0 1 0 0 0,-1 0 0 0 0,0-1 0 0 0,0 1 0 0 0,-1 0 0 0 0,1-1 0 0 0,-2 1 0 0 0,1-1-1 0 0,-1 1 1 0 0,0-1 0 0 0,-6 13 0 0 0,2-7 31 0 0,0-1 0 0 0,-1 0 1 0 0,-1 0-1 0 0,1-1 0 0 0,-2 0 0 0 0,0 0 0 0 0,-13 12 0 0 0,15-16-91 0 0,0-1 0 0 0,-1-1-1 0 0,0 1 1 0 0,-11 5 0 0 0,16-9-133 0 0,0-1 0 0 0,0 1 0 0 0,0-1 0 0 0,0 0 0 0 0,0 0 0 0 0,0 0 1 0 0,0-1-1 0 0,0 1 0 0 0,0-1 0 0 0,0 1 0 0 0,0-1 0 0 0,0 0 0 0 0,0 0 0 0 0,-1-1 1 0 0,1 1-1 0 0,-5-2 0 0 0,7 2-83 0 0,1 0 1 0 0,-1-1 0 0 0,1 1-1 0 0,0 0 1 0 0,-1 0-1 0 0,1-1 1 0 0,-1 1 0 0 0,1 0-1 0 0,0 0 1 0 0,-1-1-1 0 0,1 1 1 0 0,0 0 0 0 0,-1-1-1 0 0,1 1 1 0 0,0-1-1 0 0,0 1 1 0 0,0 0-1 0 0,-1-1 1 0 0,1 1 0 0 0,0-1-1 0 0,0 1 1 0 0,0-1-1 0 0,0 1 1 0 0,0-1 0 0 0,-1 1-1 0 0,1-1 1 0 0,0 1-1 0 0,0-1 1 0 0,0 1 0 0 0,1 0-1 0 0,-1-1 1 0 0,0 1-1 0 0,0-1 1 0 0,0 1 0 0 0,0-1-1 0 0,3-10-7345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8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10591 0 0,'0'2'819'0'0,"-6"29"214"0"0,4 19 8592 0 0,2-16-5574 0 0,0-15-3177 0 0,0 1-1 0 0,1-1 0 0 0,4 20 1 0 0,-4-29-847 0 0,2 0 0 0 0,-1 0 0 0 0,2-1 0 0 0,-1 1 0 0 0,1-1 0 0 0,0 0 1 0 0,8 12-1 0 0,-11-20-300 0 0,1 0-1 0 0,-1 0 1 0 0,0 0 0 0 0,0-1 0 0 0,0 1 0 0 0,0 0 0 0 0,1-1 0 0 0,-1 1-1 0 0,0-1 1 0 0,1 1 0 0 0,-1-1 0 0 0,0 1 0 0 0,1-1 0 0 0,-1 0 0 0 0,1 0-1 0 0,-1 0 1 0 0,0 0 0 0 0,1 0 0 0 0,-1 0 0 0 0,1 0 0 0 0,-1 0 0 0 0,0-1-1 0 0,1 1 1 0 0,-1 0 0 0 0,1-1 0 0 0,-1 1 0 0 0,0-1 0 0 0,2-1-1 0 0,7-4-7899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15663 0 0,'0'0'1771'0'0,"12"-2"1018"0"0,-6 2-2400 0 0,-1 0-1 0 0,1 1 0 0 0,-1 0 1 0 0,0 0-1 0 0,1 0 1 0 0,-1 1-1 0 0,0-1 0 0 0,0 1 1 0 0,0 1-1 0 0,0-1 1 0 0,0 1-1 0 0,0-1 0 0 0,-1 1 1 0 0,1 1-1 0 0,5 4 1 0 0,-4-2-123 0 0,-1 0 0 0 0,0 0 0 0 0,0 0 1 0 0,-1 1-1 0 0,0-1 0 0 0,0 1 1 0 0,0 0-1 0 0,-1 0 0 0 0,0 0 1 0 0,3 13-1 0 0,40 186 2294 0 0,-37-157-1976 0 0,-7-45-522 0 0,4 17 36 0 0,-6-20-175 0 0,5-22-150 0 0,1-11 81 0 0,1 0-1 0 0,2 1 1 0 0,1 0 0 0 0,1 0 0 0 0,1 1-1 0 0,33-56 1 0 0,-44 85 137 0 0,-1 0 1 0 0,1 1-1 0 0,-1-1 0 0 0,1 0 1 0 0,0 0-1 0 0,-1 0 0 0 0,1 1 1 0 0,0-1-1 0 0,0 0 0 0 0,0 1 1 0 0,-1-1-1 0 0,1 0 0 0 0,1 0 1 0 0,-2 1 4 0 0,1 0 0 0 0,-1 0 0 0 0,1 0 1 0 0,-1 0-1 0 0,1 0 0 0 0,-1 0 0 0 0,0 0 1 0 0,1 0-1 0 0,-1 0 0 0 0,1 0 1 0 0,-1 0-1 0 0,1 0 0 0 0,-1 0 0 0 0,0 0 1 0 0,1 0-1 0 0,-1 1 0 0 0,1-1 1 0 0,-1 0-1 0 0,0 0 0 0 0,1 0 0 0 0,0 1 1 0 0,1 1 7 0 0,0 0 1 0 0,0 1-1 0 0,-1-1 0 0 0,1 0 1 0 0,0 1-1 0 0,-1-1 1 0 0,2 5-1 0 0,3 7 59 0 0,0 1 0 0 0,6 29 0 0 0,-8-28-51 0 0,1 1-1 0 0,8 18 1 0 0,-9-25-11 0 0,1-1 0 0 0,0 0 1 0 0,1 0-1 0 0,0 0 0 0 0,0 0 0 0 0,1-1 0 0 0,14 14 1 0 0,-17-19-12 0 0,1 1 1 0 0,-1-1-1 0 0,1 0 1 0 0,0 0-1 0 0,0 0 1 0 0,1-1 0 0 0,-1 0-1 0 0,0 0 1 0 0,1 0-1 0 0,-1 0 1 0 0,1-1-1 0 0,0 0 1 0 0,-1 0 0 0 0,1-1-1 0 0,11 0 1 0 0,-11 0-2 0 0,0-1 0 0 0,0 0 0 0 0,0 0 0 0 0,0-1 0 0 0,0 0 0 0 0,0 0-1 0 0,0 0 1 0 0,-1-1 0 0 0,1 0 0 0 0,-1 0 0 0 0,0 0 0 0 0,0 0 0 0 0,8-8 0 0 0,1-2-85 0 0,-1-1 0 0 0,23-32 0 0 0,-20 26-1 0 0,-6 6-20 0 0,0-1-1 0 0,-1 0 1 0 0,0 0 0 0 0,-1 0 0 0 0,-1-1 0 0 0,-1 0-1 0 0,0-1 1 0 0,6-28 0 0 0,-12 44 106 0 0,0 0 1 0 0,1 0-1 0 0,-1 0 0 0 0,0 0 1 0 0,0 0-1 0 0,0 0 0 0 0,0 0 1 0 0,0 0-1 0 0,-1 0 0 0 0,1 0 1 0 0,0 0-1 0 0,0 0 0 0 0,-1 0 1 0 0,1 0-1 0 0,0 0 0 0 0,-1 1 1 0 0,1-1-1 0 0,-2-2 0 0 0,2 3 23 0 0,-1-1-1 0 0,0 1 1 0 0,1-1 0 0 0,-1 1-1 0 0,0 0 1 0 0,1-1 0 0 0,-1 1-1 0 0,0 0 1 0 0,1 0-1 0 0,-1-1 1 0 0,0 1 0 0 0,0 0-1 0 0,1 0 1 0 0,-1 0 0 0 0,0 0-1 0 0,0 0 1 0 0,0 0 0 0 0,-1 0-1 0 0,-1 1 58 0 0,-1 0-1 0 0,1 0 1 0 0,-1 0-1 0 0,1 0 1 0 0,-1 1-1 0 0,1-1 1 0 0,0 1-1 0 0,-4 2 1 0 0,0 1-20 0 0,1 0 0 0 0,0 1-1 0 0,0 0 1 0 0,0 0 0 0 0,1 1 0 0 0,0-1 0 0 0,0 1 0 0 0,1 0 0 0 0,0 0 0 0 0,0 1 0 0 0,0-1 0 0 0,1 1 0 0 0,0 0 0 0 0,1 0-1 0 0,-3 14 1 0 0,3-15-12 0 0,1 0 0 0 0,1 1 0 0 0,-1-1 0 0 0,1 0-1 0 0,0 1 1 0 0,1-1 0 0 0,0 0 0 0 0,0 1 0 0 0,0-1 0 0 0,1 0-1 0 0,0 0 1 0 0,1 0 0 0 0,-1 0 0 0 0,1 0 0 0 0,1-1-1 0 0,-1 1 1 0 0,10 11 0 0 0,-9-13-274 0 0,1-1 0 0 0,-1 1 0 0 0,1-1 0 0 0,0 0 0 0 0,1 0-1 0 0,-1 0 1 0 0,1-1 0 0 0,0 0 0 0 0,0 0 0 0 0,0-1 0 0 0,0 1 0 0 0,0-1 0 0 0,1 0 0 0 0,-1-1 0 0 0,0 0 0 0 0,1 0 0 0 0,12 0-1 0 0,-5-1-788 0 0,1-1-1 0 0,-1 0 0 0 0,0-2 1 0 0,1 1-1 0 0,-1-2 0 0 0,0 0 1 0 0,14-6-1 0 0,-3 0-7284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 17967 0 0,'0'0'1387'0'0,"-1"0"-896"0"0,-1 0-1074 0 0,-5-1 1096 0 0,-12 0 6955 0 0,17 2-6612 0 0,-5 8 739 0 0,7-8-1733 0 0,0 1 1 0 0,0-1 0 0 0,0 0 0 0 0,0 1 0 0 0,0-1-1 0 0,1 0 1 0 0,-1 0 0 0 0,1 1 0 0 0,-1-1 0 0 0,1 0-1 0 0,-1 0 1 0 0,1 0 0 0 0,0 0 0 0 0,-1 0-1 0 0,2 2 1 0 0,0-1-1059 0 0</inkml:trace>
  <inkml:trace contextRef="#ctx0" brushRef="#br0" timeOffset="1">83 276 26287 0 0,'0'0'2576'0'0,"-8"5"-2296"0"0,3 2-280 0 0,0-1 408 0 0,0 1 2328 0 0,17 1-3544 0 0,4-3-11824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4:5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12439 0 0,'1'1'4190'0'0,"10"20"869"0"0,14 35 0 0 0,1 27-2302 0 0,10 88-2321 0 0,-33-154 239 0 0,-1-7-567 0 0,1 10 181 0 0,0 0-1 0 0,1 38 0 0 0,-4-57-86 0 0,20-92-626 0 0,-13 52 266 0 0,2 1 1 0 0,1-1-1 0 0,23-51 0 0 0,-32 87 149 0 0,4-9-73 0 0,1 0-1 0 0,0 0 1 0 0,1 0-1 0 0,1 1 1 0 0,14-19-1 0 0,-21 30 80 0 0,0 0 0 0 0,-1 0-1 0 0,1 0 1 0 0,-1 0 0 0 0,1 0 0 0 0,-1 0-1 0 0,1 0 1 0 0,0 0 0 0 0,-1 0 0 0 0,1 0 0 0 0,-1 0-1 0 0,1 0 1 0 0,-1 1 0 0 0,1-1 0 0 0,-1 0-1 0 0,1 0 1 0 0,-1 1 0 0 0,1-1 0 0 0,-1 0 0 0 0,1 1-1 0 0,0 0 1 0 0,-1-1 2 0 0,4 3 19 0 0,1 0 0 0 0,-1 0 0 0 0,0 1 1 0 0,0-1-1 0 0,-1 1 0 0 0,1 0 0 0 0,-1 0 0 0 0,0 0 0 0 0,0 0 0 0 0,3 5 1 0 0,3 8 139 0 0,9 26 1 0 0,-8-19-92 0 0,3 9 60 0 0,-3-8-87 0 0,0-2-1 0 0,2 0 1 0 0,18 27-1 0 0,-30-50-42 0 0,1 0 0 0 0,-1 0 0 0 0,1 0 0 0 0,-1 0 0 0 0,0 0 0 0 0,1 0 0 0 0,-1 0 0 0 0,1 0 0 0 0,-1 0 0 0 0,1 0 0 0 0,-1 0 0 0 0,1 0 0 0 0,-1 0 0 0 0,1-1 0 0 0,-1 1 0 0 0,0 0 0 0 0,1 0 0 0 0,-1-1 0 0 0,1 1 0 0 0,-1 0 0 0 0,0-1 0 0 0,1 1 0 0 0,-1-1-2 0 0,3-1-7 0 0,-1 0 0 0 0,0 0 1 0 0,1-1-1 0 0,-1 1 0 0 0,0-1 0 0 0,0 0 1 0 0,-1 0-1 0 0,1 1 0 0 0,1-4 1 0 0,11-32-90 0 0,-7 19 59 0 0,-6 17 33 0 0,46-107-339 0 0,-39 95 269 0 0,0-1 0 0 0,1 1 0 0 0,0 1 0 0 0,1-1 0 0 0,12-12 0 0 0,-20 24 61 0 0,0 0 0 0 0,0 1-1 0 0,0-1 1 0 0,0 0 0 0 0,0 1 0 0 0,0-1 0 0 0,0 1 0 0 0,1 0-1 0 0,-1 0 1 0 0,0 0 0 0 0,1 0 0 0 0,-1 0 0 0 0,1 0-1 0 0,4 0 1 0 0,-5 1 19 0 0,0 0 0 0 0,0 0 0 0 0,0 1 0 0 0,-1-1 0 0 0,1 1 0 0 0,0-1-1 0 0,0 1 1 0 0,-1 0 0 0 0,1-1 0 0 0,0 1 0 0 0,-1 0 0 0 0,1 0 0 0 0,-1 0 0 0 0,1 1 0 0 0,-1-1-1 0 0,1 0 1 0 0,-1 1 0 0 0,0-1 0 0 0,0 0 0 0 0,0 1 0 0 0,2 2 0 0 0,3 6 82 0 0,0 1 0 0 0,-1 1 0 0 0,0-1 0 0 0,0 1 0 0 0,4 23 0 0 0,7 14 80 0 0,-3-16-2269 0 0,-10-28 919 0 0,0 1 0 0 0,0 0 0 0 0,0-1 0 0 0,1 1-1 0 0,0-1 1 0 0,4 5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10591 0 0,'-4'3'828'0'0,"-7"4"-1185"0"0,5-6 3758 0 0,-4-1 3773 0 0,10 1-6925 0 0,-1-1 0 0 0,1 0 1 0 0,0 1-1 0 0,0-1 1 0 0,-1 0-1 0 0,1 1 0 0 0,0-1 1 0 0,0 0-1 0 0,0 1 1 0 0,-1-1-1 0 0,1 1 0 0 0,0-1 1 0 0,0 0-1 0 0,0 1 1 0 0,0-1-1 0 0,0 1 0 0 0,0-1 1 0 0,0 0-1 0 0,0 1 1 0 0,0 0-1 0 0,0 16 559 0 0,0-15-603 0 0,0 0-80 0 0,2 2-107 0 0,0 0 0 0 0,0 1 0 0 0,0-1 0 0 0,1 0 0 0 0,0 0-1 0 0,0 0 1 0 0,0-1 0 0 0,0 1 0 0 0,0-1 0 0 0,1 1 0 0 0,-1-1-1 0 0,1 0 1 0 0,0-1 0 0 0,6 5 0 0 0,-7-6-49 0 0,0 1 0 0 0,0-1 0 0 0,0 1 0 0 0,1-1 0 0 0,-1 0 0 0 0,0 0 0 0 0,0-1 0 0 0,1 1 0 0 0,-1-1 0 0 0,0 1 0 0 0,1-1 0 0 0,-1 0 0 0 0,0 0 0 0 0,1-1 0 0 0,-1 1 0 0 0,0-1 0 0 0,1 1 0 0 0,-1-1 0 0 0,0 0 0 0 0,0 0 0 0 0,0-1 0 0 0,4-1 0 0 0,-5 2-49 0 0,-1 0-1 0 0,1 0 1 0 0,0 0 0 0 0,-1 0-1 0 0,0 0 1 0 0,1 0-1 0 0,-1 0 1 0 0,1-1 0 0 0,-1 1-1 0 0,0-1 1 0 0,0 1 0 0 0,0-1-1 0 0,0 1 1 0 0,0-1-1 0 0,0 1 1 0 0,0-1 0 0 0,-1 0-1 0 0,1 1 1 0 0,-1-1-1 0 0,1-3 1 0 0,0 4-252 0 0,-8-17-4609 0 0,2 10 2974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5 21047 0 0,'0'0'1905'0'0,"-15"-5"-1407"0"0,12 5-309 0 0,1 0 1 0 0,0 0-1 0 0,-1 0 1 0 0,1 0 0 0 0,0 1-1 0 0,-1-1 1 0 0,1 0-1 0 0,0 1 1 0 0,0 0-1 0 0,-1 0 1 0 0,1-1-1 0 0,0 1 1 0 0,0 0-1 0 0,0 1 1 0 0,0-1-1 0 0,0 0 1 0 0,0 1 0 0 0,-3 2-1 0 0,-4 4 410 0 0,1 0 0 0 0,-10 14 0 0 0,15-18-424 0 0,-43 56 742 0 0,2 2 1 0 0,-41 78-1 0 0,71-112-842 0 0,0 0-1 0 0,1 1 1 0 0,2 0 0 0 0,2 1-1 0 0,0 0 1 0 0,2 1 0 0 0,1 0-1 0 0,-3 50 1 0 0,9-70-135 0 0,0 0 0 0 0,1-1 1 0 0,1 1-1 0 0,0 0 0 0 0,0-1 0 0 0,1 0 0 0 0,0 1 0 0 0,0-1 1 0 0,1 0-1 0 0,1-1 0 0 0,0 1 0 0 0,7 10 0 0 0,-8-14-184 0 0,0-1 0 0 0,1 0-1 0 0,-1 1 1 0 0,1-1 0 0 0,0-1-1 0 0,0 1 1 0 0,1-1 0 0 0,0 0-1 0 0,-1 0 1 0 0,1 0 0 0 0,1-1 0 0 0,-1 0-1 0 0,0 0 1 0 0,1-1 0 0 0,-1 0-1 0 0,1 0 1 0 0,0 0 0 0 0,0-1-1 0 0,12 1 1 0 0,-11-2-495 0 0,0-1 0 0 0,1 0 0 0 0,-1 0 0 0 0,0-1 0 0 0,0 0 0 0 0,0 0 0 0 0,0-1 0 0 0,0 0 0 0 0,14-8 0 0 0,2-3-6559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0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6911 0 0,'1'3'11356'0'0,"-1"4"-9775"0"0,1 1 0 0 0,-1-1 0 0 0,-2 10-1 0 0,-9 47 885 0 0,3-25-1404 0 0,-9 48 423 0 0,-7 49-518 0 0,12-58-794 0 0,11-76-151 0 0,2-4-1029 0 0,51-118-811 0 0,7-18 854 0 0,-50 122 866 0 0,-2 0-4 0 0,1 2-1 0 0,1-1 1 0 0,0 1-1 0 0,19-23 1 0 0,-26 36 727 0 0,-1 1-518 0 0,1 1-1 0 0,-1-1 1 0 0,1 0-1 0 0,0 1 0 0 0,-1 0 1 0 0,1-1-1 0 0,-1 1 1 0 0,0 0-1 0 0,1 0 1 0 0,-1 0-1 0 0,1-1 1 0 0,-1 2-1 0 0,0-1 1 0 0,0 0-1 0 0,0 0 1 0 0,2 2-1 0 0,14 21 555 0 0,-3-2-549 0 0,2-1 1 0 0,0-1-1 0 0,33 32 0 0 0,-21-23-89 0 0,-3-4-18 0 0,-15-16-139 0 0,-1 0 0 0 0,0 1 0 0 0,15 22 0 0 0,-24-32 121 0 0,1 1 0 0 0,-1-1 0 0 0,0 0 0 0 0,0 1-1 0 0,1-1 1 0 0,-1 1 0 0 0,0-1 0 0 0,0 1 0 0 0,0-1 0 0 0,0 1 0 0 0,1-1 0 0 0,-1 1-1 0 0,0-1 1 0 0,0 1 0 0 0,0-1 0 0 0,0 1 0 0 0,0-1 0 0 0,0 1 0 0 0,0-1 0 0 0,-1 1 0 0 0,1 0-1 0 0,0 0 5 0 0,0 0 0 0 0,0 0 0 0 0,0 0-1 0 0,-1 0 1 0 0,1 0 0 0 0,0 1 0 0 0,-1-1-1 0 0,1 0 1 0 0,-1 0 0 0 0,1 0-1 0 0,-1 0 1 0 0,0-1 0 0 0,1 1 0 0 0,-1 0-1 0 0,0 0 1 0 0,0 0 0 0 0,1 0 0 0 0,-1-1-1 0 0,0 1 1 0 0,0 0 0 0 0,0-1 0 0 0,0 1-1 0 0,0 0 1 0 0,0-1 0 0 0,0 0 0 0 0,0 1-1 0 0,0-1 1 0 0,0 1 0 0 0,0-1-1 0 0,-3 0 1 0 0,-1 2-33 0 0,-34 9-200 0 0,-1-2-1 0 0,-69 8 1 0 0,41-7-143 0 0,-11 1-207 0 0,6-1-5050 0 0,63-9-2237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1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15199 0 0,'0'0'1172'0'0,"-4"10"1223"0"0,1 42 4401 0 0,6 2-3783 0 0,14 54-1898 0 0,-9-61-10 0 0,5 29-861 0 0,11 78 228 0 0,-22-149-583 0 0,-1 11-210 0 0,6-32 147 0 0,-4 9 132 0 0,12-24-118 0 0,1-1-1 0 0,2 2 1 0 0,29-40 0 0 0,-40 61 115 0 0,0 0 0 0 0,1 0 0 0 0,0 1 0 0 0,0 0 0 0 0,1 0 0 0 0,0 1 0 0 0,0 0 0 0 0,0 1 0 0 0,14-7 0 0 0,-22 13 44 0 0,0-1 0 0 0,0 1-1 0 0,1-1 1 0 0,-1 1 0 0 0,0 0-1 0 0,1-1 1 0 0,-1 1 0 0 0,0 0-1 0 0,1 0 1 0 0,-1 0 0 0 0,0 0-1 0 0,1 0 1 0 0,-1 0 0 0 0,0 1-1 0 0,1-1 1 0 0,-1 0 0 0 0,0 1-1 0 0,0-1 1 0 0,1 1 0 0 0,-1-1-1 0 0,0 1 1 0 0,0-1-1 0 0,0 1 1 0 0,1 0 0 0 0,-1 0-1 0 0,0 0 1 0 0,0 0 0 0 0,0 0-1 0 0,0 0 1 0 0,-1 0 0 0 0,1 0-1 0 0,0 0 1 0 0,0 0 0 0 0,1 2-1 0 0,1 5 73 0 0,1 0 0 0 0,-1-1 0 0 0,0 1 0 0 0,2 13 0 0 0,-2-10 40 0 0,3 8-50 0 0,-4-9-42 0 0,1 0 0 0 0,0 0-1 0 0,7 15 1 0 0,-6-17-429 0 0,0-1 0 0 0,1 0 1 0 0,-1 0-1 0 0,1 0 0 0 0,1 0 0 0 0,-1-1 0 0 0,1 0 1 0 0,0 0-1 0 0,0 0 0 0 0,10 6 0 0 0,-1-5-2034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20471 0 0,'0'0'1855'0'0,"-5"6"-1486"0"0,1 3 59 0 0,0 0 0 0 0,0 0 0 0 0,1 1 0 0 0,1-1 0 0 0,-1 0-1 0 0,-1 16 1 0 0,-1 60 3723 0 0,5-61-3765 0 0,0 8-260 0 0,6 54 1 0 0,7-9-2863 0 0,-8-61 1210 0 0</inkml:trace>
  <inkml:trace contextRef="#ctx0" brushRef="#br0" timeOffset="1">1 268 18367 0 0,'0'0'2110'0'0,"2"0"-1310"0"0,108-15 3906 0 0,83-10-10066 0 0,-156 23 3424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43 15663 0 0,'-11'11'1467'0'0,"7"-8"-563"0"0,0 1 0 0 0,0 0 1 0 0,0 1-1 0 0,-6 7 0 0 0,-27 57 6014 0 0,-10 38-4871 0 0,32-72-1233 0 0,-14 48-684 0 0,29-82-283 0 0,2-18-2019 0 0,0 11 1930 0 0,1-1 0 0 0,1 0 0 0 0,-1 1-1 0 0,7-10 1 0 0,7-11-246 0 0,-5 1 151 0 0,-1 3-102 0 0,21-32-1 0 0,-18 32 103 0 0,14-30 0 0 0,-20 34 307 0 0,1 2 1 0 0,1-1 0 0 0,1 1-1 0 0,14-17 1 0 0,-17 28 696 0 0,-7 6-602 0 0,-1 0 0 0 0,0 0 0 0 0,0 1 0 0 0,1-1 0 0 0,-1 0 0 0 0,0 0 0 0 0,0 0 1 0 0,1 0-1 0 0,-1 0 0 0 0,0 0 0 0 0,0 0 0 0 0,1 1 0 0 0,-1-1 0 0 0,0 0 0 0 0,0 0 0 0 0,0 0 0 0 0,1 0 0 0 0,-1 1 0 0 0,0-1 0 0 0,0 0 1 0 0,0 0-1 0 0,0 0 0 0 0,0 1 0 0 0,0-1 0 0 0,1 1 0 0 0,3 21 2925 0 0,-3-12-3327 0 0,1 7 482 0 0,2-1 0 0 0,-1 1-1 0 0,2-1 1 0 0,0 0 0 0 0,1 0 0 0 0,8 15-1 0 0,-3-14-133 0 0,0-1-1 0 0,2 0 0 0 0,-1-1 1 0 0,22 20-1 0 0,21 25 5 0 0,-45-46-51 0 0,11 19 0 0 0,-21-33 32 0 0,0 1 0 0 0,1-1 0 0 0,-1 1 0 0 0,0-1 0 0 0,0 0 0 0 0,0 1 0 0 0,1-1 0 0 0,-1 1 0 0 0,0-1 0 0 0,0 1 0 0 0,0-1 0 0 0,0 1 0 0 0,0-1 0 0 0,0 0 0 0 0,0 1 0 0 0,0-1 0 0 0,0 1 0 0 0,0-1 0 0 0,0 1 0 0 0,0-1 0 0 0,0 1 0 0 0,-1-1 0 0 0,1 1 0 0 0,0-1 0 0 0,0 0 0 0 0,0 1 0 0 0,-1-1 0 0 0,1 1 0 0 0,0-1 0 0 0,0 0 0 0 0,-1 1 0 0 0,1-1 0 0 0,0 0 0 0 0,-1 1 0 0 0,1-1 0 0 0,0 0 0 0 0,-1 0 0 0 0,1 1 0 0 0,-1-1 0 0 0,1 0 0 0 0,0 0 0 0 0,-1 0 0 0 0,1 1 0 0 0,-1-1 0 0 0,1 0 0 0 0,-1 0 0 0 0,1 0 0 0 0,-1 0 0 0 0,1 0 0 0 0,0 0 0 0 0,-1 0 0 0 0,1 0 0 0 0,-1 0 0 0 0,-31 0-207 0 0,27-1 177 0 0,-72-4-778 0 0,-84-4-3764 0 0,129 9 1941 0 0,30 0 927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 5063 0 0,'0'0'390'0'0,"0"-1"-252"0"0,-1-1 38 0 0,1 1 0 0 0,-1-1-1 0 0,1 1 1 0 0,0-1-1 0 0,0 1 1 0 0,0-1 0 0 0,0 1-1 0 0,0-1 1 0 0,0 0 0 0 0,0 1-1 0 0,0-1 1 0 0,1 1-1 0 0,17-19 15949 0 0,-17 20-16041 0 0,-1 0-1 0 0,0 0 1 0 0,0 0 0 0 0,1 0 0 0 0,-1 0 0 0 0,0 0 0 0 0,0 0-1 0 0,1 0 1 0 0,-1 0 0 0 0,0 0 0 0 0,0 0 0 0 0,0 1-1 0 0,1-1 1 0 0,-1 0 0 0 0,0 0 0 0 0,0 0 0 0 0,0 0 0 0 0,0 1-1 0 0,1-1 1 0 0,-1 0 0 0 0,0 0 0 0 0,0 0 0 0 0,0 1 0 0 0,0-1-1 0 0,0 0 1 0 0,0 0 0 0 0,1 1 0 0 0,-1-1 0 0 0,0 0-1 0 0,0 0 1 0 0,0 1 0 0 0,0-1 0 0 0,0 1 0 0 0,5 9 350 0 0,-1 1 0 0 0,0 0 1 0 0,-1 0-1 0 0,0 0 0 0 0,0 0 1 0 0,-1 1-1 0 0,0 16 0 0 0,-1-16-268 0 0,0 0 0 0 0,4 18 0 0 0,-2-18-79 0 0,-1 0 1 0 0,1 19 0 0 0,-2 10-5 0 0,11 72 0 0 0,-7-67-155 0 0,-5-35-334 0 0,1-1 0 0 0,0 1 0 0 0,1-1 0 0 0,0 0 0 0 0,0 0 0 0 0,1 0 0 0 0,9 19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5 12439 0 0,'0'0'958'0'0,"-8"-4"5968"0"0,-5 5-3371 0 0,9 1-3206 0 0,0-1 0 0 0,0 1 0 0 0,0 0 1 0 0,1 0-1 0 0,-1 0 0 0 0,0 1 0 0 0,1 0 0 0 0,0-1 1 0 0,0 1-1 0 0,0 0 0 0 0,0 0 0 0 0,0 1 0 0 0,1-1 1 0 0,-1 1-1 0 0,1-1 0 0 0,0 1 0 0 0,-3 7 0 0 0,-2 7 47 0 0,1-1-1 0 0,-8 32 0 0 0,13-43-305 0 0,-1 3-62 0 0,0 0 0 0 0,1 1 0 0 0,0-1 0 0 0,1 0 0 0 0,0 0 0 0 0,0 1 0 0 0,1-1 0 0 0,0 0 0 0 0,0 1 0 0 0,1-1 0 0 0,4 11 0 0 0,-4-15-33 0 0,0 0 0 0 0,1 0 0 0 0,-1 0 0 0 0,1 0 0 0 0,0 0 0 0 0,1 0 0 0 0,-1-1 0 0 0,1 1 0 0 0,-1-1 0 0 0,1 0 0 0 0,1 0 0 0 0,-1-1 0 0 0,0 1 0 0 0,1-1 0 0 0,0 0 0 0 0,0 0 0 0 0,0 0 0 0 0,0-1 0 0 0,8 3 0 0 0,-1-2-83 0 0,0 0 1 0 0,0-1-1 0 0,0-1 0 0 0,0 0 1 0 0,1 0-1 0 0,-1-1 0 0 0,0-1 1 0 0,0 0-1 0 0,0-1 0 0 0,1 0 1 0 0,-1-1-1 0 0,-1 0 0 0 0,1-1 0 0 0,19-8 1 0 0,-8 0 12 0 0,0 0-1 0 0,-1-1 1 0 0,-1-1 0 0 0,0-1 0 0 0,37-35-1 0 0,-50 42 72 0 0,0-1 0 0 0,-1 0 0 0 0,12-18 0 0 0,-17 25 5 0 0,0-1 0 0 0,-1 1 0 0 0,1-1 0 0 0,-1 0 0 0 0,0 1 0 0 0,0-1 0 0 0,0 0 0 0 0,0 0 0 0 0,0 0 0 0 0,-1 0 0 0 0,1 0 0 0 0,-1 0 0 0 0,0 0-1 0 0,0 0 1 0 0,0 0 0 0 0,0 0 0 0 0,-1 0 0 0 0,1 1 0 0 0,-2-6 0 0 0,1 6 23 0 0,0 1 0 0 0,0 0 0 0 0,0 0 0 0 0,0-1 0 0 0,0 1 0 0 0,0 0 0 0 0,-1 0 0 0 0,1 0 0 0 0,0 0 0 0 0,0 0 0 0 0,-1 1 0 0 0,1-1 0 0 0,-1 0 0 0 0,1 0 0 0 0,-1 1 0 0 0,1-1 0 0 0,-1 1 0 0 0,1 0 0 0 0,-1-1 0 0 0,0 1 0 0 0,1 0 1 0 0,-1 0-1 0 0,1 0 0 0 0,-1 0 0 0 0,0 0 0 0 0,1 0 0 0 0,-1 1 0 0 0,-2 0 0 0 0,-4 0 108 0 0,0 1 0 0 0,0 1 1 0 0,0-1-1 0 0,-10 6 1 0 0,9-3-79 0 0,0 1 0 0 0,0 0 0 0 0,1 0 0 0 0,0 1 0 0 0,0 0 0 0 0,0 0 0 0 0,1 1 0 0 0,0 0 0 0 0,1 0 0 0 0,-1 1 0 0 0,2 0 0 0 0,-1 0 0 0 0,1 0 0 0 0,1 1 0 0 0,-1 0 0 0 0,-4 20 0 0 0,8-26-51 0 0,0 1-1 0 0,1 0 0 0 0,0 0 0 0 0,0 0 1 0 0,0 0-1 0 0,1 0 0 0 0,-1 0 0 0 0,1 0 1 0 0,1 0-1 0 0,-1 0 0 0 0,1-1 0 0 0,-1 1 0 0 0,1 0 1 0 0,1-1-1 0 0,4 9 0 0 0,-2-7-32 0 0,-1 0-1 0 0,1-1 1 0 0,0 1 0 0 0,1-1-1 0 0,-1 0 1 0 0,1 0-1 0 0,0-1 1 0 0,0 0 0 0 0,12 7-1 0 0,-5-5-459 0 0,0-1-1 0 0,0 0 0 0 0,0 0 0 0 0,0-1 0 0 0,1-1 1 0 0,0 0-1 0 0,-1-1 0 0 0,1-1 0 0 0,27 0 0 0 0,-2-3-9322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16127 0 0,'-19'16'1716'0'0,"17"-13"-1466"0"0,1 0-1 0 0,0 0 1 0 0,0 0 0 0 0,1 0-1 0 0,-1 0 1 0 0,1 1 0 0 0,-1-1-1 0 0,1 0 1 0 0,0 0 0 0 0,0 1-1 0 0,1 3 1 0 0,-1 5 1273 0 0,-4 36 3177 0 0,-8 24-2580 0 0,0 1-1319 0 0,1 42-37 0 0,11-101-968 0 0,0 1-1 0 0,1 0 1 0 0,1 0-1 0 0,0-1 1 0 0,8 25-1 0 0,-10-38-723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17047 0 0,'1'1'8299'0'0,"5"1"-7888"0"0,-1-1 1 0 0,0 0-1 0 0,1 0 1 0 0,-1 0 0 0 0,1-1-1 0 0,-1 0 1 0 0,1 0-1 0 0,5-1 1 0 0,13 1-92 0 0,206-7-1848 0 0,-136 2-2269 0 0,0 3-4425 0 0,-60 2 1374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151 138 17935 0 0,'0'0'1632'0'0,"-2"1"-1344"0"0,-8 9 588 0 0,0 1 0 0 0,1 0 1 0 0,0 0-1 0 0,0 1 0 0 0,-11 20 0 0 0,-5 8 1383 0 0,8-14-941 0 0,-18 34 0 0 0,31-47-1422 0 0,5-11-192 0 0,3-6 81 0 0,15-23-232 0 0,-2-1 0 0 0,-1 0 0 0 0,23-56-1 0 0,-21 44 261 0 0,-2 7 232 0 0,2 0 0 0 0,40-57 1464 0 0,-56 91-1412 0 0,-1 0 0 0 0,1 1 0 0 0,-1-1 1 0 0,0 0-1 0 0,0 0 0 0 0,0 1 0 0 0,0-1 0 0 0,0 1 0 0 0,0-1 0 0 0,1 3 0 0 0,-1-3 18 0 0,30 53 749 0 0,-19-32-840 0 0,1 0 0 0 0,0-1 0 0 0,2 0 1 0 0,0-2-1 0 0,24 25 0 0 0,-27-33-50 0 0,12 11-113 0 0,1-1 1 0 0,29 19 0 0 0,-53-40 99 0 0,-1 1 0 0 0,1-1-1 0 0,0 1 1 0 0,0-1 0 0 0,-1 1 0 0 0,1-1 0 0 0,0 1 0 0 0,-1-1 0 0 0,1 1 0 0 0,-1 0 0 0 0,1-1 0 0 0,-1 1-1 0 0,1 0 1 0 0,-1-1 0 0 0,1 2 0 0 0,-1-2 28 0 0,0 1-1 0 0,0-1 0 0 0,0 0 1 0 0,0 0-1 0 0,0 1 0 0 0,-1-1 1 0 0,1 0-1 0 0,0 0 0 0 0,0 0 1 0 0,0 1-1 0 0,-1-1 0 0 0,1 0 1 0 0,0 0-1 0 0,0 0 1 0 0,0 0-1 0 0,-1 1 0 0 0,1-1 1 0 0,0 0-1 0 0,0 0 0 0 0,-1 0 1 0 0,1 0-1 0 0,0 0 0 0 0,0 0 1 0 0,-1 0-1 0 0,1 0 0 0 0,0 0 1 0 0,-1 0-1 0 0,1 0 1 0 0,0 0-1 0 0,-1 0 0 0 0,-28-1-90 0 0,29 1 104 0 0,-58-2-173 0 0,12 2-26 0 0,-102-4-1090 0 0,49 7-3451 0 0,87-2 3182 0 0,2 2-39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62 164 11519 0 0,'0'0'887'0'0,"0"2"-128"0"0,-5 17 5028 0 0,-3 24-1 0 0,3 22-1563 0 0,6 66-3868 0 0,0-89 1076 0 0,5 42-1175 0 0,-2-46-138 0 0,-3 55 0 0 0,-2-83-130 0 0,1-8-53 0 0,-10-9-554 0 0,6 3 584 0 0,0-1 0 0 0,0 1-1 0 0,0-1 1 0 0,1 0 0 0 0,0 1-1 0 0,0-2 1 0 0,0 1 0 0 0,0 0 0 0 0,1-1-1 0 0,0 1 1 0 0,0-1 0 0 0,0 1 0 0 0,1-1-1 0 0,0 0 1 0 0,-1-7 0 0 0,1-7-40 0 0,0-1 0 0 0,1 1 0 0 0,3-22 0 0 0,0 10-23 0 0,2 1 0 0 0,1-1 0 0 0,16-48 1 0 0,-17 66 35 0 0,0 1 0 0 0,1 0 0 0 0,0 0 0 0 0,1 1 0 0 0,0-1 0 0 0,1 1 1 0 0,1 1-1 0 0,0 0 0 0 0,0 0 0 0 0,17-14 0 0 0,-20 21 36 0 0,0 0 1 0 0,0 0-1 0 0,0 1 0 0 0,0-1 0 0 0,1 2 1 0 0,-1-1-1 0 0,1 1 0 0 0,0 0 0 0 0,0 0 1 0 0,0 1-1 0 0,0 0 0 0 0,0 0 0 0 0,0 0 1 0 0,0 1-1 0 0,8 1 0 0 0,4 1-17 0 0,0 1 1 0 0,0 0-1 0 0,0 2 0 0 0,22 7 1 0 0,-36-10 46 0 0,-1 0 0 0 0,1-1 0 0 0,-1 1 1 0 0,1 1-1 0 0,-1-1 0 0 0,0 1 0 0 0,0 0 0 0 0,0 0 1 0 0,0 0-1 0 0,-1 0 0 0 0,1 1 0 0 0,-1-1 0 0 0,5 8 1 0 0,-6-7 25 0 0,0-1 1 0 0,0 1 0 0 0,-1-1-1 0 0,0 1 1 0 0,0-1 0 0 0,0 1 0 0 0,0-1-1 0 0,0 1 1 0 0,-1 0 0 0 0,1 0 0 0 0,-1-1-1 0 0,0 1 1 0 0,0 0 0 0 0,-1 0-1 0 0,1-1 1 0 0,-1 1 0 0 0,0 0 0 0 0,-1 4-1 0 0,-4 7 179 0 0,0-1 0 0 0,-9 16 0 0 0,8-16 81 0 0,-10 25 0 0 0,16-38-210 0 0,1 0-74 0 0,0 0 0 0 0,0-1-1 0 0,1 1 1 0 0,-1-1 0 0 0,0 1 0 0 0,0 0-1 0 0,1-1 1 0 0,-1 1 0 0 0,0-1 0 0 0,1 1-1 0 0,-1-1 1 0 0,0 1 0 0 0,1-1 0 0 0,-1 1 0 0 0,1-1-1 0 0,-1 1 1 0 0,1-1 0 0 0,-1 0 0 0 0,1 1-1 0 0,-1-1 1 0 0,1 0 0 0 0,-1 1 0 0 0,1-1-1 0 0,0 0 1 0 0,-1 0 0 0 0,1 0 0 0 0,-1 1 0 0 0,1-1-1 0 0,0 0 1 0 0,-1 0 0 0 0,1 0 0 0 0,0 0-1 0 0,0 0 1 0 0,22-2 6 0 0,-14-1-12 0 0,0 0 0 0 0,-1-1 0 0 0,1 0 0 0 0,-1 0 0 0 0,0-1 0 0 0,0 0 0 0 0,8-7 0 0 0,48-45 0 0 0,-27 21-38 0 0,35-46 0 0 0,-56 61 6 0 0,0-1 0 0 0,-2 0-1 0 0,23-49 1 0 0,-35 68 34 0 0,-1-1-1 0 0,0 1 1 0 0,0-1 0 0 0,0 1 0 0 0,-1-1-1 0 0,1 0 1 0 0,-1 0 0 0 0,0-4 0 0 0,0 8 8 0 0,0-1-1 0 0,0 0 1 0 0,0 0 0 0 0,0 1-1 0 0,0-1 1 0 0,0 0 0 0 0,-1 1-1 0 0,1-1 1 0 0,0 0 0 0 0,0 1-1 0 0,-1-1 1 0 0,1 1 0 0 0,0-1-1 0 0,-1 0 1 0 0,1 1 0 0 0,-1-1-1 0 0,1 1 1 0 0,0-1 0 0 0,-1 1-1 0 0,1-1 1 0 0,-1 1 0 0 0,0 0-1 0 0,1-1 1 0 0,-1 1 0 0 0,1-1-1 0 0,-1 1 1 0 0,0 0 0 0 0,1 0-1 0 0,-1-1 1 0 0,0 1 0 0 0,1 0-1 0 0,-1 0 1 0 0,0 0 0 0 0,1 0-1 0 0,-1 0 1 0 0,0 0 0 0 0,1 0-1 0 0,-1 0 1 0 0,0 0 0 0 0,1 0-1 0 0,-1 0 1 0 0,0 0 0 0 0,1 0-1 0 0,-1 1 1 0 0,0-1 0 0 0,1 0-1 0 0,-1 0 1 0 0,0 1 0 0 0,1-1-1 0 0,-1 1 1 0 0,-12 4 112 0 0,1 1-1 0 0,0 1 1 0 0,0 0 0 0 0,0 0-1 0 0,1 1 1 0 0,0 1-1 0 0,1 0 1 0 0,-18 19 0 0 0,20-19-73 0 0,1 1 1 0 0,-1 0 0 0 0,1 0 0 0 0,1 1-1 0 0,0 0 1 0 0,1 0 0 0 0,0 1 0 0 0,0-1-1 0 0,-5 25 1 0 0,9-30-50 0 0,0 0 0 0 0,1-1 0 0 0,-1 1 1 0 0,1 0-1 0 0,1 0 0 0 0,-1 0 0 0 0,1 0 0 0 0,0-1 0 0 0,0 1 0 0 0,4 9 1 0 0,-4-11-29 0 0,1 0 1 0 0,0-1-1 0 0,0 1 1 0 0,0-1 0 0 0,0 1-1 0 0,0-1 1 0 0,1 0 0 0 0,0 0-1 0 0,-1 0 1 0 0,1 0-1 0 0,1 0 1 0 0,-1-1 0 0 0,0 0-1 0 0,0 1 1 0 0,1-1-1 0 0,5 2 1 0 0,2 0-256 0 0,0 0 0 0 0,0 0-1 0 0,1-2 1 0 0,0 1 0 0 0,-1-2 0 0 0,1 1-1 0 0,13-1 1 0 0,30-4-2630 0 0,-2-5-4846 0 0,-22 0-279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12439 0 0,'0'0'958'0'0,"-14"-1"1811"0"0,22 17 5274 0 0,-1 3-5295 0 0,7 14-1654 0 0,116 217 1784 0 0,-78-147-2432 0 0,-37-72-386 0 0,-2 0 0 0 0,0 1 0 0 0,-3 0 0 0 0,0 0 0 0 0,8 61 0 0 0,-16-78-81 0 0,-1 1 0 0 0,-1-1 1 0 0,-1 1-1 0 0,0 0 0 0 0,0-1 0 0 0,-2 1 0 0 0,0-1 1 0 0,-1 0-1 0 0,0 0 0 0 0,-1 0 0 0 0,-1 0 0 0 0,0-1 1 0 0,-1 0-1 0 0,-17 25 0 0 0,23-38-102 0 0,1 0 0 0 0,-1 0 0 0 0,0 0 0 0 0,1 0-1 0 0,-1 0 1 0 0,0 0 0 0 0,0 0 0 0 0,0 0 0 0 0,0 0 0 0 0,1-1 0 0 0,-1 1 0 0 0,0 0 0 0 0,0-1-1 0 0,0 1 1 0 0,-1-1 0 0 0,1 1 0 0 0,0-1 0 0 0,0 1 0 0 0,0-1 0 0 0,0 0 0 0 0,0 0 0 0 0,0 1 0 0 0,-1-1-1 0 0,1 0 1 0 0,0 0 0 0 0,-2 0 0 0 0</inkml:trace>
  <inkml:trace contextRef="#ctx0" brushRef="#br0" timeOffset="1">597 437 24415 0 0,'0'-2'445'0'0,"-1"2"-380"0"0,1 0 1 0 0,0 0-1 0 0,0-1 1 0 0,0 1-1 0 0,0 0 0 0 0,0 0 1 0 0,0-1-1 0 0,0 1 1 0 0,0 0-1 0 0,0 0 0 0 0,0-1 1 0 0,1 1-1 0 0,-1 0 1 0 0,0 0-1 0 0,0-1 0 0 0,0 1 1 0 0,0 0-1 0 0,0 0 1 0 0,0 0-1 0 0,0-1 0 0 0,1 1 1 0 0,-1 0-1 0 0,0 0 1 0 0,0 0-1 0 0,0-1 1 0 0,0 1-1 0 0,1 0 0 0 0,-1 0 1 0 0,0 0-1 0 0,2-1-15 0 0,1 0 0 0 0,-1 1-1 0 0,0-1 1 0 0,1 1 0 0 0,-1 0 0 0 0,0 0 0 0 0,5 0-1 0 0,45-1 1160 0 0,24 0 633 0 0,-25 5-4993 0 0,-38-3 1518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22199 0 0,'0'0'2440'0'0,"6"0"-2440"0"0,4-2 0 0 0,0 1 0 0 0,-1-1 232 0 0,4-1 24 0 0,2-2 8 0 0,8 2 0 0 0,4-2-168 0 0,7 0-96 0 0,0 2 96 0 0,4-4-96 0 0,0-3-1632 0 0,3 4-376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36 23839 0 0,'0'0'547'0'0,"-9"-7"1501"0"0,6 7-1924 0 0,1 0 1 0 0,-1-1-1 0 0,1 1 1 0 0,0 0-1 0 0,-1 1 1 0 0,1-1-1 0 0,-1 0 1 0 0,1 1 0 0 0,0-1-1 0 0,-1 1 1 0 0,1-1-1 0 0,0 1 1 0 0,0 0-1 0 0,-1 0 1 0 0,1 0-1 0 0,0 1 1 0 0,0-1-1 0 0,-2 2 1 0 0,-5 4 632 0 0,0 1 0 0 0,-12 13 1 0 0,6-5-530 0 0,-57 55 853 0 0,-29 43-751 0 0,92-102-366 0 0,0 0-1 0 0,2 0 1 0 0,-1 1-1 0 0,2 1 1 0 0,0-1-1 0 0,-6 17 1 0 0,10-24 53 0 0,1 0 0 0 0,-1 0 0 0 0,1 0 0 0 0,0 0 0 0 0,0 0 0 0 0,1 0 0 0 0,0 0 0 0 0,0 0 0 0 0,0 1 0 0 0,1-1 0 0 0,0 0 0 0 0,0 0 0 0 0,1 0 0 0 0,-1 0 0 0 0,1-1 0 0 0,1 1 0 0 0,3 7 0 0 0,-1-5-27 0 0,0-2 0 0 0,0 1 0 0 0,1-1-1 0 0,-1 0 1 0 0,2 0 0 0 0,-1 0 0 0 0,0-1 0 0 0,1 0 0 0 0,0 0 0 0 0,1-1 0 0 0,-1 0 0 0 0,1 0 0 0 0,-1-1 0 0 0,1 0 0 0 0,0 0 0 0 0,0-1 0 0 0,0 0 0 0 0,14 2 0 0 0,-4-2-89 0 0,0-1 1 0 0,1-1-1 0 0,-1-1 1 0 0,0 0-1 0 0,0-1 1 0 0,1-1-1 0 0,27-9 1 0 0,-35 8 86 0 0,0 0 1 0 0,0-1-1 0 0,-1 0 0 0 0,1-1 0 0 0,-1-1 1 0 0,-1 1-1 0 0,1-1 0 0 0,-1-1 0 0 0,0 0 1 0 0,-1 0-1 0 0,0-1 0 0 0,0 0 0 0 0,-1 0 1 0 0,0-1-1 0 0,-1 0 0 0 0,10-19 0 0 0,-11 20 26 0 0,-1 0-1 0 0,-1 0 0 0 0,0 0 1 0 0,0-1-1 0 0,0 1 0 0 0,-1-1 1 0 0,-1 0-1 0 0,0 1 0 0 0,0-1 0 0 0,-1 0 1 0 0,0 0-1 0 0,0 0 0 0 0,-1 1 1 0 0,-1-1-1 0 0,0 0 0 0 0,0 1 1 0 0,-1-1-1 0 0,0 1 0 0 0,0 0 1 0 0,-7-13-1 0 0,-6-4-336 0 0,-1 1 0 0 0,-1 0 0 0 0,-1 2 0 0 0,0 0 1 0 0,-32-26-1 0 0,44 43-69 0 0,0 0 1 0 0,-1 1-1 0 0,1 0 0 0 0,-1 0 1 0 0,-10-3-1 0 0,-8 0-7854 0 0,10 6-85 0 0</inkml:trace>
  <inkml:trace contextRef="#ctx0" brushRef="#br0" timeOffset="1">300 310 10591 0 0,'-4'1'6388'0'0,"5"-1"-6294"0"0,-1 13 5181 0 0,5 20 800 0 0,-4-25-5611 0 0,4 27 1044 0 0,13 59 74 0 0,-15-83-1718 0 0,0 0 1 0 0,1 0-1 0 0,1 0 1 0 0,0-1-1 0 0,0 0 1 0 0,10 14-1 0 0,-14-23-85 0 0,0 0-1 0 0,0 1 0 0 0,0-1 0 0 0,0 0 1 0 0,0 0-1 0 0,0 0 0 0 0,0 0 0 0 0,1 0 1 0 0,-1 0-1 0 0,0 0 0 0 0,1 0 0 0 0,-1-1 1 0 0,1 1-1 0 0,-1 0 0 0 0,0-1 1 0 0,1 1-1 0 0,0-1 0 0 0,-1 0 0 0 0,1 1 1 0 0,-1-1-1 0 0,1 0 0 0 0,-1 0 0 0 0,1 0 1 0 0,-1 0-1 0 0,4-1 0 0 0,4-2-2354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6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23671 0 0,'0'0'2144'0'0,"-9"0"-1057"0"0,5 0-733 0 0,-1 0-1 0 0,1 1 1 0 0,-1-1 0 0 0,1 1 0 0 0,-1 0 0 0 0,1 0-1 0 0,0 0 1 0 0,-9 4 0 0 0,11-3-244 0 0,-1-1 1 0 0,1 1-1 0 0,0-1 0 0 0,0 1 1 0 0,0 0-1 0 0,0 0 0 0 0,0 0 1 0 0,0 0-1 0 0,0 0 0 0 0,0 0 0 0 0,1 1 1 0 0,-1-1-1 0 0,1 1 0 0 0,0-1 1 0 0,-2 5-1 0 0,-1 3-64 0 0,3-6-20 0 0,-1 0-1 0 0,1-1 0 0 0,-1 1 0 0 0,1 0 0 0 0,0 0 0 0 0,1 0 0 0 0,-1 0 0 0 0,1 0 1 0 0,0 0-1 0 0,0 1 0 0 0,1 6 0 0 0,3-2-41 0 0,-3-8 9 0 0,0 0-1 0 0,0 0 1 0 0,0 0 0 0 0,0 0-1 0 0,1 0 1 0 0,-1 0 0 0 0,0 0-1 0 0,1 0 1 0 0,1 0 0 0 0,27 6-175 0 0,-26-8 168 0 0,-1 1-1 0 0,1 0 0 0 0,0-1 0 0 0,0 0 0 0 0,0 0 1 0 0,0 0-1 0 0,-1 0 0 0 0,1-1 0 0 0,-1 1 1 0 0,1-1-1 0 0,5-4 0 0 0,-7 4-13 0 0,1 0 1 0 0,-1 0-1 0 0,0 0 0 0 0,0-1 0 0 0,0 1 1 0 0,0-1-1 0 0,0 1 0 0 0,-1-1 0 0 0,1 0 1 0 0,-1 0-1 0 0,1 0 0 0 0,-1 0 1 0 0,0 0-1 0 0,1-6 0 0 0,-1 7 2 0 0,-1-1 0 0 0,1 1 0 0 0,-1-1 0 0 0,0 1 0 0 0,0-1 0 0 0,0 1 0 0 0,0-1 0 0 0,-1 1 0 0 0,1-1 0 0 0,-1 1 0 0 0,1 0 0 0 0,-1-1 0 0 0,0 1 0 0 0,0-1 0 0 0,0 1 0 0 0,0 0 0 0 0,0 0 0 0 0,-1 0 0 0 0,-1-3 0 0 0,-9-7-1023 0 0,4 5-2757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17503 0 0,'0'0'1831'0'0,"2"0"-1736"0"0,17-3 2133 0 0,23-4 4705 0 0,-16-2-5461 0 0,-20 6-1250 0 0,1 1 0 0 0,-1 0 0 0 0,1 0 0 0 0,-1 0 1 0 0,8 0-1 0 0,17-5 129 0 0,18-6-898 0 0,-27 8-2123 0 0,-3 0-3244 0 0,7-2-3806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7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26719 0 0,'-29'17'612'0'0,"23"-14"1461"0"0,-6 13-1822 0 0,10-10-100 0 0,0 1-1 0 0,0-1 1 0 0,0 0-1 0 0,1 0 1 0 0,0 1-1 0 0,-1 11 1 0 0,4 41 581 0 0,-1-39-655 0 0,18 159 571 0 0,-12-142-594 0 0,2 0-1 0 0,23 63 1 0 0,-27-89-54 0 0,-5-10-2 0 0,0-1 1 0 0,0 1-1 0 0,0-1 0 0 0,0 1 1 0 0,1-1-1 0 0,-1 1 1 0 0,0-1-1 0 0,0 0 0 0 0,1 1 1 0 0,-1-1-1 0 0,0 1 0 0 0,0-1 1 0 0,1 0-1 0 0,-1 1 1 0 0,1-1-1 0 0,-1 0 0 0 0,0 1 1 0 0,1-1-1 0 0,-1 0 0 0 0,1 0 1 0 0,-1 1-1 0 0,0-1 0 0 0,1 0 1 0 0,-1 0-1 0 0,1 0 1 0 0,-1 1-1 0 0,1-1 0 0 0,-1 0 1 0 0,1 0-1 0 0,-1 0 0 0 0,1 0 1 0 0,-1 0-1 0 0,1 0 0 0 0,-1 0 1 0 0,1 0-1 0 0,-1 0 1 0 0,1 0-1 0 0,-1-1 0 0 0,1 1 1 0 0,-1 0-1 0 0,1 0 0 0 0,-1 0 1 0 0,0-1-1 0 0,1 1 1 0 0,-1 0-1 0 0,1 0 0 0 0,-1-1 1 0 0,1 1-1 0 0,-1 0 0 0 0,0-1 1 0 0,1 1-1 0 0,-1-1 1 0 0,1 1-1 0 0,2-4-4 0 0,0-1-1 0 0,0 1 1 0 0,0-1-1 0 0,-1 1 1 0 0,1-1 0 0 0,-1 0-1 0 0,0 0 1 0 0,-1 0-1 0 0,2-6 1 0 0,15-67 6 0 0,4-12 0 0 0,-19 82-1 0 0,5-16 93 0 0,-5 35 19 0 0,-1-6-89 0 0,5 18 18 0 0,0-1 0 0 0,2 1 0 0 0,1-2 0 0 0,22 39 0 0 0,-26-51-28 0 0,1-1 0 0 0,-1 1 0 0 0,1-1 0 0 0,1 0 0 0 0,0-1 0 0 0,0 0 0 0 0,0 0 0 0 0,1-1 0 0 0,0 0 0 0 0,0 0 0 0 0,1-1 0 0 0,-1 0 0 0 0,13 3 0 0 0,-14-5-12 0 0,1 0 0 0 0,-1-1 0 0 0,1 0 0 0 0,-1 0 0 0 0,1-1 0 0 0,0-1 0 0 0,-1 1 0 0 0,1-1 0 0 0,0-1 0 0 0,-1 1 0 0 0,17-5 0 0 0,-23 4 0 0 0,0 1 0 0 0,1-1 0 0 0,-1-1 0 0 0,0 1 0 0 0,0 0 0 0 0,0-1 0 0 0,0 1 0 0 0,0-1 0 0 0,0 1 0 0 0,0-1 0 0 0,0 0 0 0 0,-1 0 0 0 0,1 0 0 0 0,-1 0 0 0 0,1 0 0 0 0,-1 0 0 0 0,0 0 0 0 0,0 0 0 0 0,2-5 0 0 0,0-4 0 0 0,0 1 0 0 0,0-1 0 0 0,1-15 0 0 0,-1 5 0 0 0,37-237-79 0 0,-39 252-100 0 0,2-7-568 0 0,-1-1 0 0 0,-1 0 0 0 0,0 0 0 0 0,0 0 0 0 0,-3-24 0 0 0,-1 26-713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31 14279 0 0,'-23'-5'16862'0'0,"45"6"-17344"0"0,-3-1 1031 0 0,122-2 103 0 0,47-3-2704 0 0,-149 3 596 0 0,3 2-345 0 0</inkml:trace>
  <inkml:trace contextRef="#ctx0" brushRef="#br0" timeOffset="0.56">888 29 16127 0 0,'2'0'3507'0'0,"4"-3"-2045"0"0,-1 1 0 0 0,1 0 0 0 0,-1 0 0 0 0,8-1 0 0 0,48-3 612 0 0,-13 2-3354 0 0,-31-2-2526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7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22607 0 0,'0'0'2047'0'0,"-7"5"-935"0"0,4-2-813 0 0,1 1 1 0 0,-1-1 0 0 0,1 1-1 0 0,-1 0 1 0 0,1-1 0 0 0,0 1-1 0 0,1 0 1 0 0,-1 0-1 0 0,1 0 1 0 0,-1 1 0 0 0,1-1-1 0 0,1 0 1 0 0,-1 0 0 0 0,0 1-1 0 0,1-1 1 0 0,0 0-1 0 0,0 1 1 0 0,1 4 0 0 0,-1-5-276 0 0,0-1 1 0 0,1 1-1 0 0,-1 0 1 0 0,1-1 0 0 0,0 1-1 0 0,0-1 1 0 0,0 1-1 0 0,1-1 1 0 0,-1 1-1 0 0,1-1 1 0 0,0 0-1 0 0,-1 0 1 0 0,1 0 0 0 0,1 0-1 0 0,-1 0 1 0 0,0 0-1 0 0,1 0 1 0 0,0-1-1 0 0,-1 1 1 0 0,1-1-1 0 0,6 4 1 0 0,-7-5-32 0 0,0 0 1 0 0,0 0-1 0 0,0 0 0 0 0,1 0 1 0 0,-1-1-1 0 0,0 1 0 0 0,1-1 1 0 0,-1 1-1 0 0,1-1 0 0 0,-1 0 1 0 0,0 0-1 0 0,5 0 1 0 0,-1-1-52 0 0,-3 1-22 0 0,2-1-4 0 0,-4 1 74 0 0,0-1 1 0 0,0 1-1 0 0,0 0 0 0 0,-1-1 1 0 0,1 1-1 0 0,0-1 0 0 0,0 0 1 0 0,-1 1-1 0 0,1-1 0 0 0,0 1 1 0 0,-1-1-1 0 0,1 0 0 0 0,-1 0 1 0 0,1 1-1 0 0,-1-1 0 0 0,1 0 1 0 0,0-1-1 0 0,-1 2 8 0 0,0 0 0 0 0,1-1 0 0 0,-1 0 0 0 0,0 1 0 0 0,1-1 0 0 0,-1 0 1 0 0,0 1-1 0 0,1-1 0 0 0,-1 0 0 0 0,0 0 0 0 0,0 1 0 0 0,0-1 0 0 0,0 0 0 0 0,0 0 0 0 0,0 1 0 0 0,0-1 0 0 0,0 0 0 0 0,0 0 1 0 0,0 1-1 0 0,0-1 0 0 0,0 0 0 0 0,0 0 0 0 0,0 1 0 0 0,-1-1 0 0 0,1 0 0 0 0,0 1 0 0 0,-1-1 0 0 0,1 0 0 0 0,0 1 0 0 0,-1-1 0 0 0,0 0 1 0 0,0-1-12 0 0,-1-2-155 0 0,0 0 0 0 0,-1 1-1 0 0,1-1 1 0 0,-1 1 0 0 0,1-1 0 0 0,-1 1-1 0 0,0 0 1 0 0,-1 0 0 0 0,1 0 0 0 0,0 1 0 0 0,-1-1-1 0 0,0 1 1 0 0,1 0 0 0 0,-1 0 0 0 0,0 0 0 0 0,0 0-1 0 0,-5-1 1 0 0,0 0-1544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864 1 20271 0 0,'0'0'1839'0'0,"-1"0"-1514"0"0,0 0-301 0 0,0 0 0 0 0,0 0 0 0 0,0 0-1 0 0,1 0 1 0 0,-1 0 0 0 0,0 0 0 0 0,0 0 0 0 0,0 0-1 0 0,1 0 1 0 0,-1 0 0 0 0,0 1 0 0 0,0-1 0 0 0,1 0-1 0 0,-1 1 1 0 0,0-1 0 0 0,1 0 0 0 0,-1 1 0 0 0,0-1-1 0 0,1 1 1 0 0,-1-1 0 0 0,0 1 0 0 0,1-1 0 0 0,-1 1-1 0 0,1 0 1 0 0,-1-1 0 0 0,1 1 0 0 0,0 0 0 0 0,-1-1-1 0 0,0 3 1 0 0,0-1 234 0 0,-124 191 3785 0 0,52-76-3669 0 0,-281 470 1296 0 0,323-532-1561 0 0,3-8-106 0 0,-93 171 412 0 0,91-158-855 0 0,-38 107-1 0 0,67-162 496 0 0,-1 1-352 0 0,0 0 1 0 0,0 0-1 0 0,1 1 0 0 0,0-1 1 0 0,-1 8-1 0 0,2-13 178 0 0,0 0 0 0 0,0 0-1 0 0,0 0 1 0 0,0 0 0 0 0,0 0-1 0 0,1 0 1 0 0,-1 0 0 0 0,0 0-1 0 0,0 0 1 0 0,1 0 0 0 0,-1 0-1 0 0,0 0 1 0 0,1-1 0 0 0,-1 1-1 0 0,1 0 1 0 0,0 0 0 0 0,-1 0 0 0 0,1-1-1 0 0,-1 1 1 0 0,1 0 0 0 0,0-1-1 0 0,0 1 1 0 0,-1 0 0 0 0,1-1-1 0 0,0 1 1 0 0,0-1 0 0 0,0 1-1 0 0,0-1 1 0 0,0 0 0 0 0,-1 1-1 0 0,1-1 1 0 0,0 0 0 0 0,0 1-1 0 0,0-1 1 0 0,0 0 0 0 0,0 0-1 0 0,0 0 1 0 0,0 0 0 0 0,0 0-1 0 0,0 0 1 0 0,0 0 0 0 0,1-1-1 0 0,23-4-1941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9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853 1 21655 0 0,'-10'6'427'0'0,"1"0"-1"0"0,0 0 0 0 0,1 1 1 0 0,-1 1-1 0 0,-13 15 1 0 0,-31 47-275 0 0,38-49 444 0 0,-330 498 5179 0 0,246-349-5091 0 0,-89 214 1 0 0,165-328-1154 0 0,1 2 1 0 0,-16 71-1 0 0,38-125-32 0 0,-1 1 0 0 0,0-1 0 0 0,1 0 0 0 0,-1 1 0 0 0,1-1 0 0 0,1 8-1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0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1080 23 10135 0 0,'0'-1'134'0'0,"0"-1"-31"0"0,-1 1 1 0 0,1-1 0 0 0,0 1 0 0 0,0-1 0 0 0,-1 0-1 0 0,1 1 1 0 0,-1-1 0 0 0,1 1 0 0 0,-1 0 0 0 0,-3-6 5099 0 0,-5 19 746 0 0,-11 3-4330 0 0,3-2-797 0 0,-50 55 1705 0 0,-79 105 0 0 0,80-92-1814 0 0,52-64-607 0 0,-159 198 804 0 0,18 11-491 0 0,-54 150-80 0 0,106-186-662 0 0,79-144-1135 0 0,-34 88 0 0 0,47-103 303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1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11055 0 0,'-6'-7'9267'0'0,"5"6"-8803"0"0,-1 9 4052 0 0,3 25-2862 0 0,0-23-740 0 0,1 89 1324 0 0,2 36-1115 0 0,-3-99-989 0 0,0-11-17 0 0,6 38 0 0 0,2-82-45 0 0,13-50-283 0 0,35-75 1 0 0,-18 67 96 0 0,-33 68 102 0 0,0 0 0 0 0,0 1 0 0 0,0-1 0 0 0,1 1-1 0 0,1 1 1 0 0,7-8 0 0 0,-12 13 10 0 0,0 0 0 0 0,-1 0 0 0 0,1 0 0 0 0,0 0 0 0 0,0 1 0 0 0,0-1 0 0 0,1 1 0 0 0,-1 0 0 0 0,0 0 0 0 0,0 0 0 0 0,1 0 0 0 0,-1 1 0 0 0,0-1 0 0 0,1 1 0 0 0,5 0 0 0 0,-6 0 15 0 0,0 1-1 0 0,0-1 1 0 0,0 1 0 0 0,-1 0-1 0 0,1 0 1 0 0,0 0 0 0 0,0 1-1 0 0,-1-1 1 0 0,1 1 0 0 0,-1-1-1 0 0,1 1 1 0 0,-1 0 0 0 0,0 0-1 0 0,0 0 1 0 0,1 0 0 0 0,-2 0-1 0 0,4 5 1 0 0,6 10 32 0 0,-1 0 0 0 0,-1 1 0 0 0,-1 0 1 0 0,-1 0-1 0 0,10 35 0 0 0,-11-30-1 0 0,2-1 0 0 0,0 1 1 0 0,16 26-1 0 0,-24-48-44 0 0,0-1 0 0 0,0 0-1 0 0,0 0 1 0 0,0 1 0 0 0,0-1-1 0 0,0 0 1 0 0,1 0 0 0 0,-1 0 0 0 0,0 1-1 0 0,0-1 1 0 0,0 0 0 0 0,1 0 0 0 0,-1 0-1 0 0,0 1 1 0 0,0-1 0 0 0,0 0 0 0 0,1 0-1 0 0,-1 0 1 0 0,0 0 0 0 0,0 0 0 0 0,1 0-1 0 0,-1 1 1 0 0,0-1 0 0 0,1 0 0 0 0,-1 0-1 0 0,0 0 1 0 0,0 0 0 0 0,1 0-1 0 0,-1 0 1 0 0,0 0 0 0 0,0 0 0 0 0,1 0-1 0 0,-1 0 1 0 0,0 0 0 0 0,1-1 0 0 0,-1 1-1 0 0,0 0 1 0 0,0 0 0 0 0,1 0 0 0 0,-1 0-1 0 0,10-12-22 0 0,6-22-15 0 0,-16 33 38 0 0,12-27-36 0 0,1 1-1 0 0,1 0 1 0 0,1 1-1 0 0,1 1 1 0 0,36-42-1 0 0,-48 62 32 0 0,0 0 0 0 0,1 1 0 0 0,0-1 0 0 0,-1 1 0 0 0,2 1 0 0 0,-1-1 0 0 0,8-3-1 0 0,-12 6 5 0 0,1 0 0 0 0,-1 1 0 0 0,1-1 0 0 0,-1 1 0 0 0,1-1 0 0 0,-1 1 0 0 0,1 0 0 0 0,-1 0 0 0 0,1 0 0 0 0,0 0 0 0 0,-1 0 0 0 0,1 0 0 0 0,-1 0 0 0 0,1 0 0 0 0,-1 0 0 0 0,1 1 0 0 0,0-1 0 0 0,-1 1 0 0 0,1-1 0 0 0,-1 1 0 0 0,0 0 0 0 0,1 0 0 0 0,-1-1-1 0 0,0 1 1 0 0,1 0 0 0 0,-1 0 0 0 0,0 0 0 0 0,0 0 0 0 0,0 1 0 0 0,0-1 0 0 0,0 0 0 0 0,0 0 0 0 0,0 1 0 0 0,1 1 0 0 0,3 7 26 0 0,0 0-1 0 0,-1 1 1 0 0,0-1 0 0 0,0 1-1 0 0,-1 0 1 0 0,-1 0 0 0 0,2 17-1 0 0,6 20 35 0 0,-4-21-393 0 0,-4-16-145 0 0,0 0 0 0 0,1-1 0 0 0,0 1 0 0 0,1-1 0 0 0,0 0 0 0 0,1 0-1 0 0,10 18 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12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9 22255 0 0,'0'0'2019'0'0,"-1"-1"-1662"0"0,0 0-231 0 0,-1 0 1 0 0,0 0-1 0 0,0 0 1 0 0,0 1-1 0 0,0-1 0 0 0,0 0 1 0 0,1 1-1 0 0,-1-1 0 0 0,0 1 1 0 0,0 0-1 0 0,0 0 0 0 0,-1 0 1 0 0,1 0-1 0 0,0 0 0 0 0,0 0 1 0 0,0 0-1 0 0,0 0 0 0 0,0 1 1 0 0,0-1-1 0 0,1 1 0 0 0,-1 0 1 0 0,0 0-1 0 0,0-1 0 0 0,0 1 1 0 0,0 0-1 0 0,1 1 0 0 0,-3 0 1 0 0,-3 4 341 0 0,0-1 0 0 0,1 2 1 0 0,0-1-1 0 0,-9 11 0 0 0,13-15-563 0 0,-6 9 332 0 0,0 0-1 0 0,0 1 1 0 0,-10 20 0 0 0,16-27-189 0 0,-1 0 0 0 0,1 1 1 0 0,0-1-1 0 0,1 1 1 0 0,-1-1-1 0 0,1 1 1 0 0,0 0-1 0 0,1-1 1 0 0,-1 1-1 0 0,1 0 1 0 0,1 8-1 0 0,-1-12-51 0 0,1-1 0 0 0,-1 0 0 0 0,1 1 0 0 0,-1-1 0 0 0,1 0 0 0 0,0 1-1 0 0,-1-1 1 0 0,1 0 0 0 0,0 0 0 0 0,0 0 0 0 0,0 0 0 0 0,0 0 0 0 0,0 0 0 0 0,0 0 0 0 0,0 0 0 0 0,0 0 0 0 0,0 0-1 0 0,0 0 1 0 0,1-1 0 0 0,-1 1 0 0 0,0 0 0 0 0,1-1 0 0 0,-1 1 0 0 0,0-1 0 0 0,1 1 0 0 0,-1-1 0 0 0,1 0 0 0 0,-1 0 0 0 0,0 0-1 0 0,1 0 1 0 0,-1 0 0 0 0,1 0 0 0 0,2 0 0 0 0,3-1-59 0 0,0 0-1 0 0,0 0 1 0 0,0 0-1 0 0,-1-1 1 0 0,11-4-1 0 0,48-21-465 0 0,-63 26 514 0 0,0-1-1 0 0,1 1 1 0 0,-1-1-1 0 0,0 1 0 0 0,0-1 1 0 0,0 0-1 0 0,0 1 1 0 0,0-1-1 0 0,0 0 1 0 0,-1-1-1 0 0,1 1 1 0 0,0 0-1 0 0,-1 0 1 0 0,0-1-1 0 0,0 1 1 0 0,0 0-1 0 0,0-1 1 0 0,0 0-1 0 0,0 1 1 0 0,0-1-1 0 0,-1 1 1 0 0,1-1-1 0 0,-1-4 1 0 0,0 3-164 0 0,0 1 1 0 0,0-1 0 0 0,-1 0-1 0 0,0 1 1 0 0,1-1-1 0 0,-1 1 1 0 0,0-1 0 0 0,-1 1-1 0 0,1-1 1 0 0,-1 1-1 0 0,1 0 1 0 0,-1 0 0 0 0,0 0-1 0 0,0 0 1 0 0,-1 0-1 0 0,-2-4 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13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10591 0 0,'0'0'964'0'0,"-7"0"-776"0"0,3 0 46 0 0,0 0 0 0 0,0 0-1 0 0,1 1 1 0 0,-1 0 0 0 0,0 0-1 0 0,0 0 1 0 0,-4 2 0 0 0,3-1 675 0 0,0 1 0 0 0,0 0 0 0 0,1 0 0 0 0,-1 0-1 0 0,1 0 1 0 0,0 1 0 0 0,-7 7 0 0 0,0 3 1707 0 0,0 0 1 0 0,2 1-1 0 0,-11 19 0 0 0,17-27-2478 0 0,-30 53 106 0 0,2 1 0 0 0,-36 105 0 0 0,59-140-148 0 0,2 0-1 0 0,0 1 1 0 0,-2 48 0 0 0,7-56-73 0 0,1 0 1 0 0,1 0-1 0 0,1 0 1 0 0,1-1 0 0 0,0 1-1 0 0,9 23 1 0 0,-9-32-253 0 0,1-1-1 0 0,0 1 1 0 0,0-1 0 0 0,1 0-1 0 0,0-1 1 0 0,1 1 0 0 0,0-1 0 0 0,1 0-1 0 0,-1 0 1 0 0,1-1 0 0 0,1 0-1 0 0,9 8 1 0 0,-12-12 74 0 0,-1 0 0 0 0,1 0 0 0 0,0 0 0 0 0,0 0 0 0 0,1-1 0 0 0,-1 0 0 0 0,0 0 0 0 0,1-1 0 0 0,-1 1 0 0 0,1-1 1 0 0,0 0-1 0 0,-1-1 0 0 0,1 1 0 0 0,0-1 0 0 0,-1 0 0 0 0,1-1 0 0 0,0 1 0 0 0,-1-1 0 0 0,1 0 0 0 0,-1-1 0 0 0,1 1 0 0 0,-1-1 0 0 0,7-3 0 0 0,-1-1-2649 0 0,0 0 0 0 0,14-11 0 0 0,-2 0-4828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40 12439 0 0,'0'0'566'0'0,"-29"-4"18784"0"0,30 3-19158 0 0,7-3-178 0 0,0 0 0 0 0,0 1-1 0 0,0 0 1 0 0,1 0 0 0 0,-1 1 0 0 0,1 0 0 0 0,9-1-1 0 0,66-3 83 0 0,-47 5-82 0 0,261-3-1771 0 0,-279 5-372 0 0,-1 1-4973 0 0,0-2-2278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26783 0 0,'0'0'2425'0'0,"1"1"-1923"0"0,2 3-293 0 0,0 0 1 0 0,0 0-1 0 0,-1 0 0 0 0,1 1 1 0 0,-1-1-1 0 0,0 1 1 0 0,2 8-1 0 0,10 36 445 0 0,6 54-86 0 0,-10-45-540 0 0,3 0-1 0 0,36 100 1 0 0,-42-137 5 0 0,-5-15-22 0 0,0 0 0 0 0,0 0 0 0 0,7 10 0 0 0,-3-8-11 0 0,-6-8 0 0 0,0 1 0 0 0,0-1 0 0 0,1 0 0 0 0,-1 0 0 0 0,0 1 0 0 0,0-1 0 0 0,0 0 0 0 0,1 0 0 0 0,-1 1 0 0 0,0-1 0 0 0,1 0 0 0 0,-1 0 0 0 0,0 0 0 0 0,1 1 0 0 0,-1-1 0 0 0,0 0 0 0 0,0 0 0 0 0,1 0 0 0 0,-1 0 0 0 0,1 0 0 0 0,-1 0 0 0 0,0 0 0 0 0,1 0 0 0 0,-1 1 0 0 0,0-1 0 0 0,1-1 0 0 0,-1 1 0 0 0,0 0 0 0 0,1 0 0 0 0,-1 0 0 0 0,0 0 0 0 0,1 0 0 0 0,-1 0 0 0 0,0 0 0 0 0,1 0 0 0 0,-1-1 0 0 0,0 1 0 0 0,1 0 0 0 0,-1 0 0 0 0,0 0 0 0 0,1-1 0 0 0,-1 1 0 0 0,0 0 0 0 0,0 0 0 0 0,1-1 0 0 0,-1 1 0 0 0,0 0 0 0 0,0-1 0 0 0,5-3 0 0 0,0 0 0 0 0,-1 0 0 0 0,1 0 0 0 0,-1-1 0 0 0,0 0 0 0 0,-1 1 0 0 0,6-10 0 0 0,18-42 0 0 0,-10 20 0 0 0,49-111 0 0 0,8-18 0 0 0,-46 112 0 0 0,-28 52 0 0 0,0 1 0 0 0,0 0 0 0 0,0 0 0 0 0,1-1 0 0 0,-1 1 0 0 0,0 0 0 0 0,0 0 0 0 0,0-1 0 0 0,0 1 0 0 0,0 0 0 0 0,1 0 0 0 0,-1-1 0 0 0,0 1 0 0 0,0 0 0 0 0,0 0 0 0 0,1 0 0 0 0,-1 0 0 0 0,0-1 0 0 0,0 1 0 0 0,1 0 0 0 0,-1 0 0 0 0,0 0 0 0 0,0 0 0 0 0,1 0 0 0 0,-1 0 0 0 0,0 0 0 0 0,1-1 0 0 0,-1 1 0 0 0,0 0 0 0 0,0 0 0 0 0,1 0 0 0 0,-1 0 0 0 0,0 0 0 0 0,1 0 0 0 0,-1 1 0 0 0,0-1 0 0 0,0 0 0 0 0,1 0 0 0 0,-1 0 0 0 0,0 0 0 0 0,0 0 0 0 0,1 0 0 0 0,-1 0 0 0 0,0 0 0 0 0,0 1 0 0 0,1-1 0 0 0,-1 0 0 0 0,0 0 0 0 0,0 0 0 0 0,0 1 0 0 0,1-1 0 0 0,-1 0 0 0 0,0 0 0 0 0,0 1 0 0 0,0-1 0 0 0,0 0 0 0 0,1 0 0 0 0,-1 1 0 0 0,0-1 0 0 0,0 0 0 0 0,0 0 0 0 0,0 1 0 0 0,0-1 0 0 0,0 0 0 0 0,0 1 0 0 0,0-1 0 0 0,0 0 0 0 0,4 11 0 0 0,0 0 0 0 0,-1-1 0 0 0,0 1 0 0 0,0 0 0 0 0,-1 1 0 0 0,0 12 0 0 0,2 9 0 0 0,-3-31 0 0 0,5 37 0 0 0,21 71 0 0 0,-23-99 0 0 0,0-1 0 0 0,0 1 0 0 0,1-1 0 0 0,0 0 0 0 0,1-1 0 0 0,0 1 0 0 0,1-1 0 0 0,0 0 0 0 0,0-1 0 0 0,1 0 0 0 0,13 12 0 0 0,-15-16 0 0 0,0 0 0 0 0,0 0 0 0 0,0-1 0 0 0,0 0 0 0 0,1 0 0 0 0,-1-1 0 0 0,1 1 0 0 0,0-2 0 0 0,0 1 0 0 0,0-1 0 0 0,-1 0 0 0 0,1 0 0 0 0,12 0 0 0 0,-14-2 0 0 0,0 1 0 0 0,-1-1 0 0 0,1 0 0 0 0,0 0 0 0 0,0 0 0 0 0,-1 0 0 0 0,1-1 0 0 0,0 0 0 0 0,-1 0 0 0 0,0 0 0 0 0,0-1 0 0 0,1 1 0 0 0,-1-1 0 0 0,-1 0 0 0 0,1 0 0 0 0,0-1 0 0 0,-1 1 0 0 0,1-1 0 0 0,4-7 0 0 0,0-3 0 0 0,-2 1 0 0 0,0-1 0 0 0,0 0 0 0 0,-1-1 0 0 0,5-24 0 0 0,0-9-3 0 0,-3-1-1 0 0,-1 1 1 0 0,-1-56 0 0 0,-4 94-141 0 0,-2 0 1 0 0,1 0 0 0 0,-2-1-1 0 0,1 1 1 0 0,-6-16 0 0 0,6 21-1825 0 0,-1 0-1 0 0,0 1 1 0 0,-1-1 0 0 0,-4-6-1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27183 0 0,'0'0'2907'0'0,"2"0"-2767"0"0,35 1 817 0 0,64-3 271 0 0,166 1-870 0 0,-118 5-1229 0 0,-29-4-1932 0 0,-81 0 791 0 0</inkml:trace>
  <inkml:trace contextRef="#ctx0" brushRef="#br0" timeOffset="1">1300 59 24535 0 0,'0'0'3947'0'0,"2"-2"-3254"0"0,11-4-309 0 0,0 1 1 0 0,0 0-1 0 0,1 1 1 0 0,-1 0-1 0 0,1 1 0 0 0,26-3 1 0 0,15-4-573 0 0,-34 5-893 0 0,29-2 0 0 0,-42 6 557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4 23671 0 0,'-2'0'1084'0'0,"-19"-2"-18"0"0,15 2-789 0 0,-1-1-1 0 0,1 1 1 0 0,0 0-1 0 0,-7 1 1 0 0,11-1-69 0 0,0 1 0 0 0,-1 0 0 0 0,1-1 0 0 0,0 1 0 0 0,0 0 1 0 0,0 0-1 0 0,0 0 0 0 0,0 0 0 0 0,0 0 0 0 0,0 1 0 0 0,0-1 0 0 0,0 1 0 0 0,1-1 0 0 0,-1 1 1 0 0,-2 2-1 0 0,-2 5 190 0 0,0 0-1 0 0,0 0 1 0 0,1 0 0 0 0,-5 11 0 0 0,8-14-376 0 0,0-1 0 0 0,0 1 0 0 0,0 0 0 0 0,1 0 0 0 0,-1 0 0 0 0,1 0 0 0 0,1 0-1 0 0,-1 11 1 0 0,5-8 16 0 0,-2-6-38 0 0,0 0 1 0 0,1 0 0 0 0,0-1-1 0 0,-1 1 1 0 0,1-1-1 0 0,0 0 1 0 0,0 0 0 0 0,1 0-1 0 0,-1 0 1 0 0,0 0-1 0 0,1-1 1 0 0,-1 1 0 0 0,1-1-1 0 0,-1 0 1 0 0,1 0 0 0 0,0 0-1 0 0,-1-1 1 0 0,6 1-1 0 0,7 0 0 0 0,-1 0-1 0 0,0-2 1 0 0,17-1-1 0 0,-25 1 1 0 0,-2 1 0 0 0,-1-1 0 0 0,0 1 0 0 0,0-1 0 0 0,0 0 0 0 0,0 0 0 0 0,0 0 0 0 0,-1 0 0 0 0,1-1 0 0 0,0 0 0 0 0,0 0 0 0 0,-1 0 0 0 0,1 0 0 0 0,4-4 0 0 0,-2-1 0 0 0,-6 7 0 0 0,1 0 0 0 0,-1-1 0 0 0,0 1 0 0 0,1 0 0 0 0,-1-1 0 0 0,0 1 0 0 0,0 0 0 0 0,1-1 0 0 0,-1 1 0 0 0,0 0 0 0 0,0-1 0 0 0,0 1 0 0 0,0 0 0 0 0,0-1 0 0 0,1 1 0 0 0,-1-1 0 0 0,0 1 0 0 0,0 0 0 0 0,0-1 0 0 0,0 1 0 0 0,0-1 0 0 0,0 1 0 0 0,0 0 0 0 0,0-1 0 0 0,0 1 0 0 0,-1-1 0 0 0,1 1 0 0 0,0 0 0 0 0,0-1 0 0 0,0 1 0 0 0,0 0 0 0 0,0-1 0 0 0,-1 1 0 0 0,1-1 0 0 0,0 1 0 0 0,0 0 0 0 0,-1-1 0 0 0,1 1 0 0 0,-1-3-39 0 0,0 1-1 0 0,-1 0 1 0 0,1-1-1 0 0,-1 1 1 0 0,1 0 0 0 0,-1 0-1 0 0,1 0 1 0 0,-1 0-1 0 0,0 0 1 0 0,0 0 0 0 0,0 1-1 0 0,0-1 1 0 0,0 1-1 0 0,-1-1 1 0 0,-2-1 0 0 0,-4-1-376 0 0,0 1-1 0 0,-18-5 1 0 0,-1-1-250 0 0,15 4-418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43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0 487 7367 0 0,'0'0'13456'0'0,"2"1"-12404"0"0,1 3-512 0 0,0 0 1 0 0,0 0-1 0 0,0 1 0 0 0,3 5 0 0 0,-3-4-9 0 0,0-1 0 0 0,0 0 0 0 0,7 9 0 0 0,28 34 1543 0 0,-28-34-1559 0 0,1 0-1 0 0,19 18 1 0 0,2-3 93 0 0,-31-28 57 0 0,1-1-633 0 0,-1-1-1 0 0,1 1 1 0 0,0-1-1 0 0,-1 1 1 0 0,1-1 0 0 0,0 1-1 0 0,-1-1 1 0 0,1 0 0 0 0,-1 0-1 0 0,1 0 1 0 0,-1 0-1 0 0,1 0 1 0 0,-1 0 0 0 0,0 0-1 0 0,0 0 1 0 0,1-1-1 0 0,0 0 1 0 0,18-28 211 0 0,-18 27-208 0 0,28-45 123 0 0,67-118-139 0 0,-23 5 14 0 0,25-47-1170 0 0,-99 207 1106 0 0,2-3-213 0 0,1-1 1 0 0,-1 1-1 0 0,1 0 0 0 0,-1 1 1 0 0,1-1-1 0 0,0 0 1 0 0,0 1-1 0 0,1 0 1 0 0,6-5-1 0 0,5 0-1457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48 5983 0 0,'-5'-1'81'0'0,"0"-1"-1"0"0,1 0 1 0 0,-1 0-1 0 0,1-1 1 0 0,-1 1-1 0 0,1-1 1 0 0,-21-29 22578 0 0,29 36-22490 0 0,1 0 0 0 0,-2 1 0 0 0,1 0 0 0 0,0 0 1 0 0,-1 0-1 0 0,0 0 0 0 0,0 0 0 0 0,0 1 0 0 0,-1 0 0 0 0,0-1 0 0 0,0 1 1 0 0,0 0-1 0 0,-1 0 0 0 0,2 11 0 0 0,-1 10-27 0 0,0-1 1 0 0,-2 28-1 0 0,0-46-81 0 0,-1 74 147 0 0,-10 151 40 0 0,10-229-237 0 0,0 14 21 0 0,12-44-88 0 0,21-57-60 0 0,-10 31 101 0 0,-13 30-9 0 0,5-19-2 0 0,3 2 0 0 0,1 0 0 0 0,31-49 0 0 0,-42 78 18 0 0,1 0 0 0 0,-1 0 0 0 0,1 1 0 0 0,1 0 0 0 0,0 1 0 0 0,0 0 0 0 0,14-9 0 0 0,-22 16 8 0 0,0 0 0 0 0,0 1 0 0 0,1-1 0 0 0,-1 0-1 0 0,1 1 1 0 0,-1 0 0 0 0,0-1 0 0 0,1 1 0 0 0,-1 0 0 0 0,1-1 0 0 0,-1 1 0 0 0,1 0 0 0 0,-1 0 0 0 0,1 0-1 0 0,-1 0 1 0 0,0 1 0 0 0,1-1 0 0 0,-1 0 0 0 0,1 1 0 0 0,-1-1 0 0 0,1 1 0 0 0,-1-1 0 0 0,0 1-1 0 0,1-1 1 0 0,-1 1 0 0 0,0 0 0 0 0,0 0 0 0 0,0 0 0 0 0,1 0 0 0 0,-1 0 0 0 0,0 0 0 0 0,0 0 0 0 0,0 0-1 0 0,-1 0 1 0 0,1 0 0 0 0,0 1 0 0 0,0-1 0 0 0,0 2 0 0 0,3 4 9 0 0,-1 1 1 0 0,0-1 0 0 0,0 1-1 0 0,-1-1 1 0 0,3 15-1 0 0,5 79 113 0 0,-8-67-109 0 0,9 48-1 0 0,-6-53-100 0 0,-4-20-80 0 0,1 0 1 0 0,-1-1 0 0 0,1 1 0 0 0,1-1 0 0 0,0 1-1 0 0,0-1 1 0 0,0 0 0 0 0,9 14 0 0 0,-11-21-144 0 0,0 0 0 0 0,0-1 1 0 0,1 1-1 0 0,-1 0 0 0 0,0 0 1 0 0,1-1-1 0 0,-1 1 0 0 0,0-1 1 0 0,1 1-1 0 0,-1-1 0 0 0,1 1 1 0 0,-1-1-1 0 0,0 0 0 0 0,1 0 1 0 0,-1 0-1 0 0,1 0 0 0 0,-1 0 1 0 0,1 0-1 0 0,-1 0 0 0 0,4-1 1 0 0,6-2-8725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24879 0 0,'0'0'3117'0'0,"1"-1"-2673"0"0,11-4 23 0 0,-1 1 0 0 0,1 0-1 0 0,0 1 1 0 0,0 0-1 0 0,0 1 1 0 0,14-1 0 0 0,-7 0-375 0 0,-6 1-46 0 0,1 1 1 0 0,17 1-1 0 0,-26 0-47 0 0,0 0 0 0 0,0 1-1 0 0,0-1 1 0 0,1 1 0 0 0,-1 1 0 0 0,0-1-1 0 0,0 1 1 0 0,9 4 0 0 0,-8-1 14 0 0,-5-5-8 0 0,-1 0-1 0 0,1 1 0 0 0,-1-1 0 0 0,1 0 0 0 0,-1 1 1 0 0,1-1-1 0 0,-1 1 0 0 0,0-1 0 0 0,1 1 1 0 0,-1-1-1 0 0,1 1 0 0 0,-1-1 0 0 0,0 1 0 0 0,0-1 1 0 0,1 1-1 0 0,-1-1 0 0 0,0 1 0 0 0,0-1 1 0 0,0 1-1 0 0,0-1 0 0 0,1 1 0 0 0,-1-1 1 0 0,0 1-1 0 0,0 0 0 0 0,0-1 0 0 0,-1 2 0 0 0,1 0 18 0 0,0 1-3 0 0,0 0 0 0 0,0 0 0 0 0,0 1 0 0 0,-1-1 0 0 0,0 0 0 0 0,1 0 0 0 0,-1 0 0 0 0,0 0 0 0 0,0 0 0 0 0,-1 0 0 0 0,1 0 0 0 0,-1 0 0 0 0,1 0 0 0 0,-1 0 0 0 0,0-1 0 0 0,-4 5 0 0 0,-5 6 150 0 0,-25 20-1 0 0,31-29-161 0 0,-7 7-7 0 0,-1 1 0 0 0,-20 25 0 0 0,28-29 0 0 0,5-7 1 0 0,-1-1-1 0 0,1 1 1 0 0,0 0-1 0 0,-1 0 1 0 0,1-1 0 0 0,0 1-1 0 0,0 0 1 0 0,-1 0-1 0 0,1 0 1 0 0,0-1 0 0 0,0 1-1 0 0,0 0 1 0 0,0 0-1 0 0,0 0 1 0 0,0-1 0 0 0,0 1-1 0 0,1 0 1 0 0,-1 0-1 0 0,0 0 1 0 0,0-1 0 0 0,1 1-1 0 0,-1 0 1 0 0,0 0-1 0 0,1-1 1 0 0,-1 1 0 0 0,1 0-1 0 0,-1-1 1 0 0,1 1-1 0 0,-1 0 1 0 0,1-1 0 0 0,-1 1-1 0 0,1-1 1 0 0,0 1-1 0 0,-1-1 1 0 0,1 1 0 0 0,0-1-1 0 0,-1 1 1 0 0,1-1-1 0 0,1 1 1 0 0,-2-1-1 0 0,12 5 0 0 0,-1 0 0 0 0,1-1 0 0 0,0 0 0 0 0,0-1 0 0 0,25 4 0 0 0,-12-3 0 0 0,-13-1 0 0 0,0 0 0 0 0,21 9 0 0 0,-28-10 0 0 0,1 1 0 0 0,-1-1 0 0 0,0 1 0 0 0,0 1 0 0 0,0-1 0 0 0,0 1 0 0 0,7 8 0 0 0,-11-12 0 0 0,0 1 0 0 0,0 0 0 0 0,-1 0 0 0 0,1 0 0 0 0,0 0 0 0 0,-1 0 0 0 0,1 1 0 0 0,-1-1 0 0 0,0 0 0 0 0,1 0 0 0 0,-1 0 0 0 0,0 0 0 0 0,0 1 0 0 0,0-1 0 0 0,1 0 0 0 0,-1 0 0 0 0,0 0 0 0 0,-1 0 0 0 0,1 1 0 0 0,0-1 0 0 0,0 0 0 0 0,0 0 0 0 0,-1 0 0 0 0,1 0 0 0 0,-1 1 0 0 0,1-1 0 0 0,-1 0 0 0 0,1 0 0 0 0,-1 0 0 0 0,1 0 0 0 0,-3 1 0 0 0,2 1 0 0 0,-2 2-7 0 0,-1 0 1 0 0,0 0-1 0 0,0 0 0 0 0,0 0 0 0 0,0-1 1 0 0,-1 0-1 0 0,1 0 0 0 0,-1 0 0 0 0,0 0 1 0 0,0-1-1 0 0,-1 0 0 0 0,-7 4 0 0 0,2-3-18 0 0,-1 0-1 0 0,1-1 1 0 0,-1 0-1 0 0,1 0 0 0 0,-20 1 1 0 0,31-4-16 0 0,-1 0 0 0 0,0 0 0 0 0,0 0 0 0 0,0 0 0 0 0,1 0 0 0 0,-1 0 1 0 0,0-1-1 0 0,0 1 0 0 0,0 0 0 0 0,1 0 0 0 0,-1-1 0 0 0,0 1 0 0 0,1 0 0 0 0,-1-1 1 0 0,0 1-1 0 0,0 0 0 0 0,1-1 0 0 0,-1 1 0 0 0,1-1 0 0 0,-1 0 0 0 0,0 1 0 0 0,1-1 1 0 0,-1 1-1 0 0,1-1 0 0 0,0 0 0 0 0,-1 1 0 0 0,1-1 0 0 0,-1 0 0 0 0,1 1 0 0 0,0-1 1 0 0,0 0-1 0 0,-1 0 0 0 0,1 1 0 0 0,0-1 0 0 0,0 0 0 0 0,0 0 0 0 0,0 0 0 0 0,0 1 1 0 0,0-1-1 0 0,0-1 0 0 0,2-17-2986 0 0,2 3-3823 0 0,5-1-2204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26231 0 0,'0'0'2637'0'0,"2"-1"-2418"0"0,26-4 704 0 0,0 1 0 0 0,30 0 0 0 0,3-1-489 0 0,78-11-1851 0 0,-98 12-1762 0 0,-14 0-6908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2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26175 0 0,'0'0'4801'0'0,"0"2"-4175"0"0,21 126-81 0 0,6 73 75 0 0,-20-4-620 0 0,11-250 0 0 0,-10 32 0 0 0,1 0 0 0 0,1 0 0 0 0,1 1 0 0 0,1 0 0 0 0,0 1 0 0 0,1 1 0 0 0,29-31 0 0 0,-37 43 0 0 0,1 1 0 0 0,0 0 0 0 0,0 0 0 0 0,0 0 0 0 0,1 1 0 0 0,0 0 0 0 0,8-4 0 0 0,-15 8 0 0 0,0-1 0 0 0,1 1 0 0 0,-1 0 0 0 0,0 0 0 0 0,1-1 0 0 0,-1 1 0 0 0,1 0 0 0 0,-1 0 0 0 0,1 0 0 0 0,-1 0 0 0 0,0 0 0 0 0,1-1 0 0 0,-1 1 0 0 0,1 0 0 0 0,-1 0 0 0 0,1 0 0 0 0,-1 0 0 0 0,1 0 0 0 0,-1 0 0 0 0,1 1 0 0 0,-1-1 0 0 0,0 0 0 0 0,1 0 0 0 0,-1 0 0 0 0,1 0 0 0 0,-1 0 0 0 0,0 1 0 0 0,1-1 0 0 0,-1 0 0 0 0,1 0 0 0 0,-1 1 0 0 0,0-1 0 0 0,1 0 0 0 0,-1 1 0 0 0,0-1 0 0 0,1 0 0 0 0,-1 1 0 0 0,1 0 0 0 0,-1-1 0 0 0,4 4 0 0 0,0 0 0 0 0,-1 0 0 0 0,0 1 0 0 0,1-1 0 0 0,-1 1 0 0 0,-1 0 0 0 0,1 0 0 0 0,-1 0 0 0 0,0 0 0 0 0,0 0 0 0 0,2 7 0 0 0,0 8 0 0 0,4 35 0 0 0,-3-15 0 0 0,-1-6-50 0 0,1 11-101 0 0,-4-41 138 0 0,0 0-1 0 0,0 0 1 0 0,1-1-1 0 0,-1 1 1 0 0,1 0-1 0 0,0-1 1 0 0,0 0-1 0 0,0 1 1 0 0,3 3-1 0 0,-3-6-192 0 0,-1 0 0 0 0,1 0 0 0 0,-1 0 0 0 0,1 0-1 0 0,-1-1 1 0 0,1 1 0 0 0,-1-1 0 0 0,1 1 0 0 0,-1-1 0 0 0,1 0 0 0 0,0 1 0 0 0,-1-1 0 0 0,1 0 0 0 0,-1 0-1 0 0,1 0 1 0 0,0 0 0 0 0,-1-1 0 0 0,1 1 0 0 0,0 0 0 0 0,-1-1 0 0 0,1 1 0 0 0,-1-1 0 0 0,3 0-1 0 0,10-4-1534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12 4607 0 0,'-8'-4'27988'0'0,"17"1"-27911"0"0,-2 2-64 0 0,1 0-1 0 0,-1 0 1 0 0,0 0-1 0 0,12 1 1 0 0,0 0-5 0 0,-8-1-4 0 0,0 1 0 0 0,0 1 0 0 0,1 0 0 0 0,-1 0 0 0 0,12 4 0 0 0,12 1-4 0 0,-25-4 0 0 0,-10-1 0 0 0,1-1 0 0 0,-1 0 0 0 0,0 0 0 0 0,0 0 0 0 0,0 0 0 0 0,0 0 0 0 0,1 0 0 0 0,-1 0 0 0 0,0 0 0 0 0,0 0 0 0 0,0 0 0 0 0,0 0 0 0 0,1 0 0 0 0,-1 1 0 0 0,0-1 0 0 0,0 0 0 0 0,0 0 0 0 0,0 0 0 0 0,0 0 0 0 0,0 0 0 0 0,1 1 0 0 0,-1-1 0 0 0,0 0 0 0 0,0 0 0 0 0,0 0 0 0 0,0 0 0 0 0,0 1 0 0 0,0-1 0 0 0,0 0 0 0 0,0 0 0 0 0,0 0 0 0 0,0 0 0 0 0,0 1 0 0 0,0-1 0 0 0,0 0 0 0 0,0 0 0 0 0,0 0 0 0 0,0 1 0 0 0,0-1 0 0 0,0 0 0 0 0,0 0 0 0 0,0 0 0 0 0,0 0 0 0 0,0 1 0 0 0,0-1 0 0 0,0 0 0 0 0,-1 0 0 0 0,1 0 0 0 0,0 0 0 0 0,0 1 0 0 0,0-1 0 0 0,0 0 0 0 0,0 0 0 0 0,0 0 0 0 0,-1 0 0 0 0,1 0 0 0 0,0 0 0 0 0,-12 9 0 0 0,8-6 0 0 0,-30 28 0 0 0,21-20 0 0 0,-23 25 0 0 0,14-10 0 0 0,8-11 0 0 0,0 1 0 0 0,2 1 0 0 0,-20 34 0 0 0,14-20 0 0 0,13-23 0 0 0,0 0 0 0 0,1 0 0 0 0,-1 1 0 0 0,2 0 0 0 0,-1 0 0 0 0,1 0 0 0 0,-3 16 0 0 0,6-24 0 0 0,0-1 0 0 0,-1 1 0 0 0,1-1 0 0 0,0 1 0 0 0,0-1 0 0 0,0 1 0 0 0,0 0 0 0 0,0-1 0 0 0,0 1 0 0 0,0-1 0 0 0,0 1 0 0 0,0 0 0 0 0,0-1 0 0 0,0 1 0 0 0,0-1 0 0 0,1 1 0 0 0,-1-1 0 0 0,0 1 0 0 0,0 0 0 0 0,1-1 0 0 0,-1 1 0 0 0,0-1 0 0 0,1 1 0 0 0,-1-1 0 0 0,0 0 0 0 0,1 1 0 0 0,-1-1 0 0 0,1 1 0 0 0,-1-1 0 0 0,1 1 0 0 0,0 0 0 0 0,1 0 0 0 0,0 0 0 0 0,-1 1 0 0 0,1-1 0 0 0,0 0 0 0 0,0 0 0 0 0,0 0 0 0 0,0 0 0 0 0,0 0 0 0 0,0-1 0 0 0,0 1 0 0 0,0-1 0 0 0,0 1 0 0 0,0-1 0 0 0,0 0 0 0 0,0 1 0 0 0,4-1 0 0 0,36-5 0 0 0,-32 4 0 0 0,136-30 0 0 0,0 0 0 0 0,-131 29-83 0 0,-6 1-349 0 0,0 0 0 0 0,15-5 0 0 0,-11 1-1085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13823 0 0,'3'1'6992'0'0,"20"9"-2052"0"0,1 0-3592 0 0,0 1-1 0 0,36 24 1 0 0,-29-14-917 0 0,-1 1 1 0 0,-1 2 0 0 0,-1 1 0 0 0,-2 2 0 0 0,45 55-1 0 0,-54-58-401 0 0,-1 1 0 0 0,-1 1-1 0 0,-2 0 1 0 0,0 1-1 0 0,-1 0 1 0 0,14 55 0 0 0,-21-59-13 0 0,-1 0 0 0 0,-1 0 0 0 0,-1 0 0 0 0,-1 0 0 0 0,-1 1 0 0 0,-1-1 1 0 0,-1 0-1 0 0,-1 0 0 0 0,-8 31 0 0 0,5-32-17 0 0,-1 1 0 0 0,-1-1 0 0 0,-1 0 0 0 0,-1-1 0 0 0,-1 0 0 0 0,-1 0 0 0 0,-1-1 0 0 0,0-1 0 0 0,-2 0 0 0 0,0-1 0 0 0,-1-1 0 0 0,-1 0 0 0 0,-35 27 0 0 0,49-42-93 0 0,2-1 25 0 0,1 0 1 0 0,-1-1-1 0 0,0 1 0 0 0,1-1 0 0 0,-1 1 0 0 0,1-1 1 0 0,-1 1-1 0 0,0-1 0 0 0,0 1 0 0 0,1-1 0 0 0,-1 0 0 0 0,0 1 1 0 0,0-1-1 0 0,1 0 0 0 0,-1 0 0 0 0,0 0 0 0 0,0 0 1 0 0,0 1-1 0 0,1-1 0 0 0,-1 0 0 0 0,0 0 0 0 0,0 0 0 0 0,0-1 1 0 0,1 1-1 0 0,-3 0 0 0 0,8-11-2524 0 0,5-4 503 0 0,5-2-78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24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12895 0 0,'0'0'1172'0'0,"2"0"-966"0"0,69-3 5792 0 0,16 1 6189 0 0,-28 6-12454 0 0,60 4 353 0 0,-68-7-737 0 0,-42 0-583 0 0,-1 0 0 0 0,1 0 1 0 0,14 5-1 0 0,-10-2-8538 0 0</inkml:trace>
  <inkml:trace contextRef="#ctx0" brushRef="#br0" timeOffset="1">132 162 10591 0 0,'-5'2'465'0'0,"-16"1"17415"0"0,36-3-16702 0 0,40-6-571 0 0,99-23 0 0 0,-59 8-2461 0 0,-55 14-431 0 0,-1 0-4399 0 0,2-1-2158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5:4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25 439 9215 0 0,'-24'1'13808'0'0,"27"21"-12083"0"0,47 164 1018 0 0,-27-97 149 0 0,-21-89-2866 0 0,0-1 1 0 0,0 0-1 0 0,1 0 0 0 0,-1 1 0 0 0,0-1 0 0 0,0-1 1 0 0,0 1-1 0 0,0 0 0 0 0,0 0 0 0 0,-1-1 1 0 0,1 1-1 0 0,0-1 0 0 0,-1 1 0 0 0,1-1 1 0 0,-1 0-1 0 0,3-3 0 0 0,8-8 48 0 0,16-15-19 0 0,-1-2 0 0 0,-2 0 0 0 0,22-34 0 0 0,-3 3-48 0 0,192-258-18 0 0,-150 207 11 0 0,-76 100 4 0 0,-2 0-72 0 0,17-16 1 0 0,-21 24-1139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78 9215 0 0,'-50'-2'2041'0'0,"-67"10"11353"0"0,99-4-6970 0 0,35 1-5360 0 0,29 3-1331 0 0,36-4 403 0 0,131-11-1 0 0,-113 2-89 0 0,18-1-102 0 0,184-5 194 0 0,0 17-940 0 0,-280-5-587 0 0,0-1 1 0 0,35-4-1 0 0,-29-4-4655 0 0,-26-2-1697 0 0,-2 8 7643 0 0,0 1 0 0 0,1 0-1 0 0,-1 0 1 0 0,0 0 0 0 0,0-1-1 0 0,0 1 1 0 0,-1 0 0 0 0,1 0-1 0 0,0-1 1 0 0,0 1 0 0 0,-1 0 0 0 0,1 0-1 0 0,-1 0 1 0 0,1 0 0 0 0,-1 0-1 0 0,1-1 1 0 0,-1 1 0 0 0,0 0-1 0 0,1 0 1 0 0,-2-1 0 0 0,-1-1 334 0 0,0 0 0 0 0,-1 1 0 0 0,1 0 0 0 0,0-1 0 0 0,-1 1 0 0 0,1 0 0 0 0,-6-2 0 0 0,3 2 1303 0 0,-1-1 0 0 0,1 1 0 0 0,-1 0 0 0 0,0 1 0 0 0,1-1 0 0 0,-12 1 6788 0 0,39 10-8054 0 0,-2-4-258 0 0,-1-1 1 0 0,1-1-1 0 0,0-1 0 0 0,23 0 0 0 0,1 0-11 0 0,-18 0-4 0 0,-13-2 0 0 0,-1 1 0 0 0,0 0 0 0 0,1 1 0 0 0,-1 0 0 0 0,17 6 0 0 0,-16-2 0 0 0,-11-2 0 0 0,-1-2 0 0 0,1 6 17 0 0,-1-5 5 0 0,-1 0 0 0 0,0 0-1 0 0,1 0 1 0 0,-2 0 0 0 0,1-1 0 0 0,0 1-1 0 0,0 0 1 0 0,-1-1 0 0 0,1 1-1 0 0,-1-1 1 0 0,0 0 0 0 0,0 1 0 0 0,-4 3-1 0 0,-4 3 90 0 0,-20 14 0 0 0,17-13-45 0 0,-7 4-68 0 0,0 0 1 0 0,0-2-1 0 0,-1 0 0 0 0,-34 13 0 0 0,45-21-17 0 0,4-2-420 0 0,1 1 0 0 0,-1-1 0 0 0,0 1-1 0 0,-9 6 1 0 0,5 1-754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0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83 11519 0 0,'0'0'528'0'0,"0"-2"-16"0"0,-2-4-344 0 0,1 0 0 0 0,0 0 0 0 0,0 0 0 0 0,1 0 0 0 0,0-11 1 0 0,2 1 3051 0 0,3-1 5742 0 0,-4 17-8799 0 0,0 0 0 0 0,-1 0-1 0 0,1 0 1 0 0,0-1 0 0 0,0 1 0 0 0,-1 0 0 0 0,1 0 0 0 0,0 0 0 0 0,0 0-1 0 0,0 0 1 0 0,-1 0 0 0 0,2 1 0 0 0,2 2-45 0 0,0 1 0 0 0,-1-1-1 0 0,1 1 1 0 0,-1 0 0 0 0,0 0-1 0 0,0 0 1 0 0,0 0 0 0 0,-1 0 0 0 0,1 1-1 0 0,-1-1 1 0 0,0 1 0 0 0,-1 0 0 0 0,1-1-1 0 0,-1 1 1 0 0,0 0 0 0 0,1 8 0 0 0,1 10 82 0 0,-2 0 0 0 0,-1 29 1 0 0,0-49-169 0 0,-25 323 833 0 0,18-258-801 0 0,4-24-201 0 0,-3 23-366 0 0,3-61 160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14 440 20903 0 0,'-2'5'733'0'0,"0"0"-440"0"0,0 1 1 0 0,0-1-1 0 0,0 0 1 0 0,1 1 0 0 0,-1 6-1 0 0,2-10-196 0 0,0 0 1 0 0,0 0-1 0 0,0 0 0 0 0,0 0 1 0 0,0 0-1 0 0,1-1 0 0 0,-1 1 1 0 0,1 0-1 0 0,-1 0 0 0 0,1 0 0 0 0,0-1 1 0 0,0 1-1 0 0,0 0 0 0 0,0-1 1 0 0,0 1-1 0 0,0 0 0 0 0,0-1 0 0 0,1 0 1 0 0,1 3-1 0 0,2 0 113 0 0,0 0 1 0 0,1-1-1 0 0,-1 0 0 0 0,0 0 0 0 0,1 0 0 0 0,0-1 1 0 0,-1 0-1 0 0,1 0 0 0 0,0 0 0 0 0,0-1 0 0 0,0 1 1 0 0,0-2-1 0 0,1 1 0 0 0,-1-1 0 0 0,0 0 0 0 0,0 0 1 0 0,0 0-1 0 0,11-3 0 0 0,1 0-69 0 0,-1-2 0 0 0,0 0 0 0 0,0 0 0 0 0,0-2 0 0 0,20-10 0 0 0,45-30 79 0 0,94-71 0 0 0,-176 117-220 0 0,10-6 0 0 0,0 0 0 0 0,1 0 0 0 0,0 0 0 0 0,0 2 0 0 0,0-1 0 0 0,0 1 0 0 0,15-3 0 0 0,-15 8 0 0 0,-10 1 3 0 0,0 0-1 0 0,1 0 1 0 0,-1 0 0 0 0,0 0-1 0 0,0 0 1 0 0,0 0 0 0 0,0 0-1 0 0,0 0 1 0 0,0 0 0 0 0,0 1-1 0 0,-1-1 1 0 0,1 0 0 0 0,0 1-1 0 0,-1-1 1 0 0,1 0 0 0 0,-1 1-1 0 0,1-1 1 0 0,-1 1 0 0 0,0-1-1 0 0,1 4 1 0 0,0 33 96 0 0,-1-30-78 0 0,-5 85 205 0 0,2-66-110 0 0,2 1-1 0 0,0-1 1 0 0,7 54-1 0 0,-3-70-115 0 0,1-1 0 0 0,3-5-11 0 0,-4-5 2 0 0,-1 1 0 0 0,0-1 0 0 0,1 0 0 0 0,-1 0-1 0 0,1 0 1 0 0,-1 0 0 0 0,0-1 0 0 0,1 1 0 0 0,-1 0-1 0 0,1-1 1 0 0,-1 0 0 0 0,0 1 0 0 0,0-1 0 0 0,1 0 0 0 0,-1 0-1 0 0,0-1 1 0 0,0 1 0 0 0,0 0 0 0 0,0-1 0 0 0,0 1-1 0 0,0-1 1 0 0,-1 1 0 0 0,3-3 0 0 0,5-6-52 0 0,0 0-1 0 0,13-19 1 0 0,-22 29 59 0 0,18-29-87 0 0,-1-1 1 0 0,-2 0 0 0 0,15-43-1 0 0,12-24 44 0 0,-42 98 45 0 0,0-1 0 0 0,0 0 0 0 0,0 0 1 0 0,0 0-1 0 0,0 1 0 0 0,0-1 0 0 0,0 0 0 0 0,1 0 0 0 0,-1 0 1 0 0,0 1-1 0 0,0-1 0 0 0,0 0 0 0 0,0 0 0 0 0,0 0 0 0 0,1 1 0 0 0,-1-1 1 0 0,0 0-1 0 0,0 0 0 0 0,0 0 0 0 0,0 0 0 0 0,1 0 0 0 0,-1 0 0 0 0,0 0 1 0 0,0 1-1 0 0,0-1 0 0 0,1 0 0 0 0,-1 0 0 0 0,0 0 0 0 0,0 0 0 0 0,1 0 1 0 0,-1 0-1 0 0,0 0 0 0 0,0 0 0 0 0,0 0 0 0 0,1 0 0 0 0,-1 0 1 0 0,0 0-1 0 0,0 0 0 0 0,1 0 0 0 0,-1 0 0 0 0,0 0 0 0 0,0-1 0 0 0,0 1 1 0 0,1 0-1 0 0,-1 0 0 0 0,0 0 0 0 0,0 0 0 0 0,0 0 0 0 0,1 0 0 0 0,-1-1 1 0 0,0 1-1 0 0,0 0 0 0 0,0 0 0 0 0,0 0 0 0 0,0 0 0 0 0,1-1 0 0 0,-1 1 1 0 0,0 0-1 0 0,0 0 2 0 0,5 17 48 0 0,6 31 0 0 0,-7-30-10 0 0,8 28 1 0 0,-7-32-425 0 0,11 21 0 0 0,-14-32 286 0 0,0 0 0 0 0,0 1 0 0 0,0-1 0 0 0,0 0 0 0 0,1-1 0 0 0,-1 1 0 0 0,1 0 0 0 0,0-1 0 0 0,-1 1 0 0 0,1-1 0 0 0,6 3 0 0 0,-8-4-754 0 0,12-2-3499 0 0,-10 1 3940 0 0,-1-2 0 0 0,1 1 0 0 0,-1 0 0 0 0,1-1 0 0 0,-1 1 0 0 0,1-1 0 0 0,-1 1 0 0 0,0-1 0 0 0,0 0 0 0 0,0 0-1 0 0,0 0 1 0 0,0 0 0 0 0,0-1 0 0 0,-1 1 0 0 0,1 0 0 0 0,-1-1 0 0 0,0 1 0 0 0,3-6 0 0 0,-1-3-678 0 0,0 0 1 0 0,-1 0-1 0 0,3-17 1 0 0,-2 5 230 0 0,5-51 5938 0 0,-8 107-497 0 0,-1 5-534 0 0,7 57 0 0 0,-5-85-3855 0 0,1 1 1 0 0,0-1 0 0 0,1 0 0 0 0,0 0 0 0 0,0 0 0 0 0,1 0 0 0 0,1 0 0 0 0,-1-1 0 0 0,2 0 0 0 0,7 11 0 0 0,-11-18-142 0 0,0-1-52 0 0,-1-1 0 0 0,0 1-1 0 0,1-1 1 0 0,-1 0-1 0 0,1 1 1 0 0,-1-1 0 0 0,1 0-1 0 0,-1 0 1 0 0,1 0 0 0 0,-1 0-1 0 0,1 0 1 0 0,-1 0-1 0 0,1-1 1 0 0,-1 1 0 0 0,1 0-1 0 0,-1-1 1 0 0,0 1 0 0 0,1-1-1 0 0,-1 0 1 0 0,0 1-1 0 0,1-1 1 0 0,0-1 0 0 0,1 0-7 0 0,1-1 0 0 0,-1 0 0 0 0,-1 0 0 0 0,1 0 1 0 0,3-5-1 0 0,-2 3-23 0 0,3-4 18 0 0,-1-1-1 0 0,0 1 1 0 0,-1-1-1 0 0,0 0 1 0 0,4-11 0 0 0,13-54-110 0 0,-7 24 30 0 0,-6 21 36 0 0,85-256-374 0 0,-91 278 437 0 0,13-33-39 0 0,-14 37 28 0 0,-1 1-1 0 0,2-1 1 0 0,-1 1-1 0 0,0-1 1 0 0,1 1-1 0 0,-1 0 1 0 0,7-6-1 0 0,-8 8 278 0 0,0 2-73 0 0,3 4-97 0 0,1 1-1 0 0,-1-1 1 0 0,-1 0 0 0 0,1 1-1 0 0,-1 0 1 0 0,3 7 0 0 0,14 41 152 0 0,-13-36-193 0 0,90 336 188 0 0,-79-261-187 0 0,-18-93-65 0 0,0 0 1 0 0,0 0-1 0 0,0 0 1 0 0,0 0-1 0 0,0 0 0 0 0,0 0 1 0 0,0 0-1 0 0,0 0 0 0 0,-1 0 1 0 0,1 0-1 0 0,0 0 1 0 0,0 0-1 0 0,0 0 0 0 0,0 0 1 0 0,0 0-1 0 0,0 0 1 0 0,0 0-1 0 0,0 0 0 0 0,0 0 1 0 0,0 0-1 0 0,0 0 0 0 0,0 0 1 0 0,0 0-1 0 0,0 0 1 0 0,0 0-1 0 0,0 0 0 0 0,-3-8-37 0 0,-3-12-38 0 0,4 5 48 0 0,1-1 0 0 0,1 1 0 0 0,0-1 0 0 0,0 1 0 0 0,2-1 0 0 0,0 1 0 0 0,1 0 0 0 0,0-1 0 0 0,1 2-1 0 0,1-1 1 0 0,0 0 0 0 0,1 1 0 0 0,1 0 0 0 0,9-15 0 0 0,-13 25 32 0 0,0 0-1 0 0,0 0 0 0 0,0 1 1 0 0,0-1-1 0 0,0 1 1 0 0,1 0-1 0 0,0 0 1 0 0,-1 0-1 0 0,1 0 1 0 0,0 1-1 0 0,0-1 1 0 0,1 1-1 0 0,-1 0 1 0 0,0 0-1 0 0,1 1 1 0 0,-1 0-1 0 0,1-1 1 0 0,0 1-1 0 0,-1 1 1 0 0,1-1-1 0 0,0 1 1 0 0,0 0-1 0 0,-1 0 1 0 0,1 0-1 0 0,0 0 1 0 0,-1 1-1 0 0,1 0 1 0 0,0 0-1 0 0,-1 0 1 0 0,1 1-1 0 0,-1-1 1 0 0,1 1-1 0 0,-1 0 1 0 0,0 1-1 0 0,0-1 1 0 0,0 1-1 0 0,0-1 1 0 0,4 5-1 0 0,-4-3 1 0 0,0 1 0 0 0,1 0 0 0 0,-2 0-1 0 0,1 0 1 0 0,-1 1 0 0 0,1-1 0 0 0,-1 1 0 0 0,-1 0 0 0 0,1 0 0 0 0,-1 0 0 0 0,0 0-1 0 0,-1 0 1 0 0,1 0 0 0 0,-1 0 0 0 0,0 1 0 0 0,-1-1 0 0 0,0 8 0 0 0,0-2-5 0 0,0 0 0 0 0,-1 0 1 0 0,-1 0-1 0 0,0 0 0 0 0,-1 0 1 0 0,0 0-1 0 0,-1-1 1 0 0,-6 15-1 0 0,2-13-53 0 0,0 1 1 0 0,-1-2-1 0 0,0 1 0 0 0,-1-1 0 0 0,0-1 1 0 0,-17 16-1 0 0,19-21-182 0 0,1-1-1 0 0,0 1 1 0 0,-1-1-1 0 0,-12 5 1 0 0,-3-3-6779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5063 0 0,'2'-1'221'0'0,"0"-1"0"0"0,0 1 1 0 0,0-1-1 0 0,0 1 0 0 0,0 0 0 0 0,0 0 0 0 0,1 0 0 0 0,-1 0 0 0 0,4-1 0 0 0,-5 1 175 0 0,0 1 0 0 0,1 0 0 0 0,-1 0 0 0 0,0 0 0 0 0,0 0 0 0 0,0 0 0 0 0,0 0 0 0 0,1 0 0 0 0,-1 1 0 0 0,0-1 0 0 0,0 0 0 0 0,0 1 1 0 0,0-1-1 0 0,0 1 0 0 0,0-1 0 0 0,1 1 0 0 0,-1-1 0 0 0,-1 1 0 0 0,1 0 0 0 0,0-1 0 0 0,0 1 0 0 0,0 0 0 0 0,1 1 0 0 0,0 1 313 0 0,1 0-1 0 0,-1 1 0 0 0,0-1 0 0 0,0 1 1 0 0,-1-1-1 0 0,1 1 0 0 0,-1 0 1 0 0,0-1-1 0 0,0 1 0 0 0,1 4 0 0 0,3 45 2534 0 0,-3-26-2268 0 0,0-13-746 0 0,1 13-125 0 0,1 0 0 0 0,13 47 0 0 0,-17-72-728 0 0,5 0-2401 0 0,-3-1 2250 0 0,0-1 0 0 0,1 1 0 0 0,-1 0-1 0 0,5 0 1 0 0,4-3-4854 0 0,-2-2-1364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5983 0 0,'0'-1'464'0'0,"0"1"-382"0"0,0-1 1 0 0,0 1-1 0 0,0-1 0 0 0,0 1 0 0 0,0-1 0 0 0,0 1 0 0 0,9-10 8646 0 0,0 9-3953 0 0,-6 1-4420 0 0,0 1 1 0 0,0 0-1 0 0,0 0 1 0 0,0 0-1 0 0,0 1 1 0 0,0-1-1 0 0,-1 1 1 0 0,1-1-1 0 0,0 1 1 0 0,-1 0-1 0 0,1 0 1 0 0,-1 0-1 0 0,0 0 1 0 0,0 1-1 0 0,0-1 1 0 0,0 1-1 0 0,0-1 1 0 0,0 1-1 0 0,-1 0 1 0 0,1-1 0 0 0,-1 1-1 0 0,2 4 1 0 0,2 9 193 0 0,0 0 0 0 0,-1 0 0 0 0,3 20 0 0 0,-2-11-8 0 0,9 43 19 0 0,40 113 0 0 0,-54-181-560 0 0,0 1 0 0 0,0-1 0 0 0,0 0 0 0 0,0 1 0 0 0,0-1 0 0 0,0 0 0 0 0,0 1 0 0 0,0-1 0 0 0,1 0 0 0 0,-1 1 0 0 0,0-1 0 0 0,0 0 0 0 0,0 0 0 0 0,1 1 0 0 0,-1-1 0 0 0,0 0 0 0 0,0 0 0 0 0,1 1 0 0 0,-1-1 0 0 0,0 0 0 0 0,1 0 0 0 0,-1 0 0 0 0,0 1 0 0 0,0-1 0 0 0,1 0 0 0 0,-1 0 0 0 0,0 0 0 0 0,1 0 0 0 0,-1 0 0 0 0,1 0 0 0 0,-1 0 0 0 0,0 0 0 0 0,1 0 0 0 0,-1 0 0 0 0,0 0 0 0 0,1 0 0 0 0,-1 0 0 0 0,0 0 0 0 0,1 0 0 0 0,-1 0 0 0 0,0 0 0 0 0,1 0 0 0 0,8-8 0 0 0,-8 7 0 0 0,4-5-21 0 0,-1 0 0 0 0,0 0 0 0 0,0-1 1 0 0,0 1-1 0 0,-1-1 0 0 0,0 0 0 0 0,0 0 0 0 0,3-13 0 0 0,8-19-46 0 0,15-24-190 0 0,27-55-210 0 0,-55 114 456 0 0,11-10-71 0 0,-6 25 13 0 0,-4 0 120 0 0,0 1 1 0 0,0-1 0 0 0,-1 0-1 0 0,0 15 1 0 0,-1-13-20 0 0,1 0 0 0 0,0 0 0 0 0,4 14 0 0 0,-2-13-20 0 0,1-1-1 0 0,1 0 1 0 0,0 0-1 0 0,1-1 1 0 0,0 1 0 0 0,8 11-1 0 0,-11-20-11 0 0,0 1-1 0 0,0-2 1 0 0,0 1 0 0 0,1 0 0 0 0,0-1-1 0 0,-1 1 1 0 0,1-1 0 0 0,0 0-1 0 0,0 0 1 0 0,1-1 0 0 0,-1 1-1 0 0,1-1 1 0 0,-1 0 0 0 0,1 0 0 0 0,0 0-1 0 0,0-1 1 0 0,-1 0 0 0 0,1 0-1 0 0,9 1 1 0 0,-5-2-25 0 0,-1 0 0 0 0,1-1-1 0 0,-1 0 1 0 0,0-1 0 0 0,1 1 0 0 0,-1-1-1 0 0,0-1 1 0 0,0 0 0 0 0,0 0 0 0 0,0-1 0 0 0,-1 1-1 0 0,1-2 1 0 0,-1 1 0 0 0,0-1 0 0 0,0 0-1 0 0,-1 0 1 0 0,0-1 0 0 0,7-8 0 0 0,5-6 6 0 0,-2-1 0 0 0,0-1 0 0 0,-2 0 1 0 0,18-36-1 0 0,-19 27 88 0 0,-13 30-66 0 0,0 1-1 0 0,0-1 0 0 0,1 0 1 0 0,-1 1-1 0 0,0-1 1 0 0,0 0-1 0 0,0 1 1 0 0,0-1-1 0 0,0 0 1 0 0,0 1-1 0 0,0-1 1 0 0,0 0-1 0 0,0 0 1 0 0,0 1-1 0 0,0-1 1 0 0,0 0-1 0 0,-1 1 1 0 0,1-1-1 0 0,0 0 1 0 0,-1 0-1 0 0,-3 0 26 0 0,2 0-26 0 0,0 1 1 0 0,1 0-1 0 0,-1 0 1 0 0,0-1-1 0 0,0 1 0 0 0,0 0 1 0 0,0 0-1 0 0,1 1 0 0 0,-1-1 1 0 0,0 0-1 0 0,0 1 0 0 0,0-1 1 0 0,1 1-1 0 0,-1-1 1 0 0,0 1-1 0 0,1 0 0 0 0,-1 0 1 0 0,0 0-1 0 0,1 0 0 0 0,-1 0 1 0 0,1 0-1 0 0,-1 0 1 0 0,1 0-1 0 0,0 1 0 0 0,0-1 1 0 0,-2 3-1 0 0,-3 2 11 0 0,0 1 0 0 0,1 1-1 0 0,0-1 1 0 0,-4 9 0 0 0,2-2-27 0 0,1-1-1 0 0,1 2 1 0 0,0-1 0 0 0,1 0-1 0 0,0 1 1 0 0,-2 22 0 0 0,6-29-4 0 0,-1-1-1 0 0,1 1 1 0 0,1 0 0 0 0,-1 0 0 0 0,1-1 0 0 0,3 11 0 0 0,-3-14 3 0 0,1 1 0 0 0,-1-1 0 0 0,1 0 0 0 0,0 0 0 0 0,1 0 0 0 0,-1 0 0 0 0,0 0 0 0 0,1 0 0 0 0,0-1 0 0 0,0 1 0 0 0,5 4 0 0 0,-4-5-134 0 0,0-1-1 0 0,0 1 0 0 0,0-1 0 0 0,1 1 0 0 0,-1-1 1 0 0,1 0-1 0 0,-1-1 0 0 0,1 1 0 0 0,0-1 0 0 0,5 1 0 0 0,-1-1-839 0 0,0 0 0 0 0,0 0 0 0 0,-1-1 0 0 0,18-2 0 0 0,-2-2-8043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17047 0 0,'-17'3'752'0'0,"10"-1"160"0"0,-7 3 7536 0 0</inkml:trace>
  <inkml:trace contextRef="#ctx0" brushRef="#br0" timeOffset="1">179 273 25367 0 0,'-12'10'1160'0'0,"9"-8"-21"0"0,-3 15-586 0 0,5-13 55 0 0,0 0-1 0 0,0 0 1 0 0,0 0-1 0 0,0 0 1 0 0,1 0-1 0 0,-1 8 1 0 0,6 3-1482 0 0,7-2-7793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4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383 380 9671 0 0,'0'0'748'0'0,"-1"-2"-492"0"0,-3-21 1678 0 0,-10-36 9606 0 0,2 26-10189 0 0,10 30-1194 0 0,0-1-1 0 0,0 1 1 0 0,-1-1-1 0 0,1 1 1 0 0,-1 0-1 0 0,1 0 0 0 0,-1 0 1 0 0,0 0-1 0 0,0 1 1 0 0,0-1-1 0 0,0 1 1 0 0,-1 0-1 0 0,-3-2 0 0 0,5 2-95 0 0,-1 1-1 0 0,1 0 0 0 0,-1 0 0 0 0,1 1 0 0 0,-1-1 0 0 0,0 0 0 0 0,1 1 0 0 0,-1 0 0 0 0,0-1 0 0 0,0 1 0 0 0,1 0 0 0 0,-1 1 0 0 0,0-1 0 0 0,0 0 0 0 0,1 1 0 0 0,-1-1 0 0 0,0 1 0 0 0,1 0 0 0 0,-1 0 0 0 0,-2 1 0 0 0,-4 4 54 0 0,0 0-1 0 0,0 0 1 0 0,0 1 0 0 0,1 0-1 0 0,-9 9 1 0 0,-35 45 419 0 0,39-46-415 0 0,-3 5 13 0 0,0 0-1 0 0,1 2 0 0 0,1 0 0 0 0,1 0 0 0 0,1 1 0 0 0,1 1 1 0 0,-10 33-1 0 0,19-50-106 0 0,0 1 1 0 0,1 0 0 0 0,0-1-1 0 0,0 1 1 0 0,1 0-1 0 0,0 0 1 0 0,0-1 0 0 0,1 1-1 0 0,1 9 1 0 0,-1-14-34 0 0,0-1-1 0 0,0 1 1 0 0,0 0 0 0 0,0 0 0 0 0,0 0 0 0 0,0-1 0 0 0,1 1-1 0 0,-1 0 1 0 0,1-1 0 0 0,0 0 0 0 0,0 1 0 0 0,0-1 0 0 0,0 0-1 0 0,0 0 1 0 0,0 0 0 0 0,0 0 0 0 0,1 0 0 0 0,-1 0 0 0 0,1-1 0 0 0,0 1-1 0 0,-1-1 1 0 0,1 0 0 0 0,0 0 0 0 0,0 0 0 0 0,0 0 0 0 0,2 0-1 0 0,4 1-57 0 0,0-1-1 0 0,0 0 0 0 0,0-1 1 0 0,0 0-1 0 0,0-1 1 0 0,0 1-1 0 0,0-2 0 0 0,0 1 1 0 0,0-1-1 0 0,-1-1 0 0 0,17-5 1 0 0,-15 2-145 0 0,1 0 0 0 0,0 0-1 0 0,-1-1 1 0 0,0 0 0 0 0,-1 0 0 0 0,0-1 0 0 0,16-18 0 0 0,-9 6-93 0 0,-1-1 0 0 0,-1 0-1 0 0,-1-1 1 0 0,-1-1 0 0 0,-1 0 0 0 0,-1 0 0 0 0,13-43 0 0 0,-20 50 634 0 0,0 1 0 0 0,-1-1-1 0 0,0 0 1 0 0,-2-25 0 0 0,0 34-285 0 0,1 27 133 0 0,0-1-1 0 0,2 0 1 0 0,0 0-1 0 0,1 0 1 0 0,1 0-1 0 0,11 29 1 0 0,-10-34-167 0 0,0 0 1 0 0,1-1 0 0 0,1 0 0 0 0,0 0 0 0 0,1 0 0 0 0,0-1 0 0 0,0-1-1 0 0,2 1 1 0 0,11 10 0 0 0,-11-14-36 0 0,0 0 0 0 0,1 0-1 0 0,-1-1 1 0 0,1-1 0 0 0,1 0 0 0 0,-1 0 0 0 0,1-2-1 0 0,0 1 1 0 0,0-2 0 0 0,1 1 0 0 0,-1-2 0 0 0,0 0-1 0 0,1 0 1 0 0,0-2 0 0 0,-1 1 0 0 0,1-2 0 0 0,0 0-1 0 0,-1 0 1 0 0,24-7 0 0 0,-22 4-20 0 0,-1 0 0 0 0,0-2 0 0 0,0 0 1 0 0,0 0-1 0 0,-1-1 0 0 0,0-1 0 0 0,-1 0 0 0 0,17-14 0 0 0,-20 14 18 0 0,-1 0 1 0 0,-1 0-1 0 0,1-1 0 0 0,-2 0 0 0 0,1 0 0 0 0,-1 0 1 0 0,0-1-1 0 0,-1 0 0 0 0,0 0 0 0 0,-1 0 1 0 0,0-1-1 0 0,2-11 0 0 0,-4 14 41 0 0,0 0 0 0 0,0 0 0 0 0,-1 0 0 0 0,-1-1 0 0 0,1 1 0 0 0,-1-1 0 0 0,-1 1 0 0 0,-1-9 0 0 0,2 14-7 0 0,-1 1 0 0 0,0-1 0 0 0,1 1-1 0 0,-1 0 1 0 0,0-1 0 0 0,0 1-1 0 0,0 0 1 0 0,-1 0 0 0 0,1 0 0 0 0,0 0-1 0 0,-1 0 1 0 0,0 0 0 0 0,1 0-1 0 0,-1 0 1 0 0,0 0 0 0 0,0 1 0 0 0,0-1-1 0 0,0 1 1 0 0,0-1 0 0 0,0 1 0 0 0,-1 0-1 0 0,1 0 1 0 0,0 0 0 0 0,-1 0-1 0 0,1 0 1 0 0,0 1 0 0 0,-1-1 0 0 0,1 1-1 0 0,-1 0 1 0 0,-4-1 0 0 0,0 1 48 0 0,1 1 0 0 0,0-1 0 0 0,0 1 0 0 0,0 1 1 0 0,0-1-1 0 0,0 1 0 0 0,0 0 0 0 0,-11 5 0 0 0,3 0 28 0 0,1 1 0 0 0,-19 13 0 0 0,19-11-72 0 0,0 1 0 0 0,0 0 0 0 0,1 1-1 0 0,0 1 1 0 0,1 0 0 0 0,1 0 0 0 0,0 1 0 0 0,1 1 0 0 0,0-1 0 0 0,1 1-1 0 0,1 1 1 0 0,0 0 0 0 0,-4 17 0 0 0,10-30-20 0 0,0 0 0 0 0,1 0 0 0 0,-1-1-1 0 0,1 1 1 0 0,0 0 0 0 0,0 0 0 0 0,0 0 0 0 0,0 0 0 0 0,1 0-1 0 0,-1 0 1 0 0,1 0 0 0 0,-1 0 0 0 0,1-1 0 0 0,0 1 0 0 0,0 0 0 0 0,1-1-1 0 0,-1 1 1 0 0,0 0 0 0 0,1-1 0 0 0,2 3 0 0 0,-2-3-21 0 0,-1 0 0 0 0,1 0 1 0 0,0 0-1 0 0,1-1 0 0 0,-1 1 0 0 0,0-1 1 0 0,0 0-1 0 0,1 0 0 0 0,-1 1 1 0 0,0-1-1 0 0,1-1 0 0 0,-1 1 0 0 0,1 0 1 0 0,0-1-1 0 0,-1 1 0 0 0,1-1 0 0 0,-1 0 1 0 0,1 0-1 0 0,0 0 0 0 0,-1 0 1 0 0,1 0-1 0 0,4-1 0 0 0,8-3-169 0 0,1-1-1 0 0,-1-1 1 0 0,-1 0-1 0 0,1-1 1 0 0,-1 0 0 0 0,23-17-1 0 0,-22 13 154 0 0,-1-1 0 0 0,-1-1 0 0 0,1 0 0 0 0,-2-1 0 0 0,0 0 0 0 0,-1-1 0 0 0,0-1 0 0 0,-2 1 0 0 0,1-2 0 0 0,11-28 0 0 0,-2-6-87 0 0,-2 0 1 0 0,15-74-1 0 0,-26 100 199 0 0,-2 0-1 0 0,-1 0 1 0 0,0 0-1 0 0,-2-28 1 0 0,-1 52-39 0 0,0 0 0 0 0,0 1 0 0 0,0-1-1 0 0,0 0 1 0 0,0 1 0 0 0,0-1 0 0 0,0 1 0 0 0,0-1 0 0 0,0 0-1 0 0,0 1 1 0 0,-1-1 0 0 0,1 1 0 0 0,0-1 0 0 0,0 0 0 0 0,-1 1-1 0 0,1-1 1 0 0,0 1 0 0 0,-1-1 0 0 0,1 1 0 0 0,0-1-1 0 0,-1 1 1 0 0,1-1 0 0 0,-1 1 0 0 0,1-1 0 0 0,-1 1 0 0 0,1 0-1 0 0,-1-1 1 0 0,1 1 0 0 0,-1 0 0 0 0,1-1 0 0 0,-1 1 0 0 0,0 0-1 0 0,0 0 12 0 0,0 0 0 0 0,0 0-1 0 0,0 1 1 0 0,0-1 0 0 0,1 0-1 0 0,-1 1 1 0 0,0-1-1 0 0,0 1 1 0 0,1-1 0 0 0,-1 1-1 0 0,0-1 1 0 0,0 1 0 0 0,1 0-1 0 0,-1-1 1 0 0,1 1-1 0 0,-1 0 1 0 0,1-1 0 0 0,-1 1-1 0 0,1 0 1 0 0,-1 0 0 0 0,1-1-1 0 0,-1 2 1 0 0,-8 18 42 0 0,2 0 1 0 0,0 0-1 0 0,1 0 0 0 0,1 1 1 0 0,1 0-1 0 0,1 0 1 0 0,0 0-1 0 0,2 0 1 0 0,0 0-1 0 0,2 1 0 0 0,0-1 1 0 0,1 0-1 0 0,2 0 1 0 0,0 0-1 0 0,1 0 1 0 0,1-1-1 0 0,1 0 0 0 0,0 0 1 0 0,2-1-1 0 0,0 0 1 0 0,16 24-1 0 0,-18-34-163 0 0,-1 0-1 0 0,2-1 1 0 0,-1 1-1 0 0,1-1 1 0 0,0-1-1 0 0,1 1 1 0 0,17 10-1 0 0,-22-16 56 0 0,-1 0 1 0 0,0 0-1 0 0,1 0 0 0 0,-1-1 1 0 0,1 0-1 0 0,-1 1 0 0 0,1-2 0 0 0,0 1 1 0 0,0 0-1 0 0,-1-1 0 0 0,1 1 1 0 0,0-1-1 0 0,0 0 0 0 0,0 0 1 0 0,-1 0-1 0 0,1-1 0 0 0,0 0 0 0 0,0 1 1 0 0,-1-1-1 0 0,1-1 0 0 0,-1 1 1 0 0,1 0-1 0 0,-1-1 0 0 0,1 0 0 0 0,-1 0 1 0 0,5-3-1 0 0,-5 2-10 0 0,0 1-1 0 0,-1-1 1 0 0,1 0 0 0 0,-1 0-1 0 0,0 0 1 0 0,0 0 0 0 0,0-1-1 0 0,0 1 1 0 0,2-7-1 0 0,10-35-186 0 0,-10 30 146 0 0,23-120-408 0 0,-22 105 441 0 0,-5 28 367 0 0,-1 3-37 0 0,-1 5-134 0 0,-1 0-1 0 0,1 0 1 0 0,0-1-1 0 0,1 1 1 0 0,-1 1-1 0 0,1-1 1 0 0,0 0-1 0 0,0 12 1 0 0,1 2 65 0 0,4 29 0 0 0,-2-33-151 0 0,1 1 0 0 0,9 30 0 0 0,-10-40-282 0 0,1-1-1 0 0,-1 1 1 0 0,2 0-1 0 0,-1-1 1 0 0,1 0 0 0 0,0 0-1 0 0,0 0 1 0 0,0 0-1 0 0,7 6 1 0 0,-10-11-25 0 0,1 0 0 0 0,-1-1 1 0 0,0 1-1 0 0,1 0 0 0 0,-1 0 0 0 0,1-1 0 0 0,-1 1 0 0 0,1-1 1 0 0,0 1-1 0 0,-1-1 0 0 0,1 0 0 0 0,-1 0 0 0 0,1 1 1 0 0,0-1-1 0 0,-1 0 0 0 0,1-1 0 0 0,0 1 0 0 0,-1 0 0 0 0,1 0 1 0 0,-1-1-1 0 0,1 1 0 0 0,-1-1 0 0 0,1 1 0 0 0,1-2 1 0 0,9-2-7800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12895 0 0,'0'0'1376'0'0,"-8"4"2776"0"0,1 2-1840 0 0,4 2 16 0 0,0 0-2008 0 0,3 4-392 0 0,2 2-88 0 0,1 1-8 0 0,2-2-792 0 0,3 3-160 0 0,3 2-32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388 422 7831 0 0,'-5'-7'706'0'0,"2"3"-338"0"0,0 1 0 0 0,0-1 0 0 0,0 0 0 0 0,0 1 0 0 0,-1 0 0 0 0,1 0 0 0 0,-6-4 0 0 0,5 5 456 0 0,0 0 1 0 0,-1-1-1 0 0,1 1 0 0 0,-1 1 0 0 0,1-1 0 0 0,-1 1 0 0 0,0-1 1 0 0,0 1-1 0 0,1 1 0 0 0,-8-1 0 0 0,4 1 221 0 0,1 0-1 0 0,-1 0 1 0 0,0 1-1 0 0,1 1 1 0 0,-1-1 0 0 0,-8 4-1 0 0,6-2-1101 0 0,1 1 0 0 0,-12 6-1 0 0,-4 5 616 0 0,-1 0 0 0 0,2 1 0 0 0,-26 23 0 0 0,42-32-455 0 0,1 1 0 0 0,0-1 0 0 0,0 1-1 0 0,1 1 1 0 0,-7 11 0 0 0,10-14-64 0 0,0-1-1 0 0,1 1 1 0 0,-1 0 0 0 0,1 0-1 0 0,1 0 1 0 0,-1 0-1 0 0,1 1 1 0 0,0-1-1 0 0,0 11 1 0 0,1-16-57 0 0,0 1 0 0 0,0-1 1 0 0,0 0-1 0 0,0 0 0 0 0,1 0 1 0 0,-1 0-1 0 0,0 1 0 0 0,1-1 1 0 0,-1 0-1 0 0,0 0 0 0 0,1 0 0 0 0,0 0 1 0 0,-1 0-1 0 0,1 0 0 0 0,0 0 1 0 0,-1 0-1 0 0,1 0 0 0 0,0 0 1 0 0,1 1-1 0 0,0-1-23 0 0,0 0 0 0 0,0 0-1 0 0,0 0 1 0 0,0 0 0 0 0,0 0-1 0 0,0 0 1 0 0,0-1 0 0 0,1 1 0 0 0,3 0-1 0 0,0 0-84 0 0,1-1-1 0 0,-1 0 0 0 0,1 0 1 0 0,0 0-1 0 0,-1-1 0 0 0,9-2 0 0 0,-2-1-100 0 0,0 0-1 0 0,0-1 0 0 0,-1-1 0 0 0,1 0 0 0 0,-1 0 1 0 0,11-9-1 0 0,0-2-269 0 0,39-36 0 0 0,-48 37 429 0 0,0 0-1 0 0,-1-1 0 0 0,-1 0 0 0 0,-1-1 1 0 0,0 0-1 0 0,15-37 0 0 0,-26 54 71 0 0,5-14 280 0 0,-5 11-64 0 0,-7 7-33 0 0,4-1-93 0 0,0 1-1 0 0,1 0 1 0 0,-1 0 0 0 0,1 0 0 0 0,-1 0-1 0 0,1 0 1 0 0,0 1 0 0 0,0-1-1 0 0,1 1 1 0 0,-1-1 0 0 0,1 1 0 0 0,-2 6-1 0 0,0 0 55 0 0,1 1-1 0 0,0-1 1 0 0,-1 17-1 0 0,3-20-124 0 0,0 1 0 0 0,0-1-1 0 0,1 0 1 0 0,0 1-1 0 0,0-1 1 0 0,0 0 0 0 0,1 0-1 0 0,1 1 1 0 0,-1-2-1 0 0,6 12 1 0 0,-6-14-63 0 0,1 0 0 0 0,0 0-1 0 0,0 0 1 0 0,0-1 0 0 0,0 1 0 0 0,0-1 0 0 0,1 1-1 0 0,0-1 1 0 0,0 0 0 0 0,0-1 0 0 0,0 1-1 0 0,0-1 1 0 0,0 1 0 0 0,1-1 0 0 0,-1-1-1 0 0,1 1 1 0 0,5 1 0 0 0,-5-2-217 0 0,-1 0 0 0 0,1-1 0 0 0,0 1 0 0 0,0-1-1 0 0,-1 0 1 0 0,1-1 0 0 0,0 1 0 0 0,-1-1 0 0 0,1 0 0 0 0,0 0 0 0 0,-1 0 0 0 0,1-1 0 0 0,-1 1-1 0 0,0-1 1 0 0,1 0 0 0 0,-1 0 0 0 0,0-1 0 0 0,0 1 0 0 0,0-1 0 0 0,-1 0 0 0 0,7-6 0 0 0,-4 3-457 0 0,0-1 1 0 0,0 0 0 0 0,-1-1 0 0 0,0 1 0 0 0,0-1-1 0 0,0 0 1 0 0,-1 0 0 0 0,0 0 0 0 0,-1 0-1 0 0,4-14 1 0 0,9-59-1017 0 0,8-113-1 0 0,-12 81 3217 0 0,-9 91-714 0 0,1-13 220 0 0,-3 12 5441 0 0,-7 57-1782 0 0,10 84-1735 0 0,-1-75-2522 0 0,1-9-158 0 0,1 0 0 0 0,2-1 0 0 0,15 45 0 0 0,-11-45-91 0 0,-3 0 0 0 0,0 1-1 0 0,4 44 1 0 0,-12-56-47 0 0,-1-19-29 0 0,-1 3-42 0 0,2-6-24 0 0,0 0 0 0 0,-1 1 0 0 0,1-1 1 0 0,0 0-1 0 0,0 0 0 0 0,0 0 0 0 0,-1 0 0 0 0,1 0 0 0 0,0 0 1 0 0,0 0-1 0 0,-1 0 0 0 0,1 0 0 0 0,0 0 0 0 0,0 0 0 0 0,0 0 0 0 0,-1 0 1 0 0,1-1-1 0 0,0 1 0 0 0,0 0 0 0 0,-1 0 0 0 0,1 0 0 0 0,0 0 0 0 0,0 0 1 0 0,0 0-1 0 0,0 0 0 0 0,-1-1 0 0 0,1 1 0 0 0,0 0 0 0 0,0 0 0 0 0,0 0 1 0 0,0-1-1 0 0,-1 1 0 0 0,1 0 0 0 0,-6-6 20 0 0,4 3-28 0 0,1 0 1 0 0,-1 1-1 0 0,1-1 1 0 0,0 0-1 0 0,0 0 1 0 0,0 0-1 0 0,0 0 1 0 0,0 0-1 0 0,1-1 1 0 0,-1 1-1 0 0,1 0 0 0 0,0 0 1 0 0,0 0-1 0 0,0-1 1 0 0,0 1-1 0 0,2-5 1 0 0,0-1-21 0 0,0 0 1 0 0,0 0 0 0 0,1 0 0 0 0,6-11-1 0 0,-2 6 2 0 0,1 0 0 0 0,0 1 0 0 0,1 0 0 0 0,0 0 0 0 0,1 1 0 0 0,1 0 0 0 0,0 1 0 0 0,20-17 0 0 0,-23 23 23 0 0,-1-1 1 0 0,1 1 0 0 0,0 0 0 0 0,0 1 0 0 0,1 0-1 0 0,-1 0 1 0 0,1 1 0 0 0,-1 0 0 0 0,1 1-1 0 0,0 0 1 0 0,0 0 0 0 0,1 1 0 0 0,-1 0 0 0 0,0 0-1 0 0,18 2 1 0 0,-17 1 14 0 0,0-1 0 0 0,1 1 0 0 0,-1 1 0 0 0,0 0 0 0 0,0 1 0 0 0,18 8-1 0 0,-25-10-9 0 0,0 0-1 0 0,0 0 0 0 0,0 0 0 0 0,0 0 1 0 0,0 1-1 0 0,0-1 0 0 0,0 1 0 0 0,-1 0 1 0 0,0 0-1 0 0,1 0 0 0 0,-1 0 0 0 0,0 0 0 0 0,0 0 1 0 0,-1 0-1 0 0,1 1 0 0 0,-1-1 0 0 0,0 0 1 0 0,1 1-1 0 0,-2 0 0 0 0,1-1 0 0 0,0 1 1 0 0,-1 0-1 0 0,1 4 0 0 0,-2 1 5 0 0,0 0 1 0 0,0 1-1 0 0,-1-1 1 0 0,-1 0-1 0 0,1 0 1 0 0,-1 0-1 0 0,-1 0 0 0 0,1-1 1 0 0,-2 1-1 0 0,1-1 1 0 0,-1 0-1 0 0,0 0 1 0 0,-11 11-1 0 0,2-3 14 0 0,-1 0 0 0 0,-1-1-1 0 0,-1 0 1 0 0,-31 20 0 0 0,39-29-234 0 0,-1 0 0 0 0,0-1 0 0 0,-1-1-1 0 0,1 1 1 0 0,-1-2 0 0 0,0 0 0 0 0,0 0 0 0 0,0-1 0 0 0,0 0 0 0 0,0-1 0 0 0,0 0-1 0 0,-1 0 1 0 0,-19-3 0 0 0,30 2 43 0 0,0 0 0 0 0,0 0 1 0 0,0 0-1 0 0,0 0 0 0 0,0 0 0 0 0,-1 0 0 0 0,1-1 0 0 0,0 1 1 0 0,0 0-1 0 0,0-1 0 0 0,0 1 0 0 0,0 0 0 0 0,0-1 0 0 0,0 0 1 0 0,0 1-1 0 0,0-1 0 0 0,0 1 0 0 0,0-1 0 0 0,1 0 0 0 0,-1 0 1 0 0,0 1-1 0 0,0-1 0 0 0,1 0 0 0 0,-1 0 0 0 0,0 0 0 0 0,1 0 0 0 0,-1 0 1 0 0,0-2-1 0 0,0-8-1993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5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223 260 19087 0 0,'0'0'2248'0'0,"0"2"-1132"0"0,-2 3-506 0 0,1 0 1 0 0,-1-1-1 0 0,0 1 0 0 0,0 0 0 0 0,0-1 1 0 0,0 0-1 0 0,-6 7 0 0 0,-24 30 902 0 0,23-31-1111 0 0,-20 25-73 0 0,-46 59 996 0 0,66-81-1194 0 0,1 0 0 0 0,0 1 1 0 0,1 0-1 0 0,1 0 0 0 0,-8 25 0 0 0,12-34-199 0 0,1 0 1 0 0,0 0-1 0 0,1-1 1 0 0,-1 1-1 0 0,1 0 1 0 0,0 0-1 0 0,0 0 0 0 0,1 0 1 0 0,1 6-1 0 0,-2-10 47 0 0,0 0 0 0 0,1 0 0 0 0,-1 1 0 0 0,0-1 0 0 0,1 0 0 0 0,-1 0 0 0 0,1 0 0 0 0,0 0 0 0 0,-1 0-1 0 0,1 0 1 0 0,0 0 0 0 0,0 0 0 0 0,0 0 0 0 0,0 0 0 0 0,0 0 0 0 0,0 0 0 0 0,0 0 0 0 0,0-1 0 0 0,0 1 0 0 0,0 0-1 0 0,0-1 1 0 0,0 1 0 0 0,0-1 0 0 0,1 0 0 0 0,-1 1 0 0 0,0-1 0 0 0,0 0 0 0 0,1 1 0 0 0,-1-1 0 0 0,0 0 0 0 0,0 0-1 0 0,1 0 1 0 0,-1 0 0 0 0,0 0 0 0 0,0-1 0 0 0,1 1 0 0 0,-1 0 0 0 0,0 0 0 0 0,2-2 0 0 0,5 0-202 0 0,-1-1 0 0 0,1 0 1 0 0,-1-1-1 0 0,0 1 0 0 0,0-2 0 0 0,-1 1 1 0 0,1-1-1 0 0,10-9 0 0 0,4-7-339 0 0,18-24 0 0 0,-28 33 464 0 0,4-7 26 0 0,0-1 0 0 0,-1 0 0 0 0,0-1 0 0 0,-2-1 0 0 0,-1 0 0 0 0,0 0 0 0 0,-2-1 0 0 0,-1-1 0 0 0,8-34-1 0 0,-15 55 124 0 0,-1 2-21 0 0,1 0 1 0 0,-1-1-1 0 0,0 1 0 0 0,0 0 0 0 0,1 0 1 0 0,-1-1-1 0 0,0 1 0 0 0,0 0 0 0 0,-1 0 0 0 0,1-1 1 0 0,0 1-1 0 0,0 0 0 0 0,-1 0 0 0 0,1-1 1 0 0,0 1-1 0 0,-1-1 0 0 0,0 2-16 0 0,1 0 0 0 0,0 0 0 0 0,0-1 0 0 0,-1 1 0 0 0,1 0 1 0 0,0 0-1 0 0,0 0 0 0 0,0 0 0 0 0,-1 0 0 0 0,1 0 0 0 0,0 0 0 0 0,0 0 0 0 0,-1 0 0 0 0,1 0 0 0 0,0 0 0 0 0,0 0 0 0 0,-1 0 0 0 0,1 1 0 0 0,0-1 1 0 0,0 0-1 0 0,-1 0 0 0 0,1 0 0 0 0,0 0 0 0 0,0 0 0 0 0,0 0 0 0 0,-1 0 0 0 0,1 1 0 0 0,0-1 0 0 0,0 0 0 0 0,0 0 0 0 0,-1 0 0 0 0,1 1 1 0 0,-6 4 194 0 0,3-1-164 0 0,0 1 0 0 0,1-1 0 0 0,0 0 0 0 0,-1 1 0 0 0,1-1 0 0 0,1 1 0 0 0,-1-1 0 0 0,1 1 0 0 0,0 0 0 0 0,0 0 0 0 0,-1 7 0 0 0,1 1 56 0 0,1 1 0 0 0,0-1 0 0 0,2 15 0 0 0,-1-18-136 0 0,2 1 0 0 0,-1-1 1 0 0,2 0-1 0 0,-1 0 0 0 0,1-1 0 0 0,0 1 0 0 0,1-1 0 0 0,1 0 0 0 0,-1 0 1 0 0,1 0-1 0 0,1-1 0 0 0,7 9 0 0 0,-7-10-7 0 0,0 0-1 0 0,0 0 0 0 0,0-1 1 0 0,1 0-1 0 0,0 0 1 0 0,1-1-1 0 0,-1 0 1 0 0,1 0-1 0 0,0-1 1 0 0,0 0-1 0 0,1-1 1 0 0,17 5-1 0 0,-21-8-14 0 0,0 1 0 0 0,1-1 0 0 0,-1 1 0 0 0,0-2-1 0 0,0 1 1 0 0,0-1 0 0 0,0 0 0 0 0,0 0 0 0 0,0-1 0 0 0,0 1-1 0 0,0-2 1 0 0,0 1 0 0 0,-1 0 0 0 0,1-1 0 0 0,-1 0 0 0 0,1 0 0 0 0,4-5-1 0 0,-3 2 9 0 0,0 0 0 0 0,-1 0 0 0 0,0 0 0 0 0,0-1 0 0 0,0 0 0 0 0,-1-1 0 0 0,0 1 0 0 0,-1-1-1 0 0,1 0 1 0 0,-2 0 0 0 0,4-10 0 0 0,17-60 147 0 0,-4-1-1 0 0,11-94 0 0 0,-26 142 9 0 0,11-86 925 0 0,-16 108 474 0 0,-1 11-1104 0 0,-7 23-57 0 0,0 1-1 0 0,2-1 1 0 0,-4 35 0 0 0,7-42-327 0 0,-6 50-95 0 0,3 1 0 0 0,3 0 1 0 0,8 99-1 0 0,-3-154-793 0 0,-2 0 0 0 0,0-1 0 0 0,-3 19 0 0 0,3-30-284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13359 0 0,'2'0'6156'0'0,"53"6"1647"0"0,-42-6-7431 0 0,0 0-1 0 0,0-1 0 0 0,0 0 1 0 0,19-5-1 0 0,143-31 561 0 0,-166 36-919 0 0,0-1 0 0 0,0 1-1 0 0,0 1 1 0 0,0-1 0 0 0,0 2 0 0 0,0-1-1 0 0,0 1 1 0 0,-1 0 0 0 0,1 1 0 0 0,0 0 0 0 0,16 6-1 0 0,-24-6-4 0 0,0-1 0 0 0,1 0 0 0 0,-1 0 0 0 0,0 0 0 0 0,0 1 0 0 0,0-1 0 0 0,0 0 0 0 0,0 1 0 0 0,-1-1 0 0 0,1 1 0 0 0,0-1 0 0 0,-1 1 0 0 0,1 0 0 0 0,-1-1-1 0 0,1 4 1 0 0,0-3 17 0 0,1 13 73 0 0,0 1 0 0 0,0-1-1 0 0,-1 1 1 0 0,-1 0 0 0 0,-1-1 0 0 0,-3 18-1 0 0,0 31 14 0 0,4-28-222 0 0,0-34-27 0 0</inkml:trace>
  <inkml:trace contextRef="#ctx0" brushRef="#br0" timeOffset="1">542 16 5527 0 0,'0'-15'16274'0'0,"2"15"-16133"0"0,0 0 1 0 0,-1 0 0 0 0,1 0-1 0 0,0 0 1 0 0,0 0 0 0 0,-1 1 0 0 0,1-1-1 0 0,0 1 1 0 0,0-1 0 0 0,-1 1 0 0 0,1-1-1 0 0,-1 1 1 0 0,1 0 0 0 0,-1 0 0 0 0,1 0-1 0 0,-1 0 1 0 0,1 0 0 0 0,1 2 0 0 0,27 25-662 0 0,23 33-3465 0 0,-37-41 2075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6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70 9671 0 0,'0'0'440'0'0,"1"-2"-5"0"0,12-25-681 0 0,-4 6 10249 0 0,-8 20-9741 0 0,-1 0 1 0 0,0 0-1 0 0,0 1 0 0 0,0-1 1 0 0,0 0-1 0 0,0 0 0 0 0,1 0 1 0 0,-2 0-1 0 0,1 1 0 0 0,0-1 1 0 0,0 0-1 0 0,0 0 0 0 0,0 0 0 0 0,-1 0 1 0 0,0 0-127 0 0,1 0 1 0 0,-1 1 0 0 0,0-1 0 0 0,0 1-1 0 0,0-1 1 0 0,0 1 0 0 0,0-1-1 0 0,0 1 1 0 0,0-1 0 0 0,0 1-1 0 0,0 0 1 0 0,0 0 0 0 0,0 0-1 0 0,0-1 1 0 0,0 1 0 0 0,-1 0 0 0 0,0 1-1 0 0,-2-1 75 0 0,0 0-1 0 0,1 1 1 0 0,-1 0-1 0 0,1 0 1 0 0,-5 2-1 0 0,-4 3 473 0 0,-23 13 0 0 0,34-18-608 0 0,-34 21 789 0 0,-44 36 1 0 0,66-47-669 0 0,0 2 0 0 0,0-1-1 0 0,1 1 1 0 0,1 1 0 0 0,-18 27 0 0 0,28-38-182 0 0,-1 0 0 0 0,0 1 0 0 0,1-1 0 0 0,0 0 0 0 0,-1 1 0 0 0,2-1 0 0 0,-1 1 0 0 0,0 0 0 0 0,1-1 0 0 0,-1 1 0 0 0,1-1 0 0 0,0 1 0 0 0,0 0 0 0 0,0-1 0 0 0,1 1 0 0 0,-1-1 0 0 0,1 1 0 0 0,1 4 0 0 0,0-4-13 0 0,0 0 0 0 0,0 0-1 0 0,0 0 1 0 0,0 0 0 0 0,1-1 0 0 0,-1 1-1 0 0,1-1 1 0 0,0 1 0 0 0,0-1-1 0 0,1 0 1 0 0,-1 0 0 0 0,0 0 0 0 0,1-1-1 0 0,5 4 1 0 0,4 0-27 0 0,1 1 0 0 0,0-2 1 0 0,0 0-1 0 0,0-1 0 0 0,0 0 0 0 0,1-1 0 0 0,0 0 1 0 0,16 0-1 0 0,4-2-249 0 0,0-1 1 0 0,47-6-1 0 0,-23-5-1505 0 0,-29 3 736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23 14279 0 0,'0'0'1103'0'0,"-7"-4"-355"0"0,4 2 119 0 0,-1-1 0 0 0,1 1 1 0 0,-1 0-1 0 0,0 1 0 0 0,0-1 0 0 0,1 1 0 0 0,-1-1 1 0 0,0 1-1 0 0,0 0 0 0 0,0 1 0 0 0,-6-1 1 0 0,6 1-640 0 0,1 0 1 0 0,0 1-1 0 0,-1-1 1 0 0,1 1-1 0 0,0 0 1 0 0,0 0-1 0 0,-1 0 1 0 0,1 0-1 0 0,0 1 1 0 0,0-1-1 0 0,0 1 1 0 0,0 0-1 0 0,1 0 1 0 0,-5 4-1 0 0,-3 3-49 0 0,0 0 0 0 0,1 1 0 0 0,1 0 0 0 0,0 1 0 0 0,-10 16 0 0 0,-29 63 57 0 0,30-55-88 0 0,5-11-127 0 0,-26 51 346 0 0,-46 130 1 0 0,75-176-232 0 0,2 1 1 0 0,-8 59-1 0 0,13-69-106 0 0,2 1 0 0 0,0 0 0 0 0,1-1 0 0 0,1 1 0 0 0,6 25 0 0 0,-5-35-210 0 0,0 0 0 0 0,1 0 0 0 0,0-1 0 0 0,0 0 0 0 0,1 0 0 0 0,1 0 0 0 0,0 0 0 0 0,0-1 0 0 0,1 0 1 0 0,0 0-1 0 0,0-1 0 0 0,10 9 0 0 0,-10-11-20 0 0,1 0 1 0 0,0 0-1 0 0,0-1 1 0 0,0 0 0 0 0,1 0-1 0 0,-1-1 1 0 0,1 0-1 0 0,0 0 1 0 0,1-1 0 0 0,-1-1-1 0 0,0 1 1 0 0,1-2-1 0 0,-1 1 1 0 0,12-1-1 0 0,10-1-2256 0 0,-2-1-3735 0 0,1-2-1927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65 17047 0 0,'-5'-6'1543'0'0,"-6"-15"-1707"0"0,9 17 1031 0 0,0 0-1 0 0,0 0 1 0 0,0 1 0 0 0,0-1 0 0 0,-1 0 0 0 0,-5-5 0 0 0,7 8-711 0 0,0 0 0 0 0,0 1 0 0 0,0-1 0 0 0,0 1 0 0 0,0 0 0 0 0,0-1 0 0 0,0 1 0 0 0,0-1 0 0 0,0 1 0 0 0,0 0 0 0 0,0 0 0 0 0,0 0 0 0 0,0 0 0 0 0,0 0 0 0 0,0 0 0 0 0,0 0 0 0 0,0 0 0 0 0,0 0 0 0 0,0 0 0 0 0,0 0 0 0 0,0 1 0 0 0,0-1 0 0 0,0 0 0 0 0,0 1 0 0 0,0-1 0 0 0,0 1 0 0 0,0-1 0 0 0,0 1 0 0 0,0 0 0 0 0,0-1 0 0 0,0 1 0 0 0,1 0 0 0 0,-2 1 0 0 0,-8 8 107 0 0,0 0 0 0 0,1 1 1 0 0,0 0-1 0 0,0 0 0 0 0,-7 17 0 0 0,-8 7 15 0 0,-8 11 101 0 0,-33 64 0 0 0,56-93-336 0 0,1 1 0 0 0,0 0 0 0 0,2 0 0 0 0,0 0 0 0 0,1 1-1 0 0,1 0 1 0 0,-2 29 0 0 0,5-42-43 0 0,1 1 0 0 0,0-1-1 0 0,1 1 1 0 0,-1-1 0 0 0,1 0 0 0 0,0 1-1 0 0,1-1 1 0 0,0 0 0 0 0,0 0-1 0 0,0 0 1 0 0,1 0 0 0 0,-1 0 0 0 0,1 0-1 0 0,1-1 1 0 0,-1 1 0 0 0,1-1-1 0 0,0 0 1 0 0,0 0 0 0 0,1 0 0 0 0,-1-1-1 0 0,1 0 1 0 0,0 0 0 0 0,0 0-1 0 0,1 0 1 0 0,-1-1 0 0 0,1 0-1 0 0,0 0 1 0 0,-1 0 0 0 0,1-1 0 0 0,0 0-1 0 0,9 2 1 0 0,-3-1-37 0 0,0-1 1 0 0,1 0-1 0 0,-1-1 1 0 0,0-1-1 0 0,1 0 0 0 0,-1-1 1 0 0,0 0-1 0 0,1-1 0 0 0,-1 0 1 0 0,0-1-1 0 0,0 0 1 0 0,-1-1-1 0 0,1 0 0 0 0,12-7 1 0 0,-14 6 10 0 0,1 0 0 0 0,-1-1 0 0 0,-1-1 0 0 0,1 0-1 0 0,-1 0 1 0 0,0-1 0 0 0,-1 0 0 0 0,0 0 0 0 0,0-1 0 0 0,0 0 0 0 0,-1 0 0 0 0,-1-1 0 0 0,0 0 0 0 0,10-20 0 0 0,-12 16-2 0 0,1 0 1 0 0,-1 0-1 0 0,-1-1 0 0 0,-1 1 0 0 0,0-1 1 0 0,-1 1-1 0 0,0-1 0 0 0,-1 1 1 0 0,-1-1-1 0 0,-1 0 0 0 0,0 1 0 0 0,0-1 1 0 0,-8-22-1 0 0,5 24-62 0 0,0 0 0 0 0,0 1 0 0 0,-1 0 0 0 0,0 0 0 0 0,-1 1 1 0 0,-1-1-1 0 0,0 2 0 0 0,0-1 0 0 0,-1 1 0 0 0,-1 0 0 0 0,1 1 0 0 0,-1 0 0 0 0,-1 1 0 0 0,0 0 0 0 0,-12-7 0 0 0,16 11-168 0 0,0 1 0 0 0,-1 0 0 0 0,1 0 0 0 0,-1 0 0 0 0,0 1 0 0 0,0 1 0 0 0,0-1 0 0 0,1 1 0 0 0,-1 0 0 0 0,0 1 0 0 0,0 0 0 0 0,-1 0-1 0 0,1 1 1 0 0,1 0 0 0 0,-1 0 0 0 0,-10 4 0 0 0,6-2-466 0 0,0 2 0 0 0,0 0 0 0 0,1 0-1 0 0,-1 1 1 0 0,1 0 0 0 0,0 1 0 0 0,1 1 0 0 0,0-1-1 0 0,-11 12 1 0 0,-10 17-1516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7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4143 0 0,'0'2'20436'0'0,"-4"8"-19104"0"0,1 1 0 0 0,0-1 0 0 0,-1 21 0 0 0,3-17-703 0 0,0 0 1 0 0,3 27-1 0 0,-1-31-613 0 0,1 0 0 0 0,0 0 0 0 0,0 0 0 0 0,1 0 0 0 0,0 0 1 0 0,1 0-1 0 0,0-1 0 0 0,1 0 0 0 0,0 0 0 0 0,0 0 0 0 0,8 9 0 0 0,-12-16-104 0 0,0-1-1 0 0,0 1 0 0 0,1-1 0 0 0,-1 0 0 0 0,1 1 1 0 0,-1-1-1 0 0,1 0 0 0 0,-1 0 0 0 0,1 0 0 0 0,0 0 0 0 0,-1 0 1 0 0,1-1-1 0 0,0 1 0 0 0,0 0 0 0 0,0-1 0 0 0,0 0 1 0 0,-1 1-1 0 0,1-1 0 0 0,0 0 0 0 0,0 0 0 0 0,0 0 1 0 0,0 0-1 0 0,3 0 0 0 0,-3-1-331 0 0,0 1 0 0 0,0-1 0 0 0,0 0 0 0 0,0 0-1 0 0,0 0 1 0 0,0 0 0 0 0,0 0 0 0 0,2-2 0 0 0,-1 1-762 0 0,-1 0-1 0 0,0 0 1 0 0,1-1-1 0 0,-1 1 1 0 0,0-1 0 0 0,2-2-1 0 0,4-9-6513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 12895 0 0,'-5'-6'16045'0'0,"5"19"-14978"0"0,-6 89 448 0 0,0-29-1355 0 0,5-69-155 0 0,1 1 1 0 0,1 0-1 0 0,-1-1 1 0 0,0 1-1 0 0,1 0 0 0 0,0-1 1 0 0,0 1-1 0 0,1-1 1 0 0,-1 0-1 0 0,1 1 1 0 0,0-1-1 0 0,0 0 1 0 0,0 0-1 0 0,1 0 1 0 0,-1 0-1 0 0,1-1 1 0 0,0 1-1 0 0,0 0 1 0 0,4 2-1 0 0,-6-5-8 0 0,0 0 0 0 0,0 0 0 0 0,0 0 0 0 0,0 0 0 0 0,0-1 0 0 0,0 1 0 0 0,1 0 0 0 0,-1-1 0 0 0,0 1 0 0 0,0-1-1 0 0,1 1 1 0 0,-1-1 0 0 0,0 1 0 0 0,1-1 0 0 0,-1 0 0 0 0,0 0 0 0 0,1 0 0 0 0,-1 0 0 0 0,2 0 0 0 0,2 0 0 0 0,-1 0 0 0 0,-1 0-1 0 0,1 0 1 0 0,-1 0-1 0 0,0-1 1 0 0,1 1 0 0 0,-1-1-1 0 0,1 0 1 0 0,-1 0-1 0 0,0 0 1 0 0,0-1 0 0 0,0 1-1 0 0,1-1 1 0 0,-1 1-1 0 0,3-3 1 0 0,-2 0-12 0 0,1 0 1 0 0,-1 0-1 0 0,0 0 1 0 0,0-1-1 0 0,0 1 0 0 0,-1-1 1 0 0,6-9-1 0 0,-4 6-3 0 0,-2 0 0 0 0,1 0 0 0 0,-1 0 0 0 0,0-1 0 0 0,-1 1 0 0 0,0 0 0 0 0,0-1 0 0 0,-1 0 0 0 0,0 1 0 0 0,-1-1 0 0 0,0-11 0 0 0,-1 16-34 0 0,1 0-1 0 0,-1 0 1 0 0,-1 0-1 0 0,1 0 1 0 0,0 0-1 0 0,-1 0 1 0 0,-3-4-1 0 0,5 7-153 0 0,-1 0-1 0 0,1 0 1 0 0,-1 0-1 0 0,1 0 1 0 0,-1 0-1 0 0,0 0 1 0 0,1 0 0 0 0,-1 0-1 0 0,0 1 1 0 0,0-1-1 0 0,0 0 1 0 0,0 0-1 0 0,0 1 1 0 0,0-1-1 0 0,0 1 1 0 0,0-1-1 0 0,0 1 1 0 0,0-1 0 0 0,0 1-1 0 0,0 0 1 0 0,0-1-1 0 0,0 1 1 0 0,0 0-1 0 0,-1 0 1 0 0,1 0-1 0 0,0 0 1 0 0,0 0-1 0 0,0 0 1 0 0,0 0 0 0 0,-2 0-1 0 0</inkml:trace>
  <inkml:trace contextRef="#ctx0" brushRef="#br0" timeOffset="1">402 681 14279 0 0,'0'0'1103'0'0,"2"-1"-316"0"0,14-5 5440 0 0,19-11 0 0 0,0 0-3931 0 0,-14 7-1953 0 0,-9 5-304 0 0,-1 0 1 0 0,18-5-1 0 0,-7 3-696 0 0,3-1-1817 0 0,-7 5-5270 0 0,-5 3-1098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1 315 21047 0 0,'0'0'2960'0'0,"2"0"-2608"0"0,6 1-47 0 0,1-1 0 0 0,0 0 0 0 0,-1 0 0 0 0,1-1 0 0 0,-1 0 0 0 0,12-2 0 0 0,51-19 42 0 0,-1 1-1881 0 0,-36 14-29 0 0,0-1-62 0 0</inkml:trace>
  <inkml:trace contextRef="#ctx0" brushRef="#br0" timeOffset="1">696 0 4607 0 0,'0'0'354'0'0,"-1"1"-233"0"0,-8 2 215 0 0,-9 4 7412 0 0,-29 16 0 0 0,20-4-4942 0 0,4 2-848 0 0,-28 32-1 0 0,4-3-426 0 0,22-27-741 0 0,2 2 0 0 0,-23 31 0 0 0,39-47-689 0 0,1 0 1 0 0,0 1 0 0 0,1 0-1 0 0,0 0 1 0 0,0 0 0 0 0,1 0-1 0 0,1 1 1 0 0,-1 0-1 0 0,2 0 1 0 0,-3 15 0 0 0,5-22-101 0 0,0-1-1 0 0,0 1 1 0 0,0-1 0 0 0,0 1 0 0 0,0 0 0 0 0,1-1 0 0 0,0 0-1 0 0,-1 1 1 0 0,1-1 0 0 0,1 1 0 0 0,-1-1 0 0 0,0 0 0 0 0,1 0 0 0 0,0 0-1 0 0,-1 0 1 0 0,1 0 0 0 0,0 0 0 0 0,1 0 0 0 0,2 3 0 0 0,-1-3-28 0 0,1 1 0 0 0,-1-1 0 0 0,1-1-1 0 0,-1 1 1 0 0,1-1 0 0 0,0 1 0 0 0,0-1 0 0 0,0-1 0 0 0,0 1 0 0 0,0-1 0 0 0,0 0 0 0 0,7 1 0 0 0,5 0-122 0 0,1-1 0 0 0,-1 0 0 0 0,1-1-1 0 0,-1-1 1 0 0,1-1 0 0 0,-1 0 0 0 0,0-1 0 0 0,0-1-1 0 0,27-10 1 0 0,-36 11 85 0 0,0-1-1 0 0,0 1 1 0 0,-1-1-1 0 0,0-1 1 0 0,1 0-1 0 0,-2 0 0 0 0,1 0 1 0 0,0 0-1 0 0,-1-1 1 0 0,0 0-1 0 0,-1-1 1 0 0,1 0-1 0 0,-1 1 1 0 0,-1-1-1 0 0,1-1 0 0 0,-1 1 1 0 0,0-1-1 0 0,-1 0 1 0 0,0 0-1 0 0,0 0 1 0 0,3-15-1 0 0,-4 11-117 0 0,-1 0-1 0 0,0 1 1 0 0,-1-1 0 0 0,-1 0-1 0 0,1 0 1 0 0,-2 0-1 0 0,-5-22 1 0 0,4 23-615 0 0,-1-1 1 0 0,0 1-1 0 0,-1 0 0 0 0,-9-16 0 0 0,4 10-1368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17047 0 0,'0'0'1311'0'0,"1"-1"-846"0"0,5 0-121 0 0,-1 0 0 0 0,1 0 0 0 0,0 1 0 0 0,-1 0 0 0 0,1 0-1 0 0,-1 0 1 0 0,1 1 0 0 0,-1-1 0 0 0,11 4 0 0 0,52 17 4393 0 0,-63-19-4589 0 0,42 15 904 0 0,-2 2 0 0 0,0 2 0 0 0,81 51 0 0 0,-105-57-1031 0 0,-1 0 0 0 0,-1 0-1 0 0,-1 2 1 0 0,0 1 0 0 0,-1 0 0 0 0,-1 1 0 0 0,0 0-1 0 0,-2 2 1 0 0,22 39 0 0 0,-25-35 9 0 0,0 0 0 0 0,-2 1 0 0 0,-1 1 0 0 0,9 49 0 0 0,-12-34 67 0 0,-1-1 1 0 0,-3 64 0 0 0,-2-96-86 0 0,1 13 27 0 0,-1-1 0 0 0,-1 1 0 0 0,-1-1 0 0 0,-1 0 0 0 0,-7 25 0 0 0,1-19-14 0 0,-7 22 48 0 0,-37 75 0 0 0,18-60-926 0 0,20-38-8135 0 0,9-12-723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09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15199 0 0,'0'0'12569'0'0,"0"2"-11209"0"0,-12 166 1534 0 0,1-23-2777 0 0,10-117-278 0 0,2 1-1 0 0,1 0 1 0 0,5 28 0 0 0,-4-38-1697 0 0,-3-8-6388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70 17191 0 0,'-11'-12'756'0'0,"-20"-25"7439"0"0,33 36-7939 0 0,0 0 1 0 0,0 0-1 0 0,0 0 0 0 0,0 0 1 0 0,1 0-1 0 0,-1 1 0 0 0,0-1 1 0 0,0 1-1 0 0,1-1 1 0 0,2 1-1 0 0,2-1 148 0 0,19-4-194 0 0,0 2 0 0 0,0 0 0 0 0,39 3 1 0 0,7 4-1482 0 0,-1 4-3897 0 0,-35-4 377 0 0,3 0-3395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27 162 14743 0 0,'0'0'1136'0'0,"-1"1"-746"0"0,-3 4 369 0 0,1 0 1 0 0,1 0 0 0 0,-1 0 0 0 0,1 0-1 0 0,0 0 1 0 0,0 0 0 0 0,0 0 0 0 0,1 1 0 0 0,0-1-1 0 0,-1 9 1 0 0,0 10 2291 0 0,2 28 1 0 0,1-27-2947 0 0,-1-9 66 0 0,1 0 1 0 0,1-1 0 0 0,0 1 0 0 0,1-1-1 0 0,1 0 1 0 0,1 0 0 0 0,0 0 0 0 0,0 0-1 0 0,13 22 1 0 0,-13-29-161 0 0,-2-5 31 0 0,1 0-20 0 0,-2-4-15 0 0,-1-1 0 0 0,1 1 0 0 0,-1-1 0 0 0,1 0 0 0 0,-1 1 0 0 0,0-1 0 0 0,0 0 1 0 0,2-2-1 0 0,9-19 23 0 0,15-43 1 0 0,-8 18-15 0 0,60-110-925 0 0,-65 134 648 0 0,2 0 1 0 0,1 1-1 0 0,1 1 1 0 0,23-24-1 0 0,-31 38-647 0 0,0 0 0 0 0,0 1 0 0 0,1 0 1 0 0,-1 1-1 0 0,1 0 0 0 0,1 0 0 0 0,-1 1 0 0 0,1 1 0 0 0,17-5 1 0 0,-24 9 377 0 0,-1-1 1 0 0,0 1 0 0 0,0 0 0 0 0,9 2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46 247 4143 0 0,'-18'27'288'0'0,"13"-19"-15"0"0,-17 22 22650 0 0,35-31-21660 0 0,-7 0-1127 0 0,0-1 1 0 0,0 1-1 0 0,1-2 1 0 0,-1 1-1 0 0,-1 0 1 0 0,1-1-1 0 0,0 0 1 0 0,10-8-1 0 0,-6 3-28 0 0,0 0-1 0 0,0-1 1 0 0,12-14-1 0 0,-11 10-59 0 0,0-1 0 0 0,-2 0-1 0 0,1-1 1 0 0,-2 0 0 0 0,0-1-1 0 0,-1 1 1 0 0,8-26 0 0 0,-14 39 5 0 0,-3 2-16 0 0,0 0 0 0 0,1 0-1 0 0,-1 1 1 0 0,1-1 0 0 0,-1 0 0 0 0,0 1 0 0 0,1 0-1 0 0,-1-1 1 0 0,-1 2 0 0 0,-3 3 36 0 0,0 0-1 0 0,0 0 1 0 0,1 0 0 0 0,0 1-1 0 0,0 0 1 0 0,-7 11-1 0 0,-21 42 224 0 0,20-35-191 0 0,9-15-81 0 0,-1 1-1 0 0,1-1 1 0 0,1 1-1 0 0,-1-1 1 0 0,2 1-1 0 0,-1 0 1 0 0,2 0-1 0 0,-2 17 1 0 0,3-24-33 0 0,0 1 1 0 0,0-1-1 0 0,0 1 1 0 0,0-1-1 0 0,1 1 0 0 0,0-1 1 0 0,0 0-1 0 0,0 1 1 0 0,0-1-1 0 0,0 0 1 0 0,0 0-1 0 0,1 0 1 0 0,0 0-1 0 0,0 0 1 0 0,-1 0-1 0 0,2 0 1 0 0,-1 0-1 0 0,0-1 1 0 0,1 1-1 0 0,-1-1 1 0 0,1 1-1 0 0,-1-1 0 0 0,1 0 1 0 0,0 0-1 0 0,0-1 1 0 0,0 1-1 0 0,0 0 1 0 0,7 1-1 0 0,-4-1-54 0 0,1-1 1 0 0,-1 1-1 0 0,1-1 0 0 0,0-1 0 0 0,0 1 0 0 0,-1-1 0 0 0,1-1 1 0 0,0 1-1 0 0,0-1 0 0 0,-1 0 0 0 0,1-1 0 0 0,11-3 0 0 0,-10 2 34 0 0,0 0-1 0 0,0 0 1 0 0,-1-1-1 0 0,0 0 1 0 0,0-1-1 0 0,0 1 1 0 0,0-1-1 0 0,-1 0 1 0 0,0-1 0 0 0,7-7-1 0 0,-5 1 22 0 0,0 0 0 0 0,-1-1 1 0 0,0 0-1 0 0,-1 0 0 0 0,6-23 0 0 0,0 4 79 0 0,30-96 488 0 0,-42 127 70 0 0,5 24-293 0 0,-2-9-321 0 0,3 10 27 0 0,12 38 0 0 0,-15-53-38 0 0,1-1 1 0 0,0 0-1 0 0,0-1 0 0 0,1 1 0 0 0,0-1 0 0 0,0 0 0 0 0,1 0 0 0 0,8 8 0 0 0,-3-4-4 0 0,1-1 0 0 0,0 0 0 0 0,1-1 0 0 0,0 0 0 0 0,0-1 0 0 0,21 9 0 0 0,-31-16 0 0 0,0 0 0 0 0,0 0 0 0 0,0 0 0 0 0,1-1 0 0 0,-1 1 0 0 0,0-1 0 0 0,0 0 0 0 0,0 0 0 0 0,0 0 0 0 0,1 0 0 0 0,-1-1 0 0 0,0 1 0 0 0,0-1 0 0 0,0 0 0 0 0,0 0 0 0 0,0 0 0 0 0,0 0 0 0 0,0 0 0 0 0,3-2 0 0 0,-2 0 0 0 0,-1 1 0 0 0,0-1 0 0 0,1 0 0 0 0,-1 1 0 0 0,0-1 0 0 0,-1-1 0 0 0,1 1 0 0 0,0 0 0 0 0,-1-1 0 0 0,0 1 0 0 0,0-1 0 0 0,0 0 0 0 0,3-7 0 0 0,2-16-37 0 0,0 0 0 0 0,-2-1-1 0 0,3-47 1 0 0,-3 23-87 0 0,-4 43-247 0 0,0 1 0 0 0,0 0 0 0 0,-1-1 0 0 0,0 1 0 0 0,-1 0 0 0 0,0-1 0 0 0,0 1 0 0 0,-1 0 1 0 0,0 0-1 0 0,-3-9 0 0 0,5 16 278 0 0,-1 1 1 0 0,1 0-1 0 0,0 0 1 0 0,-1 0-1 0 0,1 0 1 0 0,0 0-1 0 0,-1 0 1 0 0,1 0-1 0 0,0 0 1 0 0,0 0-1 0 0,-1 0 1 0 0,1 0-1 0 0,0 0 1 0 0,-1 0-1 0 0,1 0 1 0 0,0 0-1 0 0,-1 0 1 0 0,1 0-1 0 0,0 0 1 0 0,-1 0-1 0 0,1 0 1 0 0,0 0-1 0 0,0 0 1 0 0,-1 1-1 0 0,1-1 1 0 0,0 0-1 0 0,0 0 1 0 0,-1 0-1 0 0,1 1 1 0 0,0-1-1 0 0,0 0 1 0 0,-1 1-1 0 0,-7 6-1209 0 0,5-3 831 0 0,0 0 0 0 0,1 0 0 0 0,-1 0 0 0 0,1 1 0 0 0,0-1 0 0 0,0 1 0 0 0,1-1 0 0 0,-2 6 0 0 0,-6 40-1733 0 0,8-39 1693 0 0,-1 4-194 0 0,0 1 1 0 0,2 0 0 0 0,1 24 0 0 0,0-30 1160 0 0,0-1 0 0 0,1 0 1 0 0,0 0-1 0 0,1 0 0 0 0,0 0 0 0 0,0 0 1 0 0,6 11-1 0 0,-7-17-120 0 0,0 1 0 0 0,0-1-1 0 0,1 0 1 0 0,-1 0 0 0 0,1 0 0 0 0,0 0 0 0 0,-1 0 0 0 0,1-1-1 0 0,1 1 1 0 0,-1-1 0 0 0,0 0 0 0 0,0 0 0 0 0,1 0 0 0 0,-1 0-1 0 0,1 0 1 0 0,0-1 0 0 0,-1 0 0 0 0,1 0 0 0 0,0 0 0 0 0,0 0-1 0 0,0 0 1 0 0,0-1 0 0 0,0 0 0 0 0,0 0 0 0 0,0 0 0 0 0,5-1 0 0 0,1 0-108 0 0,-1-1 0 0 0,0 0 0 0 0,0-1 0 0 0,0 0 0 0 0,0-1 0 0 0,-1 1 0 0 0,1-2 1 0 0,-1 1-1 0 0,0-1 0 0 0,8-6 0 0 0,-5 2-150 0 0,-1 1 0 0 0,1-1 0 0 0,-1-1 0 0 0,-1 0 1 0 0,0 0-1 0 0,0-1 0 0 0,-1 0 0 0 0,-1-1 0 0 0,0 0 0 0 0,0 0 0 0 0,4-13 0 0 0,-3 5-32 0 0,-4 12-18 0 0,-1 0-1 0 0,0 0 1 0 0,0 0 0 0 0,-1-1 0 0 0,0 1 0 0 0,1-16-1 0 0,-3 22 48 0 0,-1 2 45 0 0,-2 1-87 0 0,0 0 0 0 0,0 0 0 0 0,0 1 0 0 0,0-1 0 0 0,1 0 0 0 0,-1 1-1 0 0,1 0 1 0 0,-1 0 0 0 0,1-1 0 0 0,-1 1 0 0 0,1 1 0 0 0,0-1 0 0 0,0 0 0 0 0,0 0 0 0 0,0 1 0 0 0,-2 4 0 0 0,-4 7 133 0 0,-13 30 1 0 0,11-22-33 0 0,1-4-60 0 0,1 0-1 0 0,1 1 1 0 0,0 0 0 0 0,2 0 0 0 0,-5 27 0 0 0,9-39-124 0 0,0 0 1 0 0,1 0-1 0 0,0 0 1 0 0,0-1-1 0 0,0 1 0 0 0,1 0 1 0 0,0 0-1 0 0,0 0 1 0 0,1 0-1 0 0,0 0 1 0 0,0-1-1 0 0,1 1 0 0 0,-1-1 1 0 0,1 1-1 0 0,1-1 1 0 0,-1 0-1 0 0,1-1 1 0 0,8 11-1 0 0,-8-13-346 0 0,0 0 1 0 0,0 0-1 0 0,0 0 1 0 0,0 0-1 0 0,0-1 1 0 0,0 0-1 0 0,1 0 1 0 0,-1 0-1 0 0,1 0 1 0 0,0-1-1 0 0,0 1 1 0 0,-1-1-1 0 0,1-1 1 0 0,0 1-1 0 0,0-1 1 0 0,0 1-1 0 0,0-1 1 0 0,0-1-1 0 0,8 0 0 0 0,6-3-1869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 17047 0 0,'-6'-6'1818'0'0,"1"4"-1494"0"0,4 3 3 0 0,0-1 1 0 0,0 1-1 0 0,0-1 1 0 0,0 1-1 0 0,1 0 1 0 0,-1-1-1 0 0,0 1 1 0 0,0 0-1 0 0,1 0 1 0 0,-1-1-1 0 0,0 1 1 0 0,1 0-1 0 0,-1 0 1 0 0,1 0-1 0 0,-1 0 1 0 0,0 2-1 0 0,1-3-219 0 0,-3 7 418 0 0,1 0 0 0 0,-1 1 0 0 0,1-1 0 0 0,1 1-1 0 0,-1-1 1 0 0,1 1 0 0 0,1 0 0 0 0,-1 0-1 0 0,1-1 1 0 0,1 1 0 0 0,1 8 0 0 0,2 13-155 0 0,13 43 1 0 0,-15-65-251 0 0,28 85 191 0 0,-18-56-260 0 0,-12-37-49 0 0,0 0 0 0 0,0-1 1 0 0,0 1-1 0 0,1 0 1 0 0,-1 0-1 0 0,0 0 1 0 0,1 0-1 0 0,-1-1 0 0 0,0 1 1 0 0,1 0-1 0 0,0 0 1 0 0,-1 0-1 0 0,1 0 0 0 0,-1 0 1 0 0,1 0-1 0 0,1-1 1 0 0,14-16-9 0 0,18-14 1 0 0,64-55-72 0 0,-48 47 27 0 0,23-18 2 0 0,14 4-49 0 0,-73 46 82 0 0,0 2-1 0 0,0 0 1 0 0,1 1-1 0 0,23-6 1 0 0,-36 11 558 0 0,-2 2-539 0 0,-1 1-1 0 0,1-1 1 0 0,0 1-1 0 0,-1 0 1 0 0,0-1-1 0 0,0 1 1 0 0,1-1-1 0 0,-2 1 1 0 0,1-1-1 0 0,0 0 1 0 0,0 1-1 0 0,-1-1 1 0 0,-2 3-1 0 0,-2 2 10 0 0,0 0 0 0 0,-12 9 0 0 0,1-1-7 0 0,-24 23-7 0 0,25-25 0 0 0,1 1 0 0 0,1 1 0 0 0,0 0 0 0 0,-14 20 0 0 0,21-24 0 0 0,7-7 0 0 0,1-1 0 0 0,-1-3 0 0 0,-1 1 0 0 0,1-1 0 0 0,0 1 0 0 0,0-1 0 0 0,0 1 0 0 0,0-1 0 0 0,0 1 0 0 0,0-1 0 0 0,0 1 0 0 0,0-1 0 0 0,0 1 0 0 0,0-1 0 0 0,0 1 0 0 0,0-1 0 0 0,0 1 0 0 0,0-1 0 0 0,0 1 0 0 0,0-1 0 0 0,1 1 0 0 0,-1-1 0 0 0,0 1 0 0 0,0-1 0 0 0,1 0 0 0 0,-1 1 0 0 0,0-1 0 0 0,1 1 0 0 0,-1-1 0 0 0,0 0 0 0 0,1 1 0 0 0,-1-1 0 0 0,1 0 0 0 0,-1 1 0 0 0,0-1 0 0 0,1 0 0 0 0,-1 0 0 0 0,1 1 0 0 0,1-1 0 0 0,0 2-1 0 0,0 0 0 0 0,0-1 0 0 0,1 0 0 0 0,-1 1-1 0 0,0-1 1 0 0,1 0 0 0 0,-1 0 0 0 0,1 0 0 0 0,0 0 0 0 0,4 0 0 0 0,30 2-27 0 0,-5-1 1 0 0,29 6-67 0 0,-43-7 55 0 0,0 1 0 0 0,-1 0-1 0 0,1 2 1 0 0,-1 0 0 0 0,0 1 0 0 0,0 1 0 0 0,19 9-1 0 0,-36-15 39 0 0,1 0 0 0 0,-1 1 0 0 0,0-1-1 0 0,0 0 1 0 0,0 0 0 0 0,1 1 0 0 0,-1-1-1 0 0,0 0 1 0 0,0 1 0 0 0,0-1 0 0 0,0 1-1 0 0,0-1 1 0 0,1 0 0 0 0,-1 1 0 0 0,0-1 0 0 0,0 0-1 0 0,0 1 1 0 0,0-1 0 0 0,0 1 0 0 0,0-1-1 0 0,0 0 1 0 0,-1 1 0 0 0,1-1 0 0 0,0 0-1 0 0,0 1 1 0 0,0-1 0 0 0,0 1 0 0 0,-4 9-18 0 0,-1-5 14 0 0,0 0 0 0 0,1 0 0 0 0,-1 0 0 0 0,-1 0 0 0 0,1-1 0 0 0,-1 0 0 0 0,-9 5 0 0 0,-2 0-27 0 0,-27 11-1 0 0,23-11-128 0 0,-1-2 0 0 0,0 0 0 0 0,-35 5 0 0 0,32-11-1179 0 0,15-1-2936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17047 0 0,'3'-5'143'0'0,"0"1"-1"0"0,0 0 0 0 0,0 0 1 0 0,0 1-1 0 0,0-1 0 0 0,1 1 1 0 0,0 0-1 0 0,0 0 0 0 0,0 0 1 0 0,0 0-1 0 0,0 0 0 0 0,5-1 1 0 0,20-6 5273 0 0,-23 15-2368 0 0,-6-5-2969 0 0,1 0 0 0 0,-1 0 0 0 0,1 0-1 0 0,-1 1 1 0 0,1-1 0 0 0,-1 0 0 0 0,1 0 0 0 0,0 1-1 0 0,-1-1 1 0 0,0 0 0 0 0,1 1 0 0 0,-1-1 0 0 0,1 1 0 0 0,-1-1-1 0 0,1 0 1 0 0,-1 1 0 0 0,0-1 0 0 0,1 1 0 0 0,-1-1-1 0 0,0 1 1 0 0,0-1 0 0 0,1 1 0 0 0,-1 0 0 0 0,5 33 1367 0 0,3 29-591 0 0,-6-16-950 0 0,2 0 0 0 0,11 46 0 0 0,-12-66-2465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14279 0 0,'0'0'1103'0'0,"3"-8"977"0"0,6-13 6504 0 0,-8 20-7751 0 0,2 1-677 0 0,-1 0 0 0 0,1-1 0 0 0,-1 1 0 0 0,1 0 0 0 0,-1 0 0 0 0,1 1 0 0 0,-1-1 0 0 0,1 0 0 0 0,-1 1-1 0 0,1 0 1 0 0,-1-1 0 0 0,1 1 0 0 0,-1 0 0 0 0,0 0 0 0 0,0 0 0 0 0,1 1 0 0 0,-1-1 0 0 0,0 0 0 0 0,0 1 0 0 0,0 0 0 0 0,3 3 0 0 0,0 1-17 0 0,0 0 0 0 0,0 0 0 0 0,0 1 0 0 0,-1 0 0 0 0,0 0 1 0 0,-1 0-1 0 0,0 1 0 0 0,0-1 0 0 0,0 1 0 0 0,-1-1 0 0 0,2 10 1 0 0,1 12 101 0 0,1 48 1 0 0,-6-17-141 0 0,-2 0 1 0 0,-16 89-1 0 0,9-100-101 0 0,5-32 0 0 0,1 0 0 0 0,0 1 0 0 0,1-1 0 0 0,1 20 0 0 0,4-24 0 0 0,-3-13 0 0 0,1 1 0 0 0,-1-1 0 0 0,0 0 0 0 0,1 1 0 0 0,-1-1 0 0 0,1 1 0 0 0,-1-1 0 0 0,0 0 0 0 0,1 1 0 0 0,-1-1 0 0 0,1 0 0 0 0,-1 1 0 0 0,1-1 0 0 0,0 0 0 0 0,0 1 0 0 0,1-1 0 0 0,-1 0 0 0 0,1 0 0 0 0,-1 0 0 0 0,0 0 0 0 0,1 0 0 0 0,-1-1 0 0 0,1 1 0 0 0,-1 0 0 0 0,0-1 0 0 0,1 1 0 0 0,-1-1 0 0 0,0 1 0 0 0,1-1 0 0 0,-1 0 0 0 0,0 0 0 0 0,0 1 0 0 0,1-1 0 0 0,-1 0 0 0 0,1-2 0 0 0,19-21 0 0 0,110-139-11 0 0,-121 150-19 0 0,1 1-1 0 0,17-15 1 0 0,-23 23 17 0 0,0 0 0 0 0,0 0 1 0 0,1 0-1 0 0,0 1 1 0 0,-1-1-1 0 0,1 2 0 0 0,1-1 1 0 0,10-3-1 0 0,-6 6 13 0 0,-10 1 0 0 0,1 0 0 0 0,0 0-1 0 0,0 0 1 0 0,0 1 0 0 0,-1-1 0 0 0,1 0 0 0 0,0 1-1 0 0,-1 0 1 0 0,1-1 0 0 0,-1 1 0 0 0,0 0 0 0 0,0 0-1 0 0,1 0 1 0 0,-1-1 0 0 0,-1 1 0 0 0,1 0 0 0 0,0 1-1 0 0,0-1 1 0 0,-1 0 0 0 0,1 0 0 0 0,0 3 0 0 0,0 2 8 0 0,0-1 0 0 0,0 1 0 0 0,-1-1 1 0 0,0 1-1 0 0,0-1 0 0 0,-1 9 0 0 0,-2-1 1 0 0,-1 1-1 0 0,0-1 0 0 0,0-1 1 0 0,-2 1-1 0 0,1-1 0 0 0,-12 18 1 0 0,6-13-5 0 0,-1 0 0 0 0,-1-1 0 0 0,-28 27 0 0 0,25-27-43 0 0,-1-1 0 0 0,-27 19 0 0 0,38-31-163 0 0,1-1 0 0 0,-1 1 0 0 0,0-1-1 0 0,0 0 1 0 0,-1-1 0 0 0,1 1 0 0 0,0-1 0 0 0,-1 0 0 0 0,1-1 0 0 0,-1 0 0 0 0,0 0 0 0 0,0 0-1 0 0,-8-1 1 0 0,14 0 51 0 0,0 0 0 0 0,-1 0 0 0 0,1 0 0 0 0,0 0 0 0 0,0 0 0 0 0,0-1 0 0 0,0 1 0 0 0,0 0 0 0 0,0-1 0 0 0,0 1-1 0 0,0-1 1 0 0,0 1 0 0 0,-1-1 0 0 0,2 0-19 0 0,0 1 0 0 0,-1-1-1 0 0,1 1 1 0 0,0-1 0 0 0,-1 1 0 0 0,1-1-1 0 0,0 0 1 0 0,0 1 0 0 0,0-1 0 0 0,-1 1-1 0 0,1-1 1 0 0,0 1 0 0 0,0-1-1 0 0,0 0 1 0 0,0 1 0 0 0,0-1 0 0 0,0 1-1 0 0,0-1 1 0 0,0 0 0 0 0,0 1 0 0 0,1-1-1 0 0,-1 1 1 0 0,0-1 0 0 0,0 0-1 0 0,6-14-1814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2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64 7831 0 0,'1'-2'81'0'0,"5"-8"159"0"0,1 0-1 0 0,0 0 1 0 0,0 1-1 0 0,13-13 15825 0 0,-23 26-12630 0 0,-1 8-2920 0 0,3-11-204 0 0,-16 50 732 0 0,1 0 0 0 0,-16 105 0 0 0,29-131-979 0 0,1 0 1 0 0,0 0-1 0 0,5 43 0 0 0,-3-60-52 0 0,1-1 0 0 0,1 0 0 0 0,-1 0 0 0 0,1 0 0 0 0,1 0 0 0 0,-1 0-1 0 0,1 0 1 0 0,0 0 0 0 0,1-1 0 0 0,-1 1 0 0 0,1-1 0 0 0,1 0 0 0 0,-1 0 0 0 0,1-1-1 0 0,0 1 1 0 0,0-1 0 0 0,7 5 0 0 0,-4-5-36 0 0,-1 0 0 0 0,1-1 0 0 0,0 0 0 0 0,0 0 0 0 0,1-1 0 0 0,-1 0 0 0 0,1 0 0 0 0,-1-1 0 0 0,1 0 0 0 0,0-1 0 0 0,0 0-1 0 0,0 0 1 0 0,0-1 0 0 0,0 0 0 0 0,0 0 0 0 0,0-1 0 0 0,-1 0 0 0 0,1-1 0 0 0,0 0 0 0 0,0-1 0 0 0,-1 1 0 0 0,12-7 0 0 0,4-1-58 0 0,0-2 0 0 0,-1 0 0 0 0,-1-1 0 0 0,0-2 0 0 0,-1 0 0 0 0,-1-1 0 0 0,23-24 0 0 0,46-61-254 0 0,-78 87 288 0 0,-2 1-1 0 0,0-1 1 0 0,-1-1 0 0 0,0 0 0 0 0,-1 0 0 0 0,6-17 0 0 0,-13 31 47 0 0,1 0 0 0 0,-1-1 1 0 0,0 0-1 0 0,1 1 0 0 0,-1-1 1 0 0,0 1-1 0 0,0-1 1 0 0,0 1-1 0 0,0-1 0 0 0,0 1 1 0 0,0-1-1 0 0,0 0 0 0 0,0 1 1 0 0,-1-1-1 0 0,1 1 0 0 0,-1-2 1 0 0,0 2 11 0 0,1 0 0 0 0,-1 0 0 0 0,0 1 0 0 0,1-1 0 0 0,-1 0 0 0 0,0 1 0 0 0,1-1 0 0 0,-1 0 0 0 0,0 1 0 0 0,0-1 0 0 0,1 1 0 0 0,-1 0 0 0 0,0-1 0 0 0,0 1 0 0 0,0-1 0 0 0,0 1-1 0 0,0 0 1 0 0,0 0 0 0 0,-1-1 0 0 0,-2 1 49 0 0,0 0-1 0 0,0 1 1 0 0,0-1-1 0 0,1 0 1 0 0,-1 1-1 0 0,0 0 1 0 0,1 0-1 0 0,-1 0 1 0 0,0 1-1 0 0,1-1 1 0 0,-5 3-1 0 0,-4 4 19 0 0,1 1 0 0 0,0 0 0 0 0,0 0 0 0 0,1 1 0 0 0,0 1 0 0 0,0 0 0 0 0,2 0 0 0 0,-1 1 0 0 0,1 0 0 0 0,1 0 0 0 0,-7 16 0 0 0,11-22-72 0 0,0 1 0 0 0,1 0 0 0 0,-1 0 0 0 0,2-1 0 0 0,-1 1 0 0 0,1 1 0 0 0,0-1 0 0 0,0 0 0 0 0,0 0 0 0 0,1 0 0 0 0,1 0 0 0 0,-1 1-1 0 0,1-1 1 0 0,0 0 0 0 0,1 0 0 0 0,0 0 0 0 0,0 0 0 0 0,0-1 0 0 0,1 1 0 0 0,0 0 0 0 0,0-1 0 0 0,1 0 0 0 0,-1 0 0 0 0,10 11 0 0 0,2 0-97 0 0,1-2-1 0 0,1 0 1 0 0,0-1 0 0 0,1-1 0 0 0,30 17-1 0 0,-6-8-462 0 0,66 25-1 0 0,-81-37-1110 0 0,-1-1-451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4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 21655 0 0,'-8'-1'2253'0'0,"2"-2"-3114"0"0,-1 1 5436 0 0,11 10-3479 0 0,4 0-2913 0 0,0 0 1 0 0,1 0 0 0 0,15 12 0 0 0,-1-6-478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17503 0 0,'-2'1'803'0'0,"-35"24"2276"0"0,36-25-2974 0 0,1 0 0 0 0,0 0 1 0 0,0 0-1 0 0,0 0 1 0 0,-1 0-1 0 0,1 0 1 0 0,0 0-1 0 0,0 0 1 0 0,0 0-1 0 0,-1 0 0 0 0,1 0 1 0 0,0 0-1 0 0,0 0 1 0 0,0 0-1 0 0,-1 0 1 0 0,1 0-1 0 0,0 0 1 0 0,0 0-1 0 0,0 0 0 0 0,-1 0 1 0 0,1 1-1 0 0,0-1 1 0 0,0 0-1 0 0,0 0 1 0 0,0 0-1 0 0,-1 0 1 0 0,1 0-1 0 0,0 0 0 0 0,0 1 1 0 0,0-1-1 0 0,0 0 1 0 0,0 0-1 0 0,-1 0 1 0 0,1 1-1 0 0,0-1 1 0 0,0 0-1 0 0,0 0 0 0 0,0 0 1 0 0,0 1-1 0 0,0-1 1 0 0,0 0-1 0 0,0 0 1 0 0,0 0-1 0 0,0 1 1 0 0,0-1-1 0 0,0 0 0 0 0,0 0 1 0 0,0 0-1 0 0,0 1 1 0 0,0-1-1 0 0,0 0 1 0 0,0 0-1 0 0,0 0 1 0 0,0 1-1 0 0,0-1 0 0 0,1 0 1 0 0,-1 1-1 0 0,4 4-1826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552 113 5063 0 0,'20'-4'390'0'0,"-9"-2"685"0"0,-10 6-609 0 0,-1-1 0 0 0,1 1 0 0 0,-1-1 0 0 0,0 0 0 0 0,1 1 0 0 0,-1-1 0 0 0,0 0 0 0 0,1 0 0 0 0,-1 1 0 0 0,0-1 0 0 0,0 0 0 0 0,0 0 0 0 0,1 1 0 0 0,-1-1 0 0 0,0 0 0 0 0,0 0 0 0 0,-1-1 0 0 0,-3-13 7988 0 0,0 8-7261 0 0,0 3-733 0 0,0 0 0 0 0,0 1 0 0 0,0-1 0 0 0,-1 0 0 0 0,1 1 0 0 0,-1 0 0 0 0,0 0 0 0 0,-10-4 0 0 0,3 3 194 0 0,0-1 1 0 0,-24-3 0 0 0,6 2-452 0 0,-1 2 0 0 0,0 1 0 0 0,1 1-1 0 0,-1 2 1 0 0,0 1 0 0 0,0 2 0 0 0,-51 11 0 0 0,75-13-194 0 0,1 1 0 0 0,0 0 0 0 0,0 1 0 0 0,0-1 0 0 0,1 1 1 0 0,-7 5-1 0 0,4-2 33 0 0,8-5-41 0 0,-1-1-1 0 0,1 1 0 0 0,-1-1 1 0 0,0 1-1 0 0,1-1 0 0 0,-1 1 0 0 0,1 0 1 0 0,-1-1-1 0 0,1 1 0 0 0,0 0 1 0 0,-1-1-1 0 0,1 1 0 0 0,0 0 1 0 0,-1 0-1 0 0,1-1 0 0 0,0 1 1 0 0,0 0-1 0 0,0 0 0 0 0,0-1 0 0 0,-1 1 1 0 0,1 0-1 0 0,0 0 0 0 0,1 0 1 0 0,-1-1-1 0 0,0 1 0 0 0,0 0 1 0 0,0 0-1 0 0,0 0 0 0 0,1-1 0 0 0,-1 1 1 0 0,1 1-1 0 0,0 0 1 0 0,0 2-1 0 0,1 0 0 0 0,0-1 0 0 0,0 1 0 0 0,0 0 0 0 0,1-1 0 0 0,0 0 0 0 0,-1 1 0 0 0,1-1 0 0 0,0 0 0 0 0,0 0 0 0 0,6 4 0 0 0,5 2 0 0 0,25 13 0 0 0,-30-17 0 0 0,22 10 48 0 0,1-2 1 0 0,38 11-1 0 0,-14-5-49 0 0,-18-6 1 0 0,-1 2 0 0 0,51 29 0 0 0,-75-36 0 0 0,-1 0 0 0 0,0 1 0 0 0,0 0 0 0 0,0 1 0 0 0,-2 0 0 0 0,1 1 0 0 0,-1 0 0 0 0,-1 1 0 0 0,15 23 0 0 0,-22-32 4 0 0,0 0 0 0 0,-1 0 0 0 0,0 0 1 0 0,0 0-1 0 0,1 0 0 0 0,-2 0 0 0 0,1 1 0 0 0,0-1 0 0 0,-1 0 1 0 0,1 0-1 0 0,-1 1 0 0 0,0-1 0 0 0,0 0 0 0 0,0 1 0 0 0,-1-1 0 0 0,1 0 1 0 0,-1 1-1 0 0,0-1 0 0 0,0 0 0 0 0,0 0 0 0 0,0 0 0 0 0,-1 0 1 0 0,1 0-1 0 0,-1 0 0 0 0,-3 4 0 0 0,2-2 3 0 0,-1-1 0 0 0,0 0 1 0 0,0 0-1 0 0,0 0 0 0 0,0 0 0 0 0,-1-1 0 0 0,0 0 1 0 0,1 0-1 0 0,-1 0 0 0 0,-1-1 0 0 0,1 1 0 0 0,0-1 1 0 0,0 0-1 0 0,-9 1 0 0 0,-23 4-7 0 0,0-2 0 0 0,-1-1 0 0 0,-42-2 0 0 0,18-5 0 0 0,-67-11 0 0 0,110 11-53 0 0,1-1 1 0 0,0-1-1 0 0,0-1 0 0 0,-25-10 0 0 0,34 12 19 0 0,0-1 0 0 0,1 0-1 0 0,-1 0 1 0 0,1-1 0 0 0,0 1-1 0 0,0-2 1 0 0,1 1 0 0 0,0-1-1 0 0,0-1 1 0 0,-6-7 0 0 0,11 12-67 0 0,1 1 1 0 0,-1-1-1 0 0,1 1 1 0 0,0-1-1 0 0,0 0 1 0 0,0 1-1 0 0,0-1 1 0 0,0 0-1 0 0,1 0 1 0 0,-1 1-1 0 0,1-1 1 0 0,0 0-1 0 0,0 0 1 0 0,0 0-1 0 0,0 0 1 0 0,0 0-1 0 0,1 0 1 0 0,-1 1-1 0 0,1-1 1 0 0,-1 0-1 0 0,1 0 1 0 0,0 1-1 0 0,1-1 1 0 0,-1 0-1 0 0,2-2 1 0 0,1-1-439 0 0,0 0 0 0 0,1 0 0 0 0,0 0 0 0 0,0 1 1 0 0,0-1-1 0 0,0 1 0 0 0,1 1 0 0 0,10-8 0 0 0,11-4-1629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87 11519 0 0,'0'0'528'0'0,"-12"-8"192"0"0,11 7-204 0 0,1 1 0 0 0,-1-1-1 0 0,0 0 1 0 0,1 1 0 0 0,-1-1 0 0 0,0 0-1 0 0,1 1 1 0 0,-1-1 0 0 0,1 0 0 0 0,-1 0-1 0 0,1 0 1 0 0,-1 1 0 0 0,1-1-1 0 0,0 0 1 0 0,-1 0 0 0 0,1 0 0 0 0,0 0-1 0 0,0 0 1 0 0,0 0 0 0 0,0 0 0 0 0,-1 0-1 0 0,1 1 1 0 0,0-1 0 0 0,1-1-1 0 0,14-12 2901 0 0,-10 10-3133 0 0,1 0 1 0 0,0 1-1 0 0,0 0 0 0 0,0 0 0 0 0,0 1 0 0 0,0-1 0 0 0,8-1 0 0 0,48-8 332 0 0,-62 12-613 0 0,29-3-31 0 0,0 1 0 0 0,0 1 1 0 0,58 7-1 0 0,-82-6 52 0 0,-3 0-21 0 0,-1 0 1 0 0,0 0 0 0 0,1 0-1 0 0,-1 0 1 0 0,1 1 0 0 0,-1-1-1 0 0,1 0 1 0 0,-1 1 0 0 0,0-1-1 0 0,1 1 1 0 0,-1-1 0 0 0,0 1-1 0 0,0 0 1 0 0,0 0 0 0 0,1-1-1 0 0,-1 1 1 0 0,0 0 0 0 0,0 0-1 0 0,1 2 1 0 0,-1-2 12 0 0,1 1 1 0 0,-1-1-1 0 0,0 1 0 0 0,-1-1 1 0 0,1 1-1 0 0,0-1 0 0 0,0 1 1 0 0,-1 0-1 0 0,1-1 0 0 0,-1 1 0 0 0,1 0 1 0 0,-1 0-1 0 0,0-1 0 0 0,1 1 1 0 0,-1 0-1 0 0,0 0 0 0 0,-1 3 1 0 0,1-4-11 0 0,0 0 7 0 0,-1 0 0 0 0,1 0 0 0 0,-1 0-1 0 0,0 0 1 0 0,1 0 0 0 0,-1 0 0 0 0,0 0-1 0 0,0 0 1 0 0,1 0 0 0 0,-1 0 0 0 0,0 0 0 0 0,0 0-1 0 0,0-1 1 0 0,0 1 0 0 0,-2 1 0 0 0,1-1 14 0 0,-13 10 1 0 0,0-1 1 0 0,-1-1 0 0 0,0 0-1 0 0,-1-1 1 0 0,0-1-1 0 0,0-1 1 0 0,-35 9-1 0 0,28-7 62 0 0,-5 3-46 0 0,29-11-43 0 0,0 0 0 0 0,0 0 0 0 0,-1 0 0 0 0,1 0 0 0 0,0 0 0 0 0,0 0 0 0 0,0 0 0 0 0,0 0 0 0 0,-1 0 0 0 0,1 0 0 0 0,0 0 0 0 0,0 1 0 0 0,0-1 0 0 0,0 0 0 0 0,0 0 0 0 0,-1 0 0 0 0,1 0 0 0 0,0 0 0 0 0,0 0 0 0 0,0 0 0 0 0,0 0 0 0 0,0 1 0 0 0,0-1 0 0 0,0 0 0 0 0,-1 0 0 0 0,1 0 0 0 0,0 0 0 0 0,0 0 0 0 0,0 1 0 0 0,0-1 0 0 0,0 0 0 0 0,0 0 0 0 0,0 0 0 0 0,0 0 0 0 0,0 1 0 0 0,0-1 0 0 0,0 0 0 0 0,0 0 0 0 0,0 0 0 0 0,0 0 0 0 0,1 2 0 0 0,1 0 0 0 0,-1 0 0 0 0,1-1 0 0 0,0 1 0 0 0,-1-1 0 0 0,1 1 0 0 0,0-1 0 0 0,0 0 0 0 0,0 0 0 0 0,0 0 0 0 0,0 0 0 0 0,0 0 0 0 0,0 0 0 0 0,5 0 0 0 0,37 9 0 0 0,-33-8 0 0 0,109 29 0 0 0,-110-29 0 0 0,-1 1 0 0 0,1 0 0 0 0,-1 0 0 0 0,0 1 0 0 0,9 6 0 0 0,-13-8 0 0 0,-1 1 0 0 0,0-1 0 0 0,0 1 0 0 0,0 0 0 0 0,-1 0 0 0 0,1 1 0 0 0,-1-1 0 0 0,0 1 0 0 0,0-1 0 0 0,0 1 0 0 0,0 0 0 0 0,2 6 0 0 0,-4-8 0 0 0,0 0 0 0 0,0 1 0 0 0,-1-1 0 0 0,1 0 0 0 0,-1 1 0 0 0,0-1 0 0 0,0 1 0 0 0,1-1 0 0 0,-2 1 0 0 0,1-1 0 0 0,0 1 0 0 0,0-1 0 0 0,-1 1 0 0 0,0-1 0 0 0,-1 5 0 0 0,0-3 0 0 0,0 1 0 0 0,0-1 0 0 0,-1 1 0 0 0,0-1 0 0 0,0 0 0 0 0,-5 6 0 0 0,8-10 0 0 0,-4 5 0 0 0,0 0 0 0 0,0-1 0 0 0,-1 1 0 0 0,1-1 0 0 0,-1 0 0 0 0,0-1 0 0 0,0 1 0 0 0,0-1 0 0 0,0 0 0 0 0,-1 0 0 0 0,-11 4 0 0 0,-13 1 7 0 0,-33 5 0 0 0,49-12-21 0 0,-1 1 0 0 0,1-2 1 0 0,0 0-1 0 0,-25-3 0 0 0,37 3-78 0 0,-1-1-1 0 0,1 1 1 0 0,-1-1 0 0 0,1 1-1 0 0,-1-1 1 0 0,1 0-1 0 0,0 0 1 0 0,-1 0-1 0 0,1-1 1 0 0,0 1 0 0 0,-3-3-1 0 0,4 3-20 0 0,1 1-1 0 0,-1-1 1 0 0,0 0 0 0 0,1 0-1 0 0,0 0 1 0 0,-1 0 0 0 0,1 1-1 0 0,-1-1 1 0 0,1 0 0 0 0,0 0-1 0 0,0 0 1 0 0,-1 0 0 0 0,1 0-1 0 0,0 0 1 0 0,0 0 0 0 0,0 0-1 0 0,0 0 1 0 0,0 0 0 0 0,0 0-1 0 0,1 0 1 0 0,-1 0 0 0 0,0 0-1 0 0,0 0 1 0 0,1 1 0 0 0,-1-1-1 0 0,0 0 1 0 0,1 0 0 0 0,-1 0-1 0 0,1 0 1 0 0,-1 1 0 0 0,1-1-1 0 0,0 0 1 0 0,0-1 0 0 0,11-12-1790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18887 0 0,'0'0'1456'0'0,"0"0"-1289"0"0,0-1 1 0 0,0 0-1 0 0,0 0 0 0 0,0 1 0 0 0,0-1 1 0 0,0 0-1 0 0,0 0 0 0 0,1 1 0 0 0,-1-1 1 0 0,0 0-1 0 0,1 1 0 0 0,-1-1 0 0 0,1-1 0 0 0,7-3 1445 0 0,1 1-1 0 0,-1-1 1 0 0,16-5-1 0 0,-10 6-256 0 0,26-6 0 0 0,74-2-1087 0 0,-64 9 191 0 0,111 1-2088 0 0,-137 4-288 0 0,0 3-5350 0 0,-2 1-2104 0 0</inkml:trace>
  <inkml:trace contextRef="#ctx0" brushRef="#br0" timeOffset="1">163 164 22111 0 0,'-68'0'6839'0'0,"70"0"-6158"0"0,10 2-370 0 0,1 0-1 0 0,0-1 1 0 0,0 0-1 0 0,22-2 1 0 0,-4 0-208 0 0,57-1-617 0 0,103-15 1 0 0,-98 2-2888 0 0,-2-4-4279 0 0,-46 8-596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7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531 102 6911 0 0,'1'-3'176'0'0,"-1"-1"-1"0"0,0 1 0 0 0,0 0 1 0 0,0-1-1 0 0,-1 1 0 0 0,1 0 0 0 0,-3-7 1 0 0,2 7 1081 0 0,0-1 0 0 0,-1 1-1 0 0,1 0 1 0 0,-1 0 0 0 0,0-1 0 0 0,0 1 0 0 0,-1 0 0 0 0,1 0 0 0 0,0 1 0 0 0,-6-5 0 0 0,4 4 222 0 0,0 0-1 0 0,0 0 1 0 0,-1 0 0 0 0,1 0 0 0 0,-1 1 0 0 0,0 0 0 0 0,-6-2 0 0 0,6 2-2015 0 0,0 1 0 0 0,0 0 0 0 0,-11-1 0 0 0,-21 0 849 0 0,1 2 1 0 0,-73 10-1 0 0,78-5-313 0 0,-1 1 0 0 0,1 1 0 0 0,0 2 0 0 0,-57 25 0 0 0,85-32 0 0 0,0-1 0 0 0,0 1 0 0 0,1 0 0 0 0,-1 0 0 0 0,0 0 0 0 0,1 0 0 0 0,-1 1 0 0 0,-3 4 0 0 0,6-7 0 0 0,-1 0 0 0 0,1 1 0 0 0,0-1 0 0 0,-1 0 0 0 0,1 1 0 0 0,-1-1 0 0 0,1 1 0 0 0,0-1 0 0 0,-1 0 0 0 0,1 1 0 0 0,0-1 0 0 0,0 1 0 0 0,0-1 0 0 0,-1 1 0 0 0,1-1 0 0 0,0 1 0 0 0,0-1 0 0 0,0 1 0 0 0,0 0 0 0 0,0-1 0 0 0,0 1 0 0 0,0-1 0 0 0,0 1 0 0 0,0-1 0 0 0,0 1 0 0 0,0-1 0 0 0,0 1 0 0 0,0-1 0 0 0,0 1 0 0 0,0-1 0 0 0,1 1 0 0 0,-1 0 0 0 0,1 0 0 0 0,0 4 0 0 0,1-1 0 0 0,0 1 0 0 0,0-1 0 0 0,0 0 0 0 0,0 0 0 0 0,1 0 0 0 0,0 0 0 0 0,0-1 0 0 0,0 1 0 0 0,0-1 0 0 0,0 0 0 0 0,1 0 0 0 0,-1 0 0 0 0,7 4 0 0 0,7 4 0 0 0,0-1 0 0 0,20 8 0 0 0,-29-14 0 0 0,51 20 0 0 0,2-3 0 0 0,79 18 0 0 0,61 20 0 0 0,-190-55 0 0 0,-1 1 0 0 0,1 0 0 0 0,11 8 0 0 0,-18-11 0 0 0,-1 0 0 0 0,0 1 0 0 0,0-1 0 0 0,0 1 0 0 0,0 0 0 0 0,-1-1 0 0 0,1 1 0 0 0,-1 1 0 0 0,1-1 0 0 0,-1 0 0 0 0,0 0 0 0 0,0 1 0 0 0,1 5 0 0 0,-2-8 0 0 0,-1 1 0 0 0,0 0 0 0 0,1 0 0 0 0,-1-1 0 0 0,0 1 0 0 0,0 0 0 0 0,-1 0 0 0 0,1-1 0 0 0,0 1 0 0 0,-1 0 0 0 0,1 0 0 0 0,-1-1 0 0 0,1 1 0 0 0,-1 0 0 0 0,0-1 0 0 0,1 1 0 0 0,-1-1 0 0 0,0 1 0 0 0,0-1 0 0 0,0 1 0 0 0,0-1 0 0 0,-1 1 0 0 0,1-1 0 0 0,0 0 0 0 0,-1 0 0 0 0,1 0 0 0 0,-2 1 0 0 0,-5 4 0 0 0,0-1 0 0 0,0-1 0 0 0,-17 7 0 0 0,20-9 0 0 0,-21 8 0 0 0,-1-1 0 0 0,1-1 0 0 0,-1-2 0 0 0,0-1 0 0 0,-51 3 0 0 0,15-6 0 0 0,-90-9 0 0 0,151 7 0 0 0,-53-7-108 0 0,49 6 70 0 0,1-1 0 0 0,0 1 0 0 0,0-1 0 0 0,-1 0 0 0 0,1 0 0 0 0,1 0 0 0 0,-10-6 0 0 0,14 8-16 0 0,0 0-1 0 0,0-1 1 0 0,0 1 0 0 0,0 0 0 0 0,0-1-1 0 0,0 1 1 0 0,0 0 0 0 0,0 0-1 0 0,0-1 1 0 0,0 1 0 0 0,0 0 0 0 0,0-1-1 0 0,0 1 1 0 0,0 0 0 0 0,0-1 0 0 0,1 1-1 0 0,-1 0 1 0 0,0 0 0 0 0,0-1-1 0 0,0 1 1 0 0,0 0 0 0 0,1 0 0 0 0,-1-1-1 0 0,0 1 1 0 0,0 0 0 0 0,0 0-1 0 0,1 0 1 0 0,-1-1 0 0 0,0 1 0 0 0,1 0-1 0 0,7-7-619 0 0,-1 3-120 0 0,0 1 1 0 0,1 0 0 0 0,11-3-1 0 0,10-2-1679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1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7367 0 0,'0'0'568'0'0,"2"0"312"0"0,23-3 10493 0 0,1 3-4239 0 0,27 5-1895 0 0,-24 0-5142 0 0,45 13 0 0 0,-64-14-95 0 0,0-1 1 0 0,0 1-1 0 0,-1 0 1 0 0,12 8-1 0 0,-9-3-2 0 0,-10-5 0 0 0,-1-2 0 0 0,-1-1 0 0 0,1-1 0 0 0,-1 1 0 0 0,1 0 0 0 0,-1-1 0 0 0,0 1 0 0 0,0 0 0 0 0,1-1 0 0 0,-1 1 0 0 0,0 0 0 0 0,0-1 0 0 0,0 1 0 0 0,1 0 0 0 0,-1 0 0 0 0,0-1 0 0 0,0 1 0 0 0,0 0 0 0 0,0-1 0 0 0,0 1 0 0 0,-1 0 0 0 0,1 0 0 0 0,0-1 0 0 0,0 1 0 0 0,0 0 0 0 0,-1-1 0 0 0,1 1 0 0 0,0 0 0 0 0,0-1 0 0 0,-1 1 0 0 0,1-1 0 0 0,-1 1 0 0 0,1 0 0 0 0,-1-1 0 0 0,0 2 0 0 0,0-1 0 0 0,-7 10 0 0 0,-1 0 0 0 0,0 0 0 0 0,0-1 0 0 0,-1 0 0 0 0,0-1 0 0 0,-18 13 0 0 0,12-10 0 0 0,-28 29 0 0 0,20-17 0 0 0,17-18 0 0 0,0 1 0 0 0,0 0 0 0 0,1 0 0 0 0,-9 13 0 0 0,13-14 0 0 0,2-5 0 0 0,0-1 0 0 0,0 1 0 0 0,0-1 0 0 0,0 0 0 0 0,0 1 0 0 0,0-1 0 0 0,0 1 0 0 0,0-1 0 0 0,0 1 0 0 0,0-1 0 0 0,0 1 0 0 0,0-1 0 0 0,1 0 0 0 0,-1 1 0 0 0,0-1 0 0 0,0 1 0 0 0,0-1 0 0 0,1 0 0 0 0,-1 1 0 0 0,0-1 0 0 0,0 0 0 0 0,1 1 0 0 0,-1-1 0 0 0,0 0 0 0 0,1 1 0 0 0,-1-1 0 0 0,0 0 0 0 0,1 1 0 0 0,-1-1 0 0 0,0 0 0 0 0,1 0 0 0 0,-1 0 0 0 0,1 1 0 0 0,0-1 0 0 0,-1 0 0 0 0,7 4 0 0 0,0 0 0 0 0,0 0 0 0 0,0-1 0 0 0,0 0 0 0 0,0 0 0 0 0,0-1 0 0 0,1 0 0 0 0,-1 0 0 0 0,1-1 0 0 0,14 1 0 0 0,6-1 0 0 0,47-5 0 0 0,-20 0 0 0 0,0 1 6 0 0,-26 1-20 0 0,-1 1 0 0 0,1 1 0 0 0,50 7-1 0 0,-77-6-243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21767 0 0,'-9'1'393'0'0,"1"0"1"0"0,-1 0-1 0 0,0-1 0 0 0,0 0 1 0 0,-10-1-1 0 0,17 1-342 0 0,1-1 1 0 0,0 1-1 0 0,-1 0 0 0 0,1 1 0 0 0,-1-1 0 0 0,1 0 1 0 0,-1 0-1 0 0,-4 2 5178 0 0,7-1-4748 0 0,4 1-345 0 0,-1 1 1 0 0,1-2-1 0 0,-1 1 1 0 0,1 0-1 0 0,0-1 1 0 0,0 0-1 0 0,5 0 0 0 0,39 2 131 0 0,-24-2-112 0 0,283 3 301 0 0,-189-5-366 0 0,30-2-349 0 0,-40-2-1166 0 0,-73 0-1495 0 0,1 1-3649 0 0,-2-1-2541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17047 0 0,'-18'5'13664'0'0,"20"-5"-13604"0"0,0 1 0 0 0,0-1 0 0 0,-1 1-1 0 0,1-1 1 0 0,0 1 0 0 0,-1 0 0 0 0,1-1 0 0 0,-1 1 0 0 0,3 2-1 0 0,2 0 46 0 0,17 5-85 0 0,0-1 0 0 0,0-1 0 0 0,0-1 0 0 0,36 3-1 0 0,-1 0-90 0 0,-44-6 24 0 0,-3 0 25 0 0,-1 0-1 0 0,1 0 0 0 0,-1 0 0 0 0,1 1 1 0 0,-1 1-1 0 0,18 9 0 0 0,-28-13 22 0 0,1 0 0 0 0,-1 0-1 0 0,1 0 1 0 0,-1 0-1 0 0,0 0 1 0 0,1 1 0 0 0,-1-1-1 0 0,1 0 1 0 0,-1 0 0 0 0,1 1-1 0 0,-1-1 1 0 0,0 0-1 0 0,1 1 1 0 0,-1-1 0 0 0,0 0-1 0 0,1 1 1 0 0,-1-1 0 0 0,0 0-1 0 0,0 1 1 0 0,1-1-1 0 0,-1 1 1 0 0,0-1 0 0 0,0 1-1 0 0,0-1 1 0 0,0 1 0 0 0,0-1-1 0 0,1 1 1 0 0,-1-1-1 0 0,0 0 1 0 0,0 1 0 0 0,0-1-1 0 0,0 1 1 0 0,0-1 0 0 0,0 1-1 0 0,-1 0 1 0 0,1 0-3 0 0,0 1 6 0 0,0 1 0 0 0,-1-1 0 0 0,1 0 1 0 0,-1 0-1 0 0,1 0 0 0 0,-1 1 0 0 0,0-1 0 0 0,0 0 0 0 0,0 0 1 0 0,0 0-1 0 0,0 0 0 0 0,0 0 0 0 0,-1-1 0 0 0,1 1 0 0 0,-1 0 0 0 0,1-1 1 0 0,-1 1-1 0 0,-2 1 0 0 0,-3 3 18 0 0,0 0-1 0 0,-17 9 1 0 0,-10 3-64 0 0,-1-1-1 0 0,-64 20 1 0 0,92-34-452 0 0,1-1 0 0 0,0 1 1 0 0,-11 6-1 0 0,5 0-1408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470 169 4607 0 0,'2'-9'407'0'0,"-2"3"381"0"0,0 0 1 0 0,0 0-1 0 0,0 0 0 0 0,-3-12 0 0 0,2 12 756 0 0,-1 0 0 0 0,0 0-1 0 0,0 0 1 0 0,0 1 0 0 0,-1-1-1 0 0,0 1 1 0 0,0 0 0 0 0,-1 0-1 0 0,1 0 1 0 0,-1 0 0 0 0,0 0-1 0 0,0 1 1 0 0,-8-7 0 0 0,-13-5 1059 0 0,-4 4-5143 0 0,17 9 2638 0 0,-1 0-1 0 0,0 2 1 0 0,-1-1 0 0 0,1 1 0 0 0,0 1 0 0 0,0 1-1 0 0,0 0 1 0 0,0 0 0 0 0,0 1 0 0 0,-18 6 0 0 0,2 0-40 0 0,1 2 1 0 0,0 0 0 0 0,-39 23-1 0 0,62-30-45 0 0,0 0-1 0 0,0-1 1 0 0,1 2-1 0 0,-1-1 1 0 0,1 0-1 0 0,0 1 1 0 0,-8 8-1 0 0,11-10-11 0 0,0-1 1 0 0,0 1-1 0 0,0 0 1 0 0,1-1-1 0 0,-1 1 0 0 0,0 0 1 0 0,1-1-1 0 0,-1 1 1 0 0,1 0-1 0 0,-1 0 0 0 0,1 0 1 0 0,0 0-1 0 0,0-1 1 0 0,0 1-1 0 0,0 0 0 0 0,0 0 1 0 0,0 0-1 0 0,1 0 0 0 0,-1-1 1 0 0,1 1-1 0 0,-1 0 1 0 0,1 0-1 0 0,-1 0 0 0 0,1-1 1 0 0,0 1-1 0 0,0-1 1 0 0,1 3-1 0 0,2 1-1 0 0,0 0 0 0 0,0 0 0 0 0,0 0 0 0 0,1-1 0 0 0,-1 1 0 0 0,1-1 0 0 0,0 0 0 0 0,0 0 0 0 0,9 4 0 0 0,8 3 0 0 0,27 10 0 0 0,-14-6 0 0 0,3-1 0 0 0,63 17 0 0 0,12 3 0 0 0,-98-28 0 0 0,0 1 0 0 0,0 0 0 0 0,-1 1 0 0 0,1 0 0 0 0,12 11 0 0 0,-26-18-3 0 0,1 0 1 0 0,-1 0-1 0 0,1 0 0 0 0,-1 1 1 0 0,1-1-1 0 0,-1 1 0 0 0,0-1 1 0 0,0 1-1 0 0,0-1 0 0 0,0 1 1 0 0,0 0-1 0 0,0-1 0 0 0,0 1 1 0 0,0 0-1 0 0,-1 0 0 0 0,1 0 1 0 0,-1-1-1 0 0,1 1 0 0 0,-1 0 1 0 0,0 0-1 0 0,0 0 0 0 0,0 3 1 0 0,0-2-8 0 0,-1-1 0 0 0,0 1 1 0 0,0-1-1 0 0,0 0 1 0 0,0 1-1 0 0,0-1 1 0 0,0 0-1 0 0,-1 0 1 0 0,1 0-1 0 0,-1 0 0 0 0,1 0 1 0 0,-1 0-1 0 0,0 0 1 0 0,0-1-1 0 0,0 1 1 0 0,-3 2-1 0 0,-9 5-176 0 0,-1-1 0 0 0,0 0-1 0 0,0-1 1 0 0,0 0 0 0 0,-1-2 0 0 0,1 0 0 0 0,-23 4-1 0 0,24-6-450 0 0,1-1 0 0 0,-1-1 0 0 0,0 0-1 0 0,0-1 1 0 0,-18-2 0 0 0,30 2 578 0 0,-1-1-509 0 0,-1 1 1 0 0,0-1-1 0 0,1 0 0 0 0,-1 0 0 0 0,-5-2 0 0 0,0-4-2165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2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13823 0 0,'0'0'1062'0'0,"1"-1"-693"0"0,11-10 415 0 0,7 4 8658 0 0,-9 13-7036 0 0,-7-3-2162 0 0,1 0 0 0 0,-1 0 0 0 0,0 0 0 0 0,-1 1 1 0 0,1-1-1 0 0,0 1 0 0 0,-1 0 0 0 0,0 0 0 0 0,0 0 0 0 0,0 0 0 0 0,2 8 1 0 0,1 5 127 0 0,4 29 0 0 0,-7-36-296 0 0,2 15-28 0 0,42 321-1210 0 0,-46-312-1584 0 0,-2-20-5135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10135 0 0,'0'0'14545'0'0,"3"0"-12981"0"0,22 0-456 0 0,0-2 0 0 0,46-10-1 0 0,48-19-396 0 0,16-4-571 0 0,-80 27-91 0 0,-49 7-40 0 0,1 1-1 0 0,-1 0 0 0 0,0 0 0 0 0,0 1 0 0 0,0 0 0 0 0,12 3 0 0 0,-16-3-1 0 0,0 0 0 0 0,0 0-1 0 0,0 0 1 0 0,0 0 0 0 0,0 1-1 0 0,0-1 1 0 0,-1 1 0 0 0,1-1-1 0 0,-1 1 1 0 0,1 0 0 0 0,-1-1-1 0 0,1 1 1 0 0,-1 0 0 0 0,0 0-1 0 0,0 0 1 0 0,0 0-1 0 0,0 0 1 0 0,0 1 0 0 0,0-1-1 0 0,-1 0 1 0 0,1 0 0 0 0,-1 0-1 0 0,0 1 1 0 0,1-1 0 0 0,-1 0-1 0 0,0 3 1 0 0,0 7 103 0 0,0 1 0 0 0,-1-1-1 0 0,-4 18 1 0 0,1-9 63 0 0,-2 0 0 0 0,-8 21 0 0 0,6-18-76 0 0,0 0 0 0 0,-5 32 1 0 0,13-56-107 0 0,0 0 0 0 0,0 0 1 0 0,0 1-1 0 0,0-1 0 0 0,0 0 1 0 0,0 0-1 0 0,0 1 0 0 0,0-1 1 0 0,0 0-1 0 0,0 0 0 0 0,0 1 1 0 0,0-1-1 0 0,0 0 0 0 0,0 0 1 0 0,0 1-1 0 0,0-1 0 0 0,0 0 1 0 0,0 0-1 0 0,0 1 1 0 0,0-1-1 0 0,0 0 0 0 0,0 0 1 0 0,0 1-1 0 0,1-1 0 0 0,-1 0 1 0 0,0 0-1 0 0,0 0 0 0 0,0 1 1 0 0,0-1-1 0 0,1 0 0 0 0,-1 0 1 0 0,0 0-1 0 0,0 0 0 0 0,0 0 1 0 0,1 1-1 0 0,-1-1 0 0 0,0 0 1 0 0,0 0-1 0 0,1 0 0 0 0,-1 0 1 0 0,0 0-1 0 0,0 0 0 0 0,1 0 1 0 0,-1 0-1 0 0,0 0 0 0 0,0 0 1 0 0,1 0-1 0 0,-1 0 0 0 0,0 0 1 0 0,0 0-1 0 0,1 0 0 0 0,-1 0 1 0 0,0 0-1 0 0,0 0 0 0 0,1 0 1 0 0,-1 0-1 0 0,14-7-288 0 0,-13 7 300 0 0,2-2-59 0 0,0-1 0 0 0,0 1 0 0 0,0-1 0 0 0,0 1 0 0 0,-1-1 0 0 0,1 0 1 0 0,-1 0-1 0 0,4-5 0 0 0,14-30-193 0 0,-15 27 194 0 0,7-18-33 0 0,0-1 0 0 0,9-42 0 0 0,-19 65 99 0 0,-2 6 138 0 0,0 3-18 0 0,2 7-73 0 0,0 1-1 0 0,1-1 1 0 0,0 0 0 0 0,0 0 0 0 0,1 0 0 0 0,0-1-1 0 0,1 1 1 0 0,-1-1 0 0 0,2 0 0 0 0,-1 0 0 0 0,1-1-1 0 0,0 0 1 0 0,1 0 0 0 0,12 11 0 0 0,-12-13-336 0 0,0 0 1 0 0,0 0-1 0 0,1 0 1 0 0,-1-1-1 0 0,1 0 1 0 0,0-1-1 0 0,10 3 0 0 0,-11-4-405 0 0,0 0 0 0 0,0-1-1 0 0,0 0 1 0 0,1 0 0 0 0,-1-1-1 0 0,0 0 1 0 0,0 0 0 0 0,1-1-1 0 0,7-1 1 0 0,6-3-7589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3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32 5983 0 0,'-12'-20'513'0'0,"-1"9"7318"0"0,1 20-1569 0 0,10-6-5397 0 0,-1 1 0 0 0,1-1 1 0 0,1 0-1 0 0,-1 0 0 0 0,0 1 1 0 0,1-1-1 0 0,0 1 1 0 0,-2 6-1 0 0,-4 32 359 0 0,6-37-786 0 0,-2 17-274 0 0,1-1-1 0 0,1 1 1 0 0,0-1 0 0 0,2 1-1 0 0,1-1 1 0 0,0 1-1 0 0,2-1 1 0 0,0 0 0 0 0,2 0-1 0 0,11 30 1 0 0,-13-41-171 0 0,-1 0 0 0 0,2-1 1 0 0,-1 0-1 0 0,2 0 0 0 0,-1 0 0 0 0,1 0 1 0 0,0-1-1 0 0,1 0 0 0 0,0 0 0 0 0,0-1 0 0 0,16 13 1 0 0,-16-14-104 0 0,1-1 1 0 0,1 1 0 0 0,-1-1-1 0 0,1-1 1 0 0,12 5 0 0 0,-18-8 66 0 0,-1 0 0 0 0,1-1 0 0 0,0 1 0 0 0,0-1 0 0 0,-1 0 0 0 0,1 0 0 0 0,0 0 0 0 0,0 0 0 0 0,0 0 0 0 0,-1 0 0 0 0,1-1 0 0 0,0 0 0 0 0,-1 1 0 0 0,1-1 0 0 0,0 0 1 0 0,-1 0-1 0 0,1 0 0 0 0,-1-1 0 0 0,1 1 0 0 0,-1-1 0 0 0,0 1 0 0 0,1-1 0 0 0,2-3 0 0 0,-1 1 16 0 0,0-1 1 0 0,-1 0-1 0 0,1 0 1 0 0,-1 0-1 0 0,0 0 1 0 0,0-1-1 0 0,-1 1 0 0 0,1-1 1 0 0,-1 0-1 0 0,-1 1 1 0 0,3-12-1 0 0,0-5-40 0 0,1-40 0 0 0,-4 57 56 0 0,-1 0 0 0 0,0 0 1 0 0,0 0-1 0 0,0 1 0 0 0,-1-1 1 0 0,0 0-1 0 0,1 0 0 0 0,-2 1 1 0 0,1-1-1 0 0,0 0 0 0 0,-4-6 1 0 0,4 10 72 0 0,-10 8 247 0 0,-2 4-15 0 0,9-5-261 0 0,0 0 0 0 0,0 0 0 0 0,1 1 1 0 0,0-1-1 0 0,0 1 0 0 0,1 0 0 0 0,0 0 0 0 0,0 0 0 0 0,1 0 0 0 0,-1 0 1 0 0,1 0-1 0 0,1 1 0 0 0,0-1 0 0 0,0 0 0 0 0,0 0 0 0 0,1 1 0 0 0,0-1 1 0 0,0 0-1 0 0,1 0 0 0 0,0 0 0 0 0,0 0 0 0 0,1 0 0 0 0,-1-1 0 0 0,2 1 1 0 0,-1-1-1 0 0,1 0 0 0 0,0 0 0 0 0,0 0 0 0 0,0 0 0 0 0,1 0 0 0 0,0-1 1 0 0,0 0-1 0 0,0 0 0 0 0,10 6 0 0 0,-6-6-365 0 0,-1 0-1 0 0,15 6 1 0 0,0-5-2304 0 0,-1-5-6536 0 0</inkml:trace>
  <inkml:trace contextRef="#ctx0" brushRef="#br0" timeOffset="1">15 143 9671 0 0,'-15'4'12350'0'0,"19"-1"-11550"0"0,1 0 0 0 0,-1 0 0 0 0,0 0 1 0 0,1-1-1 0 0,0 0 0 0 0,5 3 0 0 0,-1-3-274 0 0,0 1-1 0 0,18 2 1 0 0,0-3-828 0 0,39-2 1 0 0,-54 0 560 0 0,126-11-1427 0 0,-47-2-7044 0 0,-38 4-176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14279 0 0,'0'0'15484'0'0,"2"0"-14676"0"0,34-7-273 0 0,-1 1 0 0 0,2 2 0 0 0,44 1 0 0 0,-73 3-544 0 0,0 1-1 0 0,0 0 1 0 0,0 0 0 0 0,0 1-1 0 0,0 0 1 0 0,-1 0 0 0 0,13 5-1 0 0,-19-6 13 0 0,0 0 1 0 0,0 0-1 0 0,0 0 0 0 0,0 0 0 0 0,0-1 0 0 0,0 1 0 0 0,-1 0 0 0 0,1 1 1 0 0,0-1-1 0 0,0 0 0 0 0,-1 0 0 0 0,1 0 0 0 0,0 0 0 0 0,-1 1 0 0 0,1-1 1 0 0,-1 0-1 0 0,0 0 0 0 0,1 1 0 0 0,-1-1 0 0 0,0 0 0 0 0,0 1 0 0 0,0-1 1 0 0,0 2-1 0 0,0 2 6 0 0,-1 0 0 0 0,1-1 0 0 0,-1 1 1 0 0,0-1-1 0 0,-1 6 0 0 0,-2 1-9 0 0,-1 0 0 0 0,0 0 0 0 0,-1 0 0 0 0,0-1 0 0 0,-8 11 0 0 0,-41 47 0 0 0,23-28 0 0 0,-18 21 0 0 0,-36 47 0 0 0,80-99 0 0 0,6-9 0 0 0,0 0 0 0 0,0 0 0 0 0,-1 1 0 0 0,1-1 0 0 0,0 0 0 0 0,0 1 0 0 0,0-1 0 0 0,0 0 0 0 0,-1 1 0 0 0,1-1 0 0 0,0 0 0 0 0,0 1 0 0 0,0-1 0 0 0,0 0 0 0 0,0 1 0 0 0,0-1 0 0 0,0 1 0 0 0,0-1 0 0 0,0 0 0 0 0,0 1 0 0 0,0-1 0 0 0,0 0 0 0 0,0 1 0 0 0,1-1 0 0 0,-1 0 0 0 0,0 1 0 0 0,0-1 0 0 0,0 0 0 0 0,0 1 0 0 0,1-1 0 0 0,-1 0 0 0 0,0 1 0 0 0,0-1 0 0 0,1 0 0 0 0,-1 0 0 0 0,0 1 0 0 0,1-1 0 0 0,10 5 0 0 0,-10-5 0 0 0,3 2 0 0 0,1-1 0 0 0,-1 0 0 0 0,1-1 0 0 0,0 1 0 0 0,0-1 0 0 0,-1 0 0 0 0,9 0 0 0 0,36-8 0 0 0,-19 2 0 0 0,108-17-2370 0 0,-2-6-4725 0 0,-108 23-2920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25943 0 0,'0'0'3295'0'0,"-1"1"-2790"0"0,-9 2 110 0 0,9-3-584 0 0,0 0 0 0 0,-1 0 0 0 0,1 0 0 0 0,0 1 0 0 0,0-1 0 0 0,-1 1 0 0 0,1-1 1 0 0,0 1-1 0 0,0-1 0 0 0,0 1 0 0 0,0 0 0 0 0,0-1 0 0 0,0 1 0 0 0,0 0 0 0 0,0 0 0 0 0,0 0 0 0 0,0 0 0 0 0,0 0 0 0 0,0 0 0 0 0,0 0 0 0 0,1 0 0 0 0,-1 0 1 0 0,0 0-1 0 0,1 0 0 0 0,-1 2 0 0 0,-1 4-2169 0 0,0 2-5632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5063 0 0,'-10'14'23104'0'0,"7"-6"-21976"0"0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 10591 0 0,'-20'-19'18537'0'0,"18"22"-16765"0"0,-2 1-4297 0 0,3-2 2645 0 0,0 0 0 0 0,-1 0 0 0 0,1 0 1 0 0,0 0-1 0 0,0 0 0 0 0,0 0 0 0 0,1 1 0 0 0,-1-1 0 0 0,0 0 0 0 0,1 0 0 0 0,0 1 0 0 0,-1 2 1 0 0,1 35 461 0 0,1-22-450 0 0,22 248 859 0 0,-18-231-966 0 0,21 125 51 0 0,-24-155-256 0 0,-1 4-1174 0 0,1-1 1 0 0,-1 0-1 0 0,0 10 0 0 0,8-48-2339 0 0,-3-5-543 0 0,-1 14-2592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71 5527 0 0,'-39'3'1009'0'0,"13"-2"2930"0"0,7-1 2688 0 0,0 1 4473 0 0,34-7-9973 0 0,-5 2-850 0 0,55-16 100 0 0,78-12-1 0 0,-104 26-238 0 0,1 1 0 0 0,0 3 0 0 0,55 2 0 0 0,-87 1-138 0 0,0 0 0 0 0,0 0 0 0 0,1 1 0 0 0,-1 0 0 0 0,8 3 0 0 0,-12-4 0 0 0,-1 1 0 0 0,1 0 0 0 0,-1 0 0 0 0,1 0 0 0 0,-1 0 0 0 0,0 0 0 0 0,1 1 0 0 0,-1 0 0 0 0,-1-1 0 0 0,1 1 0 0 0,0 0 0 0 0,3 5 0 0 0,-5-5 8 0 0,0-1 0 0 0,0 1 0 0 0,0-1 0 0 0,-1 1 0 0 0,1 0 0 0 0,-1-1 0 0 0,1 1 0 0 0,-1-1-1 0 0,0 1 1 0 0,0 0 0 0 0,0-1 0 0 0,0 1 0 0 0,-1 0 0 0 0,1-1 0 0 0,-1 1 0 0 0,0-1 0 0 0,1 1 0 0 0,-1-1 0 0 0,0 1 0 0 0,-2 2 0 0 0,-1 3 28 0 0,0-1 1 0 0,0 1-1 0 0,-1-1 1 0 0,-10 13-1 0 0,-8 3 17 0 0,0-1 0 0 0,-2-1 0 0 0,-31 20 0 0 0,22-21-224 0 0,22-13-118 0 0,-1 1 0 0 0,-11 9-1 0 0,21-14-443 0 0,-1 0-1 0 0,1 1 0 0 0,-1-1 0 0 0,1 1 1 0 0,-5 7-1 0 0,2 2-8802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8751 0 0,'0'0'17704'0'0,"3"0"-15817"0"0,10 4-904 0 0,0-1-1 0 0,26 3 1 0 0,-21-4-751 0 0,-16-2-217 0 0,-1 1 1 0 0,0-1 0 0 0,1 0-1 0 0,-1 0 1 0 0,1 1-1 0 0,-1-1 1 0 0,0 0 0 0 0,1 1-1 0 0,-1-1 1 0 0,0 1 0 0 0,1 0-1 0 0,-1-1 1 0 0,0 1 0 0 0,0 0-1 0 0,0 0 1 0 0,0 0-1 0 0,0 0 1 0 0,0 0 0 0 0,0 0-1 0 0,0 0 1 0 0,0 0 0 0 0,0 0-1 0 0,0 1 1 0 0,-1-1 0 0 0,1 0-1 0 0,0 0 1 0 0,-1 1-1 0 0,1-1 1 0 0,-1 1 0 0 0,0-1-1 0 0,1 0 1 0 0,-1 1 0 0 0,0-1-1 0 0,0 1 1 0 0,0-1 0 0 0,0 0-1 0 0,0 1 1 0 0,0-1-1 0 0,0 1 1 0 0,0-1 0 0 0,-1 3-1 0 0,-1 3 69 0 0,0 0 1 0 0,-1 0-1 0 0,0 0 0 0 0,0-1 0 0 0,0 1 0 0 0,-6 8 0 0 0,-16 19-84 0 0,-11 19 0 0 0,33-48 0 0 0,0 0 0 0 0,0 1 0 0 0,1-1 0 0 0,0 1 0 0 0,0-1 0 0 0,0 1 0 0 0,1 0 0 0 0,-1 7 0 0 0,2-4 0 0 0,3 0 0 0 0,-1-7 0 0 0,0 1 0 0 0,0-1 1 0 0,1 0-1 0 0,-1 0 0 0 0,1 0 0 0 0,-1 0 0 0 0,1 0 0 0 0,0-1 1 0 0,-1 1-1 0 0,1-1 0 0 0,0 0 0 0 0,0 0 0 0 0,0 0 0 0 0,0 0 1 0 0,0 0-1 0 0,1-1 0 0 0,-1 1 0 0 0,0-1 0 0 0,4 0 0 0 0,6 1-4 0 0,0-2 0 0 0,1 0 0 0 0,15-3 0 0 0,-12 1-145 0 0,0-1 1 0 0,-1-1-1 0 0,0-1 1 0 0,22-11 0 0 0,5-4-5266 0 0,-26 13 868 0 0,14-7-4947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19807 0 0,'-16'0'12332'0'0,"17"0"-12043"0"0,34-3-711 0 0,-1 1 1 0 0,0 1-1 0 0,0 2 0 0 0,58 9 0 0 0,-70-4-2184 0 0,-7 0-5032 0 0,-5 0-1022 0 0</inkml:trace>
  <inkml:trace contextRef="#ctx0" brushRef="#br0" timeOffset="1">67 164 14743 0 0,'-16'3'12668'0'0,"18"-3"-12241"0"0,122-24-296 0 0,-81 16-2926 0 0,1-1-3726 0 0,-6 3-1525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25 23119 0 0,'0'0'1060'0'0,"-3"-16"392"0"0,1 8 1440 0 0,5 24-2389 0 0,-1 0-1 0 0,-1 0 1 0 0,-1 1-1 0 0,0-1 1 0 0,-4 23 0 0 0,1-5-196 0 0,-2 40 20 0 0,-8 187 67 0 0,13-246-370 0 0,0-1 1 0 0,0 1-1 0 0,2 0 1 0 0,0 0-1 0 0,0-1 1 0 0,7 21-1 0 0,-8-31-29 0 0,1 0-1 0 0,0 0 0 0 0,0 0 1 0 0,0 0-1 0 0,0-1 0 0 0,0 1 1 0 0,1 0-1 0 0,0-1 1 0 0,0 0-1 0 0,0 0 0 0 0,0 0 1 0 0,0 0-1 0 0,0 0 1 0 0,1 0-1 0 0,0-1 0 0 0,-1 0 1 0 0,1 1-1 0 0,0-2 1 0 0,0 1-1 0 0,0 0 0 0 0,0-1 1 0 0,1 0-1 0 0,-1 1 1 0 0,0-2-1 0 0,8 2 0 0 0,-4-2-22 0 0,0 0-1 0 0,0 0 1 0 0,0-1-1 0 0,0 0 1 0 0,0 0-1 0 0,-1-1 1 0 0,1 0 0 0 0,0 0-1 0 0,-1-1 1 0 0,1 0-1 0 0,-1 0 1 0 0,0-1-1 0 0,0 0 1 0 0,-1 0-1 0 0,1-1 1 0 0,-1 0-1 0 0,0 0 1 0 0,0 0-1 0 0,0-1 1 0 0,-1 1-1 0 0,0-2 1 0 0,0 1-1 0 0,0 0 1 0 0,-1-1-1 0 0,0 0 1 0 0,0 0-1 0 0,4-12 1 0 0,-7 17 26 0 0,15-50-11 0 0,-15 47 13 0 0,0 0 1 0 0,-1 0-1 0 0,1 1 0 0 0,-1-1 1 0 0,0 0-1 0 0,0 0 0 0 0,-1 0 0 0 0,1 0 1 0 0,-2-5-1 0 0,2 9 0 0 0,-1 0 0 0 0,1 0 0 0 0,-1 0 0 0 0,1 0 0 0 0,-1 0-1 0 0,1 0 1 0 0,-1 0 0 0 0,0 0 0 0 0,1 0 0 0 0,-1 0 0 0 0,0 0 0 0 0,0 0 0 0 0,0 0 0 0 0,0 1 0 0 0,0-1-1 0 0,0 0 1 0 0,0 1 0 0 0,0-1 0 0 0,-1 0 0 0 0,-1 0 0 0 0,1 0 0 0 0,0 1-1 0 0,-1-1 1 0 0,1 1 0 0 0,-1 0 0 0 0,1 0-1 0 0,-1 0 1 0 0,-4 0 0 0 0,-1 1 4 0 0,0 1 0 0 0,1 0 0 0 0,-1 0 0 0 0,-14 6 0 0 0,-1 5 59 0 0,0 1 0 0 0,0 0 0 0 0,1 2 0 0 0,-38 36 0 0 0,54-46-90 0 0,1-1 1 0 0,0 1-1 0 0,0 0 1 0 0,0 0-1 0 0,1 1 1 0 0,-5 8-1 0 0,8-14-205 0 0,26 10-3946 0 0,-17-9 3182 0 0,-1-1 1 0 0,1 0 0 0 0,12 0-1 0 0,8-2-1181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6:59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23 596 17623 0 0,'0'0'13592'0'0,"2"0"-13217"0"0,0-1-353 0 0,0 0 0 0 0,-1 0 1 0 0,1 0-1 0 0,0 0 0 0 0,-1 0 0 0 0,1 0 1 0 0,-1 0-1 0 0,1-1 0 0 0,-1 1 1 0 0,1-1-1 0 0,-1 1 0 0 0,0-1 0 0 0,0 0 1 0 0,0 1-1 0 0,0-1 0 0 0,0 0 0 0 0,0 0 1 0 0,0 1-1 0 0,0-1 0 0 0,-1 0 1 0 0,1 0-1 0 0,0-2 0 0 0,0-7 119 0 0,1 0 0 0 0,-1 0 0 0 0,-1-12 0 0 0,1-2-40 0 0,0-107-101 0 0,-2 67 0 0 0,0 16 0 0 0,-2 0 0 0 0,-2 1 0 0 0,-12-52 0 0 0,16 98 0 0 0,1-1 0 0 0,-1 1 0 0 0,1-1 0 0 0,-1 1 0 0 0,0-1 0 0 0,0 1 0 0 0,0 0 0 0 0,0-1 0 0 0,0 1 0 0 0,0 0 0 0 0,-1 0 0 0 0,-2-4 0 0 0,4 6 0 0 0,0 0 0 0 0,-1-1 0 0 0,1 1 0 0 0,0 0 0 0 0,0 0 0 0 0,0 0 0 0 0,-1 0 0 0 0,1 0 0 0 0,0-1 0 0 0,0 1 0 0 0,-1 0 0 0 0,1 0 0 0 0,0 0 0 0 0,-1 0 0 0 0,1 0 0 0 0,0 0 0 0 0,0 0 0 0 0,-1 0 0 0 0,1 0 0 0 0,0 0 0 0 0,0 0 0 0 0,-1 0 0 0 0,1 0 0 0 0,0 0 0 0 0,-1 0 0 0 0,1 1 0 0 0,0-1 0 0 0,0 0 0 0 0,-1 0 0 0 0,1 0 0 0 0,0 0 0 0 0,0 0 0 0 0,0 1 0 0 0,-1-1 0 0 0,1 0 0 0 0,0 0 0 0 0,0 0 0 0 0,0 1 0 0 0,-1-1 0 0 0,1 0 0 0 0,0 0 0 0 0,0 0 0 0 0,0 1 0 0 0,0-1 0 0 0,0 0 0 0 0,0 0 0 0 0,0 1 0 0 0,-1-1 0 0 0,1 0 0 0 0,0 1 0 0 0,0-1 0 0 0,0 0 0 0 0,-1 5 0 0 0,-1 0 0 0 0,1-1 0 0 0,0 1 0 0 0,0 0 0 0 0,1-1 0 0 0,0 1 0 0 0,-1 0 0 0 0,1 0 0 0 0,2 7 0 0 0,0 4 0 0 0,6 23 0 0 0,-4-28-6 0 0,-1-1 0 0 0,1 0 0 0 0,1 0 1 0 0,0-1-1 0 0,0 1 0 0 0,1-1 0 0 0,0 0 0 0 0,1-1 0 0 0,-1 1 0 0 0,10 7 1 0 0,-7-7-14 0 0,1 0 1 0 0,1-1-1 0 0,0 0 1 0 0,0-1 0 0 0,0 0-1 0 0,1-1 1 0 0,25 10 0 0 0,-27-12 3 0 0,0-1 1 0 0,0-1-1 0 0,0 1 1 0 0,0-2-1 0 0,1 0 0 0 0,-1 0 1 0 0,1 0-1 0 0,-1-2 1 0 0,1 1-1 0 0,13-3 1 0 0,-16 1 7 0 0,0 0 0 0 0,-1-1 0 0 0,1 1 0 0 0,0-2 0 0 0,-1 1 0 0 0,0-1 0 0 0,0 0 1 0 0,0 0-1 0 0,0-1 0 0 0,-1 0 0 0 0,1 0 0 0 0,-1-1 0 0 0,0 0 0 0 0,5-7 0 0 0,-3 2-59 0 0,0-1 0 0 0,-1 1 0 0 0,0-2 0 0 0,-1 1 0 0 0,7-20 0 0 0,16-67-279 0 0,-27 91 364 0 0,-2 7 298 0 0,0 2-205 0 0,-5 41 136 0 0,1 47 1 0 0,4-64-234 0 0,-1 3-63 0 0,2 1 0 0 0,0-1 1 0 0,3 0-1 0 0,0 0 0 0 0,1 0 0 0 0,2-1 0 0 0,19 49 0 0 0,-22-67-578 0 0,1-1 1 0 0,0 0-1 0 0,0 0 0 0 0,0 0 0 0 0,1-1 0 0 0,9 9 0 0 0,-9-12-4496 0 0,-6-4 4756 0 0,1 0 0 0 0,-1 0 0 0 0,1 0 1 0 0,0 0-1 0 0,11 1-9679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96 16127 0 0,'0'2'6445'0'0,"-1"4"-5506"0"0,0 0 0 0 0,0 0 0 0 0,1 0-1 0 0,0 0 1 0 0,0-1 0 0 0,0 1 0 0 0,2 8-1 0 0,11 45-106 0 0,-10-47-340 0 0,29 96 461 0 0,-18-64-937 0 0,17 89 0 0 0,-28-118-10 0 0,-2-8-45 0 0,0 0-1 0 0,0 0 0 0 0,-1 0 0 0 0,1 0 1 0 0,-2 7-1 0 0,1-13-93 0 0,-12-22-4826 0 0,-1-32 1393 0 0,1-1-1 0 0,-4-58 1 0 0,1 1 948 0 0,10 88 2123 0 0,-21-106 3595 0 0,19 101 8879 0 0,9 27-10906 0 0,3-2-842 0 0,0 0-1 0 0,1 0 1 0 0,-1 1 0 0 0,1 0-1 0 0,-1 0 1 0 0,12-2-1 0 0,39-2 253 0 0,-25 3-339 0 0,164-10-57 0 0,-69 16-87 0 0,-108-1 0 0 0,-1 0 0 0 0,1 2 0 0 0,-1 0 0 0 0,0 0 0 0 0,18 9 0 0 0,-31-11 10 0 0,0-1 0 0 0,-1 1 0 0 0,0 0 1 0 0,1 0-1 0 0,-1 0 0 0 0,0 0 0 0 0,0 1 0 0 0,0-1 0 0 0,-1 1 0 0 0,1 0 0 0 0,0 0 1 0 0,-1 0-1 0 0,0 0 0 0 0,0 0 0 0 0,0 0 0 0 0,0 1 0 0 0,1 4 0 0 0,-1-4 8 0 0,-1 1-1 0 0,0-1 0 0 0,-1 1 0 0 0,1 0 0 0 0,-1-1 0 0 0,0 1 1 0 0,0 0-1 0 0,0-1 0 0 0,-1 1 0 0 0,0-1 0 0 0,0 1 0 0 0,0 0 1 0 0,-4 8-1 0 0,-3 7 49 0 0,-1-1 1 0 0,-1 0 0 0 0,0-1 0 0 0,-20 27-1 0 0,4-13 72 0 0,-40 41 0 0 0,-22 2-138 0 0,43-38 0 0 0,36-28-72 0 0,21-16-36 0 0,-8 5 96 0 0,60-41-318 0 0,-46 30 278 0 0,0 1-1 0 0,1 0 1 0 0,1 1-1 0 0,31-13 1 0 0,-40 21 52 0 0,-3 1 15 0 0,-8 2-5 0 0,1 0 1 0 0,0 0-1 0 0,-1 1 1 0 0,1-1-1 0 0,-1 0 1 0 0,1 0-1 0 0,0 0 1 0 0,-1 1 0 0 0,1-1-1 0 0,-1 0 1 0 0,1 0-1 0 0,-1 1 1 0 0,1-1-1 0 0,-1 0 1 0 0,1 1-1 0 0,-1-1 1 0 0,1 1-1 0 0,-1-1 1 0 0,1 1-1 0 0,-1-1 1 0 0,1 2 0 0 0,7 10 134 0 0,-7-11-121 0 0,18 43 103 0 0,-16-35-103 0 0,0-1 0 0 0,1 0 0 0 0,0 0 0 0 0,0-1 1 0 0,0 1-1 0 0,1-1 0 0 0,0 0 0 0 0,1 0 0 0 0,6 7 0 0 0,-3-6-22 0 0,1-1 1 0 0,0 1-1 0 0,0-1 0 0 0,0-1 0 0 0,1 0 1 0 0,17 7-1 0 0,-5-6-22 0 0,0-1 0 0 0,0 0 0 0 0,35 2 0 0 0,-55-8-311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 11519 0 0,'-5'-3'15139'0'0,"3"5"-14874"0"0,1-1 0 0 0,0 0 1 0 0,0 1-1 0 0,0-1 0 0 0,0 1 1 0 0,0-1-1 0 0,0 1 0 0 0,0 0 0 0 0,0 0 1 0 0,0-1-1 0 0,1 1 0 0 0,-1 2 1 0 0,-6 26 384 0 0,7-27-503 0 0,-7 52 386 0 0,4 0-1 0 0,4 94 1 0 0,-1-135-500 0 0,15 165 105 0 0,-9-139-107 0 0,2-1 1 0 0,19 57-1 0 0,-24-84-31 0 0,-1-6 0 0 0,0 0 0 0 0,1 0 0 0 0,-1 0 0 0 0,5 7 0 0 0,-7-13 0 0 0,0 1 0 0 0,0-1 0 0 0,0 0 0 0 0,0 0 0 0 0,0 0 0 0 0,0 0 0 0 0,0 0 0 0 0,0 0 0 0 0,0 1 0 0 0,0-1 0 0 0,0 0 0 0 0,0 0 0 0 0,1 0 0 0 0,-1 0 0 0 0,0 0 0 0 0,0 0 0 0 0,0 1 0 0 0,0-1 0 0 0,0 0 0 0 0,0 0 0 0 0,0 0 0 0 0,0 0 0 0 0,0 0 0 0 0,0 0 0 0 0,1 0 0 0 0,-1 0 0 0 0,0 0 0 0 0,0 0 0 0 0,0 1 0 0 0,0-1 0 0 0,0 0 0 0 0,0 0 0 0 0,0 0 0 0 0,1 0 0 0 0,-1 0 0 0 0,0 0 0 0 0,0 0 0 0 0,0 0 0 0 0,0 0 0 0 0,0 0 0 0 0,1 0 0 0 0,-1 0 0 0 0,0 0 0 0 0,0 0 0 0 0,0 0 0 0 0,0 0 0 0 0,0 0 0 0 0,0 0 0 0 0,1-1 0 0 0,-1 1 0 0 0,0 0 0 0 0,0 0 0 0 0,0 0 0 0 0,0 0 0 0 0,0 0 0 0 0,0 0 0 0 0,0 0 0 0 0,0 0 0 0 0,1 0 0 0 0,-1 0 0 0 0,0-1 0 0 0,0 1 0 0 0,0 0 0 0 0,0 0 0 0 0,0 0 0 0 0,0 0 0 0 0,0 0 0 0 0,2-7 0 0 0,7-41-9 0 0,-5 23-5 0 0,1-1 0 0 0,1 0 1 0 0,17-43-1 0 0,-11 44 14 0 0,0 0 0 0 0,22-31 0 0 0,-28 47 0 0 0,1 0 0 0 0,0 0 0 0 0,1 1 0 0 0,0 0 0 0 0,0 0 0 0 0,1 1 0 0 0,0 0 0 0 0,15-10 0 0 0,-23 17 0 0 0,0-1 0 0 0,1 0 0 0 0,-1 1 0 0 0,0-1 0 0 0,0 1 0 0 0,1-1 0 0 0,-1 1 0 0 0,0 0 0 0 0,1 0 0 0 0,-1-1 0 0 0,0 1 0 0 0,1 0 0 0 0,-1 0 0 0 0,0 0 0 0 0,1 1 0 0 0,-1-1 0 0 0,0 0 0 0 0,1 0 0 0 0,-1 1 0 0 0,0-1 0 0 0,1 1 0 0 0,-1-1 0 0 0,0 1 0 0 0,0-1 0 0 0,0 1 0 0 0,0 0 0 0 0,1-1 0 0 0,-1 1 0 0 0,0 0 0 0 0,0 0 0 0 0,0 0 0 0 0,-1 0 0 0 0,1 0 0 0 0,0 0 0 0 0,0 0 0 0 0,0 0 0 0 0,-1 1 0 0 0,2 0 0 0 0,1 6 0 0 0,0-1 0 0 0,0 0 0 0 0,0 1 0 0 0,-1-1 0 0 0,2 10 0 0 0,3 32 24 0 0,2 96-1 0 0,-4-47-6 0 0,1 2-3406 0 0,6-103-926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2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64 25887 0 0,'-1'0'2345'0'0,"-4"-1"-857"0"0,16-14 399 0 0,-1 9-1782 0 0,0 0 1 0 0,0 1-1 0 0,1 0 1 0 0,-1 0-1 0 0,1 1 1 0 0,0 1-1 0 0,1 0 1 0 0,-1 0-1 0 0,0 1 1 0 0,18-1-1 0 0,-24 2-105 0 0,-4 1 0 0 0,1-1 0 0 0,-1 1 0 0 0,0 0 0 0 0,1 0 0 0 0,-1 0 0 0 0,1 0 0 0 0,-1 0 0 0 0,0 0 0 0 0,1 0 0 0 0,-1 0 0 0 0,0 1 0 0 0,1-1 0 0 0,-1 1 0 0 0,0-1 0 0 0,3 2 0 0 0,12 9 0 0 0,-15-11 0 0 0,-1 0 0 0 0,1 1 0 0 0,-1-1 0 0 0,1 1 0 0 0,-1-1 0 0 0,1 0 0 0 0,-1 1 0 0 0,0-1 0 0 0,1 1 0 0 0,-1-1 0 0 0,1 1 0 0 0,-1 0 0 0 0,0-1 0 0 0,0 1 0 0 0,1-1 0 0 0,-1 1 0 0 0,0-1 0 0 0,0 1 0 0 0,0 0 0 0 0,0-1 0 0 0,1 1 0 0 0,-1 0 0 0 0,0-1 0 0 0,0 1 0 0 0,0-1 0 0 0,0 1 0 0 0,-1 1 0 0 0,1 0 0 0 0,0 4 0 0 0,0-1 0 0 0,-1 1 0 0 0,0-1 0 0 0,0 1 0 0 0,0 0 0 0 0,0-1 0 0 0,-1 0 0 0 0,0 1 0 0 0,-4 6 0 0 0,-4 7 0 0 0,-13 20 0 0 0,16-28 0 0 0,-37 53 0 0 0,27-40 0 0 0,0 0 0 0 0,2 1 0 0 0,0 1 0 0 0,-16 42 0 0 0,28-56 0 0 0,3 2 0 0 0,4-11 0 0 0,-3-2 0 0 0,2 1 0 0 0,-1 0 0 0 0,1 1 0 0 0,1-1 0 0 0,-1-1 0 0 0,0 1 0 0 0,0 0 0 0 0,1-1 0 0 0,-1 1 0 0 0,1-1 0 0 0,-1 0 0 0 0,1 0 0 0 0,-1-1 0 0 0,1 1 0 0 0,0-1 0 0 0,-1 0 0 0 0,1 0 0 0 0,0 0 0 0 0,5-1 0 0 0,4 0 0 0 0,0-1 0 0 0,1-1 0 0 0,21-6 0 0 0,7-7-809 0 0,-1-1-1 0 0,-1-2 1 0 0,-1-2 0 0 0,-1-2-1 0 0,-1-1 1 0 0,-1-2 0 0 0,55-50-1 0 0,-64 51-8843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 12895 0 0,'-13'0'18400'0'0,"59"1"-17040"0"0,-6-1-1317 0 0,63-6-1 0 0,-99 6 139 0 0,13-2-1848 0 0,-16 2 1416 0 0,0 0 1 0 0,-1 0 0 0 0,1 0 0 0 0,0 1-1 0 0,0-1 1 0 0,-1 0 0 0 0,1 0-1 0 0,0 0 1 0 0,-1 0 0 0 0,1 1 0 0 0,-1-1-1 0 0,1 0 1 0 0,0 1 0 0 0,-1-1-1 0 0,1 0 1 0 0,-1 1 0 0 0,1-1 0 0 0,-1 1-1 0 0,1-1 1 0 0,0 2 0 0 0,3 5-2189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 22543 0 0,'-9'4'419'0'0,"5"-3"-220"0"0,1 0-1 0 0,0 0 1 0 0,0 0 0 0 0,0 1-1 0 0,0-1 1 0 0,0 1 0 0 0,0 0-1 0 0,0 0 1 0 0,1 0-1 0 0,-4 4 2966 0 0,17-2-1272 0 0,5 1-1658 0 0,0-1-1 0 0,0-1 0 0 0,0-1 1 0 0,0 0-1 0 0,32-1 0 0 0,83-14 1078 0 0,-106 10-1259 0 0,74-15-52 0 0,-34 6 0 0 0,-41 6 0 0 0,-23 4-737 0 0,-8 2-1343 0 0,-10 2-5324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35 13823 0 0,'-2'1'1062'0'0,"-1"-1"-973"0"0,-1 0 1 0 0,1 0 0 0 0,-1 0 0 0 0,0 0 0 0 0,-18-5 12923 0 0,38-7-12405 0 0,-5 8-483 0 0,0 1-1 0 0,1 0 1 0 0,-1 0 0 0 0,0 1 0 0 0,1 0-1 0 0,17 1 1 0 0,-12 1 68 0 0,0 0 0 0 0,-1 2-1 0 0,33 6 1 0 0,-41-6-189 0 0,-1 0 0 0 0,1 1 0 0 0,-1-1 0 0 0,0 1 0 0 0,0 1 0 0 0,0-1 0 0 0,12 10 0 0 0,-17-12-3 0 0,0 1 1 0 0,0 0-1 0 0,0 0 0 0 0,0 0 0 0 0,0 1 1 0 0,0-1-1 0 0,-1 0 0 0 0,1 1 1 0 0,-1-1-1 0 0,0 1 0 0 0,0-1 0 0 0,0 1 1 0 0,0 0-1 0 0,0 0 0 0 0,0-1 0 0 0,-1 1 1 0 0,1 0-1 0 0,-1 0 0 0 0,0 0 1 0 0,0-1-1 0 0,0 1 0 0 0,0 0 0 0 0,0 0 1 0 0,-2 4-1 0 0,-1 7 36 0 0,-1-1-1 0 0,-1 0 1 0 0,0 0-1 0 0,-1 0 1 0 0,0-1-1 0 0,-1 0 1 0 0,-16 21-1 0 0,-70 73 465 0 0,42-52-342 0 0,-10 9 192 0 0,40-44-186 0 0,2 1 0 0 0,0 1 0 0 0,-27 40 0 0 0,45-60-164 0 0,1-1 1 0 0,0 0 0 0 0,0 1 0 0 0,0-1 0 0 0,0 0-1 0 0,0 1 1 0 0,-1-1 0 0 0,1 1 0 0 0,0-1 0 0 0,0 0-1 0 0,0 1 1 0 0,0-1 0 0 0,0 1 0 0 0,0-1 0 0 0,0 1-1 0 0,0-1 1 0 0,1 0 0 0 0,-1 1 0 0 0,0-1 0 0 0,0 1-1 0 0,0-1 1 0 0,0 0 0 0 0,1 1 0 0 0,-1-1 0 0 0,0 0-1 0 0,0 1 1 0 0,0-1 0 0 0,1 0 0 0 0,-1 1 0 0 0,0-1-1 0 0,1 0 1 0 0,-1 1 0 0 0,0-1 0 0 0,1 0 0 0 0,0 1-1 0 0,13 6 52 0 0,-13-7-53 0 0,9 3-4 0 0,0 0 0 0 0,1-1 1 0 0,-1 0-1 0 0,1-1 0 0 0,-1 0 0 0 0,1-1 0 0 0,13 0 1 0 0,77-13-49 0 0,-78 9 42 0 0,41-8-1127 0 0,115-39 0 0 0,-78 15-8641 0 0,-64 20 898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99 10591 0 0,'-8'-24'-208'0'0,"5"17"2243"0"0,1-1 1 0 0,-1 1-1 0 0,0 0 0 0 0,-7-11 1 0 0,8 16-1615 0 0,1 0 1 0 0,-1 0 0 0 0,0 0-1 0 0,0 0 1 0 0,0 0 0 0 0,0 0-1 0 0,0 0 1 0 0,-1 1 0 0 0,1-1-1 0 0,0 1 1 0 0,-1 0 0 0 0,1 0-1 0 0,-1 0 1 0 0,0 0 0 0 0,1 0-1 0 0,-1 0 1 0 0,-3 0 0 0 0,1 1-214 0 0,0 0 0 0 0,0 0 0 0 0,0 0 0 0 0,0 0 0 0 0,-1 1 0 0 0,1 0 0 0 0,0 0 0 0 0,0 0-1 0 0,1 1 1 0 0,-8 3 0 0 0,-6 3 244 0 0,-21 13 0 0 0,36-19-401 0 0,-18 10 93 0 0,1 2 0 0 0,0 0 0 0 0,0 1 0 0 0,2 0 0 0 0,0 2-1 0 0,1 0 1 0 0,-26 34 0 0 0,40-47-144 0 0,0 1 1 0 0,0 0-1 0 0,1-1 0 0 0,-1 1 0 0 0,1 0 0 0 0,0 0 1 0 0,1 0-1 0 0,-1 0 0 0 0,1 0 0 0 0,0 1 1 0 0,0-1-1 0 0,0 7 0 0 0,2-10-17 0 0,-1 1 0 0 0,0-1 0 0 0,0 1 0 0 0,1-1 0 0 0,0 1 0 0 0,-1-1 0 0 0,1 1 0 0 0,0-1 0 0 0,0 0 1 0 0,0 1-1 0 0,1-1 0 0 0,-1 0 0 0 0,0 0 0 0 0,1 0 0 0 0,-1 0 0 0 0,1 0 0 0 0,0 0 0 0 0,0 0 0 0 0,0 0 0 0 0,0-1 0 0 0,0 1 0 0 0,0-1 0 0 0,0 0 0 0 0,0 1 0 0 0,1-1 0 0 0,-1 0 0 0 0,3 1 0 0 0,3 0-35 0 0,-1-1 0 0 0,0 1 0 0 0,0-1 0 0 0,0 0 0 0 0,1-1 1 0 0,-1 1-1 0 0,1-1 0 0 0,-1-1 0 0 0,0 0 0 0 0,0 0 0 0 0,11-3 0 0 0,-2 0-41 0 0,-1-1 1 0 0,0-1-1 0 0,0 0 0 0 0,17-10 0 0 0,-13 4 53 0 0,0 0-1 0 0,0-2 1 0 0,-2 0-1 0 0,28-27 1 0 0,-44 40 361 0 0,-3 11 0 0 0,-12 51 347 0 0,5-27-597 0 0,2 1 0 0 0,1-1 0 0 0,2 1 0 0 0,-1 41 0 0 0,6-59-114 0 0,-1 1-1 0 0,2-1 1 0 0,0 0 0 0 0,1 0-1 0 0,9 28 1 0 0,-12-44-69 0 0,1 0 0 0 0,-1 0-1 0 0,1 0 1 0 0,-1 0 0 0 0,1 0 0 0 0,0 0 0 0 0,-1 0 0 0 0,1 0-1 0 0,0 0 1 0 0,0 0 0 0 0,0-1 0 0 0,0 1 0 0 0,0 0 0 0 0,-1-1-1 0 0,1 1 1 0 0,0 0 0 0 0,1-1 0 0 0,-1 1 0 0 0,0-1-1 0 0,0 0 1 0 0,0 1 0 0 0,0-1 0 0 0,0 0 0 0 0,0 1 0 0 0,0-1-1 0 0,1 0 1 0 0,-1 0 0 0 0,2 0 0 0 0,0-1-318 0 0,0 1-1 0 0,0-1 1 0 0,0 0 0 0 0,0 0-1 0 0,0 0 1 0 0,0 0 0 0 0,0 0 0 0 0,-1-1-1 0 0,6-2 1 0 0,8-7-1746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24 11975 0 0,'-18'5'17567'0'0,"25"-5"-15695"0"0,50-11-1166 0 0,55-5-456 0 0,-98 15-253 0 0,-1 0 1 0 0,0 2-1 0 0,0-1 0 0 0,0 2 1 0 0,0 0-1 0 0,18 4 0 0 0,-27-5 6 0 0,-1 1 1 0 0,0-1-1 0 0,0 0 1 0 0,0 1-1 0 0,0-1 1 0 0,-1 1-1 0 0,1 0 1 0 0,0 0-1 0 0,-1 0 0 0 0,1 0 1 0 0,-1 0-1 0 0,0 1 1 0 0,1-1-1 0 0,2 5 1 0 0,-3-3 0 0 0,0 1 1 0 0,0-1 0 0 0,0 0-1 0 0,0 1 1 0 0,-1-1 0 0 0,0 1-1 0 0,0 0 1 0 0,0-1 0 0 0,0 7-1 0 0,-1 4 16 0 0,0 0 0 0 0,-2 0-1 0 0,0 0 1 0 0,0 0-1 0 0,-6 19 1 0 0,-12 39 47 0 0,-2-1-1 0 0,-62 134 1 0 0,44-133-472 0 0,39-71-55 0 0</inkml:trace>
  <inkml:trace contextRef="#ctx0" brushRef="#br0" timeOffset="1">39 331 9215 0 0,'2'0'7924'0'0,"11"-1"-4885"0"0,0 0-1 0 0,18-4 0 0 0,56-18-1741 0 0,-19 4-1018 0 0,52-6-4865 0 0,-76 16-3955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22895 0 0,'-41'7'1422'0'0,"10"-3"1329"0"0,-60 17 0 0 0,82-19-2545 0 0,0 1-1 0 0,1 1 1 0 0,-1 0-1 0 0,1 0 0 0 0,0 1 1 0 0,0 0-1 0 0,0 0 1 0 0,1 1-1 0 0,-1 0 1 0 0,1 0-1 0 0,-6 8 0 0 0,11-12-196 0 0,0 0 0 0 0,1 1 0 0 0,-1-1 0 0 0,1 1 0 0 0,-1-1 0 0 0,1 1 0 0 0,0-1 0 0 0,0 1 0 0 0,0 0 0 0 0,0-1 0 0 0,0 1 0 0 0,1 0 0 0 0,-1 0 0 0 0,1 0 0 0 0,0 0 0 0 0,0 5 0 0 0,1-5-7 0 0,-1 1 0 0 0,1 0 0 0 0,0 0 0 0 0,1-1 0 0 0,-1 1 0 0 0,1 0 0 0 0,-1-1 0 0 0,1 0 0 0 0,0 1 0 0 0,1-1 0 0 0,2 3 0 0 0,4 4-4 0 0,0 0 0 0 0,1-1-1 0 0,1 0 1 0 0,0-1-1 0 0,23 13 1 0 0,1-3 2 0 0,65 24 0 0 0,-60-26 0 0 0,46 23 0 0 0,-84-38 1 0 0,12 6-3 0 0,-1 1 0 0 0,1 0 0 0 0,-1 1 1 0 0,23 21-1 0 0,-34-27 6 0 0,1 0-1 0 0,-1 0 1 0 0,1 0 0 0 0,-1 0-1 0 0,0 0 1 0 0,0 0 0 0 0,0 0 0 0 0,-1 1-1 0 0,1-1 1 0 0,-1 1 0 0 0,0-1-1 0 0,0 1 1 0 0,0 0 0 0 0,0 0-1 0 0,-1-1 1 0 0,0 1 0 0 0,1 0 0 0 0,-1 0-1 0 0,-1-1 1 0 0,1 1 0 0 0,0 0-1 0 0,-1 0 1 0 0,0-1 0 0 0,0 1 0 0 0,0-1-1 0 0,-2 6 1 0 0,1-5 4 0 0,-1 0 0 0 0,1 0 0 0 0,-1 0 0 0 0,0 0 0 0 0,0-1 0 0 0,0 1 0 0 0,0-1 0 0 0,-1 0-1 0 0,1 0 1 0 0,-1 0 0 0 0,0-1 0 0 0,0 1 0 0 0,0-1 0 0 0,0 0 0 0 0,0 0 0 0 0,-5 2 0 0 0,-3 0 8 0 0,1-1-1 0 0,-1 0 1 0 0,1 0-1 0 0,-1-1 0 0 0,-13 1 1 0 0,7-2-254 0 0,1-1-1 0 0,-1 0 1 0 0,0-1-1 0 0,1-1 1 0 0,-1-1-1 0 0,1-1 1 0 0,0 0-1 0 0,0-1 1 0 0,0-1-1 0 0,1 0 1 0 0,0-1 0 0 0,-25-15-1 0 0,19 4-7077 0 0,3-4-2308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2303 0 0,'0'0'102'0'0,"3"0"-1"0"0,50-11 9873 0 0,2 2-1 0 0,56-1 1 0 0,-63 9-7934 0 0,0 3-4828 0 0,-24 0 2770 0 0,1 1 0 0 0,-1 1 0 0 0,41 13 1 0 0,-51-12-4659 0 0,27 13 0 0 0,-22-7-4901 0 0</inkml:trace>
  <inkml:trace contextRef="#ctx0" brushRef="#br0" timeOffset="1">735 401 22519 0 0,'-3'5'281'0'0,"1"1"1"0"0,0 0-1 0 0,1-1 0 0 0,0 1 0 0 0,-1 0 1 0 0,2 0-1 0 0,-1-1 0 0 0,1 1 0 0 0,0 8 1 0 0,-1 22 3590 0 0,1-35-3782 0 0,1 0 0 0 0,-1 0 0 0 0,1 1 0 0 0,0-1 0 0 0,0 0 0 0 0,0 0 0 0 0,0 0 0 0 0,0 0 0 0 0,0 0 0 0 0,2 2 0 0 0,-3-3-85 0 0,0 0-7 0 0,1 1 1 0 0,-1-1-1 0 0,0 1 0 0 0,1-1 0 0 0,-1 1 1 0 0,1-1-1 0 0,-1 0 0 0 0,0 1 0 0 0,1-1 1 0 0,-1 0-1 0 0,1 1 0 0 0,-1-1 0 0 0,1 0 1 0 0,-1 0-1 0 0,1 1 0 0 0,0-1 0 0 0,-1 0 1 0 0,1 0-1 0 0,-1 0 0 0 0,1 0 0 0 0,-1 0 1 0 0,1 0-1 0 0,0 0 0 0 0,-1 0 0 0 0,1 0 1 0 0,-1 0-1 0 0,1 0 0 0 0,-1 0 0 0 0,1 0 1 0 0,0-1-1 0 0,1 0-59 0 0,2 1-420 0 0,0-2-1 0 0,0 1 0 0 0,0 0 0 0 0,0-1 1 0 0,0 0-1 0 0,0 0 0 0 0,0 0 0 0 0,3-3 0 0 0,7-5-8915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 26087 0 0,'-5'-5'6695'0'0,"26"8"-7032"0"0,-2 0 475 0 0,3-1-138 0 0,3 0 0 0 0,42 8 0 0 0,-61-9 0 0 0,0 0 0 0 0,0 1 0 0 0,-1 0 0 0 0,1 1 0 0 0,0-1 0 0 0,-1 1 0 0 0,1 0 0 0 0,-1 0 0 0 0,0 1 0 0 0,0-1 0 0 0,0 1 0 0 0,5 7 0 0 0,-7-9-2 0 0,-1 1 0 0 0,-1 0 1 0 0,1-1-1 0 0,0 1 0 0 0,-1 0 0 0 0,1 0 0 0 0,-1 1 1 0 0,0-1-1 0 0,0 0 0 0 0,0 0 0 0 0,-1 0 0 0 0,1 6 1 0 0,-1-3-14 0 0,0 0 1 0 0,0 0 0 0 0,-1 0 0 0 0,1 0-1 0 0,-2 0 1 0 0,-1 8 0 0 0,-4 4 57 0 0,0-1-1 0 0,-1 0 1 0 0,-14 23 0 0 0,-11 9-32 0 0,-50 60-1 0 0,31-44 1 0 0,36-45-23 0 0,9-12 23 0 0,0 0 1 0 0,1 0-1 0 0,0 1 0 0 0,0 0 0 0 0,1 0 0 0 0,-7 16 1 0 0,11-15-66 0 0,2-1 41 0 0,1-7 13 0 0,0 0 0 0 0,1 0 0 0 0,-1-1 0 0 0,0 1 0 0 0,0-1 0 0 0,1 1 0 0 0,-1-1 0 0 0,1 0 0 0 0,-1 0 0 0 0,1 0 0 0 0,0-1 0 0 0,-1 1 0 0 0,1 0 0 0 0,0-1 0 0 0,4 1 0 0 0,7 0 0 0 0,22-1 0 0 0,5-3-59 0 0,0-1 0 0 0,0-2-1 0 0,-1-2 1 0 0,65-21 0 0 0,29-7-557 0 0,-106 26 400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0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17 23927 0 0,'-7'-1'466'0'0,"4"0"-219"0"0,-1 1 0 0 0,1-1 1 0 0,0 0-1 0 0,0 0 0 0 0,0 0 1 0 0,0-1-1 0 0,1 1 1 0 0,-4-3-1 0 0,6 4-230 0 0,0 0 0 0 0,0 1 1 0 0,0-1-1 0 0,0 0 0 0 0,0 0 0 0 0,0 0 0 0 0,0 0 0 0 0,0 0 1 0 0,0 0-1 0 0,0 0 0 0 0,0 0 0 0 0,1 0 0 0 0,-1 0 0 0 0,0 0 1 0 0,0 0-1 0 0,0 0 0 0 0,0 0 0 0 0,0 0 0 0 0,0 0 0 0 0,0 0 1 0 0,0 0-1 0 0,0 0 0 0 0,0 0 0 0 0,0 0 0 0 0,1 0 0 0 0,-1 0 1 0 0,0 0-1 0 0,0 0 0 0 0,0-1 0 0 0,0 1 0 0 0,0 0 1 0 0,0 0-1 0 0,0 0 0 0 0,0 0 0 0 0,0 0 0 0 0,0 0 0 0 0,0 0 1 0 0,0 0-1 0 0,0 0 0 0 0,0 0 0 0 0,0 0 0 0 0,0 0 0 0 0,1 0 1 0 0,-1-1-1 0 0,0 1 0 0 0,0 0 0 0 0,0 0 0 0 0,0 0 0 0 0,0 0 1 0 0,0 0-1 0 0,0 0 0 0 0,0 0 0 0 0,0 0 0 0 0,0 0 0 0 0,0 0 1 0 0,0 0-1 0 0,0-1 0 0 0,0 1 0 0 0,0 0 0 0 0,-1 0 0 0 0,1 0 1 0 0,0 0-1 0 0,0 0 0 0 0,0 0 0 0 0,0 0 0 0 0,0 0 0 0 0,15-1 621 0 0,-12 1-523 0 0,-1 0 1 0 0,1 0-1 0 0,0 1 0 0 0,0-1 0 0 0,0 1 0 0 0,0 0 0 0 0,0 0 0 0 0,0 0 0 0 0,-1 0 1 0 0,4 2-1 0 0,-4-1-8 0 0,0 0 1 0 0,0 0-1 0 0,0 1 1 0 0,0-1 0 0 0,0 1-1 0 0,-1-1 1 0 0,1 1-1 0 0,-1 0 1 0 0,0-1-1 0 0,0 1 1 0 0,0 0-1 0 0,0 0 1 0 0,0 0 0 0 0,0 4-1 0 0,1 8 218 0 0,0 23 0 0 0,-2-30-239 0 0,11 220 170 0 0,-11-208-776 0 0,5 25-1 0 0,-4-39 369 0 0,0 0-1 0 0,1 0 1 0 0,-1-1 0 0 0,1 1 0 0 0,0 0-1 0 0,1-1 1 0 0,-1 0 0 0 0,1 1-1 0 0,4 4 1 0 0,0-3-2133 0 0,2-2-4428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84 5983 0 0,'-46'6'-1091'0'0,"30"-2"4835"0"0,0 0 0 0 0,-17 6 1 0 0,22-6-574 0 0,0 1 1 0 0,1 0 0 0 0,-18 12 0 0 0,20-12-2674 0 0,0 2 0 0 0,-11 10 0 0 0,9-6-94 0 0,0-1-119 0 0,0 1 1 0 0,0 0-1 0 0,-9 16 1 0 0,17-24-272 0 0,1 0 1 0 0,-1 0-1 0 0,0 0 1 0 0,1 0-1 0 0,0 0 1 0 0,0 1-1 0 0,0-1 1 0 0,0 1-1 0 0,0-1 1 0 0,1 0-1 0 0,-1 1 1 0 0,1-1-1 0 0,0 1 1 0 0,0-1-1 0 0,0 1 1 0 0,1-1-1 0 0,-1 1 1 0 0,3 6-1 0 0,-2-8-19 0 0,0 1-1 0 0,1-1 1 0 0,-1 1-1 0 0,1-1 1 0 0,0 0-1 0 0,0 0 1 0 0,-1 0-1 0 0,1 0 1 0 0,1 0-1 0 0,-1 0 1 0 0,0-1 0 0 0,0 1-1 0 0,1-1 1 0 0,-1 1-1 0 0,1-1 1 0 0,-1 0-1 0 0,1 0 1 0 0,0 0-1 0 0,-1 0 1 0 0,6 0-1 0 0,2 1-108 0 0,0-1-1 0 0,-1 0 0 0 0,1 0 1 0 0,16-2-1 0 0,-1-1-585 0 0,0-1 0 0 0,0-2 0 0 0,-1-1 1 0 0,1 0-1 0 0,-2-2 0 0 0,1-1 0 0 0,-1 0 0 0 0,35-21 0 0 0,-42 20-16 0 0,-1 0-1 0 0,1-1 0 0 0,-2-1 0 0 0,1-1 0 0 0,-2 1 1 0 0,0-2-1 0 0,0 0 0 0 0,-2-1 0 0 0,1 0 0 0 0,-2 0 1 0 0,0-2-1 0 0,8-17 0 0 0,-17 32 651 0 0,1-4 18 0 0,1 1 1 0 0,-1-1-1 0 0,0 1 0 0 0,0-1 1 0 0,1-9-1 0 0,-3 14 155 0 0,0 0 0 0 0,0 0 0 0 0,0-1 0 0 0,0 1-1 0 0,0 0 1 0 0,0 0 0 0 0,-1 0 0 0 0,1 0 0 0 0,0 0-1 0 0,-1 0 1 0 0,1 0 0 0 0,0 0 0 0 0,-1 0 0 0 0,1 0-1 0 0,-1 0 1 0 0,0 0 0 0 0,1 0 0 0 0,-1 0 0 0 0,0 0-1 0 0,0 0 1 0 0,1 0 0 0 0,-1 1 0 0 0,0-1 0 0 0,0 0-1 0 0,0 0 1 0 0,0 1 0 0 0,0-1 0 0 0,0 1 0 0 0,0-1-1 0 0,0 1 1 0 0,0 0 0 0 0,0-1 0 0 0,0 1 0 0 0,0 0-1 0 0,-2-1 1 0 0,-2 0 579 0 0,-1 1-1 0 0,1-1 1 0 0,0 1 0 0 0,0-1-1 0 0,-1 2 1 0 0,1-1-1 0 0,0 1 1 0 0,0-1 0 0 0,0 1-1 0 0,-1 1 1 0 0,1-1 0 0 0,0 1-1 0 0,1 0 1 0 0,-9 4-1 0 0,11-5-609 0 0,-1 1 0 0 0,1-1 0 0 0,0 1 0 0 0,0 0 0 0 0,0 0 0 0 0,0-1-1 0 0,0 1 1 0 0,1 1 0 0 0,-1-1 0 0 0,1 0 0 0 0,-1 0 0 0 0,1 1 0 0 0,0-1-1 0 0,0 0 1 0 0,0 1 0 0 0,0-1 0 0 0,0 1 0 0 0,1 0 0 0 0,-1-1 0 0 0,1 1-1 0 0,-1-1 1 0 0,1 1 0 0 0,0 0 0 0 0,0-1 0 0 0,0 1 0 0 0,1 0 0 0 0,-1-1-1 0 0,0 1 1 0 0,1 0 0 0 0,1 3 0 0 0,2 4-62 0 0,0 0-1 0 0,0 0 1 0 0,1-1 0 0 0,0 1-1 0 0,1-1 1 0 0,0-1 0 0 0,0 1-1 0 0,12 11 1 0 0,9 6-24 0 0,31 25 0 0 0,-38-34 19 0 0,8 5-14 0 0,-12-10 10 0 0,25 25 0 0 0,-37-34-11 0 0,-1 1 0 0 0,1 0 1 0 0,-1 0-1 0 0,0 1 0 0 0,-1-1 0 0 0,1 1 1 0 0,-1-1-1 0 0,0 1 0 0 0,0 0 0 0 0,0 0 1 0 0,1 9-1 0 0,-2-12-2 0 0,-1 1 1 0 0,0-1-1 0 0,0 0 0 0 0,0 1 1 0 0,0-1-1 0 0,-1 0 1 0 0,1 0-1 0 0,-1 1 0 0 0,1-1 1 0 0,-1 0-1 0 0,0 0 0 0 0,0 0 1 0 0,0 0-1 0 0,0 1 0 0 0,0-1 1 0 0,0-1-1 0 0,-1 1 1 0 0,1 0-1 0 0,-1 0 0 0 0,1 0 1 0 0,-1-1-1 0 0,0 1 0 0 0,0-1 1 0 0,-3 3-1 0 0,-4 2-61 0 0,0-1 0 0 0,-1 0 0 0 0,0-1 1 0 0,-10 4-1 0 0,6-3-21 0 0,-27 9-852 0 0,-2-1 0 0 0,0-3 0 0 0,-69 8 0 0 0,90-15-5870 0 0,2-2-2143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17967 0 0,'0'0'1878'0'0,"-1"2"-1782"0"0,-3 15 2321 0 0,-2-1 0 0 0,-11 26 0 0 0,-21 29-1642 0 0,-123 271 3537 0 0,98-174-5145 0 0,60-159-30 0 0,0 1-1 0 0,0-1 1 0 0,1 0 0 0 0,-1 19 0 0 0,5-17-5913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1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8 11975 0 0,'0'0'923'0'0,"-13"-5"5754"0"0,7 4-4971 0 0,-1 0 1 0 0,1 1-1 0 0,0 0 0 0 0,-10 0 0 0 0,5 2-785 0 0,0 0 0 0 0,-12 3 0 0 0,8-1-632 0 0,1 2 0 0 0,-1 0 0 0 0,-21 12-1 0 0,34-18-278 0 0,-10 7 105 0 0,-1 1 1 0 0,1 0-1 0 0,-21 18 0 0 0,27-18-39 0 0,3 1-1 0 0,3-6-79 0 0,0-1-1 0 0,1 0 1 0 0,-1 0 0 0 0,0 1 0 0 0,1-1 0 0 0,0 0 0 0 0,-1 0 0 0 0,1 1 0 0 0,0-1 0 0 0,0 0-1 0 0,0 0 1 0 0,1 0 0 0 0,-1 0 0 0 0,0 0 0 0 0,1-1 0 0 0,-1 1 0 0 0,1 0 0 0 0,0-1-1 0 0,-1 1 1 0 0,1-1 0 0 0,2 2 0 0 0,6 4-25 0 0,0-1 0 0 0,21 10 0 0 0,-20-11 56 0 0,19 8-45 0 0,51 16 1 0 0,15 5-12 0 0,-88-31 29 0 0,-6-2 0 0 0,1 0 0 0 0,0 0 0 0 0,0 0 0 0 0,-1 1 0 0 0,1-1 0 0 0,-1 1 0 0 0,1-1 0 0 0,-1 1 0 0 0,1 0 0 0 0,-1 0 0 0 0,0 0 0 0 0,0 0 0 0 0,0 0 0 0 0,0 0 0 0 0,-1 1 0 0 0,1-1 0 0 0,1 4 0 0 0,-2 2 0 0 0,-2-5 6 0 0,0 0 0 0 0,0 0 0 0 0,-1 0 0 0 0,1 0 0 0 0,-1-1 0 0 0,1 1 0 0 0,-1 0 1 0 0,0-1-1 0 0,0 0 0 0 0,-1 1 0 0 0,1-1 0 0 0,0 0 0 0 0,-1 0 0 0 0,1 0 0 0 0,-1 0 0 0 0,0-1 0 0 0,1 1 0 0 0,-1-1 0 0 0,-5 2 0 0 0,-4 2 29 0 0,0 0-1 0 0,0-1 0 0 0,-18 3 1 0 0,11-4-280 0 0,0 0 1 0 0,0-1-1 0 0,-29-1 1 0 0,2-5-9794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 11975 0 0,'0'0'2662'0'0,"14"-7"5003"0"0,-16 7-8125 0 0,-4-1 4130 0 0,6 1-3537 0 0,-1 0 0 0 0,1 0 0 0 0,0-1 0 0 0,0 1 0 0 0,0 0 0 0 0,-1 0 0 0 0,1 0 0 0 0,0 0 0 0 0,0 0 0 0 0,-1 0 0 0 0,1 0 0 0 0,0 0 0 0 0,0 1 0 0 0,-1-1 0 0 0,1 0 0 0 0,0 0 0 0 0,0 0 0 0 0,0 0 0 0 0,-1 0 0 0 0,1 0 0 0 0,0 0 0 0 0,0 0 0 0 0,0 1 0 0 0,-1-1 0 0 0,1 0 0 0 0,0 0 0 0 0,0 0 0 0 0,0 0 0 0 0,0 1 0 0 0,-1-1 0 0 0,1 0 0 0 0,0 0 0 0 0,0 0-1 0 0,0 1 1 0 0,0-1 0 0 0,0 0 0 0 0,1 1-187 0 0,3 4 43 0 0,0 1 23 0 0,14 16 165 0 0,8 9-81 0 0,16 20 22 0 0,-37-44-103 0 0,-1 0 0 0 0,-1-1 0 0 0,1 1 1 0 0,-1 1-1 0 0,0-1 0 0 0,3 13 0 0 0,-1 6 40 0 0,-1 1 0 0 0,-1-1-1 0 0,-2 1 1 0 0,0 0 0 0 0,-2 0-1 0 0,-1 0 1 0 0,-1-1 0 0 0,-1 1-1 0 0,-10 30 1 0 0,12-49-109 0 0,1-6-199 0 0,0 1 1 0 0,0-1 0 0 0,0 1 0 0 0,0-1 0 0 0,1 1-1 0 0,-1 4 1 0 0,23-6-9457 0 0,-10-1 1126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11519 0 0,'-8'1'1040'0'0,"-25"4"-513"0"0,26-4 1052 0 0,0 1 1 0 0,0 1-1 0 0,0-1 1 0 0,0 1-1 0 0,0 1 0 0 0,0-1 1 0 0,1 1-1 0 0,-6 4 0 0 0,-3 4-994 0 0,1-1 0 0 0,1 2 0 0 0,0 0 0 0 0,1 0 0 0 0,-12 19 0 0 0,6-7-272 0 0,2 1 0 0 0,-16 36-1 0 0,30-59-298 0 0,0 0-1 0 0,1 1 0 0 0,0-1 1 0 0,0 0-1 0 0,0 1 0 0 0,0-1 0 0 0,1 1 1 0 0,-1-1-1 0 0,1 1 0 0 0,0 0 1 0 0,0-1-1 0 0,0 1 0 0 0,2 5 1 0 0,-1-6-15 0 0,-1 0 1 0 0,2-1-1 0 0,-1 1 1 0 0,0-1 0 0 0,0 1-1 0 0,1-1 1 0 0,-1 1 0 0 0,1-1-1 0 0,0 0 1 0 0,0 0 0 0 0,0 0-1 0 0,0 0 1 0 0,0 0 0 0 0,0 0-1 0 0,0 0 1 0 0,1-1 0 0 0,3 3-1 0 0,7 2-72 0 0,0 0-1 0 0,1-1 0 0 0,0 0 1 0 0,0-1-1 0 0,0 0 0 0 0,1-2 1 0 0,-1 1-1 0 0,1-2 0 0 0,-1 0 1 0 0,1-1-1 0 0,0 0 0 0 0,18-3 1 0 0,17-5-233 0 0,0-2 1 0 0,57-20-1 0 0,-94 26 252 0 0,34-10-133 0 0,52-23-1 0 0,-85 30 160 0 0,0 1 0 0 0,-1-2-1 0 0,0 0 1 0 0,0-1 0 0 0,0 0 0 0 0,-1-1-1 0 0,21-22 1 0 0,-29 27 38 0 0,0 1 0 0 0,-1-2 0 0 0,0 1-1 0 0,0 0 1 0 0,0-1 0 0 0,-1 1 0 0 0,0-1 0 0 0,0 0 0 0 0,0 1-1 0 0,1-13 1 0 0,-3 16 14 0 0,1 0 0 0 0,-1 0 0 0 0,0 0 0 0 0,0 0 0 0 0,0 0 0 0 0,0 0-1 0 0,0 0 1 0 0,-1 0 0 0 0,1 0 0 0 0,-1 0 0 0 0,1 0 0 0 0,-1 1 0 0 0,0-1 0 0 0,1 0-1 0 0,-1 0 1 0 0,0 0 0 0 0,0 1 0 0 0,0-1 0 0 0,-1 0 0 0 0,1 1 0 0 0,0-1 0 0 0,-1 1 0 0 0,1-1-1 0 0,-1 1 1 0 0,1 0 0 0 0,-1 0 0 0 0,0 0 0 0 0,1 0 0 0 0,-1 0 0 0 0,0 0 0 0 0,0 0 0 0 0,0 0-1 0 0,0 1 1 0 0,1-1 0 0 0,-5 0 0 0 0,-6-1 85 0 0,0 0 0 0 0,-1 1 0 0 0,1 0 0 0 0,0 1 0 0 0,-1 1 0 0 0,1 0 0 0 0,0 1 0 0 0,-1 0-1 0 0,-11 4 1 0 0,8-1-42 0 0,0 1 0 0 0,1 0 0 0 0,0 1 0 0 0,0 1 0 0 0,0 1-1 0 0,-15 12 1 0 0,16-11-36 0 0,0 1 1 0 0,-18 20-1 0 0,28-28-26 0 0,1 0 0 0 0,0 1 0 0 0,1 0 0 0 0,-1 0 0 0 0,1-1 1 0 0,-1 2-1 0 0,1-1 0 0 0,0 0 0 0 0,1 0 0 0 0,-1 1 0 0 0,1-1 1 0 0,0 1-1 0 0,0-1 0 0 0,-1 9 0 0 0,2-11-18 0 0,1 0 0 0 0,-1 0 1 0 0,0 0-1 0 0,1 0 0 0 0,0 0 0 0 0,-1 0 1 0 0,1 0-1 0 0,0 0 0 0 0,0-1 0 0 0,0 1 0 0 0,0 0 1 0 0,0-1-1 0 0,1 1 0 0 0,-1-1 0 0 0,0 1 0 0 0,1-1 1 0 0,-1 1-1 0 0,1-1 0 0 0,0 0 0 0 0,-1 0 1 0 0,1 0-1 0 0,0 0 0 0 0,0 0 0 0 0,0 0 0 0 0,-1 0 1 0 0,1-1-1 0 0,2 1 0 0 0,6 2-77 0 0,-1 0 0 0 0,1-1 0 0 0,-1-1 0 0 0,12 2 0 0 0,2-2-159 0 0,-1-1 0 0 0,0-1-1 0 0,32-4 1 0 0,-44 3 181 0 0,1 0-1 0 0,-1-1 1 0 0,1 0-1 0 0,-1 0 1 0 0,0-1 0 0 0,-1 0-1 0 0,1-1 1 0 0,-1 0-1 0 0,11-8 1 0 0,-16 10 79 0 0,-1 0-1 0 0,1 0 1 0 0,-1-1 0 0 0,0 1 0 0 0,-1 0 0 0 0,1-1 0 0 0,0 0 0 0 0,-1 0-1 0 0,0 0 1 0 0,0 0 0 0 0,0 0 0 0 0,-1 0 0 0 0,1 0 0 0 0,-1-1-1 0 0,0 1 1 0 0,0-1 0 0 0,0 1 0 0 0,-1 0 0 0 0,1-1 0 0 0,-1 1 0 0 0,-1-6-1 0 0,1 9 21 0 0,0 0 0 0 0,0 0-1 0 0,0 1 1 0 0,-1-1 0 0 0,1 0 0 0 0,0 1-1 0 0,0-1 1 0 0,-1 0 0 0 0,1 1-1 0 0,-1-1 1 0 0,1 0 0 0 0,0 1-1 0 0,-1-1 1 0 0,1 1 0 0 0,-1-1-1 0 0,1 1 1 0 0,-1-1 0 0 0,0 1 0 0 0,1-1-1 0 0,-1 1 1 0 0,1 0 0 0 0,-1-1-1 0 0,0 1 1 0 0,1 0 0 0 0,-1-1-1 0 0,0 1 1 0 0,1 0 0 0 0,-1 0 0 0 0,0 0-1 0 0,0 0 1 0 0,1 0 0 0 0,-1-1-1 0 0,0 1 1 0 0,0 0 0 0 0,1 1-1 0 0,-1-1 1 0 0,0 0 0 0 0,1 0-1 0 0,-1 0 1 0 0,0 0 0 0 0,1 1 0 0 0,-1-1-1 0 0,0 0 1 0 0,1 0 0 0 0,-1 1-1 0 0,0 0 1 0 0,-1-1 64 0 0,-4 33 82 0 0,7-25-171 0 0,0 0 1 0 0,1 0-1 0 0,0 0 0 0 0,0 0 1 0 0,1 0-1 0 0,4 9 0 0 0,27 45 59 0 0,-13-24-61 0 0,-9-14-41 0 0,-1 1 1 0 0,14 42-1 0 0,-22-59 19 0 0,-1 1 1 0 0,0-1 0 0 0,-1 1-1 0 0,0 0 1 0 0,0 0 0 0 0,-1 0-1 0 0,0 0 1 0 0,0 0 0 0 0,-1-1-1 0 0,0 1 1 0 0,-5 17 0 0 0,3-19 14 0 0,-1 0 1 0 0,1 0 0 0 0,-1 0-1 0 0,-1-1 1 0 0,1 0 0 0 0,-1 1-1 0 0,0-2 1 0 0,-1 1-1 0 0,1 0 1 0 0,-1-1 0 0 0,0 0-1 0 0,0-1 1 0 0,-1 1 0 0 0,0-1-1 0 0,1 0 1 0 0,-14 4 0 0 0,-2 1 40 0 0,0-1 0 0 0,-1-1 1 0 0,0-1-1 0 0,-28 3 1 0 0,29-5-238 0 0,0-2 0 0 0,0 0 0 0 0,0-1 0 0 0,1-1 0 0 0,-1-1 0 0 0,0-1 0 0 0,0-1 0 0 0,-35-10 0 0 0,38 5-2500 0 0,2-1-7134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4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92 21623 0 0,'-11'-7'2305'0'0,"11"7"-2248"0"0,-1-1 0 0 0,1 1 0 0 0,-1-1-1 0 0,1 1 1 0 0,-1-1 0 0 0,1 1-1 0 0,-1-1 1 0 0,1 1 0 0 0,0-1 0 0 0,-1 0-1 0 0,1 1 1 0 0,0-1 0 0 0,0 0-1 0 0,-1 1 1 0 0,1-1 0 0 0,0 0-1 0 0,0 1 1 0 0,0-1 0 0 0,0 0 0 0 0,0 0-1 0 0,0 1 1 0 0,0-1 0 0 0,0 0-1 0 0,0 1 1 0 0,0-1 0 0 0,0 0 0 0 0,0 1-1 0 0,1-1 1 0 0,-1 0 0 0 0,0 1-1 0 0,1-2 1 0 0,0 0 360 0 0,-1 1-261 0 0,1-1 0 0 0,0 1 0 0 0,0 0 0 0 0,0-1 0 0 0,0 1 0 0 0,0 0 0 0 0,0 0 0 0 0,0 0 0 0 0,0 0 0 0 0,0 0 0 0 0,1 0 0 0 0,-1 0 0 0 0,0 0 0 0 0,1 0 0 0 0,-1 0 0 0 0,1 1 0 0 0,-1-1 0 0 0,1 1 0 0 0,1-1 1 0 0,32-7 951 0 0,-33 8-1106 0 0,65-7 614 0 0,125 5-1 0 0,-157 2-563 0 0,125 6 54 0 0,150-3-184 0 0,-195-17-2658 0 0,-90 5 431 0 0,-10 2-138 0 0,-4 4 400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4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1839 0 0,'-1'0'134'0'0,"-6"1"2041"0"0,-29-1 22403 0 0,49 13-23273 0 0,0-3-1178 0 0,0 0 0 0 0,0-1 0 0 0,0 0 0 0 0,24 10 1 0 0,62 21 656 0 0,-60-25-676 0 0,-8-4-97 0 0,-19-7-1 0 0,1 0 1 0 0,-1 1 0 0 0,0 1-1 0 0,-1 0 1 0 0,12 8 0 0 0,-22-13-2 0 0,0 0 0 0 0,0 1 0 0 0,0-1 0 0 0,0 1 0 0 0,0-1 1 0 0,0 1-1 0 0,0 0 0 0 0,0-1 0 0 0,-1 1 0 0 0,1 0 0 0 0,-1 0 0 0 0,1-1 1 0 0,-1 1-1 0 0,0 0 0 0 0,0 0 0 0 0,0 0 0 0 0,0 0 0 0 0,0-1 0 0 0,0 1 1 0 0,-1 3-1 0 0,0-2 28 0 0,-1 0 1 0 0,0 0 0 0 0,-1 0-1 0 0,1 0 1 0 0,0 0 0 0 0,-1 0-1 0 0,0-1 1 0 0,0 1 0 0 0,0-1-1 0 0,0 0 1 0 0,0 1-1 0 0,-3 0 1 0 0,-8 4 90 0 0,-23 9 0 0 0,20-9-60 0 0,-60 20 126 0 0,53-19-991 0 0,-1 1 1 0 0,2 0-1 0 0,-29 16 1 0 0,32-12-9868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79 5983 0 0,'0'-8'172'0'0,"1"1"-1"0"0,-1 0 0 0 0,-2-15 0 0 0,4-12 21721 0 0,6 44-20910 0 0,-5-3-809 0 0,-1-1 0 0 0,1 1 0 0 0,-1 0 0 0 0,0-1 0 0 0,-1 1 0 0 0,2 14-1 0 0,-2 46 169 0 0,-1-44-178 0 0,4 453-819 0 0,-4-474 30 0 0,-7-2-2426 0 0,6 0 2363 0 0,0 0 0 0 0,-1 0 0 0 0,1 0-1 0 0,0 0 1 0 0,-1 0 0 0 0,1 0 0 0 0,0 0 0 0 0,0-1 0 0 0,-1 1 0 0 0,1 0 0 0 0,-2-2 0 0 0,-8-4-7357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2 128 25311 0 0,'0'-1'2292'0'0,"0"0"-2271"0"0,-1 1 0 0 0,1-1 0 0 0,0 1 0 0 0,0-1-1 0 0,0 0 1 0 0,0 1 0 0 0,-1-1 0 0 0,1 1 0 0 0,0-1 0 0 0,0 1 0 0 0,0-1-1 0 0,0 1 1 0 0,0-1 0 0 0,0 1 0 0 0,0-1 0 0 0,1 0 0 0 0,-1 1 0 0 0,0-1-1 0 0,0 1 1 0 0,0-1 0 0 0,0 1 0 0 0,1-1 0 0 0,-1 1 0 0 0,0-1 0 0 0,1 1-1 0 0,-1 0 1 0 0,0-1 0 0 0,1 0 0 0 0,12-7 168 0 0,-11 7-84 0 0,6-4 94 0 0,0 1 0 0 0,0 1 1 0 0,0 0-1 0 0,0 0 0 0 0,16-3 0 0 0,47-5 889 0 0,-21 5-715 0 0,-41 4-342 0 0,377-51 839 0 0,-328 49-896 0 0,0 2 1 0 0,-1 3-1 0 0,1 3 1 0 0,99 18-1 0 0,-145-19-247 0 0,-1 0 1 0 0,0 0-1 0 0,0 1 1 0 0,-1 0-1 0 0,1 1 0 0 0,-1 0 1 0 0,19 13-1 0 0,-24-14-124 0 0,-1 0 0 0 0,1 0 0 0 0,-1 1 0 0 0,0-1 0 0 0,0 1 0 0 0,-1 0 0 0 0,1 0 0 0 0,-1 0 0 0 0,0 0 1 0 0,0 0-1 0 0,-1 1 0 0 0,0-1 0 0 0,0 1 0 0 0,0 0 0 0 0,-1 0 0 0 0,2 11 0 0 0,0 19-8150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6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95 9671 0 0,'6'-7'1004'0'0,"-4"4"-504"0"0,1 0 0 0 0,-2 0 0 0 0,1-1 0 0 0,0 1 0 0 0,0-1 0 0 0,-1 1 0 0 0,0-1-1 0 0,0 0 1 0 0,0 1 0 0 0,0-1 0 0 0,-1 0 0 0 0,1 0 0 0 0,-1-5 0 0 0,0 7-289 0 0,0 1-1 0 0,0 0 1 0 0,-1-1 0 0 0,1 1 0 0 0,0 0 0 0 0,-1-1-1 0 0,1 1 1 0 0,0 0 0 0 0,-1-1 0 0 0,0 1 0 0 0,1 0-1 0 0,-1 0 1 0 0,0-1 0 0 0,0 1 0 0 0,0 0 0 0 0,1 0-1 0 0,-1 0 1 0 0,0 0 0 0 0,-1 0 0 0 0,1 0 0 0 0,0 0-1 0 0,0 1 1 0 0,0-1 0 0 0,0 0 0 0 0,-1 1 0 0 0,1-1-1 0 0,0 1 1 0 0,-1-1 0 0 0,1 1 0 0 0,0-1 0 0 0,-1 1-1 0 0,1 0 1 0 0,0 0 0 0 0,-1 0 0 0 0,1 0 0 0 0,-1 0 0 0 0,1 0-1 0 0,-3 0 1 0 0,-7 2 250 0 0,1 0 1 0 0,0 0-1 0 0,0 1 0 0 0,-1 0 0 0 0,2 0 0 0 0,-1 1 1 0 0,0 1-1 0 0,1 0 0 0 0,-17 11 0 0 0,11-5-234 0 0,1 0 1 0 0,0 1-1 0 0,1 0 0 0 0,-23 28 0 0 0,33-36-210 0 0,1-1 0 0 0,0 0-1 0 0,0 1 1 0 0,0-1 0 0 0,0 1 0 0 0,0-1-1 0 0,1 1 1 0 0,0 0 0 0 0,0 0 0 0 0,-1 5 0 0 0,2-7-23 0 0,0-1 0 0 0,-1 0 0 0 0,2 0 0 0 0,-1 1 0 0 0,0-1 0 0 0,0 0 0 0 0,0 1 0 0 0,1-1 0 0 0,-1 0 0 0 0,0 1 0 0 0,1-1 0 0 0,-1 0 0 0 0,1 0 0 0 0,0 0 0 0 0,-1 0 0 0 0,1 1 0 0 0,0-1 0 0 0,0 0 0 0 0,-1 0 0 0 0,1 0 0 0 0,0-1 0 0 0,0 1 1 0 0,0 0-1 0 0,0 0 0 0 0,0 0 0 0 0,1-1 0 0 0,-1 1 0 0 0,0 0 0 0 0,0-1 0 0 0,0 1 0 0 0,1-1 0 0 0,-1 0 0 0 0,0 1 0 0 0,2-1 0 0 0,7 2-86 0 0,-1-1 1 0 0,0 0-1 0 0,1 0 0 0 0,-1-1 1 0 0,1-1-1 0 0,-1 1 0 0 0,0-2 1 0 0,1 1-1 0 0,-1-1 0 0 0,0 0 1 0 0,12-6-1 0 0,4-2-211 0 0,0-1 0 0 0,39-24 0 0 0,-55 29 246 0 0,0 0 1 0 0,0-1-1 0 0,-1 0 1 0 0,0 0-1 0 0,0-1 1 0 0,0 0-1 0 0,10-15 1 0 0,-17 22 585 0 0,2 12-148 0 0,1 3-355 0 0,0 0 0 0 0,2 0 0 0 0,-1-1 0 0 0,1 0 0 0 0,1 0 0 0 0,1-1 0 0 0,13 18 0 0 0,-16-24-301 0 0,0 0 0 0 0,0-1 0 0 0,1 0 0 0 0,-1-1 0 0 0,2 1-1 0 0,11 6 1 0 0,-12-8-355 0 0,0 0-1 0 0,1 0 0 0 0,-1-1 0 0 0,1 0 1 0 0,0-1-1 0 0,-1 1 0 0 0,1-1 1 0 0,9 0-1 0 0,2-1-7748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11975 0 0,'1'2'7048'0'0,"9"33"1089"0"0,4 23-6957 0 0,-10-41-240 0 0,67 276 1211 0 0,-63-260-2071 0 0,-2 0 0 0 0,-1 0 0 0 0,0 58 0 0 0,-4-91-75 0 0,-1 0 0 0 0,0 0 1 0 0,0 1-1 0 0,0-1 0 0 0,0 0 0 0 0,0 0 0 0 0,0 1 1 0 0,0-1-1 0 0,0 0 0 0 0,0 0 0 0 0,0 1 0 0 0,0-1 1 0 0,0 0-1 0 0,0 0 0 0 0,0 1 0 0 0,0-1 0 0 0,0 0 1 0 0,0 0-1 0 0,0 1 0 0 0,-1-1 0 0 0,1 0 0 0 0,0 0 1 0 0,0 0-1 0 0,0 1 0 0 0,0-1 0 0 0,0 0 0 0 0,-1 0 1 0 0,1 0-1 0 0,0 1 0 0 0,0-1 0 0 0,0 0 0 0 0,-1 0 1 0 0,1 0-1 0 0,0 0 0 0 0,0 0 0 0 0,-7-6-6 0 0,6 3-20 0 0,-1 0 0 0 0,1 0 0 0 0,0 0 1 0 0,-1 0-1 0 0,1 0 0 0 0,0-3 0 0 0,1-3 2 0 0,0 0 1 0 0,1 1-1 0 0,0-1 0 0 0,1 0 0 0 0,0 1 1 0 0,0-1-1 0 0,1 1 0 0 0,0-1 0 0 0,0 1 1 0 0,1 0-1 0 0,5-9 0 0 0,-2 7 2 0 0,0-1-1 0 0,0 1 1 0 0,1 1 0 0 0,0 0-1 0 0,0 0 1 0 0,1 0-1 0 0,15-10 1 0 0,-14 12 16 0 0,0 2 0 0 0,0-1 0 0 0,0 1-1 0 0,0 0 1 0 0,14-3 0 0 0,-18 6 2 0 0,0 0 0 0 0,0 1 0 0 0,0 0 0 0 0,0 0 0 0 0,0 1 0 0 0,0-1-1 0 0,0 1 1 0 0,0 0 0 0 0,0 1 0 0 0,0 0 0 0 0,10 2 0 0 0,-14-2-1 0 0,-1-1 0 0 0,1 1-1 0 0,0 0 1 0 0,0 0 0 0 0,0 0 0 0 0,0 0-1 0 0,-1 1 1 0 0,1-1 0 0 0,0 1 0 0 0,-1-1-1 0 0,0 1 1 0 0,1-1 0 0 0,-1 1 0 0 0,0-1 0 0 0,2 4-1 0 0,-1-2 0 0 0,-1 1 0 0 0,1 0 0 0 0,-1 0 0 0 0,0-1 0 0 0,0 1 0 0 0,0 0 0 0 0,0 7 0 0 0,0 1-1 0 0,-2-1-1 0 0,1 1 1 0 0,-2 0-1 0 0,-3 19 1 0 0,0-13-26 0 0,0-1 0 0 0,-2 1 1 0 0,0-1-1 0 0,0 0 0 0 0,-2-1 0 0 0,0 1 0 0 0,-1-2 0 0 0,-1 1 1 0 0,0-2-1 0 0,-1 1 0 0 0,0-1 0 0 0,-1-1 0 0 0,-1-1 0 0 0,0 0 1 0 0,-26 17-1 0 0,37-27-316 0 0,-1 0 1 0 0,1 0 0 0 0,-1 0 0 0 0,0-1-1 0 0,1 1 1 0 0,-1-1 0 0 0,0 0 0 0 0,-8 1-1 0 0,12-2 157 0 0,0-1 0 0 0,0 1 0 0 0,0 0 0 0 0,-1-1 0 0 0,1 1 0 0 0,0-1 0 0 0,0 1 0 0 0,0 0 0 0 0,0-1 0 0 0,0 1 0 0 0,0 0 0 0 0,0-1 0 0 0,0 1 0 0 0,0-1-1 0 0,0 1 1 0 0,0 0 0 0 0,0-1 0 0 0,0 1 0 0 0,0-1 0 0 0,0 1 0 0 0,1-1 0 0 0,3-11-8731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10591 0 0,'-2'8'1104'0'0,"-20"74"11820"0"0,15-53-8603 0 0,-1 2-3810 0 0,3-13-3 0 0,1 2 1 0 0,0-1-1 0 0,-1 35 0 0 0,5-41-395 0 0,1-1 1 0 0,0 0-1 0 0,0 0 1 0 0,1 0-1 0 0,1 0 0 0 0,0 0 1 0 0,6 15-1 0 0,-6-21-109 0 0,1 0 1 0 0,-1 1-1 0 0,1-2 1 0 0,1 1-1 0 0,-1 0 1 0 0,1-1-1 0 0,0 0 1 0 0,0 0-1 0 0,0 0 1 0 0,1-1-1 0 0,-1 1 1 0 0,1-1-1 0 0,0-1 1 0 0,1 1-1 0 0,-1-1 1 0 0,10 4-1 0 0,0-2-18 0 0,0 0 0 0 0,0-1-1 0 0,0 0 1 0 0,1-1 0 0 0,32 1 0 0 0,-40-3-2 0 0,0-1 1 0 0,0 0 0 0 0,0-1-1 0 0,0 0 1 0 0,0-1 0 0 0,0 1-1 0 0,0-2 1 0 0,-1 1 0 0 0,1-1-1 0 0,-1 0 1 0 0,1-1 0 0 0,-1 0-1 0 0,0-1 1 0 0,-1 1 0 0 0,15-12-1 0 0,-10 4-37 0 0,0 0 0 0 0,-1-1 0 0 0,0 0 0 0 0,-1 0 0 0 0,16-30 0 0 0,-23 38 45 0 0,0-1-14 0 0,0 0 1 0 0,0-1 0 0 0,0 1-1 0 0,1-10 1 0 0,-3 16 19 0 0,-1-1 1 0 0,0 0-1 0 0,1 0 0 0 0,-1 0 1 0 0,0 0-1 0 0,0 1 0 0 0,0-1 0 0 0,0 0 1 0 0,0 0-1 0 0,0 0 0 0 0,0 0 1 0 0,0 0-1 0 0,0 1 0 0 0,0-1 0 0 0,0 0 1 0 0,-1 0-1 0 0,1 0 0 0 0,0 0 1 0 0,-1 1-1 0 0,1-1 0 0 0,0 0 1 0 0,-1 0-1 0 0,1 1 0 0 0,-1-1 0 0 0,1 0 1 0 0,-1 1-1 0 0,0-1 0 0 0,1 0 1 0 0,-1 1-1 0 0,1-1 0 0 0,-1 1 1 0 0,0-1-1 0 0,0 1 0 0 0,1 0 0 0 0,-1-1 1 0 0,-1 0-1 0 0,0 1 6 0 0,1-1 9 0 0,-1 1 0 0 0,0 0 0 0 0,0 0 1 0 0,0-1-1 0 0,0 1 0 0 0,0 0 0 0 0,0 1 0 0 0,1-1 0 0 0,-1 0 0 0 0,0 0 0 0 0,0 1 0 0 0,0-1 0 0 0,0 1 0 0 0,1 0 0 0 0,-1-1 0 0 0,0 1 0 0 0,1 0 0 0 0,-1 0 0 0 0,0 0 0 0 0,1 0 0 0 0,-3 3 0 0 0,-2 1 34 0 0,0 0-1 0 0,1 0 0 0 0,-11 12 0 0 0,12-11-34 0 0,0 0 0 0 0,1 0 0 0 0,-1 0 0 0 0,1 1 0 0 0,0-1 0 0 0,0 1 0 0 0,1 0 0 0 0,0-1 0 0 0,0 1 0 0 0,1 0 0 0 0,0 0 0 0 0,0 0 0 0 0,1 1 0 0 0,0 8 0 0 0,0-11-25 0 0,1 0 0 0 0,0 0 0 0 0,0 0 0 0 0,0-1 0 0 0,0 1-1 0 0,1 0 1 0 0,0 0 0 0 0,0-1 0 0 0,0 1 0 0 0,0-1 0 0 0,1 0-1 0 0,0 0 1 0 0,0 0 0 0 0,0 0 0 0 0,0 0 0 0 0,0-1 0 0 0,1 1 0 0 0,0-1-1 0 0,0 0 1 0 0,0 0 0 0 0,5 3 0 0 0,3 0-493 0 0,0 0 0 0 0,0-1 0 0 0,1 0 0 0 0,0-1 0 0 0,0-1 0 0 0,0 0 0 0 0,0 0 0 0 0,1-2 0 0 0,22 1 0 0 0,-6-1-986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7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 4607 0 0,'-3'-40'26827'0'0,"10"185"-25963"0"0,-1-36-419 0 0,3-11-434 0 0,0 16 2 0 0,-10-110-16 0 0,4 15-103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13359 0 0,'0'0'15225'0'0,"1"1"-14702"0"0,9 4-9 0 0,-1 0 0 0 0,1-1 0 0 0,18 6 0 0 0,-2-1-151 0 0,93 31-223 0 0,55 24 155 0 0,-155-55-272 0 0,0 1-1 0 0,-1 1 1 0 0,0 0-1 0 0,0 1 1 0 0,-1 1-1 0 0,25 26 1 0 0,-34-31-11 0 0,-1 1-1 0 0,0-1 1 0 0,-1 2 0 0 0,0-1 0 0 0,-1 0-1 0 0,0 1 1 0 0,0 0 0 0 0,-1 0 0 0 0,4 14-1 0 0,-7-21-9 0 0,0 0 0 0 0,-1 0 0 0 0,0 0 0 0 0,1 0 0 0 0,-1 0 0 0 0,0 0 0 0 0,0 0 0 0 0,-1 0 0 0 0,1 0 0 0 0,-1 0 0 0 0,1 0 1 0 0,-1 0-1 0 0,-2 5 0 0 0,0-3 10 0 0,1 0 0 0 0,-1-1 1 0 0,0 1-1 0 0,0-1 1 0 0,0 0-1 0 0,-1 0 1 0 0,-5 6-1 0 0,1-4 11 0 0,1 0 0 0 0,-1 0 1 0 0,0-1-1 0 0,0 0 0 0 0,0-1 0 0 0,-1 0 0 0 0,1 0 0 0 0,-16 4 0 0 0,-15 1-20 0 0,0-2 0 0 0,0-2 0 0 0,-1-1 0 0 0,-59-3 0 0 0,72-4 134 0 0,-4 0-4462 0 0,51-10-410 0 0,-5 8 2686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7 19807 0 0,'-1'0'1526'0'0,"-17"-4"-604"0"0,16 3 522 0 0,-14 0 4356 0 0,12 1-5695 0 0,0 1 0 0 0,0 0 1 0 0,0 0-1 0 0,1 1 0 0 0,-1-1 0 0 0,0 1 1 0 0,1 0-1 0 0,-1-1 0 0 0,1 2 0 0 0,0-1 0 0 0,0 0 1 0 0,-1 1-1 0 0,2-1 0 0 0,-1 1 0 0 0,0 0 0 0 0,0 0 1 0 0,1 0-1 0 0,-4 6 0 0 0,0 2 149 0 0,-1 0 0 0 0,2 1-1 0 0,0-1 1 0 0,-6 21 0 0 0,10-30-431 0 0,0-1-1 0 0,1 1 1 0 0,-1 0 0 0 0,1-1 0 0 0,0 1-1 0 0,0 0 1 0 0,0-1 0 0 0,0 1-1 0 0,0 0 1 0 0,0-1 0 0 0,0 1-1 0 0,0 0 1 0 0,0-1 0 0 0,1 1 0 0 0,-1 0-1 0 0,1-1 1 0 0,-1 1 0 0 0,1-1-1 0 0,1 3 1 0 0,-1-2-239 0 0,1-1-1 0 0,-1 0 1 0 0,1 0 0 0 0,-1 1 0 0 0,1-1-1 0 0,-1 0 1 0 0,1 0 0 0 0,-1-1-1 0 0,1 1 1 0 0,0 0 0 0 0,0 0-1 0 0,-1-1 1 0 0,1 1 0 0 0,0-1-1 0 0,0 0 1 0 0,0 1 0 0 0,0-1-1 0 0,1 0 1 0 0,9 0-8776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69 16583 0 0,'-8'-2'1506'0'0,"-18"-14"10848"0"0,42 4-10867 0 0,-10 8-1418 0 0,0 1 0 0 0,0 0 0 0 0,0 1 0 0 0,1 0 0 0 0,-1 0 0 0 0,9-2 0 0 0,43-4 33 0 0,-48 6-78 0 0,101-6 54 0 0,-98 7-77 0 0,-1 2 1 0 0,1 0-1 0 0,0 0 0 0 0,0 1 0 0 0,-1 1 0 0 0,21 6 1 0 0,-18-2 79 0 0,-13-4-67 0 0,-2-1 1 0 0,1-1-14 0 0,-1 0 0 0 0,1 0 0 0 0,0 1 0 0 0,-1-1 0 0 0,0 0 0 0 0,1 0 0 0 0,-1 0 0 0 0,0 1 0 0 0,1-1 0 0 0,-1 0 0 0 0,0 1 0 0 0,0-1 0 0 0,0 0 0 0 0,0 0 0 0 0,0 1 0 0 0,-1-1 0 0 0,1 0 0 0 0,0 0 0 0 0,0 1 0 0 0,-1-1 0 0 0,1 0 0 0 0,-1 0 0 0 0,1 0 0 0 0,-1 1 0 0 0,0-1 0 0 0,0 1 0 0 0,-2 3 0 0 0,-1 0 0 0 0,0 0 0 0 0,-7 8 0 0 0,-2-2-1 0 0,1 0 0 0 0,-1-1 0 0 0,-24 14 0 0 0,-47 21 0 0 0,44-25 0 0 0,-6-1 0 0 0,36-15 0 0 0,0-1 0 0 0,0 2 0 0 0,1-1 0 0 0,0 1 0 0 0,0 0 0 0 0,0 1 0 0 0,-11 9 0 0 0,16-9 0 0 0,4 0 0 0 0,2-3 0 0 0,-1-1 0 0 0,0 0 0 0 0,1 0 0 0 0,0 0 0 0 0,-1-1 0 0 0,1 1 0 0 0,0 0 0 0 0,0-1 0 0 0,0 1 0 0 0,0-1 0 0 0,0 1 0 0 0,0-1 0 0 0,0 0 0 0 0,1 0 0 0 0,-1 0 0 0 0,4 1 0 0 0,8 2 0 0 0,23 5 0 0 0,-24-6 0 0 0,17 3 0 0 0,83 22 0 0 0,-94-22 0 0 0,0 1 0 0 0,0 1 0 0 0,30 17 0 0 0,-44-22 0 0 0,-1 0 0 0 0,1 0 0 0 0,-1 0 0 0 0,0 0 0 0 0,-1 1 0 0 0,1-1 0 0 0,0 1 0 0 0,5 8 0 0 0,-9-11 0 0 0,1 1 0 0 0,0 0 0 0 0,0 0 0 0 0,-1-1 0 0 0,1 1 0 0 0,-1 0 0 0 0,1 0 0 0 0,-1 0 0 0 0,0-1 0 0 0,1 1 0 0 0,-1 0 0 0 0,0 0 0 0 0,0 0 0 0 0,-1 0 0 0 0,1 0 0 0 0,0-1 0 0 0,-1 1 0 0 0,1 0 0 0 0,-1 0 0 0 0,1 0 0 0 0,-1-1 0 0 0,0 1 0 0 0,0 0 0 0 0,0-1 0 0 0,0 1 0 0 0,0-1 0 0 0,0 1 0 0 0,-1 1 0 0 0,-2 1 0 0 0,0 0 0 0 0,-1 0 0 0 0,1-1 0 0 0,-1 1 0 0 0,0-1 0 0 0,0 0 0 0 0,0 0 0 0 0,0-1 0 0 0,0 1 0 0 0,-6 1 0 0 0,-3 0 0 0 0,0 0 0 0 0,-27 4 0 0 0,7-3-100 0 0,-36-1 0 0 0,61-4 62 0 0,-1 0 0 0 0,0-1-1 0 0,0 0 1 0 0,1 0 0 0 0,-1-1 0 0 0,1-1-1 0 0,-1 1 1 0 0,-13-7 0 0 0,22 8-250 0 0,0-6-1709 0 0,2-1 106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1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98 695 9215 0 0,'-10'-6'21633'0'0,"4"-8"-21312"0"0,5 13 256 0 0,-8-21-450 0 0,1 0 1 0 0,1-1 0 0 0,0 0-1 0 0,2 0 1 0 0,1 0 0 0 0,1 0-1 0 0,-1-24 1 0 0,4-3-140 0 0,-2 1 1 0 0,-3 0-1 0 0,-12-57 0 0 0,16 101 35 0 0,1 4-23 0 0,0 0-1 0 0,0 0 0 0 0,-1 0 1 0 0,1-1-1 0 0,0 1 1 0 0,-1 0-1 0 0,1 0 1 0 0,-1 0-1 0 0,1 0 1 0 0,-1 0-1 0 0,0 0 1 0 0,1 0-1 0 0,-1 0 1 0 0,-1-1-1 0 0,1 1-164 0 0,6 22 67 0 0,1-5 115 0 0,1 0 0 0 0,0-1 0 0 0,1 1 0 0 0,1-2 0 0 0,0 1 1 0 0,1-1-1 0 0,0-1 0 0 0,1 0 0 0 0,1 0 0 0 0,0-1 0 0 0,14 11 0 0 0,7 2 5 0 0,0-1 1 0 0,2-2-1 0 0,53 26 1 0 0,-60-35-23 0 0,0-1 0 0 0,1-1 0 0 0,0-1 0 0 0,1-2 0 0 0,58 9 0 0 0,-84-16 0 0 0,1-1 0 0 0,-1 0 0 0 0,1 0 0 0 0,-1 0 0 0 0,1-1 0 0 0,0 1 0 0 0,-1-1 0 0 0,0 0 0 0 0,1-1 0 0 0,-1 1 0 0 0,1-1 0 0 0,-1 1 0 0 0,0-1 0 0 0,6-4 0 0 0,-7 4 0 0 0,-1-1 0 0 0,1 1 0 0 0,-1 0 0 0 0,1-1 0 0 0,-1 0 0 0 0,0 1 0 0 0,0-1 0 0 0,0 0 0 0 0,0 0 0 0 0,0 0 0 0 0,-1-1 0 0 0,1 1 0 0 0,-1 0 0 0 0,0 0 0 0 0,0-1 0 0 0,0 1 0 0 0,-1-1 0 0 0,1 1 0 0 0,-1-5 0 0 0,0-29 0 0 0,-3 1 0 0 0,0 0 0 0 0,-17-69 0 0 0,11 61 0 0 0,0 5 0 0 0,-2 1 0 0 0,-1-1 0 0 0,-19-37 0 0 0,31 75-1 0 0,-4-6-218 0 0,2 0-1 0 0,-1 1 1 0 0,1-1 0 0 0,0 0 0 0 0,-2-8 0 0 0,4 14-513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20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65 23095 0 0,'0'-15'2463'0'0,"0"13"-2417"0"0,0 0 0 0 0,0 0 0 0 0,0 0 0 0 0,0 0 0 0 0,0 0 0 0 0,-1 0 0 0 0,1 1 0 0 0,-1-1 0 0 0,1 0 0 0 0,-1 0 0 0 0,0 0 0 0 0,0 0 0 0 0,0 1 0 0 0,0-1 0 0 0,0 0 0 0 0,0 1 0 0 0,0-1 0 0 0,-1 1 0 0 0,1 0 0 0 0,-2-2 0 0 0,0 1 140 0 0,1 1 0 0 0,-1-1 0 0 0,0 1 0 0 0,0 0 0 0 0,1 0-1 0 0,-1 0 1 0 0,0 0 0 0 0,0 0 0 0 0,0 1 0 0 0,0-1 0 0 0,-6 1-1 0 0,-3 0 213 0 0,0 1 0 0 0,0 1 0 0 0,0 0 0 0 0,0 0 0 0 0,-15 6 0 0 0,-4 1-202 0 0,-1 2 1 0 0,1 2-1 0 0,1 1 1 0 0,-56 34-1 0 0,79-42-190 0 0,0 0-1 0 0,0 0 0 0 0,-8 9 1 0 0,6-2 50 0 0,10-9-56 0 0,-1-4 9 0 0,1 2-3 0 0,-1-1 0 0 0,1 1 0 0 0,-1-1 0 0 0,1 0 0 0 0,0 1 0 0 0,0-1 0 0 0,0 0 0 0 0,0 0-1 0 0,0 1 1 0 0,0-1 0 0 0,0 0 0 0 0,0 0 0 0 0,0 0 0 0 0,0 0 0 0 0,3 1 0 0 0,-1 0 12 0 0,17 12-10 0 0,0-1 0 0 0,1-1 0 0 0,0-1 0 0 0,24 8 0 0 0,19 11 56 0 0,-24-11 79 0 0,-18-9-158 0 0,36 22 1 0 0,-52-28 10 0 0,-1 0 0 0 0,1 0 0 0 0,-1 0 0 0 0,-1 1 0 0 0,1 0 0 0 0,-1 0 0 0 0,1 0 1 0 0,-1 0-1 0 0,-1 1 0 0 0,1 0 0 0 0,3 6 0 0 0,-6-9 4 0 0,-1 0 0 0 0,1-1-1 0 0,-1 1 1 0 0,1-1 0 0 0,-1 1 0 0 0,0 0 0 0 0,0-1-1 0 0,0 1 1 0 0,0 0 0 0 0,0 0 0 0 0,-1-1 0 0 0,1 1-1 0 0,-1-1 1 0 0,0 1 0 0 0,0 0 0 0 0,0-1 0 0 0,0 1-1 0 0,0-1 1 0 0,0 0 0 0 0,-1 1 0 0 0,1-1 0 0 0,-1 0-1 0 0,1 0 1 0 0,-1 0 0 0 0,0 0 0 0 0,-3 2 0 0 0,-2 2 25 0 0,0 0 1 0 0,0 0 0 0 0,0-1 0 0 0,-1 0-1 0 0,0 0 1 0 0,-13 5 0 0 0,-1-1-17 0 0,-1-2 1 0 0,-1 0 0 0 0,1-1 0 0 0,-1-2-1 0 0,0 0 1 0 0,-1-2 0 0 0,1 0 0 0 0,0-2-1 0 0,-39-4 1 0 0,56 4-45 0 0,4-1-48 0 0,-1 1 0 0 0,0 0 0 0 0,1-1 0 0 0,-1 1 0 0 0,0-1 0 0 0,1 0 0 0 0,-1-1 0 0 0,0 1 0 0 0,1 0 0 0 0,-5-4 0 0 0,7 4 24 0 0,1 1 0 0 0,0-1 0 0 0,0 1 0 0 0,-1-1 0 0 0,1 1 1 0 0,0-1-1 0 0,0 0 0 0 0,0 1 0 0 0,0-1 0 0 0,0 0 0 0 0,0 1 0 0 0,0-1 0 0 0,0 1 0 0 0,0-1 0 0 0,0 0 0 0 0,0 1 0 0 0,0-1 1 0 0,1 0-1 0 0,-1 1 0 0 0,0-1 0 0 0,0 1 0 0 0,1-1 0 0 0,-1 1 0 0 0,0-1 0 0 0,1 1 0 0 0,-1-1 0 0 0,0 1 0 0 0,1-1 0 0 0,-1 1 1 0 0,1-1-1 0 0,0 0 0 0 0,17-14-2267 0 0,0 4-843 0 0,4 0-5895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2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22255 0 0,'0'0'4027'0'0,"2"0"-3157"0"0,77-6 2765 0 0,-54 2-3369 0 0,48 1 0 0 0,-65 3-235 0 0,0 1 0 0 0,0 0 0 0 0,0 1 0 0 0,1 0 1 0 0,13 5-1 0 0,-21-7-22 0 0,0 1 1 0 0,0-1-1 0 0,0 1 0 0 0,0-1 1 0 0,0 1-1 0 0,0 0 1 0 0,0 0-1 0 0,0-1 0 0 0,0 1 1 0 0,0 0-1 0 0,0 0 1 0 0,-1 0-1 0 0,1 0 1 0 0,0 0-1 0 0,-1 0 0 0 0,1 0 1 0 0,-1 0-1 0 0,1 0 1 0 0,-1 0-1 0 0,1 0 1 0 0,-1 0-1 0 0,0 1 0 0 0,0-1 1 0 0,1 0-1 0 0,-1 0 1 0 0,0 0-1 0 0,0 1 1 0 0,0-1-1 0 0,0 0 0 0 0,0 0 1 0 0,-1 0-1 0 0,1 0 1 0 0,0 1-1 0 0,-1 0 1 0 0,0 2 54 0 0,0 0 0 0 0,-1-1 1 0 0,1 1-1 0 0,-1-1 0 0 0,0 1 1 0 0,0-1-1 0 0,0 1 1 0 0,-5 4-1 0 0,-10 9 34 0 0,-33 25 1 0 0,31-28-34 0 0,-32 32 1 0 0,45-37-62 0 0,4-1 12 0 0,2-7-16 0 0,1 0 1 0 0,0 1-1 0 0,-1-1 0 0 0,1 0 0 0 0,0 0 1 0 0,0 0-1 0 0,0 0 0 0 0,0 0 0 0 0,0 0 1 0 0,0 0-1 0 0,0 0 0 0 0,0 0 0 0 0,1 0 1 0 0,-1 0-1 0 0,0-1 0 0 0,0 1 0 0 0,1-1 1 0 0,-1 1-1 0 0,2 0 0 0 0,28 7-1 0 0,-16-7 1 0 0,0-1 0 0 0,0 0 0 0 0,-1-1 0 0 0,1-1 0 0 0,27-6 0 0 0,-22 3 0 0 0,12-3-359 0 0,0-2 0 0 0,-1-1 0 0 0,38-19-1 0 0,-31 13 29 0 0,26-15-2370 0 0,-31 13 458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2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77 21655 0 0,'-8'-4'2253'0'0,"7"4"-2129"0"0,1 0 0 0 0,-1 0 0 0 0,1 0-1 0 0,-1-1 1 0 0,0 1 0 0 0,1 0-1 0 0,-1 0 1 0 0,1-1 0 0 0,0 1 0 0 0,-1 0-1 0 0,1-1 1 0 0,-1 1 0 0 0,1 0-1 0 0,-1-1 1 0 0,1 1 0 0 0,0-1 0 0 0,-1 1-1 0 0,1-1 1 0 0,0 1 0 0 0,0-1-1 0 0,-1 1 1 0 0,1-1 0 0 0,0 1 0 0 0,0-1-1 0 0,0 1 1 0 0,-1-1 0 0 0,1 1-1 0 0,0-1 1 0 0,0 1 0 0 0,0-1 0 0 0,0 0-1 0 0,0 1 1 0 0,0-1 0 0 0,0 1-1 0 0,0-1 1 0 0,1 1 0 0 0,-1-1 0 0 0,0 0-1 0 0,0 1 1 0 0,0-1 0 0 0,0 1-1 0 0,1-1 1 0 0,-1 1 0 0 0,0-1 0 0 0,1 1-1 0 0,-1 0 1 0 0,0-1 0 0 0,1 1-1 0 0,-1-1 1 0 0,1 1 0 0 0,-1 0 0 0 0,0-1-1 0 0,1 1 1 0 0,-1 0 0 0 0,1-1-1 0 0,5-3-16 0 0,-1 0-1 0 0,1 1 0 0 0,0-1 1 0 0,0 1-1 0 0,0 1 1 0 0,0-1-1 0 0,0 1 0 0 0,0 0 1 0 0,10-1-1 0 0,61-7 758 0 0,-74 9-861 0 0,29-1-77 0 0,2-2-442 0 0,57 3-1 0 0,-89 1 193 0 0,0 0-1 0 0,0 0 1 0 0,-1 0-1 0 0,1 0 1 0 0,0 0-1 0 0,0 1 1 0 0,-1-1-1 0 0,1 1 1 0 0,0-1-1 0 0,-1 1 1 0 0,1 0-1 0 0,0 0 1 0 0,-1 0-1 0 0,1 0 1 0 0,1 1-1 0 0</inkml:trace>
  <inkml:trace contextRef="#ctx0" brushRef="#br0" timeOffset="1">0 302 12895 0 0,'3'0'11523'0'0,"11"3"-10195"0"0,1-1-1 0 0,0-1 1 0 0,-1-1 0 0 0,22-1 0 0 0,62-11-986 0 0,-77 9 105 0 0,65-9-4 0 0,190-29-442 0 0,-200 32-2820 0 0,-37 6-7789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0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12895 0 0,'0'0'998'0'0,"11"-17"13148"0"0,-11 17-13996 0 0,4 13 2061 0 0,2 19-2141 0 0,-5 8 423 0 0,-1-1 0 0 0,-6 44 0 0 0,-1 54-125 0 0,7-122-349 0 0,1 0 1 0 0,1 1 0 0 0,1-1 0 0 0,0-1-1 0 0,0 1 1 0 0,12 26 0 0 0,-14-37-21 0 0,2 1 1 0 0,-1-1-1 0 0,0 0 0 0 0,1 0 0 0 0,0 0 0 0 0,-1-1 1 0 0,2 1-1 0 0,-1-1 0 0 0,0 1 0 0 0,1-1 1 0 0,-1 0-1 0 0,1 0 0 0 0,0-1 0 0 0,0 1 1 0 0,5 2-1 0 0,-3-3-12 0 0,0 0 1 0 0,0 0-1 0 0,1 0 1 0 0,-1-1-1 0 0,0 0 1 0 0,1 0-1 0 0,-1-1 1 0 0,1 0-1 0 0,12-1 1 0 0,-3-1-29 0 0,1-2 1 0 0,-1 1 0 0 0,-1-2-1 0 0,1 0 1 0 0,-1-1 0 0 0,1-1-1 0 0,25-15 1 0 0,-23 10-29 0 0,-1 0-1 0 0,0-1 1 0 0,24-23-1 0 0,-35 30 46 0 0,0-1 0 0 0,0 0 0 0 0,0 0 0 0 0,-1 0 0 0 0,0-1 0 0 0,-1 0 0 0 0,1 0 0 0 0,-2 0 0 0 0,1 0 0 0 0,-1-1-1 0 0,2-8 1 0 0,-4 15 20 0 0,-1 1 0 0 0,1-1-1 0 0,-1 0 1 0 0,0 1 0 0 0,0-1-1 0 0,0 0 1 0 0,0 1 0 0 0,0-1-1 0 0,0 0 1 0 0,0 1 0 0 0,-1-1-1 0 0,1 0 1 0 0,0 1 0 0 0,-1-1-1 0 0,0 0 1 0 0,1 1 0 0 0,-1-1-1 0 0,0 1 1 0 0,-1-3 0 0 0,0 3 10 0 0,1 0-1 0 0,0 0 1 0 0,0 0 0 0 0,-1 0 0 0 0,1 0-1 0 0,-1 0 1 0 0,1 1 0 0 0,-1-1 0 0 0,1 0-1 0 0,-1 1 1 0 0,1 0 0 0 0,-1-1 0 0 0,0 1-1 0 0,1 0 1 0 0,-1 0 0 0 0,-2 0 0 0 0,-3 0 41 0 0,0 1 0 0 0,0 0 0 0 0,0 0 0 0 0,0 0 0 0 0,1 1 0 0 0,-1 0 0 0 0,1 1 0 0 0,-9 3 0 0 0,-3 4 44 0 0,1 0 0 0 0,-1 1 0 0 0,2 0 0 0 0,-22 19 0 0 0,34-26-131 0 0,-1 1-1 0 0,1-1 1 0 0,0 1-1 0 0,0 0 0 0 0,0 0 1 0 0,1 0-1 0 0,-1 0 1 0 0,1 1-1 0 0,1-1 0 0 0,-1 1 1 0 0,1 0-1 0 0,0 0 1 0 0,0 0-1 0 0,1 0 0 0 0,-1 0 1 0 0,1 0-1 0 0,1 0 1 0 0,-1 10-1 0 0,1-14-102 0 0,0-1-1 0 0,1 1 1 0 0,-1 0 0 0 0,1 0 0 0 0,-1 0-1 0 0,1 0 1 0 0,-1-1 0 0 0,1 1-1 0 0,0 0 1 0 0,0-1 0 0 0,0 1 0 0 0,0 0-1 0 0,0-1 1 0 0,0 1 0 0 0,1-1-1 0 0,-1 0 1 0 0,0 1 0 0 0,1-1 0 0 0,-1 0-1 0 0,1 0 1 0 0,-1 0 0 0 0,1 0 0 0 0,0 0-1 0 0,-1 0 1 0 0,1 0 0 0 0,0-1-1 0 0,2 2 1 0 0,13 1-1593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0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16127 0 0,'-1'0'1242'0'0,"-10"8"18"0"0,0-2 7075 0 0,5-4-5728 0 0,7-2-2618 0 0,-1 0-1 0 0,0 0 1 0 0,0 0 0 0 0,0 1-1 0 0,0-1 1 0 0,0 0-1 0 0,0 0 1 0 0,0 0 0 0 0,0 0-1 0 0,0 0 1 0 0,0 0 0 0 0,0 0-1 0 0,0 0 1 0 0,0 0-1 0 0,0 0 1 0 0,0 0 0 0 0,0 0-1 0 0,0 0 1 0 0,0 0 0 0 0,0 0-1 0 0,0 0 1 0 0,0 0-1 0 0,0 0 1 0 0,0 0 0 0 0,0 0-1 0 0,0 0 1 0 0,0 0 0 0 0,0 0-1 0 0,0 0 1 0 0,0 0-1 0 0,0 1 1 0 0,0-1 0 0 0,0 0-1 0 0,0 0 1 0 0,0 0 0 0 0,0 0-1 0 0,0 0 1 0 0,0 0-1 0 0,0 0 1 0 0,0 0 0 0 0,0 0-1 0 0,0 0 1 0 0,0 0 0 0 0,11-1-1064 0 0,16-4-7122 0 0,-9-1-347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0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25655 0 0,'0'0'2576'0'0,"1"-1"-2287"0"0,9-4 12 0 0,-1 0-1 0 0,1 0 0 0 0,0 1 1 0 0,0 1-1 0 0,0 0 0 0 0,0 0 1 0 0,1 1-1 0 0,-1 0 0 0 0,17 0 1 0 0,1 0-24 0 0,1 3 1 0 0,40 4-1 0 0,-61-4-267 0 0,0 0-1 0 0,-1 1 0 0 0,0 0 1 0 0,1 0-1 0 0,-1 0 1 0 0,0 1-1 0 0,9 5 0 0 0,-14-7-10 0 0,0 0-1 0 0,0 1 0 0 0,0-1 1 0 0,0 0-1 0 0,-1 1 1 0 0,1-1-1 0 0,0 1 0 0 0,-1 0 1 0 0,0 0-1 0 0,1-1 1 0 0,-1 1-1 0 0,0 0 0 0 0,0 0 1 0 0,0 0-1 0 0,0 0 1 0 0,0 0-1 0 0,0 1 0 0 0,-1-1 1 0 0,1 0-1 0 0,-1 0 0 0 0,1 0 1 0 0,-1 1-1 0 0,0-1 1 0 0,0 0-1 0 0,0 0 0 0 0,0 1 1 0 0,0-1-1 0 0,-1 0 1 0 0,0 3-1 0 0,-2 7 27 0 0,-1-1-1 0 0,0-1 1 0 0,-1 1 0 0 0,0-1-1 0 0,-1 1 1 0 0,0-2 0 0 0,0 1-1 0 0,-10 10 1 0 0,-65 65 123 0 0,75-80-138 0 0,5-4-10 0 0,-15 14 1 0 0,1 0-1 0 0,1 0 1 0 0,0 1 0 0 0,1 1-1 0 0,-19 31 1 0 0,31-46-1 0 0,0 0 0 0 0,0 1 0 0 0,0-1 0 0 0,0 1 0 0 0,0 0 0 0 0,0 4 0 0 0,1-6 0 0 0,0 0 0 0 0,0 0 0 0 0,0 0 0 0 0,0 0 0 0 0,0 0 0 0 0,0 0 0 0 0,0 0 0 0 0,0 0 0 0 0,0 0 0 0 0,0-1 0 0 0,0 1 0 0 0,1 0 0 0 0,-1 0 0 0 0,0 0 0 0 0,1 0 0 0 0,-1 0 0 0 0,1-1 0 0 0,-1 1 0 0 0,1 0 0 0 0,-1 0 0 0 0,1-1 0 0 0,-1 1 0 0 0,1 0 0 0 0,0-1 0 0 0,-1 1 0 0 0,1 0 0 0 0,0-1 0 0 0,0 1 0 0 0,-1-1 0 0 0,3 1 0 0 0,-1 0 0 0 0,2 1 0 0 0,0 0 0 0 0,0 0 0 0 0,0-1 0 0 0,1 0 0 0 0,-1 0 0 0 0,0 0 0 0 0,1 0 0 0 0,-1-1 0 0 0,1 1 0 0 0,-1-1 0 0 0,1-1 0 0 0,-1 1 0 0 0,6-1 0 0 0,8-2 0 0 0,30-10 0 0 0,-24 5-292 0 0,-1-1 1 0 0,-1-1-1 0 0,0-1 0 0 0,28-18 1 0 0,-8 0-2015 0 0,41-37-1 0 0,-55 42-7454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23727 0 0,'0'0'2381'0'0,"2"0"-2183"0"0,88-4 3450 0 0,-52 2-3071 0 0,0 1 1 0 0,68 6 0 0 0,-102-4-563 0 0,-1 0 1 0 0,1 0-1 0 0,0 0 1 0 0,7 3-1 0 0,-10-3-6 0 0,0 0 0 0 0,0-1 0 0 0,0 1-1 0 0,1 0 1 0 0,-1 0 0 0 0,0 0 0 0 0,0 0 0 0 0,0 0-1 0 0,0 0 1 0 0,0 0 0 0 0,-1 1 0 0 0,1-1 0 0 0,0 0-1 0 0,0 0 1 0 0,-1 1 0 0 0,1-1 0 0 0,-1 0 0 0 0,1 1-1 0 0,-1-1 1 0 0,0 1 0 0 0,1-1 0 0 0,-1 0-1 0 0,0 1 1 0 0,0-1 0 0 0,0 1 0 0 0,0-1 0 0 0,0 1-1 0 0,0-1 1 0 0,-1 1 0 0 0,1-1 0 0 0,0 0 0 0 0,-1 1-1 0 0,1-1 1 0 0,-1 0 0 0 0,0 2 0 0 0,0 0 13 0 0,-4 9 39 0 0,0-1-1 0 0,-1 0 1 0 0,0 0-1 0 0,0-1 1 0 0,-1 0-1 0 0,-15 16 1 0 0,9-9-16 0 0,-24 29-10 0 0,-25 32 66 0 0,56-68-92 0 0,0 1-1 0 0,0-1 0 0 0,1 1 1 0 0,0 0-1 0 0,1 0 1 0 0,-4 15-1 0 0,7-16-8 0 0,2 4 0 0 0,2-10 0 0 0,-1-3 0 0 0,1 2-7 0 0,0 0 0 0 0,0-1 0 0 0,0 1 0 0 0,0-1 0 0 0,1 0-1 0 0,-1 0 1 0 0,1 0 0 0 0,-1 0 0 0 0,1-1 0 0 0,0 0 0 0 0,0 1 0 0 0,0-1 0 0 0,0-1 0 0 0,0 1 0 0 0,-1-1 0 0 0,1 1-1 0 0,8-1 1 0 0,2-1-49 0 0,0 0 0 0 0,0-1-1 0 0,24-6 1 0 0,-4-1-1065 0 0,46-19 1 0 0,-33 6-7676 0 0,-20 6-414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36 5983 0 0,'-7'-9'25532'0'0,"30"5"-28361"0"0,-20 4 4803 0 0,-2-1-1927 0 0,144-19 1351 0 0,-128 19-1392 0 0,0 1 1 0 0,-1 0-1 0 0,1 1 0 0 0,-1 0 0 0 0,0 2 0 0 0,29 7 0 0 0,-42-9 64 0 0,2 3 27 0 0,-6-2-61 0 0,1 0-1 0 0,-1 0 1 0 0,0 0-1 0 0,0 0 1 0 0,0 0-1 0 0,0 0 0 0 0,-2 2 1 0 0,-2 2-23 0 0,-1 0 0 0 0,0-1 0 0 0,0 1 0 0 0,0-1 0 0 0,-1-1 0 0 0,0 1 0 0 0,0-1 0 0 0,-10 4 0 0 0,0 2 34 0 0,-21 11-43 0 0,12-8-4 0 0,1 2 0 0 0,0 1 0 0 0,-32 27 0 0 0,53-40 0 0 0,3-2 0 0 0,0-1 0 0 0,0 1 0 0 0,0 0 0 0 0,0 0 0 0 0,0 0 0 0 0,0 0 0 0 0,0 0 0 0 0,0 0 0 0 0,1 0 0 0 0,-1 0 0 0 0,0 0 0 0 0,1 1 0 0 0,-1-1 0 0 0,1 0 0 0 0,-1 0 0 0 0,1 1 0 0 0,-1 1 0 0 0,1-2 0 0 0,-2 3 0 0 0,8 8 0 0 0,-3-8 0 0 0,0-1 0 0 0,0 1 0 0 0,0-1 0 0 0,1 0 0 0 0,0 0 0 0 0,-1 0 0 0 0,1 0 0 0 0,0-1 0 0 0,0 0 0 0 0,1 0 0 0 0,4 2 0 0 0,9 3 0 0 0,26 6 0 0 0,-25-8 0 0 0,29 7 0 0 0,-34-10 0 0 0,0 1 0 0 0,0 1 0 0 0,-1 0 0 0 0,0 1 0 0 0,22 11 0 0 0,-34-16 0 0 0,-1 0 0 0 0,1 1 0 0 0,0-1 0 0 0,0 1 0 0 0,-1-1 0 0 0,1 1 0 0 0,0-1 0 0 0,-1 1 0 0 0,1 0 0 0 0,0-1 0 0 0,-1 1 0 0 0,1 0 0 0 0,-1-1 0 0 0,1 1 0 0 0,-1 0 0 0 0,0 0 0 0 0,1 0 0 0 0,-1-1 0 0 0,0 1 0 0 0,1 0 0 0 0,-1 0 0 0 0,0 0 0 0 0,0 0 0 0 0,0-1 0 0 0,0 1 0 0 0,0 0 0 0 0,0 0 0 0 0,0 0 0 0 0,0 0 0 0 0,0 0 0 0 0,0 0 0 0 0,0-1 0 0 0,-1 1 0 0 0,1 0 0 0 0,0 0 0 0 0,0 0 0 0 0,-2 1 0 0 0,1 0 0 0 0,-1 1 0 0 0,1-1 0 0 0,-1 0 0 0 0,0 0 0 0 0,0 0 0 0 0,0 0 0 0 0,0 0 0 0 0,-1 0 0 0 0,1-1 0 0 0,-5 3 0 0 0,-13 6-70 0 0,0-1-1 0 0,-1-1 1 0 0,0-1 0 0 0,0 0 0 0 0,-1-2-1 0 0,0-1 1 0 0,0 0 0 0 0,0-2 0 0 0,-36 0-1 0 0,51-2-627 0 0,0 0-1 0 0,-1-1 1 0 0,1 0 0 0 0,0 0-1 0 0,-11-4 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2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26983 0 0,'0'0'2440'0'0,"11"-11"-1896"0"0,-7 7-462 0 0,0 1 1 0 0,0-1-1 0 0,1 1 0 0 0,-1 1 1 0 0,1-1-1 0 0,-1 0 1 0 0,1 1-1 0 0,0 0 0 0 0,0 0 1 0 0,0 1-1 0 0,0-1 0 0 0,0 1 1 0 0,0 0-1 0 0,0 0 0 0 0,0 1 1 0 0,8 0-1 0 0,5 0 268 0 0,0 1 0 0 0,1 0 0 0 0,23 6 0 0 0,-35-5-350 0 0,-1-1 0 0 0,1 1 0 0 0,-1 1 0 0 0,1-1 0 0 0,8 6 0 0 0,-14-8 0 0 0,0 1 0 0 0,0-1 0 0 0,0 1 0 0 0,-1-1 0 0 0,1 1 0 0 0,0-1 0 0 0,0 1 0 0 0,-1-1 0 0 0,1 1 0 0 0,0 0 0 0 0,-1 0 0 0 0,1-1 0 0 0,0 1 0 0 0,-1 0 0 0 0,1 0 0 0 0,-1 0 0 0 0,0-1 0 0 0,1 1 0 0 0,-1 0 0 0 0,1 0 0 0 0,-1 0 0 0 0,0 0 0 0 0,0 0 0 0 0,0 1 0 0 0,1 0 0 0 0,-2 7 0 0 0,-1-5 0 0 0,0 0 0 0 0,0 0 0 0 0,-1 0 0 0 0,0 0 0 0 0,0-1 0 0 0,0 1 0 0 0,-4 3 0 0 0,-26 23 0 0 0,31-29 0 0 0,-84 60 0 0 0,45-33 0 0 0,19-8 0 0 0,21-19 0 0 0,1-1 0 0 0,0 0 0 0 0,-1 1 0 0 0,1-1 0 0 0,0 0 0 0 0,-1 1 0 0 0,1-1 0 0 0,0 0 0 0 0,-1 1 0 0 0,1-1 0 0 0,0 1 0 0 0,0-1 0 0 0,0 1 0 0 0,-1-1 0 0 0,1 0 0 0 0,0 1 0 0 0,0-1 0 0 0,0 1 0 0 0,0-1 0 0 0,0 1 0 0 0,0-1 0 0 0,0 1 0 0 0,0-1 0 0 0,0 1 0 0 0,0-1 0 0 0,0 1 0 0 0,0-1 0 0 0,0 1 0 0 0,0-1 0 0 0,1 1 0 0 0,-1-1 0 0 0,0 0 0 0 0,0 1 0 0 0,0-1 0 0 0,1 1 0 0 0,-1-1 0 0 0,0 1 0 0 0,1-1 0 0 0,-1 1 0 0 0,2 2 0 0 0,0 0 0 0 0,0 0 0 0 0,1 0 0 0 0,-1 0 0 0 0,0-1 0 0 0,1 1 0 0 0,0-1 0 0 0,-1 1 0 0 0,1-1 0 0 0,0 0 0 0 0,0 0 0 0 0,1 0 0 0 0,-1-1 0 0 0,0 1 0 0 0,1-1 0 0 0,2 2 0 0 0,10 2 0 0 0,1-1 0 0 0,19 3 0 0 0,-20-5 0 0 0,-10 0 0 0 0,80 16 0 0 0,-73-14 0 0 0,0 1 0 0 0,0 0 0 0 0,0 0 0 0 0,15 10 0 0 0,-26-14 0 0 0,0 1 0 0 0,0-1 0 0 0,0 0 0 0 0,0 1 0 0 0,0-1 0 0 0,0 1 0 0 0,-1-1 0 0 0,1 1 0 0 0,-1 0 0 0 0,1 0 0 0 0,-1 0 0 0 0,0-1 0 0 0,0 1 0 0 0,0 1 0 0 0,0-1 0 0 0,0 0 0 0 0,0 0 0 0 0,0 0 0 0 0,-1 0 0 0 0,1 1 0 0 0,-1-1 0 0 0,0 0 0 0 0,1 1 0 0 0,-1-1 0 0 0,0 0 0 0 0,0 0 0 0 0,-1 1 0 0 0,1-1 0 0 0,0 0 0 0 0,-1 1 0 0 0,0-1 0 0 0,1 0 0 0 0,-1 0 0 0 0,-1 3 0 0 0,-3 1 0 0 0,1 0 0 0 0,-1-1 0 0 0,-1 1 0 0 0,1-1 0 0 0,-1 0 0 0 0,0 0 0 0 0,0-1 0 0 0,0 1 0 0 0,-11 4 0 0 0,0-1 0 0 0,1-1 0 0 0,-34 10 0 0 0,32-12-734 0 0,1-2 0 0 0,-22 2 0 0 0,15-3-2756 0 0,-26-2-1 0 0,32-1-6638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2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16127 0 0,'2'1'11747'0'0,"4"4"-11433"0"0,0 1 1 0 0,1-1-1 0 0,-2 1 0 0 0,1 0 1 0 0,-1 1-1 0 0,0 0 1 0 0,0-1-1 0 0,-1 1 0 0 0,0 1 1 0 0,0-1-1 0 0,-1 1 1 0 0,1-1-1 0 0,-2 1 0 0 0,4 15 1 0 0,1 10-341 0 0,-2 0 1 0 0,2 45 0 0 0,-6-59 243 0 0,1 7-213 0 0,-2 0 0 0 0,-5 46 0 0 0,4-62 471 0 0,1-3-1981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46 7367 0 0,'0'0'568'0'0,"-1"-2"-373"0"0,-11-41 18026 0 0,-1 46-15352 0 0,0 5-2550 0 0,2 1-1 0 0,-1 0 0 0 0,1 0 0 0 0,1 1 0 0 0,-1 1 0 0 0,2 0 1 0 0,0 0-1 0 0,0 1 0 0 0,1 0 0 0 0,-9 17 0 0 0,15-25-314 0 0,-1 1 0 0 0,1-1 0 0 0,1 0 0 0 0,-1 1 0 0 0,1 0-1 0 0,0-1 1 0 0,0 1 0 0 0,0 0 0 0 0,0-1 0 0 0,1 10 0 0 0,0-11-4 0 0,1 0 0 0 0,-1-1 0 0 0,1 1 1 0 0,0 0-1 0 0,0 0 0 0 0,0-1 0 0 0,0 1 0 0 0,0-1 1 0 0,1 1-1 0 0,-1-1 0 0 0,1 1 0 0 0,-1-1 1 0 0,1 0-1 0 0,0 0 0 0 0,0 0 0 0 0,0 0 0 0 0,0 0 1 0 0,0 0-1 0 0,4 2 0 0 0,1 0-115 0 0,1-1 0 0 0,-1 1 0 0 0,0-1 0 0 0,1-1 1 0 0,0 0-1 0 0,-1 0 0 0 0,1 0 0 0 0,0-1 0 0 0,0 0 0 0 0,0 0 0 0 0,0-1 0 0 0,11-1 0 0 0,10-2-838 0 0,57-12-1 0 0,-64 10-95 0 0,-1-1 0 0 0,1-1 0 0 0,-1-2 1 0 0,23-11-1 0 0,-16 4-850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18 5063 0 0,'-21'1'-1365'0'0,"-10"-10"9901"0"0,25 7-5868 0 0,0 0 0 0 0,0 0 1 0 0,0 1-1 0 0,-7-1 0 0 0,10 2-2382 0 0,1 0-1 0 0,0 0 1 0 0,0 0 0 0 0,0 0-1 0 0,0 1 1 0 0,0-1-1 0 0,0 1 1 0 0,0-1-1 0 0,-4 3 1 0 0,5-3-148 0 0,0 1-1 0 0,0 0 1 0 0,0-1-1 0 0,0 1 1 0 0,0 0-1 0 0,0 0 1 0 0,0-1-1 0 0,0 1 1 0 0,0 0-1 0 0,0 0 1 0 0,0 0-1 0 0,1 0 1 0 0,-1 0 0 0 0,0 1-1 0 0,1-1 1 0 0,-1 0-1 0 0,1 0 1 0 0,-1 0-1 0 0,0 3 1 0 0,1-2-73 0 0,0 0 0 0 0,0 0 0 0 0,0 1 0 0 0,0-1 0 0 0,0 0 0 0 0,0 0 0 0 0,1 1 0 0 0,-1-1 0 0 0,1 0 0 0 0,1 3 0 0 0,1 3-46 0 0,0-1 0 0 0,1 0 0 0 0,0 0 0 0 0,1 0 0 0 0,5 7 0 0 0,-2-6 4 0 0,0 1 1 0 0,1-1-1 0 0,-1 0 1 0 0,18 10-1 0 0,42 23 31 0 0,-46-29-66 0 0,0 1 0 0 0,28 22 0 0 0,-45-31 5 0 0,1 1 1 0 0,-1 0-1 0 0,0 0 1 0 0,0 0 0 0 0,-1 1-1 0 0,0-1 1 0 0,0 1-1 0 0,0 0 1 0 0,0 0-1 0 0,2 9 1 0 0,-5-14 6 0 0,-1 0-1 0 0,0 0 1 0 0,0 0 0 0 0,1 0-1 0 0,-1 0 1 0 0,0 0 0 0 0,0 0-1 0 0,0 0 1 0 0,0 1 0 0 0,-1-1-1 0 0,1 0 1 0 0,0 0 0 0 0,0 0-1 0 0,-1 0 1 0 0,1 0 0 0 0,0 0-1 0 0,-1 0 1 0 0,1 0 0 0 0,-1 0-1 0 0,1 0 1 0 0,-1 0 0 0 0,0-1-1 0 0,1 1 1 0 0,-1 0 0 0 0,0 0-1 0 0,0 0 1 0 0,0-1 0 0 0,1 1-1 0 0,-1 0 1 0 0,0-1 0 0 0,0 1-1 0 0,-1 0 1 0 0,-1 1-1 0 0,-4 2-2 0 0,0 1 0 0 0,-1-1-1 0 0,0-1 1 0 0,0 1 0 0 0,0-1 0 0 0,0 0 0 0 0,0-1 0 0 0,-13 2-1 0 0,-8 0-71 0 0,-34-1 0 0 0,50-2 46 0 0,-88-3-649 0 0,60-4-2767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19807 0 0,'4'1'10355'0'0,"-4"8"-9166"0"0,-18 144 227 0 0,15-138-1416 0 0,-3 17 0 0 0,-18 60 0 0 0,-3-25 0 0 0,-2 0 0 0 0,-44 71 0 0 0,59-115 0 0 0,0 0 0 0 0,-2-1 0 0 0,-27 31 0 0 0,-3 3-272 0 0,45-55 64 0 0</inkml:trace>
  <inkml:trace contextRef="#ctx0" brushRef="#br0" timeOffset="1">375 454 14743 0 0,'0'0'12655'0'0,"0"2"-11535"0"0,1 9-404 0 0,0 1 0 0 0,1 0 0 0 0,1-1 0 0 0,5 16 0 0 0,-3-10-545 0 0,4 23 0 0 0,-8-34-150 0 0,2 10 1 0 0,-1 0 0 0 0,0 0 0 0 0,-2 1 0 0 0,1-1 0 0 0,-2 0 0 0 0,-4 28 0 0 0,-4-8-1625 0 0,9-35 714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0 18367 0 0,'0'0'1668'0'0,"12"5"8093"0"0,-13-3-9691 0 0,0 0-45 0 0,-12 6 315 0 0,-10 2 154 0 0,-1-1 0 0 0,-48 11 0 0 0,48-15-297 0 0,0 2 0 0 0,1 1 1 0 0,-31 14-1 0 0,21-6-156 0 0,6-2 30 0 0,-28 17 1 0 0,48-27-64 0 0,1 1 0 0 0,-1 0 0 0 0,1 0 0 0 0,0 1 0 0 0,0 0 0 0 0,1 0 1 0 0,0 0-1 0 0,0 1 0 0 0,-4 6 0 0 0,8-11-8 0 0,1-1 0 0 0,-1 1 0 0 0,1-1 0 0 0,0 1 0 0 0,-1 0 0 0 0,1-1 0 0 0,0 1 0 0 0,0-1 0 0 0,0 1 0 0 0,0 0 0 0 0,0-1 0 0 0,1 1 0 0 0,-1-1 0 0 0,0 1 0 0 0,1-1 0 0 0,-1 1 0 0 0,1-1 0 0 0,-1 1 0 0 0,1-1 0 0 0,0 1 0 0 0,0-1 0 0 0,0 0 0 0 0,0 1 0 0 0,0-1 0 0 0,0 0 0 0 0,0 0 0 0 0,0 0 0 0 0,2 2 0 0 0,1 1 0 0 0,0 0 0 0 0,1-1 0 0 0,0 1 0 0 0,0-1 0 0 0,0 0 0 0 0,8 4 0 0 0,0-3-27 0 0,-1 0 1 0 0,1-1-1 0 0,0 0 0 0 0,-1-1 1 0 0,1-1-1 0 0,18 1 0 0 0,80-8-232 0 0,-89 4 238 0 0,31-2-70 0 0,93-22 0 0 0,-124 20-24 0 0,1 0-1 0 0,-1-2 0 0 0,0-1 0 0 0,0-1 1 0 0,-1 0-1 0 0,29-21 0 0 0,-45 27 99 0 0,0 0-1 0 0,-1 0 1 0 0,1 0-1 0 0,-1 0 1 0 0,0-1-1 0 0,5-8 1 0 0,-7 10 10 0 0,-1 1 0 0 0,1 0 1 0 0,-1-1-1 0 0,0 1 0 0 0,0-1 1 0 0,0 1-1 0 0,0-1 0 0 0,-1 1 1 0 0,1-1-1 0 0,-1 1 0 0 0,1-1 1 0 0,-1 0-1 0 0,0 1 0 0 0,0-1 1 0 0,0 0-1 0 0,-1 1 0 0 0,0-5 1 0 0,1 5 19 0 0,-1 0 0 0 0,0 0 0 0 0,0 0 0 0 0,0 0 0 0 0,-1 0 0 0 0,1 0 0 0 0,0 0 0 0 0,-1 1-1 0 0,1-1 1 0 0,-1 0 0 0 0,0 1 0 0 0,1-1 0 0 0,-1 1 0 0 0,0-1 0 0 0,0 1 0 0 0,0 0 0 0 0,0 0 0 0 0,0 0 0 0 0,0 0 0 0 0,-1 0 0 0 0,1 1 0 0 0,0-1 0 0 0,0 0 0 0 0,0 1 0 0 0,-1 0 0 0 0,1 0 0 0 0,0-1 0 0 0,-1 1 0 0 0,-2 1 0 0 0,-7-1 16 0 0,0 1 0 0 0,0 0 0 0 0,1 1 1 0 0,-1 0-1 0 0,0 1 0 0 0,1 0 0 0 0,0 1 0 0 0,0 0 0 0 0,0 1 0 0 0,0 0 1 0 0,1 0-1 0 0,0 1 0 0 0,-12 10 0 0 0,19-13-20 0 0,0 0 0 0 0,0 0 0 0 0,0 0 1 0 0,1 0-1 0 0,0 1 0 0 0,-4 5 0 0 0,6-8-14 0 0,-1 0-1 0 0,1 0 1 0 0,-1 0 0 0 0,1-1 0 0 0,-1 1-1 0 0,1 0 1 0 0,-1 0 0 0 0,1 0 0 0 0,0 0-1 0 0,0 0 1 0 0,-1 0 0 0 0,1 0-1 0 0,0 0 1 0 0,0-1 0 0 0,0 1 0 0 0,0 0-1 0 0,0 0 1 0 0,0 0 0 0 0,0 0-1 0 0,0 0 1 0 0,1 0 0 0 0,-1 0 0 0 0,0 0-1 0 0,1 1 1 0 0,0 1-56 0 0,0-2 38 0 0,0 1-1 0 0,0-1 1 0 0,0 0 0 0 0,0 1 0 0 0,0-1 0 0 0,0 0 0 0 0,0 0 0 0 0,0 0 0 0 0,0 0-1 0 0,1 0 1 0 0,-1 0 0 0 0,0 0 0 0 0,3 1 0 0 0,0 0-44 0 0,1 1 7 0 0,0 0 0 0 0,1 0 0 0 0,0 0 0 0 0,-1-1-1 0 0,1 0 1 0 0,0 0 0 0 0,0-1 0 0 0,0 0 0 0 0,0 0 0 0 0,0 0 0 0 0,1 0 0 0 0,-1-1-1 0 0,0 0 1 0 0,0-1 0 0 0,12-2 0 0 0,-5 1-67 0 0,0-1 1 0 0,0-1-1 0 0,-1 0 1 0 0,1-1-1 0 0,-1 0 1 0 0,16-11-1 0 0,-24 14 126 0 0,0-1 0 0 0,0 1 0 0 0,0-1 0 0 0,0 0 0 0 0,0-1 0 0 0,-1 1 0 0 0,0-1 0 0 0,0 1 0 0 0,0-1 0 0 0,0 0 0 0 0,0 0-1 0 0,-1 0 1 0 0,3-6 0 0 0,-2 2 2016 0 0,-2 11-1942 0 0,-1-1-1 0 0,1 1 1 0 0,-1-1-1 0 0,0 1 1 0 0,0-1-1 0 0,0 4 1 0 0,0 10 1 0 0,1 0-1 0 0,0 0 1 0 0,2-1-1 0 0,5 23 1 0 0,0 2-22 0 0,-1-3-52 0 0,-3-19 0 0 0,0 1 0 0 0,-2-1 0 0 0,1 37 0 0 0,-3-49 0 0 0,-1-1 0 0 0,1 1 0 0 0,-1-1 0 0 0,-1 1 0 0 0,1-1 0 0 0,-1 0 0 0 0,0 1 0 0 0,0-1 0 0 0,0 0 0 0 0,-1 0 0 0 0,0-1 0 0 0,0 1 0 0 0,0 0 0 0 0,0-1 0 0 0,-1 0 0 0 0,0 0 0 0 0,-7 7 0 0 0,3-6-50 0 0,0 0 0 0 0,-1 0 0 0 0,1-1-1 0 0,-1 0 1 0 0,1 0 0 0 0,-1-1 0 0 0,0 0 0 0 0,0-1 0 0 0,-1 0 0 0 0,1 0 0 0 0,0-1-1 0 0,-1-1 1 0 0,1 1 0 0 0,-1-1 0 0 0,1-1 0 0 0,-1 0 0 0 0,1 0 0 0 0,0-1-1 0 0,-16-5 1 0 0,22 7-138 0 0,1-1 0 0 0,0 0-1 0 0,0 0 1 0 0,-1 0-1 0 0,1-1 1 0 0,0 1 0 0 0,0 0-1 0 0,0-1 1 0 0,0 1 0 0 0,0-1-1 0 0,1 0 1 0 0,-1 0-1 0 0,0 1 1 0 0,1-1 0 0 0,-1 0-1 0 0,1-1 1 0 0,0 1 0 0 0,-1 0-1 0 0,1 0 1 0 0,-1-5-1 0 0,0-10-1444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4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1 306 21103 0 0,'0'0'1913'0'0,"2"0"-1575"0"0,33-5 134 0 0,-27 3 570 0 0,0 0 0 0 0,17 0 0 0 0,134 9 3566 0 0,-80-2-5856 0 0,0-3-3690 0 0,-64-2-4357 0 0</inkml:trace>
  <inkml:trace contextRef="#ctx0" brushRef="#br0" timeOffset="1">547 3 26031 0 0,'0'0'3563'0'0,"0"0"-3537"0"0,0 0 1 0 0,0 0 0 0 0,0 0-1 0 0,0-1 1 0 0,0 1 0 0 0,0 0-1 0 0,0 0 1 0 0,1 0 0 0 0,-1 0-1 0 0,0 0 1 0 0,0 0-1 0 0,0 0 1 0 0,0 0 0 0 0,0 0-1 0 0,0 0 1 0 0,0-1 0 0 0,0 1-1 0 0,0 0 1 0 0,0 0 0 0 0,1 0-1 0 0,-1 0 1 0 0,0 0 0 0 0,0 0-1 0 0,0 0 1 0 0,0 0-1 0 0,0 0 1 0 0,0 0 0 0 0,0 0-1 0 0,1 0 1 0 0,-1 0 0 0 0,0 0-1 0 0,0 0 1 0 0,0 0 0 0 0,0 0-1 0 0,0 0 1 0 0,0 0 0 0 0,0 0-1 0 0,1 0 1 0 0,-1 0-1 0 0,0 0 1 0 0,0 0 0 0 0,0 0-1 0 0,0 0 1 0 0,0 0 0 0 0,0 1-1 0 0,0-1 1 0 0,0 0 0 0 0,1 0-1 0 0,-1 0 1 0 0,0 0 0 0 0,0 0-1 0 0,0 0 1 0 0,0 0-1 0 0,0 0 1 0 0,0 0 0 0 0,0 1-1 0 0,0-1 1 0 0,0 0 0 0 0,0 0-1 0 0,2 3 105 0 0,0 0 0 0 0,-1-1 0 0 0,1 1 0 0 0,-1 0 0 0 0,1 0 0 0 0,-1 0 0 0 0,0 1 0 0 0,1 5 0 0 0,4 34 139 0 0,-3-18-151 0 0,0 1-115 0 0,-1 0-1 0 0,-1-1 0 0 0,-5 52 1 0 0,-22 75-82 0 0,22-134-1308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8 6911 0 0,'0'0'528'0'0,"-14"-5"4215"0"0,11 4-2262 0 0,0 1 0 0 0,-1-1 0 0 0,1 1-1 0 0,0 0 1 0 0,-6 0 0 0 0,-13 5 3013 0 0,13-1-5831 0 0,0 1 0 0 0,-15 9 0 0 0,4-2 1545 0 0,3 0-1206 0 0,-1 1 0 0 0,2 0 1 0 0,-30 31-1 0 0,35-32-2 0 0,2-4 0 0 0,1 1 0 0 0,1 0 0 0 0,-1 1 0 0 0,-11 19 0 0 0,16-21 0 0 0,4 1 0 0 0,0-6 0 0 0,1 0 0 0 0,0 0 0 0 0,-1-1 0 0 0,1 1 0 0 0,0-1 0 0 0,0 1 0 0 0,0-1 0 0 0,1 0 0 0 0,-1 0 0 0 0,1 0 0 0 0,-1 0 0 0 0,1 0 0 0 0,-1 0 0 0 0,1-1 0 0 0,0 0 0 0 0,6 3 0 0 0,4 1 0 0 0,0-1 0 0 0,20 3 0 0 0,-31-7 0 0 0,165 19-29 0 0,-76-12 5 0 0,-60-5-4234 0 0,-21-2-531 0 0,10 2-5383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5 109 2303 0 0,'-4'-9'24361'0'0,"8"4"-20962"0"0,-2 2-3615 0 0,8-3 502 0 0,0-1 0 0 0,1 1 1 0 0,-1 1-1 0 0,1 0 0 0 0,0 1 0 0 0,19-5 0 0 0,72-11 443 0 0,-64 13-584 0 0,38-3-139 0 0,86-2-1 0 0,122 18 27 0 0,-266-5-32 0 0,41 4-353 0 0,41 0-853 0 0,-39-3-4270 0 0,-44-2-3993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4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 11519 0 0,'-26'-6'20369'0'0,"50"11"-20095"0"0,20 4-181 0 0,0 2 0 0 0,70 28 1 0 0,-82-26-43 0 0,-20-9-51 0 0,0 1 1 0 0,0 1-1 0 0,18 11 1 0 0,-22-9-1 0 0,-7-7 0 0 0,-1 0 1 0 0,0 1-1 0 0,1-1 1 0 0,-1 0-1 0 0,0 0 1 0 0,0 1-1 0 0,0-1 0 0 0,1 0 1 0 0,-2 1-1 0 0,1-1 1 0 0,0 0-1 0 0,0 0 0 0 0,0 1 1 0 0,0-1-1 0 0,-1 0 1 0 0,1 0-1 0 0,-1 1 1 0 0,1-1-1 0 0,-1 0 0 0 0,1 0 1 0 0,-1 0-1 0 0,0 0 1 0 0,1 0-1 0 0,-3 2 0 0 0,0 1 33 0 0,0 0 0 0 0,-1 0 0 0 0,0 0 0 0 0,-7 5 0 0 0,-1-1-11 0 0,0-1-1 0 0,-1 0 1 0 0,0-1 0 0 0,-15 6 0 0 0,-57 15-77 0 0,24-12-2209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3 684 23615 0 0,'0'0'2137'0'0,"-3"8"4433"0"0,9-46-6348 0 0,1-72 1 0 0,-6-383-223 0 0,1 446 0 0 0,-2 47 0 0 0,0-1 0 0 0,0 1 0 0 0,0 0 0 0 0,0 0 0 0 0,0 0 0 0 0,0 0 0 0 0,0 0 0 0 0,0 0 0 0 0,0 0 0 0 0,0-1 0 0 0,0 1 0 0 0,0 0 0 0 0,0 0 0 0 0,0 0 0 0 0,0 0 0 0 0,0 0 0 0 0,0 0 0 0 0,0 0 0 0 0,0-1 0 0 0,0 1 0 0 0,0 0 0 0 0,1 0 0 0 0,-1 0 0 0 0,0 0 0 0 0,0 0 0 0 0,0 0 0 0 0,0 0 0 0 0,0 0 0 0 0,0 0 0 0 0,0 0 0 0 0,0 0 0 0 0,0-1 0 0 0,0 1 0 0 0,1 0 0 0 0,-1 0 0 0 0,0 0 0 0 0,0 0 0 0 0,0 0 0 0 0,0 0 0 0 0,0 0 0 0 0,0 0 0 0 0,0 0 0 0 0,1 0 0 0 0,-1 0 0 0 0,0 0 0 0 0,0 0 0 0 0,6 5 0 0 0,3 6 0 0 0,7 14 0 0 0,1-1 0 0 0,1-1 0 0 0,1-1 0 0 0,0-1 0 0 0,2 0 0 0 0,1-2 0 0 0,28 20 0 0 0,-46-36 0 0 0,1 0 0 0 0,0 0 0 0 0,0-1 0 0 0,0 1 0 0 0,1-1 0 0 0,-1 0 0 0 0,1-1 0 0 0,-1 0 0 0 0,1 1 0 0 0,10-1 0 0 0,-12-1 0 0 0,-1 0 0 0 0,1 0 0 0 0,0 0 0 0 0,0-1 0 0 0,-1 0 0 0 0,1 0 0 0 0,0 0 0 0 0,-1 0 0 0 0,1-1 0 0 0,-1 1 0 0 0,0-1 0 0 0,1 0 0 0 0,-1 0 0 0 0,0 0 0 0 0,0 0 0 0 0,0-1 0 0 0,2-2 0 0 0,8-8 0 0 0,-2-1 0 0 0,0 0 0 0 0,-1-1 0 0 0,9-16 0 0 0,-2 1 0 0 0,12-37 0 0 0,-27 60 0 0 0,-1 32 0 0 0,0 0 0 0 0,1-1 0 0 0,9 38 0 0 0,-6-35-21 0 0,2-1 0 0 0,0 0 0 0 0,11 26 0 0 0,-13-41 5 0 0,1 1-1 0 0,0-1 1 0 0,0 0-1 0 0,1-1 1 0 0,0 0-1 0 0,1 0 1 0 0,0 0-1 0 0,17 14 1 0 0,-18-18-48 0 0,29 21-1256 0 0,-35-26 879 0 0,4-1-2018 0 0,-1-1 2017 0 0,0 1-1 0 0,-1-1 0 0 0,1 0 1 0 0,-1 0-1 0 0,1-1 0 0 0,-1 1 1 0 0,1-1-1 0 0,-1 1 1 0 0,0-1-1 0 0,0 0 0 0 0,0 0 1 0 0,0-1-1 0 0,0 1 1 0 0,0-1-1 0 0,-1 1 0 0 0,4-6 1 0 0,6-6-943 0 0,-2-1 1 0 0,13-22-1 0 0,-11 17 1251 0 0,6-10-20 0 0,-10 15 1074 0 0,1 1 0 0 0,0 0 0 0 0,23-25 2915 0 0,-32 39-3543 0 0,0 0-1 0 0,1 0 1 0 0,-1 0-1 0 0,0 0 1 0 0,1 0-1 0 0,-1-1 1 0 0,0 1-1 0 0,1 0 1 0 0,-1 0-1 0 0,1 0 1 0 0,-1 0-1 0 0,0 0 1 0 0,1 0 0 0 0,-1 0-1 0 0,0 0 1 0 0,1 1-1 0 0,-1-1 1 0 0,1 0-1 0 0,-1 0 1 0 0,1 0-1 0 0,8 11 1925 0 0,0 17-1942 0 0,-1 41 593 0 0,-7-54-916 0 0,0 1 0 0 0,1-2 0 0 0,1 1 0 0 0,0 0 1 0 0,7 19-1 0 0,-1-20-914 0 0,-9-13 295 0 0,10 4-4336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 5983 0 0,'-6'-13'14888'0'0</inkml:trace>
  <inkml:trace contextRef="#ctx0" brushRef="#br0" timeOffset="1">153 59 11975 0 0,'0'1'15787'0'0,"1"5"-15399"0"0,1 0-1 0 0,-1-1 1 0 0,1 0 0 0 0,0 1 0 0 0,0-1-1 0 0,1 0 1 0 0,-1 0 0 0 0,7 8 0 0 0,3 2-5 0 0,16 18 0 0 0,-6-8-34 0 0,16 14-245 0 0,1-1-1 0 0,75 55 1 0 0,-10-10-15 0 0,-84-65-381 0 0,28 30 0 0 0,-26-25-1797 0 0,-21-22 1289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3 12439 0 0,'-5'-2'1291'0'0,"4"2"-959"0"0,0 0-1 0 0,0 0 1 0 0,0-1 0 0 0,0 1-1 0 0,0 0 1 0 0,0 0 0 0 0,0 0-1 0 0,-1 0 1 0 0,1 0 0 0 0,0 0-1 0 0,0 0 1 0 0,0 1 0 0 0,0-1-1 0 0,0 0 1 0 0,0 1 0 0 0,0-1-1 0 0,0 1 1 0 0,0-1 0 0 0,0 1-1 0 0,0-1 1 0 0,0 1 0 0 0,0-1-1 0 0,-1 2 1 0 0,-1 1 1380 0 0,-77 53 5448 0 0,-34 38-5526 0 0,22-18-1394 0 0,54-45-292 0 0,-72 52-3250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6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10135 0 0,'-1'1'17497'0'0,"-3"6"-16914"0"0,0 1 0 0 0,1-1 0 0 0,0 0-1 0 0,0 1 1 0 0,0 0 0 0 0,1 0 0 0 0,-2 12-1 0 0,-3 62-438 0 0,4-43 118 0 0,-1 211-770 0 0,5-155-6930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15199 0 0,'1'1'10717'0'0,"3"5"-10366"0"0,0 0-1 0 0,0 0 0 0 0,0 0 0 0 0,1-1 0 0 0,0 0 0 0 0,0 0 0 0 0,0 0 0 0 0,1-1 0 0 0,0 0 0 0 0,0 0 0 0 0,0 0 0 0 0,0-1 0 0 0,0 1 0 0 0,1-2 0 0 0,9 4 1 0 0,2 0-271 0 0,0-1 0 0 0,0-1 0 0 0,0-1 1 0 0,35 1-1 0 0,-39-4-69 0 0,1 0 0 0 0,-1-2 0 0 0,1 0 0 0 0,-1 0-1 0 0,0-1 1 0 0,0-1 0 0 0,22-9 0 0 0,-17 5-12 0 0,0-2-1 0 0,0 0 1 0 0,-1-1-1 0 0,27-21 1 0 0,-38 27 13 0 0,-6 4 248 0 0,-1 11-192 0 0,-1 0 0 0 0,-1 0 0 0 0,-2 10 0 0 0,2-10-12 0 0,0 0 0 0 0,0 0 0 0 0,1 11 0 0 0,1-13-71 0 0,0 0 0 0 0,1 0 0 0 0,1-1 0 0 0,-1 1 0 0 0,1 0 0 0 0,1 0 1 0 0,-1-1-1 0 0,1 1 0 0 0,0-1 0 0 0,1 0 0 0 0,0 0 0 0 0,7 10 0 0 0,-8-13 5 0 0,0-1 0 0 0,0 0 0 0 0,0 1 1 0 0,0-1-1 0 0,0-1 0 0 0,0 1 0 0 0,1 0 0 0 0,-1-1 0 0 0,1 0 1 0 0,0 0-1 0 0,0 0 0 0 0,0 0 0 0 0,0 0 0 0 0,0-1 0 0 0,0 0 1 0 0,0 0-1 0 0,1 0 0 0 0,-1 0 0 0 0,0-1 0 0 0,1 0 0 0 0,-1 1 1 0 0,0-2-1 0 0,1 1 0 0 0,7-2 0 0 0,-8 1-6 0 0,1 0 1 0 0,-1-1-1 0 0,0 0 0 0 0,1 0 1 0 0,-1 0-1 0 0,0 0 0 0 0,-1-1 1 0 0,1 1-1 0 0,0-1 0 0 0,-1 0 0 0 0,1 0 1 0 0,-1 0-1 0 0,0-1 0 0 0,0 1 1 0 0,0-1-1 0 0,3-6 0 0 0,3-6-91 0 0,-1 0-1 0 0,12-34 1 0 0,-8 19 64 0 0,2-10 122 0 0,-13 40 186 0 0,1 2-253 0 0,-1 1 0 0 0,1 0-1 0 0,0 0 1 0 0,-1 0 0 0 0,1 0 0 0 0,-1 0-1 0 0,2 4 1 0 0,-1-4-10 0 0,6 13-237 0 0,0 1-1 0 0,12 31 1 0 0,-15-31-57 0 0,2-1-1 0 0,0 1 1 0 0,11 17-1 0 0,3-10-1964 0 0,-14-16 809 0 0,2 1-707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7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23983 0 0,'0'0'2173'0'0,"0"1"-1682"0"0,2 13 557 0 0,1 6 73 0 0,1-1 0 0 0,0 0 0 0 0,10 26 0 0 0,18 21-805 0 0,2 10-44 0 0,-30-66-272 0 0,-5-14 0 0 0,1 1 0 0 0,1-1 0 0 0,-1 1 0 0 0,0-1 0 0 0,1 0 0 0 0,0 1 0 0 0,0-1 0 0 0,0 1 0 0 0,0 0 0 0 0,0-1 0 0 0,1 1 0 0 0,0 0 0 0 0,-1 0 0 0 0,5-5 0 0 0,36-51 0 0 0,-39 56 0 0 0,11-14-227 0 0,0 1-1 0 0,1 0 1 0 0,1 1 0 0 0,1 1-1 0 0,23-16 1 0 0,-36 27-95 0 0,0 1 1 0 0,0 0-1 0 0,0 0 1 0 0,1 0-1 0 0,-1 1 1 0 0,9-3-1 0 0,-10 4-200 0 0,0-1-1 0 0,0 1 1 0 0,0 0 0 0 0,0 0-1 0 0,0 0 1 0 0,0 0-1 0 0,0 1 1 0 0,0-1-1 0 0,0 1 1 0 0,0 0 0 0 0,3 1-1 0 0,6 4-8017 0 0</inkml:trace>
  <inkml:trace contextRef="#ctx0" brushRef="#br0" timeOffset="1">420 237 6911 0 0,'0'0'528'0'0,"3"8"214"0"0,5 5 8582 0 0,4-4-3489 0 0,-9-8-5350 0 0,0 0 1 0 0,0-1-1 0 0,0 1 0 0 0,0 0 1 0 0,0-1-1 0 0,0 0 0 0 0,1 1 1 0 0,3-2-1 0 0,0 1-272 0 0,-1-1 0 0 0,1 0 0 0 0,0-1 0 0 0,-1 1 0 0 0,1-1 0 0 0,-1-1 0 0 0,9-3 0 0 0,4-4-82 0 0,0-1 0 0 0,-1-1 0 0 0,0 0 0 0 0,-1-1 0 0 0,0-1 0 0 0,-1-1 0 0 0,0 0 0 0 0,23-32 0 0 0,-33 39-129 0 0,0 0 0 0 0,-1-1 0 0 0,7-16 0 0 0,-11 22 6 0 0,0 1 0 0 0,0 0 1 0 0,-1-1-1 0 0,1 1 0 0 0,-1-1 0 0 0,1 1 0 0 0,-1-1 0 0 0,0 1 0 0 0,-1-5 1 0 0,1 6 1 0 0,0 0 0 0 0,0 0 0 0 0,-1-1 0 0 0,1 1 0 0 0,-1 0 0 0 0,1 0 0 0 0,-1 0 0 0 0,0-1 0 0 0,1 1 0 0 0,-1 0-1 0 0,0 0 1 0 0,0 0 0 0 0,0 0 0 0 0,1 0 0 0 0,-1 0 0 0 0,0 1 0 0 0,0-1 0 0 0,-1 0 0 0 0,0 0 0 0 0,0 0 34 0 0,-1 0-1 0 0,1 0 0 0 0,0 0 0 0 0,0 1 0 0 0,-1-1 0 0 0,1 1 0 0 0,-1 0 0 0 0,1 0 1 0 0,0 0-1 0 0,-1 0 0 0 0,1 0 0 0 0,0 0 0 0 0,-1 1 0 0 0,1-1 0 0 0,0 1 0 0 0,-4 0 1 0 0,-5 3 206 0 0,-21 11 0 0 0,24-11-189 0 0,-6 3-30 0 0,1 1 0 0 0,-1 0 0 0 0,1 1 0 0 0,1 1 0 0 0,0 0-1 0 0,0 1 1 0 0,1 0 0 0 0,1 0 0 0 0,0 1 0 0 0,-17 26 0 0 0,22-30-18 0 0,0 0-1 0 0,1 1 1 0 0,0 0-1 0 0,0 0 1 0 0,1 0 0 0 0,0 0-1 0 0,1 0 1 0 0,0 0-1 0 0,0 1 1 0 0,1-1 0 0 0,0 1-1 0 0,1-1 1 0 0,0 1-1 0 0,0 0 1 0 0,1-1 0 0 0,0 1-1 0 0,1-1 1 0 0,0 1-1 0 0,4 8 1 0 0,-3-10-13 0 0,1-1 0 0 0,0 0 0 0 0,0 0 0 0 0,1-1 0 0 0,0 1 0 0 0,0-1 0 0 0,0 0 0 0 0,1 0 0 0 0,0 0 0 0 0,0-1 0 0 0,0 0 0 0 0,13 7 0 0 0,1-1 0 0 0,0 0 0 0 0,1-1 0 0 0,27 8 0 0 0,-5-5-144 0 0,0-2 0 0 0,1-2 0 0 0,0-1 0 0 0,79 2 0 0 0,-77-6-1549 0 0,-26 0 98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84 25743 0 0,'0'0'1183'0'0,"-1"0"-30"0"0,-5 0-742 0 0,-1-1 1794 0 0,9 1-1765 0 0,17 1-147 0 0,0 0 1 0 0,1-2-1 0 0,19-3 0 0 0,-6 2-191 0 0,76-7-31 0 0,254-12 15 0 0,-96 8-438 0 0,-251 12-512 0 0,-1-2 0 0 0,-1 0-1 0 0,1 0 1 0 0,0-1 0 0 0,23-11 0 0 0,-27 9-1391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7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13823 0 0,'-2'1'1062'0'0,"-14"3"-1873"0"0,11-3 2292 0 0,0 0 0 0 0,-1 0 0 0 0,1 1 0 0 0,0 0 0 0 0,0 0 0 0 0,0 0 0 0 0,0 1 0 0 0,0-1-1 0 0,1 1 1 0 0,-6 5 0 0 0,9-7-1409 0 0,0 0-1 0 0,1 0 1 0 0,-1 0 0 0 0,0 0-1 0 0,1 0 1 0 0,-1 0-1 0 0,1 0 1 0 0,0 0-1 0 0,-1 1 1 0 0,1-1-1 0 0,0 0 1 0 0,0 0-1 0 0,0 0 1 0 0,-1 1-1 0 0,1-1 1 0 0,1 0-1 0 0,-1 0 1 0 0,0 1 0 0 0,0-1-1 0 0,0 0 1 0 0,1 0-1 0 0,-1 0 1 0 0,1 2-1 0 0,1 1 7 0 0,-1 0 0 0 0,1 0 0 0 0,0 0 0 0 0,0 0-1 0 0,3 3 1 0 0,0-2-63 0 0,0 1-1 0 0,0-1 1 0 0,1 0-1 0 0,0 0 1 0 0,0-1-1 0 0,0 0 0 0 0,0 0 1 0 0,1 0-1 0 0,13 5 1 0 0,6 1-31 0 0,36 7 0 0 0,-41-11 18 0 0,-8-2-39 0 0,0-1 3 0 0,1 1-1 0 0,-1 0 1 0 0,0 1 0 0 0,-1 0 0 0 0,15 9-1 0 0,-15-4-19 0 0,-12-5 58 0 0,0-4-7 0 0,0 1 2 0 0,1 1 0 0 0,-1-1-1 0 0,0 0 1 0 0,0 0 0 0 0,-1 0 0 0 0,1 0 0 0 0,0 1 0 0 0,-1-1-1 0 0,1 0 1 0 0,-1 0 0 0 0,0 0 0 0 0,1 0 0 0 0,-1 0 0 0 0,0 0-1 0 0,0 0 1 0 0,-1 0 0 0 0,1-1 0 0 0,0 1 0 0 0,0 0 0 0 0,-1-1-1 0 0,1 1 1 0 0,-1-1 0 0 0,0 1 0 0 0,1-1 0 0 0,-1 0-1 0 0,-3 2 1 0 0,-5 4-7 0 0,-1-2 0 0 0,1 1 0 0 0,-17 5 0 0 0,27-11 8 0 0,-92 36-1356 0 0,69-26 592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8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90 7367 0 0,'0'0'568'0'0,"2"-16"242"0"0,0-6 9590 0 0,-2 20-9739 0 0,0 0-1 0 0,-1 0 0 0 0,1 0 1 0 0,0 1-1 0 0,-1-1 0 0 0,1 0 0 0 0,-1 0 1 0 0,-1-1-1 0 0,1 1-470 0 0,-1 0 1 0 0,1 0 0 0 0,-1 0-1 0 0,0 0 1 0 0,1 1 0 0 0,-1-1-1 0 0,0 0 1 0 0,0 1-1 0 0,0 0 1 0 0,0-1 0 0 0,-1 1-1 0 0,1 0 1 0 0,0 0 0 0 0,0 0-1 0 0,-3 0 1 0 0,-4-2 35 0 0,0 1 0 0 0,-1 0 0 0 0,1 1 0 0 0,0 0-1 0 0,-1 1 1 0 0,1 0 0 0 0,-1 0 0 0 0,1 1 0 0 0,-1 0 0 0 0,1 0 0 0 0,0 1 0 0 0,-15 5 0 0 0,4 0-56 0 0,0 1 1 0 0,0 1-1 0 0,1 1 1 0 0,-26 17-1 0 0,38-22-142 0 0,0 0 0 0 0,1 0 0 0 0,-1 0 0 0 0,2 1 0 0 0,-1 0 0 0 0,-8 10 0 0 0,13-14-23 0 0,-1 0-1 0 0,1 0 1 0 0,0 0 0 0 0,0 0 0 0 0,0 0-1 0 0,0 0 1 0 0,0 0 0 0 0,1 1-1 0 0,-1-1 1 0 0,0 0 0 0 0,1 0 0 0 0,0 1-1 0 0,0-1 1 0 0,-1 0 0 0 0,1 1-1 0 0,1-1 1 0 0,-1 0 0 0 0,0 0 0 0 0,0 1-1 0 0,1-1 1 0 0,0 0 0 0 0,-1 0-1 0 0,1 1 1 0 0,0-1 0 0 0,0 0 0 0 0,0 0-1 0 0,2 3 1 0 0,2 1-5 0 0,0 0 0 0 0,0 0 0 0 0,1-1 0 0 0,0 0 0 0 0,0 0 0 0 0,0-1 0 0 0,0 1 0 0 0,10 4 0 0 0,59 24 0 0 0,-49-23 0 0 0,68 25 0 0 0,26 10 0 0 0,-100-35 0 0 0,0 0 0 0 0,-1 0 0 0 0,30 23 0 0 0,-46-31-2 0 0,0 0-1 0 0,0 1 1 0 0,-1-1 0 0 0,1 1 0 0 0,-1-1-1 0 0,0 1 1 0 0,0 0 0 0 0,0 0-1 0 0,0 0 1 0 0,0 0 0 0 0,0 0 0 0 0,-1 1-1 0 0,2 2 1 0 0,-3-4 1 0 0,0 0-1 0 0,1 0 1 0 0,-1 0 0 0 0,0 0 0 0 0,0 0-1 0 0,-1 0 1 0 0,1 0 0 0 0,0 0-1 0 0,-1 0 1 0 0,1 0 0 0 0,-1 0 0 0 0,1 0-1 0 0,-1 0 1 0 0,0-1 0 0 0,0 1 0 0 0,0 0-1 0 0,0 0 1 0 0,0-1 0 0 0,0 1-1 0 0,0-1 1 0 0,-1 1 0 0 0,1-1 0 0 0,-1 1-1 0 0,-2 1 1 0 0,-12 10-45 0 0,-1-1 0 0 0,0-1 0 0 0,-1 0 0 0 0,-1-2 0 0 0,1 0 0 0 0,-1 0 0 0 0,-1-2 0 0 0,-27 7 0 0 0,15-7-79 0 0,0-1 0 0 0,0-2-1 0 0,-1-1 1 0 0,-51-2 0 0 0,49-5-798 0 0,34 4 662 0 0,-1-1-1 0 0,1 1 1 0 0,-1-1-1 0 0,1 1 1 0 0,0-1-1 0 0,-1 0 1 0 0,1 1-1 0 0,0-1 1 0 0,-2-2-1 0 0,3 3-21 0 0,-1 0 0 0 0,1-1-1 0 0,0 1 1 0 0,-1-1 0 0 0,1 1-1 0 0,0 0 1 0 0,0-1 0 0 0,0 1 0 0 0,-1-1-1 0 0,1 1 1 0 0,0-1 0 0 0,0 1-1 0 0,0-1 1 0 0,0 1 0 0 0,0 0 0 0 0,0-1-1 0 0,0 1 1 0 0,0-1 0 0 0,0 1-1 0 0,0-1 1 0 0,0 1 0 0 0,0-1 0 0 0,0 1-1 0 0,0-1 1 0 0,0 1 0 0 0,1-1-1 0 0,-1 1 1 0 0,0-1 0 0 0,8-9-8092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22751 0 0,'0'0'3233'0'0,"-1"1"-2391"0"0,0 19 178 0 0,0-1-1 0 0,2 0 1 0 0,0 0 0 0 0,5 28 0 0 0,-2-13-890 0 0,31 221 183 0 0,-18-147-3754 0 0,-17-107 2520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32 20015 0 0,'-19'2'8853'0'0,"28"1"-8504"0"0,-1-1 0 0 0,1 0 0 0 0,0 0 0 0 0,0-1-1 0 0,14 0 1 0 0,49-4 59 0 0,-37 1-155 0 0,112-13 280 0 0,-91 7-603 0 0,98 0 0 0 0,-147 8 70 0 0,-1 1 0 0 0,1 0 0 0 0,0 0 0 0 0,-1 0-1 0 0,1 0 1 0 0,-1 1 0 0 0,11 4 0 0 0,-15-5 1 0 0,0 1-1 0 0,0-1 0 0 0,0 0 1 0 0,0 0-1 0 0,-1 1 1 0 0,1-1-1 0 0,0 1 1 0 0,-1 0-1 0 0,1-1 1 0 0,-1 1-1 0 0,1 0 0 0 0,-1 0 1 0 0,0 0-1 0 0,0 0 1 0 0,0 0-1 0 0,0 0 1 0 0,0 0-1 0 0,0 0 1 0 0,-1 0-1 0 0,1 1 0 0 0,-1-1 1 0 0,1 0-1 0 0,-1 0 1 0 0,0 1-1 0 0,0 1 1 0 0,0 4 25 0 0,-1-1 0 0 0,-1 0 1 0 0,1 0-1 0 0,-1 0 0 0 0,0 0 1 0 0,0 0-1 0 0,-7 13 0 0 0,-6 17 69 0 0,14-30-62 0 0,0-6-101 0 0,3 0-375 0 0,-1-1 410 0 0,0 0-1 0 0,0 0 0 0 0,0 0 0 0 0,0 0 1 0 0,1 0-1 0 0,-1 0 0 0 0,0 0 1 0 0,0 0-1 0 0,0-1 0 0 0,0 1 0 0 0,0 0 1 0 0,2-2-1 0 0,4-2-8 0 0,0 0 1 0 0,-1-1-1 0 0,0 0 0 0 0,0 0 0 0 0,0-1 1 0 0,-1 1-1 0 0,0-1 0 0 0,9-13 0 0 0,0-5-191 0 0,14-30-1 0 0,-9 17 149 0 0,-15 29 105 0 0,-3 6 721 0 0,6 14-294 0 0,2 7-228 0 0,1 1 1 0 0,18 26-1 0 0,-21-37-270 0 0,-1-1 0 0 0,1-1-1 0 0,1 1 1 0 0,-1-1 0 0 0,1 0 0 0 0,1-1-1 0 0,12 8 1 0 0,-9-7-327 0 0,0-1 0 0 0,1 0-1 0 0,0-1 1 0 0,-1 0 0 0 0,2-1 0 0 0,18 3-1 0 0,6-3-3293 0 0,1-5-4089 0 0,-22-1 34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 21279 0 0,'0'0'1928'0'0,"-1"0"-1589"0"0,-2-1-118 0 0,2 1-68 0 0,1 0-1 0 0,-1 0 0 0 0,1 0 1 0 0,-1 0-1 0 0,0 1 0 0 0,1-1 1 0 0,-1 0-1 0 0,1 0 1 0 0,-1 1-1 0 0,1-1 0 0 0,-1 0 1 0 0,1 1-1 0 0,-1-1 0 0 0,1 1 1 0 0,-1-1-1 0 0,1 0 1 0 0,-1 1-1 0 0,1-1 0 0 0,-1 2 1 0 0,-7 9 1536 0 0,5-5-1302 0 0,-1 0-1 0 0,2 1 0 0 0,-1-1 0 0 0,1 1 0 0 0,0 0 1 0 0,-2 10-1 0 0,-4 45 348 0 0,7-51-669 0 0,-1 20 38 0 0,1-1-1 0 0,1 0 1 0 0,5 42-1 0 0,-3-61-75 0 0,0 1 0 0 0,0-1 1 0 0,1 1-1 0 0,1-1 0 0 0,0 0 0 0 0,0 0 0 0 0,1-1 0 0 0,0 1 1 0 0,1-1-1 0 0,0 0 0 0 0,14 16 0 0 0,-15-21-58 0 0,-1-1 0 0 0,1 0 0 0 0,0 0-1 0 0,0 0 1 0 0,0-1 0 0 0,1 0 0 0 0,-1 0 0 0 0,1 0 0 0 0,0-1 0 0 0,0 0 0 0 0,0 0-1 0 0,0 0 1 0 0,0-1 0 0 0,0 1 0 0 0,0-2 0 0 0,0 1 0 0 0,1-1 0 0 0,-1 0 0 0 0,0 0-1 0 0,0 0 1 0 0,1-1 0 0 0,10-3 0 0 0,-9 2-12 0 0,0-1 0 0 0,0 1 0 0 0,-1-2 0 0 0,1 1 1 0 0,-1-1-1 0 0,0 0 0 0 0,0 0 0 0 0,0-1 0 0 0,-1 0 0 0 0,1 0 0 0 0,-1-1 0 0 0,-1 0 0 0 0,1 0 1 0 0,-1 0-1 0 0,0-1 0 0 0,0 1 0 0 0,4-9 0 0 0,-2 1-96 0 0,-1-1 1 0 0,10-30-1 0 0,-14 37 94 0 0,0 0 0 0 0,0-1-1 0 0,-1 1 1 0 0,-1-1 0 0 0,1 0 0 0 0,-1 1 0 0 0,-2-11 0 0 0,2 18 51 0 0,0 0 1 0 0,0 1 0 0 0,0-1-1 0 0,0 0 1 0 0,0 0-1 0 0,0 0 1 0 0,0 0 0 0 0,-1 0-1 0 0,1 0 1 0 0,0 0 0 0 0,-1 0-1 0 0,1 0 1 0 0,-1 0-1 0 0,1 1 1 0 0,-1-1 0 0 0,1 0-1 0 0,-1 0 1 0 0,0 1-1 0 0,1-1 1 0 0,-1 0 0 0 0,0 1-1 0 0,1-1 1 0 0,-1 0 0 0 0,0 1-1 0 0,0-1 1 0 0,0 1-1 0 0,0 0 1 0 0,0-1 0 0 0,1 1-1 0 0,-1 0 1 0 0,0-1 0 0 0,0 1-1 0 0,0 0 1 0 0,0 0-1 0 0,0 0 1 0 0,0 0 0 0 0,0 0-1 0 0,0 0 1 0 0,0 0-1 0 0,0 0 1 0 0,0 0 0 0 0,0 0-1 0 0,0 0 1 0 0,0 1 0 0 0,-1 0-1 0 0,-1 0 65 0 0,-1 0 0 0 0,1 1 0 0 0,0 0 0 0 0,0 0-1 0 0,0 0 1 0 0,0 0 0 0 0,0 0 0 0 0,0 0 0 0 0,1 1 0 0 0,-1-1-1 0 0,-2 4 1 0 0,2-1-77 0 0,-1 0 0 0 0,1 1-1 0 0,0-1 1 0 0,0 1 0 0 0,1-1-1 0 0,0 1 1 0 0,0 0 0 0 0,0 0 0 0 0,1 0-1 0 0,-1 0 1 0 0,2 0 0 0 0,-1 0-1 0 0,0 0 1 0 0,1 0 0 0 0,1 0-1 0 0,-1 0 1 0 0,1 0 0 0 0,0 0-1 0 0,0 0 1 0 0,0 0 0 0 0,1 0-1 0 0,0 0 1 0 0,0 0 0 0 0,1-1-1 0 0,-1 1 1 0 0,1-1 0 0 0,1 0-1 0 0,-1 0 1 0 0,1 0 0 0 0,-1 0 0 0 0,1 0-1 0 0,1-1 1 0 0,-1 0 0 0 0,1 0-1 0 0,0 0 1 0 0,-1 0 0 0 0,9 4-1 0 0,-9-7-425 0 0,-1 0-1 0 0,1 0 0 0 0,-1 0 0 0 0,1 0 0 0 0,-1-1 0 0 0,1 1 1 0 0,0-1-1 0 0,-1 0 0 0 0,1 0 0 0 0,0 0 0 0 0,-1 0 1 0 0,6-2-1 0 0,-8 2-934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3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24391 0 0,'0'0'2209'0'0,"2"1"-1821"0"0,11 2-138 0 0,1 0-1 0 0,0 0 0 0 0,0-1 0 0 0,0-1 0 0 0,0 0 0 0 0,16-2 0 0 0,87-11 491 0 0,-110 11-749 0 0,248-36-3287 0 0,-196 27 1576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24879 0 0,'0'0'2255'0'0,"1"-1"-1858"0"0,4-2-234 0 0,0 0 0 0 0,0 0 0 0 0,0 0 0 0 0,0 1 0 0 0,0 0 0 0 0,1 0 0 0 0,-1 1 0 0 0,0-1 0 0 0,1 1 0 0 0,5-1 0 0 0,13 0 873 0 0,25 1-1 0 0,-21 0-684 0 0,10 1-210 0 0,-1 1 0 0 0,0 1 1 0 0,51 11-1 0 0,-84-13-122 0 0,-3 0-13 0 0,0 0 0 0 0,0 0-1 0 0,0 0 1 0 0,0 0 0 0 0,0 1-1 0 0,0-1 1 0 0,0 0 0 0 0,0 0 0 0 0,0 1-1 0 0,0-1 1 0 0,0 1 0 0 0,0-1-1 0 0,0 1 1 0 0,0-1 0 0 0,0 1 0 0 0,0 0-1 0 0,-1-1 1 0 0,1 1 0 0 0,1 0-1 0 0,4 6 6 0 0,-6-5-7 0 0,1 0-1 0 0,-1 0 1 0 0,1 0-1 0 0,-1 0 1 0 0,0 0-1 0 0,0 0 1 0 0,0 0-1 0 0,0 0 1 0 0,0 0-1 0 0,-1 0 1 0 0,1 0-1 0 0,-1 0 1 0 0,1 0-1 0 0,-1 0 1 0 0,1-1-1 0 0,-3 5 1 0 0,0 0 23 0 0,0-1 1 0 0,0 1 0 0 0,-8 9 0 0 0,-11 9 1 0 0,-1-1 0 0 0,-38 30 0 0 0,31-28-2 0 0,-30 32 0 0 0,58-54-27 0 0,0-2 0 0 0,1 1 0 0 0,-1-1 0 0 0,1 1 0 0 0,0 0 0 0 0,0 0 0 0 0,-1-1 0 0 0,1 1 0 0 0,0 0 0 0 0,1 0 0 0 0,-1 0 0 0 0,0 0 0 0 0,0 0 0 0 0,1 1 0 0 0,-1-1 0 0 0,1 0 0 0 0,0 0 0 0 0,0 0 0 0 0,0 0 0 0 0,0 1 0 0 0,0-1 0 0 0,1 3 0 0 0,2 9 0 0 0,1-10 0 0 0,-2-3 0 0 0,2 3 0 0 0,0-1 0 0 0,0 1 0 0 0,1-1 0 0 0,-1 0 0 0 0,1 0 0 0 0,0 0 0 0 0,0-1 0 0 0,0 1 0 0 0,7 1 0 0 0,8 2 0 0 0,25 4 0 0 0,7 2 0 0 0,-32-6 0 0 0,-8-3 0 0 0,0 1 0 0 0,0 0 0 0 0,0 1 0 0 0,-1 0 0 0 0,0 1 0 0 0,12 8 0 0 0,-7 0 0 0 0,-12-7 0 0 0,-2-2 0 0 0,2 9 0 0 0,-6-9 0 0 0,1-3 0 0 0,0 1 0 0 0,0 1 0 0 0,-1-1 0 0 0,1 0 0 0 0,-1 0 0 0 0,0 0 0 0 0,0 0 0 0 0,0 0 0 0 0,-1 0 0 0 0,1-1 0 0 0,0 1 0 0 0,-1-1 0 0 0,0 1 0 0 0,-3 1 0 0 0,-3 2 0 0 0,1 0 0 0 0,-1-1 0 0 0,-12 6 0 0 0,-6-1-43 0 0,-1-1 0 0 0,0-1 0 0 0,0-1-1 0 0,-1-2 1 0 0,0-1 0 0 0,0-1 0 0 0,-42-1 0 0 0,35-6-1160 0 0,35 4 299 0 0</inkml:trace>
  <inkml:trace contextRef="#ctx0" brushRef="#br0" timeOffset="1">907 72 2759 0 0,'-1'4'28685'0'0,"-6"10"-27506"0"0,5-11-1335 0 0,1-1 1 0 0,0 1-1 0 0,1 0 1 0 0,-1 0-1 0 0,0 0 1 0 0,1 0-1 0 0,0 0 1 0 0,-1 0-1 0 0,1 1 1 0 0,1-1-1 0 0,-1 0 1 0 0,0 0-1 0 0,2 4 1 0 0,1 4-1756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0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11975 0 0,'-20'21'9788'0'0,"15"-7"659"0"0,16-14-10975 0 0,2-3-43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19 14743 0 0,'-5'-4'1526'0'0,"-12"-11"11365"0"0,17 22-11737 0 0,4 82 40 0 0,20 113 1 0 0,-23-198-1164 0 0,8 58-587 0 0,35 115 1 0 0,-44-175 72 0 0,-3-15-10194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70 112 11055 0 0,'-22'-17'899'0'0,"-11"-8"1734"0"0,31 23-1496 0 0,0 0 0 0 0,1 1 0 0 0,-1-1 0 0 0,1 0 0 0 0,0 0 0 0 0,-1 0 0 0 0,1 0 0 0 0,-1-4 2428 0 0,3 4-3393 0 0,0 1 0 0 0,0 0-1 0 0,0 0 1 0 0,1 0-1 0 0,-1 0 1 0 0,0 0-1 0 0,1 0 1 0 0,-1 0-1 0 0,1 0 1 0 0,-1 1 0 0 0,3-2-1 0 0,14-4 225 0 0,0 1 1 0 0,1 0-1 0 0,0 2 0 0 0,0 0 1 0 0,22-1-1 0 0,-16 2-241 0 0,32-3 16 0 0,0 3-1 0 0,65 5 1 0 0,-96-1-178 0 0,0 1 0 0 0,0 2 1 0 0,0 1-1 0 0,-1 0 1 0 0,1 2-1 0 0,45 22 1 0 0,-65-27 1 0 0,1 0 1 0 0,-2 0-1 0 0,1 1 1 0 0,0 0-1 0 0,-1 1 1 0 0,0-1-1 0 0,0 1 1 0 0,0 0-1 0 0,0 0 1 0 0,3 6-1 0 0,-6-8 4 0 0,0 0-1 0 0,-1 0 1 0 0,0 1 0 0 0,1-1-1 0 0,-1 0 1 0 0,0 0-1 0 0,-1 1 1 0 0,1-1-1 0 0,-1 0 1 0 0,1 1-1 0 0,-1-1 1 0 0,0 0-1 0 0,0 1 1 0 0,0-1 0 0 0,-1 1-1 0 0,1-1 1 0 0,-1 0-1 0 0,0 0 1 0 0,0 1-1 0 0,0-1 1 0 0,0 0-1 0 0,-3 4 1 0 0,0 1 16 0 0,-1 0-1 0 0,0-1 1 0 0,-1 1-1 0 0,0-1 1 0 0,0 0-1 0 0,0 0 1 0 0,-1-1-1 0 0,0 0 1 0 0,-11 7-1 0 0,-8 4 68 0 0,-39 20-1 0 0,21-16-573 0 0,-1-2-1 0 0,-77 23 1 0 0,120-41 226 0 0,0-1-203 0 0,-1 1-1 0 0,1-1 1 0 0,0 1-1 0 0,0 0 1 0 0,0 0-1 0 0,0 0 1 0 0,-4 2-1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22 13359 0 0,'1'0'11444'0'0,"6"-3"-9543"0"0,2-1-448 0 0,1 1 0 0 0,14-3 0 0 0,-8 4-1029 0 0,0 0 0 0 0,21 1 0 0 0,-29 1-337 0 0,0 1-6 0 0,-6-1-1 0 0,-2 3-71 0 0,0-1 1 0 0,-1 1-1 0 0,1-1 0 0 0,0 1 1 0 0,-1-1-1 0 0,1 1 0 0 0,-1-1 1 0 0,0 1-1 0 0,0-1 0 0 0,0 0 1 0 0,-2 4-1 0 0,-1-1 9 0 0,1 0 0 0 0,-1-1 0 0 0,-9 8 0 0 0,-3 2-18 0 0,1 1 0 0 0,0 1 0 0 0,1 0 0 0 0,-18 28 0 0 0,28-39 0 0 0,3-4 0 0 0,0 1 0 0 0,0-1 0 0 0,0 1 0 0 0,1-1 0 0 0,-1 1 0 0 0,0-1 0 0 0,1 1 0 0 0,-1 0 0 0 0,1-1 0 0 0,-1 1 0 0 0,1 0 0 0 0,0 0 0 0 0,0-1 0 0 0,0 5 0 0 0,-1-4 0 0 0,1-1 0 0 0,0-1 0 0 0,-1 1 0 0 0,1 0 0 0 0,0 0 0 0 0,0 0 0 0 0,0 0 0 0 0,0-1 0 0 0,1 1 0 0 0,-1 0 0 0 0,0 0 0 0 0,0 0 0 0 0,0 0 0 0 0,1-1 0 0 0,-1 1 0 0 0,0 0 0 0 0,1 0 0 0 0,-1-1 0 0 0,1 1 0 0 0,0 1 0 0 0,0 1 0 0 0,1 0 0 0 0,0 0 0 0 0,-1 0 0 0 0,1-1 0 0 0,1 1 0 0 0,-1 0 0 0 0,0-1 0 0 0,0 1 0 0 0,1-1 0 0 0,0 0 0 0 0,-1 0 0 0 0,1 0 0 0 0,0 0 0 0 0,0-1 0 0 0,0 1 0 0 0,0-1 0 0 0,0 1 0 0 0,6 0 0 0 0,6 2 0 0 0,-1-1 0 0 0,1-1 0 0 0,17 0 0 0 0,19 4 0 0 0,-37-4 0 0 0,25 8 0 0 0,-30-5 0 0 0,-9-5 0 0 0,1 1 0 0 0,-1 0 0 0 0,1 0 0 0 0,-1-1 0 0 0,0 1 0 0 0,0 0 0 0 0,1 0 0 0 0,-1 0 0 0 0,0-1 0 0 0,0 1 0 0 0,0 0 0 0 0,0 0 0 0 0,0 0 0 0 0,0-1 0 0 0,0 1 0 0 0,0 0 0 0 0,0 0 0 0 0,0 0 0 0 0,-1 0 0 0 0,1-1 0 0 0,0 1 0 0 0,0 0 0 0 0,-1 0 0 0 0,1-1 0 0 0,-1 1 0 0 0,1 0 0 0 0,0-1 0 0 0,-1 1 0 0 0,1 0 0 0 0,-1-1 0 0 0,0 1 0 0 0,0 0 0 0 0,-23 21 0 0 0,21-20 0 0 0,-10 8-1 0 0,-1-2 0 0 0,1 0-1 0 0,-2-1 1 0 0,1 0 0 0 0,-1-1 0 0 0,1-1 0 0 0,-2 0-1 0 0,1-1 1 0 0,0 0 0 0 0,-32 2 0 0 0,25-9-822 0 0,16 2 135 0 0,5 0 617 0 0,1 1-1 0 0,0 0 1 0 0,0 0 0 0 0,0-1-1 0 0,-1 1 1 0 0,1 0 0 0 0,0 0-1 0 0,0-1 1 0 0,0 1 0 0 0,-1 0-1 0 0,1-1 1 0 0,0 1 0 0 0,0 0-1 0 0,0 0 1 0 0,0-1 0 0 0,0 1-1 0 0,0 0 1 0 0,0-1 0 0 0,0 1-1 0 0,0 0 1 0 0,0-1 0 0 0,0 1-1 0 0,0 0 1 0 0,0-1 0 0 0,0 1-1 0 0,0 0 1 0 0,0-1 0 0 0,0 1-1 0 0,0 0 1 0 0,1-1 0 0 0,2-10-1898 0 0,2-3-831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23727 0 0,'0'0'2152'0'0,"3"-1"-1771"0"0,50-10 2789 0 0,89-5-1 0 0,51-7-4105 0 0,-151 17-1148 0 0,-22 4 200 0 0</inkml:trace>
  <inkml:trace contextRef="#ctx0" brushRef="#br0" timeOffset="1">252 140 12895 0 0,'-7'1'14881'0'0,"9"0"-14306"0"0,6 0-399 0 0,0 1 0 0 0,1-1-1 0 0,-1 0 1 0 0,0-1 0 0 0,1 0-1 0 0,7-1 1 0 0,55-9-169 0 0,-55 7-105 0 0,171-29-3840 0 0,-145 25 2401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5983 0 0,'-1'2'14327'0'0,"-4"8"-7694"0"0,4-6-5932 0 0,0 1 0 0 0,0-1 0 0 0,0 1 1 0 0,1-1-1 0 0,0 8 0 0 0,1 5-209 0 0,4 22 0 0 0,-2-19-155 0 0,10 67-205 0 0,12 116 32 0 0,-21-102-185 0 0,-4-100-89 0 0,4-3-3284 0 0,-3 1 2707 0 0,1 1 1 0 0,-1-1-1 0 0,0 0 0 0 0,0 0 1 0 0,1 0-1 0 0,-1 0 1 0 0,1-2-1 0 0,12-10-11063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3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31 429 16127 0 0,'1'4'211'0'0,"-1"-1"1"0"0,1 0-1 0 0,0 0 0 0 0,0 1 0 0 0,0-1 0 0 0,0 0 1 0 0,1 0-1 0 0,5 9 9799 0 0,-7-12-9938 0 0,0 0 1 0 0,0 0-1 0 0,0 1 1 0 0,0-1-1 0 0,0 0 1 0 0,0 1-1 0 0,1-1 0 0 0,-1 0 1 0 0,0 0-1 0 0,0 0 1 0 0,0 1-1 0 0,0-1 1 0 0,0 0-1 0 0,1 0 0 0 0,-1 1 1 0 0,0-1-1 0 0,0 0 1 0 0,0 0-1 0 0,1 0 0 0 0,-1 0 1 0 0,0 1-1 0 0,0-1 1 0 0,1 0-1 0 0,-1 0 1 0 0,0 0-1 0 0,0 0 0 0 0,1 0 1 0 0,-1 0-1 0 0,0 0 1 0 0,0 0-1 0 0,1 0 0 0 0,-1 0 1 0 0,0 0-1 0 0,0 0 1 0 0,1 0-1 0 0,-1 0 1 0 0,0 0-1 0 0,1 0 0 0 0,-1 0 1 0 0,0 0-1 0 0,0 0 1 0 0,1 0-1 0 0,-1 0 0 0 0,0 0 1 0 0,0 0-1 0 0,1-1 1 0 0,-1 1-1 0 0,0 0 1 0 0,0 0-1 0 0,0 0 0 0 0,1 0 1 0 0,-1-1-1 0 0,0 1 1 0 0,0 0-1 0 0,0 0 0 0 0,0-1 1 0 0,1 1-1 0 0,-1 0 1 0 0,0 0-1 0 0,0-1 1 0 0,0 1-1 0 0,0 0 0 0 0,0 0 1 0 0,0-1-1 0 0,0 1 1 0 0,0-1-1 0 0,1-1-69 0 0,0 0-1 0 0,-1-1 1 0 0,0 1-1 0 0,0-1 1 0 0,1 1-1 0 0,-1-1 1 0 0,-1 1-1 0 0,1-1 1 0 0,0 1-1 0 0,-2-5 1 0 0,-9-27 43 0 0,4 13-32 0 0,0-8-14 0 0,-5-58 0 0 0,8 48 0 0 0,-12-183 0 0 0,16 222 0 0 0,0 0 0 0 0,-1 0 0 0 0,1 0 0 0 0,0 0 0 0 0,0 0 0 0 0,0 0 0 0 0,0 0 0 0 0,0 0 0 0 0,0 0 0 0 0,0 0 0 0 0,0 0 0 0 0,0 0 0 0 0,0-1 0 0 0,0 1 0 0 0,0 0 0 0 0,0 0 0 0 0,0 0 0 0 0,0 0 0 0 0,0 0 0 0 0,0 0 0 0 0,0 0 0 0 0,0 0 0 0 0,0 0 0 0 0,0 0 0 0 0,0 0 0 0 0,0 0 0 0 0,0 0 0 0 0,0 0 0 0 0,1 0 0 0 0,-1 0 0 0 0,0-1 0 0 0,0 1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0,1 0 0 0 0,-1 0 0 0 0,0 0 0 0 0,4 6 0 0 0,4 8 0 0 0,0 2 0 0 0,0 0 0 0 0,15 19 0 0 0,-19-29 0 0 0,1 0 0 0 0,0 0 0 0 0,0-1 0 0 0,1 1 0 0 0,0-1 0 0 0,0-1 0 0 0,12 9 0 0 0,-5-6 0 0 0,0-1 0 0 0,0 0 0 0 0,1-1 0 0 0,-1 0 0 0 0,1-1 0 0 0,25 3 0 0 0,-31-6 0 0 0,0 0 0 0 0,1-1 0 0 0,-1 0 0 0 0,0 0 0 0 0,0-1 0 0 0,1 0 0 0 0,-1-1 0 0 0,0 0 0 0 0,0 0 0 0 0,0 0 0 0 0,-1-1 0 0 0,1 0 0 0 0,8-6 0 0 0,-12 7-2 0 0,0-1 0 0 0,0-1 0 0 0,0 1 0 0 0,0 0 1 0 0,-1-1-1 0 0,1 0 0 0 0,-1 0 0 0 0,5-8 0 0 0,2-4-14 0 0,7-20 1 0 0,7-11-1 0 0,-17 37 16 0 0,-7 10 0 0 0,0 0 1 0 0,0 0-1 0 0,0-1 1 0 0,0 1-1 0 0,0 0 1 0 0,0 0-1 0 0,0 0 0 0 0,0 0 1 0 0,0 0-1 0 0,0-1 1 0 0,0 1-1 0 0,0 0 0 0 0,1 0 1 0 0,-1 0-1 0 0,0 0 1 0 0,0 0-1 0 0,0-1 1 0 0,0 1-1 0 0,0 0 0 0 0,0 0 1 0 0,1 0-1 0 0,-1 0 1 0 0,0 0-1 0 0,0 0 1 0 0,0 0-1 0 0,0 0 0 0 0,1 0 1 0 0,-1 0-1 0 0,0 0 1 0 0,0 0-1 0 0,0 0 0 0 0,0 0 1 0 0,1 0-1 0 0,-1 0 1 0 0,0 0-1 0 0,0 0 1 0 0,0 0-1 0 0,1 0 0 0 0,-1 0 1 0 0,0 0-1 0 0,0 0 1 0 0,0 0-1 0 0,0 0 0 0 0,1 0 1 0 0,-1 0-1 0 0,0 0 1 0 0,0 0-1 0 0,0 1 1 0 0,0-1-1 0 0,0 0 0 0 0,0 0 1 0 0,1 0-1 0 0,-1 0 1 0 0,0 0-1 0 0,0 0 1 0 0,0 1-1 0 0,0-1 0 0 0,0 0 1 0 0,0 0-1 0 0,0 0 1 0 0,0 0-1 0 0,0 1 0 0 0,0-1 1 0 0,0 0-1 0 0,4 12 35 0 0,-4-11-33 0 0,4 19-2 0 0,-1-1 0 0 0,0 22 0 0 0,0-1 0 0 0,-2-34 0 0 0,21 142 0 0 0,6-55 0 0 0,-26-88-284 0 0,0-1 0 0 0,0 1 0 0 0,1-1 0 0 0,-1 0 0 0 0,1 0 0 0 0,0 0-1 0 0,0 0 1 0 0,1-1 0 0 0,-1 1 0 0 0,1-1 0 0 0,-1 0 0 0 0,1 0 0 0 0,0 0 0 0 0,1 0 0 0 0,-1-1 0 0 0,8 4 0 0 0,-4-5-2803 0 0</inkml:trace>
  <inkml:trace contextRef="#ctx0" brushRef="#br0" timeOffset="1">772 19 15199 0 0,'0'0'13233'0'0,"1"2"-12365"0"0,9 45 1376 0 0,-5-32-1934 0 0,-2-1-1 0 0,3 20 0 0 0,-5-11-225 0 0,2 23-71 0 0,2-1-1 0 0,18 76 1 0 0,-17-104 591 0 0,-4-12-2195 0 0,-5-20-10145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3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 7367 0 0,'-15'-17'13582'0'0,"15"17"-13413"0"0,14 1 10638 0 0,-4 1-8638 0 0,-5-1-5711 0 0,219 41 5228 0 0,-190-35-1580 0 0,58 19 0 0 0,-78-21-105 0 0,-1 0-1 0 0,0 1 1 0 0,-1 0 0 0 0,1 2-1 0 0,-1-1 1 0 0,-1 1-1 0 0,13 11 1 0 0,-21-16 5 0 0,-1-1 0 0 0,1 1 0 0 0,-1 0 0 0 0,0-1-1 0 0,0 1 1 0 0,0 0 0 0 0,0 0 0 0 0,-1 0 0 0 0,1 0 0 0 0,-1 1 0 0 0,1-1 0 0 0,-1 0 0 0 0,0 1-1 0 0,-1-1 1 0 0,1 0 0 0 0,0 1 0 0 0,-1-1 0 0 0,0 1 0 0 0,0-1 0 0 0,0 1 0 0 0,0-1 0 0 0,-1 1-1 0 0,1-1 1 0 0,-1 1 0 0 0,0-1 0 0 0,0 0 0 0 0,0 1 0 0 0,0-1 0 0 0,-1 0 0 0 0,1 0 0 0 0,-1 0 0 0 0,0 0-1 0 0,0 0 1 0 0,0 0 0 0 0,0 0 0 0 0,-1-1 0 0 0,1 1 0 0 0,-1-1 0 0 0,1 0 0 0 0,-1 1 0 0 0,0-1-1 0 0,-3 2 1 0 0,-12 5 2 0 0,0-1 1 0 0,-1-1-1 0 0,0 0 0 0 0,0-1 0 0 0,-28 5 0 0 0,-8 2-107 0 0,21-6-288 0 0,28-7-40 0 0,-1 1 0 0 0,0 1 0 0 0,1-1 0 0 0,0 1 0 0 0,-1 0 0 0 0,-11 6 0 0 0,18-8 276 0 0,-1 0 0 0 0,1 1 1 0 0,-1-1-1 0 0,1 0 0 0 0,0 0 0 0 0,-1 1 1 0 0,1-1-1 0 0,0 0 0 0 0,-1 1 0 0 0,1-1 1 0 0,0 1-1 0 0,0-1 0 0 0,-1 0 0 0 0,1 1 1 0 0,0-1-1 0 0,0 1 0 0 0,0-1 1 0 0,-1 0-1 0 0,1 1 0 0 0,0-1 0 0 0,0 1 1 0 0,0-1-1 0 0,0 1 0 0 0,0 0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4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7 21911 0 0,'-1'-1'197'0'0,"-1"0"-1"0"0,1 1 1 0 0,0-1 0 0 0,0 0-1 0 0,0 1 1 0 0,-1-1 0 0 0,1 1-1 0 0,0 0 1 0 0,-1-1-1 0 0,1 1 1 0 0,0 0 0 0 0,-1 0-1 0 0,1 0 1 0 0,0 0 0 0 0,-1 0-1 0 0,1 0 1 0 0,0 0-1 0 0,-1 1 1 0 0,1-1 0 0 0,0 0-1 0 0,-1 1 1 0 0,0 0 0 0 0,-30 12 2544 0 0,31-12-2621 0 0,-29 16 748 0 0,1 2 0 0 0,0 0 0 0 0,-46 43 0 0 0,74-61-868 0 0,0 0 0 0 0,-1 0 0 0 0,1 0 0 0 0,0 1 0 0 0,0-1 0 0 0,0 1 0 0 0,0-1 0 0 0,0 1 0 0 0,0-1 0 0 0,-1 4 0 0 0,2-5-3 0 0,0 1 1 0 0,0-1-1 0 0,0 1 0 0 0,0-1 0 0 0,0 1 1 0 0,0-1-1 0 0,0 1 0 0 0,0-1 0 0 0,0 1 1 0 0,0-1-1 0 0,0 1 0 0 0,0-1 0 0 0,0 1 1 0 0,0-1-1 0 0,0 1 0 0 0,1-1 0 0 0,-1 1 1 0 0,0-1-1 0 0,0 1 0 0 0,1-1 0 0 0,-1 1 1 0 0,0-1-1 0 0,1 0 0 0 0,-1 1 0 0 0,0-1 1 0 0,1 0-1 0 0,-1 1 0 0 0,0-1 0 0 0,1 0 1 0 0,-1 1-1 0 0,1-1 0 0 0,-1 0 1 0 0,1 0-1 0 0,-1 1 0 0 0,1-1 0 0 0,-1 0 1 0 0,1 0-1 0 0,-1 0 0 0 0,1 0 0 0 0,-1 0 1 0 0,1 0-1 0 0,-1 0 0 0 0,1 0 0 0 0,-1 0 1 0 0,1 0-1 0 0,-1 0 0 0 0,1 0 0 0 0,-1 0 1 0 0,1 0-1 0 0,-1 0 0 0 0,1 0 0 0 0,0-1 1 0 0,19-4-148 0 0,0-1 0 0 0,30-14 0 0 0,-34 13 129 0 0,2 0 0 0 0,-1 1 1 0 0,1 1-1 0 0,18-3 0 0 0,-25 6 10 0 0,0 1-1 0 0,0 0 0 0 0,21 1 0 0 0,-28 1 47 0 0,-1-1-1 0 0,1 1 1 0 0,0 0 0 0 0,-1 0-1 0 0,1 1 1 0 0,-1-1-1 0 0,1 1 1 0 0,-1-1 0 0 0,0 1-1 0 0,0 0 1 0 0,0 0 0 0 0,0 1-1 0 0,0-1 1 0 0,0 1-1 0 0,2 2 1 0 0,4 3 2 0 0,-1 0 1 0 0,19 13-1 0 0,-17-14-10 0 0,-1 0-1 0 0,15 15 1 0 0,-19-18-59 0 0,-1 0 1 0 0,0 0-1 0 0,1 0 0 0 0,0-1 0 0 0,0 0 1 0 0,0 0-1 0 0,0 0 0 0 0,0-1 0 0 0,1 0 1 0 0,6 2-1 0 0,6 1-275 0 0,33 4-1 0 0,-51-9 308 0 0,11 1-2543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84 25111 0 0,'0'0'1151'0'0,"-1"-8"374"0"0,0 4-1404 0 0,0 0-1 0 0,0 0 0 0 0,0 0 1 0 0,-1 1-1 0 0,0-1 1 0 0,1 0-1 0 0,-1 1 1 0 0,0 0-1 0 0,0-1 0 0 0,-1 1 1 0 0,1 0-1 0 0,-1 0 1 0 0,0 0-1 0 0,1 0 1 0 0,-1 1-1 0 0,0-1 0 0 0,-1 1 1 0 0,1 0-1 0 0,0 0 1 0 0,-1 0-1 0 0,1 0 1 0 0,-1 1-1 0 0,0-1 0 0 0,1 1 1 0 0,-1 0-1 0 0,0 0 1 0 0,0 0-1 0 0,0 0 1 0 0,0 1-1 0 0,0 0 0 0 0,0 0 1 0 0,0 0-1 0 0,-6 1 1 0 0,-8 1-22 0 0,1 1 0 0 0,-1 1-1 0 0,1 0 1 0 0,-22 10 0 0 0,7-1 97 0 0,-37 22-1 0 0,62-31-195 0 0,0 1 0 0 0,0-1 0 0 0,1 1 0 0 0,-1 0 0 0 0,1 0 0 0 0,0 1 0 0 0,-6 8 0 0 0,10-12 0 0 0,1 0 0 0 0,-1 0 0 0 0,1 0 0 0 0,0 0 0 0 0,0 0 0 0 0,0 0 0 0 0,0 1 0 0 0,0-1 0 0 0,0 0 0 0 0,1 0 0 0 0,-1 1 0 0 0,1-1 0 0 0,0 1 0 0 0,-1-1 0 0 0,1 0 0 0 0,0 1 0 0 0,0-1 0 0 0,1 1 0 0 0,-1-1 0 0 0,0 0 0 0 0,1 1 0 0 0,0-1 0 0 0,-1 0 0 0 0,1 1 0 0 0,0-1 0 0 0,0 0 0 0 0,0 0 0 0 0,2 3 0 0 0,2 1 0 0 0,0 1 0 0 0,1-1 0 0 0,0-1 0 0 0,0 1 0 0 0,0-1 0 0 0,0 0 0 0 0,1 0 0 0 0,9 5 0 0 0,64 28 0 0 0,-48-24 0 0 0,2 1 0 0 0,39 24 0 0 0,-63-33 0 0 0,-1 1 0 0 0,1 0 0 0 0,-1 1 0 0 0,0 0 0 0 0,-1 0 0 0 0,1 1 0 0 0,-2 0 0 0 0,7 11 0 0 0,-12-19 0 0 0,-1 1 0 0 0,0 0 0 0 0,0 0 0 0 0,0 0 0 0 0,0 0 0 0 0,0 0 0 0 0,-1 0 0 0 0,1 0 0 0 0,-1 0 0 0 0,1 0 0 0 0,-1 0 0 0 0,0 0 0 0 0,0 0 0 0 0,0 0 0 0 0,0 0 0 0 0,0 0 0 0 0,0 1 0 0 0,0-1 0 0 0,-1 0 0 0 0,1 0 0 0 0,-1 0 0 0 0,0 0 0 0 0,1 0 0 0 0,-1 0 0 0 0,0 0 0 0 0,0-1 0 0 0,0 1 0 0 0,-1 0 0 0 0,1 0 0 0 0,0-1 0 0 0,-1 1 0 0 0,1-1 0 0 0,-1 1 0 0 0,1-1 0 0 0,-1 1 0 0 0,-3 1 0 0 0,-4 3 0 0 0,0-1 0 0 0,0 0 0 0 0,-1 0 0 0 0,0-1 0 0 0,0 0 0 0 0,-11 2 0 0 0,-9 2-16 0 0,0-1 0 0 0,-1-2-1 0 0,0-1 1 0 0,0-1 0 0 0,-34-2 0 0 0,55-2-44 0 0,0 1-1 0 0,-14-4 1 0 0,21 3-118 0 0,0 0 0 0 0,0 0 0 0 0,-1 0 0 0 0,1 0 0 0 0,0 0 0 0 0,0-1 0 0 0,0 1 1 0 0,1-1-1 0 0,-1 0 0 0 0,0 0 0 0 0,-2-3 0 0 0,0-4-2706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22751 0 0,'0'0'1043'0'0,"2"0"-25"0"0,129-31 3856 0 0,-124 30-4582 0 0,36-6 885 0 0,68-3 0 0 0,-110 10-778 0 0,0 2-395 0 0,-1-1-1 0 0,0 1 1 0 0,0-1-1 0 0,0 1 1 0 0,0-1 0 0 0,0 0-1 0 0,0 1 1 0 0,0-1-1 0 0,-1 3 1 0 0,-3 4-4 0 0,0 0 0 0 0,0-1 0 0 0,-1 0 0 0 0,0 1 0 0 0,-1-2 0 0 0,1 1 0 0 0,-13 11 0 0 0,11-11 0 0 0,-1 0 0 0 0,2 1 0 0 0,-1 0 0 0 0,1 0 0 0 0,-6 11 0 0 0,9-10 0 0 0,4 0 0 0 0,0-6 0 0 0,-1-1 0 0 0,1 0 0 0 0,0-1 0 0 0,0 1 0 0 0,0 0 0 0 0,0-1 0 0 0,0 1 0 0 0,0-1 0 0 0,1 1 0 0 0,-1-1 0 0 0,0 1 0 0 0,1-1 0 0 0,-1 0 0 0 0,1 0 0 0 0,3 2 0 0 0,4 5 0 0 0,2-2 0 0 0,-1 1 0 0 0,0-1 0 0 0,1-1 0 0 0,15 6 0 0 0,60 16 0 0 0,-61-20 0 0 0,1-1 0 0 0,-19-5 0 0 0,0 1 0 0 0,0 0 0 0 0,0 0 0 0 0,0 0 0 0 0,0 1 0 0 0,0 0 0 0 0,0 0 0 0 0,-1 0 0 0 0,0 1 0 0 0,9 7 0 0 0,-14-11 0 0 0,-1 0 0 0 0,0 1 0 0 0,1-1 0 0 0,-1 0 0 0 0,0 0 0 0 0,1 1 0 0 0,-1-1 0 0 0,0 0 0 0 0,0 0 0 0 0,1 1 0 0 0,-1-1 0 0 0,0 0 0 0 0,0 1 0 0 0,0-1 0 0 0,1 1 0 0 0,-1-1 0 0 0,0 0 0 0 0,0 1 0 0 0,0-1 0 0 0,0 0 0 0 0,0 1 0 0 0,0-1 0 0 0,0 1 0 0 0,0-1 0 0 0,0 0 0 0 0,0 1 0 0 0,0-1 0 0 0,0 1 0 0 0,0-1 0 0 0,0 0 0 0 0,0 1 0 0 0,0-1 0 0 0,0 1 0 0 0,0-1 0 0 0,-1 0 0 0 0,1 1 0 0 0,0-1 0 0 0,0 0 0 0 0,0 1 0 0 0,-1-1 0 0 0,1 0 0 0 0,0 1 0 0 0,0-1 0 0 0,-1 1 0 0 0,1-1 0 0 0,-3 3 0 0 0,1-1 0 0 0,0 1 0 0 0,-1-1 0 0 0,0 1 0 0 0,1-1 0 0 0,-1 0 0 0 0,0 0 0 0 0,0 0 0 0 0,0-1 0 0 0,-7 4 0 0 0,-35 10 0 0 0,39-13 0 0 0,-13 3 0 0 0,-17 6 0 0 0,-40 6 0 0 0,66-15 0 0 0,0-1 0 0 0,0 0 0 0 0,0-1 0 0 0,-1 0 0 0 0,1 0 0 0 0,0-1 0 0 0,0 0 0 0 0,0-1 0 0 0,-11-4 0 0 0,19 6-205 0 0,1-1 0 0 0,-1 1 0 0 0,1-1 0 0 0,0 1-1 0 0,0-1 1 0 0,-1 0 0 0 0,1 1 0 0 0,0-1 0 0 0,0 0 0 0 0,0 0 0 0 0,0 0 0 0 0,0 0 0 0 0,0 0 0 0 0,0 0-1 0 0,-1-2 1 0 0,2 2-146 0 0,0 0 0 0 0,-1 1 0 0 0,1-1-1 0 0,0 0 1 0 0,0 0 0 0 0,0 0 0 0 0,0 0-1 0 0,0 0 1 0 0,0 0 0 0 0,0 0 0 0 0,0 0-1 0 0,0 0 1 0 0,0 0 0 0 0,0 0 0 0 0,1 0-1 0 0,-1 0 1 0 0,0 0 0 0 0,1 0 0 0 0,-1 0-1 0 0,1 0 1 0 0,0-1 0 0 0,7-12-9024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25511 0 0,'0'0'2313'0'0,"2"0"-1903"0"0,13-4 245 0 0,-1 2 0 0 0,1-1 0 0 0,23 1-1 0 0,48 3 863 0 0,-74 0-1587 0 0,33 0 61 0 0,54 10 0 0 0,-88-10-131 0 0,-1 0 1 0 0,16-1 0 0 0,-17 0-1019 0 0,0 0-1 0 0,0 0 0 0 0,0 1 1 0 0,8 2-1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5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11519 0 0,'2'0'14344'0'0,"132"-3"-8538"0"0,69-8-6029 0 0,-153 6-3614 0 0,-28 3-1212 0 0,16-2-4656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73 19783 0 0,'-5'-7'1788'0'0,"-7"-10"-1546"0"0,9 13 258 0 0,-1-1 0 0 0,1 0 0 0 0,-1 1 0 0 0,1-1 0 0 0,-1 1 0 0 0,0 0 0 0 0,-1 0 1 0 0,1 1-1 0 0,-7-5 0 0 0,10 8-385 0 0,0-1 0 0 0,0 1 1 0 0,-1 0-1 0 0,1-1 1 0 0,0 1-1 0 0,0 0 0 0 0,-1 0 1 0 0,1 0-1 0 0,0 0 0 0 0,-1 0 1 0 0,1 0-1 0 0,0 0 1 0 0,-1 0-1 0 0,1 0 0 0 0,0 1 1 0 0,0-1-1 0 0,-1 0 0 0 0,1 1 1 0 0,0-1-1 0 0,0 1 0 0 0,0 0 1 0 0,-1-1-1 0 0,1 1 1 0 0,0 0-1 0 0,0 0 0 0 0,0 0 1 0 0,0-1-1 0 0,0 1 0 0 0,1 0 1 0 0,-1 0-1 0 0,0 0 0 0 0,0 1 1 0 0,0 0-1 0 0,-2 3 20 0 0,0-1 0 0 0,1 1-1 0 0,-1 0 1 0 0,1 0 0 0 0,0 0-1 0 0,-2 10 1 0 0,-3 19-46 0 0,-20 120 527 0 0,25-136-562 0 0,2 1 1 0 0,0-1 0 0 0,0 0 0 0 0,2 0-1 0 0,0 0 1 0 0,7 28 0 0 0,-5-33-55 0 0,0-1 0 0 0,1 1 0 0 0,0-1 0 0 0,1 1 0 0 0,1-1 0 0 0,12 18 0 0 0,-15-25 0 0 0,0-1 0 0 0,0 1 0 0 0,0-1 0 0 0,1 0 0 0 0,-1 0 0 0 0,1 0 0 0 0,0 0 0 0 0,1-1 0 0 0,-1 0 0 0 0,0 0 0 0 0,1 0 0 0 0,0-1 0 0 0,-1 0 0 0 0,1 0 0 0 0,0-1 0 0 0,12 3 0 0 0,-7-3-36 0 0,0-1 0 0 0,0 0-1 0 0,0 0 1 0 0,0-1 0 0 0,-1-1 0 0 0,1 1 0 0 0,0-2 0 0 0,-1 0-1 0 0,1 0 1 0 0,-1-1 0 0 0,0 0 0 0 0,17-10 0 0 0,-16 8-10 0 0,-1-2 0 0 0,0 1 0 0 0,0-1 0 0 0,-1-1 0 0 0,0 0 1 0 0,0 0-1 0 0,-1-1 0 0 0,0 0 0 0 0,-1 0 0 0 0,11-21 0 0 0,-14 24 23 0 0,1-3-46 0 0,9-21-1 0 0,-14 30 71 0 0,1-1 1 0 0,0 0-1 0 0,-1 0 0 0 0,1-1 0 0 0,-1 1 1 0 0,0 0-1 0 0,0 0 0 0 0,1 0 0 0 0,-1 0 1 0 0,-1 0-1 0 0,1 0 0 0 0,0 0 0 0 0,0 0 0 0 0,-1 0 1 0 0,1 0-1 0 0,-1 0 0 0 0,-1-3 0 0 0,1 4 13 0 0,0 0 1 0 0,0-1-1 0 0,-1 1 0 0 0,1 0 0 0 0,0 0 0 0 0,-1 0 0 0 0,1 0 0 0 0,-1 0 0 0 0,1 1 0 0 0,-1-1 0 0 0,1 0 0 0 0,-1 1 0 0 0,1-1 0 0 0,-1 1 0 0 0,0-1 1 0 0,0 1-1 0 0,1 0 0 0 0,-1 0 0 0 0,0 0 0 0 0,1 0 0 0 0,-1 0 0 0 0,0 0 0 0 0,1 0 0 0 0,-1 0 0 0 0,-2 2 0 0 0,-6-1 61 0 0,1 2 1 0 0,0 0-1 0 0,-9 4 0 0 0,5-2-32 0 0,1 1 0 0 0,0 1 0 0 0,0 0 0 0 0,1 1 0 0 0,-19 15 0 0 0,23-16-24 0 0,0-1 0 0 0,1 1 0 0 0,0 0 0 0 0,0 1 0 0 0,0-1 0 0 0,1 1 0 0 0,0 0 0 0 0,1 1 0 0 0,-5 10 0 0 0,9-17-290 0 0,-1 0-1 0 0,0 0 1 0 0,1 1 0 0 0,-1-1-1 0 0,1 0 1 0 0,0 1 0 0 0,0-1-1 0 0,0 1 1 0 0,0-1 0 0 0,1 4-1 0 0,-1-4-229 0 0,1-1-1 0 0,-1 1 0 0 0,1 0 1 0 0,0-1-1 0 0,-1 1 1 0 0,1 0-1 0 0,0-1 0 0 0,0 1 1 0 0,0-1-1 0 0,0 1 0 0 0,1-1 1 0 0,-1 0-1 0 0,0 1 0 0 0,3 0 1 0 0,8 7-9086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17503 0 0,'0'0'1560'0'0,"-8"3"-1248"0"0,-1-1-248 0 0,-4 6 10048 0 0,24-2-11080 0 0,0-2 392 0 0,2-3-6968 0 0,7-2-1392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 13823 0 0,'-7'-1'16752'0'0,"19"-4"-15539"0"0,0 3-1147 0 0,0 1-1 0 0,-1-1 0 0 0,1 2 0 0 0,0 0 1 0 0,0 0-1 0 0,0 1 0 0 0,0 1 0 0 0,0 0 1 0 0,0 0-1 0 0,-1 1 0 0 0,0 1 0 0 0,1 0 1 0 0,-1 0-1 0 0,13 8 0 0 0,-19-9-65 0 0,0 0 0 0 0,0 0 0 0 0,-1 0 0 0 0,1 1 0 0 0,-1 0 0 0 0,1 0 0 0 0,-1 0 0 0 0,0 0 0 0 0,6 10 0 0 0,-8-10 0 0 0,0-1 0 0 0,0 1 0 0 0,-1-1 0 0 0,0 1 0 0 0,1 0 0 0 0,-1 0 0 0 0,0-1 0 0 0,-1 1 0 0 0,1 0 0 0 0,-1 0 0 0 0,0 0 0 0 0,0 0 0 0 0,0 0 0 0 0,0 0 0 0 0,-2 7 0 0 0,0-4 0 0 0,0 0 0 0 0,-1 0 0 0 0,0 0 0 0 0,0 0 0 0 0,-1 0 0 0 0,1-1 0 0 0,-1 0 0 0 0,-8 9 0 0 0,-44 45 0 0 0,32-35 0 0 0,3-4 0 0 0,-3 4 0 0 0,-26 34 0 0 0,47-51 0 0 0,3-7 0 0 0,1 0 0 0 0,0 0 0 0 0,-1 0 0 0 0,1 0 0 0 0,0 0 0 0 0,0 0 0 0 0,0 0 0 0 0,-1 0 0 0 0,1 0 0 0 0,0-1 0 0 0,0 1 0 0 0,0 0 0 0 0,1-1 0 0 0,-1 1 0 0 0,0 0 0 0 0,0-1 0 0 0,0 0 0 0 0,0 1 0 0 0,1-1 0 0 0,-1 0 0 0 0,0 1 0 0 0,0-1 0 0 0,0 0 0 0 0,2 0 0 0 0,32 2 0 0 0,-15-4-54 0 0,1-1 0 0 0,-1 0 1 0 0,0-2-1 0 0,0 0 0 0 0,25-11 0 0 0,-10 2-181 0 0,-1-2 0 0 0,33-21 0 0 0,-47 23-980 0 0,0-1 0 0 0,0 0 0 0 0,18-20 0 0 0,-16 14-1329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7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 23383 0 0,'-7'-2'7968'0'0,"14"3"-7800"0"0,-1 0 0 0 0,0-1 0 0 0,1 1 0 0 0,11-3 0 0 0,3 1-77 0 0,10 1-127 0 0,-10-1 123 0 0,0 1 0 0 0,22 3-1 0 0,-38-3-71 0 0,0 1 0 0 0,0 0 0 0 0,0 0-1 0 0,0 1 1 0 0,0-1 0 0 0,-1 1 0 0 0,1 0 0 0 0,-1 0 0 0 0,1 1-1 0 0,-1-1 1 0 0,0 1 0 0 0,0 0 0 0 0,7 7 0 0 0,-9-8-14 0 0,0 0 1 0 0,-1 1-1 0 0,1-1 1 0 0,-1 1-1 0 0,0-1 1 0 0,0 1-1 0 0,0 0 1 0 0,0-1-1 0 0,0 1 0 0 0,-1 0 1 0 0,1 0-1 0 0,-1-1 1 0 0,0 1-1 0 0,0 0 1 0 0,0 0-1 0 0,0 0 1 0 0,0-1-1 0 0,0 1 1 0 0,-1 0-1 0 0,0 0 1 0 0,0 2-1 0 0,-3 8 4 0 0,-1-1 0 0 0,0 1 1 0 0,-7 12-1 0 0,9-18-5 0 0,-11 16 0 0 0,-28 40 0 0 0,28-45 0 0 0,1 1 0 0 0,1 1 0 0 0,-12 25 0 0 0,20-34 0 0 0,3-1 0 0 0,6-1 0 0 0,-3-8 0 0 0,0 1 0 0 0,0-1 0 0 0,1 0 0 0 0,-1 0 0 0 0,0 0 0 0 0,1 0 0 0 0,-1 0 0 0 0,1-1 0 0 0,-1 1 0 0 0,1-1 0 0 0,0 1 0 0 0,-1-1 0 0 0,3 0 0 0 0,36-3 0 0 0,-18-1-439 0 0,-1-1 1 0 0,0-1-1 0 0,0-1 0 0 0,0-1 1 0 0,-1-1-1 0 0,32-18 0 0 0,-20 9-922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7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32 24991 0 0,'-8'-2'2269'0'0,"-5"-9"-2176"0"0,2 3 4000 0 0,12 8-4007 0 0,1 0 1 0 0,-1 0-1 0 0,0 0 1 0 0,1 0-1 0 0,-1 0 1 0 0,0-1-1 0 0,1 1 1 0 0,-1 0-1 0 0,0-1 1 0 0,3 0-1 0 0,2-1 17 0 0,18-1-49 0 0,1 1-1 0 0,-1 1 0 0 0,1 2 1 0 0,24 2-1 0 0,-40-2-53 0 0,1 1 0 0 0,-1-1 0 0 0,0 1 0 0 0,9 4 0 0 0,-8-1 0 0 0,-4 3 0 0 0,-5-6 0 0 0,0 0 0 0 0,-1 1 0 0 0,1-1 0 0 0,-1 0 0 0 0,0 0 0 0 0,1 1 0 0 0,-1-1 0 0 0,0 0 0 0 0,0 1 0 0 0,-1-1 0 0 0,1 0 0 0 0,0 1 0 0 0,-1-1 0 0 0,1 0 0 0 0,-1 0 0 0 0,0 0 0 0 0,0 1 0 0 0,0-1 0 0 0,0 0 0 0 0,0 0 0 0 0,0 0 0 0 0,-3 3 0 0 0,-3 5 0 0 0,-1 0 0 0 0,-16 16 0 0 0,23-26 0 0 0,-105 96 0 0 0,65-51 0 0 0,37-38 0 0 0,2 2 0 0 0,4 1 0 0 0,0-8 0 0 0,-1 0 0 0 0,0 1 0 0 0,1-1 0 0 0,-1 0 0 0 0,1-1 0 0 0,0 1 0 0 0,-1 0 0 0 0,1 0 0 0 0,0-1 0 0 0,0 1 0 0 0,0-1 0 0 0,1 0 0 0 0,-1 1 0 0 0,0-1 0 0 0,0 0 0 0 0,3 1 0 0 0,7 2 0 0 0,1-1 0 0 0,11 3 0 0 0,-5-2 0 0 0,16 4 0 0 0,47 13 0 0 0,-75-18 0 0 0,0-1 0 0 0,1 2 0 0 0,-1-1 0 0 0,0 1 0 0 0,0 0 0 0 0,-1 1 0 0 0,1-1 0 0 0,6 7 0 0 0,-8-4 0 0 0,-2 6 0 0 0,-6-9 0 0 0,3-3 0 0 0,-3 3 0 0 0,1 0 0 0 0,0 0 0 0 0,-1 0 0 0 0,0-1 0 0 0,0 1 0 0 0,0-1 0 0 0,-1 0 0 0 0,1 0 0 0 0,-1 0 0 0 0,0 0 0 0 0,1 0 0 0 0,-1-1 0 0 0,-8 4 0 0 0,-5 1 0 0 0,-1 0 0 0 0,-20 4 0 0 0,23-6 0 0 0,5-3-247 0 0,-1 1 1 0 0,1-1-1 0 0,-1-1 0 0 0,-12 0 1 0 0,18-1 62 0 0,-1 0 1 0 0,1 0 0 0 0,0-1-1 0 0,-1 1 1 0 0,1-2-1 0 0,0 1 1 0 0,0 0 0 0 0,0-1-1 0 0,0 0 1 0 0,-6-3-1 0 0,5-1-1972 0 0,4-2-485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14743 0 0,'0'0'1136'0'0,"9"-9"-722"0"0,-5 6 2272 0 0,34-17 9045 0 0,-33 18-11471 0 0,-1 0 1 0 0,1 1-1 0 0,0 0 1 0 0,0 0 0 0 0,0 0-1 0 0,10 0 1 0 0,-6 1-243 0 0,0 1 0 0 0,-1 0 0 0 0,1 0-1 0 0,0 0 1 0 0,0 1 0 0 0,0 0 0 0 0,-1 1 0 0 0,1 0 0 0 0,-1 1 0 0 0,0-1 0 0 0,0 2 0 0 0,13 8 0 0 0,-14-8-18 0 0,11 7 0 0 0,19 17 0 0 0,-32-24 0 0 0,0 0 0 0 0,0 0 0 0 0,-1 1 0 0 0,1-1 0 0 0,-1 1 0 0 0,0 0 0 0 0,4 10 0 0 0,-7-13 0 0 0,0 0 0 0 0,0 0 0 0 0,0-1 0 0 0,-1 1 0 0 0,1 0 0 0 0,-1 0 0 0 0,0-1 0 0 0,0 1 0 0 0,0 0 0 0 0,0 0 0 0 0,0 0 0 0 0,-1 0 0 0 0,1-1 0 0 0,-2 6 0 0 0,0-1 0 0 0,0 1 0 0 0,-5 22 0 0 0,6-27 0 0 0,1-1 0 0 0,0 0 0 0 0,0 1 0 0 0,0-1 0 0 0,0 0 0 0 0,0 1 0 0 0,1-1 0 0 0,-1 0 0 0 0,1 1 0 0 0,-1-1 0 0 0,1 0 0 0 0,2 4 0 0 0,-1-3 0 0 0,1 0 0 0 0,-1 0 0 0 0,1 0 0 0 0,0 0 0 0 0,0 0 0 0 0,0 0 0 0 0,1-1 0 0 0,-1 0 0 0 0,1 1 0 0 0,-1-1 0 0 0,7 2 0 0 0,7 3 0 0 0,22 6 0 0 0,-30-11 0 0 0,10 3 0 0 0,-8-2 0 0 0,1 1 0 0 0,-1 0 0 0 0,12 6 0 0 0,-18-9 0 0 0,0 1 0 0 0,11 10 0 0 0,-3-1 0 0 0,-3 2 0 0 0,-7-9 0 0 0,-2-1 0 0 0,1 1 0 0 0,0-1 0 0 0,-1 1 0 0 0,0 0 0 0 0,1 0 0 0 0,-2 0 0 0 0,1 0 0 0 0,0 0 0 0 0,-1 0 0 0 0,0 0 0 0 0,0 0 0 0 0,0 0 0 0 0,0 0 0 0 0,0 0 0 0 0,-1 0 0 0 0,0 0 0 0 0,0-1 0 0 0,0 1 0 0 0,0 0 0 0 0,-1 0 0 0 0,1-1 0 0 0,-1 1 0 0 0,0 0 0 0 0,0-1 0 0 0,-1 0 0 0 0,1 0 0 0 0,-1 1 0 0 0,1-1 0 0 0,-1-1 0 0 0,0 1 0 0 0,0 0 0 0 0,-4 2 0 0 0,-2 2 0 0 0,1-1 0 0 0,-1-1 0 0 0,0 1 0 0 0,-1-1 0 0 0,1-1 0 0 0,-1 0 0 0 0,0 0 0 0 0,0-1 0 0 0,-18 3 0 0 0,20-5-39 0 0,0 0-1 0 0,0 0 1 0 0,1-1 0 0 0,-1 0 0 0 0,0 0-1 0 0,0-1 1 0 0,0 0 0 0 0,1 0 0 0 0,-1-1-1 0 0,-11-4 1 0 0,11 3-185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7831 0 0,'0'0'356'0'0,"0"-1"-6"0"0,5-4-222 0 0,0 1 489 0 0,-4 3-7 0 0,-1 1 0 0 0,1-1-1 0 0,0 1 1 0 0,0-1 0 0 0,0 1 0 0 0,0 0-1 0 0,-1-1 1 0 0,1 1 0 0 0,0 0 0 0 0,0 0 0 0 0,0 0-1 0 0,0-1 1 0 0,0 1 0 0 0,0 0 0 0 0,0 0 0 0 0,0 0-1 0 0,0 0 1 0 0,0 1 0 0 0,1-1 69 0 0,0 1 1 0 0,0-1 0 0 0,-1 1-1 0 0,1 0 1 0 0,-1 0 0 0 0,1 0-1 0 0,-1 0 1 0 0,4 2 0 0 0,-3-1-299 0 0,1 1 0 0 0,0 0 0 0 0,0 0 0 0 0,-1 0 0 0 0,0 0 0 0 0,0 0 1 0 0,3 6-1 0 0,1 8-44 0 0,-1 1 0 0 0,-1-1-1 0 0,0 1 1 0 0,-1 0 0 0 0,0 29 0 0 0,-2-31-268 0 0,4 65 186 0 0,4 44-131 0 0,-8-120-188 0 0,-1 0 1 0 0,1 0-1 0 0,1-1 0 0 0,-1 1 1 0 0,1 0-1 0 0,-1-1 1 0 0,1 1-1 0 0,5 7 0 0 0,-6-11-114 0 0,1 1 0 0 0,-1 0 0 0 0,1 0-1 0 0,-1-1 1 0 0,1 1 0 0 0,0-1 0 0 0,0 1 0 0 0,-1-1-1 0 0,1 0 1 0 0,0 0 0 0 0,0 0 0 0 0,0 0 0 0 0,0 0-1 0 0,0 0 1 0 0,1 0 0 0 0,-1-1 0 0 0,0 1 0 0 0,0-1-1 0 0,0 0 1 0 0,1 1 0 0 0,2-1 0 0 0,5-1-955 0 0,-1 0 1 0 0,1-1-1 0 0,0 0 1 0 0,0 0-1 0 0,-1-1 1 0 0,1 0-1 0 0,-1-1 1 0 0,0 0-1 0 0,11-6 1 0 0,9-10-1802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34 9215 0 0,'-3'-4'105'0'0,"0"1"-1"0"0,-1 0 0 0 0,1 0 0 0 0,0 0 0 0 0,-1 1 1 0 0,-6-4-1 0 0,7 4 781 0 0,-1 0 0 0 0,0 1 1 0 0,0 0-1 0 0,0 0 0 0 0,0 0 0 0 0,0 0 1 0 0,0 1-1 0 0,0 0 0 0 0,0-1 0 0 0,0 2 0 0 0,0-1 1 0 0,0 0-1 0 0,0 1 0 0 0,0-1 0 0 0,0 1 1 0 0,0 0-1 0 0,0 1 0 0 0,-6 2 0 0 0,-4 2-62 0 0,-1 1 0 0 0,1 1-1 0 0,0 0 1 0 0,-16 14-1 0 0,12-8-550 0 0,2 1 0 0 0,-1 1 0 0 0,2 1 0 0 0,-24 32-1 0 0,37-46-265 0 0,0-1-1 0 0,0 1 1 0 0,0 0-1 0 0,1 1 1 0 0,-1-1-1 0 0,1 0 1 0 0,0 0-1 0 0,0 1 0 0 0,0-1 1 0 0,1 0-1 0 0,-1 1 1 0 0,1-1-1 0 0,-1 1 1 0 0,1-1-1 0 0,0 1 1 0 0,1-1-1 0 0,0 6 1 0 0,-1-7-13 0 0,1 1 0 0 0,0-1 0 0 0,0 1 0 0 0,1-1 0 0 0,-1 1 0 0 0,0-1 0 0 0,1 0 0 0 0,0 0 0 0 0,-1 1 0 0 0,1-1 0 0 0,0 0 0 0 0,0-1 0 0 0,0 1 0 0 0,0 0 1 0 0,0 0-1 0 0,0-1 0 0 0,1 0 0 0 0,-1 1 0 0 0,1-1 0 0 0,-1 0 0 0 0,1 0 0 0 0,4 1 0 0 0,10 3-260 0 0,1-2 0 0 0,0 0 0 0 0,1-1 0 0 0,-1 0-1 0 0,0-2 1 0 0,31-2 0 0 0,-23-1-668 0 0,-1-1 0 0 0,1-1 0 0 0,-1-2 0 0 0,28-10 0 0 0,-10-4-2735 0 0,-24 10 1637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4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27 8751 0 0,'0'0'794'0'0,"-8"-13"-636"0"0,7 12 83 0 0,1 0 0 0 0,-1 0 0 0 0,0 0 0 0 0,1 0 0 0 0,-1 0 0 0 0,0 0 0 0 0,0 0 0 0 0,0 0 0 0 0,0 1 0 0 0,0-1 0 0 0,0 0 0 0 0,0 1 0 0 0,-2-2 0 0 0,2 2 113 0 0,1 0 0 0 0,-1 0 0 0 0,0 0 0 0 0,1-1 0 0 0,-1 1 0 0 0,1 0 0 0 0,-1 0 0 0 0,0 1 0 0 0,1-1 0 0 0,-1 0 0 0 0,1 0 0 0 0,-1 0 0 0 0,0 0 0 0 0,1 0 0 0 0,-1 1 0 0 0,1-1 0 0 0,-1 0 0 0 0,0 0 0 0 0,1 1 0 0 0,-1 0 1 0 0,0 0 427 0 0,-1 0 1 0 0,1 0-1 0 0,0 0 1 0 0,0 0-1 0 0,0 0 1 0 0,0 1 0 0 0,1-1-1 0 0,-1 0 1 0 0,0 1-1 0 0,-1 2 1 0 0,-1 11 1543 0 0,3-10-2293 0 0,0 1-1 0 0,1-1 1 0 0,-1 0 0 0 0,1 1 0 0 0,1-1 0 0 0,-1 0 0 0 0,5 10 0 0 0,17 34 105 0 0,-23-49-138 0 0,85 138 0 0 0,-57-95 0 0 0,-10-10 0 0 0,-18-33 1 0 0,1 1 0 0 0,-1 0 0 0 0,0 0 0 0 0,1 0 0 0 0,-1 0 1 0 0,0 0-1 0 0,0 0 0 0 0,0 0 0 0 0,0 0 0 0 0,0 0 0 0 0,0 0 0 0 0,0 1 0 0 0,-3 2 28 0 0,2-4-19 0 0,-1 2-9 0 0,0 0 0 0 0,1-1 0 0 0,-1 1-1 0 0,0-1 1 0 0,-1 1 0 0 0,1-1 0 0 0,0 0 0 0 0,0 0-1 0 0,-1 0 1 0 0,1 0 0 0 0,0 0 0 0 0,-1 0-1 0 0,1-1 1 0 0,-1 1 0 0 0,-2 0 0 0 0,-8 0-5 0 0,-22-1 1 0 0,21 0-4 0 0,-11-1-592 0 0,1-1 0 0 0,0-1 0 0 0,-42-10 0 0 0,57 11-2457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0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 15199 0 0,'0'1'1172'0'0,"-4"8"-267"0"0,0 0 0 0 0,-7 12 1 0 0,-4 6 4098 0 0,-22 41 244 0 0,13-25-4076 0 0,-47 78 396 0 0,4-7-1381 0 0,59-100-222 0 0,-67 129-5 0 0,30-46-2947 0 0,41-84 1601 0 0,1-1-49 0 0</inkml:trace>
  <inkml:trace contextRef="#ctx0" brushRef="#br0" timeOffset="1">407 192 21799 0 0,'0'0'1972'0'0,"0"2"-1623"0"0,-10 19 1372 0 0,1 1 0 0 0,-9 36 0 0 0,10-27-824 0 0,-5 46 1 0 0,11-52-782 0 0,1 49 0 0 0,2-63-300 0 0,0 0 0 0 0,0-1-1 0 0,1 1 1 0 0,1 0-1 0 0,0-1 1 0 0,0 1-1 0 0,6 9 1 0 0,-8-17-223 0 0,1 0 0 0 0,0 0 0 0 0,0-1 0 0 0,0 1 0 0 0,0-1 0 0 0,1 0 0 0 0,-1 0 0 0 0,1 0 0 0 0,-1 0 0 0 0,1 0-1 0 0,0 0 1 0 0,0-1 0 0 0,0 1 0 0 0,0-1 0 0 0,0 0 0 0 0,5 2 0 0 0,4 0-8069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0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27 9671 0 0,'-13'-10'1031'0'0,"8"8"-242"0"0,1-1-1 0 0,-1 1 1 0 0,0 0-1 0 0,0 1 1 0 0,1-1 0 0 0,-1 1-1 0 0,0 0 1 0 0,-1 0-1 0 0,1 0 1 0 0,0 1 0 0 0,0 0-1 0 0,0 0 1 0 0,0 0 0 0 0,0 0-1 0 0,0 1 1 0 0,0 0-1 0 0,0 0 1 0 0,0 0 0 0 0,-6 3-1 0 0,-1 0 721 0 0,1 1-1 0 0,-18 10 1 0 0,-15 15-1581 0 0,17-11 269 0 0,2 2-1 0 0,1 1 1 0 0,0 1-1 0 0,-23 31 1 0 0,43-49-196 0 0,0 0 1 0 0,1 0-1 0 0,0 0 0 0 0,0 1 1 0 0,1-1-1 0 0,-1 1 0 0 0,1-1 1 0 0,0 1-1 0 0,1 0 1 0 0,-1 0-1 0 0,0 6 0 0 0,2-9-22 0 0,0 0 0 0 0,0 0-1 0 0,1 0 1 0 0,-1 0 0 0 0,1 0-1 0 0,-1 0 1 0 0,1 0-1 0 0,0 0 1 0 0,0 0 0 0 0,0 0-1 0 0,0 0 1 0 0,1-1 0 0 0,-1 1-1 0 0,1 0 1 0 0,0-1 0 0 0,0 1-1 0 0,0-1 1 0 0,0 0 0 0 0,0 0-1 0 0,0 0 1 0 0,0 0 0 0 0,1 0-1 0 0,4 3 1 0 0,-1-2-72 0 0,1 0 1 0 0,0 0-1 0 0,0 0 1 0 0,0-1-1 0 0,0 0 0 0 0,0 0 1 0 0,1-1-1 0 0,-1 0 1 0 0,1 0-1 0 0,-1 0 0 0 0,1-1 1 0 0,7-1-1 0 0,7-1-257 0 0,-1-1 1 0 0,40-10-1 0 0,-28 3 224 0 0,-1 0 0 0 0,-1-3 1 0 0,0 0-1 0 0,0-2 1 0 0,-2-1-1 0 0,0-2 0 0 0,0 0 1 0 0,26-24-1 0 0,-52 38 126 0 0,1 1 0 0 0,-1-1-1 0 0,1 0 1 0 0,-1 0 0 0 0,0 0 0 0 0,0 0-1 0 0,-1-1 1 0 0,5-8 0 0 0,-7 12 15 0 0,1-1 1 0 0,-1 1-1 0 0,1 0 1 0 0,-1 0-1 0 0,0 0 1 0 0,0-1-1 0 0,0 1 0 0 0,1 0 1 0 0,-1 0-1 0 0,0-1 1 0 0,0 1-1 0 0,-1 0 1 0 0,1 0-1 0 0,0-1 1 0 0,0 1-1 0 0,-1 0 0 0 0,1 0 1 0 0,0 0-1 0 0,-1-1 1 0 0,1 1-1 0 0,-1 0 1 0 0,0 0-1 0 0,1 0 1 0 0,-1 0-1 0 0,0 0 1 0 0,0 0-1 0 0,1 0 0 0 0,-1 0 1 0 0,0 0-1 0 0,0 1 1 0 0,0-1-1 0 0,0 0 1 0 0,0 0-1 0 0,0 1 1 0 0,-1-1-1 0 0,1 1 0 0 0,0-1 1 0 0,0 1-1 0 0,0-1 1 0 0,0 1-1 0 0,-3 0 1 0 0,-5-2 108 0 0,0 0 0 0 0,0 1 1 0 0,0 1-1 0 0,0-1 0 0 0,0 2 1 0 0,0-1-1 0 0,0 1 0 0 0,0 0 1 0 0,0 1-1 0 0,0 0 0 0 0,1 1 1 0 0,-11 4-1 0 0,7-3-63 0 0,1 1 0 0 0,1 0 0 0 0,-1 1 1 0 0,1 0-1 0 0,0 1 0 0 0,0 0 0 0 0,1 1 0 0 0,-16 16 0 0 0,23-22-62 0 0,0 0-1 0 0,0 1 0 0 0,0-1 1 0 0,1 1-1 0 0,-1-1 0 0 0,1 1 1 0 0,-1 0-1 0 0,1 0 0 0 0,0 0 0 0 0,0 0 1 0 0,0 0-1 0 0,1 0 0 0 0,-1 0 1 0 0,1 0-1 0 0,-1 0 0 0 0,1 0 1 0 0,1 6-1 0 0,-1-7-27 0 0,1 0 0 0 0,-1 0 1 0 0,1 1-1 0 0,0-1 0 0 0,0 0 0 0 0,0 0 0 0 0,0 0 0 0 0,1 0 1 0 0,-1 0-1 0 0,0 0 0 0 0,1 0 0 0 0,-1 0 0 0 0,1-1 1 0 0,0 1-1 0 0,0-1 0 0 0,0 1 0 0 0,-1-1 0 0 0,1 0 1 0 0,1 1-1 0 0,-1-1 0 0 0,0 0 0 0 0,0 0 0 0 0,0-1 1 0 0,3 2-1 0 0,2 0-19 0 0,-1-1 0 0 0,1 1 0 0 0,-1-2 0 0 0,1 1 1 0 0,0 0-1 0 0,-1-1 0 0 0,1-1 0 0 0,0 1 0 0 0,0-1 1 0 0,-1 0-1 0 0,1 0 0 0 0,-1-1 0 0 0,1 0 0 0 0,-1 0 1 0 0,0 0-1 0 0,1-1 0 0 0,-1 0 0 0 0,-1-1 0 0 0,1 1 1 0 0,0-1-1 0 0,-1 0 0 0 0,0 0 0 0 0,0-1 0 0 0,0 1 0 0 0,0-1 1 0 0,-1 0-1 0 0,5-7 1255 0 0,-8 11-1185 0 0,-1 1 1 0 0,0 0-1 0 0,1 0 1 0 0,-1-1 0 0 0,0 1-1 0 0,1 0 1 0 0,-1 0-1 0 0,0 0 1 0 0,1 0 0 0 0,-1 0-1 0 0,0 0 1 0 0,1 0-1 0 0,-1 0 1 0 0,1 0-1 0 0,-1 0 1 0 0,0 0 0 0 0,1 0-1 0 0,-1 0 1 0 0,1 0-1 0 0,-1 0 1 0 0,0 0 0 0 0,1 0-1 0 0,-1 0 1 0 0,0 0-1 0 0,1 0 1 0 0,-1 1-1 0 0,0-1 1 0 0,1 0 0 0 0,-1 0-1 0 0,0 0 1 0 0,1 1-1 0 0,-1-1 1 0 0,1 1 0 0 0,11 8 202 0 0,-3 2-173 0 0,0 0 0 0 0,-1 1 0 0 0,12 20-1 0 0,-10-14-54 0 0,2 1-43 0 0,-1 0 1 0 0,-1 1-1 0 0,-1 1 0 0 0,-1-1 0 0 0,-1 2 1 0 0,7 30-1 0 0,-13-46 17 0 0,0 1 0 0 0,-1-1 0 0 0,1 1-1 0 0,-1-1 1 0 0,-1 1 0 0 0,1-1 0 0 0,-1 0 0 0 0,-1 1 0 0 0,1-1 0 0 0,-1 0-1 0 0,0 0 1 0 0,0 0 0 0 0,-5 9 0 0 0,3-9 31 0 0,0 0 0 0 0,0-1 1 0 0,-1 1-1 0 0,1-1 0 0 0,-1 0 0 0 0,0 0 0 0 0,-1 0 0 0 0,1-1 0 0 0,-1 0 1 0 0,0 0-1 0 0,0-1 0 0 0,-8 4 0 0 0,3-2-120 0 0,-1 0 1 0 0,0-1-1 0 0,0 0 0 0 0,-1-1 1 0 0,1-1-1 0 0,-1 0 0 0 0,1 0 1 0 0,-1-1-1 0 0,0-1 0 0 0,1 0 0 0 0,-1-1 1 0 0,0 0-1 0 0,1-1 0 0 0,-21-6 1 0 0,30 7-131 0 0,0 0 0 0 0,1 0 1 0 0,0 0-1 0 0,-1 0 0 0 0,1 0 0 0 0,0-1 1 0 0,-1 1-1 0 0,1-1 0 0 0,-2-2 0 0 0,-5-7-1737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1 362 10135 0 0,'2'0'4496'0'0,"28"-7"5833"0"0,2-2-6226 0 0,25-6-2719 0 0,-22 9-1340 0 0,37-7-1563 0 0,-25-1-3054 0 0,-27 7-4403 0 0</inkml:trace>
  <inkml:trace contextRef="#ctx0" brushRef="#br0" timeOffset="1">421 9 22255 0 0,'0'0'2019'0'0,"-4"-8"3705"0"0,10 31-5226 0 0,-1 0 0 0 0,0 0 0 0 0,-2 1 1 0 0,1 27-1 0 0,1-3-356 0 0,-1 37-100 0 0,3 15-1453 0 0,-7-99 1202 0 0,0 0 0 0 0,1 0 0 0 0,-1 1 0 0 0,0-1 0 0 0,1 0 0 0 0,-1 0 0 0 0,0 0 0 0 0,1 0 0 0 0,0 0 0 0 0,-1 0 0 0 0,1 0 0 0 0,0 0 0 0 0,-1 0 0 0 0,1 0 0 0 0,0 0 0 0 0,0 0 1 0 0,0-1-1 0 0,0 1 0 0 0,0 0 0 0 0,0-1 0 0 0,0 1 0 0 0,0 0 0 0 0,0-1 0 0 0,0 1 0 0 0,0-1 0 0 0,0 0 0 0 0,1 1 0 0 0,12 1-5981 0 0,5-4-2112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7 22087 0 0,'-12'-4'2353'0'0,"9"3"-2107"0"0,-1 0-1 0 0,1 1 1 0 0,0-1-1 0 0,-1 1 1 0 0,1 0-1 0 0,-1 0 0 0 0,1 0 1 0 0,-1 1-1 0 0,1-1 1 0 0,-1 1-1 0 0,1 0 0 0 0,0 0 1 0 0,-1 0-1 0 0,1 0 1 0 0,-4 2-1 0 0,-6 4 1025 0 0,0 1-1 0 0,-15 11 1 0 0,13-9-1270 0 0,-9 8 275 0 0,-31 30-1 0 0,35-30-232 0 0,12-12-42 0 0,1 0 0 0 0,1 1 0 0 0,-1-1 0 0 0,1 2 0 0 0,0-1 0 0 0,1 1 0 0 0,0-1 0 0 0,-7 16 0 0 0,11-22 0 0 0,0 0 0 0 0,0 1 0 0 0,1-1 0 0 0,-1 1 0 0 0,0-1 0 0 0,1 1 0 0 0,0-1 0 0 0,-1 1 0 0 0,1-1 0 0 0,0 1 0 0 0,-1-1 0 0 0,1 1 0 0 0,0-1 0 0 0,0 1 0 0 0,0-1 0 0 0,1 1 0 0 0,-1-1 0 0 0,0 1 0 0 0,1 2 0 0 0,1 1 0 0 0,-1-2 0 0 0,0 1 0 0 0,1-1 0 0 0,-1 1 0 0 0,1-1 0 0 0,0 0 0 0 0,0 0 0 0 0,0 0 0 0 0,0 0 0 0 0,0 0 0 0 0,1 0 0 0 0,-1-1 0 0 0,1 1 0 0 0,0-1 0 0 0,0 1 0 0 0,0-1 0 0 0,0 0 0 0 0,7 3 0 0 0,3 1 0 0 0,0 0 0 0 0,0-1 0 0 0,17 4 0 0 0,-6-3 0 0 0,1 0 0 0 0,-1-2 0 0 0,1-1 0 0 0,0-1 0 0 0,0 0 0 0 0,36-4 0 0 0,14-3-401 0 0,-45 4-121 0 0,40-7 0 0 0,-48 4-273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3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81 11055 0 0,'-5'-6'397'0'0,"0"-1"-1"0"0,1 0 1 0 0,-1 0-1 0 0,1 0 1 0 0,-5-14-1 0 0,5 8 3559 0 0,2 1 3534 0 0,5 27-2247 0 0,1 7-3430 0 0,10 51-1994 0 0,29 215 407 0 0,-34-244-841 0 0,15 48 0 0 0,-21-78-184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66 161 2759 0 0,'-15'-7'920'0'0,"-19"-10"-2522"0"0,17-13 23759 0 0,30 24-19584 0 0,4 1-1826 0 0,-1 2 0 0 0,1-1-1 0 0,0 2 1 0 0,19-1 0 0 0,24-3 122 0 0,210-31 80 0 0,-124 19-821 0 0,27-2-82 0 0,-126 17-436 0 0,81 5 1 0 0,-114 0-147 0 0,0 0 0 0 0,0 0 1 0 0,-1 2-1 0 0,1-1 0 0 0,-1 2 1 0 0,1 0-1 0 0,16 9 0 0 0,-4 2-1725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5 19783 0 0,'-9'-2'1788'0'0,"1"1"-1541"0"0,-1 0-1 0 0,0 1 1 0 0,1 0-1 0 0,-1 0 1 0 0,0 1 0 0 0,1 0-1 0 0,-1 0 1 0 0,1 1-1 0 0,-1 0 1 0 0,-11 5-1 0 0,-7 5 1990 0 0,-44 26-1 0 0,45-24-1582 0 0,-15 11 811 0 0,-64 50 0 0 0,104-74-1384 0 0,6 2-206 0 0,0-1 46 0 0,1 1 0 0 0,-1-1-1 0 0,1 0 1 0 0,0 0 0 0 0,-1-1 0 0 0,1 1-1 0 0,12 0 1 0 0,6-3-182 0 0,-1-1 1 0 0,1-1-1 0 0,0-1 0 0 0,-1-1 0 0 0,0-1 1 0 0,31-12-1 0 0,-44 15 182 0 0,0-1 0 0 0,0 0 1 0 0,-1 0-1 0 0,1-1 0 0 0,-1-1 0 0 0,-1 0 0 0 0,1 0 1 0 0,-1 0-1 0 0,0-1 0 0 0,0 0 0 0 0,0-1 1 0 0,6-9-1 0 0,-13 16 766 0 0,-5 22-3 0 0,3-16-678 0 0,0-1 1 0 0,0 0-1 0 0,1 1 0 0 0,0-1 1 0 0,0 0-1 0 0,0 1 0 0 0,1-1 0 0 0,-1 0 1 0 0,1 1-1 0 0,0-1 0 0 0,0 0 1 0 0,1 0-1 0 0,-1 1 0 0 0,1-1 1 0 0,0 0-1 0 0,0-1 0 0 0,0 1 0 0 0,0 0 1 0 0,1-1-1 0 0,5 7 0 0 0,-3-5-313 0 0,-1-1 0 0 0,1 0 0 0 0,0-1-1 0 0,0 1 1 0 0,0-1 0 0 0,6 3 0 0 0,-3-3-813 0 0,-1 0 0 0 0,1 0 0 0 0,0 0 0 0 0,10 1 0 0 0,0-1-7224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5527 0 0,'-5'-2'19897'0'0,"6"6"-18115"0"0,0 1-1458 0 0,14 38 721 0 0,2-1 0 0 0,2 0 0 0 0,27 43 0 0 0,1 2-660 0 0,-2-11-289 0 0,-45-76-96 0 0,0 1 0 0 0,0-1 0 0 0,0 0 0 0 0,0 0 0 0 0,0 0 0 0 0,0 1 0 0 0,0-1 0 0 0,0 0 0 0 0,0 0 0 0 0,1 0 0 0 0,-1 1 0 0 0,0-1 0 0 0,0 0 0 0 0,0 0 0 0 0,0 0 0 0 0,1 0 0 0 0,-1 0 0 0 0,0 1 0 0 0,0-1 0 0 0,0 0 0 0 0,0 0 0 0 0,1 0 0 0 0,-1 0 0 0 0,0 0 0 0 0,0 0 0 0 0,0 0 0 0 0,1 0 0 0 0,-1 0 0 0 0,0 0 0 0 0,0 0 0 0 0,1 1 0 0 0,-1-1 0 0 0,0 0 0 0 0,0-1 0 0 0,0 1 0 0 0,1 0 0 0 0,-1 0 0 0 0,0 0 0 0 0,0 0 0 0 0,1 0 0 0 0,-1 0 0 0 0,0 0 0 0 0,0 0 0 0 0,0 0 0 0 0,1 0 0 0 0,-1 0 0 0 0,0-1 0 0 0,0 1 0 0 0,0 0 0 0 0,0 0 0 0 0,1 0 0 0 0,-1 0 0 0 0,0-1 0 0 0,0 1 0 0 0,5-10 0 0 0,-4 9 0 0 0,15-30-20 0 0,18-31-93 0 0,-29 54 102 0 0,1 1 0 0 0,-1 1 1 0 0,1-1-1 0 0,0 1 0 0 0,1 0 1 0 0,8-7-1 0 0,-8 9 10 0 0,-1-1-1 0 0,1 1 1 0 0,1 0-1 0 0,-1 1 1 0 0,0 0-1 0 0,1 0 1 0 0,0 1-1 0 0,-1-1 1 0 0,1 2-1 0 0,0-1 1 0 0,12 0-1 0 0,-15 2 14 0 0,0 0 0 0 0,0 0-1 0 0,0 1 1 0 0,0 0 0 0 0,0 0 0 0 0,0 0-1 0 0,0 0 1 0 0,0 1 0 0 0,0 0 0 0 0,0 0-1 0 0,-1 0 1 0 0,1 0 0 0 0,-1 1 0 0 0,0 0-1 0 0,1 0 1 0 0,-1 0 0 0 0,-1 0 0 0 0,8 8-1 0 0,-7-6-14 0 0,0 0 1 0 0,-1 0-1 0 0,1 1 0 0 0,-1-1 0 0 0,0 1 0 0 0,-1 0 0 0 0,1 0 0 0 0,-1 0 1 0 0,0 0-1 0 0,-1 0 0 0 0,1 0 0 0 0,-1 0 0 0 0,-1 1 0 0 0,1-1 0 0 0,-1 0 0 0 0,0 1 1 0 0,0-1-1 0 0,-1 0 0 0 0,0 1 0 0 0,0-1 0 0 0,0 0 0 0 0,-4 9 0 0 0,3-9-64 0 0,-1 1-1 0 0,0-1 0 0 0,0 1 1 0 0,-1-1-1 0 0,0 0 0 0 0,0-1 1 0 0,0 1-1 0 0,-1-1 0 0 0,1 1 1 0 0,-1-1-1 0 0,-1-1 1 0 0,1 1-1 0 0,-1-1 0 0 0,1 0 1 0 0,-1 0-1 0 0,-1 0 0 0 0,1-1 1 0 0,0 0-1 0 0,-1 0 0 0 0,-6 1 1 0 0,-23 3-1041 0 0,17-7-1400 0 0,2-5-5487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2 125 11519 0 0,'0'0'887'0'0,"0"1"-583"0"0,-2 14 2876 0 0,2 0 0 0 0,0-1 0 0 0,1 1 0 0 0,4 19 0 0 0,-1 5-2123 0 0,-3-29-921 0 0,0 1 0 0 0,1-1 0 0 0,0 0 0 0 0,0 0 0 0 0,1 0-1 0 0,1 0 1 0 0,0 0 0 0 0,0 0 0 0 0,10 15 0 0 0,-9-19-66 0 0,0 1-1 0 0,0-2 1 0 0,0 1 0 0 0,0-1-1 0 0,1 0 1 0 0,0 0 0 0 0,0 0-1 0 0,1-1 1 0 0,-1 0 0 0 0,1 0-1 0 0,0-1 1 0 0,0 0 0 0 0,0 0-1 0 0,8 2 1 0 0,-4-2-103 0 0,1 0 0 0 0,-1-1 0 0 0,0 0 0 0 0,1-1 1 0 0,-1 0-1 0 0,1-1 0 0 0,0 0 0 0 0,-1-1 0 0 0,1 0 0 0 0,-1-1 0 0 0,0 0 0 0 0,0-1 0 0 0,1 0 1 0 0,-2-1-1 0 0,1 0 0 0 0,0 0 0 0 0,-1-2 0 0 0,0 1 0 0 0,0-1 0 0 0,0 0 0 0 0,-1-1 0 0 0,0-1 1 0 0,0 1-1 0 0,-1-1 0 0 0,0 0 0 0 0,14-19 0 0 0,-15 16-18 0 0,-2 5-30 0 0,0-1 0 0 0,-1 0 0 0 0,0 0 0 0 0,0 0 0 0 0,0 0 0 0 0,-1-1 0 0 0,4-15 0 0 0,-7 23 80 0 0,0-1-1 0 0,0 1 0 0 0,0 0 0 0 0,0-1 0 0 0,0 1 0 0 0,0 0 0 0 0,0-1 0 0 0,0 1 1 0 0,-1 0-1 0 0,1 0 0 0 0,0-1 0 0 0,0 1 0 0 0,0 0 0 0 0,-1 0 0 0 0,1-1 0 0 0,0 1 1 0 0,0 0-1 0 0,0 0 0 0 0,-1-1 0 0 0,1 1 0 0 0,0 0 0 0 0,-1 0 0 0 0,1 0 0 0 0,0 0 1 0 0,0-1-1 0 0,-1 1 0 0 0,1 0 0 0 0,0 0 0 0 0,-1 0 0 0 0,0 0 0 0 0,-8-2 32 0 0,6 2 9 0 0,0 0-1 0 0,0 1 1 0 0,0-1-1 0 0,0 1 1 0 0,0-1-1 0 0,0 1 0 0 0,0 0 1 0 0,1 0-1 0 0,-1 0 1 0 0,0 0-1 0 0,0 1 1 0 0,1-1-1 0 0,-1 1 1 0 0,1 0-1 0 0,-1 0 0 0 0,1 0 1 0 0,-4 3-1 0 0,2-1 37 0 0,1 0-1 0 0,-1 1 0 0 0,1-1 0 0 0,0 1 0 0 0,0 0 1 0 0,1-1-1 0 0,-1 1 0 0 0,-2 10 0 0 0,3-11-76 0 0,1 1-1 0 0,0-1 0 0 0,1 1 0 0 0,-1-1 1 0 0,1 1-1 0 0,0-1 0 0 0,0 1 1 0 0,0-1-1 0 0,1 1 0 0 0,-1-1 0 0 0,1 1 1 0 0,0-1-1 0 0,1 1 0 0 0,-1-1 1 0 0,1 0-1 0 0,0 0 0 0 0,0 0 0 0 0,0 0 1 0 0,0 0-1 0 0,1 0 0 0 0,-1 0 1 0 0,1-1-1 0 0,6 6 0 0 0,-3-3-209 0 0,0-1 1 0 0,1 0-1 0 0,0 0 0 0 0,0 0 0 0 0,0-1 0 0 0,0 0 1 0 0,1-1-1 0 0,-1 0 0 0 0,1 0 0 0 0,0 0 0 0 0,0-1 1 0 0,10 1-1 0 0,-11-2-54 0 0,43 6-2718 0 0,-16-5-3567 0 0,0-3-1735 0 0</inkml:trace>
  <inkml:trace contextRef="#ctx0" brushRef="#br0" timeOffset="1">1181 5 15199 0 0,'-13'-5'12523'0'0,"10"43"-8539"0"0,10 21-3407 0 0,0-12-480 0 0,0-4-188 0 0,2 0-1 0 0,1-1 0 0 0,23 57 1 0 0,-20-58-1052 0 0,-12-40 556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8287 0 0,'2'-11'22177'0'0,"8"12"-24979"0"0,104 17 5778 0 0,160 32-1727 0 0,-248-43-1240 0 0,-1 1-1 0 0,1 1 1 0 0,-1 2 0 0 0,26 15-1 0 0,-42-22-5 0 0,-1 1-1 0 0,0 0 0 0 0,0 1 1 0 0,-1 0-1 0 0,0 0 0 0 0,0 0 0 0 0,0 1 1 0 0,-1 0-1 0 0,0 1 0 0 0,0-1 1 0 0,-1 1-1 0 0,0 0 0 0 0,0 1 0 0 0,-1-1 1 0 0,4 11-1 0 0,-7-14 7 0 0,0 0 1 0 0,0 1-1 0 0,0-1 0 0 0,-1 1 0 0 0,0 0 1 0 0,0-1-1 0 0,0 1 0 0 0,-1-1 0 0 0,0 1 1 0 0,0-1-1 0 0,0 1 0 0 0,-1-1 0 0 0,1 0 1 0 0,-1 0-1 0 0,-1 0 0 0 0,1 0 1 0 0,-1 0-1 0 0,1 0 0 0 0,-2 0 0 0 0,-4 6 1 0 0,-5 4 77 0 0,-1 0 1 0 0,-1-1-1 0 0,0-1 1 0 0,-20 15-1 0 0,24-20-298 0 0,-1-1-1 0 0,0 0 1 0 0,0 0-1 0 0,0-1 1 0 0,0-1-1 0 0,-1 0 1 0 0,0-1-1 0 0,0 0 1 0 0,-1-1 0 0 0,1-1-1 0 0,-27 2 1 0 0,38-4-1057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7:5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52 368 2303 0 0,'-5'6'64'0'0,"0"0"0"0"0,0 1-1 0 0,1-1 1 0 0,-1 1 0 0 0,1 0-1 0 0,-4 10 1 0 0,4-3 3703 0 0,1 0 3823 0 0,-2 5 3325 0 0,2-8-7529 0 0,3-10-2781 0 0,0 1-646 0 0,1-1 0 0 0,0 0 0 0 0,0 0 0 0 0,0 0 0 0 0,0 1-1 0 0,0-1 1 0 0,0 0 0 0 0,0 0 0 0 0,0 0 0 0 0,0-1 0 0 0,1 1 0 0 0,-1 0-1 0 0,0 0 1 0 0,0-1 0 0 0,1 1 0 0 0,-1 0 0 0 0,3 0 0 0 0,0 0-483 0 0,1-1 1 0 0,-1 1 0 0 0,1 0-1 0 0,6-1 1 0 0,6-1-1197 0 0</inkml:trace>
  <inkml:trace contextRef="#ctx0" brushRef="#br0" timeOffset="1">326 78 13823 0 0,'0'0'1062'0'0,"1"-8"2020"0"0,-1 6-2400 0 0,1 0-1 0 0,-1 1 0 0 0,1-1 0 0 0,0 0 1 0 0,0 1-1 0 0,0-1 0 0 0,-1 1 1 0 0,1-1-1 0 0,0 1 0 0 0,1-1 1 0 0,-1 1-1 0 0,2-2 0 0 0,0 1-199 0 0,0-1 0 0 0,0 1 0 0 0,0 0 0 0 0,1 0 0 0 0,3-2 0 0 0,4 0-25 0 0,-1 0 0 0 0,22-4 0 0 0,-5 2 35 0 0,1 2-1 0 0,41-2 1 0 0,-57 5-478 0 0,0 2 1 0 0,0-1-1 0 0,0 2 1 0 0,0-1-1 0 0,-1 2 1 0 0,1 0-1 0 0,-1 0 1 0 0,16 7-1 0 0,-24-9-12 0 0,1 1-1 0 0,-1-1 0 0 0,0 1 1 0 0,0 0-1 0 0,0 0 1 0 0,-1 0-1 0 0,1 0 0 0 0,0 1 1 0 0,-1-1-1 0 0,0 1 0 0 0,1 0 1 0 0,-1-1-1 0 0,0 1 1 0 0,0 0-1 0 0,-1 0 0 0 0,1 0 1 0 0,-1 1-1 0 0,1-1 0 0 0,-1 0 1 0 0,0 1-1 0 0,0-1 1 0 0,-1 0-1 0 0,1 1 0 0 0,-1-1 1 0 0,1 1-1 0 0,-1-1 0 0 0,0 1 1 0 0,0-1-1 0 0,-1 1 1 0 0,1-1-1 0 0,-1 1 0 0 0,-2 6 1 0 0,-1 4 2 0 0,-1-1 0 0 0,-1 1 0 0 0,0-1 0 0 0,-1 0 1 0 0,-1 0-1 0 0,-13 17 0 0 0,-2-2-4 0 0,-1-1 0 0 0,-1-1 0 0 0,-46 36 0 0 0,30-27 0 0 0,12-6 0 0 0,29-29 0 0 0,0 0 0 0 0,-1 1 0 0 0,1-1 0 0 0,0 0 0 0 0,0 1 0 0 0,0-1 0 0 0,-1 0 0 0 0,1 0 0 0 0,0 1 0 0 0,0-1 0 0 0,0 0 0 0 0,0 1 0 0 0,0-1 0 0 0,0 1 0 0 0,0-1 0 0 0,0 0 0 0 0,0 1 0 0 0,0-1 0 0 0,0 0 0 0 0,0 1 0 0 0,0-1 0 0 0,0 0 0 0 0,0 1 0 0 0,0-1 0 0 0,0 0 0 0 0,0 1 0 0 0,0-1 0 0 0,0 0 0 0 0,0 1 0 0 0,1-1 0 0 0,-1 0 0 0 0,0 1 0 0 0,0-1 0 0 0,0 0 0 0 0,1 1 0 0 0,-1-1 0 0 0,0 0 0 0 0,0 0 0 0 0,1 0 0 0 0,-1 1 0 0 0,0-1 0 0 0,1 0 0 0 0,-1 0 0 0 0,0 0 0 0 0,1 1 0 0 0,-1-1 0 0 0,0 0 0 0 0,1 0 0 0 0,-1 0 0 0 0,0 0 0 0 0,1 0 0 0 0,4 2 0 0 0,-1 0 0 0 0,1 0 0 0 0,-1-1 0 0 0,1 1 0 0 0,0-1 0 0 0,0 0 0 0 0,0-1 0 0 0,9 1 0 0 0,42-4 0 0 0,-47 3 0 0 0,90-10 0 0 0,227-11 0 0 0,-126 29-651 0 0,-167-5 286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18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20503 0 0,'0'0'1855'0'0,"-2"0"-1523"0"0,-3-2 3688 0 0,7 2-3743 0 0,0 0 0 0 0,-1 0 0 0 0,1 0 0 0 0,0 0 0 0 0,-1 0 0 0 0,1-1-1 0 0,0 1 1 0 0,2-2 0 0 0,9-1 476 0 0,26 3-106 0 0,72 9 1 0 0,-37-2-478 0 0,363 11-560 0 0,-146-30-7712 0 0,-262 9 6053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1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22807 0 0,'-8'1'2063'0'0,"-18"-2"3605"0"0,28 2-5514 0 0,15 6-58 0 0,1 0-1 0 0,1-1 0 0 0,-1-1 0 0 0,21 2 0 0 0,-22-4-108 0 0,1 1-1 0 0,-1 0 1 0 0,0 1-1 0 0,-1 1 1 0 0,22 10-1 0 0,-34-14 12 0 0,-4-2-1 0 0,1 0-1 0 0,0 1 1 0 0,0-1 0 0 0,0 1 0 0 0,0-1 0 0 0,-1 1-1 0 0,1-1 1 0 0,0 1 0 0 0,0 0 0 0 0,-1-1 0 0 0,1 1-1 0 0,0 0 1 0 0,-1-1 0 0 0,1 1 0 0 0,-1 0-1 0 0,1 0 1 0 0,0 1 0 0 0,-1-1 3 0 0,1 0-1 0 0,0 0 1 0 0,-1 0-1 0 0,1 0 1 0 0,-1 0-1 0 0,1 0 1 0 0,-1 0-1 0 0,1 0 1 0 0,-1 0-1 0 0,0 1 1 0 0,1-1-1 0 0,-1 0 1 0 0,0 0-1 0 0,0 0 1 0 0,0 1 0 0 0,0-1-1 0 0,0 0 1 0 0,0 0-1 0 0,-1 3 1 0 0,0-2 10 0 0,0 1-1 0 0,0-1 1 0 0,0 0 0 0 0,0 1 0 0 0,-1-1 0 0 0,1 0 0 0 0,-1 0 0 0 0,-2 4 0 0 0,-4 1 46 0 0,1 0 1 0 0,-1 0-1 0 0,-14 8 0 0 0,-4 1 31 0 0,-48 20 0 0 0,4-2-531 0 0,27-13-1136 0 0,25-13 49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1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47 12895 0 0,'0'0'1654'0'0,"-4"-5"2191"0"0,2 1-3241 0 0,-1 1 0 0 0,0 1 1 0 0,0-1-1 0 0,0 0 0 0 0,-1 1 1 0 0,1-1-1 0 0,-1 1 0 0 0,1 0 1 0 0,-1 0-1 0 0,-5-2 0 0 0,2 2 1 0 0,-1-1-1 0 0,0 1 0 0 0,0 1 1 0 0,-14-2-1 0 0,-1 2 259 0 0,0 1-1 0 0,-41 7 1 0 0,32-3-715 0 0,0 2 0 0 0,1 1-1 0 0,-1 2 1 0 0,1 0 0 0 0,-58 29 0 0 0,81-34-140 0 0,-1 1 1 0 0,1 1 0 0 0,-16 12-1 0 0,23-17-7 0 0,0 0 0 0 0,-1 0-1 0 0,1 1 1 0 0,0-1-1 0 0,0 0 1 0 0,0 1 0 0 0,0-1-1 0 0,0 1 1 0 0,0-1 0 0 0,0 1-1 0 0,0-1 1 0 0,0 1-1 0 0,1 0 1 0 0,-1-1 0 0 0,1 1-1 0 0,-1 0 1 0 0,1 0 0 0 0,0-1-1 0 0,0 1 1 0 0,0 0-1 0 0,0 0 1 0 0,0-1 0 0 0,0 1-1 0 0,0 0 1 0 0,0 0 0 0 0,1 0-1 0 0,-1-1 1 0 0,1 1-1 0 0,0 1 1 0 0,2 2-1 0 0,0 0 0 0 0,0 0 0 0 0,1-1 0 0 0,0 1 0 0 0,-1-1 0 0 0,2 0 0 0 0,-1 0 0 0 0,0-1 0 0 0,1 1 0 0 0,-1-1 0 0 0,1 0 0 0 0,0 0 0 0 0,0-1 0 0 0,9 4 0 0 0,8 1 0 0 0,-1 0 0 0 0,32 4 0 0 0,-32-6 0 0 0,25 4 0 0 0,100 25 0 0 0,-124-27 0 0 0,0 1 0 0 0,-1 0 0 0 0,0 2 0 0 0,30 18 0 0 0,-48-26 2 0 0,0 0 0 0 0,0 0 0 0 0,0 0 0 0 0,-1 1 0 0 0,1-1 0 0 0,-1 1 0 0 0,0-1 0 0 0,1 1 0 0 0,-1 0 0 0 0,0 0 0 0 0,-1 0 0 0 0,1 0 0 0 0,2 7 0 0 0,-3-8 0 0 0,-1 0 0 0 0,0 0 0 0 0,1 0 0 0 0,-1 0 0 0 0,0 0 0 0 0,0 0 0 0 0,0 0 0 0 0,0 0 0 0 0,0 0 0 0 0,-1 0 0 0 0,1 0 0 0 0,-1 0 0 0 0,1 0 0 0 0,-1 0 0 0 0,0 0 0 0 0,0 0 0 0 0,0 0 0 0 0,0 0 0 0 0,0 0 0 0 0,0-1 0 0 0,0 1 0 0 0,-1 0 0 0 0,1-1 0 0 0,0 1 0 0 0,-3 0 0 0 0,-3 4 31 0 0,0 0-1 0 0,-1-1 1 0 0,0 0 0 0 0,0 0-1 0 0,-1-1 1 0 0,1 0 0 0 0,-1-1-1 0 0,0 0 1 0 0,0 0-1 0 0,-10 1 1 0 0,-12 1 34 0 0,-52 2-1 0 0,72-6-72 0 0,-118 2-85 0 0,108-4-269 0 0,1-1-1 0 0,-1-1 1 0 0,1 0 0 0 0,-25-8-1 0 0,42 10-202 0 0,-1 0-1 0 0,1-1 1 0 0,-1 1-1 0 0,1-1 1 0 0,0 1-1 0 0,0-1 1 0 0,0 0-1 0 0,-4-4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0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96 19663 0 0,'0'0'1787'0'0,"5"-6"-1438"0"0,-4 4-236 0 0,0 0-1 0 0,0 1 0 0 0,0-1 1 0 0,0 0-1 0 0,0 0 0 0 0,-1 0 1 0 0,1 0-1 0 0,0 0 1 0 0,-1 0-1 0 0,1 0 0 0 0,-1 0 1 0 0,0 0-1 0 0,0 0 0 0 0,0 0 1 0 0,0 0-1 0 0,0 0 1 0 0,0 0-1 0 0,-1 0 0 0 0,1 1 1 0 0,0-1-1 0 0,-1 0 0 0 0,0 0 1 0 0,1 0-1 0 0,-1 0 1 0 0,0 0-1 0 0,0 0 0 0 0,0 1 1 0 0,0-1-1 0 0,0 0 0 0 0,-1 1 1 0 0,-1-2-1 0 0,1 0 133 0 0,-2 0-1 0 0,1 1 1 0 0,0-1-1 0 0,0 1 1 0 0,-1 0-1 0 0,1 0 1 0 0,-1 0-1 0 0,0 0 1 0 0,0 1-1 0 0,1-1 1 0 0,-1 1-1 0 0,0 0 1 0 0,0 0 0 0 0,-7 0-1 0 0,5 1-176 0 0,0-1-1 0 0,0 2 1 0 0,0-1 0 0 0,0 1-1 0 0,0 0 1 0 0,0 0 0 0 0,-6 2-1 0 0,9-2-24 0 0,0 1-1 0 0,1-1 0 0 0,-1 0 0 0 0,0 1 1 0 0,0-1-1 0 0,0 1 0 0 0,1 0 0 0 0,-1 0 0 0 0,1 0 1 0 0,0 0-1 0 0,0 1 0 0 0,-1-1 0 0 0,1 1 0 0 0,-1 2 1 0 0,2-2-18 0 0,0 0 1 0 0,0 0-1 0 0,1 0 1 0 0,-1 0-1 0 0,1 0 1 0 0,0 0-1 0 0,0 0 1 0 0,0 0-1 0 0,1 1 1 0 0,-1-1-1 0 0,1 0 0 0 0,-1 0 1 0 0,1 0-1 0 0,1 3 1 0 0,-1-3 1 0 0,33 104 252 0 0,-17-57-187 0 0,11 56 0 0 0,-25-90-118 0 0,0 0 0 0 0,-1 0 0 0 0,-1 1 0 0 0,-1-1 1 0 0,-1 1-1 0 0,0-1 0 0 0,-5 28 0 0 0,6-44 14 0 0,-1 3-264 0 0,1 0 0 0 0,-1-1 0 0 0,0 1 0 0 0,0-1 1 0 0,0 1-1 0 0,-2 2 0 0 0,-4 2-3394 0 0,-6-4-4283 0 0,3-5 463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0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8751 0 0,'1'0'15433'0'0,"173"-6"-10013"0"0,-117 0-7556 0 0,61-14-1 0 0,-89 14-4193 0 0,-1 1-1864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9671 0 0,'0'0'14048'0'0,"-8"6"-10291"0"0,-62 44 400 0 0,15-10-3591 0 0,11-10-381 0 0,-46 29 198 0 0,83-56-383 0 0,4-1 0 0 0,1-1 0 0 0,-1 1 0 0 0,1-1 0 0 0,-1 1 0 0 0,1 0 0 0 0,-1 0 0 0 0,1 0 0 0 0,0 0 0 0 0,-4 5 0 0 0,6-7 0 0 0,0 1 0 0 0,-1-1 0 0 0,1 0 0 0 0,-1 1 0 0 0,1-1 0 0 0,0 0 0 0 0,-1 1 0 0 0,1-1 0 0 0,0 1 0 0 0,-1-1 0 0 0,1 1 0 0 0,0-1 0 0 0,0 1 0 0 0,0-1 0 0 0,-1 1 0 0 0,1-1 0 0 0,0 1 0 0 0,0-1 0 0 0,0 1 0 0 0,0-1 0 0 0,0 1 0 0 0,0-1 0 0 0,0 1 0 0 0,0-1 0 0 0,0 1 0 0 0,0-1 0 0 0,0 1 0 0 0,0-1 0 0 0,0 1 0 0 0,1-1 0 0 0,-1 1 0 0 0,0-1 0 0 0,0 1 0 0 0,1 0 0 0 0,-1 0 0 0 0,2 3 0 0 0,-1-1 0 0 0,1 1 0 0 0,0 0 0 0 0,0-1 0 0 0,0 1 0 0 0,0-1 0 0 0,1 1 0 0 0,0-1 0 0 0,-1 0 0 0 0,1 0 0 0 0,0-1 0 0 0,1 1 0 0 0,-1 0 0 0 0,0-1 0 0 0,8 4 0 0 0,5 3 0 0 0,1-1 0 0 0,19 7 0 0 0,-8-6-533 0 0,0-2 1 0 0,0 0-1 0 0,31 2 1 0 0,-34-6 125 0 0,-15-1-1223 0 0,0 1-347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1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429 105 23351 0 0,'0'0'1068'0'0,"-2"-9"357"0"0,1 5-1229 0 0,0-1 0 0 0,0 1-1 0 0,0-1 1 0 0,0 1-1 0 0,-1-1 1 0 0,0 1 0 0 0,0 0-1 0 0,0 0 1 0 0,0 0-1 0 0,-1 0 1 0 0,0 0 0 0 0,1 0-1 0 0,-1 1 1 0 0,-1-1-1 0 0,1 1 1 0 0,0 0 0 0 0,-1 0-1 0 0,0 0 1 0 0,0 1-1 0 0,1-1 1 0 0,-2 1 0 0 0,1 0-1 0 0,0 0 1 0 0,0 0-1 0 0,-1 1 1 0 0,1-1 0 0 0,-1 1-1 0 0,1 0 1 0 0,-6 0-1 0 0,-2 0-89 0 0,0 0-1 0 0,-1 1 1 0 0,1 0 0 0 0,-1 1-1 0 0,-15 3 1 0 0,4 1-2 0 0,-40 14 0 0 0,47-12-91 0 0,0 0 0 0 0,0 0 1 0 0,1 2-1 0 0,0 0 0 0 0,1 0 1 0 0,-15 13-1 0 0,28-20-10 0 0,0-1-1 0 0,0 1 1 0 0,0 0 0 0 0,1 0 0 0 0,-1 0-1 0 0,0 0 1 0 0,1 0 0 0 0,-1 0-1 0 0,1 0 1 0 0,0 0 0 0 0,0 1 0 0 0,0-1-1 0 0,0 1 1 0 0,0-1 0 0 0,0 1-1 0 0,1-1 1 0 0,-1 1 0 0 0,1-1 0 0 0,0 1-1 0 0,0-1 1 0 0,0 1 0 0 0,0 3-1 0 0,1-3-11 0 0,0 1-1 0 0,0 0 1 0 0,0-1-1 0 0,1 1 1 0 0,-1 0-1 0 0,1-1 1 0 0,0 0-1 0 0,0 0 1 0 0,1 1-1 0 0,-1-1 1 0 0,0 0 0 0 0,1-1-1 0 0,0 1 1 0 0,4 3-1 0 0,6 4 10 0 0,0 0 0 0 0,1-1 0 0 0,0-1 0 0 0,1 0 0 0 0,19 7 0 0 0,82 25 0 0 0,-57-22 0 0 0,-49-15 0 0 0,97 37 0 0 0,-96-34 0 0 0,1-1 0 0 0,-1 1 0 0 0,-1 1 0 0 0,1 0 0 0 0,-1 1 0 0 0,17 16 0 0 0,-25-22 0 0 0,0 0 1 0 0,0 0-1 0 0,-1 0 1 0 0,1 1-1 0 0,0-1 1 0 0,-1 1-1 0 0,0 0 1 0 0,1-1-1 0 0,-1 1 0 0 0,0 0 1 0 0,0 0-1 0 0,-1-1 1 0 0,1 1-1 0 0,0 0 1 0 0,-1 0-1 0 0,0 0 1 0 0,0 0-1 0 0,0 0 1 0 0,0 0-1 0 0,0 0 0 0 0,-1 4 1 0 0,0-4 7 0 0,0 0 0 0 0,-1-1-1 0 0,1 1 1 0 0,0 0 0 0 0,-1-1 0 0 0,1 0 0 0 0,-1 1 0 0 0,0-1 0 0 0,0 0-1 0 0,0 0 1 0 0,0 0 0 0 0,0 0 0 0 0,0 0 0 0 0,0-1 0 0 0,-1 1 0 0 0,1 0 0 0 0,-1-1-1 0 0,1 0 1 0 0,-1 0 0 0 0,0 0 0 0 0,1 0 0 0 0,-5 1 0 0 0,-17 3-7 0 0,1-1 0 0 0,-1 0 0 0 0,0-2 0 0 0,0-1 0 0 0,0-1 1 0 0,0-1-1 0 0,-42-7 0 0 0,47 5-63 0 0,-2 0-306 0 0,-23-6 0 0 0,39 8 292 0 0,0-1 1 0 0,0 0 0 0 0,0 0-1 0 0,0 0 1 0 0,0 0-1 0 0,0-1 1 0 0,1 0 0 0 0,-1 0-1 0 0,-6-6 1 0 0,11 9-56 0 0,-1 0-1 0 0,1 0 1 0 0,0-1-1 0 0,0 1 1 0 0,-1 0-1 0 0,1 0 1 0 0,0-1-1 0 0,0 1 1 0 0,-1 0-1 0 0,1 0 1 0 0,0-1-1 0 0,0 1 1 0 0,0 0-1 0 0,0-1 1 0 0,-1 1-1 0 0,1 0 1 0 0,0-1-1 0 0,0 1 1 0 0,0 0-1 0 0,0-1 1 0 0,0 1-1 0 0,0-1 1 0 0,0 1-1 0 0,0 0 1 0 0,0-1-1 0 0,0 1 1 0 0,0 0-1 0 0,0-1 1 0 0,0 1-1 0 0,0 0 1 0 0,0-1-1 0 0,0 1 1 0 0,1 0-1 0 0,-1-1 1 0 0,0 1-1 0 0,0 0 1 0 0,0-1-1 0 0,0 1 1 0 0,1 0-1 0 0,-1 0 1 0 0,0-1-1 0 0,0 1 1 0 0,1 0-1 0 0,-1 0 1 0 0,0-1-1 0 0,0 1 1 0 0,1 0-1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41 7831 0 0,'0'0'603'0'0,"-6"-7"-374"0"0,-4-5 4054 0 0,-5-9 13165 0 0,15 21-17404 0 0,9-1 804 0 0,167 21-167 0 0,-166-18-681 0 0,-2 3 12 0 0,-6-4 47 0 0,-8 16 147 0 0,3-14-191 0 0,-1 0 0 0 0,0 0-1 0 0,0-1 1 0 0,0 1-1 0 0,0-1 1 0 0,0 0 0 0 0,0 0-1 0 0,-1 0 1 0 0,1-1 0 0 0,-1 1-1 0 0,-8 0 1 0 0,-3 3-9 0 0,-74 22 47 0 0,89-27-53 0 0,1 0 0 0 0,0 0 0 0 0,0 0 0 0 0,-1 0 0 0 0,1 0 0 0 0,0 1 0 0 0,0-1 0 0 0,-1 0 0 0 0,1 0 0 0 0,0 0 0 0 0,0 0 0 0 0,0 0 0 0 0,-1 0 0 0 0,1 0 0 0 0,0 1 0 0 0,0-1 0 0 0,0 0 0 0 0,-1 0 0 0 0,1 0 0 0 0,0 1 0 0 0,0-1 0 0 0,0 0 0 0 0,0 0 0 0 0,0 0 0 0 0,0 1 0 0 0,-1-1 0 0 0,1 0 0 0 0,0 0 0 0 0,0 1 0 0 0,0-1 0 0 0,0 0 0 0 0,0 0 0 0 0,0 1 0 0 0,0-1 0 0 0,0 0 0 0 0,0 0 0 0 0,0 1 0 0 0,0-1 0 0 0,0 0 0 0 0,0 0 0 0 0,0 1 0 0 0,0-1 0 0 0,1 0 0 0 0,-1 0 0 0 0,0 0 0 0 0,0 1 0 0 0,0-1 0 0 0,0 0 0 0 0,0 0 0 0 0,0 0 0 0 0,1 1 0 0 0,-1-1 0 0 0,0 0 0 0 0,0 0 0 0 0,0 0 0 0 0,1 0 0 0 0,-1 1 0 0 0,0-1 0 0 0,0 0 0 0 0,0 0 0 0 0,1 0 0 0 0,-1 0 0 0 0,6 6 0 0 0,-1-1 0 0 0,1 0 0 0 0,0 0 0 0 0,0-1 0 0 0,0 0 0 0 0,11 6 0 0 0,45 15 0 0 0,-46-20 0 0 0,0 2 0 0 0,0-1 0 0 0,21 14 0 0 0,-19-7 0 0 0,-18-12 0 0 0,1-1 0 0 0,-1 0 0 0 0,1 1 0 0 0,-1-1 0 0 0,1 0 0 0 0,-1 1 0 0 0,0-1 0 0 0,1 1 0 0 0,-1-1 0 0 0,1 0 0 0 0,-1 1 0 0 0,0-1 0 0 0,0 1 0 0 0,1-1 0 0 0,-1 1 0 0 0,0 0 0 0 0,0-1 0 0 0,1 1 0 0 0,-1-1 0 0 0,0 1 0 0 0,0-1 0 0 0,0 1 0 0 0,0 0 0 0 0,0-1 0 0 0,0 1 0 0 0,0-1 0 0 0,0 2 0 0 0,0 0 0 0 0,0 0 2 0 0,0 0 1 0 0,1 0-1 0 0,-1 0 0 0 0,0 1 1 0 0,0-1-1 0 0,-1 0 1 0 0,1 0-1 0 0,0 1 0 0 0,-1-1 1 0 0,1 0-1 0 0,-1 0 0 0 0,0 0 1 0 0,1 0-1 0 0,-1 0 1 0 0,0 0-1 0 0,-3 4 0 0 0,2-3 7 0 0,-1-1 0 0 0,1 1 0 0 0,-1-1 1 0 0,0 1-1 0 0,0-1 0 0 0,1 0 0 0 0,-2 0 0 0 0,1 0 0 0 0,-6 2 0 0 0,-5 1 22 0 0,0-1 0 0 0,0 0-1 0 0,-1 0 1 0 0,-16 0 0 0 0,22-3-28 0 0,-2 0-221 0 0,0-1-1 0 0,-1-1 1 0 0,1 0-1 0 0,0-1 1 0 0,0 0-1 0 0,0-1 1 0 0,-19-7-1 0 0,14 5-56 0 0,-7-3-1191 0 0,10 1-6071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15 21967 0 0,'0'0'1995'0'0,"1"-1"-1645"0"0,24-12 7749 0 0,-25 14-7984 0 0,-2 5-105 0 0,1-1 1 0 0,-1 1-1 0 0,0-1 1 0 0,0 0 0 0 0,0 1-1 0 0,-1-1 1 0 0,0 0-1 0 0,0-1 1 0 0,0 1 0 0 0,-6 6-1 0 0,-6 5 44 0 0,-25 20-1 0 0,14-13-35 0 0,14-13-18 0 0,-1 0 0 0 0,-24 14 0 0 0,22-16 0 0 0,1 2 0 0 0,-14 11 0 0 0,23-19 0 0 0,4-1 0 0 0,0 0 0 0 0,0 0 0 0 0,-1-1 0 0 0,1 1 0 0 0,0 0 0 0 0,0 0 0 0 0,0 0 0 0 0,0 0 0 0 0,0 0 0 0 0,0 1 0 0 0,0-1 0 0 0,0 1 0 0 0,-3 6 0 0 0,5 2 0 0 0,0-8 0 0 0,0 1 0 0 0,1-1 0 0 0,-1 0 0 0 0,1 1 0 0 0,-1-1 0 0 0,1 0 0 0 0,0 0 0 0 0,0 0 0 0 0,0-1 0 0 0,0 1 0 0 0,0 0 0 0 0,0-1 0 0 0,0 1 0 0 0,1-1 0 0 0,-1 0 0 0 0,1 1 0 0 0,4 0 0 0 0,7 3 0 0 0,-1-1 0 0 0,18 2 0 0 0,-10-1 0 0 0,21 5-143 0 0,0-2 1 0 0,1-2-1 0 0,55 2 0 0 0,-83-8-505 0 0,-1-2-29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564 141 17967 0 0,'-1'-1'1387'0'0,"-4"-8"-740"0"0,0 0-1 0 0,0 0 1 0 0,-1 1 0 0 0,-1 0-1 0 0,1 0 1 0 0,-1 1 0 0 0,0-1 0 0 0,-1 2-1 0 0,0-1 1 0 0,0 1 0 0 0,0 0-1 0 0,-1 1 1 0 0,0-1 0 0 0,-10-3 0 0 0,4 3-359 0 0,0 1 0 0 0,-1 0 0 0 0,1 2 0 0 0,-1-1 0 0 0,0 2 0 0 0,0 0 0 0 0,0 1 0 0 0,-22 1 0 0 0,2 0-111 0 0,-1 3 0 0 0,1 0 0 0 0,0 3 0 0 0,-68 19 0 0 0,101-25-176 0 0,1 1 0 0 0,-1 0 0 0 0,0 1 0 0 0,1-1 0 0 0,-1 0 0 0 0,1 1 0 0 0,-1-1 0 0 0,1 1 0 0 0,0 0 0 0 0,-3 3 0 0 0,2 3-1 0 0,3-5 0 0 0,0 0 1 0 0,0 0-1 0 0,1 0 0 0 0,-1 1 0 0 0,1-1 1 0 0,0 0-1 0 0,0 0 0 0 0,0 0 0 0 0,0-1 1 0 0,1 1-1 0 0,-1 0 0 0 0,1 0 1 0 0,0-1-1 0 0,0 1 0 0 0,0-1 0 0 0,0 1 1 0 0,0-1-1 0 0,4 4 0 0 0,6 3 17 0 0,0 1 0 0 0,20 11 1 0 0,-27-18-11 0 0,152 79 73 0 0,0 0 0 0 0,-132-67-80 0 0,-2 0 0 0 0,0 2 0 0 0,36 33 0 0 0,-55-45 0 0 0,0-1 0 0 0,0 1 0 0 0,-1 0 0 0 0,0 0 0 0 0,1 0 0 0 0,-2 1 0 0 0,4 7 0 0 0,-5-12 0 0 0,-1 1 0 0 0,1-1 0 0 0,-1 0 0 0 0,1 1 0 0 0,-1-1 0 0 0,0 1 0 0 0,0-1 0 0 0,0 1 0 0 0,0-1 0 0 0,0 0 0 0 0,0 1 0 0 0,0-1 0 0 0,0 1 0 0 0,0-1 0 0 0,-1 1 0 0 0,1-1 0 0 0,-1 0 0 0 0,1 1 0 0 0,-1-1 0 0 0,1 0 0 0 0,-1 1 0 0 0,0-1 0 0 0,0 0 0 0 0,0 0 0 0 0,1 0 0 0 0,-1 0 0 0 0,0 1 0 0 0,0-1 0 0 0,-1-1 0 0 0,1 1 0 0 0,0 0 0 0 0,0 0 0 0 0,0 0 0 0 0,-3 1 0 0 0,-2 0 0 0 0,-1 1 0 0 0,0-1 0 0 0,0 0 0 0 0,0 0 0 0 0,0-1 0 0 0,0 0 0 0 0,-12 1 0 0 0,-53-5 0 0 0,37 0 0 0 0,-25 1-658 0 0,1-3 0 0 0,-101-22 1 0 0,135 18-2527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3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36 9671 0 0,'0'0'875'0'0,"1"-1"-719"0"0,-1 1-21 0 0,0 0-1 0 0,1-1 1 0 0,-1 1 0 0 0,0 0-1 0 0,0 0 1 0 0,0-1 0 0 0,1 1 0 0 0,-1 0-1 0 0,0-1 1 0 0,0 1 0 0 0,0 0-1 0 0,1-1 1 0 0,-1 1 0 0 0,0 0-1 0 0,0-1 1 0 0,0 1 0 0 0,0 0-1 0 0,0-1 1 0 0,0 1 0 0 0,0 0-1 0 0,0-1 1 0 0,0 1 0 0 0,0-1 0 0 0,0 1-1 0 0,0 0 1 0 0,0-1 0 0 0,0 1-1 0 0,0 0 1 0 0,0-1 0 0 0,-1 1-1 0 0,1 0 1 0 0,0-1 0 0 0,0 1-1 0 0,0 0 1 0 0,0-1 0 0 0,-1 1-1 0 0,1 0 1 0 0,0 0 0 0 0,-1-1-1 0 0,-10-6 4785 0 0,11 7-4276 0 0,-7-3 374 0 0,0 0-1 0 0,0 1 1 0 0,0 0-1 0 0,0 1 0 0 0,0-1 1 0 0,-1 1-1 0 0,-7 0 1 0 0,-55 2 134 0 0,48 0-646 0 0,9-1-422 0 0,0 1 0 0 0,0 1 0 0 0,1-1 0 0 0,-1 2 0 0 0,0 0 0 0 0,1 1 0 0 0,-20 8 0 0 0,25-8-99 0 0,5-3-60 0 0,4 10-72 0 0,-1-9 110 0 0,0 0 1 0 0,1 0-1 0 0,-1 0 0 0 0,0 0 0 0 0,1 0 1 0 0,-1-1-1 0 0,1 1 0 0 0,-1 0 0 0 0,1-1 1 0 0,0 1-1 0 0,0-1 0 0 0,0 1 1 0 0,0-1-1 0 0,0 0 0 0 0,0 0 0 0 0,0 0 1 0 0,3 1-1 0 0,7 2-112 0 0,-1 0-1 0 0,13 2 1 0 0,-22-6 112 0 0,10 3-35 0 0,-1-1 0 0 0,1 0 0 0 0,-1-1 0 0 0,1-1 0 0 0,-1 0 0 0 0,1 0 0 0 0,0-1 1 0 0,-1-1-1 0 0,0 0 0 0 0,1 0 0 0 0,-1-1 0 0 0,0 0 0 0 0,0-1 0 0 0,0-1 0 0 0,-1 0 0 0 0,16-9 0 0 0,-18 8 89 0 0,-7 5 64 0 0,-1 1-3 0 0,0 0 1 0 0,0-1-1 0 0,1 1 1 0 0,-1 0-1 0 0,0-1 1 0 0,0 1-1 0 0,0 0 1 0 0,1-1-1 0 0,-1 1 0 0 0,0 0 1 0 0,0 0-1 0 0,0-1 1 0 0,1 1-1 0 0,-1 0 1 0 0,0 0-1 0 0,1 0 1 0 0,-1-1-1 0 0,0 1 0 0 0,0 0 1 0 0,1 0-1 0 0,-1 0 1 0 0,0 0-1 0 0,1 0 1 0 0,0 0-1 0 0,3 2-56 0 0,0 0 0 0 0,0 1-1 0 0,-1-1 1 0 0,1 1 0 0 0,0 0 0 0 0,-1 0-1 0 0,0 1 1 0 0,0-1 0 0 0,0 1-1 0 0,0-1 1 0 0,0 1 0 0 0,-1 0 0 0 0,4 7-1 0 0,1 2 2 0 0,10 14-11 0 0,-1 2-1 0 0,17 42 1 0 0,-27-57-7 0 0,-1 0 0 0 0,-1 1 0 0 0,-1 0 0 0 0,0-1 0 0 0,0 1 0 0 0,-2 0 0 0 0,0 23 0 0 0,-1-33 8 0 0,0-1-1 0 0,0 1 1 0 0,-1 0-1 0 0,0-1 1 0 0,0 1-1 0 0,0-1 1 0 0,-1 1-1 0 0,1-1 1 0 0,-1 1-1 0 0,0-1 1 0 0,-1 0-1 0 0,1 0 1 0 0,-1 0-1 0 0,-4 6 1 0 0,3-7 4 0 0,0 1 0 0 0,0-1 0 0 0,-1 0 0 0 0,1 0 0 0 0,-1 0 0 0 0,0-1-1 0 0,1 1 1 0 0,-1-1 0 0 0,0 0 0 0 0,0-1 0 0 0,-1 1 0 0 0,-7 0 0 0 0,0 0-30 0 0,0 0 1 0 0,0-2-1 0 0,0 1 0 0 0,-1-2 1 0 0,-13-1-1 0 0,-65-16-1739 0 0,68 12 504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 5983 0 0,'-17'-9'16039'0'0,"14"22"-13825"0"0,0 0 0 0 0,-1 19 1 0 0,4 30 513 0 0,15 63-2797 0 0,-5-48 767 0 0,-1 2-492 0 0,-3 93 0 0 0,-13-104-116 0 0,1-11-52 0 0,4-45 15 0 0,-3-5-13 0 0,4-5-159 0 0,-9-5-779 0 0,9 2 773 0 0,-1 0 0 0 0,0-1 1 0 0,0 1-1 0 0,0 0 0 0 0,1-1 1 0 0,-1 0-1 0 0,0 1 0 0 0,1-1 1 0 0,0 0-1 0 0,-1 0 0 0 0,1 0 1 0 0,-2-3-1 0 0,-10-30-2366 0 0,9 26 1277 0 0,-4-15-5396 0 0,-3-3-1893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9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96 11975 0 0,'-18'-7'698'0'0,"-29"-6"0"0"0,15 5 16182 0 0,35 9-16304 0 0,15 2-194 0 0,-1 0 0 0 0,1-1 1 0 0,34 0-1 0 0,60-10-168 0 0,-68 5-118 0 0,269-27 15 0 0,119-7-140 0 0,-414 36 96 0 0,1 1 0 0 0,-1 1 0 0 0,29 4-1 0 0,-41-4-364 0 0,0 0-1 0 0,0 1 0 0 0,0 0 0 0 0,0 0 0 0 0,0 1 0 0 0,6 4 0 0 0,-9-5-483 0 0,0 0 1 0 0,0 0-1 0 0,0 1 0 0 0,0-1 0 0 0,0 1 0 0 0,0 0 1 0 0,-1 0-1 0 0,0 0 0 0 0,1 0 0 0 0,-1 0 1 0 0,2 5-1 0 0,4 12-8505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2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23671 0 0,'0'0'1084'0'0,"2"-1"-24"0"0,110-65 3487 0 0,-103 61-4203 0 0,10-4 34 0 0,0 1 0 0 0,0 1 0 0 0,1 1 0 0 0,25-5 0 0 0,-27 9-260 0 0,-15 2-98 0 0,-3 0-20 0 0,0 0 1 0 0,0 0-1 0 0,0 0 1 0 0,0 0-1 0 0,0 0 1 0 0,0 0-1 0 0,0 0 1 0 0,0 0-1 0 0,0 0 1 0 0,0 0-1 0 0,0 0 1 0 0,1 0-1 0 0,-1 0 1 0 0,0 0-1 0 0,0 0 1 0 0,0 0-1 0 0,0 0 1 0 0,0 0-1 0 0,0 0 1 0 0,0 1-1 0 0,0-1 1 0 0,0 0-1 0 0,0 0 1 0 0,0 0 0 0 0,0 0-1 0 0,1 0 1 0 0,-1 0-1 0 0,0 0 1 0 0,0 0-1 0 0,0 0 1 0 0,0 0-1 0 0,0 0 1 0 0,0 0-1 0 0,0 0 1 0 0,0 0-1 0 0,0 0 1 0 0,0 1-1 0 0,0-1 1 0 0,0 0-1 0 0,0 0 1 0 0,0 0-1 0 0,0 0 1 0 0,0 0-1 0 0,0 0 1 0 0,0 0-1 0 0,0 0 1 0 0,0 0-1 0 0,0 0 1 0 0,0 0-1 0 0,0 1 1 0 0,0-1-1 0 0,0 0 1 0 0,0 0-1 0 0,0 0 1 0 0,0 0-1 0 0,0 0 1 0 0,-1 5-1 0 0,1 0 1 0 0,-1-1-1 0 0,1 1 0 0 0,-1-1 1 0 0,-1 1-1 0 0,1 0 0 0 0,-1-1 1 0 0,0 0-1 0 0,0 1 0 0 0,0-1 1 0 0,0 0-1 0 0,-4 4 1 0 0,-5 6-1 0 0,-25 25 0 0 0,25-28 0 0 0,1 0-1 0 0,0 1 1 0 0,-11 16 0 0 0,17-22 0 0 0,-12 26 0 0 0,11-11 0 0 0,8-11 0 0 0,-1-6 0 0 0,-1 0 0 0 0,1 0 0 0 0,0 0 0 0 0,0 0 0 0 0,0-1 0 0 0,0 1 0 0 0,1 0 0 0 0,0-1 0 0 0,-1 0 0 0 0,1 0 0 0 0,0 0 0 0 0,0 0 0 0 0,1 0 0 0 0,-1 0 0 0 0,1-1 0 0 0,-1 0 0 0 0,1 1 0 0 0,5 1 0 0 0,8 3 0 0 0,-1-1 0 0 0,33 8 0 0 0,-34-11 0 0 0,24 7 0 0 0,-10-3 0 0 0,0 0 0 0 0,-1 2 0 0 0,31 15 0 0 0,-51-20 0 0 0,6 4 0 0 0,-11-5 0 0 0,2 5 0 0 0,-4-6 0 0 0,-1 0 0 0 0,0-1 0 0 0,0 1 0 0 0,0 0 0 0 0,0-1 0 0 0,0 1 0 0 0,-1 0 0 0 0,1-1 0 0 0,0 1 0 0 0,-1-1 0 0 0,1 1 0 0 0,-1-1 0 0 0,0 1 0 0 0,1-1 0 0 0,-1 1 0 0 0,0-1 0 0 0,0 1 0 0 0,0-1 0 0 0,0 0 0 0 0,0 0 0 0 0,0 1 0 0 0,0-1 0 0 0,0 0 0 0 0,-1 0 0 0 0,1 0 0 0 0,0 0 0 0 0,-3 1 0 0 0,-5 3 0 0 0,0 0 0 0 0,0-1 0 0 0,-13 5 0 0 0,10-5 0 0 0,-14 6-8 0 0,0-1 0 0 0,-1-1 0 0 0,-50 8 0 0 0,58-14-6 0 0,0-1 1 0 0,0 0-1 0 0,1-1 0 0 0,-1-1 0 0 0,0-1 1 0 0,-29-7-1 0 0,45 9-37 0 0,0-1 1 0 0,1 0-1 0 0,-1 0 0 0 0,0 0 1 0 0,1-1-1 0 0,-1 1 0 0 0,1-1 1 0 0,-1 1-1 0 0,1-1 0 0 0,-4-4 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3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58 23695 0 0,'-3'-3'361'0'0,"2"2"-202"0"0,0 0-1 0 0,0 0 1 0 0,0 0-1 0 0,0-1 1 0 0,0 1 0 0 0,0 0-1 0 0,1-1 1 0 0,-1 1-1 0 0,0-1 1 0 0,1 1 0 0 0,-1 0-1 0 0,1-1 1 0 0,-1 0-1 0 0,1-1 1 0 0,-1 2 685 0 0,6-10 2489 0 0,-1 8-3229 0 0,0 1-1 0 0,1 0 1 0 0,-1-1-1 0 0,1 1 1 0 0,0 1-1 0 0,0-1 1 0 0,0 1-1 0 0,0 0 0 0 0,-1 0 1 0 0,8 0-1 0 0,9 0 378 0 0,25 2 0 0 0,-31-1-426 0 0,109 9-55 0 0,-105-7-60 0 0,0 0-352 0 0,0 0-1 0 0,-1 2 1 0 0,36 10 0 0 0,-53-13 271 0 0,0-1 0 0 0,0 1 0 0 0,1-1 0 0 0,-1 1 0 0 0,0-1-1 0 0,0 1 1 0 0,0-1 0 0 0,0 1 0 0 0,0 0 0 0 0,-1 0 0 0 0,1 0 0 0 0,0-1 0 0 0,0 1 0 0 0,0 0 0 0 0,-1 0 0 0 0,1 0 0 0 0,0 0 0 0 0,-1 0 0 0 0,1 0 0 0 0,-1 0 0 0 0,1 1 0 0 0,-1-1 0 0 0,0 0 0 0 0,1 0 0 0 0,-1 0 0 0 0,0 0 0 0 0,0 1 0 0 0,0-1 0 0 0,0 0 0 0 0,0 0 0 0 0,0 0 0 0 0,0 0 0 0 0,0 1 0 0 0,0-1 0 0 0,-1 0 0 0 0,1 0-1 0 0,0 0 1 0 0,-1 0 0 0 0,1 0 0 0 0,-2 3 0 0 0,0-1-437 0 0,0 1 0 0 0,0 0-1 0 0,-1-1 1 0 0,1 1-1 0 0,-1-1 1 0 0,0 0-1 0 0,0 0 1 0 0,0 0 0 0 0,-6 4-1 0 0,-11 5-2401 0 0,-1 0-1 0 0,0-2 1 0 0,-35 13-1 0 0,27-14 2292 0 0,0-1 0 0 0,-42 6 0 0 0,28-9 1636 0 0,-26 4 2937 0 0,25 3 14229 0 0,45-11-18007 0 0,0-1 0 0 0,-1 1 0 0 0,1 0 0 0 0,0-1 0 0 0,0 1 0 0 0,0-1-1 0 0,0 1 1 0 0,-1-1 0 0 0,1 1 0 0 0,0-1 0 0 0,2 1 0 0 0,-1-1 47 0 0,6 3-2 0 0,1 0 0 0 0,0-1 0 0 0,0 0 0 0 0,0-1 0 0 0,0 0 0 0 0,0 0 0 0 0,0-1 0 0 0,10-1 0 0 0,12 1 51 0 0,137-7 189 0 0,-39 0-3451 0 0,-82 7-7287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30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21311 0 0,'1'-2'976'0'0,"-1"-1"-582"0"0,1-2 7 0 0,-1-9 2853 0 0,11 24-1492 0 0,-8-3-1522 0 0,0 0 0 0 0,0-1 1 0 0,0 1-1 0 0,-1 0 0 0 0,0 1 0 0 0,0-1 1 0 0,-1 0-1 0 0,0 0 0 0 0,0 9 1 0 0,1 4-62 0 0,24 269 1224 0 0,-20-176-1269 0 0,-9 134 0 0 0,3-236-192 0 0,-1-4-19 0 0,1-1 0 0 0,-1 1 0 0 0,0-1 0 0 0,-1 1 0 0 0,1-1 0 0 0,-1 0 1 0 0,-5 11-1 0 0,7-16-51 0 0,-1-1 1 0 0,1 1-1 0 0,0-1 0 0 0,0 1 1 0 0,-1-1-1 0 0,1 1 1 0 0,0-1-1 0 0,-1 1 1 0 0,1-1-1 0 0,0 0 0 0 0,-1 1 1 0 0,1-1-1 0 0,-1 0 1 0 0,1 1-1 0 0,-1-1 1 0 0,1 0-1 0 0,-1 1 0 0 0,1-1 1 0 0,-1 0-1 0 0,1 0 1 0 0,-1 1-1 0 0,0-1 1 0 0,1 0-1 0 0,-1 0 0 0 0,1 0 1 0 0,-1 0-1 0 0,1 0 1 0 0,-1 0-1 0 0,0 0 1 0 0,1 0-1 0 0,-2 0 0 0 0,-16-8-4120 0 0,4-1-4412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3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87 7367 0 0,'-12'-16'18596'0'0,"19"12"-17643"0"0,-3 0-455 0 0,5 0 0 0 0,1 0 1 0 0,-1 1 0 0 0,1 0-1 0 0,17-3 1 0 0,43-3 438 0 0,-50 7-767 0 0,353-30 1069 0 0,2 35-1133 0 0,-335-1-169 0 0,50 6 134 0 0,-78-6-265 0 0,0 1 1 0 0,1 0-1 0 0,-2 0 1 0 0,1 1-1 0 0,12 7 1 0 0,-21-10 34 0 0,-1 0 0 0 0,1 1 0 0 0,-1-1 1 0 0,1 1-1 0 0,-1 0 0 0 0,0 0 0 0 0,0 0 1 0 0,0 0-1 0 0,0 0 0 0 0,0 0 0 0 0,0 0 0 0 0,-1 1 1 0 0,1-1-1 0 0,-1 1 0 0 0,3 4 0 0 0,-4-5-245 0 0,1 1 0 0 0,0-1 0 0 0,-1 1 0 0 0,0-1 0 0 0,1 1 0 0 0,-1 0 0 0 0,0-1 0 0 0,0 1 0 0 0,-1-1 0 0 0,1 1 0 0 0,-1 3-1 0 0,-6 16-8436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161 163 7367 0 0,'17'-5'425'0'0,"0"-1"-1"0"0,-1-1 0 0 0,18-9 1 0 0,-4-5 6407 0 0,-29 20-6383 0 0,0 0-1 0 0,1 0 1 0 0,-1 0 0 0 0,0 0 0 0 0,0-1 0 0 0,0 1 0 0 0,0 0 0 0 0,0-1 0 0 0,0 1 0 0 0,-1-1 0 0 0,1 1 0 0 0,0-1 0 0 0,-1 1-1 0 0,1-1 1 0 0,-1 1 0 0 0,1-1 0 0 0,-1-2 0 0 0,0 3-170 0 0,0-1-1 0 0,0 0 1 0 0,0 1 0 0 0,-1-1-1 0 0,1 0 1 0 0,0 1 0 0 0,-1-1-1 0 0,0 0 1 0 0,1 1 0 0 0,-1-1-1 0 0,0 1 1 0 0,0-1 0 0 0,-1-2-1 0 0,-2 1-39 0 0,1-1-1 0 0,0 1 0 0 0,-1-1 0 0 0,1 1 1 0 0,-1 0-1 0 0,0 1 0 0 0,0-1 0 0 0,0 1 1 0 0,0 0-1 0 0,-5-2 0 0 0,-7-2-58 0 0,0 2 0 0 0,1 0 0 0 0,-1 1 0 0 0,0 1 1 0 0,-1 0-1 0 0,1 1 0 0 0,0 0 0 0 0,0 2 0 0 0,-1 0 0 0 0,1 1 0 0 0,-29 7 0 0 0,36-5-169 0 0,8-3-11 0 0,1 0 0 0 0,-1 0 0 0 0,1-1 0 0 0,-1 1 0 0 0,1 0 0 0 0,0 0 0 0 0,-1-1 0 0 0,1 1 0 0 0,0 0 0 0 0,0 0 0 0 0,0 0 0 0 0,0 0 0 0 0,-1 0 0 0 0,2 3 0 0 0,-1 0 0 0 0,1-1 0 0 0,0 1 0 0 0,0 0 0 0 0,0-1 0 0 0,0 1 0 0 0,0-1 0 0 0,1 1 0 0 0,0-1 0 0 0,-1 0 0 0 0,1 0 0 0 0,0 1 0 0 0,1-1 0 0 0,-1-1 0 0 0,1 1 0 0 0,3 3 0 0 0,6 6 0 0 0,1-2 0 0 0,18 13 0 0 0,12 4 41 0 0,76 35 0 0 0,-64-35-27 0 0,-37-17-14 0 0,-2 0 0 0 0,22 16 0 0 0,-28-17 0 0 0,-3 2 0 0 0,-6 2 0 0 0,-2-11 0 0 0,0 0 0 0 0,0 1 0 0 0,0-1 0 0 0,0 0 0 0 0,-1 0 0 0 0,1 1 0 0 0,-1-1 0 0 0,1 0 0 0 0,-1 0 0 0 0,0-1 0 0 0,0 1 0 0 0,0 0 0 0 0,0-1 0 0 0,0 1 0 0 0,0-1 0 0 0,0 1 0 0 0,-1-1 0 0 0,1 0 0 0 0,-1 0 0 0 0,1 0 0 0 0,-5 1 0 0 0,-6 2 0 0 0,-1-1 0 0 0,-22 2 0 0 0,-4-2-363 0 0,-69-4-1 0 0,85-2-830 0 0,22 3 454 0 0,48-25-13641 0 0,-16 8 11423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3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28 16415 0 0,'2'-1'752'0'0,"9"-15"3464"0"0,-14 14-3859 0 0,-1 1 1 0 0,1-1-1 0 0,-1 1 0 0 0,1 0 1 0 0,-1 0-1 0 0,1 0 0 0 0,-1 1 0 0 0,0-1 1 0 0,0 1-1 0 0,1 0 0 0 0,-1 0 1 0 0,0 0-1 0 0,0 0 0 0 0,1 1 0 0 0,-1 0 1 0 0,0-1-1 0 0,1 1 0 0 0,-1 1 1 0 0,-5 1-1 0 0,-6 4 226 0 0,1 0 0 0 0,0 0 1 0 0,-17 13-1 0 0,23-15-453 0 0,0 1 1 0 0,0 0-1 0 0,0 1 1 0 0,1 0-1 0 0,0 0 1 0 0,0 0-1 0 0,-6 11 1 0 0,6-5-110 0 0,4 2-21 0 0,2-11-1 0 0,1-2 1 0 0,0-1-1 0 0,0 1 0 0 0,0-1 0 0 0,0 1 0 0 0,0 0 0 0 0,0-1 0 0 0,0 1 0 0 0,0-1 1 0 0,1 1-1 0 0,-1 0 0 0 0,1-1 0 0 0,0 2 0 0 0,0-1-20 0 0,0 0 1 0 0,-1 0-1 0 0,1 0 1 0 0,0 0-1 0 0,0-1 0 0 0,0 1 1 0 0,1 0-1 0 0,-1-1 0 0 0,0 1 1 0 0,1-1-1 0 0,-1 0 1 0 0,0 1-1 0 0,1-1 0 0 0,0 0 1 0 0,-1 0-1 0 0,3 2 1 0 0,1-1-119 0 0,-1 0 0 0 0,0 0 0 0 0,1 0 1 0 0,7 1-1 0 0,-8-2 61 0 0,-1-1-1 0 0,1 0 1 0 0,-1 0-1 0 0,1 0 1 0 0,-1-1-1 0 0,0 1 1 0 0,1-1-1 0 0,-1 0 1 0 0,6-1-1 0 0,1-1-112 0 0,-5 1 80 0 0,1 1 0 0 0,-1-1 0 0 0,0 0 1 0 0,0-1-1 0 0,0 1 0 0 0,0-1 0 0 0,0 0 0 0 0,0 0 0 0 0,8-8 0 0 0,-3 1-317 0 0,0-2 0 0 0,12-15-1 0 0,-6 5-338 0 0,-15 21 992 0 0,-3 12 343 0 0,1-8-543 0 0,0 0 0 0 0,1 0 0 0 0,0 0 0 0 0,0 0 0 0 0,0 0 0 0 0,0 0 0 0 0,0 0 0 0 0,1 1 0 0 0,0-1 1 0 0,-1 0-1 0 0,1 0 0 0 0,0 0 0 0 0,0-1 0 0 0,1 1 0 0 0,-1 0 0 0 0,0 0 0 0 0,1-1 0 0 0,0 1 0 0 0,0 0 0 0 0,0-1 0 0 0,0 0 0 0 0,0 1 0 0 0,0-1 0 0 0,0 0 0 0 0,1 0 0 0 0,2 2 0 0 0,3 1-427 0 0,-1 0-1 0 0,1-1 0 0 0,0 0 1 0 0,1 0-1 0 0,-1 0 0 0 0,1-1 0 0 0,12 3 1 0 0,8 3-2871 0 0,-14-6 795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3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70 5527 0 0,'-1'-8'185'0'0,"0"-1"-1"0"0,0 1 0 0 0,-1 0 0 0 0,0 0 0 0 0,-8-21 23886 0 0,10 32-23544 0 0,-1 9-280 0 0,1 1-1 0 0,0 0 0 0 0,1 0 0 0 0,3 15 0 0 0,14 54-89 0 0,-7-38-135 0 0,-1-1-103 0 0,0-1-235 0 0,-1 0 0 0 0,-3 1 0 0 0,2 49 1 0 0,-8-89-175 0 0,0 1 0 0 0,-1-1 0 0 0,0 1 0 0 0,0-1 0 0 0,0 1 0 0 0,-1-1 0 0 0,1 0 0 0 0,-1 0 0 0 0,-2 5 0 0 0</inkml:trace>
  <inkml:trace contextRef="#ctx0" brushRef="#br0" timeOffset="1">0 329 7367 0 0,'0'0'16644'0'0,"3"0"-15479"0"0,141-6 2774 0 0,3-8-3294 0 0,17-1-2002 0 0,-130 13-71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12895 0 0,'0'0'14413'0'0,"3"0"-13874"0"0,5 0-159 0 0,1 0-1 0 0,-1-1 1 0 0,1 0 0 0 0,-1-1-1 0 0,0 1 1 0 0,16-7 0 0 0,-3 2-175 0 0,89-18-409 0 0,3 14-4063 0 0,-90 10 2380 0 0,0 1-58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 11975 0 0,'-3'0'923'0'0,"-20"6"14370"0"0,38-3-15350 0 0,13-1 86 0 0,0-1 0 0 0,56-6 1 0 0,-49 2-330 0 0,82-6-4898 0 0,-73 6-3199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2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0 15663 0 0,'-2'1'12637'0'0,"-9"5"-11921"0"0,5-1-394 0 0,-1 0 1 0 0,1 1-1 0 0,1-1 0 0 0,-1 1 0 0 0,1 1 0 0 0,-5 6 0 0 0,-17 19 219 0 0,5-11-409 0 0,0-2 0 0 0,-2 0 0 0 0,0-2 0 0 0,-43 23 0 0 0,-114 42 79 0 0,104-48-127 0 0,77-34-84 0 0,0 0 0 0 0,0 0 0 0 0,-1 0 0 0 0,1 0 0 0 0,0 0 0 0 0,0 0 0 0 0,0 0 0 0 0,0 0 0 0 0,0 0 0 0 0,-1 0 0 0 0,1 0 0 0 0,0 0 0 0 0,0 0 0 0 0,0 0 0 0 0,0 0 0 0 0,0 0 0 0 0,-1 0 0 0 0,1 0 0 0 0,0 1 0 0 0,0-1 0 0 0,0 0 0 0 0,0 0 0 0 0,0 0 0 0 0,0 0 0 0 0,0 0 0 0 0,-1 0 0 0 0,1 1 0 0 0,0-1 0 0 0,0 0 0 0 0,0 0 0 0 0,0 0 0 0 0,0 0 0 0 0,0 0 0 0 0,0 1 0 0 0,0-1 0 0 0,0 0 0 0 0,0 0 0 0 0,0 0 0 0 0,0 0 0 0 0,0 1 0 0 0,0-1 0 0 0,0 0 0 0 0,0 0 0 0 0,0 0 0 0 0,0 0 0 0 0,0 1 0 0 0,0-1 0 0 0,0 0 0 0 0,0 0 0 0 0,0 0 0 0 0,1 0 0 0 0,-1 0 0 0 0,0 1 0 0 0,0-1 0 0 0,0 0 0 0 0,0 0 0 0 0,0 0 0 0 0,0 0 0 0 0,6 3 0 0 0,2 0 0 0 0,1-1 0 0 0,0 0 0 0 0,0 0 0 0 0,-1-1 0 0 0,1 0 0 0 0,0-1 0 0 0,0 0 0 0 0,14-1 0 0 0,5 0 0 0 0,288-11 0 0 0,-141-6-509 0 0,-165 17 315 0 0,0 0-385 0 0,1-1-1 0 0,12-3 1 0 0,-21 5-264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14279 0 0,'1'2'9891'0'0,"4"3"-8877"0"0,-1 0 0 0 0,0 0 0 0 0,0 0 0 0 0,0 1 0 0 0,5 12 0 0 0,-4-8-279 0 0,-1 1 0 0 0,5 21 0 0 0,-3 1-788 0 0,2 48 0 0 0,-6-50 463 0 0,17 137-406 0 0,-16-154-897 0 0,0-1 1 0 0,0 1-1 0 0,9 20 0 0 0,-11-31 549 0 0,0 0-1 0 0,0 0 1 0 0,0-1 0 0 0,1 1-1 0 0,0 0 1 0 0,-1-1-1 0 0,1 1 1 0 0,0-1 0 0 0,0 0-1 0 0,0 1 1 0 0,0-1-1 0 0,1 0 1 0 0,-1 0 0 0 0,1-1-1 0 0,-1 1 1 0 0,1 0-1 0 0,0-1 1 0 0,-1 1 0 0 0,1-1-1 0 0,0 0 1 0 0,0 0 0 0 0,5 1-1 0 0,10-2-8827 0 0</inkml:trace>
  <inkml:trace contextRef="#ctx0" brushRef="#br0" timeOffset="1">764 26 11519 0 0,'0'0'528'0'0,"-11"-11"192"0"0,9 9-441 0 0,-1 0 0 0 0,0 1 0 0 0,1-1-1 0 0,-1 1 1 0 0,0 0 0 0 0,-5-2-1 0 0,3 2 786 0 0,1 0 0 0 0,-1 1-1 0 0,0-1 1 0 0,1 1 0 0 0,-1 0-1 0 0,-8 1 1 0 0,4 1 1434 0 0,1 0 1 0 0,-17 5 0 0 0,1 3-459 0 0,17-7-1989 0 0,0 1-1 0 0,1 0 0 0 0,-1 1 0 0 0,1-1 1 0 0,0 1-1 0 0,0 0 0 0 0,1 1 1 0 0,-1-1-1 0 0,1 1 0 0 0,0 0 0 0 0,-8 14 1 0 0,11-17-32 0 0,0 1 0 0 0,1 0 1 0 0,-1 0-1 0 0,0 0 0 0 0,1 0 1 0 0,0 0-1 0 0,0 0 0 0 0,0 0 0 0 0,1 0 1 0 0,0 0-1 0 0,-1 1 0 0 0,1-1 1 0 0,0 0-1 0 0,1 0 0 0 0,-1 0 1 0 0,1 0-1 0 0,0 0 0 0 0,0 0 0 0 0,0 0 1 0 0,1 0-1 0 0,-1 0 0 0 0,1 0 1 0 0,3 5-1 0 0,0-2-19 0 0,0 0 0 0 0,1-1 0 0 0,0 0 0 0 0,0 0 0 0 0,0 0 0 0 0,0-1 0 0 0,15 9 0 0 0,56 26 0 0 0,-35-20 0 0 0,-22-10 0 0 0,55 32 0 0 0,-68-37 0 0 0,1 1 0 0 0,-1-1 0 0 0,0 1 0 0 0,-1 0 0 0 0,0 1 0 0 0,0 0 0 0 0,7 9 0 0 0,-11-14 0 0 0,-1 0 0 0 0,0 0 0 0 0,0 0 0 0 0,0 1 0 0 0,0-1 0 0 0,0 0 0 0 0,-1 0 0 0 0,1 1 0 0 0,-1-1 0 0 0,1 0 0 0 0,-1 1 0 0 0,0-1 0 0 0,0 0 0 0 0,0 1 0 0 0,0-1 0 0 0,0 1 0 0 0,0-1 0 0 0,-2 4 0 0 0,1-3 0 0 0,0 1 0 0 0,-1-1 0 0 0,0 1 0 0 0,0-1 0 0 0,0 0 0 0 0,0 0 0 0 0,0 0 0 0 0,-1 0 0 0 0,0 0 0 0 0,-4 4 0 0 0,-2 0 0 0 0,0 0 0 0 0,-1-1 0 0 0,0 0 0 0 0,0 0 0 0 0,-1-1 0 0 0,-17 6 0 0 0,15-7-105 0 0,0-1-1 0 0,-1 0 1 0 0,1-1-1 0 0,0-1 1 0 0,-1 0 0 0 0,1-1-1 0 0,-1 0 1 0 0,1-1-1 0 0,-1-1 1 0 0,1 0 0 0 0,0-1-1 0 0,0 0 1 0 0,0-1-1 0 0,0 0 1 0 0,1-1 0 0 0,-1-1-1 0 0,-16-10 1 0 0,26 14-344 0 0,0 0 0 0 0,0 0 0 0 0,0-1 1 0 0,0 1-1 0 0,0-1 0 0 0,1 1 1 0 0,-1-1-1 0 0,-3-6 0 0 0,-3-8-9375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18431 0 0,'0'0'1916'0'0,"1"-2"-1546"0"0,1 0 558 0 0,0-1 1 0 0,0 1-1 0 0,0 0 0 0 0,0-1 1 0 0,0 1-1 0 0,0 0 1 0 0,5-3-1 0 0,22-10 1696 0 0,-9 8-2087 0 0,25-6 0 0 0,-42 12-312 0 0,51-9-360 0 0,0 2-1 0 0,78-1 1 0 0,-95 7-811 0 0,48 1-2706 0 0,-58 1 1604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3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21135 0 0,'0'0'3131'0'0,"8"-3"-1253"0"0,52-10 2125 0 0,-39 9-3665 0 0,0 2 0 0 0,0 0-1 0 0,0 1 1 0 0,0 1 0 0 0,29 4 0 0 0,-39-3-284 0 0,0 0 0 0 0,0 1 0 0 0,0 0 0 0 0,-1 1 0 0 0,16 5 0 0 0,-23-7-43 0 0,-1 1 0 0 0,1-1 0 0 0,-1 1 0 0 0,1-1 0 0 0,-1 1 0 0 0,0 0 0 0 0,0-1 0 0 0,1 1 0 0 0,-1 1 0 0 0,-1-1 0 0 0,4 3 0 0 0,-4-3-4 0 0,-1 0 0 0 0,1 0 0 0 0,0 0 0 0 0,0 0 1 0 0,-1 0-1 0 0,1 0 0 0 0,-1 0 0 0 0,1 0 0 0 0,-1 0 1 0 0,0 0-1 0 0,0 0 0 0 0,0 0 0 0 0,0 0 0 0 0,0 0 0 0 0,-1 0 1 0 0,1 0-1 0 0,-2 4 0 0 0,0-1-6 0 0,0 0 0 0 0,0 1 0 0 0,-1-1 0 0 0,1 0-1 0 0,-1-1 1 0 0,-1 1 0 0 0,1 0 0 0 0,-1-1 0 0 0,1 0 0 0 0,-7 5 0 0 0,-6 5-2 0 0,-25 17 1 0 0,15-13-1 0 0,-8 4 1 0 0,22-14 0 0 0,0 0 0 0 0,-11 9 0 0 0,19-10 0 0 0,5-6 0 0 0,-1 1 0 0 0,1-1 0 0 0,0 0 0 0 0,-1 1 0 0 0,1-1 0 0 0,0 0 0 0 0,0 0 0 0 0,0 1 0 0 0,0-1 0 0 0,0 0 0 0 0,0 0 0 0 0,0 0 0 0 0,1 0 0 0 0,-1-1 0 0 0,0 1 0 0 0,0 0 0 0 0,3 1 0 0 0,26 10 0 0 0,31 3 0 0 0,-34-9 0 0 0,35 12 0 0 0,-54-15 0 0 0,0 0 0 0 0,1 0 0 0 0,-1 1 0 0 0,1 0 0 0 0,-1 0 0 0 0,0 0 0 0 0,-1 1 0 0 0,1 1 0 0 0,7 6 0 0 0,-14-12 0 0 0,-1 1 0 0 0,1 0 0 0 0,0-1 0 0 0,0 1 0 0 0,0 0 0 0 0,-1 0 0 0 0,1 0 0 0 0,0 0 0 0 0,-1 0 0 0 0,1-1 0 0 0,-1 1 0 0 0,1 0 0 0 0,-1 0 0 0 0,1 1 0 0 0,-1-1 0 0 0,0 0 0 0 0,1 0 0 0 0,-1 0 0 0 0,0 0 0 0 0,0 0 0 0 0,0 0 0 0 0,0 2 0 0 0,0 1 0 0 0,0-2 0 0 0,0 1 0 0 0,0-1 0 0 0,0 1 0 0 0,0-1 0 0 0,-1 1 0 0 0,1-1 0 0 0,-1 0 0 0 0,1 1 0 0 0,-1-1 0 0 0,0 0 0 0 0,0 1 0 0 0,0-1 0 0 0,0 0 0 0 0,-1 0 0 0 0,-1 3 0 0 0,0-2 0 0 0,0 1 0 0 0,-1-1 0 0 0,1 0 0 0 0,-1 0 0 0 0,0 0 0 0 0,1 0 0 0 0,-7 3 0 0 0,-5 1 0 0 0,-1 0 0 0 0,1-2 0 0 0,-24 7 0 0 0,39-12 0 0 0,-21 5 0 0 0,-1 0 0 0 0,1-2 0 0 0,-39 2 0 0 0,59-5-211 0 0,0 0 0 0 0,0 0 0 0 0,0 0 1 0 0,1 0-1 0 0,-1 0 0 0 0,0 0 0 0 0,0 0 0 0 0,0 0 0 0 0,1 0 1 0 0,-1 0-1 0 0,0 0 0 0 0,0 0 0 0 0,0-1 0 0 0,1 1 0 0 0,-1 0 0 0 0,0 0 1 0 0,-1-2-1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27727 0 0,'0'0'2785'0'0,"0"11"-1362"0"0,-2 26-607 0 0,2-35-897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4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71 12895 0 0,'0'0'998'0'0,"2"-2"-657"0"0,3-3-668 0 0,15-23 4742 0 0,-19 27-4136 0 0,0 0 0 0 0,-1 1 0 0 0,1-1 0 0 0,-1 0 0 0 0,1 0 0 0 0,-1 0 0 0 0,0 0 0 0 0,1 0 0 0 0,-1 0 0 0 0,0 0 0 0 0,0 0 0 0 0,1 0 0 0 0,-1 0 0 0 0,0-1 0 0 0,0 1 0 0 0,0 0 0 0 0,0 0 0 0 0,0 0 0 0 0,-1 0 0 0 0,1 0 0 0 0,0 0 0 0 0,0 0 0 0 0,-1 0 0 0 0,1 0 0 0 0,-1 0 0 0 0,0-1 0 0 0,0 1-139 0 0,0 1 0 0 0,0-1-1 0 0,0 0 1 0 0,0 0 0 0 0,0 1 0 0 0,0-1-1 0 0,0 1 1 0 0,0-1 0 0 0,0 1-1 0 0,0-1 1 0 0,-1 1 0 0 0,1 0 0 0 0,0 0-1 0 0,0 0 1 0 0,-1-1 0 0 0,1 1 0 0 0,0 0-1 0 0,0 0 1 0 0,0 1 0 0 0,-1-1 0 0 0,1 0-1 0 0,0 0 1 0 0,0 1 0 0 0,-1-1 0 0 0,1 0-1 0 0,0 1 1 0 0,-2 0 0 0 0,-3 2 199 0 0,0 0 0 0 0,0 1 0 0 0,-8 5 0 0 0,-9 9-133 0 0,0 1-1 0 0,1 1 0 0 0,2 1 1 0 0,0 1-1 0 0,1 0 0 0 0,1 2 1 0 0,-20 33-1 0 0,35-51-205 0 0,-1 0 0 0 0,1 1 0 0 0,1-1 0 0 0,-1 1 0 0 0,1-1 0 0 0,0 1 0 0 0,-2 10 0 0 0,4-14 0 0 0,0 0 0 0 0,0 0 0 0 0,0 1 0 0 0,0-1 0 0 0,0 0 0 0 0,1 0 0 0 0,-1 1 0 0 0,1-1 0 0 0,0 0 0 0 0,0 0 0 0 0,0 0 0 0 0,0 0 0 0 0,1 0 0 0 0,-1 0 0 0 0,1-1 0 0 0,-1 1 0 0 0,1 0 0 0 0,3 2 0 0 0,1 1 0 0 0,1 0 1 0 0,-1-1-1 0 0,1 1 0 0 0,1-1 0 0 0,-1-1 1 0 0,1 0-1 0 0,0 0 0 0 0,0 0 0 0 0,0-1 1 0 0,0 0-1 0 0,1-1 0 0 0,12 3 0 0 0,3-1-4 0 0,0-1 0 0 0,0-1 0 0 0,32-2 0 0 0,-44 0-33 0 0,1-1 0 0 0,-1-1-1 0 0,0 0 1 0 0,0 0 0 0 0,0-1 0 0 0,0-1 0 0 0,-1 0 0 0 0,22-10 0 0 0,-30 12 27 0 0,1 0 1 0 0,-1 0-1 0 0,1-1 0 0 0,-1 1 0 0 0,0-1 0 0 0,0 0 1 0 0,0 0-1 0 0,0 0 0 0 0,0 0 0 0 0,-1 0 1 0 0,0-1-1 0 0,1 1 0 0 0,-1-1 0 0 0,0 1 1 0 0,-1-1-1 0 0,1 0 0 0 0,-1 0 0 0 0,1 0 0 0 0,-1 0 1 0 0,0 0-1 0 0,-1 0 0 0 0,1 0 0 0 0,-1 0 1 0 0,0 0-1 0 0,0 0 0 0 0,0 0 0 0 0,0 0 1 0 0,-1-1-1 0 0,-1-5 0 0 0,-4-10-288 0 0,-1 1 0 0 0,-1 0 0 0 0,0 0 1 0 0,-1 0-1 0 0,-17-23 0 0 0,0-2-2812 0 0,20 30-3653 0 0,2 1-2057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23671 0 0,'0'0'2144'0'0,"2"0"-1763"0"0,39-11 974 0 0,-1 3 0 0 0,2 1-1 0 0,65-3 1 0 0,-86 10-1216 0 0,72-1 280 0 0,-77 2-363 0 0,-1 1 1 0 0,0 0-1 0 0,-1 1 1 0 0,18 6-1 0 0,-17-4-55 0 0,-13-2 2 0 0,-1-1 5 0 0,0-2-2 0 0,-1 1-1 0 0,1 0 1 0 0,0 0 0 0 0,-1-1-1 0 0,0 1 1 0 0,1 0 0 0 0,-1 0-1 0 0,1 0 1 0 0,-1 0 0 0 0,0 0-1 0 0,0-1 1 0 0,1 1 0 0 0,-1 0-1 0 0,0 0 1 0 0,0 0-1 0 0,0 0 1 0 0,0 0 0 0 0,0 0-1 0 0,0 0 1 0 0,0 0 0 0 0,-1 0-1 0 0,1 0 1 0 0,0 0 0 0 0,0 0-1 0 0,-1 1 1 0 0,-10 20 123 0 0,4-13-126 0 0,-1-1 1 0 0,0 1-1 0 0,0-2 1 0 0,-1 1-1 0 0,-18 11 1 0 0,6-3-1 0 0,1-4-3 0 0,15-9 0 0 0,0 0 0 0 0,1-1 0 0 0,0 1 0 0 0,-1 1 0 0 0,1-1 0 0 0,0 1 0 0 0,-5 6 0 0 0,5-3 0 0 0,5 2 0 0 0,1-5 0 0 0,0 0 0 0 0,0 0 0 0 0,0-1 0 0 0,1 1 0 0 0,-1-1 0 0 0,1 0 0 0 0,0 0 0 0 0,0 0 0 0 0,0 0 0 0 0,0 0 0 0 0,1-1 0 0 0,-1 1 0 0 0,1-1 0 0 0,-1 0 0 0 0,6 2 0 0 0,7 3 0 0 0,2 0 0 0 0,21 4 0 0 0,-13-3 0 0 0,26 7 0 0 0,-32-10 0 0 0,-1 0 0 0 0,-1 1 0 0 0,1 1 0 0 0,-1 1 0 0 0,22 12 0 0 0,-29-10 0 0 0,-11-6 0 0 0,0-3 0 0 0,0 13 0 0 0,-4-11 0 0 0,3-2 0 0 0,-4 3 0 0 0,0 0 0 0 0,-1-1 0 0 0,1 1 0 0 0,-1-1 0 0 0,0 0 0 0 0,0 0 0 0 0,0-1 0 0 0,0 0 0 0 0,-1 0 0 0 0,-8 1 0 0 0,-6 3 0 0 0,-31 8-94 0 0,-2-2 0 0 0,0-3 0 0 0,-60 3 0 0 0,61-9-1381 0 0,31-3-4538 0 0,39-3-5611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5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13359 0 0,'0'0'1027'0'0,"5"-7"-630"0"0,-4 5-17 0 0,0 1-1 0 0,0-1 0 0 0,1 0 1 0 0,-1 1-1 0 0,0-1 1 0 0,1 1-1 0 0,-1-1 0 0 0,1 1 1 0 0,0 0-1 0 0,0-1 0 0 0,-1 1 1 0 0,1 0-1 0 0,0 0 0 0 0,0 1 1 0 0,0-1-1 0 0,0 0 1 0 0,0 0-1 0 0,0 1 0 0 0,0 0 1 0 0,0-1-1 0 0,3 1 0 0 0,-2 0 72 0 0,-1 0 0 0 0,0 1 0 0 0,1-1-1 0 0,-1 1 1 0 0,0 0 0 0 0,1-1 0 0 0,-1 1-1 0 0,0 0 1 0 0,0 0 0 0 0,0 1 0 0 0,0-1-1 0 0,0 0 1 0 0,0 1 0 0 0,0-1 0 0 0,-1 1-1 0 0,1 0 1 0 0,0-1 0 0 0,1 4 0 0 0,5 5-344 0 0,-1 1 1 0 0,0 1 0 0 0,-1-1-1 0 0,-1 1 1 0 0,7 19-1 0 0,14 64 321 0 0,13 114-428 0 0,-35-176 0 0 0,-2 0 0 0 0,-1 0 0 0 0,-2 1 0 0 0,-6 44 0 0 0,5-70-36 0 0,2-7-151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0 5063 0 0,'0'1'21903'0'0,"-6"4"-21075"0"0,-61 56 278 0 0,18-16 183 0 0,-1-3 0 0 0,-61 41 0 0 0,-11-14-1289 0 0,115-63 0 0 0,4 2 0 0 0,3-7 0 0 0,1 0 0 0 0,-1 0 0 0 0,1 0 0 0 0,-1 1 0 0 0,1-1 0 0 0,-1 0 0 0 0,1 0 0 0 0,0 0 0 0 0,0 0 0 0 0,-1 0 0 0 0,1 0 0 0 0,0 0 0 0 0,0 0 0 0 0,0 0 0 0 0,0-1 0 0 0,0 1 0 0 0,0 0 0 0 0,0-1 0 0 0,1 1 0 0 0,-1-1 0 0 0,2 2 0 0 0,31 8 0 0 0,-24-7 0 0 0,39 9 0 0 0,94 12 0 0 0,52-10 0 0 0,-32-3 0 0 0,-156-10-60 0 0,-5-1-82 0 0,0 0 0 0 0,1 0 0 0 0,-1 1 0 0 0,0-1 0 0 0,0 0 0 0 0,1 1-1 0 0,-1 0 1 0 0,3 1 0 0 0,3 2-1367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15983 0 0,'-1'-11'1109'0'0,"4"16"1138"0"0,4 23-199 0 0,0 27 364 0 0,-2 90 0 0 0,-2-33-1280 0 0,56 454 1245 0 0,-29-323-1869 0 0,-13-98-266 0 0,22 221 178 0 0,-32-256-309 0 0,-10 145-1 0 0,-42 75 18 0 0,41-307-132 0 0,2-6-19 0 0,-1-1 1 0 0,-11 31-1 0 0,14-46-345 0 0,-3-16-3331 0 0,4-2 961 0 0,3-7-6201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8:4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79 11975 0 0,'1'-4'107'0'0,"1"1"0"0"0,-1 0-1 0 0,1 0 1 0 0,0 1 0 0 0,0-1 0 0 0,0 0-1 0 0,1 1 1 0 0,-1-1 0 0 0,0 1 0 0 0,1 0-1 0 0,0-1 1 0 0,-1 1 0 0 0,1 0-1 0 0,0 1 1 0 0,0-1 0 0 0,0 1 0 0 0,0-1-1 0 0,1 1 1 0 0,-1 0 0 0 0,0 0-1 0 0,0 0 1 0 0,1 0 0 0 0,6 0 0 0 0,89-13 3062 0 0,124-2 1 0 0,101 20-367 0 0,-89-3-1398 0 0,-58-2-721 0 0,330 13 238 0 0,79 7-727 0 0,-223-4-121 0 0,-111-6-43 0 0,276 6 87 0 0,170-9 297 0 0,200 3-113 0 0,-520-4-205 0 0,114 7 47 0 0,-290-5-91 0 0,486 19 307 0 0,68 21-118 0 0,-393-21-160 0 0,47 6-35 0 0,-4 1-18 0 0,489 41 144 0 0,-343-25-90 0 0,59 5-83 0 0,-500-45 0 0 0,275 20 0 0 0,-184-25 0 0 0,8 2 0 0 0,-121-1 64 0 0,94-6 0 0 0,4-21 51 0 0,-99 7-286 0 0,-84 14 171 0 0,16 1 0 0 0,29-1 0 0 0,-37 2 0 0 0,0 2 0 0 0,-1 2 0 0 0,-1-1 0 0 0,5 4 0 0 0,-12-4 0 0 0,-2 0 0 0 0,5 7 0 0 0,-1 5 46 0 0,-2-1 1 0 0,0 1-1 0 0,-1 0 0 0 0,-1 0 1 0 0,0 0-1 0 0,-2 19 0 0 0,1-14-10 0 0,-31 485 537 0 0,0 30-215 0 0,29-268-196 0 0,-1 19-3 0 0,4-161-74 0 0,3 116 182 0 0,-4-195-206 0 0,0-30-25 0 0,2 30-1 0 0,-1-42-28 0 0,0 1 1 0 0,0 0-1 0 0,-1 0 0 0 0,0 0 0 0 0,0 0 1 0 0,0 0-1 0 0,-1 0 0 0 0,-1 7 0 0 0,-2 5 45 0 0,3-8-41 0 0,-5 6-13 0 0,2-13 3 0 0,1-1 11 0 0,-5 7-10 0 0,-1-1 1 0 0,0 1 0 0 0,0-1-1 0 0,-1-1 1 0 0,0 0 0 0 0,-1 0-1 0 0,0-1 1 0 0,0 0 0 0 0,0-1-1 0 0,0 0 1 0 0,-1-1 0 0 0,-17 4-1 0 0,-6 0 5 0 0,-1-2-1 0 0,-72 3 0 0 0,-223-10-6 0 0,132-2 0 0 0,-78-4-26 0 0,39 0-15 0 0,-513-8-172 0 0,462 11 182 0 0,-124 0-13 0 0,-259-1-9 0 0,92 0 53 0 0,-463 0 0 0 0,2 19 0 0 0,-918 37 0 0 0,771-52 0 0 0,139-3 0 0 0,566 16 0 0 0,-200 2 0 0 0,271-20 0 0 0,215 1 0 0 0,-121-10 0 0 0,181 7 0 0 0,78 6 30 0 0,-27-1 4 0 0,82 1-34 0 0,-18 4 0 0 0,13 0-11 0 0,7-2-72 0 0,1 0-1 0 0,0 1 1 0 0,0-1 0 0 0,0 1-1 0 0,0-1 1 0 0,0 1-1 0 0,0 0 1 0 0,1-1-1 0 0,-1 1 1 0 0,0 0 0 0 0,0 0-1 0 0,0-1 1 0 0,1 1-1 0 0,-1 0 1 0 0,0 0-1 0 0,1 0 1 0 0,-1 0-1 0 0,1 0 1 0 0,-1 0 0 0 0,1 0-1 0 0,-1 0 1 0 0,1 0-1 0 0,0 0 1 0 0,-1 2-1 0 0,0 1-1459 0 0,1 1 0 0 0,0-1 0 0 0,0 1 0 0 0,0 6 0 0 0,0-10 861 0 0,3 24-8224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60 119 5983 0 0,'-43'-31'1135'0'0,"26"17"3073"0"0,27 8-3951 0 0,0 2-3 0 0,0 1 0 0 0,-1 1-1 0 0,1-1 1 0 0,0 1 0 0 0,0 1-1 0 0,1 0 1 0 0,14 1 0 0 0,-17 0-92 0 0,206-3 2239 0 0,64-3-1334 0 0,316-23-10 0 0,-453 23-814 0 0,350-2 575 0 0,0 17-327 0 0,-437-8-464 0 0,137 4 52 0 0,324 10 192 0 0,-331-15-201 0 0,-38-2-10 0 0,-54 1 403 0 0,-94 2-395 0 0,-33 6 9 0 0,22-3-23 0 0,5 1-44 0 0,7-3-104 0 0,0-1 0 0 0,1 1 0 0 0,0 0 0 0 0,-1 0 0 0 0,1 0 0 0 0,0 0 0 0 0,0 0 0 0 0,0 0 0 0 0,0 0 0 0 0,0 0 0 0 0,0 0 0 0 0,2 3 0 0 0,2 10-1252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2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54 241 5063 0 0,'-2'-1'232'0'0,"-5"-3"-47"0"0,0 0-1 0 0,0-1 0 0 0,0 0 0 0 0,1 0 1 0 0,-9-10-1 0 0,14 14-52 0 0,1 0 1 0 0,0 1 0 0 0,0-1 0 0 0,-1 0-1 0 0,1 0 1 0 0,0 0 0 0 0,0 0-1 0 0,0 1 1 0 0,0-1 0 0 0,0 0-1 0 0,0 0 1 0 0,0 0 0 0 0,0 0 0 0 0,1 1-1 0 0,-1-1 1 0 0,0 0 0 0 0,0 0-1 0 0,1 1 1 0 0,-1-1 0 0 0,0 0-1 0 0,1 0 1 0 0,0-1 0 0 0,11-13 1108 0 0,-7 11-957 0 0,0 1 0 0 0,0 0 0 0 0,1 0 0 0 0,-1 0 0 0 0,1 1 0 0 0,0 0 0 0 0,10-3 0 0 0,46-6 472 0 0,-42 8-456 0 0,249-22 1541 0 0,-119 15-1153 0 0,252-12 469 0 0,-158 12-746 0 0,243-10 108 0 0,-219 3-387 0 0,-22 1-57 0 0,-172 12-64 0 0,46 1-12 0 0,-78 5-2 0 0,29 1 70 0 0,-60-3-3 0 0,-7 1-10 0 0,2 4-58 0 0,-4-4-44 0 0,-17-3 140 0 0,6 2-82 0 0,-1 6-10 0 0,-5 15-421 0 0,2 4-4499 0 0,0 1-987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2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6191 0 0,'5'-4'61'0'0,"1"0"-1"0"0,0 0 0 0 0,-1 1 1 0 0,2 0-1 0 0,-1 0 1 0 0,0 1-1 0 0,0-1 0 0 0,1 1 1 0 0,0 1-1 0 0,12-3 0 0 0,41-2 111 0 0,49-8 386 0 0,-52 6-362 0 0,0 3-1 0 0,74 3 0 0 0,-66 2-57 0 0,50-2 454 0 0,251 8 1225 0 0,126 26-545 0 0,-217-3-1063 0 0,-170-14-174 0 0,-97-13-27 0 0,24-2 57 0 0,-57-5 216 0 0,10 1-176 0 0,-186-23 191 0 0,175 25-271 0 0,-295-14 239 0 0,153 10-268 0 0,-344 9 5 0 0,365-1 0 0 0,-24 1 0 0 0,154-2 0 0 0,-54 2 0 0 0,-106 18 0 0 0,151-18 0 0 0,48-7 3 0 0,0 1-1 0 0,35 1 0 0 0,0 0 45 0 0,274-1-37 0 0,-313 3-10 0 0,164 0 0 0 0,42 0 0 0 0,142 31-602 0 0,-250-20 412 0 0,3 2-82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354 581 14743 0 0,'0'0'77'0'0,"-1"0"-1"0"0,0 0 1 0 0,0 0-1 0 0,1 0 1 0 0,-1 0-1 0 0,0 0 1 0 0,1-1-1 0 0,-1 1 1 0 0,0 0-1 0 0,1-1 1 0 0,-1 1-1 0 0,1 0 1 0 0,-1-1-1 0 0,0 1 1 0 0,1-1-1 0 0,-1 1 0 0 0,1-1 1 0 0,-1 1-1 0 0,1-1 1 0 0,-1 1-1 0 0,0-2 1 0 0,0 0 172 0 0,0 0 0 0 0,0 0 0 0 0,0 0-1 0 0,1 0 1 0 0,-1 0 0 0 0,1 0 0 0 0,-1-3 0 0 0,0-2 494 0 0,0 1-1 0 0,1-1 1 0 0,0 0-1 0 0,1-7 1 0 0,1-9 1358 0 0,-1-27 1 0 0,-1 34-1287 0 0,0 8-598 0 0,-1-1-1 0 0,1 1 0 0 0,-2 0 0 0 0,1 0 0 0 0,-1 0 0 0 0,0 0 1 0 0,-1 0-1 0 0,0 0 0 0 0,0 0 0 0 0,-6-8 0 0 0,8 13-186 0 0,-1 0 1 0 0,0 1-1 0 0,0-1 0 0 0,0 1 0 0 0,0 0 0 0 0,0-1 1 0 0,0 1-1 0 0,0 0 0 0 0,-1 0 0 0 0,1 1 1 0 0,-1-1-1 0 0,0 0 0 0 0,0 1 0 0 0,1 0 0 0 0,-1-1 1 0 0,0 1-1 0 0,0 0 0 0 0,0 1 0 0 0,0-1 1 0 0,0 0-1 0 0,0 1 0 0 0,0 0 0 0 0,-1-1 0 0 0,1 1 1 0 0,0 1-1 0 0,0-1 0 0 0,0 0 0 0 0,0 1 1 0 0,0-1-1 0 0,-3 2 0 0 0,-3 1 21 0 0,0 1 0 0 0,1 0 1 0 0,-1 0-1 0 0,1 1 0 0 0,0 0 0 0 0,0 0 0 0 0,1 1 0 0 0,-13 12 1 0 0,2 0-1 0 0,-31 41 1 0 0,38-43-19 0 0,1 0 0 0 0,0 0 0 0 0,-12 28 0 0 0,19-35-27 0 0,-1 0-1 0 0,2-1 1 0 0,-1 1-1 0 0,1 0 1 0 0,0 0 0 0 0,1 0-1 0 0,0 1 1 0 0,1-1-1 0 0,0 14 1 0 0,1-21-7 0 0,-1 0 1 0 0,0 0-1 0 0,1-1 0 0 0,-1 1 1 0 0,1 0-1 0 0,-1 0 0 0 0,1-1 1 0 0,0 1-1 0 0,0 0 0 0 0,0 0 1 0 0,0-1-1 0 0,0 1 0 0 0,0-1 1 0 0,0 1-1 0 0,0-1 0 0 0,1 0 1 0 0,-1 1-1 0 0,2 0 0 0 0,0 0-14 0 0,-1-1-1 0 0,1 0 0 0 0,-1 0 0 0 0,1 0 0 0 0,0 0 0 0 0,-1 0 1 0 0,1 0-1 0 0,0-1 0 0 0,0 1 0 0 0,0-1 0 0 0,2 0 0 0 0,5 0-46 0 0,0-1-1 0 0,-1 0 1 0 0,1-1-1 0 0,-1 0 1 0 0,1-1 0 0 0,9-3-1 0 0,-9 2 25 0 0,1-1 1 0 0,-1 0-1 0 0,0-1 0 0 0,-1 0 0 0 0,1-1 0 0 0,-1 0 1 0 0,0 0-1 0 0,-1-1 0 0 0,0 0 0 0 0,0-1 1 0 0,-1 0-1 0 0,9-13 0 0 0,-7 8 31 0 0,-1 0 1 0 0,0-1-1 0 0,-1 0 0 0 0,-1 0 0 0 0,0 0 0 0 0,-2-1 1 0 0,1 1-1 0 0,1-20 0 0 0,-3 18 5 0 0,14-129 15 0 0,-15 117 15 0 0,-1 0 1 0 0,-2 0-1 0 0,-4-30 0 0 0,2 48 70 0 0,0 0 0 0 0,0 0 0 0 0,-1 0 0 0 0,0 0 0 0 0,-8-13 0 0 0,11 23 222 0 0,-3 5 0 0 0,2-1-292 0 0,0 0 0 0 0,1 0-1 0 0,0 0 1 0 0,0 1 0 0 0,0-1 0 0 0,0 0 0 0 0,0 0-1 0 0,1 1 1 0 0,-1 5 0 0 0,2 33 25 0 0,0-23 0 0 0,20 205-36 0 0,-15-178-18 0 0,-2-17-293 0 0,2 1 0 0 0,14 48 1 0 0,-14-61 84 0 0,1 0 1 0 0,1-1 0 0 0,0 1 0 0 0,1-1 0 0 0,18 24-1 0 0,-26-38 26 0 0,1 0 0 0 0,-1-1 0 0 0,1 1 0 0 0,0 0 0 0 0,-1-1 0 0 0,1 0 0 0 0,0 1-1 0 0,0-1 1 0 0,0 0 0 0 0,0 0 0 0 0,0 0 0 0 0,1 0 0 0 0,-1 0 0 0 0,0-1 0 0 0,4 2 0 0 0,-4-2-128 0 0,-1 0 1 0 0,1 0-1 0 0,-1 0 1 0 0,1 0-1 0 0,-1-1 1 0 0,0 1-1 0 0,1 0 1 0 0,-1 0-1 0 0,1-1 1 0 0,-1 1-1 0 0,0-1 1 0 0,1 0-1 0 0,-1 1 1 0 0,0-1-1 0 0,1 0 1 0 0,1-1-1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 15199 0 0,'0'0'1172'0'0,"-25"-4"10260"0"0,42 11-9012 0 0,-2 3-2211 0 0,-1 0-1 0 0,0 1 1 0 0,-1 0 0 0 0,0 1 0 0 0,11 14-1 0 0,52 72 101 0 0,-35-42-207 0 0,-9-12-75 0 0,-1 1-1 0 0,-2 2 1 0 0,-2 0 0 0 0,-2 2 0 0 0,-3 1 0 0 0,-1 1 0 0 0,20 81-1 0 0,-28-77 40 0 0,7 63-1 0 0,-17-87-47 0 0,-2 1 1 0 0,0 0 0 0 0,-7 48 0 0 0,1-47-8 0 0,-1-1 0 0 0,-2 1 0 0 0,-2-1 0 0 0,0-1 0 0 0,-2 0 0 0 0,-2-1 0 0 0,0 0 0 0 0,-2-1 0 0 0,-2 0 0 0 0,-27 35 0 0 0,40-58-351 0 0,0-1 0 0 0,-1 1 0 0 0,-8 6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12 147 16847 0 0,'-4'-18'1048'0'0,"2"10"-860"0"0,0 0 0 0 0,0 0 0 0 0,1-1 0 0 0,1-14 0 0 0,0 7 827 0 0,0 7 85 0 0,1 1 0 0 0,0-1 1 0 0,0 1-1 0 0,3-11 0 0 0,-4 19-1013 0 0,0 0 0 0 0,0 0-1 0 0,0-1 1 0 0,0 1 0 0 0,0 0 0 0 0,0 0-1 0 0,0 0 1 0 0,0 0 0 0 0,0 0 0 0 0,0-1 0 0 0,0 1-1 0 0,0 0 1 0 0,0 0 0 0 0,0 0 0 0 0,1 0-1 0 0,-1 0 1 0 0,0 0 0 0 0,0 0 0 0 0,0-1-1 0 0,0 1 1 0 0,0 0 0 0 0,0 0 0 0 0,0 0 0 0 0,0 0-1 0 0,1 0 1 0 0,-1 0 0 0 0,0 0 0 0 0,0 0-1 0 0,0 0 1 0 0,0 0 0 0 0,0 0 0 0 0,0-1-1 0 0,1 1 1 0 0,-1 0 0 0 0,0 0 0 0 0,0 0-1 0 0,0 0 1 0 0,0 0 0 0 0,0 0 0 0 0,1 0 0 0 0,-1 0-1 0 0,0 0 1 0 0,0 0 0 0 0,0 0 0 0 0,0 1-1 0 0,0-1 1 0 0,0 0 0 0 0,1 0 0 0 0,-1 0-1 0 0,0 0 1 0 0,0 0 0 0 0,0 0 0 0 0,0 0 0 0 0,8 10 968 0 0,5 18-1180 0 0,-13-27 286 0 0,18 48 213 0 0,21 98-1 0 0,0 1-238 0 0,-36-137-104 0 0,0-1-16 0 0,1 0 0 0 0,0 0 0 0 0,0 0 0 0 0,10 16 0 0 0,-6-17-4 0 0,2-5-11 0 0,6-3 0 0 0,-12-4 0 0 0,-1 2 0 0 0,-1-1 0 0 0,1 1 0 0 0,0 0 0 0 0,-1-1 0 0 0,1 0 0 0 0,-1 0 0 0 0,0 1 0 0 0,1-1 0 0 0,-1-1 0 0 0,0 1 0 0 0,0 0 0 0 0,0 0 0 0 0,0-1 0 0 0,-1 1 0 0 0,1-1 0 0 0,-1 0 0 0 0,0 1 0 0 0,1-1 0 0 0,0-3 0 0 0,1-6 0 0 0,0 0 0 0 0,0 0 0 0 0,0-15 0 0 0,-1 10 0 0 0,7-51-1 0 0,-3 17-6 0 0,25-98-1 0 0,-23 122-72 0 0,-8 26 80 0 0,0 1 0 0 0,0-1 0 0 0,1 1 0 0 0,-1 0 0 0 0,0-1 0 0 0,0 1 0 0 0,0 0 0 0 0,1-1 0 0 0,-1 1 0 0 0,0 0 0 0 0,0 0 0 0 0,0-1 0 0 0,1 1 0 0 0,-1 0 0 0 0,0 0 0 0 0,1-1 0 0 0,-1 1 0 0 0,0 0 0 0 0,1 0 0 0 0,-1 0 0 0 0,1-1 0 0 0,-1 1 0 0 0,1 1 0 0 0,0-1 0 0 0,0 0 0 0 0,-1 0 0 0 0,1 1 0 0 0,0-1 0 0 0,-1 0 0 0 0,1 1 0 0 0,0-1 0 0 0,-1 0 0 0 0,1 1 0 0 0,0-1 0 0 0,-1 1 0 0 0,1-1 0 0 0,-1 1 0 0 0,1 0 0 0 0,-1-1 0 0 0,1 1 0 0 0,-1-1 0 0 0,1 2 0 0 0,10 16 0 0 0,-10-15 0 0 0,9 19 47 0 0,14 45 1 0 0,4 8 25 0 0,-16-47-73 0 0,34 65 0 0 0,-40-84 0 0 0,0 0 0 0 0,1 0 0 0 0,0-1 0 0 0,0 1 0 0 0,0-2 0 0 0,1 1 0 0 0,13 9 0 0 0,-15-13 0 0 0,1 1 0 0 0,0-1 0 0 0,-1-1 0 0 0,1 1 0 0 0,1-1 0 0 0,12 4 0 0 0,-17-7 0 0 0,0 1 0 0 0,0-1 0 0 0,-1 1 0 0 0,1-1 0 0 0,0 0 0 0 0,0 0 0 0 0,0 0 0 0 0,0-1 0 0 0,0 1 0 0 0,0-1 0 0 0,0 1 0 0 0,-1-1 0 0 0,1 0 0 0 0,0 0 0 0 0,0 0 0 0 0,-1-1 0 0 0,1 1 0 0 0,-1-1 0 0 0,1 1 0 0 0,-1-1 0 0 0,3-2 0 0 0,0-1-5 0 0,-1 0 0 0 0,1-1-1 0 0,-1 1 1 0 0,0-1 0 0 0,0 0 0 0 0,-1-1 0 0 0,0 1 0 0 0,5-13-1 0 0,-2 0-9 0 0,8-38 0 0 0,-13 50 21 0 0,6-29-29 0 0,-1 0-1 0 0,-2-1 1 0 0,0-42 0 0 0,-6 49-211 0 0,0 1-1754 0 0,1 9-6356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71 16127 0 0,'-37'1'1582'0'0,"29"-1"1778"0"0,0 0 3479 0 0,30-5-5684 0 0,-7 1-731 0 0,40-4 151 0 0,58 0-1 0 0,-17 2-543 0 0,103-14-246 0 0,-133 13-2903 0 0,0-1-4453 0 0,-24 3-953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16583 0 0,'2'-1'5700'0'0,"56"-25"1301"0"0,34-6-5398 0 0,-3 1-1891 0 0,-29 7-1119 0 0,-23 5-2511 0 0,-27 12-2437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11519 0 0,'-20'0'1504'0'0,"-7"4"8028"0"0,25-3-8613 0 0,-1 0 1 0 0,1 0-1 0 0,0 0 1 0 0,0 0-1 0 0,-1 1 1 0 0,1-1-1 0 0,0 1 0 0 0,-3 2 1 0 0,-7 12-1651 0 0,9-11 861 0 0,1 0 0 0 0,-1 0 1 0 0,1 0-1 0 0,0 1 0 0 0,1-1 0 0 0,0 1 0 0 0,-1-1 0 0 0,2 1 0 0 0,-1-1 1 0 0,1 1-1 0 0,0-1 0 0 0,0 8 0 0 0,1-10-111 0 0,-1-1 0 0 0,0 1 0 0 0,1-1 1 0 0,0 1-1 0 0,0-1 0 0 0,0 1 0 0 0,0-1 0 0 0,0 0 0 0 0,0 0 0 0 0,0 1 0 0 0,1-1 1 0 0,-1 0-1 0 0,1 0 0 0 0,0-1 0 0 0,-1 1 0 0 0,1 0 0 0 0,3 2 0 0 0,-2-2-19 0 0,1 0 0 0 0,-1-1-1 0 0,1 1 1 0 0,-1-1-1 0 0,1 1 1 0 0,-1-1-1 0 0,1 0 1 0 0,0-1 0 0 0,0 1-1 0 0,5 0 1 0 0,2-1-39 0 0,0-1-1 0 0,1 0 1 0 0,-1 0 0 0 0,0-1 0 0 0,0-1 0 0 0,17-5-1 0 0,-14 3-6 0 0,-1-1-1 0 0,19-9 0 0 0,-29 13 37 0 0,1-1 0 0 0,-1 1 1 0 0,1-1-1 0 0,-1 1 0 0 0,0-1 0 0 0,0 0 0 0 0,0 0 0 0 0,0 0 1 0 0,-1-1-1 0 0,1 1 0 0 0,-1-1 0 0 0,4-7 0 0 0,-6 11 10 0 0,0-1 0 0 0,1 0-1 0 0,-1 1 1 0 0,0-1 0 0 0,1 0 0 0 0,-1 1-1 0 0,0-1 1 0 0,0 0 0 0 0,0 0-1 0 0,0 1 1 0 0,0-1 0 0 0,0 0 0 0 0,0 0-1 0 0,0 1 1 0 0,0-1 0 0 0,0 0-1 0 0,0 0 1 0 0,0 1 0 0 0,0-1-1 0 0,-1 0 1 0 0,1 1 0 0 0,0-1 0 0 0,0 0-1 0 0,-1 1 1 0 0,1-1 0 0 0,-1 0-1 0 0,1 1 1 0 0,-1-1 0 0 0,1 1 0 0 0,-1-1-1 0 0,0 0 1 0 0,-1-1 9 0 0,-1-1 41 0 0,0 0 0 0 0,0 0 0 0 0,0 0 0 0 0,-1 1 0 0 0,1-1 0 0 0,-1 1-1 0 0,0 0 1 0 0,0 0 0 0 0,-7-3 0 0 0,-41-10-103 0 0,35 11-271 0 0,10 3-231 0 0,0 0 0 0 0,-1 0 1 0 0,1 1-1 0 0,-9 0 0 0 0,6 0-1515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80 26263 0 0,'-4'1'387'0'0,"3"0"-234"0"0,0-1 0 0 0,0 0 1 0 0,0 0-1 0 0,1 1 0 0 0,-1-1 1 0 0,0 0-1 0 0,0 0 0 0 0,0 0 1 0 0,0 0-1 0 0,0 0 0 0 0,0 0 1 0 0,-1 0-1 0 0,-5-2 268 0 0,0-1 1146 0 0,8 1-1071 0 0,0 0-422 0 0,0 0 0 0 0,0 0 0 0 0,0 0 1 0 0,1 0-1 0 0,-1 0 0 0 0,1 0 0 0 0,-1 0 0 0 0,1 0 0 0 0,0 0 0 0 0,0 1 1 0 0,-1-1-1 0 0,1 1 0 0 0,0-1 0 0 0,1 1 0 0 0,-1 0 0 0 0,0 0 1 0 0,5-2-1 0 0,4-1-128 0 0,1 0 1 0 0,18-2 0 0 0,4-2 129 0 0,-15 2-245 0 0,-1 1 1 0 0,1 1-1 0 0,30-2 1 0 0,-37 5-637 0 0,1 1 1 0 0,0 0-1 0 0,16 3 1 0 0,-21 1-5754 0 0</inkml:trace>
  <inkml:trace contextRef="#ctx0" brushRef="#br0" timeOffset="1">70 201 22775 0 0,'0'0'2936'0'0,"1"1"-2439"0"0,3 1-415 0 0,-1 0 0 0 0,0 0 0 0 0,1-1 0 0 0,-1 1 0 0 0,1-1 0 0 0,-1 0 0 0 0,1 0 0 0 0,0-1 0 0 0,-1 1 0 0 0,1-1 0 0 0,0 0 0 0 0,0 0 0 0 0,-1 0 0 0 0,1 0 0 0 0,0 0 0 0 0,6-2 0 0 0,9-3 566 0 0,36-12 0 0 0,-50 15-635 0 0,129-48-4870 0 0,-93 36-3974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5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65 12439 0 0,'-9'-3'1126'0'0,"1"-2"-929"0"0,7 5 5 0 0,1 0 0 0 0,-1 0 0 0 0,1 0 0 0 0,-1 0 0 0 0,1 0 0 0 0,-1-1 0 0 0,1 1 0 0 0,0 0 0 0 0,-1 0 0 0 0,1-1 0 0 0,0 1 0 0 0,-1 0 0 0 0,1-1 0 0 0,0 1 0 0 0,-1 0 0 0 0,1-1 0 0 0,0 1 0 0 0,-1-1 0 0 0,1 1 0 0 0,0 0 0 0 0,0-1 0 0 0,0 1 0 0 0,-1-1 0 0 0,1 1 0 0 0,0-1 1 0 0,0 1-1 0 0,0-1 0 0 0,0 1 0 0 0,0-1 0 0 0,0 1 0 0 0,0 0 0 0 0,0-1 0 0 0,0 1 0 0 0,0-1 0 0 0,0 1 0 0 0,0-1 0 0 0,0 1 0 0 0,0-1 0 0 0,1 1 0 0 0,-1-1 0 0 0,0 0 0 0 0,7-6 5452 0 0,-3 4-4847 0 0,6-1-387 0 0,0 0 0 0 0,1 0 0 0 0,-1 1 0 0 0,1 1 1 0 0,13-2-1 0 0,58-3-547 0 0,-54 5 256 0 0,-15 1-131 0 0,0 1 0 0 0,25 4 0 0 0,-31-3 13 0 0,-1 0 0 0 0,1 0 0 0 0,-1 1 0 0 0,0 0 0 0 0,0 1 0 0 0,0-1 1 0 0,9 6-1 0 0,-14-7 0 0 0,0 0 1 0 0,0 0 0 0 0,0 0 0 0 0,0 0-1 0 0,0 0 1 0 0,0 1 0 0 0,0-1-1 0 0,0 0 1 0 0,-1 1 0 0 0,1-1 0 0 0,0 1-1 0 0,-1-1 1 0 0,1 1 0 0 0,-1-1-1 0 0,0 1 1 0 0,1-1 0 0 0,-1 1 0 0 0,0-1-1 0 0,0 1 1 0 0,0 1 0 0 0,0 1 23 0 0,0 0 1 0 0,-1 0 0 0 0,0 0 0 0 0,1 0-1 0 0,-1 0 1 0 0,-2 4 0 0 0,-3 4 53 0 0,0-1 0 0 0,-1 0 0 0 0,0 0 0 0 0,-1-1 0 0 0,-1 0 1 0 0,-14 14-1 0 0,3-3 12 0 0,-24 20-17 0 0,36-34-268 0 0,-1 0-1 0 0,1 1 0 0 0,0 0 0 0 0,1 0 1 0 0,0 1-1 0 0,0 0 0 0 0,1 0 0 0 0,-9 15 0 0 0,12-13-2181 0 0,3 0-4524 0 0,3 1-2467 0 0</inkml:trace>
  <inkml:trace contextRef="#ctx0" brushRef="#br0" timeOffset="1">374 617 27847 0 0,'-12'8'1275'0'0,"9"-7"-29"0"0,4 1-790 0 0,0-1-395 0 0,0 0-1 0 0,-1 0 1 0 0,1 1-1 0 0,0-1 1 0 0,0 0 0 0 0,-1 0-1 0 0,1 1 1 0 0,-1-1-1 0 0,0 0 1 0 0,1 1-1 0 0,-1-1 1 0 0,0 1-1 0 0,0-1 1 0 0,0 0-1 0 0,0 1 1 0 0,0-1-1 0 0,0 1 1 0 0,0-1-1 0 0,0 0 1 0 0,0 1-1 0 0,-1-1 1 0 0,1 1-1 0 0,-1-1 1 0 0,1 0 0 0 0,-1 1-1 0 0,1-1 1 0 0,-1 0-1 0 0,0 0 1 0 0,-1 2-1 0 0,1 0 27 0 0,-4 4-55 0 0,1-1-129 0 0,3-5-450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49 130 20471 0 0,'-2'0'936'0'0,"-24"-1"218"0"0,5-1 5240 0 0,70 4-5460 0 0,53-5 0 0 0,5 1-674 0 0,149-10-55 0 0,0-17-143 0 0,-8 0-133 0 0,-225 26 37 0 0,40-2-1609 0 0,103-23-1 0 0,-144 24 326 0 0,-2 1-1590 0 0,-8-2-2711 0 0,0-1-2207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24191 0 0,'-5'2'410'0'0,"-1"-2"77"0"0,-9 0 2725 0 0,23 11-2289 0 0,-5-8-761 0 0,1 1 0 0 0,0-1 0 0 0,0 0-1 0 0,0 0 1 0 0,0 0 0 0 0,1 0 0 0 0,8 3 0 0 0,-10-4-65 0 0,7 2 60 0 0,-1 0 0 0 0,18 4 0 0 0,3 1-92 0 0,36 11 13 0 0,-38-12-76 0 0,8 0-2 0 0,-27-7 0 0 0,0 1 0 0 0,1 0 0 0 0,-1 1 0 0 0,0 0 0 0 0,0 0 0 0 0,14 9 0 0 0,-11-3 0 0 0,-12-4 0 0 0,0-3 0 0 0,0 0 0 0 0,0 0 1 0 0,1 0-1 0 0,-1-1 0 0 0,-1 1 0 0 0,1 0 1 0 0,0 0-1 0 0,0 0 0 0 0,-1-1 0 0 0,1 1 1 0 0,-1 0-1 0 0,1 0 0 0 0,-1-1 1 0 0,0 1-1 0 0,0 0 0 0 0,0-1 0 0 0,0 1 1 0 0,0-1-1 0 0,0 1 0 0 0,0-1 0 0 0,0 1 1 0 0,-2 0-1 0 0,-5 5-21 0 0,1 0 0 0 0,-15 9 0 0 0,13-9-49 0 0,-26 16-315 0 0,-16 13-1862 0 0,29-16 918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75 11975 0 0,'-7'-5'14375'0'0,"11"18"-13154"0"0,29 67 1022 0 0,-2-4-1394 0 0,-21-45-338 0 0,9 57 1 0 0,-18-86-431 0 0,-1-2-64 0 0,0 1-1 0 0,0-1 1 0 0,0 1 0 0 0,0-1-1 0 0,0 1 1 0 0,0-1 0 0 0,0 1-1 0 0,1-1 1 0 0,-1 1 0 0 0,0-1-1 0 0,0 1 1 0 0,1-1 0 0 0,-1 0-1 0 0,0 1 1 0 0,0-1 0 0 0,1 1-1 0 0,0-1 1 0 0,3-8-42 0 0,0-1 1 0 0,-1 0-1 0 0,0 0 0 0 0,3-15 0 0 0,0-3-60 0 0,4-7 26 0 0,0-1-41 0 0,17-41 1 0 0,-23 67 69 0 0,0 0 0 0 0,0 0 1 0 0,1 0-1 0 0,1 1 0 0 0,-1 0 1 0 0,1 0-1 0 0,1 1 0 0 0,-1 0 1 0 0,12-10-1 0 0,-17 16 24 0 0,1 0 0 0 0,-1 0 1 0 0,1 0-1 0 0,-1 0 0 0 0,1 0 0 0 0,0 0 0 0 0,-1 1 1 0 0,1-1-1 0 0,0 0 0 0 0,-1 1 0 0 0,1 0 0 0 0,0-1 0 0 0,0 1 1 0 0,0 0-1 0 0,-1 0 0 0 0,1 0 0 0 0,0 0 0 0 0,0 0 1 0 0,2 1-1 0 0,-1 0 2 0 0,-1 0-1 0 0,1 0 1 0 0,0 0 0 0 0,-1 0 0 0 0,1 1 0 0 0,-1-1-1 0 0,0 1 1 0 0,1 0 0 0 0,-1 0 0 0 0,0 0 0 0 0,2 2-1 0 0,5 6 17 0 0,-1 1-1 0 0,-1 0 1 0 0,0 1-1 0 0,7 13 1 0 0,-10-18 8 0 0,14 29 46 0 0,62 103 169 0 0,-75-132-233 0 0,1-1 0 0 0,0 1 0 0 0,0-1 0 0 0,0 0 0 0 0,7 5 0 0 0,-11-9-5 0 0,-1-1-1 0 0,1 0 1 0 0,0 0 0 0 0,-1 0 0 0 0,1 0-1 0 0,0 0 1 0 0,0 0 0 0 0,0-1 0 0 0,-1 1-1 0 0,1 0 1 0 0,0-1 0 0 0,0 0 0 0 0,0 1-1 0 0,0-1 1 0 0,0 0 0 0 0,0 0 0 0 0,0 0-1 0 0,0 0 1 0 0,0 0 0 0 0,0-1-1 0 0,0 1 1 0 0,0-1 0 0 0,0 1 0 0 0,0-1-1 0 0,0 0 1 0 0,0 1 0 0 0,-1-1 0 0 0,4-2-1 0 0,-2 1-5 0 0,0-1 0 0 0,-1 1 0 0 0,1-1-1 0 0,-1 0 1 0 0,1 0 0 0 0,-1 1 0 0 0,0-2 0 0 0,0 1-1 0 0,0 0 1 0 0,-1 0 0 0 0,3-7 0 0 0,19-64-79 0 0,13-40-23 0 0,-29 98 96 0 0,-1 1 0 0 0,2 0 0 0 0,0 0 0 0 0,1 1 1 0 0,11-14-1 0 0,-1 9 4 0 0,-10 15 11 0 0,-7 5 7 0 0,0-1 1 0 0,0 1-1 0 0,0 0 0 0 0,0 0 0 0 0,0 0 1 0 0,-1 0-1 0 0,1 0 0 0 0,0 0 0 0 0,-1 0 1 0 0,1 0-1 0 0,0 1 0 0 0,-1-1 1 0 0,0 1-1 0 0,1-1 0 0 0,-1 1 0 0 0,0-1 1 0 0,0 1-1 0 0,0 0 0 0 0,0 0 0 0 0,0-1 1 0 0,1 3-1 0 0,2 6 60 0 0,0-1-1 0 0,4 19 1 0 0,0 0 58 0 0,18 45-1 0 0,-20-59-248 0 0,1-1-1 0 0,0-1 1 0 0,0 1-1 0 0,1-1 1 0 0,14 15 0 0 0,-21-25-121 0 0,1-1 0 0 0,-1 1 1 0 0,1-1-1 0 0,0 0 0 0 0,0 0 1 0 0,0 1-1 0 0,-1-1 0 0 0,1 0 0 0 0,0 0 1 0 0,0-1-1 0 0,0 1 0 0 0,1 0 1 0 0,-1-1-1 0 0,0 1 0 0 0,0-1 1 0 0,0 0-1 0 0,0 0 0 0 0,4 0 0 0 0,-3-3-2904 0 0,-3 2 2838 0 0,0 0 0 0 0,1 0 1 0 0,-1 0-1 0 0,1 0 0 0 0,-1 0 0 0 0,1 0 1 0 0,0-1-1 0 0,3-3-501 0 0,0-13-1506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1:59:59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24 17503 0 0,'0'0'1352'0'0,"-13"-7"-622"0"0,-4-9 3169 0 0,7 17-135 0 0,5 2-3559 0 0,0 1-1 0 0,0 0 0 0 0,0 0 0 0 0,1 1 0 0 0,0-1 0 0 0,-1 1 0 0 0,1 0 1 0 0,1 0-1 0 0,-1 1 0 0 0,1-1 0 0 0,0 1 0 0 0,0-1 0 0 0,1 1 1 0 0,0 0-1 0 0,0 0 0 0 0,-2 9 0 0 0,4-14-199 0 0,-1 1-1 0 0,1-1 1 0 0,0 0-1 0 0,0 0 1 0 0,0 0-1 0 0,0 0 1 0 0,0 1 0 0 0,0-1-1 0 0,0 0 1 0 0,0 0-1 0 0,0 0 1 0 0,0 0-1 0 0,1 1 1 0 0,-1-1 0 0 0,0 0-1 0 0,1 0 1 0 0,-1 0-1 0 0,1 0 1 0 0,1 2-1 0 0,0 0 1 0 0,-1-1-19 0 0,1 0 1 0 0,-1 0-1 0 0,0 0 1 0 0,1-1-1 0 0,-1 1 1 0 0,1-1-1 0 0,0 1 1 0 0,0-1-1 0 0,-1 1 0 0 0,1-1 1 0 0,0 0-1 0 0,0 0 1 0 0,0 0-1 0 0,0 0 1 0 0,0 0-1 0 0,1 0 0 0 0,-1-1 1 0 0,0 1-1 0 0,0-1 1 0 0,0 1-1 0 0,1-1 1 0 0,-1 0-1 0 0,0 0 0 0 0,1 0 1 0 0,-1 0-1 0 0,0 0 1 0 0,3-1-1 0 0,0 0-3 0 0,1 1-16 0 0,-1-1 0 0 0,1 0 0 0 0,0-1 1 0 0,-1 1-1 0 0,1-1 0 0 0,-1 0 0 0 0,1-1 0 0 0,-1 1 1 0 0,0-1-1 0 0,0 0 0 0 0,9-7 0 0 0,-13 9 9 0 0,1-1 0 0 0,0 1-1 0 0,0-1 1 0 0,-1 0-1 0 0,1 0 1 0 0,-1 0 0 0 0,0 1-1 0 0,1-1 1 0 0,-1 0-1 0 0,0-1 1 0 0,0 1-1 0 0,0 0 1 0 0,-1 0 0 0 0,1 0-1 0 0,0-1 1 0 0,-1 1-1 0 0,1 0 1 0 0,-1-1 0 0 0,0 1-1 0 0,0 0 1 0 0,0-1-1 0 0,0 1 1 0 0,0 0 0 0 0,0-1-1 0 0,-1 1 1 0 0,1 0-1 0 0,-1 0 1 0 0,0-1 0 0 0,0 1-1 0 0,0 0 1 0 0,0 0-1 0 0,-1-2 1 0 0,1 1-117 0 0,-1 1 0 0 0,0 0 0 0 0,0 0-1 0 0,1 0 1 0 0,-1 0 0 0 0,0 0 0 0 0,-1 1 0 0 0,1-1-1 0 0,0 1 1 0 0,0-1 0 0 0,-1 1 0 0 0,1 0 0 0 0,-5-2 0 0 0,4 2-474 0 0,0-1 0 0 0,0 1 1 0 0,0-1-1 0 0,0 1 1 0 0,0-1-1 0 0,-3-3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34 13359 0 0,'-5'-5'1210'0'0,"2"2"-1156"0"0,0 0 0 0 0,-1 0-1 0 0,1 0 1 0 0,-1 1 0 0 0,-6-4 0 0 0,7 5 534 0 0,0-1 0 0 0,-1 1 1 0 0,1 0-1 0 0,-1 0 0 0 0,0 0 0 0 0,1 0 0 0 0,-1 1 0 0 0,0 0 0 0 0,1-1 0 0 0,-5 2 0 0 0,3-1 338 0 0,0 1 0 0 0,0 0 0 0 0,0 0 0 0 0,0 0-1 0 0,0 1 1 0 0,-9 4 0 0 0,-14 11-580 0 0,12-5 92 0 0,1 2 0 0 0,1-1-1 0 0,0 2 1 0 0,-20 26-1 0 0,-40 71 315 0 0,68-102-657 0 0,-13 19 6 0 0,3 1-1 0 0,0 1 1 0 0,2 0 0 0 0,1 1-1 0 0,2 0 1 0 0,1 1 0 0 0,1 1-1 0 0,2-1 1 0 0,2 1 0 0 0,1 0-1 0 0,0 42 1 0 0,4-61-203 0 0,2 0 1 0 0,-1 0-1 0 0,2 0 0 0 0,0 0 1 0 0,1 0-1 0 0,0 0 0 0 0,12 24 1 0 0,-12-29 17 0 0,1-2 1 0 0,0 1-1 0 0,1 0 1 0 0,0-1-1 0 0,0 0 1 0 0,1-1-1 0 0,0 1 1 0 0,0-1-1 0 0,1-1 1 0 0,-1 1-1 0 0,2-1 1 0 0,13 8-1 0 0,-9-7-360 0 0,1-1-1 0 0,0 0 0 0 0,-1-1 1 0 0,2-1-1 0 0,-1 0 0 0 0,0-1 1 0 0,18 2-1 0 0,-18-4-734 0 0,0-1-1 0 0,1 0 1 0 0,-1-1-1 0 0,19-3 1 0 0,3-4-6732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7831 0 0,'-8'3'810'0'0,"7"-2"-437"0"0,0-1 0 0 0,0 0 0 0 0,0 1 0 0 0,0 0 0 0 0,0-1 0 0 0,0 1 0 0 0,1 0 0 0 0,-1-1 0 0 0,0 1 0 0 0,0 0 0 0 0,0 0 0 0 0,1 0 0 0 0,-1 0 0 0 0,0 0 0 0 0,1-1 0 0 0,-1 1 0 0 0,1 0 0 0 0,-1 1 0 0 0,1-1 0 0 0,-1 0 0 0 0,1 0 0 0 0,0 0 0 0 0,0 0 0 0 0,-1 2 0 0 0,0 2 2056 0 0,-2 3-494 0 0,1 1 0 0 0,-3 16 0 0 0,3 19 521 0 0,9 45-1543 0 0,-3-60-120 0 0,40 232 204 0 0,-25-168-933 0 0,-17-81-59 0 0,10 37 147 0 0,-2-69-152 0 0,13-66-199 0 0,-8 28 9 0 0,18-45-163 0 0,-26 87 292 0 0,0 0 1 0 0,1 1-1 0 0,0 0 1 0 0,14-18-1 0 0,-15 25 13 0 0,-6 8 52 0 0,-1 0-1 0 0,1 0 1 0 0,-1 0-1 0 0,0 0 1 0 0,1 0-1 0 0,-1 1 1 0 0,1-1-1 0 0,-1 0 1 0 0,1 0 0 0 0,-1 0-1 0 0,0 0 1 0 0,1 1-1 0 0,-1-1 1 0 0,1 0-1 0 0,-1 0 1 0 0,0 1-1 0 0,1-1 1 0 0,-1 0-1 0 0,0 1 1 0 0,0-1 0 0 0,1 0-1 0 0,-1 1 1 0 0,1 0 15 0 0,1 2 49 0 0,1 1-1 0 0,0-1 0 0 0,-1 1 0 0 0,0 0 0 0 0,0 0 1 0 0,0 0-1 0 0,0 0 0 0 0,-1 0 0 0 0,3 7 1 0 0,6 45 289 0 0,-6-30-264 0 0,3 17-38 0 0,14 59 81 0 0,-17-87-175 0 0,1 0 1 0 0,1 0-1 0 0,0 0 0 0 0,12 20 0 0 0,-17-33-46 0 0,0 0 0 0 0,1 0 0 0 0,-1 0 0 0 0,1 0 0 0 0,-1 0 0 0 0,1 0 0 0 0,0 0 0 0 0,0-1 0 0 0,0 1 0 0 0,0-1 0 0 0,0 1 0 0 0,0-1 0 0 0,0 0 0 0 0,0 0 0 0 0,4 1 0 0 0,8 1-2992 0 0,1-4-3673 0 0,0 0-2100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54 22831 0 0,'0'-1'2071'0'0,"-4"-3"-1703"0"0,4-2-258 0 0,0 5-41 0 0,0 1-1 0 0,0-1 0 0 0,1 0 1 0 0,-1 0-1 0 0,0 0 0 0 0,1 0 1 0 0,-1 0-1 0 0,1 0 0 0 0,-1 1 1 0 0,1-1-1 0 0,-1 0 0 0 0,1 0 1 0 0,-1 1-1 0 0,1-1 0 0 0,0 0 1 0 0,0 1-1 0 0,-1-1 0 0 0,1 1 1 0 0,0-1-1 0 0,0 1 0 0 0,0-1 0 0 0,0 1 1 0 0,21-9 1252 0 0,-21 9-1234 0 0,16-4 423 0 0,1 0 0 0 0,0 1 0 0 0,29 0 0 0 0,-17 0-324 0 0,-23 2-113 0 0,-6 1-60 0 0,-1 0 0 0 0,1 0-1 0 0,-1 0 1 0 0,1 0 0 0 0,-1 0 0 0 0,1 0 0 0 0,-1 0-1 0 0,1 1 1 0 0,-1-1 0 0 0,1 0 0 0 0,-1 0 0 0 0,1 0-1 0 0,-1 0 1 0 0,1 1 0 0 0,-1-1 0 0 0,0 0 0 0 0,1 0-1 0 0,-1 1 1 0 0,1-1 0 0 0,-1 0 0 0 0,0 1 0 0 0,1-1-1 0 0,-1 0 1 0 0,0 1 0 0 0,1-1 0 0 0,-1 1-1 0 0,0-1 1 0 0,0 0 0 0 0,1 1 0 0 0,-1-1 0 0 0,0 1-1 0 0,0-1 1 0 0,0 1 0 0 0,0-1 0 0 0,0 1 0 0 0,0-1-1 0 0,1 1 1 0 0,-1-1 0 0 0,0 1 0 0 0,-1 20 400 0 0,-2-13-342 0 0,-1 0-1 0 0,0 0 1 0 0,0 0 0 0 0,-1 0-1 0 0,0 0 1 0 0,0-1-1 0 0,-7 7 1 0 0,-6 10 40 0 0,3-7-43 0 0,11-14-69 0 0,1 1 1 0 0,-1 0 0 0 0,1 0 0 0 0,0 0 0 0 0,0 0 0 0 0,-4 9 0 0 0,3 0 0 0 0,5-9 0 0 0,0-2 0 0 0,3 12-27 0 0,0-10 10 0 0,-2-3 8 0 0,0 1 1 0 0,0 0 0 0 0,1 1 0 0 0,-1-1 0 0 0,0 0 1 0 0,1 0-1 0 0,0-1 0 0 0,-1 1 0 0 0,1-1 0 0 0,0 1 1 0 0,0-1-1 0 0,0 0 0 0 0,0 0 0 0 0,0 0 0 0 0,3 0 0 0 0,3 1-37 0 0,-8-1 43 0 0,16 3-42 0 0,24 11-1 0 0,-31-10 3 0 0,0 2 31 0 0,-4 2 11 0 0,-5-6 8 0 0,-1-1 1 0 0,0 1-1 0 0,1-1 0 0 0,-1 1 0 0 0,0-1 1 0 0,0 1-1 0 0,0-1 0 0 0,-1 1 0 0 0,1-1 1 0 0,-1 1-1 0 0,1-1 0 0 0,-1 1 1 0 0,0-1-1 0 0,0 0 0 0 0,0 1 0 0 0,0-1 1 0 0,0 0-1 0 0,-1 0 0 0 0,1 0 0 0 0,-1 0 1 0 0,-3 4-1 0 0,-2 3 50 0 0,-1-1 0 0 0,0 0 0 0 0,-14 9-1 0 0,13-9-119 0 0,-1-1 0 0 0,1-1 1 0 0,-1 0-1 0 0,0 0 0 0 0,-1-1 0 0 0,0 0 0 0 0,1-1 0 0 0,-1 0 0 0 0,-1-1 0 0 0,1 0 0 0 0,0-1 0 0 0,-19 1 0 0 0,28-3-371 0 0,5-11-4334 0 0,2 0-4873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1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23207 0 0,'0'0'2105'0'0,"2"0"-1731"0"0,23-2 228 0 0,48-8 0 0 0,-11 0 875 0 0,55-9-878 0 0,-42 0-5169 0 0,-55 12-4363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9671 0 0,'-2'3'12680'0'0,"3"6"-10995"0"0,18 90 3897 0 0,8 50-3572 0 0,-15-84-1729 0 0,18 104 135 0 0,-24-117-293 0 0,1 65 0 0 0,-7-114-75 0 0,-1 4-25 0 0,1-6 31 0 0,-1-1 5 0 0,0-1-60 0 0,0 0-1 0 0,1 1 1 0 0,-1-1 0 0 0,1 0-1 0 0,-1 0 1 0 0,0 0 0 0 0,1 0-1 0 0,0 1 1 0 0,-1-1 0 0 0,1 0-1 0 0,-1 0 1 0 0,1 0 0 0 0,0 0-1 0 0,0 0 1 0 0,0 0 0 0 0,-1 0-1 0 0,1 0 1 0 0,0 0-1 0 0,0 0 1 0 0,0 0 0 0 0,1 0-1 0 0,-1-1 1 0 0,0 0-9 0 0,1-10-6 0 0,1 1 0 0 0,0 0 0 0 0,0-1 0 0 0,1 1 0 0 0,1 0 0 0 0,0 1 0 0 0,0-1 0 0 0,9-15 0 0 0,-4 9-1 0 0,1 1 0 0 0,1 0 0 0 0,0 0 0 0 0,1 1 0 0 0,15-15 0 0 0,-25 28 12 0 0,1 0 0 0 0,0 0-1 0 0,0 0 1 0 0,0 0 0 0 0,0 0-1 0 0,0 1 1 0 0,0 0 0 0 0,0-1-1 0 0,4 0 1 0 0,-6 2 5 0 0,0 0 0 0 0,-1-1 0 0 0,1 1 0 0 0,-1 0 0 0 0,1 0 0 0 0,-1 0 0 0 0,1 0 0 0 0,0 0 0 0 0,-1 0 0 0 0,1 0 0 0 0,-1 0 0 0 0,1 0 0 0 0,-1 0 0 0 0,1 0 0 0 0,0 0 0 0 0,-1 0 0 0 0,1 0 0 0 0,-1 1 0 0 0,1-1 0 0 0,-1 0 0 0 0,1 0 0 0 0,-1 1 0 0 0,1-1 0 0 0,-1 0 0 0 0,1 1 0 0 0,-1-1 0 0 0,1 0 0 0 0,-1 1 0 0 0,0-1 0 0 0,1 1 0 0 0,-1-1 0 0 0,1 1 0 0 0,-1-1 0 0 0,0 1 0 0 0,0-1 0 0 0,1 1 0 0 0,-1-1 0 0 0,0 1 0 0 0,0-1 0 0 0,1 2 0 0 0,-1-1 0 0 0,5 10 20 0 0,-1 0 0 0 0,0-1 0 0 0,-1 1 0 0 0,0 0 0 0 0,-1 1 1 0 0,1 11-1 0 0,6 23 50 0 0,3 15 8 0 0,-9-37-153 0 0,2-1 1 0 0,14 40-1 0 0,-18-58-119 0 0,1-1 0 0 0,0 0-1 0 0,0 0 1 0 0,0 0 0 0 0,6 6-1 0 0,-7-9-283 0 0,0 1 0 0 0,1-1 0 0 0,-1 0-1 0 0,1 0 1 0 0,0 1 0 0 0,-1-1 0 0 0,1 0 0 0 0,0 0 0 0 0,2 1-1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38 718 19351 0 0,'-6'0'8536'0'0,"7"-1"-7581"0"0,5 0-679 0 0,0 1 1 0 0,0 0-1 0 0,0 0 1 0 0,0 0-1 0 0,0 1 1 0 0,0-1-1 0 0,0 1 1 0 0,0 1-1 0 0,7 1 1 0 0,-11-2-168 0 0,0 1-82 0 0,1-1-1 0 0,0 1 1 0 0,0 0-1 0 0,-1 0 0 0 0,1 0 1 0 0,-1 0-1 0 0,0 0 1 0 0,0 1-1 0 0,0-1 1 0 0,2 4-1 0 0,-2-3-9 0 0,0-1 1 0 0,-1 1-1 0 0,1 0 0 0 0,-1 0 1 0 0,0 0-1 0 0,0 0 0 0 0,0 0 1 0 0,0 1-1 0 0,-1-1 0 0 0,1 0 0 0 0,-1 0 1 0 0,0 0-1 0 0,0 1 0 0 0,0-1 1 0 0,0 0-1 0 0,0 0 0 0 0,-1 1 1 0 0,1-1-1 0 0,-1 0 0 0 0,0 0 1 0 0,0 0-1 0 0,-2 4 0 0 0,-4 7 48 0 0,0 0-1 0 0,-1-1 0 0 0,-13 19 1 0 0,8-15 7 0 0,-16 25-48 0 0,-20 33-16 0 0,48-75-8 0 0,1 0 0 0 0,0 0 0 0 0,0 0 0 0 0,0 0 0 0 0,0 0 0 0 0,0 1 0 0 0,0-1 0 0 0,0 0 0 0 0,0 0 0 0 0,0 0 0 0 0,0 0 0 0 0,0 0 0 0 0,0 0 0 0 0,0 1 0 0 0,0-1 0 0 0,0 0 0 0 0,0 0 0 0 0,0 0 0 0 0,0 0 0 0 0,0 0 0 0 0,0 1 0 0 0,0-1 0 0 0,0 0 0 0 0,0 0 0 0 0,0 0 0 0 0,0 0 0 0 0,0 0 0 0 0,0 1 0 0 0,0-1 0 0 0,0 0 0 0 0,0 0 0 0 0,0 0 0 0 0,0 0 0 0 0,0 0 0 0 0,1 0 0 0 0,-1 0 0 0 0,0 1 0 0 0,0-1 0 0 0,0 0 0 0 0,0 0 0 0 0,0 0 0 0 0,4 2 0 0 0,0-1 0 0 0,0 1 0 0 0,0-1 0 0 0,0 0 0 0 0,0 0 0 0 0,0-1 0 0 0,0 1 0 0 0,0-1 0 0 0,8 0 0 0 0,3 0 0 0 0,23-4 0 0 0,-14-2-626 0 0,-1 0 0 0 0,0-1-1 0 0,0-2 1 0 0,-1 0 0 0 0,29-17 0 0 0,-22 11-745 0 0</inkml:trace>
  <inkml:trace contextRef="#ctx0" brushRef="#br0" timeOffset="1">241 1 25399 0 0,'0'0'1160'0'0,"2"1"-21"0"0,13 7-683 0 0,1 1 0 0 0,-1 1 0 0 0,0 1 0 0 0,19 17 0 0 0,-11-5 677 0 0,34 43 0 0 0,13 18-952 0 0,23 30 54 0 0,-79-94-214 0 0,-1 0 1 0 0,-1 1-1 0 0,0 1 1 0 0,8 25-1 0 0,-9-18-21 0 0,-2 1 0 0 0,0 1 0 0 0,-3-1 0 0 0,0 1 0 0 0,-2 1 0 0 0,-1-1 0 0 0,-2 0 0 0 0,-5 61 0 0 0,1-62 0 0 0,-2-1 0 0 0,-1 1 0 0 0,-1-2 0 0 0,-2 1 0 0 0,-21 49 0 0 0,11-43-446 0 0,-26 35 0 0 0,27-45 18 0 0,10-13-780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22111 0 0,'0'0'2585'0'0,"8"-3"-651"0"0,4-2-297 0 0,-4 1-1095 0 0,0 1-1 0 0,1 0 0 0 0,-1 0 0 0 0,1 1 1 0 0,10-1-1 0 0,87-5-141 0 0,-75 6-2224 0 0,55 3 0 0 0,-60 3-2711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23063 0 0,'0'0'3981'0'0,"2"0"-3418"0"0,147-8 2427 0 0,5 1-4757 0 0,-101 6-769 0 0,-25 0 449 0 0</inkml:trace>
  <inkml:trace contextRef="#ctx0" brushRef="#br0" timeOffset="1">784 78 18887 0 0,'2'0'7187'0'0,"33"-11"-4619"0"0,37-6-1 0 0,94-7-2208 0 0,-26 5-2588 0 0,-112 16 908 0 0,1-1-50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17503 0 0,'0'1'7985'0'0,"-2"12"-6865"0"0,1 0 0 0 0,1 0 0 0 0,0 0 0 0 0,2 19 0 0 0,14 55-253 0 0,-7-38-416 0 0,44 158-194 0 0,-16-73-153 0 0,-30-109-104 0 0,2-1 0 0 0,18 37 0 0 0,-21-54 0 0 0,-2-9 0 0 0,0-11 0 0 0,-4 13 0 0 0,3-15 0 0 0,-1-1 0 0 0,0 1 0 0 0,-2-22 0 0 0,3-21 0 0 0,4 11-48 0 0,2 1 0 0 0,2 0 0 0 0,2 0 0 0 0,22-50 0 0 0,-35 96 48 0 0,4-10-11 0 0,0 0 1 0 0,1 0-1 0 0,0 1 0 0 0,0 0 0 0 0,1 0 0 0 0,9-12 0 0 0,-14 22 7 0 0,0-1 0 0 0,0 1 0 0 0,0-1 0 0 0,0 1 0 0 0,-1-1 0 0 0,1 1-1 0 0,0-1 1 0 0,-1 1 0 0 0,1 0 0 0 0,0-1 0 0 0,-1 1 0 0 0,1 0 0 0 0,0 1 0 0 0,-1-2 1 0 0,5 7 22 0 0,0 0 1 0 0,-1 0-1 0 0,0 1 0 0 0,0-1 1 0 0,5 16-1 0 0,9 45 184 0 0,-6-23-210 0 0,-2-12 18 0 0,1-1-1 0 0,2-1 1 0 0,1 0 0 0 0,2 0-1 0 0,20 28 1 0 0,-30-50-46 0 0,0-1 0 0 0,1 0 0 0 0,13 13 0 0 0,-17-19 29 0 0,0 0 0 0 0,-1 1 0 0 0,1-1-1 0 0,0 0 1 0 0,0-1 0 0 0,0 1 0 0 0,1 0 0 0 0,-1-1 0 0 0,0 0 0 0 0,1 0 0 0 0,-1 0-1 0 0,0 0 1 0 0,1 0 0 0 0,4 0 0 0 0,-7-1 15 0 0,0-1-1 0 0,1 1 1 0 0,-1-1 0 0 0,1 1 0 0 0,-1-1-1 0 0,0 1 1 0 0,0-1 0 0 0,1 0 0 0 0,-1 0-1 0 0,0 1 1 0 0,0-1 0 0 0,0 0 0 0 0,0 0-1 0 0,0 0 1 0 0,1-2 0 0 0,13-16 83 0 0,-10 9-92 0 0,0-2 0 0 0,0 1 0 0 0,-1-1 0 0 0,-1 1 0 0 0,0-1 0 0 0,0 0 0 0 0,0-14 0 0 0,2-2 0 0 0,52-308-161 0 0,-56 324 174 0 0,0 0 0 0 0,0 0-1 0 0,-2-14 1 0 0,-5-3-2037 0 0,4 24 271 0 0,1 0 0 0 0,-1 1 0 0 0,-1-1 0 0 0,-2-4 0 0 0,-3-2-7660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6911 0 0,'0'0'528'0'0,"2"1"-341"0"0,9 1 3591 0 0,1 0 0 0 0,0-1-1 0 0,-1 0 1 0 0,1 0 0 0 0,18-3 0 0 0,2 1-3397 0 0,521-20-1235 0 0,-513 18-740 0 0,-2 1-409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302 343 9671 0 0,'0'0'748'0'0,"16"-2"10436"0"0,13-1-6263 0 0,18 1-2316 0 0,15-1-592 0 0,82-18-1895 0 0,-129 18-139 0 0,-9 3-39 0 0,1-2-1 0 0,-1 1 0 0 0,0-1 0 0 0,0 1 0 0 0,0-2 1 0 0,0 1-1 0 0,0-1 0 0 0,7-4 0 0 0,-12 7-449 0 0,-6-13-1561 0 0</inkml:trace>
  <inkml:trace contextRef="#ctx0" brushRef="#br0" timeOffset="1">136 12 17047 0 0,'-6'-1'916'0'0,"0"0"-1"0"0,0 1 1 0 0,-1 0-1 0 0,1 0 1 0 0,0 1-1 0 0,0-1 1 0 0,-1 1-1 0 0,1 1 0 0 0,0-1 1 0 0,0 1-1 0 0,0 0 1 0 0,0 0-1 0 0,-6 4 1 0 0,9-4-811 0 0,0-1 0 0 0,0 1 0 0 0,1 0 0 0 0,-1 0 0 0 0,0 0 0 0 0,1 0 0 0 0,-1 0 0 0 0,1 0 0 0 0,0 1 0 0 0,0-1 0 0 0,0 1 1 0 0,0 0-1 0 0,0 0 0 0 0,1-1 0 0 0,-1 1 0 0 0,1 0 0 0 0,0 0 0 0 0,0 0 0 0 0,0 1 0 0 0,0-1 0 0 0,0 0 0 0 0,1 0 0 0 0,-1 1 0 0 0,1-1 0 0 0,0 0 0 0 0,1 7 0 0 0,-1-7-103 0 0,1 0 0 0 0,-1 1 0 0 0,1-1 0 0 0,0 0-1 0 0,0 0 1 0 0,0 1 0 0 0,1-1 0 0 0,-1 0 0 0 0,1 0-1 0 0,0 0 1 0 0,0-1 0 0 0,0 1 0 0 0,0 0 0 0 0,0-1-1 0 0,0 1 1 0 0,6 3 0 0 0,-4-3 0 0 0,0 0 0 0 0,0-1 0 0 0,1 0 0 0 0,-1 0-1 0 0,1 0 1 0 0,0-1 0 0 0,-1 1 0 0 0,1-1 0 0 0,0 0 0 0 0,8 0 0 0 0,0-1 0 0 0,1 0 0 0 0,-1-1-1 0 0,0 0 1 0 0,0-1 0 0 0,1-1 0 0 0,-1 0 0 0 0,21-8 0 0 0,-31 10-2 0 0,2-1-7 0 0,1 0 0 0 0,-1-1 0 0 0,1 1 0 0 0,-1-1 0 0 0,6-5 0 0 0,-10 8 6 0 0,0-1-1 0 0,0 0 1 0 0,0 0 0 0 0,0 0-1 0 0,0 0 1 0 0,0-1 0 0 0,0 1-1 0 0,-1 0 1 0 0,1 0 0 0 0,0 0-1 0 0,-1-1 1 0 0,1 1 0 0 0,-1 0 0 0 0,1-1-1 0 0,-1 1 1 0 0,0 0 0 0 0,1-1-1 0 0,-1 1 1 0 0,0-1 0 0 0,0 1-1 0 0,0 0 1 0 0,0-1 0 0 0,0 1 0 0 0,0-1-1 0 0,-1 1 1 0 0,1 0 0 0 0,0-1-1 0 0,-1 0 1 0 0,-1-2 1 0 0,0 0-1 0 0,0 0 1 0 0,0 0 0 0 0,-1 0 0 0 0,1 1-1 0 0,-1-1 1 0 0,0 1 0 0 0,0 0 0 0 0,0 0-1 0 0,0 0 1 0 0,-1 0 0 0 0,1 0 0 0 0,-1 1-1 0 0,0 0 1 0 0,-3-3 0 0 0,-10-3 15 0 0,1 1 1 0 0,-23-7-1 0 0,34 13-4 0 0,-3-2-263 0 0,-1 0-1 0 0,0 0 0 0 0,0 1 0 0 0,0 1 1 0 0,0-1-1 0 0,-12 1 0 0 0,11 2-679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7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63 10591 0 0,'-4'-5'400'0'0,"-9"-24"24"0"0,13 28-287 0 0,0 0 1 0 0,-1-1 0 0 0,1 1 0 0 0,0 0-1 0 0,0-1 1 0 0,0 1 0 0 0,0 0 0 0 0,0-1 0 0 0,0 1-1 0 0,0 0 1 0 0,0-1 0 0 0,1 1 0 0 0,-1 0-1 0 0,7-10 8935 0 0,-4 11-8817 0 0,0 0 0 0 0,0 1 0 0 0,0-1 0 0 0,0 1 0 0 0,-1 0 0 0 0,1-1 0 0 0,0 1 0 0 0,0 0 0 0 0,-1 1 0 0 0,1-1 0 0 0,0 0 0 0 0,-1 1 0 0 0,3 1 0 0 0,0 1-31 0 0,-1 0 0 0 0,0 0 0 0 0,0 0 0 0 0,0 1-1 0 0,-1-1 1 0 0,4 7 0 0 0,3 6 197 0 0,-1 1 0 0 0,12 36 1 0 0,-21-54-422 0 0,46 158 1125 0 0,-13-37-486 0 0,-28-106-579 0 0,2 8 33 0 0,0-1 1 0 0,2 1-1 0 0,13 23 1 0 0,-22-45 196 0 0,2-2-211 0 0,-1 0-71 0 0,1 0 0 0 0,0-1 0 0 0,-1 1 1 0 0,0-1-1 0 0,1 1 0 0 0,-1-1 0 0 0,0 1 0 0 0,0-1 0 0 0,0 0 0 0 0,0 0 1 0 0,0 1-1 0 0,0-1 0 0 0,0 0 0 0 0,-1 0 0 0 0,1 0 0 0 0,0-3 1 0 0,3-38 155 0 0,-2 22-131 0 0,0 2-34 0 0,19-142-41 0 0,-15 126 29 0 0,2 1 1 0 0,20-53 0 0 0,-27 83 11 0 0,1-1 0 0 0,0 1 0 0 0,0 0 0 0 0,0 0 0 0 0,0 0-1 0 0,1 0 1 0 0,0 1 0 0 0,0-1 0 0 0,0 1 0 0 0,4-5 0 0 0,-6 8-2 0 0,-1 0 0 0 0,1 0 1 0 0,0 0-1 0 0,-1 0 0 0 0,1 0 0 0 0,0 1 1 0 0,0-1-1 0 0,-1 0 0 0 0,1 0 0 0 0,-1 0 1 0 0,1 1-1 0 0,0-1 0 0 0,-1 0 0 0 0,1 1 1 0 0,0-1-1 0 0,-1 0 0 0 0,1 1 0 0 0,-1-1 0 0 0,1 1 1 0 0,0 0-1 0 0,0 0 1 0 0,2 1 2 0 0,-1 0 0 0 0,1 1 0 0 0,-1-1 0 0 0,1 1 0 0 0,-1 0 0 0 0,0 0 0 0 0,0 0 0 0 0,0 0 0 0 0,0 0 0 0 0,0 1 0 0 0,1 3 0 0 0,11 43 0 0 0,-8-27 0 0 0,-4-18 0 0 0,56 169 347 0 0,-49-152-299 0 0,1 0-1 0 0,0-1 1 0 0,2 0-1 0 0,1-1 1 0 0,26 31-1 0 0,-34-46-108 0 0,0 0-1 0 0,1 0 1 0 0,0-1 0 0 0,0 0-1 0 0,9 6 1 0 0,-14-10 66 0 0,0 1-1 0 0,0-1 1 0 0,0 1-1 0 0,-1-1 1 0 0,1 1 0 0 0,0-1-1 0 0,0 0 1 0 0,0 1-1 0 0,0-1 1 0 0,0 0 0 0 0,0 0-1 0 0,0 0 1 0 0,0 0-1 0 0,0 0 1 0 0,0 0-1 0 0,0 0 1 0 0,0 0 0 0 0,0 0-1 0 0,0 0 1 0 0,0 0-1 0 0,0-1 1 0 0,0 1 0 0 0,0 0-1 0 0,-1-1 1 0 0,1 1-1 0 0,0-1 1 0 0,0 1 0 0 0,0-1-1 0 0,0 1 1 0 0,-1-1-1 0 0,1 0 1 0 0,1 0-1 0 0,0-1 30 0 0,0 0-13 0 0,0-1-1 0 0,0 1 0 0 0,0-1 1 0 0,0 0-1 0 0,0 1 0 0 0,-1-1 0 0 0,1 0 1 0 0,-1 0-1 0 0,0 0 0 0 0,1 0 1 0 0,-1 0-1 0 0,0-3 0 0 0,7-44-25 0 0,-6 38 1 0 0,48-310-1445 0 0,-41 282 456 0 0,-6 32 230 0 0,-1-1 0 0 0,0 0 0 0 0,-1 1 1 0 0,0-1-1 0 0,0-14 0 0 0,-4 9-8506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20735 0 0,'0'0'3335'0'0,"2"-1"-2151"0"0,7-5-470 0 0,0 1-1 0 0,0 1 1 0 0,1 0 0 0 0,-1 0 0 0 0,17-3 0 0 0,55-9-324 0 0,-39 9-210 0 0,151-19-1420 0 0,-63 16-4039 0 0,-94 7 2466 0 0</inkml:trace>
  <inkml:trace contextRef="#ctx0" brushRef="#br0" timeOffset="1">880 65 6911 0 0,'1'4'522'0'0,"-1"0"0"0"0,1 0-1 0 0,0 0 1 0 0,0-1-1 0 0,0 1 1 0 0,3 6 0 0 0,-2-7 401 0 0,0 0 0 0 0,0 0 1 0 0,0 0-1 0 0,0-1 1 0 0,0 1-1 0 0,1 0 0 0 0,-1-1 1 0 0,1 1-1 0 0,0-1 1 0 0,5 4-1 0 0,-4-4 50 0 0,1 0 1 0 0,-1 0-1 0 0,1 0 1 0 0,-1 0 0 0 0,1-1-1 0 0,0 0 1 0 0,7 2-1 0 0,21-3-1534 0 0,-20-1 964 0 0,2 0-173 0 0,-1-1 0 0 0,1 0 0 0 0,25-9 0 0 0,-21 5-287 0 0,0 0-801 0 0,-1 0 1 0 0,0-2 0 0 0,25-14-1 0 0,-28 13-1270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7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40 21223 0 0,'-7'-15'2259'0'0,"7"14"-2107"0"0,0-1 1 0 0,-1 1-1 0 0,1-1 1 0 0,-1 1-1 0 0,1 0 1 0 0,-1-1-1 0 0,1 1 1 0 0,-1 0-1 0 0,0 0 1 0 0,0-1-1 0 0,0 1 1 0 0,0 0 0 0 0,0 0-1 0 0,0 0 1 0 0,0 0-1 0 0,0 0 1 0 0,-2-1-1 0 0,2 2-27 0 0,0-1-1 0 0,0 1 1 0 0,1 0 0 0 0,-1 0-1 0 0,0 0 1 0 0,0 0 0 0 0,0 0-1 0 0,0 0 1 0 0,0 0-1 0 0,0 0 1 0 0,1 0 0 0 0,-1 0-1 0 0,0 1 1 0 0,0-1 0 0 0,0 0-1 0 0,0 1 1 0 0,1-1 0 0 0,-1 0-1 0 0,0 1 1 0 0,-1 0 0 0 0,-1 1 128 0 0,0 1 0 0 0,0 0 0 0 0,0-1 1 0 0,1 1-1 0 0,-1 0 0 0 0,1 0 1 0 0,-1 1-1 0 0,-2 6 0 0 0,-8 12 253 0 0,10-16-410 0 0,-1 1 1 0 0,1 0-1 0 0,-3 8 0 0 0,4-14-86 0 0,2 0-10 0 0,0 0 0 0 0,0-1 0 0 0,-1 1 1 0 0,1-1-1 0 0,0 1 0 0 0,0 0 1 0 0,0-1-1 0 0,0 1 0 0 0,-1 0 1 0 0,1-1-1 0 0,0 1 0 0 0,0-1 0 0 0,0 1 1 0 0,1 0-1 0 0,-1-1 0 0 0,0 1 1 0 0,0 0-1 0 0,0-1 0 0 0,0 1 0 0 0,0-1 1 0 0,1 2-1 0 0,2 7 0 0 0,3-1 0 0 0,-4-7-10 0 0,0 1-1 0 0,0-1 1 0 0,0 0 0 0 0,0 0-1 0 0,0-1 1 0 0,0 1 0 0 0,0 0-1 0 0,1-1 1 0 0,-1 1-1 0 0,0-1 1 0 0,0 0 0 0 0,4 0-1 0 0,30-2-178 0 0,-17 0 89 0 0,-12 2 66 0 0,0-1 1 0 0,0 1-1 0 0,0-2 1 0 0,0 1-1 0 0,0-1 1 0 0,-1 0-1 0 0,1 0 1 0 0,-1-1-1 0 0,1 0 1 0 0,-1 0-1 0 0,0-1 1 0 0,9-6-1 0 0,-14 10-27 0 0,-1-2-93 0 0,0 0 84 0 0,0 1-1 0 0,0-1 0 0 0,0 1 1 0 0,-1-1-1 0 0,1 1 0 0 0,0-1 1 0 0,-1 1-1 0 0,0-3 0 0 0,0 1-439 0 0,-2-5 347 0 0,-8-1-5933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26063 0 0,'0'0'2359'0'0,"1"-1"-1941"0"0,4-2-179 0 0,0 0-1 0 0,0 0 1 0 0,0 0 0 0 0,0 1-1 0 0,0 0 1 0 0,1 0-1 0 0,-1 0 1 0 0,1 1-1 0 0,-1 0 1 0 0,8-1-1 0 0,2-1-119 0 0,15-2-114 0 0,1 1 1 0 0,47 0-1 0 0,-59 3-367 0 0,-15 1-40 0 0,0-1 0 0 0,0 1 0 0 0,0 0 0 0 0,0 0-1 0 0,0 0 1 0 0,0 1 0 0 0,0-1 0 0 0,-1 1 0 0 0,1 0-1 0 0,0 0 1 0 0,4 2 0 0 0,0 2-2146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31 181 14279 0 0,'-9'2'294'0'0,"7"-1"-88"0"0,-1-1 0 0 0,1 1 0 0 0,-1-1 0 0 0,-8 0 9909 0 0,18-1-9202 0 0,-7 1-308 0 0,125-27 2180 0 0,-4-11-3984 0 0,-24 8-1946 0 0,-62 20 657 0 0</inkml:trace>
  <inkml:trace contextRef="#ctx0" brushRef="#br0" timeOffset="1">775 66 10591 0 0,'1'1'12520'0'0,"13"0"-8756"0"0,21-2-1892 0 0,10-6-974 0 0,56-17 0 0 0,-41 8-1827 0 0,-14 3-1358 0 0,-22 7 207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48 8287 0 0,'-5'4'7597'0'0,"7"12"-1054"0"0,9 14-61 0 0,13 14-3742 0 0,-15-30-2565 0 0,8 21-1 0 0,44 88 171 0 0,-57-116-350 0 0,-4-7 12 0 0,1 1 1 0 0,-1 0 0 0 0,1 0-1 0 0,-1 0 1 0 0,1 0 0 0 0,-1-1-1 0 0,1 1 1 0 0,0 0 0 0 0,-1 0-1 0 0,1-1 1 0 0,0 1 0 0 0,1 0-1 0 0,-2-1-6 0 0,0 0 0 0 0,1 0 0 0 0,-1 0-1 0 0,0 0 1 0 0,0 0 0 0 0,0 0 0 0 0,0 0-1 0 0,1 0 1 0 0,-1 0 0 0 0,0 0 0 0 0,0 0-1 0 0,0 0 1 0 0,1 0 0 0 0,-1 0 0 0 0,0 0-1 0 0,0 0 1 0 0,0-1 0 0 0,0 1 0 0 0,0 0-1 0 0,1 0 1 0 0,-1 0 0 0 0,0 0 0 0 0,0 0-1 0 0,0-1 1 0 0,0 1 0 0 0,0 0 0 0 0,0 0-1 0 0,0 0 1 0 0,1 0 0 0 0,-1-1 0 0 0,0 1-1 0 0,0 0 1 0 0,0 0 0 0 0,0 0 0 0 0,0-1-1 0 0,2-22-18 0 0,-1 20 27 0 0,1-22-17 0 0,2 1 0 0 0,14-46 0 0 0,-15 60 12 0 0,1 0 0 0 0,0 1 0 0 0,1-1 0 0 0,0 1 0 0 0,0 0 0 0 0,1 0 0 0 0,0 1 0 0 0,1 0 0 0 0,11-13 0 0 0,-17 20-4 0 0,0 0 0 0 0,-1 0 0 0 0,0 1 0 0 0,1-1 0 0 0,-1 1 0 0 0,1-1 0 0 0,-1 1 0 0 0,1-1 0 0 0,-1 1 0 0 0,1 0 0 0 0,-1-1 0 0 0,1 1 0 0 0,0 0 0 0 0,-1-1 0 0 0,1 1 0 0 0,-1 0 0 0 0,1 0 0 0 0,0-1 0 0 0,-1 1 0 0 0,1 0 0 0 0,0 0 0 0 0,-1 0 0 0 0,1 0 0 0 0,0 0 0 0 0,-1 0 0 0 0,2 0 0 0 0,13-1 0 0 0,-11 3 0 0 0,-1 0 0 0 0,2-1-3 0 0,-1 1 0 0 0,0 0 1 0 0,0 1-1 0 0,0-1 0 0 0,0 1 0 0 0,0-1 0 0 0,-1 1 0 0 0,1 0 1 0 0,-1 0-1 0 0,0 1 0 0 0,1-1 0 0 0,-2 1 0 0 0,5 6 0 0 0,3 5-5 0 0,-1 0 0 0 0,8 20 0 0 0,-3-1 59 0 0,-8-19-3 0 0,0-1 0 0 0,0-1-1 0 0,1 1 1 0 0,13 16-1 0 0,-18-28-105 0 0,0-2 53 0 0,0 0 1 0 0,-1-1 0 0 0,1 1 0 0 0,0 0 0 0 0,-1 0 0 0 0,1-1-1 0 0,0 1 1 0 0,-1-1 0 0 0,1 1 0 0 0,-1-1 0 0 0,1 0 0 0 0,-1 1-1 0 0,1-1 1 0 0,-1 0 0 0 0,0 0 0 0 0,1 0 0 0 0,-1 0 0 0 0,0 0-1 0 0,0-1 1 0 0,0 1 0 0 0,0 0 0 0 0,0 0 0 0 0,1-3-1 0 0,3-1-6 0 0,16-22-116 0 0,29-48 1 0 0,-7 7 9 0 0,-36 58 103 0 0,36-46 88 0 0,-38 51-66 0 0,-1 1 0 0 0,1-1 0 0 0,0 1 0 0 0,0-1-1 0 0,1 1 1 0 0,-1 1 0 0 0,1-1 0 0 0,7-2 0 0 0,-12 5-8 0 0,1 0-1 0 0,-1 1 1 0 0,0 0-1 0 0,1-1 1 0 0,-1 1-1 0 0,0 0 1 0 0,1 0 0 0 0,-1 0-1 0 0,1 0 1 0 0,-1 0-1 0 0,0 0 1 0 0,1 0 0 0 0,-1 0-1 0 0,1 0 1 0 0,-1 1-1 0 0,0-1 1 0 0,1 1-1 0 0,1 0 1 0 0,-1 1-2 0 0,0-1 1 0 0,0 0-1 0 0,0 1 0 0 0,0 0 1 0 0,0-1-1 0 0,0 1 0 0 0,-1 0 0 0 0,1 0 1 0 0,-1 0-1 0 0,2 3 0 0 0,2 5-6 0 0,0 1-1 0 0,-1-1 0 0 0,6 21 0 0 0,-6-19 7 0 0,2 8-297 0 0,1 0 0 0 0,12 22 0 0 0,-16-37 182 0 0,0 1 0 0 0,0-1 0 0 0,1 0 0 0 0,-1 0 0 0 0,1 0 1 0 0,1 0-1 0 0,-1-1 0 0 0,0 0 0 0 0,1 0 0 0 0,0 0 0 0 0,10 6 0 0 0,-13-9-311 0 0,0 0 0 0 0,0-1 0 0 0,1 1-1 0 0,-1-1 1 0 0,0 1 0 0 0,0-1 0 0 0,0 0 0 0 0,1 0 0 0 0,-1 0 0 0 0,0 0-1 0 0,0 0 1 0 0,0 0 0 0 0,1-1 0 0 0,-1 1 0 0 0,0-1 0 0 0,0 0 0 0 0,2-1-1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09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 12895 0 0,'-11'-2'609'0'0,"-1"0"592"0"0,4 1 5431 0 0,7 2-6331 0 0,0-1 1 0 0,0 0 0 0 0,0 1 0 0 0,0-1 0 0 0,1 1 0 0 0,-1 0-1 0 0,0-1 1 0 0,0 1 0 0 0,0-1 0 0 0,1 1 0 0 0,-1 0 0 0 0,0 0-1 0 0,1-1 1 0 0,-1 1 0 0 0,0 0 0 0 0,1 0 0 0 0,-1 0 0 0 0,1 0 0 0 0,0 0-1 0 0,-1 0 1 0 0,1 1 0 0 0,-9 23 1337 0 0,9-24-1520 0 0,-1 4-34 0 0,0 0-1 0 0,0 1 1 0 0,1-1 0 0 0,-1 1 0 0 0,1-1-1 0 0,0 1 1 0 0,1-1 0 0 0,0 1 0 0 0,0-1-1 0 0,0 0 1 0 0,0 1 0 0 0,1-1-1 0 0,0 0 1 0 0,0 0 0 0 0,0 0 0 0 0,5 7-1 0 0,-6-10-91 0 0,1 1 0 0 0,-1-1-1 0 0,1 0 1 0 0,0 0 0 0 0,0 0-1 0 0,0 0 1 0 0,0 0 0 0 0,0 0-1 0 0,0-1 1 0 0,1 1 0 0 0,-1-1-1 0 0,1 1 1 0 0,-1-1 0 0 0,1 0-1 0 0,-1 0 1 0 0,1 0-1 0 0,0 0 1 0 0,-1-1 0 0 0,1 1-1 0 0,0-1 1 0 0,0 0 0 0 0,-1 1-1 0 0,1-1 1 0 0,0 0 0 0 0,0-1-1 0 0,0 1 1 0 0,-1 0 0 0 0,1-1-1 0 0,0 0 1 0 0,-1 1 0 0 0,1-1-1 0 0,0 0 1 0 0,3-2 0 0 0,-2 0-20 0 0,1 1-1 0 0,-1-1 1 0 0,0 0 0 0 0,0 0 0 0 0,4-4 0 0 0,-7 5 34 0 0,1 0-1 0 0,-1 0 1 0 0,0 0-1 0 0,0-1 1 0 0,0 1 0 0 0,0 0-1 0 0,-1-1 1 0 0,1 1-1 0 0,0 0 1 0 0,-1-1-1 0 0,0 1 1 0 0,1-1 0 0 0,-1 1-1 0 0,0-1 1 0 0,0 1-1 0 0,-1-1 1 0 0,1 1 0 0 0,0-1-1 0 0,-1 1 1 0 0,1 0-1 0 0,-1-1 1 0 0,0 1-1 0 0,0 0 1 0 0,0-1 0 0 0,0 1-1 0 0,0 0 1 0 0,-1 0-1 0 0,1 0 1 0 0,-1 0-1 0 0,1 0 1 0 0,-4-3 0 0 0,0 0-475 0 0,-1 0 0 0 0,1 0 0 0 0,-1 1 1 0 0,0 0-1 0 0,0 0 0 0 0,0 1 1 0 0,-1-1-1 0 0,1 1 0 0 0,-14-4 0 0 0,5 4-9093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27 5063 0 0,'0'0'232'0'0,"-2"-1"-13"0"0,-7-8 64 0 0,7 7-221 0 0,0 0-1 0 0,0 1 1 0 0,0-1 0 0 0,0 0-1 0 0,0 1 1 0 0,-1-1-1 0 0,-4-1 1 0 0,6 2 636 0 0,-1 1 0 0 0,1 0 0 0 0,-1-1 0 0 0,0 1 0 0 0,1 0 0 0 0,-1 0 0 0 0,0 0 0 0 0,1 0 0 0 0,-1 0 1 0 0,-2 1-1 0 0,-2 0 985 0 0,0 1 0 0 0,1 0 0 0 0,-1 0 1 0 0,0 0-1 0 0,-9 7 0 0 0,7-4-463 0 0,-1 1-1 0 0,-13 13 0 0 0,2 2-917 0 0,-26 34 0 0 0,33-39 534 0 0,-5 9-518 0 0,0 0 1 0 0,2 1 0 0 0,0 1-1 0 0,2 1 1 0 0,1 0 0 0 0,2 1-1 0 0,-11 38 1 0 0,19-52-267 0 0,0-1 0 0 0,1 0 1 0 0,0 1-1 0 0,1-1 0 0 0,1 1 0 0 0,1-1 0 0 0,0 1 1 0 0,0-1-1 0 0,2 1 0 0 0,0-1 0 0 0,0 0 0 0 0,1 0 1 0 0,9 20-1 0 0,-5-18-110 0 0,0 0 1 0 0,2-1-1 0 0,-1 0 1 0 0,2 0-1 0 0,0-1 1 0 0,0-1 0 0 0,2 1-1 0 0,-1-2 1 0 0,2 0-1 0 0,22 16 1 0 0,-19-16-505 0 0,1-2 0 0 0,0 1 0 0 0,33 12 0 0 0,-42-20-123 0 0,0 1 1 0 0,1-2 0 0 0,-1 1-1 0 0,1-2 1 0 0,0 1-1 0 0,0-1 1 0 0,0 0 0 0 0,-1-1-1 0 0,20-2 1 0 0,-10-2-1559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7831 0 0,'1'2'12780'0'0,"12"78"-6000"0"0,7-1-3692 0 0,30 78-2350 0 0,-20-64 12 0 0,-19-58-612 0 0,25 52 0 0 0,-31-79-90 0 0,-1-2-25 0 0,-4-6-20 0 0,1 0 0 0 0,0-1 0 0 0,-1 1 1 0 0,1 0-1 0 0,-1 0 0 0 0,1-1 1 0 0,-1 1-1 0 0,1 0 0 0 0,-1-1 0 0 0,1 1 1 0 0,-1 0-1 0 0,1-1 0 0 0,-1 1 0 0 0,0-1 1 0 0,1 0-1 0 0,-1 1-2 0 0,4-5-6 0 0,0-1 0 0 0,0 0 0 0 0,-1 0 0 0 0,0 0 0 0 0,4-10 0 0 0,6-13-40 0 0,11-15-28 0 0,23-39-65 0 0,-39 71 113 0 0,1-1 0 0 0,0 2-1 0 0,1 0 1 0 0,14-14 0 0 0,-1 9 13 0 0,-13 11 12 0 0,-1 6 0 0 0,-7 0 10 0 0,0 1 0 0 0,0-1 1 0 0,0 1-1 0 0,0 0 0 0 0,0-1 0 0 0,0 1 0 0 0,-1 0 1 0 0,1 0-1 0 0,-1 0 0 0 0,1 1 0 0 0,-1-1 0 0 0,0 0 0 0 0,0 0 1 0 0,1 4-1 0 0,12 37 189 0 0,-14-40-183 0 0,21 110 123 0 0,-3-14-62 0 0,-14-82-55 0 0,-3-10-182 0 0,0 0 1 0 0,1 0-1 0 0,0 0 0 0 0,0 0 1 0 0,7 11-1 0 0,-9-16-281 0 0,15 1-2204 0 0,-13-3 1796 0 0,0 1 0 0 0,-1-1-1 0 0,1 1 1 0 0,0-1 0 0 0,0 0 0 0 0,-1 0-1 0 0,1 1 1 0 0,0-1 0 0 0,3-1 0 0 0,8-3-7789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60 3223 0 0,'-17'-25'26796'0'0,"33"20"-26265"0"0,1 1 1 0 0,0 1-1 0 0,25-3 0 0 0,10-2-494 0 0,-40 5-30 0 0,1 1 0 0 0,-1 1 0 0 0,1-1 0 0 0,0 2 0 0 0,14 1 0 0 0,5 2 58 0 0,-31-2 5 0 0,-1 5 0 0 0,0-5-59 0 0,-1 0-1 0 0,1 0 1 0 0,-1 1 0 0 0,0-1-1 0 0,1 0 1 0 0,-1 0-1 0 0,0 0 1 0 0,0 1-1 0 0,0-1 1 0 0,0 0 0 0 0,0 0-1 0 0,-1 1 1 0 0,-1 1 22 0 0,-5 6 22 0 0,0-1 0 0 0,-16 14 1 0 0,18-17-54 0 0,5-5-2 0 0,0 1 0 0 0,1-1 0 0 0,-1 0 0 0 0,0 0 0 0 0,1 1 0 0 0,-1-1 0 0 0,1 0 0 0 0,0 1 0 0 0,-1-1 0 0 0,1 1 0 0 0,-1-1 0 0 0,1 0 0 0 0,-1 1 0 0 0,1-1 0 0 0,0 1 0 0 0,-1-1 0 0 0,1 1 0 0 0,0-1 0 0 0,0 1 0 0 0,-1-1 0 0 0,1 1 0 0 0,0 0 0 0 0,0-1 0 0 0,0 1 0 0 0,0-1 0 0 0,0 2 0 0 0,-1 6 0 0 0,1-7 0 0 0,0 0 0 0 0,0 0 0 0 0,0 0 0 0 0,0 0 0 0 0,0 0 0 0 0,0 1 0 0 0,1-1 0 0 0,-1 0 0 0 0,0 0 0 0 0,1 0 0 0 0,-1 0 0 0 0,0 0 0 0 0,1 0 0 0 0,0 0 0 0 0,-1 0 0 0 0,1 0 0 0 0,-1-1 0 0 0,1 1 0 0 0,0 0 0 0 0,0 0 0 0 0,-1 0 0 0 0,2 0 0 0 0,1 1 0 0 0,3 3 0 0 0,0-1 0 0 0,0 0 0 0 0,0 0 0 0 0,0-1 0 0 0,1 0 0 0 0,-1 0 0 0 0,1 0 0 0 0,8 1 0 0 0,19 9 0 0 0,-30-11 0 0 0,5 2 0 0 0,-1 0 0 0 0,0 0 0 0 0,0 1 0 0 0,0 0 0 0 0,0 0 0 0 0,6 7 0 0 0,-13-11 0 0 0,0 0 0 0 0,1 0 0 0 0,-1 1 0 0 0,0-1 0 0 0,0 0 0 0 0,0 1 0 0 0,-1-1 0 0 0,1 1 0 0 0,0 0 0 0 0,0-1 0 0 0,-1 1 0 0 0,1-1 0 0 0,-1 1 0 0 0,0 0 0 0 0,1-1 0 0 0,-1 1 0 0 0,0 0 0 0 0,0 2 0 0 0,0-1 0 0 0,-1-1 0 0 0,1 1 0 0 0,-1-1 0 0 0,0 0 0 0 0,0 1 0 0 0,0-1 0 0 0,0 0 0 0 0,0 1 0 0 0,0-1 0 0 0,-1 0 0 0 0,-1 2 0 0 0,-3 3 0 0 0,-1 0 0 0 0,1-1 0 0 0,-1 0 0 0 0,0 0 0 0 0,-13 7 0 0 0,5-4 0 0 0,0 0 0 0 0,0-2 0 0 0,-1 0 0 0 0,-17 5 0 0 0,24-9 0 0 0,-1-1 0 0 0,0 1 0 0 0,0-2 0 0 0,1 0 0 0 0,-1 0 0 0 0,0 0 0 0 0,0-1 0 0 0,-13-2 0 0 0,21 1-142 0 0,-1 1 0 0 0,1 0 1 0 0,0-1-1 0 0,0 1 0 0 0,0-1 0 0 0,0 0 1 0 0,0 0-1 0 0,0 0 0 0 0,0 0 0 0 0,0 0 1 0 0,0 0-1 0 0,0-1 0 0 0,0 1 0 0 0,0 0 1 0 0,1-1-1 0 0,-3-2 0 0 0,3 2-8 0 0,0 1 0 0 0,1-1 0 0 0,-1 1-1 0 0,0-1 1 0 0,1 0 0 0 0,-1 1 0 0 0,1-1 0 0 0,0 0 0 0 0,0 1-1 0 0,0-1 1 0 0,0 0 0 0 0,0 1 0 0 0,0-1 0 0 0,0 0-1 0 0,0 1 1 0 0,0-1 0 0 0,1 1 0 0 0,-1-1 0 0 0,1 0 0 0 0,-1 1-1 0 0,1-1 1 0 0,1-2 0 0 0,7-12-1954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10591 0 0,'2'0'4006'0'0,"27"0"3913"0"0,0-2-3816 0 0,61-7-1164 0 0,-78 7-2835 0 0,109-22-766 0 0,-63 12-3176 0 0,-26 6-5373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1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 13359 0 0,'-10'-3'7251'0'0,"13"17"3828"0"0,0-3-13158 0 0,29 147 4742 0 0,-25-112-2420 0 0,11 90-113 0 0,6 33-9 0 0,4-16-121 0 0,-28-159 0 0 0,1 1 0 0 0,-1-1 0 0 0,1 0 0 0 0,0 1 0 0 0,3-10 0 0 0,15-38 0 0 0,-7 27-18 0 0,1 1 0 0 0,1 0 0 0 0,1 0 1 0 0,33-40-1 0 0,-43 59 9 0 0,0 1 0 0 0,1 0 0 0 0,-1 0 0 0 0,1 0 0 0 0,0 1 0 0 0,0 0 0 0 0,12-6 0 0 0,-17 10 13 0 0,0 0 0 0 0,1 0 0 0 0,-1 0 0 0 0,0 0 0 0 0,0 0 0 0 0,1 0 0 0 0,-1 0 0 0 0,0 0 0 0 0,0 0 0 0 0,0 0 0 0 0,0 1 0 0 0,1-1 0 0 0,-1 1 0 0 0,0-1 0 0 0,0 1 0 0 0,0-1 0 0 0,0 1 0 0 0,0 0 0 0 0,1 0 0 0 0,1 1-6 0 0,-1 0-1 0 0,0-1 0 0 0,0 1 0 0 0,1 1 1 0 0,-1-1-1 0 0,2 3 0 0 0,0 4-28 0 0,1 0 1 0 0,-2 1-1 0 0,1-1 0 0 0,-1 1 1 0 0,-1 0-1 0 0,0 0 0 0 0,0 0 0 0 0,-1 0 1 0 0,0 14-1 0 0,4 20 107 0 0,1 35 282 0 0,0-5-924 0 0,-6-71 320 0 0,1-1 0 0 0,0 0 0 0 0,-1 0-1 0 0,1 0 1 0 0,0 0 0 0 0,0-1 0 0 0,0 1-1 0 0,1 0 1 0 0,-1 0 0 0 0,0-1 0 0 0,1 1-1 0 0,-1 0 1 0 0,1-1 0 0 0,-1 0 0 0 0,4 3-1 0 0,8 2-1578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44 12895 0 0,'-1'0'162'0'0,"1"0"-1"0"0,-1 0 0 0 0,1 0 1 0 0,0 0-1 0 0,-1 0 1 0 0,1-1-1 0 0,-1 1 0 0 0,1 0 1 0 0,0 0-1 0 0,-1 0 0 0 0,1 0 1 0 0,0 0-1 0 0,-1-1 1 0 0,1 1-1 0 0,0 0 0 0 0,-1 0 1 0 0,1-1-1 0 0,0 1 0 0 0,0 0 1 0 0,-1 0-1 0 0,1-1 1 0 0,0 1-1 0 0,0 0 0 0 0,-1-1 1 0 0,1 1-1 0 0,0 0 0 0 0,0-1 1 0 0,0 1-1 0 0,0 0 1 0 0,-1-1-1 0 0,1 1 0 0 0,0-1 1 0 0,0 1-1 0 0,0 0 0 0 0,0-1 1 0 0,0 1-1 0 0,0-1 1 0 0,0 1-1 0 0,0 0 0 0 0,0-1 1 0 0,0 1-1 0 0,0-1 0 0 0,0 1 1 0 0,1 0-1 0 0,-1-1 1 0 0,0 1-1 0 0,0 0 0 0 0,0-1 1 0 0,0 1-1 0 0,1 0 0 0 0,-1-1 1 0 0,0 1-1 0 0,0 0 1 0 0,1-1-1 0 0,0 0 411 0 0,0-1 1 0 0,0 1-1 0 0,1 0 1 0 0,-1 0-1 0 0,0 0 1 0 0,0 0-1 0 0,1 0 1 0 0,-1 0-1 0 0,1 0 0 0 0,-1 1 1 0 0,3-2-1 0 0,76-13 1799 0 0,-77 15-2349 0 0,-1 0 0 0 0,1 0 0 0 0,-1 1-1 0 0,0-1 1 0 0,1 1 0 0 0,-1-1 0 0 0,1 1 0 0 0,3 1 0 0 0,1 1 0 0 0,-5-3 148 0 0,25 12 144 0 0,-25-11-197 0 0,-1 2 3 0 0,1 1-81 0 0,-1 0 0 0 0,0 0 0 0 0,0 0 0 0 0,-1 1 0 0 0,1-1 1 0 0,-1 0-1 0 0,0 1 0 0 0,0-1 0 0 0,0 0 0 0 0,-1 0 0 0 0,1 1 0 0 0,-1-1 0 0 0,0 0 0 0 0,-3 8 0 0 0,0-4-11 0 0,0 0-1 0 0,0 0 1 0 0,0-1-1 0 0,-1 1 0 0 0,0-1 1 0 0,0 0-1 0 0,-6 6 0 0 0,4-7-22 0 0,0 1-4 0 0,1 0 0 0 0,-1 1-1 0 0,2-1 1 0 0,-1 1-1 0 0,1 0 1 0 0,0 1 0 0 0,0-1-1 0 0,-4 13 1 0 0,9-21-1 0 0,0 0 0 0 0,0 1 0 0 0,0-1 0 0 0,-1 0 0 0 0,1 1 0 0 0,0-1 0 0 0,0 0 0 0 0,0 1 0 0 0,0-1 0 0 0,0 0 0 0 0,0 1 0 0 0,0-1 0 0 0,0 1 0 0 0,0-1 0 0 0,0 0 0 0 0,0 1 0 0 0,0-1 0 0 0,0 1 0 0 0,0-1 0 0 0,0 0 0 0 0,0 1 0 0 0,0-1 0 0 0,0 0 0 0 0,0 1 0 0 0,1-1 0 0 0,-1 0 0 0 0,0 1 0 0 0,0-1 0 0 0,0 0 0 0 0,1 1 0 0 0,-1-1 0 0 0,0 0 0 0 0,0 1 0 0 0,1-1 0 0 0,-1 0 0 0 0,0 0 0 0 0,1 1 0 0 0,-1-1 0 0 0,0 0 0 0 0,1 0 0 0 0,-1 0 0 0 0,0 0 0 0 0,1 1 0 0 0,-1-1 0 0 0,0 0 0 0 0,1 0 0 0 0,0 0 0 0 0,9 4 0 0 0,-5-3-25 0 0,0-1-1 0 0,0 1 1 0 0,1-1-1 0 0,-1-1 1 0 0,0 1-1 0 0,0-1 1 0 0,0 0-1 0 0,0 0 1 0 0,10-4-1 0 0,3-2-201 0 0,24-13 0 0 0,-19 8 88 0 0,-5 2-663 0 0,-2 0 1 0 0,28-22-1 0 0,-16 11-1917 0 0,2-2-7069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11519 0 0,'0'0'1040'0'0,"3"1"-365"0"0,17 4 3040 0 0,33 11 6126 0 0,-17-2-8095 0 0,168 97 1337 0 0,-172-90-2972 0 0,0 1 0 0 0,-2 2 1 0 0,0 1-1 0 0,26 28 0 0 0,-31-25-57 0 0,36 51 1 0 0,-49-61-24 0 0,-1 1-1 0 0,0 1 1 0 0,-2 0 0 0 0,9 25 0 0 0,-9-17-10 0 0,-1-1 1 0 0,-2 1 0 0 0,-1 0 0 0 0,-1 1-1 0 0,-1-1 1 0 0,-1 1 0 0 0,-2 0 0 0 0,-1-1-1 0 0,-1 1 1 0 0,-2 0 0 0 0,0-1 0 0 0,-17 53-1 0 0,8-46-11 0 0,-1 0 1 0 0,-20 33-1 0 0,-43 63 6 0 0,63-111-352 0 0,-34 37-1 0 0,-1 1-490 0 0,36-38-9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4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19 135 8751 0 0,'-1'1'404'0'0,"0"-1"0"0"0,-1 1-1 0 0,1 0 1 0 0,0 0 0 0 0,0-1-1 0 0,0 1 1 0 0,0 0 0 0 0,0 0-1 0 0,0 0 1 0 0,0 0 0 0 0,1 0 0 0 0,-1 0-1 0 0,0 0 1 0 0,0 0 0 0 0,1 0-1 0 0,-1 1 1 0 0,1-1 0 0 0,-1 0-1 0 0,1 0 1 0 0,0 1 0 0 0,-1-1-1 0 0,1 0 1 0 0,0 0 0 0 0,0 1-1 0 0,0-1 1 0 0,0 0 0 0 0,0 1-1 0 0,0-1 1 0 0,0 0 0 0 0,0 2-1 0 0,0 3 1406 0 0,0 2-1362 0 0,0 0 0 0 0,1 0 0 0 0,-1 0 0 0 0,2 0 0 0 0,-1 0 0 0 0,5 15 0 0 0,1-6 311 0 0,16 31 0 0 0,-22-46-730 0 0,0 0-1 0 0,0 1 0 0 0,1-1 1 0 0,-1 0-1 0 0,1 0 1 0 0,0 0-1 0 0,-1 0 0 0 0,1 0 1 0 0,0-1-1 0 0,0 1 1 0 0,0 0-1 0 0,1-1 1 0 0,-1 0-1 0 0,0 1 0 0 0,1-1 1 0 0,-1 0-1 0 0,0 0 1 0 0,1 0-1 0 0,-1-1 1 0 0,6 2-1 0 0,-5-2-1 0 0,0 0 0 0 0,0 0 0 0 0,0 0 0 0 0,-1-1 1 0 0,1 1-1 0 0,0-1 0 0 0,0 0 0 0 0,0 1 0 0 0,0-1 0 0 0,-1-1 0 0 0,1 1 0 0 0,-1 0 0 0 0,1-1 1 0 0,-1 1-1 0 0,1-1 0 0 0,-1 0 0 0 0,0 1 0 0 0,4-5 0 0 0,1-3 47 0 0,1 0 0 0 0,-1-1-1 0 0,-1 0 1 0 0,6-11 0 0 0,1-2-5 0 0,34-59-1512 0 0,24-37-5638 0 0,-43 79-1824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1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4 169 18023 0 0,'-1'1'82'0'0,"1"0"1"0"0,0 0-1 0 0,-1 0 0 0 0,1-1 0 0 0,0 1 0 0 0,-1 0 0 0 0,1 0 1 0 0,0 0-1 0 0,0 0 0 0 0,0 0 0 0 0,0 0 0 0 0,0 0 0 0 0,0 0 1 0 0,0-1-1 0 0,0 1 0 0 0,0 0 0 0 0,0 0 0 0 0,0 0 0 0 0,1 0 1 0 0,-1 0-1 0 0,0 0 0 0 0,1 0 0 0 0,-1-1 0 0 0,0 1 1 0 0,1 0-1 0 0,-1 0 0 0 0,1-1 0 0 0,-1 1 0 0 0,2 1 0 0 0,22 26 845 0 0,-19-23-379 0 0,3 3-146 0 0,0 0 0 0 0,1-1 0 0 0,0 0-1 0 0,0-1 1 0 0,0 0 0 0 0,1 0 0 0 0,15 6 0 0 0,-18-9-235 0 0,1 0 1 0 0,-1 0 0 0 0,1-1 0 0 0,0 0 0 0 0,-1-1-1 0 0,1 0 1 0 0,0 0 0 0 0,0 0 0 0 0,0-1 0 0 0,0-1-1 0 0,10 0 1 0 0,-11-1-98 0 0,-1 0-1 0 0,0-1 1 0 0,0 1 0 0 0,1-1-1 0 0,-2 0 1 0 0,1-1-1 0 0,0 0 1 0 0,-1 1 0 0 0,1-2-1 0 0,-1 1 1 0 0,0-1 0 0 0,8-9-1 0 0,3-7 29 0 0,26-41-1 0 0,-42 62-97 0 0,15-22-423 0 0,30-49-41 0 0,-12 26-7073 0 0,-11 17-1003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95 12895 0 0,'0'0'595'0'0,"-2"0"-18"0"0,-2 2 355 0 0,-9 2-1899 0 0,5-4 5241 0 0,-4-1 4687 0 0,12 1-8932 0 0,0-1 0 0 0,0 1 0 0 0,0 0 0 0 0,0 0-1 0 0,0 0 1 0 0,0 0 0 0 0,0-1 0 0 0,0 1 0 0 0,0 0 0 0 0,-1 0 0 0 0,1 0-1 0 0,0 0 1 0 0,0-1 0 0 0,0 1 0 0 0,0 0 0 0 0,0 0 0 0 0,0 0 0 0 0,0-1-1 0 0,0 1 1 0 0,0 0 0 0 0,0 0 0 0 0,0 0 0 0 0,0-1 0 0 0,1 1 0 0 0,-1 0-1 0 0,0 0 1 0 0,0 0 0 0 0,0 0 0 0 0,0-1 0 0 0,0 1 0 0 0,0 0 0 0 0,0 0-1 0 0,0 0 1 0 0,0 0 0 0 0,1 0 0 0 0,-1-1 0 0 0,0 1 0 0 0,0 0 0 0 0,0 0 0 0 0,0 0-1 0 0,1 0 1 0 0,-1 0 0 0 0,0 0 0 0 0,0 0 0 0 0,0 0 0 0 0,7-7 300 0 0,0 4-190 0 0,0 1 0 0 0,0 0-1 0 0,-1 0 1 0 0,1 1-1 0 0,13-2 1 0 0,38 2-36 0 0,-43 1-78 0 0,691-20 337 0 0,-405-1-3098 0 0,-170 12-347 0 0,72-8-5738 0 0,-170 13 6638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50 10655 0 0,'-11'-6'364'0'0,"-1"0"0"0"0,-1 1 0 0 0,1 0 1 0 0,-13-2-1 0 0,-27-6 5175 0 0,40 10-2845 0 0,1 1-583 0 0,-1 1 1 0 0,1 0 0 0 0,-17 0 0 0 0,21 1-358 0 0,9 1-1736 0 0,0-1 1 0 0,-1 1 0 0 0,1-1-1 0 0,-1 1 1 0 0,0 0 0 0 0,1 0-1 0 0,-1 0 1 0 0,1 0 0 0 0,1 2-1 0 0,6 3-11 0 0,0 0-8 0 0,1-2 1 0 0,0 1-1 0 0,0-2 1 0 0,21 6-1 0 0,45 4 15 0 0,8 2-200 0 0,-76-13 163 0 0,-1 0 4 0 0,0 0-1 0 0,0 0 1 0 0,0 1-1 0 0,0-1 1 0 0,10 7-1 0 0,-9-1-22 0 0,-8-7 44 0 0,0 0 0 0 0,1-1 0 0 0,-1 1 0 0 0,0 0 0 0 0,1 0 0 0 0,-1 0 0 0 0,0 0 0 0 0,0 0 0 0 0,0 0 0 0 0,0 0 0 0 0,0 0 0 0 0,0 0-1 0 0,0 0 1 0 0,-1 0 0 0 0,1 0 0 0 0,0 0 0 0 0,0 0 0 0 0,-1 0 0 0 0,1 0 0 0 0,-1 0 0 0 0,1 0 0 0 0,-1 0 0 0 0,1 0 0 0 0,-1 0 0 0 0,1-1 0 0 0,-2 3 0 0 0,-21 18 167 0 0,20-19-154 0 0,-17 12 70 0 0,0-1-1 0 0,-1-2 0 0 0,-1 1 1 0 0,-27 8-1 0 0,-5 4-193 0 0,-89 42-2881 0 0,111-50 1690 0 0,31-14 1154 0 0,-1-1 1 0 0,1 0-1 0 0,-1 1 0 0 0,1-1 1 0 0,-1 1-1 0 0,1-1 0 0 0,0 1 1 0 0,-2 3-1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93 14743 0 0,'1'-8'1335'0'0,"2"-9"-1361"0"0,0-8 1619 0 0,-3 23-1344 0 0,0 1 0 0 0,0 0 0 0 0,-1-1 0 0 0,1 1 0 0 0,0 0 0 0 0,-1 0 1 0 0,1-1-1 0 0,-1 1 0 0 0,0 0 0 0 0,1 0 0 0 0,-1 0 0 0 0,0 0 0 0 0,1 0 0 0 0,-1 0 0 0 0,0 0 0 0 0,0 0 0 0 0,-2-1 0 0 0,1-1 231 0 0,-1 1-1 0 0,-1 0 1 0 0,1 0-1 0 0,0 0 1 0 0,0 1-1 0 0,-1-1 1 0 0,1 1-1 0 0,-1 0 1 0 0,1 0-1 0 0,-1 0 1 0 0,0 0-1 0 0,-6 0 1 0 0,5 1-223 0 0,-1 0 0 0 0,0 0 0 0 0,1 1 1 0 0,-1 0-1 0 0,1 0 0 0 0,-1 0 0 0 0,-8 4 0 0 0,-4 4-184 0 0,0 0 0 0 0,0 1 0 0 0,-27 22 0 0 0,35-25 231 0 0,-4 2-225 0 0,-4 4 17 0 0,0 0-1 0 0,0 2 1 0 0,-27 28-1 0 0,32-21-15 0 0,13-21-76 0 0,0-1-1 0 0,0 1 0 0 0,0 0 0 0 0,0-1 0 0 0,0 1 0 0 0,0-1 0 0 0,0 1 1 0 0,1 0-1 0 0,-1-1 0 0 0,0 1 0 0 0,0 0 0 0 0,0-1 0 0 0,1 1 0 0 0,-1-1 1 0 0,0 1-1 0 0,1-1 0 0 0,-1 1 0 0 0,1-1 0 0 0,-1 1 0 0 0,0-1 1 0 0,2 1-1 0 0,-2 0 6 0 0,4 3-5 0 0,-1 0 1 0 0,1 0-1 0 0,-1 0 0 0 0,1-1 1 0 0,0 1-1 0 0,1-1 0 0 0,-1 0 1 0 0,0-1-1 0 0,1 1 0 0 0,6 2 1 0 0,6 2-50 0 0,29 6 0 0 0,-12-3 8 0 0,6 2-12 0 0,51 19-79 0 0,-81-26 110 0 0,0 0-1 0 0,0 0 0 0 0,0 1 0 0 0,-1 0 0 0 0,0 0 0 0 0,13 14 0 0 0,-20-19 19 0 0,-1 0 0 0 0,1 1 0 0 0,-1-1 0 0 0,1 1 0 0 0,-1 0 0 0 0,0 0 0 0 0,0-1 0 0 0,0 1 0 0 0,0 0 0 0 0,0 0 0 0 0,0 0 0 0 0,0 0 0 0 0,-1 0 0 0 0,1 0 0 0 0,-1 0 0 0 0,0 0 1 0 0,1 0-1 0 0,-1 0 0 0 0,0 1 0 0 0,0-1 0 0 0,0 0 0 0 0,0 0 0 0 0,-1 0 0 0 0,1 0 0 0 0,-1 0 0 0 0,1 0 0 0 0,-1 0 0 0 0,0 0 0 0 0,1 0 0 0 0,-1 0 0 0 0,0 0 0 0 0,0 0 0 0 0,-1-1 0 0 0,1 1 0 0 0,0 0 0 0 0,0-1 0 0 0,-3 3 0 0 0,-4 4 12 0 0,-1 0 1 0 0,0 0-1 0 0,-1-1 0 0 0,1 0 0 0 0,-14 6 1 0 0,2-1-33 0 0,0-1 1 0 0,-1-2-1 0 0,-1 0 0 0 0,1-1 1 0 0,-1-1-1 0 0,-1-1 1 0 0,1-2-1 0 0,-48 4 1 0 0,65-7-182 0 0,1-1 1 0 0,0 0 0 0 0,-1-1-1 0 0,1 0 1 0 0,-1 1 0 0 0,1-2-1 0 0,-8-1 1 0 0,13 2 132 0 0,-1 1 0 0 0,1-1 0 0 0,-1 1 0 0 0,1-1 0 0 0,0 1 0 0 0,-1-1 0 0 0,1 1 0 0 0,0-1 0 0 0,-1 0 0 0 0,1 1 0 0 0,0-1 0 0 0,0 0 0 0 0,0 1 0 0 0,0-1 0 0 0,-1 1 0 0 0,1-1 0 0 0,0 0 0 0 0,0 1 0 0 0,0-1 0 0 0,0 0 0 0 0,0 1 0 0 0,1-2 0 0 0,-1 1-155 0 0,0-2-162 0 0,0-1 0 0 0,0 1-1 0 0,0-1 1 0 0,1 1 0 0 0,0 0-1 0 0,0-1 1 0 0,2-5 0 0 0,7-12-6180 0 0,2 1-1257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19175 0 0,'0'0'2194'0'0,"1"2"-1397"0"0,4 4-77 0 0,-1 0 0 0 0,-1 0 1 0 0,1 1-1 0 0,-1 0 0 0 0,0-1 0 0 0,-1 1 0 0 0,4 13 1 0 0,8 55 1616 0 0,-12-64-2339 0 0,10 142 827 0 0,-9-95-966 0 0,11 61 1 0 0,-11-97-192 0 0,-2-15-304 0 0,0 0 0 0 0,0 0 0 0 0,0-1 1 0 0,1 1-1 0 0,0 0 0 0 0,1-1 0 0 0,4 9 0 0 0,-4-8-1440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16 244 13359 0 0,'-16'0'11828'0'0,"45"8"-10231"0"0,-2-5-1122 0 0,-1-2-1 0 0,1 0 1 0 0,-1-2-1 0 0,0-1 1 0 0,49-11-1 0 0,108-19-402 0 0,-178 31-72 0 0,1 0 0 0 0,-1 1 0 0 0,0-1 0 0 0,0 1 0 0 0,0 1 0 0 0,0-1 0 0 0,1 1 0 0 0,7 2 0 0 0,-12-3 0 0 0,0 1 0 0 0,0-1 0 0 0,1 1 0 0 0,-1-1 0 0 0,0 1 0 0 0,0 0 0 0 0,0 0 0 0 0,0-1 0 0 0,0 1 0 0 0,0 0 0 0 0,0 0 0 0 0,0 0 0 0 0,0 0 0 0 0,0 0 0 0 0,0 1 0 0 0,0-1 0 0 0,-1 0 0 0 0,1 0 0 0 0,-1 0 0 0 0,1 1 0 0 0,-1-1 0 0 0,1 0 0 0 0,-1 1 0 0 0,1-1 0 0 0,-1 0 0 0 0,0 1 0 0 0,0-1 0 0 0,0 1 0 0 0,0-1 0 0 0,0 0 0 0 0,0 1 0 0 0,0-1 0 0 0,-1 0 0 0 0,1 1 0 0 0,-1 1 0 0 0,-4 13 85 0 0,0 0 1 0 0,-1-1-1 0 0,-10 18 0 0 0,-5 15 227 0 0,15-34-250 0 0,4-8-34 0 0,-1 1 0 0 0,1 0-1 0 0,0 0 1 0 0,0 0 0 0 0,0 10-1 0 0,2-15-101 0 0,1-2-151 0 0,1-1 190 0 0,0 1 1 0 0,0-1 0 0 0,0 0-1 0 0,0 1 1 0 0,0-1 0 0 0,-1 0-1 0 0,1 0 1 0 0,3-2 0 0 0,-3 2-7 0 0,7-6-65 0 0,1 0 0 0 0,-1 0 0 0 0,0-1 0 0 0,0 0 1 0 0,7-9-1 0 0,36-50-298 0 0,-50 65 395 0 0,36-57-47 0 0,-37 58 380 0 0,15 17 279 0 0,11 22-389 0 0,-20-28-145 0 0,0 0 1 0 0,0 0 0 0 0,1-1 0 0 0,0 0 0 0 0,18 14 0 0 0,-20-18-328 0 0,2 0 0 0 0,-1-1 0 0 0,1 0 0 0 0,-1 0 0 0 0,1-1 0 0 0,0 0-1 0 0,0 0 1 0 0,0-1 0 0 0,1 0 0 0 0,-1 0 0 0 0,1-1 0 0 0,-1 0 0 0 0,1-1 0 0 0,-1 1 0 0 0,1-2 0 0 0,-1 1 0 0 0,1-1 0 0 0,-1-1-1 0 0,1 1 1 0 0,-1-1 0 0 0,0-1 0 0 0,13-5 0 0 0,-15 5-457 0 0,0 0 0 0 0,0-1 0 0 0,0 1 0 0 0,0-1 0 0 0,-1-1 0 0 0,1 1 0 0 0,-1-1 0 0 0,-1 0 0 0 0,1 0 0 0 0,5-8 0 0 0,-4 4-598 0 0,0-1 1 0 0,-1 1-1 0 0,0-1 1 0 0,-1 0-1 0 0,6-21 0 0 0,-5 9-990 0 0,5-45-1 0 0,-5-19 4245 0 0,-5 82-1599 0 0,0-13 2790 0 0,-1 0 1 0 0,-1 0-1 0 0,-6-20 7225 0 0,5 42-8762 0 0,-1 7-1459 0 0,1 5 259 0 0,1 1 0 0 0,0 0-1 0 0,1 0 1 0 0,1 0 0 0 0,1 0-1 0 0,1 0 1 0 0,3 19 0 0 0,-3-26-377 0 0,1-1 0 0 0,0 0 1 0 0,0 0-1 0 0,1 0 0 0 0,0 0 0 0 0,1-1 1 0 0,0 0-1 0 0,1 0 0 0 0,-1 0 0 0 0,2 0 1 0 0,-1-1-1 0 0,1 0 0 0 0,12 10 0 0 0,-14-14-69 0 0,1 0-1 0 0,-1-1 1 0 0,1 0-1 0 0,0 0 1 0 0,0 0-1 0 0,1 0 1 0 0,-1-1-1 0 0,1 0 1 0 0,-1-1-1 0 0,1 1 1 0 0,-1-1-1 0 0,1 0 0 0 0,0-1 1 0 0,0 0-1 0 0,12-1 1 0 0,-11 0-18 0 0,-1 0 0 0 0,1 0 0 0 0,-1-1-1 0 0,1 0 1 0 0,-1-1 0 0 0,1 0 0 0 0,-1 0 0 0 0,0 0 0 0 0,0-1 0 0 0,-1 0 0 0 0,1 0 0 0 0,-1-1-1 0 0,9-8 1 0 0,-11 9 38 0 0,0-1-1 0 0,-1 0 1 0 0,1 0 0 0 0,-1-1-1 0 0,0 1 1 0 0,0-1-1 0 0,-1 0 1 0 0,0 1-1 0 0,0-1 1 0 0,0 0-1 0 0,0-8 1 0 0,-1 4-33 0 0,-4 2 48 0 0,2 7 28 0 0,0 1 0 0 0,0-1 0 0 0,0 1 0 0 0,0-1 0 0 0,0 0 0 0 0,0 1 0 0 0,0 0 0 0 0,0-1 0 0 0,0 1 0 0 0,0 0 0 0 0,0 0 0 0 0,-1-1 0 0 0,1 1 0 0 0,0 0 0 0 0,0 0 0 0 0,0 0 0 0 0,0 0 0 0 0,0 1 0 0 0,-1-1 0 0 0,1 0 0 0 0,0 0 0 0 0,0 1 0 0 0,0-1 0 0 0,0 1 0 0 0,0-1 0 0 0,0 1 0 0 0,0-1 0 0 0,0 1 0 0 0,0-1 0 0 0,0 1 0 0 0,-1 1 0 0 0,-2 1 57 0 0,1-1-1 0 0,0 1 1 0 0,-1 1-1 0 0,1-1 1 0 0,0 0-1 0 0,-4 7 1 0 0,4-6-39 0 0,1 0 0 0 0,0 0 1 0 0,0 1-1 0 0,0-1 0 0 0,1 0 0 0 0,-1 1 0 0 0,1-1 0 0 0,0 1 1 0 0,0-1-1 0 0,0 10 0 0 0,1-11-19 0 0,0 0 1 0 0,1-1-1 0 0,-1 1 0 0 0,1 0 0 0 0,0-1 0 0 0,0 1 1 0 0,0-1-1 0 0,0 1 0 0 0,0-1 0 0 0,0 1 1 0 0,1-1-1 0 0,-1 0 0 0 0,1 0 0 0 0,0 0 1 0 0,-1 0-1 0 0,1 0 0 0 0,0 0 0 0 0,0 0 1 0 0,0 0-1 0 0,3 1 0 0 0,2 1-326 0 0,-1 0-1 0 0,1-1 0 0 0,-1 0 1 0 0,1 0-1 0 0,0-1 1 0 0,0 0-1 0 0,1 0 1 0 0,-1 0-1 0 0,0-1 1 0 0,1 0-1 0 0,-1-1 1 0 0,0 1-1 0 0,1-1 1 0 0,-1-1-1 0 0,1 0 1 0 0,-1 0-1 0 0,0 0 1 0 0,1-1-1 0 0,10-4 0 0 0,-2 1-1629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4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21567 0 0,'0'0'2336'0'0,"10"-3"-2336"0"0,5-2 0 0 0,4 1 0 0 0,1-1-144 0 0,5-2-80 0 0,6-1-8 0 0,5 0-8 0 0,8 1 160 0 0,4 1 80 0 0,4-2-80 0 0,2 0-6040 0 0,1-2-1208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58 10135 0 0,'-14'-15'14052'0'0,"22"11"-13280"0"0,-1 0 0 0 0,1 1 0 0 0,0 0 0 0 0,0 1 0 0 0,13-4 0 0 0,45-3 613 0 0,-11 1-897 0 0,-37 6-452 0 0,1 1-1 0 0,-1 0 0 0 0,1 1 0 0 0,0 1 1 0 0,-1 1-1 0 0,23 5 0 0 0,-39-6-25 0 0,1-1-1 0 0,-1 1 1 0 0,1-1 0 0 0,-1 1-1 0 0,0 0 1 0 0,1 0 0 0 0,-1 0-1 0 0,0 1 1 0 0,0-1 0 0 0,1 0-1 0 0,-1 1 1 0 0,0-1 0 0 0,2 4-1 0 0,-3-4 1 0 0,0 0 0 0 0,0 0 0 0 0,-1 0 0 0 0,1 0 0 0 0,-1 0 0 0 0,1 0 0 0 0,-1 0 0 0 0,1 0 0 0 0,-1 0 0 0 0,0 0-1 0 0,1 1 1 0 0,-1-1 0 0 0,0 0 0 0 0,0 0 0 0 0,0 0 0 0 0,0 0 0 0 0,0 1 0 0 0,0-1 0 0 0,0 0 0 0 0,0 0 0 0 0,-1 0-1 0 0,1 1 1 0 0,0-1 0 0 0,-1 0 0 0 0,1 0 0 0 0,-1 0 0 0 0,1 0 0 0 0,-1 0 0 0 0,1 0 0 0 0,-2 1 0 0 0,-5 8 57 0 0,-1 0 0 0 0,0-1 1 0 0,0 0-1 0 0,-18 13 0 0 0,-43 29 99 0 0,15-12-139 0 0,34-25-27 0 0,12-9 0 0 0,1 0 0 0 0,-1 1 0 0 0,-6 7 0 0 0,7-5 0 0 0,7-7 0 0 0,0 0 0 0 0,-1-1 0 0 0,1 1 0 0 0,-1-1 0 0 0,1 1 0 0 0,0 0 0 0 0,0-1 0 0 0,-1 1 0 0 0,1 0 0 0 0,0-1 0 0 0,0 1 0 0 0,0 0 0 0 0,0 0 0 0 0,0-1 0 0 0,0 1 0 0 0,0 0 0 0 0,3 3 0 0 0,-3-4 0 0 0,2 2-2 0 0,-1 0 0 0 0,1-1 0 0 0,0 1 0 0 0,-1-1 0 0 0,1 0 0 0 0,0 1 0 0 0,0-1 0 0 0,0 0 0 0 0,0 0 0 0 0,0 0-1 0 0,0 0 1 0 0,0-1 0 0 0,0 1 0 0 0,0-1 0 0 0,3 1 0 0 0,38 4-46 0 0,-28-5 41 0 0,50 4-7 0 0,-32-3-2 0 0,0 2-1 0 0,54 10 0 0 0,-78-11 17 0 0,-4-1 0 0 0,-1 0 0 0 0,1 1 0 0 0,0-1 0 0 0,-1 1 0 0 0,1 0 0 0 0,7 4 0 0 0,-12-6 5 0 0,1 1 0 0 0,0-1 0 0 0,0 1 0 0 0,0 0 0 0 0,0-1 0 0 0,-1 1 0 0 0,1 0 0 0 0,0-1 0 0 0,-1 1 0 0 0,1 0 0 0 0,0 0 0 0 0,-1 0 0 0 0,1 0 0 0 0,-1-1 0 0 0,1 1 0 0 0,-1 0 0 0 0,0 0 0 0 0,1 0 0 0 0,-1 0 0 0 0,0 0 0 0 0,0 0 0 0 0,1 0 0 0 0,-1 0 0 0 0,0 0 0 0 0,0 0 0 0 0,0 0 0 0 0,0 0 0 0 0,-1 0 0 0 0,1 0 0 0 0,0 0 0 0 0,0 0 0 0 0,-1 0 0 0 0,0 2 0 0 0,1 0 17 0 0,-2 1-8 0 0,0 1 0 0 0,0-1 0 0 0,0 0 0 0 0,0 1-1 0 0,0-1 1 0 0,-1 0 0 0 0,0 0 0 0 0,0-1 0 0 0,0 1 0 0 0,0-1 0 0 0,-1 1 0 0 0,-5 3 0 0 0,-7 5-12 0 0,-29 17 1 0 0,26-18-14 0 0,-12 8-97 0 0,-53 30-359 0 0,76-44-224 0 0,-1 0 0 0 0,-14 13 0 0 0,19-15-404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5063 0 0,'-29'21'25768'0'0,"45"3"-29104"0"0,-13-20 2773 0 0,5 7-1722 0 0</inkml:trace>
  <inkml:trace contextRef="#ctx0" brushRef="#br0" timeOffset="1">135 260 14279 0 0,'-21'23'1527'0'0,"20"-22"-1458"0"0,0-1 1 0 0,1 1-1 0 0,-1 0 0 0 0,0 0 1 0 0,1 0-1 0 0,-1-1 1 0 0,0 1-1 0 0,1 0 0 0 0,-1 0 1 0 0,1 0-1 0 0,-1 0 1 0 0,1 0-1 0 0,-1 0 0 0 0,1 0 1 0 0,0 0-1 0 0,0 0 1 0 0,-1 0-1 0 0,1 0 0 0 0,0 1 1 0 0,0 1-1 0 0,0 1 1207 0 0,-3 22 9857 0 0,3-25-10159 0 0,0 0-986 0 0,0-1-1 0 0,0 1 1 0 0,0 0 0 0 0,0-1 0 0 0,0 1 0 0 0,0 0 0 0 0,0-1-1 0 0,1 1 1 0 0,-1-1 0 0 0,0 1 0 0 0,0-1 0 0 0,1 1 0 0 0,-1 0-1 0 0,0-1 1 0 0,1 2 0 0 0,8 0-2479 0 0,6 0-7614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 18887 0 0,'0'0'863'0'0,"0"-2"-14"0"0,-2-3-546 0 0,2-2-62 0 0,1 7-152 0 0,-1 0 0 0 0,0-1-1 0 0,0 1 1 0 0,0 0 0 0 0,0 0-1 0 0,1-1 1 0 0,-1 1 0 0 0,0 0-1 0 0,0 0 1 0 0,1 0 0 0 0,-1-1-1 0 0,0 1 1 0 0,1 0 0 0 0,-1 0-1 0 0,0 0 1 0 0,0 0 0 0 0,1-1-1 0 0,-1 1 1 0 0,0 0 0 0 0,1 0-1 0 0,-1 0 1 0 0,0 0 0 0 0,1 0 0 0 0,-1 0-1 0 0,0 0 1 0 0,1 0 0 0 0,-1 0-1 0 0,0 0 1 0 0,1 0 0 0 0,8 2 1235 0 0,-4-1-1071 0 0,0 1-1 0 0,0 0 0 0 0,0 0 1 0 0,-1 0-1 0 0,1 1 1 0 0,-1-1-1 0 0,0 1 0 0 0,0 0 1 0 0,0 1-1 0 0,0-1 0 0 0,0 1 1 0 0,-1-1-1 0 0,1 1 0 0 0,-1 0 1 0 0,0 0-1 0 0,3 7 0 0 0,3 6 93 0 0,0 1-1 0 0,12 37 1 0 0,-6-13 186 0 0,-7-19-342 0 0,-7-17-136 0 0,1 0-1 0 0,0 0 1 0 0,1 0 0 0 0,-1 0 0 0 0,1 0-1 0 0,1 0 1 0 0,-1-1 0 0 0,1 1 0 0 0,0-1-1 0 0,0 0 1 0 0,0 0 0 0 0,9 7 0 0 0,-12-12-49 0 0,0 0 0 0 0,1 0 0 0 0,-1 0 0 0 0,1-1 0 0 0,-1 1 0 0 0,0 0-1 0 0,1-1 1 0 0,-1 1 0 0 0,0-1 0 0 0,1 1 0 0 0,-1-1 0 0 0,0 1 0 0 0,0-1 0 0 0,0 0 0 0 0,2-2 0 0 0,-2 3 2 0 0,5-7-23 0 0,0 0-1 0 0,-1 0 1 0 0,0-1-1 0 0,0 0 1 0 0,-1 0-1 0 0,0 0 1 0 0,0 0-1 0 0,-1 0 1 0 0,2-10 0 0 0,5-10-92 0 0,2-1-60 0 0,1 0 0 0 0,1 0-1 0 0,23-33 1 0 0,-35 59 132 0 0,0 0 0 0 0,1 0 0 0 0,-1 1 0 0 0,1-1-1 0 0,5-3 1 0 0,-8 6 33 0 0,1-1 1 0 0,-1 1-1 0 0,1 0 0 0 0,0 0 0 0 0,-1 0 0 0 0,1 0 0 0 0,-1 0 0 0 0,1-1 0 0 0,-1 1 0 0 0,1 0 1 0 0,0 0-1 0 0,-1 1 0 0 0,1-1 0 0 0,-1 0 0 0 0,1 0 0 0 0,-1 0 0 0 0,1 0 0 0 0,-1 0 0 0 0,1 1 1 0 0,-1-1-1 0 0,1 0 0 0 0,-1 0 0 0 0,1 1 0 0 0,-1-1 0 0 0,1 0 0 0 0,-1 1 0 0 0,1-1 0 0 0,-1 1 1 0 0,1-1-1 0 0,-1 0 0 0 0,0 1 0 0 0,1-1 0 0 0,-1 1 0 0 0,0-1 0 0 0,0 1 0 0 0,1-1 0 0 0,-1 1 1 0 0,0 0-1 0 0,0 0 0 0 0,10 23-106 0 0,3 30 310 0 0,-10-35-68 0 0,2 0 0 0 0,0-1 0 0 0,1 1 0 0 0,9 19 0 0 0,-8-25-115 0 0,-2-3 8 0 0,1 0 0 0 0,0 0 1 0 0,0-1-1 0 0,14 17 0 0 0,-17-24-22 0 0,-1 1 1 0 0,0-1-1 0 0,1 0 1 0 0,-1-1-1 0 0,1 1 0 0 0,0 0 1 0 0,0-1-1 0 0,0 1 0 0 0,-1-1 1 0 0,1 0-1 0 0,0 0 0 0 0,1 0 1 0 0,-1-1-1 0 0,0 1 0 0 0,0-1 1 0 0,0 1-1 0 0,0-1 0 0 0,0 0 1 0 0,1 0-1 0 0,-1-1 0 0 0,0 1 1 0 0,4-2-1 0 0,-3 1-18 0 0,0 0 1 0 0,-1 0-1 0 0,1-1 1 0 0,-1 0-1 0 0,1 0 0 0 0,-1 0 1 0 0,1 0-1 0 0,-1 0 0 0 0,0-1 1 0 0,0 1-1 0 0,0-1 1 0 0,0 0-1 0 0,-1 0 0 0 0,1 0 1 0 0,3-6-1 0 0,2-5-99 0 0,0-1 1 0 0,9-23-1 0 0,-9 20 73 0 0,11-29-137 0 0,-14 31 121 0 0,1 0 0 0 0,1 1 0 0 0,0-1 1 0 0,1 2-1 0 0,1-1 0 0 0,14-17 0 0 0,-15 24 41 0 0,-1 4 27 0 0,-5 5 2 0 0,0 0 1 0 0,0-1-1 0 0,0 1 1 0 0,0 0-1 0 0,0 1 1 0 0,0-1-1 0 0,-1 0 1 0 0,1 0 0 0 0,0 1-1 0 0,-1-1 1 0 0,1 1-1 0 0,-1-1 1 0 0,1 1-1 0 0,-1 0 1 0 0,0-1-1 0 0,2 5 1 0 0,17 31 305 0 0,-10-15-224 0 0,1-1-1 0 0,16 25 1 0 0,-22-39-102 0 0,1 0 0 0 0,-1 0 1 0 0,1 0-1 0 0,0-1 0 0 0,1 0 0 0 0,0 0 0 0 0,0 0 1 0 0,0-1-1 0 0,10 6 0 0 0,-14-10-11 0 0,-1 0 0 0 0,0 0 0 0 0,1 0 0 0 0,-1 0 0 0 0,0-1 0 0 0,1 1 0 0 0,-1-1 0 0 0,1 0 0 0 0,-1 1-1 0 0,1-1 1 0 0,-1 0 0 0 0,1 0 0 0 0,-1-1 0 0 0,1 1 0 0 0,-1-1 0 0 0,0 1 0 0 0,1-1 0 0 0,-1 1 0 0 0,0-1 0 0 0,1 0 0 0 0,-1 0 0 0 0,0-1 0 0 0,0 1 0 0 0,0 0 0 0 0,0-1 0 0 0,0 1 0 0 0,0-1 0 0 0,0 1 0 0 0,0-1-1 0 0,2-3 1 0 0,4-5-77 0 0,0-1-1 0 0,-1 0 0 0 0,0 0 0 0 0,8-19 1 0 0,-9 17-67 0 0,7-14-116 0 0,1 1 0 0 0,27-38-1 0 0,-40 63 349 0 0,9 8 147 0 0,-8-5-134 0 0,0 1 0 0 0,0-1 0 0 0,0 1 0 0 0,0 0 0 0 0,0 0 0 0 0,0 0 0 0 0,-1 0 0 0 0,1 0 0 0 0,1 5 0 0 0,7 34 456 0 0,-4-14-296 0 0,-2-14-350 0 0,0-1 0 0 0,1 1 0 0 0,0-1 0 0 0,1-1 0 0 0,1 1 0 0 0,0-1 0 0 0,15 20 0 0 0,-20-31-211 0 0,0 1-1 0 0,-1-1 1 0 0,1 1-1 0 0,0-1 1 0 0,0 0-1 0 0,1 0 1 0 0,-1 0-1 0 0,0 0 1 0 0,0-1 0 0 0,0 1-1 0 0,1-1 1 0 0,-1 1-1 0 0,0-1 1 0 0,1 0-1 0 0,-1 1 1 0 0,0-1-1 0 0,0 0 1 0 0,3-1-1 0 0,7 0-8574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17967 0 0,'0'0'1920'0'0,"-8"-1"3696"0"0,16 9-7096 0 0,2 0 8 0 0,1 0-40 0 0</inkml:trace>
  <inkml:trace contextRef="#ctx0" brushRef="#br0" timeOffset="1">249 101 17967 0 0,'0'0'1878'0'0,"1"1"-1782"0"0,72 54 6637 0 0,4-4-3319 0 0,-63-43-3122 0 0,197 128 848 0 0,-183-109-1862 0 0,-27-26-2 0 0,2 1-340 0 0,0 0-203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7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12895 0 0,'-7'3'1172'0'0,"-6"2"-906"0"0,9-4 60 0 0,0 1-1 0 0,0-1 1 0 0,1 1-1 0 0,-1 0 0 0 0,0 0 1 0 0,1 0-1 0 0,-4 3 1 0 0,-50 47 9967 0 0,-25 32-6768 0 0,-17 17-3560 0 0,95-96-216 0 0,-1 0-1 0 0,0 0 1 0 0,1 0-1 0 0,0 1 1 0 0,-6 9-1 0 0,9-13-827 0 0,2-1 321 0 0,1 0 0 0 0,-1 0 0 0 0,0 0 0 0 0,1 0 0 0 0,-1 0 0 0 0,1 0 0 0 0,-1 0 0 0 0,1-1 0 0 0,-1 1 0 0 0,1-1 0 0 0,-1 1 0 0 0,4 0 0 0 0,11 1-7145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7367 0 0,'-5'-3'20943'0'0,"5"4"-20784"0"0,-1 1 1 0 0,0 0 0 0 0,1 0 0 0 0,-1 0-1 0 0,1 0 1 0 0,-1-1 0 0 0,1 1 0 0 0,0 0 0 0 0,0 3-1 0 0,0-2 65 0 0,-4 53 458 0 0,2 1 1 0 0,12 107-1 0 0,-2-64-641 0 0,-4-54-2012 0 0,9 48-1 0 0,-7-72-1242 0 0,-3-13 1567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22663 0 0,'0'0'2053'0'0,"1"1"-1690"0"0,1 5-160 0 0,1 0 1 0 0,0-1-1 0 0,0 0 1 0 0,1 0-1 0 0,-1 0 0 0 0,1 0 1 0 0,0 0-1 0 0,0-1 0 0 0,1 1 1 0 0,-1-1-1 0 0,1-1 0 0 0,0 1 1 0 0,0 0-1 0 0,0-1 0 0 0,12 5 1 0 0,3 1 348 0 0,1-1 0 0 0,0 0 0 0 0,24 4 1 0 0,-31-9-514 0 0,0 0 0 0 0,1-1 0 0 0,-1-1 0 0 0,1 0 0 0 0,-1 0 0 0 0,1-2 0 0 0,-1 0 0 0 0,1 0 0 0 0,-1-2 1 0 0,1 0-1 0 0,-1 0 0 0 0,0-1 0 0 0,-1-1 0 0 0,1 0 0 0 0,18-11 0 0 0,-5 2-39 0 0,-16 8 0 0 0,0 0 0 0 0,0 0 0 0 0,-1-1 0 0 0,12-10 0 0 0,-19 14 0 0 0,11-7 11 0 0,-13 11 2 0 0,0 0 0 0 0,0 0 0 0 0,-1 0 0 0 0,1 0 0 0 0,0 0 0 0 0,0 0 0 0 0,-1 0 0 0 0,1 1 0 0 0,-1-1 0 0 0,1 0 0 0 0,-1 0 0 0 0,1 0 0 0 0,-1 2 0 0 0,2 6 99 0 0,-1 0 0 0 0,0 0 0 0 0,-1 0 0 0 0,0 11 1 0 0,-1-13-78 0 0,1 0 0 0 0,0 1 0 0 0,1-1 0 0 0,0 0 0 0 0,0 0 0 0 0,0 0 1 0 0,4 11-1 0 0,-4-14-26 0 0,1 1-1 0 0,1-1 1 0 0,-1 0 0 0 0,0 1 0 0 0,1-1 0 0 0,0 0 0 0 0,0 0 0 0 0,0-1 0 0 0,0 1 0 0 0,1-1 0 0 0,0 0 0 0 0,6 6 0 0 0,-6-8-25 0 0,-1 1 1 0 0,0 0 0 0 0,1-1 0 0 0,-1 0 0 0 0,1 0 0 0 0,-1 0 0 0 0,1 0 0 0 0,0-1 0 0 0,-1 1-1 0 0,1-1 1 0 0,0 0 0 0 0,-1 0 0 0 0,1 0 0 0 0,0-1 0 0 0,0 1 0 0 0,-1-1 0 0 0,7-2 0 0 0,-3 1-11 0 0,0-1 0 0 0,0-1 0 0 0,1 1 0 0 0,-2-1 0 0 0,1 0 0 0 0,0-1-1 0 0,-1 1 1 0 0,0-2 0 0 0,0 1 0 0 0,-1 0 0 0 0,7-8 0 0 0,-4 3-11 0 0,-1 0-1 0 0,0-1 1 0 0,0 0-1 0 0,-1 0 1 0 0,0 0-1 0 0,4-15 1 0 0,4-4 52 0 0,-13 29 186 0 0,15 16-9 0 0,-7-6-128 0 0,-2 1-1 0 0,1 0 1 0 0,8 15 0 0 0,-11-16-181 0 0,0 0 0 0 0,0-1-1 0 0,1 0 1 0 0,1 0 0 0 0,-1-1 0 0 0,1 0 0 0 0,8 7-1 0 0,-10-11-213 0 0,0 0 0 0 0,1 0 0 0 0,-1 0 0 0 0,0 0 0 0 0,10 2 0 0 0,0-1-2890 0 0,0-2-3654 0 0,-3-2-1384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5983 0 0,'1'2'4615'0'0,"4"16"4223"0"0,1 0-3533 0 0,-2-1-3351 0 0,2 0 0 0 0,14 31 0 0 0,-13-35-1345 0 0,-4-6-455 0 0,0 0 0 0 0,1-1 0 0 0,0 1 0 0 0,0-1 0 0 0,0 0 0 0 0,1 0 0 0 0,7 6 0 0 0,-11-10-88 0 0,1-2 6 0 0,6 3-7 0 0,0-5-12 0 0,-4-1-52 0 0,-1-1 0 0 0,1 1 0 0 0,-1 0 0 0 0,0-1 0 0 0,0 0 0 0 0,0 1 0 0 0,0-1 0 0 0,-1-1 0 0 0,0 1 0 0 0,4-9 0 0 0,10-16-1 0 0,14-14-60 0 0,-17 22-488 0 0,1 1 1 0 0,1 0-1 0 0,1 2 1 0 0,1-1-1 0 0,22-18 1 0 0,-37 36 252 0 0,-1 0 1 0 0,1-1-1 0 0,-1 1 1 0 0,1 0-1 0 0,0 1 1 0 0,-1-1-1 0 0,1 0 0 0 0,0 0 1 0 0,3 0-1 0 0,4 1-2006 0 0</inkml:trace>
  <inkml:trace contextRef="#ctx0" brushRef="#br0" timeOffset="1">378 305 10135 0 0,'0'0'778'0'0,"2"0"-149"0"0,2 2 375 0 0,0 0-1 0 0,1-1 1 0 0,-1 0 0 0 0,1 0 0 0 0,-1-1-1 0 0,1 1 1 0 0,-1-1 0 0 0,9 0 0 0 0,-5-1-200 0 0,0 0-1 0 0,0-1 1 0 0,0 1 0 0 0,11-5 0 0 0,0-2 213 0 0,1-1-1 0 0,34-22 0 0 0,-39 21-859 0 0,1-1-1 0 0,-2-1 0 0 0,0 0 0 0 0,0-1 0 0 0,-1 0 1 0 0,-1-1-1 0 0,0-1 0 0 0,-1 0 0 0 0,0 0 0 0 0,-2-1 0 0 0,1-1 1 0 0,-2 1-1 0 0,7-20 0 0 0,-14 34-137 0 0,-1 0-1 0 0,1 0 0 0 0,0-1 1 0 0,0 1-1 0 0,-1 0 1 0 0,0-1-1 0 0,1 1 1 0 0,-1-1-1 0 0,0 1 1 0 0,0 0-1 0 0,0-1 1 0 0,-1-3-1 0 0,0 4 85 0 0,-1 2 94 0 0,0-1-145 0 0,-1 0-1 0 0,1 1 1 0 0,-1 0-1 0 0,1 0 1 0 0,-1 0-1 0 0,1 0 1 0 0,-1 0 0 0 0,1 0-1 0 0,-1 1 1 0 0,1-1-1 0 0,-1 1 1 0 0,-4 1-1 0 0,2 0 35 0 0,0 1 0 0 0,0 0 0 0 0,0 0 0 0 0,0 0 0 0 0,-6 5-1 0 0,-3 6 134 0 0,0 0 0 0 0,-16 22 0 0 0,26-31-178 0 0,-7 8 8 0 0,1 0 0 0 0,1 1 1 0 0,0 0-1 0 0,1 1 0 0 0,-12 30 0 0 0,18-39-30 0 0,0 1 0 0 0,1-1 0 0 0,0 0 0 0 0,0 1 0 0 0,0-1 0 0 0,1 1 0 0 0,0 12 0 0 0,1-15-14 0 0,0 1 1 0 0,0-1-1 0 0,0 0 0 0 0,0 0 0 0 0,1 0 0 0 0,-1 0 0 0 0,1 0 0 0 0,0 0 0 0 0,0 0 0 0 0,1-1 0 0 0,-1 1 0 0 0,7 6 0 0 0,-2-3-11 0 0,1 0 1 0 0,0-1-1 0 0,1 0 1 0 0,0 0-1 0 0,0-1 0 0 0,0 0 1 0 0,0 0-1 0 0,1-1 0 0 0,-1 0 1 0 0,1-1-1 0 0,0 0 1 0 0,1-1-1 0 0,-1 0 0 0 0,21 2 1 0 0,6-3-84 0 0,1-2 0 0 0,65-8 0 0 0,-32-2-2433 0 0,-37 4-4482 0 0,6 1-2839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4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345 145 8287 0 0,'1'-1'639'0'0,"6"-11"-973"0"0,2-2 3993 0 0,9-21 0 0 0,-16 32-2931 0 0,0-1 0 0 0,-1 0 0 0 0,0 1 1 0 0,0-1-1 0 0,0 0 0 0 0,0 0 0 0 0,-1 0 1 0 0,1 0-1 0 0,-1 0 0 0 0,0 1 0 0 0,-1-7 0 0 0,1 9-570 0 0,-1 0 0 0 0,1 0 0 0 0,-1 0-1 0 0,1 1 1 0 0,-1-1 0 0 0,0 0-1 0 0,1 0 1 0 0,-1 1 0 0 0,0-1-1 0 0,1 1 1 0 0,-1-1 0 0 0,0 1 0 0 0,0-1-1 0 0,0 1 1 0 0,0-1 0 0 0,1 1-1 0 0,-1 0 1 0 0,-2-1 0 0 0,0 0 263 0 0,-5-3-80 0 0,0 1 1 0 0,0 0 0 0 0,0 1-1 0 0,0 0 1 0 0,0 0 0 0 0,-1 1-1 0 0,-12 0 1 0 0,-2 0 139 0 0,-35 6 1 0 0,23 0-221 0 0,-64 20 0 0 0,94-23-259 0 0,1 0-1 0 0,0 0 0 0 0,-1 0 0 0 0,1 0 0 0 0,0 1 0 0 0,0 0 1 0 0,0-1-1 0 0,-4 6 0 0 0,2-1-1 0 0,4 2 0 0 0,2-6 0 0 0,1-1 0 0 0,-1 1 0 0 0,1-1 0 0 0,-1 1 0 0 0,1-1 0 0 0,0 0 0 0 0,0 1 0 0 0,0-1 0 0 0,1 0 0 0 0,-1 0 0 0 0,0 1 0 0 0,1-1 0 0 0,-1 0 0 0 0,1 0 0 0 0,0-1 0 0 0,0 1 0 0 0,-1 0 0 0 0,1-1 0 0 0,4 3 0 0 0,5 3 0 0 0,0 0 0 0 0,20 8 0 0 0,-18-9 0 0 0,102 40 0 0 0,-8-3 0 0 0,-89-35 0 0 0,-1 2 0 0 0,0-1 0 0 0,29 24 0 0 0,-44-31 2 0 0,1 0 0 0 0,-1 1 1 0 0,1-1-1 0 0,-1 1 0 0 0,0-1 0 0 0,0 1 1 0 0,0 0-1 0 0,0 0 0 0 0,0 0 0 0 0,-1 0 1 0 0,1 0-1 0 0,-1 0 0 0 0,0 1 0 0 0,0-1 0 0 0,1 5 1 0 0,-2-6-1 0 0,0 0 0 0 0,0 0 1 0 0,0 0-1 0 0,-1 1 1 0 0,1-1-1 0 0,0 0 0 0 0,-1 0 1 0 0,1 0-1 0 0,-1 0 0 0 0,0 0 1 0 0,0 0-1 0 0,0 0 1 0 0,0 0-1 0 0,0 0 0 0 0,0 0 1 0 0,0-1-1 0 0,0 1 0 0 0,-1 0 1 0 0,1-1-1 0 0,-1 1 0 0 0,0-1 1 0 0,1 1-1 0 0,-1-1 1 0 0,0 0-1 0 0,-2 2 0 0 0,-4 1 18 0 0,-1 0 0 0 0,0 0 0 0 0,1-1 0 0 0,-1 0 1 0 0,0-1-1 0 0,-1 0 0 0 0,1 0 0 0 0,0-1 0 0 0,-12 0 0 0 0,-12 0 67 0 0,-41-6 0 0 0,-36-9-875 0 0,97 11 591 0 0,-1 0 0 0 0,1-1 1 0 0,0-1-1 0 0,0 0 0 0 0,-23-13 0 0 0,34 17-80 0 0,0 1 1 0 0,1-1-1 0 0,-1-1 1 0 0,1 1 0 0 0,-1 0-1 0 0,1 0 1 0 0,-1 0-1 0 0,1-1 1 0 0,0 1 0 0 0,-1-1-1 0 0,1 1 1 0 0,0-1-1 0 0,0 1 1 0 0,0-1-1 0 0,0 0 1 0 0,1 0 0 0 0,-1 1-1 0 0,0-3 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15 9215 0 0,'0'0'831'0'0,"-10"-9"-140"0"0,8 8 140 0 0,1 0 1 0 0,0 0-1 0 0,-1 1 1 0 0,1-1-1 0 0,-1 1 1 0 0,1-1-1 0 0,-1 1 1 0 0,1 0-1 0 0,-1-1 1 0 0,1 1-1 0 0,-3 0 1 0 0,-18 4 4236 0 0,11-1-4023 0 0,1 1 0 0 0,-12 7 0 0 0,18-9-731 0 0,-2 1-176 0 0,-1 0 0 0 0,1 0 1 0 0,0 1-1 0 0,0 0 0 0 0,1 1 0 0 0,-1-1 0 0 0,1 1 0 0 0,0 0 0 0 0,0 0 0 0 0,0 1 0 0 0,1-1 0 0 0,-7 12 0 0 0,10-15-259 0 0,3-1-341 0 0,4 0 353 0 0,-1 1-1 0 0,0-1 0 0 0,0 0 1 0 0,1 0-1 0 0,-1 0 0 0 0,1-1 1 0 0,-1 0-1 0 0,1 0 0 0 0,-1 0 1 0 0,1-1-1 0 0,-1 0 0 0 0,0 0 1 0 0,1 0-1 0 0,-1 0 0 0 0,0-1 0 0 0,0 0 1 0 0,0 0-1 0 0,7-5 0 0 0,0 3-14 0 0,1-3-42 0 0,14-18 1879 0 0,-26 27-1452 0 0,11 11-76 0 0,24 20 0 0 0,-11-11-104 0 0,7 8-90 0 0,-3-4-19 0 0,41 48 1 0 0,-59-61-103 0 0,-1 1-1 0 0,0 0 1 0 0,-1 0 0 0 0,-1 1 0 0 0,11 24-1 0 0,-17-36 106 0 0,-1 1 0 0 0,0 0 0 0 0,0-1 0 0 0,0 1 0 0 0,0 0-1 0 0,-1 0 1 0 0,0 0 0 0 0,1-1 0 0 0,-1 1 0 0 0,-1 0 0 0 0,1 0 0 0 0,0 0-1 0 0,-1 0 1 0 0,0-1 0 0 0,0 1 0 0 0,0 0 0 0 0,0-1 0 0 0,-1 1 0 0 0,1 0-1 0 0,-1-1 1 0 0,0 0 0 0 0,0 1 0 0 0,0-1 0 0 0,-1 0 0 0 0,1 0-1 0 0,-1 0 1 0 0,1-1 0 0 0,-1 1 0 0 0,0-1 0 0 0,-6 5 0 0 0,-1-1 72 0 0,0 0 1 0 0,0-1 0 0 0,-1 0 0 0 0,1-1-1 0 0,-1 0 1 0 0,0-1 0 0 0,-20 4-1 0 0,8-4 80 0 0,0 0-1 0 0,-44-2 1 0 0,55-2-1111 0 0,-1 0-1 0 0,-18-4 1 0 0,28 5 548 0 0,0-1 0 0 0,0 0 0 0 0,0 0-1 0 0,0 0 1 0 0,0 0 0 0 0,0 0 0 0 0,0-1 0 0 0,1 1-1 0 0,-1-1 1 0 0,0 0 0 0 0,1 0 0 0 0,-1 0 0 0 0,1 0 0 0 0,0 0-1 0 0,-4-5 1 0 0,1-6-8056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10135 0 0,'0'0'778'0'0,"2"-1"-506"0"0,48-10 10336 0 0,-14 3-4622 0 0,-12 4-5794 0 0,148-13-1 0 0,-171 17-194 0 0,28-2-2151 0 0,1 1-4097 0 0,0 4-2264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49 23527 0 0,'-32'-25'2760'0'0,"26"20"-2968"0"0,3 3 318 0 0,0 0 1 0 0,0 0-1 0 0,0 1 0 0 0,0-1 0 0 0,-1 1 0 0 0,1 0 1 0 0,0 0-1 0 0,-1 0 0 0 0,-4 0 0 0 0,-34-3 1439 0 0,25 4-1073 0 0,0 0 1 0 0,0 2-1 0 0,0 0 0 0 0,0 0 1 0 0,-25 9-1 0 0,17-3-289 0 0,0 1 0 0 0,-44 23-1 0 0,62-28-172 0 0,0 0-1 0 0,1 0 1 0 0,-1 1 0 0 0,1-1-1 0 0,0 2 1 0 0,0-1-1 0 0,0 0 1 0 0,1 1-1 0 0,0 0 1 0 0,0 1-1 0 0,-5 7 1 0 0,9-12-14 0 0,-2 2 0 0 0,4 10 0 0 0,0-11 0 0 0,0 1 0 0 0,0-1 0 0 0,1 1 0 0 0,-1-1 0 0 0,1 0 0 0 0,0 0 0 0 0,0 1 0 0 0,0-1 0 0 0,0 0 0 0 0,0-1 0 0 0,1 1 0 0 0,-1 0 0 0 0,1-1 0 0 0,0 1 0 0 0,0-1 0 0 0,0 0 0 0 0,0 0 0 0 0,3 2 0 0 0,9 4 0 0 0,1-1 0 0 0,24 9 0 0 0,-32-13 0 0 0,91 26 0 0 0,11 5 0 0 0,-96-29 0 0 0,-1 1 0 0 0,0 0 0 0 0,-1 1 0 0 0,1 0 0 0 0,20 17 0 0 0,-31-22 0 0 0,0 0 0 0 0,0 0 0 0 0,0 0 0 0 0,0 0 0 0 0,0 0 0 0 0,0 1 0 0 0,-1-1-1 0 0,0 0 1 0 0,1 1 0 0 0,-1-1 0 0 0,0 1 0 0 0,0 0 0 0 0,0-1 0 0 0,0 1 0 0 0,-1 0 0 0 0,2 4 0 0 0,-3-5 0 0 0,1 0 1 0 0,0 0 0 0 0,0 0-1 0 0,-1 0 1 0 0,1 0-1 0 0,-1 0 1 0 0,1 0 0 0 0,-1 0-1 0 0,0 0 1 0 0,0 0-1 0 0,0 0 1 0 0,0-1 0 0 0,0 1-1 0 0,0 0 1 0 0,0-1-1 0 0,-1 1 1 0 0,1 0 0 0 0,-1-1-1 0 0,1 0 1 0 0,-1 1 0 0 0,1-1-1 0 0,-1 0 1 0 0,-3 2-1 0 0,-9 4 37 0 0,-1-1 1 0 0,0 0-1 0 0,0-1 0 0 0,-31 5 0 0 0,27-5-17 0 0,-22 2-275 0 0,0-1 0 0 0,0-2 0 0 0,0-1 0 0 0,-1-3 0 0 0,-53-6 0 0 0,93 6 89 0 0,-1 0-1 0 0,0 0 0 0 0,1 0 0 0 0,-1-1 0 0 0,0 0 1 0 0,1 1-1 0 0,-1-1 0 0 0,1 0 0 0 0,-1 0 1 0 0,-3-2-1 0 0,6 2 30 0 0,0 1 1 0 0,0-1 0 0 0,0 1 0 0 0,0-1-1 0 0,0 1 1 0 0,0-1 0 0 0,0 1 0 0 0,0-1-1 0 0,0 1 1 0 0,0-1 0 0 0,1 1 0 0 0,-1-1-1 0 0,0 1 1 0 0,0-1 0 0 0,0 1 0 0 0,1-1-1 0 0,-1 1 1 0 0,0-1 0 0 0,1 0-1 0 0,-1 1-151 0 0,9-11-2790 0 0,4-1-5501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77 14743 0 0,'0'0'672'0'0,"6"-6"230"0"0,-1-1-2114 0 0,-3 5 2104 0 0,0 0-1 0 0,0 1 1 0 0,-1-1-1 0 0,1 0 0 0 0,-1-1 1 0 0,1 1-1 0 0,-1 0 1 0 0,2-4-1 0 0,-3 5-546 0 0,0 1 1 0 0,0-1-1 0 0,0 0 0 0 0,0 0 0 0 0,0 0 1 0 0,0 1-1 0 0,0-1 0 0 0,0 0 1 0 0,0 0-1 0 0,0 1 0 0 0,0-1 0 0 0,-1 0 1 0 0,1 0-1 0 0,0 1 0 0 0,-1-1 1 0 0,0-1-1 0 0,-8-9 327 0 0,6 9-536 0 0,0 0 0 0 0,0 0 0 0 0,0 1 0 0 0,-1-1 0 0 0,1 1 1 0 0,-1-1-1 0 0,1 1 0 0 0,-1 0 0 0 0,1 0 0 0 0,-1 1 0 0 0,0-1 0 0 0,1 1 0 0 0,-1-1 1 0 0,0 1-1 0 0,-5 1 0 0 0,2 0-98 0 0,-1 0 0 0 0,1 0 0 0 0,0 0 0 0 0,0 1 0 0 0,0 1 0 0 0,-12 4 0 0 0,14-4-28 0 0,1-1 0 0 0,-1 1 0 0 0,1-1 0 0 0,0 1 0 0 0,0 0 0 0 0,0 1 0 0 0,0-1 0 0 0,0 1 0 0 0,1 0 0 0 0,0 0 0 0 0,0 0 1 0 0,0 0-1 0 0,0 0 0 0 0,0 1 0 0 0,1 0 0 0 0,0-1 0 0 0,0 1 0 0 0,0 0 0 0 0,1 0 0 0 0,-1 0 0 0 0,1 0 0 0 0,0 0 0 0 0,1 0 0 0 0,-1 0 1 0 0,1 0-1 0 0,1 8 0 0 0,9 48 48 0 0,35 115 1 0 0,-30-123-59 0 0,-2-6-20 0 0,21 63-1137 0 0,-32-105 538 0 0,-1-2 24 0 0</inkml:trace>
  <inkml:trace contextRef="#ctx0" brushRef="#br0" timeOffset="1">1 390 14743 0 0,'2'0'8307'0'0,"99"-16"-1850"0"0,52-23-5968 0 0,-123 29-1164 0 0,-14 4-1624 0 0,2 0-3612 0 0,9-1-3169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8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13823 0 0,'0'0'1836'0'0,"3"0"304"0"0,3-1-1126 0 0,1 1 0 0 0,-1 0 0 0 0,0 1-1 0 0,0 0 1 0 0,0 0 0 0 0,0 0 0 0 0,0 0 0 0 0,9 4 0 0 0,-5 0-406 0 0,0-1 0 0 0,0 1 1 0 0,-1 1-1 0 0,11 7 1 0 0,5 8-235 0 0,-1 1-1 0 0,26 28 1 0 0,-48-47-222 0 0,26 29 291 0 0,37 58 1 0 0,-53-73-366 0 0,43 69 67 0 0,12 18-35 0 0,-47-75-164 0 0,9 12 127 0 0,-7-15-3669 0 0,-16-36 532 0 0,-2-2 1349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0 16583 0 0,'0'0'762'0'0,"-1"0"-18"0"0,-8 3-179 0 0,5 1 291 0 0,0 0 1 0 0,0 1-1 0 0,0-1 1 0 0,1 1-1 0 0,0 0 1 0 0,-4 7-1 0 0,-3 4 1023 0 0,-37 65 1584 0 0,-4 3-2339 0 0,-212 264 352 0 0,226-311-1465 0 0,-8 11-80 0 0,40-43-106 0 0,1 1 0 0 0,0 0-1 0 0,0 0 1 0 0,0 0-1 0 0,1 0 1 0 0,-4 10 0 0 0,6-14-789 0 0,3-1-232 0 0,7 4-1722 0 0,5-1-6703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29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29 13359 0 0,'-8'3'15571'0'0,"11"-3"-14890"0"0,250-31 1747 0 0,-211 31-2436 0 0,-22 0 208 0 0,-24 18-8 0 0,-1-9-164 0 0,0-1 0 0 0,-1-1 0 0 0,0 1 0 0 0,0-1 0 0 0,0 0 0 0 0,-1 0 0 0 0,-1-1 0 0 0,-13 10 0 0 0,7-5 18 0 0,-16 17 0 0 0,15-15-46 0 0,11-10 0 0 0,-1 1 0 0 0,1 0 0 0 0,0 0 0 0 0,1 0 0 0 0,-1 0 0 0 0,-4 8 0 0 0,5-5 0 0 0,2-7 0 0 0,1 1 0 0 0,0-1 0 0 0,0 0 0 0 0,-1 1 0 0 0,1-1 0 0 0,0 1 0 0 0,0-1 0 0 0,0 1 0 0 0,0-1 0 0 0,0 1 0 0 0,0-1 0 0 0,0 0 0 0 0,0 1 0 0 0,0-1 0 0 0,0 1 0 0 0,0-1 0 0 0,0 1 0 0 0,0-1 0 0 0,0 1 0 0 0,0-1 0 0 0,0 1 0 0 0,1-1 0 0 0,-1 0 0 0 0,0 1 0 0 0,0-1 0 0 0,0 1 0 0 0,1-1 0 0 0,-1 0 0 0 0,0 1 0 0 0,1-1 0 0 0,-1 0 0 0 0,0 1 0 0 0,1-1 0 0 0,-1 0 0 0 0,0 1 0 0 0,1-1 0 0 0,0 0 0 0 0,-1 1 0 0 0,4 2 0 0 0,0 1 0 0 0,0 0 0 0 0,1-1 0 0 0,-1 0 0 0 0,1 0 0 0 0,0 0 0 0 0,-1 0 0 0 0,1-1 0 0 0,1 0 0 0 0,6 2 0 0 0,7 1 0 0 0,31 4 0 0 0,-20-4 0 0 0,5 0 0 0 0,-27-4 0 0 0,1 0 0 0 0,-1 0 0 0 0,0 1 0 0 0,1 0 0 0 0,-1 0 0 0 0,15 7 0 0 0,-16-4 0 0 0,-6-5 0 0 0,-1 1 0 0 0,1-1 0 0 0,-1 0 0 0 0,1 1 0 0 0,-1-1 0 0 0,0 1 0 0 0,1-1 0 0 0,-1 0 0 0 0,1 1 0 0 0,-1-1 0 0 0,0 1 0 0 0,1-1 0 0 0,-1 1 0 0 0,0-1 0 0 0,0 1 0 0 0,1-1 0 0 0,-1 1 0 0 0,0-1 0 0 0,0 1 0 0 0,0 0 0 0 0,0-1 0 0 0,0 1 0 0 0,0-1 0 0 0,0 1 0 0 0,0-1 0 0 0,0 1 0 0 0,0 1 0 0 0,0-1 0 0 0,0 1 0 0 0,0 1 0 0 0,0-1 0 0 0,0 0 0 0 0,-1 0 0 0 0,1 0 0 0 0,0 0 0 0 0,-1 0 0 0 0,0 0 0 0 0,1 0 0 0 0,-1 0 0 0 0,0 0 0 0 0,0 0 0 0 0,0 0 0 0 0,0-1 0 0 0,0 1 0 0 0,0 0 0 0 0,-1 0 0 0 0,1-1 0 0 0,-1 1 0 0 0,-2 1 0 0 0,-3 3 0 0 0,0-2 0 0 0,0 1 0 0 0,-16 6 0 0 0,3-1 0 0 0,-2 1 0 0 0,0-1 0 0 0,-1 0 0 0 0,0-2 0 0 0,-1-1 0 0 0,1-1 0 0 0,-26 3 0 0 0,47-8-1 0 0,-3 0-37 0 0,-1-1 1 0 0,1 1-1 0 0,-1-1 1 0 0,1 1-1 0 0,-1-2 1 0 0,1 1-1 0 0,0-1 1 0 0,-1 1-1 0 0,-6-3 1 0 0,12 2-17 0 0,-1 1-1 0 0,0-1 1 0 0,1 1 0 0 0,-1-1-1 0 0,1 1 1 0 0,-1-1-1 0 0,1 0 1 0 0,-1 1 0 0 0,1-1-1 0 0,-1 0 1 0 0,1 0 0 0 0,0 1-1 0 0,-1-1 1 0 0,1 0 0 0 0,0 0-1 0 0,0 1 1 0 0,0-1-1 0 0,-1 0 1 0 0,1 0 0 0 0,0 0-1 0 0,0 0 1 0 0,0 1 0 0 0,0-1-1 0 0,1 0 1 0 0,-1 0 0 0 0,0 0-1 0 0,0 1 1 0 0,0-1 0 0 0,1 0-1 0 0,-1-1 1 0 0,2-1-221 0 0,-1-1 0 0 0,0 1 1 0 0,1 0-1 0 0,-1 0 0 0 0,5-6 1 0 0,9-8-1660 0 0,5-3-391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21 10591 0 0,'-14'-6'19716'0'0,"16"6"-18917"0"0,188-13 862 0 0,-158 12-1901 0 0,-15 1-254 0 0,1 0 0 0 0,33 4-1 0 0,-50-4 170 0 0,1 1-1 0 0,0 0 1 0 0,-1-1-1 0 0,1 1 0 0 0,0 0 1 0 0,-1 0-1 0 0,1 0 1 0 0,-1 0-1 0 0,1 0 0 0 0,-1 0 1 0 0,0 0-1 0 0,1 1 1 0 0,-1-1-1 0 0,2 3 0 0 0,2 4-1691 0 0</inkml:trace>
  <inkml:trace contextRef="#ctx0" brushRef="#br0" timeOffset="1">31 252 5063 0 0,'-30'8'18680'0'0,"39"-11"-14076"0"0,127-31-1616 0 0,-54 15-2737 0 0,-51 13-121 0 0,39-13 1 0 0,-34 8-2795 0 0,1 4-4481 0 0,-24 5-2334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1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74 20239 0 0,'-2'-8'2164'0'0,"2"4"-1962"0"0,-1 0 0 0 0,0 0-1 0 0,0-1 1 0 0,-1 2 0 0 0,1-1 0 0 0,-1 0-1 0 0,0 0 1 0 0,0 0 0 0 0,-2-3 0 0 0,2 5 93 0 0,0 0 0 0 0,0 0 0 0 0,-1 0 0 0 0,1 1 0 0 0,0-1 0 0 0,0 1 0 0 0,-1-1 0 0 0,1 1 0 0 0,-1 0 0 0 0,1 0 0 0 0,-1 0-1 0 0,1 0 1 0 0,-1 1 0 0 0,0-1 0 0 0,-5 0 0 0 0,-4 0-24 0 0,-1 1-1 0 0,1 0 1 0 0,-1 1-1 0 0,1 0 1 0 0,0 1-1 0 0,-1 0 1 0 0,1 1 0 0 0,-19 6-1 0 0,-9 7-96 0 0,-43 23 0 0 0,65-29-94 0 0,12-7-78 0 0,0 1 1 0 0,0 0-1 0 0,0 0 1 0 0,-6 6-1 0 0,6-3-2 0 0,3 3 0 0 0,2-8-1 0 0,1 0 0 0 0,1 0 0 0 0,-1 0 0 0 0,0 0 0 0 0,0 0 0 0 0,1-1 0 0 0,-1 1 0 0 0,1 0 0 0 0,-1 0 0 0 0,1 0 0 0 0,0 0 0 0 0,0-1 0 0 0,0 1 0 0 0,0 0 0 0 0,2 2 0 0 0,0-1-7 0 0,-1 0 0 0 0,1 0 0 0 0,1 0 1 0 0,-1-1-1 0 0,0 1 0 0 0,8 3 0 0 0,0-1-4 0 0,0 0 1 0 0,0 0 0 0 0,1-1-1 0 0,12 2 1 0 0,41 8-10 0 0,38 10-22 0 0,-81-17 43 0 0,58 21 0 0 0,-69-23 0 0 0,0 0 0 0 0,-1 0 0 0 0,0 1 0 0 0,19 14 0 0 0,-26-17 5 0 0,1 0-1 0 0,-1 1 1 0 0,0-1-1 0 0,0 1 1 0 0,0 0-1 0 0,0 0 1 0 0,0 0 0 0 0,-1 0-1 0 0,0 0 1 0 0,0 1-1 0 0,0-1 1 0 0,0 1-1 0 0,0 4 1 0 0,-1-6-2 0 0,-1-1 1 0 0,0 1-1 0 0,1-1 0 0 0,-1 1 0 0 0,0-1 1 0 0,-1 1-1 0 0,1-1 0 0 0,0 1 0 0 0,-1-1 1 0 0,1 0-1 0 0,-1 1 0 0 0,0-1 0 0 0,0 1 1 0 0,0-1-1 0 0,0 0 0 0 0,0 0 0 0 0,0 0 1 0 0,-1 1-1 0 0,1-1 0 0 0,-1 0 0 0 0,0-1 1 0 0,1 1-1 0 0,-1 0 0 0 0,0 0 1 0 0,0-1-1 0 0,-3 2 0 0 0,-6 4 31 0 0,0 0-1 0 0,0-1 1 0 0,-1-1 0 0 0,0 0-1 0 0,0-1 1 0 0,-1 0 0 0 0,1-1-1 0 0,-16 2 1 0 0,2-2 0 0 0,1-1 0 0 0,-1-1 1 0 0,-29-3-1 0 0,42 2-130 0 0,-1-2 1 0 0,1 0-1 0 0,-1 0 0 0 0,1-2 1 0 0,0 1-1 0 0,0-2 0 0 0,-16-7 1 0 0,27 11-29 0 0,1 1 1 0 0,0-1-1 0 0,0 1 1 0 0,0-1-1 0 0,0 0 0 0 0,0 1 1 0 0,-1-1-1 0 0,1 0 1 0 0,1 0-1 0 0,-1 0 1 0 0,0 0-1 0 0,0 0 1 0 0,0 0-1 0 0,0 0 1 0 0,1 0-1 0 0,-1 0 1 0 0,0 0-1 0 0,1-1 1 0 0,-1 1-1 0 0,1 0 0 0 0,0 0 1 0 0,-1-1-1 0 0,1 1 1 0 0,0 0-1 0 0,0 0 1 0 0,-1-1-1 0 0,1 1 1 0 0,0 0-1 0 0,0-1 1 0 0,1 1-1 0 0,-1 0 1 0 0,0-1-1 0 0,0 1 1 0 0,1 0-1 0 0,-1 0 0 0 0,1-1 1 0 0,-1 1-1 0 0,1 0 1 0 0,-1 0-1 0 0,1 0 1 0 0,0 0-1 0 0,1-2 1 0 0,8-9-1760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36 23183 0 0,'0'0'6092'0'0,"2"-1"-5440"0"0,5-3-390 0 0,1 1 0 0 0,0-1 0 0 0,1 1-1 0 0,-1 1 1 0 0,0 0 0 0 0,12-2 0 0 0,56-4-337 0 0,-61 7 192 0 0,2-1-86 0 0,-3 1-11 0 0,0 0 0 0 0,0 1 0 0 0,0 1 1 0 0,14 2-1 0 0,-27-3-16 0 0,-1 0 1 0 0,0 0 0 0 0,1 0 0 0 0,-1 1 0 0 0,0-1-1 0 0,0 0 1 0 0,1 0 0 0 0,-1 1 0 0 0,0-1 0 0 0,0 0-1 0 0,0 0 1 0 0,0 1 0 0 0,1-1 0 0 0,-1 0-1 0 0,0 1 1 0 0,0-1 0 0 0,0 0 0 0 0,0 1 0 0 0,0-1-1 0 0,0 0 1 0 0,0 1 0 0 0,0-1 0 0 0,0 0 0 0 0,0 1-1 0 0,0-1 1 0 0,0 0 0 0 0,0 1 0 0 0,0-1-1 0 0,0 1 1 0 0,-2 9 53 0 0,2-8-42 0 0,-1 0-1 0 0,0 0 1 0 0,0 0-1 0 0,0-1 1 0 0,0 1-1 0 0,-1 0 1 0 0,1-1-1 0 0,0 1 1 0 0,-1-1-1 0 0,1 1 1 0 0,-4 2-1 0 0,-21 13 119 0 0,15-10-81 0 0,-6 3 34 0 0,-22 10-1 0 0,6-3-88 0 0,32-17 2 0 0,1 0 0 0 0,0 0 0 0 0,-1 0 0 0 0,1 1 0 0 0,0-1 0 0 0,-1 0 0 0 0,1 0 0 0 0,0 0 0 0 0,-1 0 0 0 0,1 0 0 0 0,0 1 0 0 0,0-1 0 0 0,-1 0 0 0 0,1 0 0 0 0,0 0 0 0 0,0 1 0 0 0,-1-1 0 0 0,1 0 0 0 0,0 0 0 0 0,0 1 0 0 0,0-1 0 0 0,-1 0 0 0 0,1 0 0 0 0,0 1 0 0 0,0-1 0 0 0,0 0 0 0 0,0 1 0 0 0,0-1 0 0 0,0 0 0 0 0,0 1 0 0 0,0-1 0 0 0,-1 0 0 0 0,1 1 0 0 0,0-1 0 0 0,0 0 0 0 0,0 1 0 0 0,1-1 0 0 0,-1 0 0 0 0,0 1 0 0 0,0-1 0 0 0,0 0 0 0 0,0 0 0 0 0,0 1 0 0 0,0-1 0 0 0,0 0 0 0 0,1 1 0 0 0,-1-1 0 0 0,0 0 0 0 0,0 0 0 0 0,0 1 0 0 0,1-1 0 0 0,-1 0 0 0 0,0 0 0 0 0,0 1 0 0 0,0-1 0 0 0,1 0 0 0 0,0 2 0 0 0,0-1 0 0 0,-1 0 0 0 0,1 0 0 0 0,0 0 0 0 0,0 0 0 0 0,0 0 0 0 0,0 0 0 0 0,0 0 0 0 0,0 0 0 0 0,0 0 0 0 0,0 0 0 0 0,0-1 0 0 0,1 1 0 0 0,-1 0 0 0 0,0-1 0 0 0,0 1 0 0 0,1-1 0 0 0,-1 1 0 0 0,3-1 0 0 0,0 1 0 0 0,55 15 19 0 0,-45-13-12 0 0,1 1 1 0 0,0 0-1 0 0,-1 1 1 0 0,1 0-1 0 0,13 9 1 0 0,-24-13-5 0 0,-3-1-2 0 0,0 0 0 0 0,0 1 0 0 0,-1-1 1 0 0,1 0-1 0 0,0 1 0 0 0,0-1 0 0 0,0 1 0 0 0,0-1 0 0 0,0 1 0 0 0,-1 0 0 0 0,1-1 0 0 0,0 1 0 0 0,0 0 0 0 0,-1-1 0 0 0,2 2 0 0 0,-1-1-1 0 0,0 0 1 0 0,0 0-1 0 0,0 0 1 0 0,0 0-1 0 0,0 0 1 0 0,0 0-1 0 0,-1 1 1 0 0,1-1-1 0 0,0 0 0 0 0,0 2 1 0 0,-1 5-2 0 0,-1-6 1 0 0,1 2 0 0 0,-1-1 0 0 0,0 0 0 0 0,0 1 0 0 0,-1-1 0 0 0,1 0 0 0 0,-1 1 0 0 0,1-1 0 0 0,-1 0 0 0 0,0 0 0 0 0,0 0 0 0 0,0-1 0 0 0,-1 1 0 0 0,1 0 0 0 0,-1-1 0 0 0,0 0 0 0 0,1 1 0 0 0,-6 2 0 0 0,-5 3 0 0 0,-1 0 0 0 0,-22 10 0 0 0,27-14 0 0 0,-17 6-21 0 0,-1-1 0 0 0,-56 10 0 0 0,72-17 20 0 0,5 0-202 0 0,-1 0-1 0 0,1-1 1 0 0,-1 0-1 0 0,0-1 1 0 0,0 1-1 0 0,1-1 1 0 0,-1-1-1 0 0,0 1 1 0 0,-11-3-1 0 0,16 2-732 0 0,12-21-17005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72 10135 0 0,'-6'-1'171'0'0,"5"1"-81"0"0,-1 0-1 0 0,0 0 1 0 0,1-1 0 0 0,-1 1 0 0 0,-18-13 16726 0 0,22 12-16379 0 0,0 0 0 0 0,0 0-1 0 0,1 0 1 0 0,-1 0 0 0 0,0 0 0 0 0,0 1-1 0 0,5-1 1 0 0,-6 0-179 0 0,111-15 795 0 0,-86 13-998 0 0,86-9-1088 0 0,-49 3-1565 0 0,-36 5-2665 0 0,-19 3 2192 0 0,15-2-5764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57 7831 0 0,'0'0'356'0'0,"-1"0"-6"0"0,0-2-66 0 0,0 1 1 0 0,0-1 0 0 0,0 1-1 0 0,0-1 1 0 0,0 1 0 0 0,0-1 0 0 0,0 0-1 0 0,0 1 1 0 0,0-4 0 0 0,0 4 457 0 0,1 0 1 0 0,0 0 0 0 0,-1 0-1 0 0,1 0 1 0 0,-1-1-1 0 0,0 1 1 0 0,1 0 0 0 0,-1 0-1 0 0,0 1 1 0 0,1-1 0 0 0,-2-1 742 0 0,0 0-742 0 0,-2-1 303 0 0,0 1 0 0 0,0 0 0 0 0,0 0 1 0 0,0 0-1 0 0,0 0 0 0 0,-1 0 1 0 0,-4 0-1 0 0,0 0-532 0 0,1 1 0 0 0,-1 0 0 0 0,-10 0 0 0 0,-4 1-446 0 0,-42 8 0 0 0,28-2 12 0 0,1 3 0 0 0,0 1 0 0 0,0 1 0 0 0,-51 25 0 0 0,82-34-80 0 0,2 0 0 0 0,-1 0 0 0 0,0 0 0 0 0,0 0 0 0 0,1 0 0 0 0,-1 1 0 0 0,1-1 0 0 0,-1 1 0 0 0,1 0 0 0 0,0 0 0 0 0,0 0 0 0 0,1 1 0 0 0,-1-1 0 0 0,1 1 0 0 0,-4 5 0 0 0,6-8 0 0 0,-1 0 0 0 0,1 0 0 0 0,-1 0 0 0 0,1 0 0 0 0,0 0 0 0 0,0 0 0 0 0,0 0 0 0 0,-1 0 0 0 0,1-1 0 0 0,0 1 0 0 0,0 0 0 0 0,0 0 0 0 0,0 0 0 0 0,0 0 0 0 0,1 0 0 0 0,-1 0 0 0 0,0 0 0 0 0,0 0 0 0 0,1 0 0 0 0,-1 0 0 0 0,0 0 0 0 0,1 0 0 0 0,-1 0 0 0 0,1 0 0 0 0,-1-1 0 0 0,1 1 0 0 0,0 1 0 0 0,2 1 0 0 0,0 1-2 0 0,1 1-1 0 0,0 0 1 0 0,0-1-1 0 0,0 0 1 0 0,1 1-1 0 0,-1-2 1 0 0,1 1-1 0 0,0-1 1 0 0,7 4-1 0 0,52 23-32 0 0,-43-21 31 0 0,85 34 4 0 0,-47-18 0 0 0,23 11 0 0 0,-74-32 0 0 0,0 1 0 0 0,0 0 0 0 0,-1 0 0 0 0,0 1 0 0 0,0 0 0 0 0,0 0 0 0 0,8 11 0 0 0,-13-15 0 0 0,-1 0 0 0 0,0-1 0 0 0,1 1 0 0 0,-1 0 0 0 0,0 0 0 0 0,0 0 0 0 0,0 0 0 0 0,-1 0 0 0 0,1 1 0 0 0,0-1-1 0 0,-1 0 1 0 0,1 0 0 0 0,-1 0 0 0 0,0 1 0 0 0,0-1 0 0 0,0 0 0 0 0,0 0 0 0 0,0 3 0 0 0,-1-2 1 0 0,0-1 0 0 0,0 1-1 0 0,0-1 1 0 0,0 1 0 0 0,0-1 0 0 0,-1 0-1 0 0,1 1 1 0 0,-1-1 0 0 0,1 0 0 0 0,-1 0 0 0 0,0 0-1 0 0,0 0 1 0 0,0 0 0 0 0,-4 2 0 0 0,-1 1 3 0 0,0-1 1 0 0,-1 1-1 0 0,1-2 1 0 0,-1 1-1 0 0,-1-1 1 0 0,1 0-1 0 0,0 0 1 0 0,-14 2 0 0 0,-8-1 12 0 0,-33 2 0 0 0,40-5-15 0 0,5 0-98 0 0,0-2 0 0 0,0 0 0 0 0,0-1 0 0 0,0 0 0 0 0,0-2 0 0 0,1 0 0 0 0,-1-1 0 0 0,-28-12 0 0 0,45 17 28 0 0,0-1 0 0 0,0 1 0 0 0,1 0 0 0 0,-1-1 0 0 0,0 1 0 0 0,0-1-1 0 0,0 1 1 0 0,1-1 0 0 0,-1 1 0 0 0,0-1 0 0 0,1 1 0 0 0,-1-1 0 0 0,0 0 0 0 0,1 1 0 0 0,-1-1 0 0 0,1 0 0 0 0,-1 0 0 0 0,1 0 0 0 0,-1 1-1 0 0,1-1 1 0 0,0 0 0 0 0,-1 0 0 0 0,1 0 0 0 0,0 0 0 0 0,0 0 0 0 0,-1 1 0 0 0,1-1 0 0 0,0 0 0 0 0,0 0 0 0 0,0 0 0 0 0,0 0 0 0 0,0 0-1 0 0,1 0 1 0 0,-1-1 0 0 0,1 0-233 0 0,0 0 0 0 0,-1 1 0 0 0,1-1-1 0 0,0 0 1 0 0,0 1 0 0 0,0-1 0 0 0,1 1-1 0 0,-1-1 1 0 0,0 1 0 0 0,1 0 0 0 0,-1 0-1 0 0,0-1 1 0 0,1 1 0 0 0,0 0 0 0 0,-1 0-1 0 0,3-1 1 0 0,13-5-2779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30 9215 0 0,'0'-3'13824'0'0,"-3"-8"-9657"0"0,2 10-4052 0 0,0 0 1 0 0,0-1 0 0 0,0 1-1 0 0,0 0 1 0 0,0 0-1 0 0,-1 0 1 0 0,1 0 0 0 0,0 0-1 0 0,0 0 1 0 0,-1 1 0 0 0,1-1-1 0 0,-1 0 1 0 0,1 1-1 0 0,-1-1 1 0 0,1 1 0 0 0,-1-1-1 0 0,1 1 1 0 0,-1 0-1 0 0,1-1 1 0 0,-1 1 0 0 0,1 0-1 0 0,-1 0 1 0 0,1 0 0 0 0,-1 0-1 0 0,-1 1 1 0 0,-1 0-65 0 0,0 0 0 0 0,0 0 1 0 0,1 0-1 0 0,-1 1 0 0 0,1-1 1 0 0,-1 1-1 0 0,1 0 0 0 0,-6 4 1 0 0,7-3-46 0 0,1-1 1 0 0,-1 0 0 0 0,1 1-1 0 0,-1 0 1 0 0,1-1-1 0 0,0 1 1 0 0,0 0 0 0 0,0-1-1 0 0,0 1 1 0 0,1 0 0 0 0,-1 0-1 0 0,1 0 1 0 0,-1 0 0 0 0,1 4-1 0 0,-1 1 23 0 0,1 5 55 0 0,0 1 1 0 0,0-1-1 0 0,1 0 0 0 0,1 1 1 0 0,0-1-1 0 0,1 0 1 0 0,1 0-1 0 0,5 13 1 0 0,-2-2-1 0 0,4 24 0 0 0,2 13-12 0 0,-7-35-13 0 0,5 43-1 0 0,-8-50-7439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64 7367 0 0,'-20'-2'18792'0'0,"23"2"-18399"0"0,-1-1 0 0 0,0 1 0 0 0,1-1 0 0 0,-1 0 0 0 0,0 0 0 0 0,5-2 0 0 0,5-2 280 0 0,16-3 166 0 0,43-4 1 0 0,-23 4-391 0 0,-6 0-1347 0 0,0 2 0 0 0,81-2 1 0 0,-101 9-570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93 26895 0 0,'-11'-1'497'0'0,"0"-1"0"0"0,0 1 0 0 0,0-2 0 0 0,0 1 0 0 0,-13-7 0 0 0,23 9-511 0 0,0 0 1159 0 0,8-1-915 0 0,0 0-1 0 0,0 1 1 0 0,0 0-1 0 0,1 0 0 0 0,-1 1 1 0 0,10 1-1 0 0,6 1-111 0 0,375 10-83 0 0,-309-13-35 0 0,432-11 0 0 0,-218 1 0 0 0,776-28 0 0 0,-843 13 0 0 0,-209 17-2115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22863 0 0,'0'0'2071'0'0,"2"-14"-853"0"0,0 12-976 0 0,0 0-1 0 0,-1 0 1 0 0,1 0-1 0 0,0 1 0 0 0,0-1 1 0 0,0 0-1 0 0,0 1 1 0 0,0-1-1 0 0,0 1 0 0 0,0 0 1 0 0,1 0-1 0 0,-1 0 0 0 0,0 0 1 0 0,1 0-1 0 0,3-1 1 0 0,41-7 1019 0 0,5 4-1171 0 0,0 1 0 0 0,68 6 0 0 0,-78 5-1730 0 0,-19-2-1046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6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9671 0 0,'2'0'7708'0'0,"23"1"-327"0"0,16-3-4504 0 0,-13 1-1727 0 0,136-15 1030 0 0,-87 7-1953 0 0,-27 2-109 0 0,-4-1-2029 0 0,-16 6-5932 0 0,-10 4-1436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25 15663 0 0,'-6'-7'1626'0'0,"-2"-11"7426"0"0,10 25-6787 0 0,1 4-1959 0 0,-1 0 1 0 0,0-1-1 0 0,-1 1 0 0 0,0 0 1 0 0,-2 18-1 0 0,2-3-47 0 0,-5 73 405 0 0,2-70-508 0 0,0-1 1 0 0,3 1-1 0 0,4 44 0 0 0,-4-67-154 0 0,1 0 0 0 0,-1-1 0 0 0,1 0 0 0 0,0 1 0 0 0,0-1-1 0 0,1 0 1 0 0,-1 0 0 0 0,1 0 0 0 0,0 0 0 0 0,1 0 0 0 0,-1-1 0 0 0,1 1-1 0 0,0-1 1 0 0,5 4 0 0 0,-5-5-9 0 0,-1 0-1 0 0,1-1 1 0 0,0 0-1 0 0,-1 0 1 0 0,1 0-1 0 0,0 0 1 0 0,1 0-1 0 0,-1-1 1 0 0,0 0 0 0 0,0 0-1 0 0,0 0 1 0 0,1-1-1 0 0,-1 1 1 0 0,1-1-1 0 0,-1 0 1 0 0,0 0-1 0 0,1 0 1 0 0,-1-1-1 0 0,5 0 1 0 0,3-3-36 0 0,0 1 0 0 0,-1-1 0 0 0,1-1 0 0 0,-1 0 1 0 0,0-1-1 0 0,0 0 0 0 0,0-1 0 0 0,-1 0 0 0 0,15-13 0 0 0,-13 9-7 0 0,0 0-1 0 0,-1-2 1 0 0,-1 1 0 0 0,0-1-1 0 0,-1-1 1 0 0,14-25 0 0 0,-22 37 45 0 0,1-1 1 0 0,-1 1 0 0 0,-1 0-1 0 0,1 0 1 0 0,0-1 0 0 0,0 1 0 0 0,-1-1-1 0 0,0 1 1 0 0,1-1 0 0 0,-1 1-1 0 0,0 0 1 0 0,0-1 0 0 0,0 1-1 0 0,-1-5 1 0 0,1 6 8 0 0,-1 0 1 0 0,1 1-1 0 0,-1-1 0 0 0,1 0 0 0 0,0 0 0 0 0,-1 0 1 0 0,1 1-1 0 0,-1-1 0 0 0,0 0 0 0 0,1 1 0 0 0,-1-1 1 0 0,1 0-1 0 0,-1 1 0 0 0,0-1 0 0 0,0 1 1 0 0,1-1-1 0 0,-2 0 0 0 0,0 1 10 0 0,1-1-1 0 0,-1 1 1 0 0,0-1-1 0 0,0 1 1 0 0,1 0-1 0 0,-1 0 1 0 0,0-1-1 0 0,0 1 1 0 0,1 0-1 0 0,-1 1 1 0 0,-3-1-1 0 0,-1 2 38 0 0,-1-1 0 0 0,0 1 0 0 0,0 1 1 0 0,1-1-1 0 0,0 1 0 0 0,-1 0 0 0 0,1 1 0 0 0,0 0 0 0 0,1 0 1 0 0,-1 0-1 0 0,-7 7 0 0 0,5-4-37 0 0,1 1 0 0 0,0 0 1 0 0,1 0-1 0 0,0 0 0 0 0,0 1 0 0 0,0 0 1 0 0,-4 11-1 0 0,9-17 0 0 0,-1 0 0 0 0,1 1 0 0 0,0-1 0 0 0,0 0 0 0 0,1 1 0 0 0,-1-1 0 0 0,1 1 0 0 0,0-1 0 0 0,0 1 0 0 0,0 6 0 0 0,1-8-271 0 0,-1 0 0 0 0,1 0 0 0 0,-1 0 0 0 0,1 0 0 0 0,0 0 0 0 0,0 0 0 0 0,0 0 0 0 0,1 3 0 0 0,0-4-531 0 0,-1 0 0 0 0,0 1 0 0 0,0-1 0 0 0,1 0 0 0 0,-1 1 0 0 0,1-1 0 0 0,-1 0 0 0 0,1 0 0 0 0,-1 0 0 0 0,4 1 1 0 0,9 3-8339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9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 19807 0 0,'-26'8'2119'0'0,"15"-5"5386"0"0,13-3-8354 0 0,43-18-2542 0 0,-26 10 1743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3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45 7831 0 0,'0'0'603'0'0,"-9"-10"8541"0"0,9 8-8415 0 0,1 0 1 0 0,-1 1-1 0 0,1-1 1 0 0,0 1-1 0 0,0-1 1 0 0,-1 1-1 0 0,1-1 0 0 0,0 1 1 0 0,0 0-1 0 0,0-1 1 0 0,1 1-1 0 0,-1 0 1 0 0,0 0-1 0 0,0 0 0 0 0,1 0 1 0 0,1-2-1 0 0,0 2-364 0 0,0-1-1 0 0,0 1 0 0 0,0 0 0 0 0,1 0 1 0 0,-1 0-1 0 0,0 0 0 0 0,7 0 1 0 0,-2 0-401 0 0,1 1 0 0 0,-1 0 1 0 0,1 1-1 0 0,-1 0 1 0 0,17 4-1 0 0,-21-4 39 0 0,0 0-1 0 0,0 0 1 0 0,-1 1-1 0 0,1 0 1 0 0,0 0-1 0 0,-1 0 1 0 0,1 0-1 0 0,-1 0 1 0 0,1 1-1 0 0,-1-1 1 0 0,0 1-1 0 0,0 0 1 0 0,0 0-1 0 0,-1 0 1 0 0,1 1-1 0 0,-1-1 1 0 0,0 1-1 0 0,0-1 1 0 0,0 1-1 0 0,0 0 1 0 0,0-1-1 0 0,-1 1 1 0 0,0 0-1 0 0,1 0 1 0 0,-2 0-1 0 0,1 0 1 0 0,0 1-1 0 0,-1-1 1 0 0,0 0-1 0 0,0 0 1 0 0,0 0-1 0 0,0 0 1 0 0,-1 0-1 0 0,-1 8 1 0 0,-2 1-3 0 0,-1 0 0 0 0,0-1 0 0 0,-1 0 0 0 0,0 0 0 0 0,-15 22 0 0 0,-47 50 0 0 0,52-67 0 0 0,1 0 0 0 0,1 2 0 0 0,1-1 0 0 0,0 2 0 0 0,-15 31 0 0 0,28-50 0 0 0,0 0 0 0 0,-1 0 0 0 0,1 0 0 0 0,0 0 0 0 0,0 0 0 0 0,0 0 0 0 0,0 0 0 0 0,0 0 0 0 0,0 0 0 0 0,0 1 0 0 0,0-1 0 0 0,0 0 0 0 0,0 0 0 0 0,0 0 0 0 0,1 0 0 0 0,-1 0 0 0 0,0 0 0 0 0,1 0 0 0 0,-1 0 0 0 0,1 0 0 0 0,-1 0 0 0 0,1 0 0 0 0,0-1 0 0 0,-1 1 0 0 0,1 0 0 0 0,0 0 0 0 0,-1 0 0 0 0,1-1 0 0 0,0 1 0 0 0,0 0 0 0 0,0-1 0 0 0,0 1 0 0 0,0-1 0 0 0,0 1 0 0 0,0-1 0 0 0,0 1 0 0 0,0-1 0 0 0,0 0 0 0 0,0 0 0 0 0,1 1 0 0 0,-1-1 0 0 0,4 2 0 0 0,0-1 0 0 0,1 0 0 0 0,-1 0 0 0 0,0 0 0 0 0,0-1 0 0 0,0 0 0 0 0,0 0 0 0 0,1 0 0 0 0,-1 0 0 0 0,0-1 0 0 0,0 0 0 0 0,6-2 0 0 0,9-3 0 0 0,34-16 0 0 0,-19 7 0 0 0,21-9-276 0 0,69-41 0 0 0,-67 29-1501 0 0,-40 23-1229 0 0,-1-2-3471 0 0,1-2-2559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4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67 17967 0 0,'0'0'1387'0'0,"-1"-1"-896"0"0,-4-3 1466 0 0,5 3-1540 0 0,0 1 1 0 0,0-1-1 0 0,0 1 1 0 0,1-1-1 0 0,-1 0 1 0 0,0 1-1 0 0,1-1 1 0 0,-1 1-1 0 0,3-4 2505 0 0,-3 4-2504 0 0,1 0-1 0 0,0-1 1 0 0,9-8 1176 0 0,-4 5-1503 0 0,0 0-1 0 0,0 1 1 0 0,0 0 0 0 0,0 0-1 0 0,0 1 1 0 0,1-1-1 0 0,8-1 1 0 0,50-7 574 0 0,-48 9-616 0 0,-8 1-49 0 0,0 0 0 0 0,1 0 0 0 0,-1 1 0 0 0,12 1 0 0 0,-19-1 0 0 0,-1 0 0 0 0,0 0 0 0 0,1 0 0 0 0,-1 0 0 0 0,1 1 0 0 0,-1-1 0 0 0,0 0 0 0 0,1 1 0 0 0,-1-1 0 0 0,0 1 0 0 0,1-1 0 0 0,-1 1 0 0 0,0 0 0 0 0,0-1 0 0 0,0 1 0 0 0,0 0 0 0 0,0 0 0 0 0,1 0 0 0 0,-1 0 0 0 0,-1 0 0 0 0,1 0 0 0 0,0 0 0 0 0,0 0 0 0 0,0 0 0 0 0,-1 1 0 0 0,1-1 0 0 0,0 0 0 0 0,-1 1 0 0 0,1 1 0 0 0,0-1 0 0 0,0 1 0 0 0,-1 1 0 0 0,1-1 0 0 0,-1 0 0 0 0,0 1 0 0 0,0-1 0 0 0,0 1 0 0 0,-1-1 0 0 0,1 1 0 0 0,-1-1 0 0 0,0 0 0 0 0,-1 5 0 0 0,-15 35 0 0 0,16-42 0 0 0,-14 28 0 0 0,-1-2 0 0 0,-28 38 0 0 0,21-34 0 0 0,-19 37 0 0 0,40-65 0 0 0,0 1 0 0 0,0 1 0 0 0,0-1 0 0 0,0 1 0 0 0,-3 8 0 0 0,5-4 0 0 0,4 4 0 0 0,0-11 0 0 0,-2-1 0 0 0,2 1-2 0 0,0 1 0 0 0,0-1-1 0 0,0 0 1 0 0,0 0 0 0 0,1-1 0 0 0,-1 0-1 0 0,1 1 1 0 0,-1-1 0 0 0,1-1 0 0 0,-1 1-1 0 0,1-1 1 0 0,0 1 0 0 0,-1-1 0 0 0,1-1-1 0 0,-1 1 1 0 0,1-1 0 0 0,5-1 0 0 0,8-2-21 0 0,0-1 0 0 0,32-15 1 0 0,-43 17 17 0 0,18-9-1187 0 0,0-1 0 0 0,-1-1 1 0 0,39-30-1 0 0,-38 23-1160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40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52 11519 0 0,'-4'1'158'0'0,"2"0"-80"0"0,1-1 0 0 0,0 1 0 0 0,-1-1 0 0 0,1 0-1 0 0,-1 1 1 0 0,1-1 0 0 0,-18-7 16136 0 0,26 1-15033 0 0,-2 2-675 0 0,7-1-225 0 0,0 0 1 0 0,0 1-1 0 0,0 0 1 0 0,0 0-1 0 0,1 2 1 0 0,0-1-1 0 0,21 0 1 0 0,10-2 110 0 0,-35 3-392 0 0,0 1 0 0 0,0 1 0 0 0,0-1 0 0 0,0 1 0 0 0,10 2 0 0 0,-18-2 0 0 0,0 0 0 0 0,-1 0 0 0 0,1 0 0 0 0,-1 0 0 0 0,1 0 0 0 0,0 0 0 0 0,-1 1 0 0 0,1-1 0 0 0,-1 0 0 0 0,1 0 0 0 0,-1 1 0 0 0,1-1 0 0 0,-1 0 0 0 0,1 1 0 0 0,-1-1 0 0 0,1 0 0 0 0,-1 1 0 0 0,1-1 0 0 0,-1 1 0 0 0,1-1 0 0 0,-1 1 0 0 0,0-1 0 0 0,1 1 0 0 0,-1-1 0 0 0,0 1 0 0 0,1-1 0 0 0,-1 1 0 0 0,0-1 0 0 0,0 1 0 0 0,0-1 0 0 0,0 1 0 0 0,1 0 0 0 0,-1-1 0 0 0,0 1 0 0 0,0-1 0 0 0,0 1 0 0 0,0 0 0 0 0,0-1 0 0 0,0 1 0 0 0,-1 0 0 0 0,1-1 0 0 0,0 1 0 0 0,0-1 0 0 0,-1 2 0 0 0,1-1 0 0 0,-1 3 0 0 0,0 1 0 0 0,0-1 0 0 0,-1 0 0 0 0,0 0 0 0 0,0 0 0 0 0,0 0 0 0 0,0 0 0 0 0,-3 4 0 0 0,-27 29 0 0 0,8-8 0 0 0,-29 33 0 0 0,16-20 0 0 0,25-24 0 0 0,10-10 0 0 0,6 1 0 0 0,-1-6 0 0 0,0 0 0 0 0,-1 0 0 0 0,2 0 0 0 0,-1-1 0 0 0,0 0 0 0 0,0 1 0 0 0,1-1 0 0 0,-1 0 0 0 0,1 0 0 0 0,0-1 0 0 0,-1 1 0 0 0,1-1 0 0 0,6 1 0 0 0,7 2 0 0 0,31 2 0 0 0,-35-4 0 0 0,14-1 0 0 0,-21-1 0 0 0,0 0 0 0 0,0 0 0 0 0,0 0 0 0 0,0 1 0 0 0,0 0 0 0 0,0 0 0 0 0,0 1 0 0 0,0 0 0 0 0,-1 0 0 0 0,1 0 0 0 0,0 1 0 0 0,-1 0 0 0 0,8 5 0 0 0,-3 1 0 0 0,-10-5 0 0 0,0-3 0 0 0,0 9 0 0 0,-3-4 0 0 0,-1 0 0 0 0,1 0 0 0 0,-1-1 0 0 0,0 1 0 0 0,0-1 0 0 0,0 0 0 0 0,-1 0 0 0 0,0 0 0 0 0,-6 4 0 0 0,-8 6-101 0 0,-2-1 0 0 0,-24 14 0 0 0,33-22 12 0 0,0 0 0 0 0,0-1 1 0 0,-1 0-1 0 0,0-1 0 0 0,-18 4 0 0 0,29-8-379 0 0,15-7-4988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4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 25711 0 0,'0'0'4156'0'0,"10"-2"-2347"0"0,8 1-1643 0 0,-1 1 0 0 0,1 0 0 0 0,-1 2-1 0 0,1 0 1 0 0,28 7 0 0 0,-13-3-70 0 0,-20-3-96 0 0,-1-1 0 0 0,21 9 0 0 0,-29-10 0 0 0,0 1 0 0 0,0 0 0 0 0,-1 0 0 0 0,1 0 0 0 0,0 0 0 0 0,-1 0 0 0 0,0 1 0 0 0,1 0 0 0 0,-1 0 0 0 0,0 0 0 0 0,0 0 0 0 0,2 4 0 0 0,-3-5 0 0 0,0 3 0 0 0,-4 11 0 0 0,0-11 0 0 0,0 0 0 0 0,0 0 0 0 0,0 0 0 0 0,-1 0 0 0 0,1 0 0 0 0,-1 0 0 0 0,0-1 0 0 0,-6 7 0 0 0,-5 3 0 0 0,-15 14 0 0 0,3-4 0 0 0,9-5 0 0 0,8-9 0 0 0,-19 18 0 0 0,22-22 0 0 0,5 3 0 0 0,1-7 0 0 0,1 1 0 0 0,0-1 0 0 0,0 0 0 0 0,0 0 0 0 0,0 1 0 0 0,0-1 0 0 0,0 0 0 0 0,1 0 0 0 0,-1 0 0 0 0,1 0 0 0 0,-1 0 0 0 0,1-1 0 0 0,0 1 0 0 0,-1 0 0 0 0,1-1 0 0 0,0 1 0 0 0,0-1 0 0 0,0 0 0 0 0,1 1 0 0 0,-1-1 0 0 0,0 0 0 0 0,3 0 0 0 0,6 4 0 0 0,1-1 0 0 0,24 5 0 0 0,-29-7 0 0 0,17 3 0 0 0,1 0 0 0 0,-2 2 0 0 0,28 12 0 0 0,-33-9 0 0 0,-15-7 0 0 0,8 8 0 0 0,-12-6 0 0 0,1-4 0 0 0,-1 2 0 0 0,1 0 0 0 0,-1 0 0 0 0,0 0 0 0 0,1 0 0 0 0,-1 0 0 0 0,-1 0 0 0 0,1-1 0 0 0,0 1 0 0 0,-1 0 0 0 0,1-1 0 0 0,-1 0 0 0 0,0 1 0 0 0,0-1 0 0 0,0 0 0 0 0,0 0 0 0 0,-4 3 0 0 0,-2 3 0 0 0,-1-2 0 0 0,-20 13 0 0 0,6-7 0 0 0,-1 0 0 0 0,-1-2 0 0 0,0-1 0 0 0,-46 11 0 0 0,36-13 0 0 0,0-2 0 0 0,0-1 0 0 0,-38-1 0 0 0,72-2-22 0 0,0-1 1 0 0,1 0-1 0 0,-1 0 1 0 0,0 0-1 0 0,1 0 0 0 0,-1 0 1 0 0,1 0-1 0 0,-1 0 0 0 0,0-1 1 0 0,1 1-1 0 0,-1 0 1 0 0,0 0-1 0 0,1 0 0 0 0,-1-1 1 0 0,1 1-1 0 0,-1 0 1 0 0,0-1-1 0 0,1 1 0 0 0,-1-1 1 0 0,1 1-18 0 0,0-1 1 0 0,0 1 0 0 0,0 0 0 0 0,0-1-1 0 0,0 1 1 0 0,0 0 0 0 0,0-1-1 0 0,0 1 1 0 0,0 0 0 0 0,0-1-1 0 0,0 1 1 0 0,0 0 0 0 0,0-1 0 0 0,1 1-1 0 0,-1 0 1 0 0,0 0 0 0 0,0-1-1 0 0,0 1 1 0 0,0 0 0 0 0,1 0 0 0 0,-1-1-1 0 0,0 1 1 0 0,0 0 0 0 0,1 0-1 0 0,-1-1 1 0 0,4-2-337 0 0,0 0 0 0 0,0 1-1 0 0,0-1 1 0 0,5-2 0 0 0,4 0-1244 0 0,22-6-1 0 0,-4 3-909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4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45 12895 0 0,'-10'-9'16441'0'0,"27"5"-15747"0"0,1 0 0 0 0,-1 2 0 0 0,35-2-1 0 0,-13 2-470 0 0,40-5-31 0 0,-8-1-98 0 0,114 4 1 0 0,-144 4-203 0 0,10 1-976 0 0,-47 1 103 0 0,4 3-234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23 195 11519 0 0,'-7'-3'1191'0'0,"6"2"-789"0"0,0 1 1 0 0,1-1-1 0 0,-1 0 0 0 0,0 0 0 0 0,0 0 1 0 0,0 0-1 0 0,1 0 0 0 0,-1 0 1 0 0,0 0-1 0 0,1 0 0 0 0,-1-1 1 0 0,1 1-1 0 0,0 0 0 0 0,-1 0 1 0 0,1 0-1 0 0,0 0 0 0 0,0-1 0 0 0,-1 1 1 0 0,1 0-1 0 0,0 0 0 0 0,0-1 1 0 0,0 1-1 0 0,1 0 0 0 0,-1 0 1 0 0,0 0-1 0 0,0-1 0 0 0,1-1 1 0 0,0 2 538 0 0,0-3-563 0 0,0 1-1 0 0,0 0 0 0 0,1 0 0 0 0,-1 0 1 0 0,1 0-1 0 0,0 0 0 0 0,0 0 0 0 0,0 0 1 0 0,0 0-1 0 0,0 1 0 0 0,1-1 0 0 0,2-2 0 0 0,5-2 65 0 0,-1-1-1 0 0,12-6 0 0 0,3 1-248 0 0,1 1-1 0 0,1 1 1 0 0,0 1-1 0 0,0 2 1 0 0,50-10-1 0 0,-62 15-169 0 0,8-2 74 0 0,29-2 0 0 0,-45 7-112 0 0,0-1-1 0 0,-1 1 1 0 0,1 1-1 0 0,0-1 1 0 0,-1 1-1 0 0,1 0 1 0 0,0 0-1 0 0,-1 0 1 0 0,1 1-1 0 0,7 3 1 0 0,-11-4 14 0 0,-1 0 0 0 0,0 0 1 0 0,1 0-1 0 0,-1 1 0 0 0,0-1 0 0 0,0 0 1 0 0,1 0-1 0 0,-1 1 0 0 0,0-1 1 0 0,0 1-1 0 0,0-1 0 0 0,-1 1 0 0 0,1-1 1 0 0,0 1-1 0 0,-1-1 0 0 0,1 1 0 0 0,-1 0 1 0 0,1-1-1 0 0,-1 1 0 0 0,0 0 1 0 0,1-1-1 0 0,-1 1 0 0 0,0 0 0 0 0,0 0 1 0 0,0-1-1 0 0,-1 1 0 0 0,1 0 1 0 0,0-1-1 0 0,-1 1 0 0 0,1 0 0 0 0,-2 2 1 0 0,-1 5-14 0 0,-1 1 1 0 0,0-1-1 0 0,0-1 1 0 0,-7 11-1 0 0,0-3 26 0 0,-1 0 1 0 0,-1 0-1 0 0,0-1 0 0 0,0-1 0 0 0,-18 14 1 0 0,-83 58 277 0 0,77-60-241 0 0,-1 1-33 0 0,10-8 10 0 0,1 0 1 0 0,-47 47-1 0 0,66-56-22 0 0,4-2-4 0 0,5 0 0 0 0,0-6 0 0 0,0-1 0 0 0,0 1 0 0 0,0 0 0 0 0,0-1 0 0 0,1 1 0 0 0,-1-1 0 0 0,1 0 0 0 0,-1 1 0 0 0,1-1 0 0 0,-1 0 0 0 0,1 0 0 0 0,0 0 0 0 0,-1 0 0 0 0,1 0 0 0 0,0-1 0 0 0,0 1 0 0 0,-1 0 0 0 0,1-1 0 0 0,0 1 0 0 0,0-1 0 0 0,0 0 0 0 0,3 1 0 0 0,5-1 0 0 0,0 0 0 0 0,0 0 0 0 0,10-1 0 0 0,221-34-59 0 0,-127 21-1423 0 0,-38 5-3644 0 0,-57 7-4431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26175 0 0,'0'0'6399'0'0,"14"-1"-11291"0"0,-4 0 3137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1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20559 0 0,'0'0'6261'0'0,"2"2"-5251"0"0,1 4-661 0 0,0-1-1 0 0,-1 1 1 0 0,1 1 0 0 0,-1-1 0 0 0,0 0-1 0 0,-1 0 1 0 0,0 1 0 0 0,0-1 0 0 0,0 1-1 0 0,0-1 1 0 0,-1 10 0 0 0,-2 12-165 0 0,-6 38-1 0 0,3-29 87 0 0,1-4-247 0 0,-5 73 69 0 0,8-96-99 0 0,2-1 1 0 0,-1 1 0 0 0,1-1-1 0 0,1 1 1 0 0,0-1 0 0 0,0 0-1 0 0,1 0 1 0 0,6 14 0 0 0,-9-22-93 0 0,1 1 0 0 0,0-1 1 0 0,-1 0-1 0 0,1 0 0 0 0,0 0 1 0 0,0 0-1 0 0,0 0 0 0 0,0 0 0 0 0,0 0 1 0 0,0 0-1 0 0,0 0 0 0 0,0 0 1 0 0,1 0-1 0 0,-1-1 0 0 0,0 1 1 0 0,0 0-1 0 0,1-1 0 0 0,-1 1 1 0 0,1-1-1 0 0,-1 0 0 0 0,0 1 1 0 0,1-1-1 0 0,-1 0 0 0 0,1 0 0 0 0,-1 0 1 0 0,0 0-1 0 0,3 0 0 0 0,-1-1-270 0 0,0 1 0 0 0,0-1-1 0 0,0 0 1 0 0,0 0-1 0 0,0 0 1 0 0,0 0 0 0 0,0-1-1 0 0,0 1 1 0 0,0-1-1 0 0,4-3 1 0 0,6-6-1795 0 0,-1-4-68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85 1839 0 0,'-5'-16'15267'0'0,"11"10"-9543"0"0,7-5-3246 0 0,-7 8-2065 0 0,1 0 0 0 0,-1 0-1 0 0,1 0 1 0 0,-1 0 0 0 0,1 1-1 0 0,0 1 1 0 0,0-1 0 0 0,0 1-1 0 0,9-1 1 0 0,21-4 708 0 0,0-2-775 0 0,0 2 0 0 0,1 2 0 0 0,52-1 0 0 0,-78 6-280 0 0,-2 2 6 0 0,-4 5-4 0 0,-6-6-56 0 0,0 0 1 0 0,0 0-1 0 0,0 0 1 0 0,0 0-1 0 0,0 0 0 0 0,0 0 1 0 0,0 0-1 0 0,-1 0 1 0 0,1 0-1 0 0,-1 0 1 0 0,1 0-1 0 0,-1 0 1 0 0,0 0-1 0 0,0 0 1 0 0,0-1-1 0 0,0 1 1 0 0,0 0-1 0 0,-1 1 1 0 0,-5 5 53 0 0,1-1 0 0 0,-12 11 1 0 0,4-5-45 0 0,6-5-3 0 0,-1 0-1 0 0,-1-1 0 0 0,-17 11 0 0 0,19-14-8 0 0,1 1 0 0 0,0 0 0 0 0,0 0 0 0 0,0 1 0 0 0,0 0 0 0 0,1 0 0 0 0,0 1 0 0 0,-7 8 0 0 0,8-6-10 0 0,5-1 0 0 0,0-6 0 0 0,1 0 0 0 0,0 0 1 0 0,1 1-1 0 0,-1-1 0 0 0,0-1 0 0 0,1 1 1 0 0,-1 0-1 0 0,1 0 0 0 0,-1 0 0 0 0,1-1 1 0 0,0 1-1 0 0,3 1 0 0 0,27 17-7 0 0,-22-14-2 0 0,7 2-9 0 0,1 0 0 0 0,-1-1 0 0 0,23 5 0 0 0,-18-6 20 0 0,-1 1 0 0 0,22 11 0 0 0,-37-15-2 0 0,0 0 0 0 0,-1 1 0 0 0,1-1 0 0 0,-1 1 0 0 0,0 0 0 0 0,0 1-1 0 0,0-1 1 0 0,0 1 0 0 0,-1 0 0 0 0,0 0 0 0 0,5 9 0 0 0,-8-12 2 0 0,0 0-1 0 0,-1 0 1 0 0,1 0 0 0 0,-1 0-1 0 0,1 1 1 0 0,-1-1 0 0 0,0 0-1 0 0,0 0 1 0 0,0 1 0 0 0,0-1-1 0 0,0 0 1 0 0,-1 0 0 0 0,1 0-1 0 0,-1 1 1 0 0,1-1 0 0 0,-1 0-1 0 0,0 0 1 0 0,0 0 0 0 0,0 0-1 0 0,0 0 1 0 0,0 0 0 0 0,0 0-1 0 0,-3 3 1 0 0,0 1 5 0 0,-1 0-1 0 0,0 0 1 0 0,-1 0 0 0 0,0-1-1 0 0,-9 9 1 0 0,0-4-7 0 0,0-1 0 0 0,0 0 0 0 0,0-1 0 0 0,-1 0 0 0 0,0-2 0 0 0,-1 0 0 0 0,0 0 0 0 0,1-2 0 0 0,-2 0 0 0 0,1-1 0 0 0,-28 2 0 0 0,24-3-14 0 0,-12 2-49 0 0,31-4 53 0 0,0 0-1 0 0,0 0 1 0 0,0 0 0 0 0,0-1 0 0 0,0 1 0 0 0,0 0 0 0 0,0-1 0 0 0,0 1 0 0 0,0-1 0 0 0,0 0-1 0 0,-2-1 1 0 0,3 2-6 0 0,1 0 0 0 0,0-1 0 0 0,0 1 0 0 0,0 0 0 0 0,-1 0 0 0 0,1-1 0 0 0,0 1 0 0 0,0 0 0 0 0,0-1 0 0 0,0 1 0 0 0,-1 0 0 0 0,1-1 0 0 0,0 1 0 0 0,0 0 0 0 0,0-1 0 0 0,0 1 0 0 0,0 0 0 0 0,0-1 0 0 0,0 1 0 0 0,0-1 0 0 0,0 1 0 0 0,0 0 0 0 0,0-1 0 0 0,0 1 0 0 0,0 0 0 0 0,1-1 0 0 0,-1 1 0 0 0,0 0 0 0 0,0-1 0 0 0,1 1 0 0 0,5-10-329 0 0,1 2-764 0 0,1 1 1 0 0,1 0-1 0 0,-1 1 1 0 0,1-1-1 0 0,13-5 1 0 0,-6 2-3562 0 0,16-9-4137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2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32 23783 0 0,'0'0'1092'0'0,"-10"-10"400"0"0,8 7-1287 0 0,-1 1 0 0 0,0 0 0 0 0,1 0-1 0 0,-1 0 1 0 0,0 1 0 0 0,0-1 0 0 0,0 1 0 0 0,0-1 0 0 0,0 1-1 0 0,-1 0 1 0 0,-4-1 0 0 0,3 2 137 0 0,0-1 0 0 0,0 2-1 0 0,0-1 1 0 0,0 0 0 0 0,0 1 0 0 0,0 0-1 0 0,-6 2 1 0 0,-6 2-156 0 0,1 0-1 0 0,0 1 1 0 0,-27 14-1 0 0,36-15-138 0 0,-1-1-1 0 0,1 1 1 0 0,0 0-1 0 0,1 0 1 0 0,-1 1 0 0 0,1 0-1 0 0,0 0 1 0 0,0 1-1 0 0,-6 10 1 0 0,10-15-47 0 0,1 1 0 0 0,-1-1 0 0 0,1 1 0 0 0,0 0 0 0 0,0-1 0 0 0,0 1 0 0 0,0 0 0 0 0,1 0 0 0 0,-1-1 0 0 0,1 1 0 0 0,0 0 0 0 0,-1 0 0 0 0,1 0 0 0 0,1 0 0 0 0,-1 0 0 0 0,0-1 0 0 0,1 1 0 0 0,-1 0 0 0 0,1 0 0 0 0,0 0 0 0 0,0-1 0 0 0,0 1 0 0 0,0 0 0 0 0,0-1 0 0 0,1 1 0 0 0,-1-1 0 0 0,1 0 0 0 0,0 1 0 0 0,0-1 0 0 0,0 0 0 0 0,0 0 0 0 0,0 0 0 0 0,0 0 0 0 0,0 0 0 0 0,1-1 0 0 0,-1 1 0 0 0,0-1 0 0 0,4 2 0 0 0,7 3-26 0 0,0 0-1 0 0,0-1 1 0 0,0-1-1 0 0,0 0 1 0 0,1 0-1 0 0,0-2 1 0 0,14 2-1 0 0,-20-3 11 0 0,-1-1 1 0 0,1 0-1 0 0,0 0 0 0 0,-1 0 0 0 0,1-1 1 0 0,-1-1-1 0 0,0 1 0 0 0,1-1 0 0 0,-1 0 1 0 0,0-1-1 0 0,0 1 0 0 0,0-2 0 0 0,0 1 1 0 0,10-8-1 0 0,-14 9-3 0 0,0 0 0 0 0,0-1-1 0 0,-1 1 1 0 0,1-1 0 0 0,-1 1 0 0 0,0-1-1 0 0,0 0 1 0 0,0 0 0 0 0,0 0 0 0 0,0 0-1 0 0,0 0 1 0 0,-1-1 0 0 0,0 1 0 0 0,1 0-1 0 0,-1-1 1 0 0,-1 1 0 0 0,1-1 0 0 0,0 1 0 0 0,-1-1-1 0 0,0 1 1 0 0,0-1 0 0 0,0 1 0 0 0,0-1-1 0 0,0 0 1 0 0,-1 1 0 0 0,1-1 0 0 0,-1 1-1 0 0,0 0 1 0 0,0-1 0 0 0,-1 1 0 0 0,1 0 0 0 0,-1-1-1 0 0,1 1 1 0 0,-1 0 0 0 0,0 0 0 0 0,0 0-1 0 0,-1 0 1 0 0,1 1 0 0 0,-5-5 0 0 0,3 4-153 0 0,1 0-1 0 0,-1 0 1 0 0,0 0 0 0 0,0 1 0 0 0,0 0 0 0 0,0 0 0 0 0,-1 0 0 0 0,1 0-1 0 0,0 1 1 0 0,-8-2 0 0 0,9 2-140 0 0,0 1 0 0 0,0 0 0 0 0,-1 0 0 0 0,1 0 0 0 0,0 0 0 0 0,0 0 0 0 0,0 1 0 0 0,-1 0 0 0 0,1-1 0 0 0,0 1 0 0 0,0 0 0 0 0,0 1 0 0 0,0-1 0 0 0,0 0 0 0 0,1 1 0 0 0,-4 2 0 0 0,-6 4-1832 0 0,-5 0-57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0 6447 0 0,'0'0'586'0'0,"-2"0"-486"0"0,-13 3 4489 0 0,-1 0-1 0 0,-26 10 1 0 0,-17 12 3579 0 0,15-5-7352 0 0,9-3 1 0 0,2 1-1 0 0,-50 36 1 0 0,69-45-671 0 0,12-7-134 0 0,-30 22 159 0 0,30-22-164 0 0,0-1 0 0 0,1 1 0 0 0,-1 0 0 0 0,0 0 0 0 0,1 0 0 0 0,0 0 0 0 0,0 0 0 0 0,-1 0 0 0 0,1 0 0 0 0,0 0 0 0 0,0 0 0 0 0,1 0 0 0 0,-1 0 0 0 0,0 4 0 0 0,3 3-7 0 0,0-8 0 0 0,-1 0 0 0 0,0 1 1 0 0,1-1-1 0 0,-1 0 0 0 0,1 0 0 0 0,-1 0 0 0 0,1-1 1 0 0,0 1-1 0 0,-1 0 0 0 0,1-1 0 0 0,0 1 0 0 0,1 0 0 0 0,26 4-4 0 0,-17-4-5 0 0,4 2-64 0 0,0-1 1 0 0,1-1-1 0 0,-1-1 0 0 0,0 0 0 0 0,30-4 0 0 0,-12-1-136 0 0,-19 4 56 0 0,-1-1 0 0 0,24-7 0 0 0,-33 8 133 0 0,-1-1 1 0 0,0 0-1 0 0,0 1 0 0 0,0-2 1 0 0,0 1-1 0 0,0 0 1 0 0,-1-1-1 0 0,1 0 1 0 0,0 0-1 0 0,-1 0 1 0 0,0 0-1 0 0,6-7 0 0 0,-7 6 16 0 0,1 0-1 0 0,-1 0 0 0 0,1 0 0 0 0,-1-1 0 0 0,-1 1 0 0 0,1 0 1 0 0,0-1-1 0 0,-1 1 0 0 0,0-1 0 0 0,0 0 0 0 0,0-8 0 0 0,-1 10-11 0 0,0-1 0 0 0,0 1 0 0 0,-1 0 0 0 0,1 0-1 0 0,-1 0 1 0 0,0 0 0 0 0,0-1 0 0 0,0 1 0 0 0,0 0 0 0 0,-1 1-1 0 0,1-1 1 0 0,-1 0 0 0 0,0 0 0 0 0,1 1 0 0 0,-1-1 0 0 0,-1 1-1 0 0,1-1 1 0 0,-3-2 0 0 0,0 1-251 0 0,-18-18-825 0 0,23 22 926 0 0,-1-1 0 0 0,1 0 0 0 0,-1 1 0 0 0,1-1 0 0 0,-1 1-1 0 0,1-1 1 0 0,0 0 0 0 0,-1 1 0 0 0,1-1 0 0 0,0 0 0 0 0,0 1-1 0 0,-1-1 1 0 0,1 0 0 0 0,0 0 0 0 0,0 1 0 0 0,0-1 0 0 0,0 0 0 0 0,0 0-1 0 0,0 1 1 0 0,0-1 0 0 0,0 0 0 0 0,0 1 0 0 0,0-1 0 0 0,0 0-1 0 0,1 0 1 0 0,-1 1 0 0 0,0-1 0 0 0,0 0 0 0 0,1 1 0 0 0,-1-1 0 0 0,0 0-1 0 0,1 1 1 0 0,0-2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3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19351 0 0,'0'0'1751'0'0,"-1"1"-1440"0"0,-2 5 519 0 0,0-1 0 0 0,0 1 0 0 0,1 0 0 0 0,0-1 1 0 0,0 1-1 0 0,0 0 0 0 0,1 0 0 0 0,0 0 0 0 0,-1 11 1 0 0,-1 8 174 0 0,-4 19-312 0 0,3 0 0 0 0,0 58 0 0 0,13 89-819 0 0,-6-136 196 0 0,3-12-300 0 0,-4-33-10 0 0,0 0 0 0 0,-1 1 0 0 0,0-1 0 0 0,-2 12 1 0 0,0 13-1847 0 0,2-12-5849 0 0,-1-8-1239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6503 1 10591 0 0,'-23'6'-506'0'0,"-13"0"7271"0"0,1-1 1254 0 0,12 1-5474 0 0,-39 13-751 0 0,-61 14-22 0 0,-355 30-840 0 0,401-55-901 0 0,-242 16-59 0 0,128-11-52 0 0,-136 8 19 0 0,127-9-5 0 0,-597 16-17 0 0,137-8-159 0 0,277-6 43 0 0,220-8 126 0 0,-502 26-643 0 0,647-31 687 0 0,-272 15-471 0 0,4-10 963 0 0,69-2-62 0 0,-24 6-53 0 0,-171 3 277 0 0,277-9-550 0 0,-55-1-17 0 0,168-4-59 0 0,-1 0 0 0 0,1-1 0 0 0,0-2 0 0 0,-25-6 0 0 0,47 10-23 0 0,-9-3 136 0 0,9 3-175 0 0,0 0-1 0 0,-1-1 0 0 0,1 1 0 0 0,0 0 0 0 0,-1 0 0 0 0,1 0 1 0 0,0 0-1 0 0,0 0 0 0 0,-1 0 0 0 0,1-1 0 0 0,0 1 0 0 0,-1 0 1 0 0,1 0-1 0 0,0 0 0 0 0,0 0 0 0 0,0-1 0 0 0,-1 1 1 0 0,1 0-1 0 0,0 0 0 0 0,0-1 0 0 0,0 1 0 0 0,0 0 0 0 0,-1 0 1 0 0,1-1-1 0 0,0 1 0 0 0,0 0 0 0 0,0-1 0 0 0,0 1 0 0 0,4-7-837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 15663 0 0,'0'0'1931'0'0,"-14"-3"3997"0"0,12 4-5680 0 0,1-1 0 0 0,-1 1 0 0 0,1-1 0 0 0,-1 1 0 0 0,1-1 0 0 0,0 1 0 0 0,-1 0 1 0 0,1 0-1 0 0,0-1 0 0 0,-1 1 0 0 0,1 0 0 0 0,0 0 0 0 0,0 1 0 0 0,0-1 0 0 0,0 0 0 0 0,-1 2 0 0 0,-15 24 1040 0 0,12-18-723 0 0,-7 14-126 0 0,0 1 1 0 0,2 1-1 0 0,0 0 0 0 0,-10 46 0 0 0,10-24-98 0 0,-6 86 1 0 0,16-118-322 0 0,-1 1 0 0 0,2-1 0 0 0,0 0 0 0 0,1 1 0 0 0,0-1 0 0 0,2 0 0 0 0,-1 0 0 0 0,9 21 0 0 0,-8-28-13 0 0,-1 0 0 0 0,1 0-1 0 0,1-1 1 0 0,-1 1 0 0 0,1-1 0 0 0,0 0 0 0 0,1-1 0 0 0,0 1-1 0 0,0-1 1 0 0,0 0 0 0 0,1-1 0 0 0,0 1 0 0 0,0-1 0 0 0,0-1-1 0 0,1 1 1 0 0,11 4 0 0 0,-11-6-14 0 0,-1-1-1 0 0,1 0 1 0 0,0-1-1 0 0,0 0 1 0 0,0 0 0 0 0,0 0-1 0 0,0-1 1 0 0,0 0 0 0 0,0-1-1 0 0,-1 0 1 0 0,1 0-1 0 0,0-1 1 0 0,11-3 0 0 0,-6 1-9 0 0,-1-1 1 0 0,0 0-1 0 0,1-1 1 0 0,-2-1 0 0 0,1 0-1 0 0,-1 0 1 0 0,12-11-1 0 0,-15 11-6 0 0,0 0-1 0 0,-1-1 1 0 0,0 0-1 0 0,0 0 1 0 0,-1 0-1 0 0,8-15 1 0 0,-12 20 21 0 0,-1 0 0 0 0,1 0 1 0 0,-1 0-1 0 0,1-1 0 0 0,-1 1 1 0 0,0-1-1 0 0,0 1 0 0 0,-1-1 1 0 0,1 1-1 0 0,-1-1 0 0 0,1 1 1 0 0,-1-1-1 0 0,-1 0 0 0 0,1 1 1 0 0,0-1-1 0 0,-1 1 0 0 0,1-1 0 0 0,-1 0 1 0 0,0 1-1 0 0,0 0 0 0 0,-1-1 1 0 0,-1-2-1 0 0,2 4 3 0 0,0 1 0 0 0,0 0 0 0 0,0 0 0 0 0,0 0-1 0 0,0 0 1 0 0,0 0 0 0 0,-1 0 0 0 0,1 0 0 0 0,0 1 0 0 0,-1-1 0 0 0,1 0 0 0 0,0 1-1 0 0,-1-1 1 0 0,1 1 0 0 0,-1-1 0 0 0,1 1 0 0 0,-1 0 0 0 0,1 0 0 0 0,-1-1 0 0 0,1 1-1 0 0,-1 0 1 0 0,1 0 0 0 0,-1 1 0 0 0,1-1 0 0 0,-1 0 0 0 0,1 0 0 0 0,-1 1 0 0 0,1-1-1 0 0,-2 1 1 0 0,-4 2 17 0 0,0-1 1 0 0,0 1-1 0 0,1 0 0 0 0,-12 7 0 0 0,3 1 17 0 0,0 0 0 0 0,0 0 0 0 0,-16 19 0 0 0,25-25-40 0 0,1 1-1 0 0,0 0 1 0 0,1 0-1 0 0,-1 1 1 0 0,1 0-1 0 0,0-1 1 0 0,1 1-1 0 0,-1 0 1 0 0,2 1-1 0 0,-4 11 1 0 0,5-17-79 0 0,1 0 0 0 0,-1 0 1 0 0,1 1-1 0 0,0-1 0 0 0,0 0 1 0 0,0 0-1 0 0,0 0 0 0 0,1 0 1 0 0,-1 1-1 0 0,0-1 0 0 0,1 0 1 0 0,0 0-1 0 0,-1 0 0 0 0,3 4 1 0 0,-2-5-153 0 0,0 0 0 0 0,0 0 0 0 0,0 0 0 0 0,0 0 0 0 0,0 0 0 0 0,0 0 0 0 0,0 0 0 0 0,0 0 0 0 0,0 0 0 0 0,0-1 0 0 0,1 1 0 0 0,-1 0 0 0 0,0-1 0 0 0,0 1 0 0 0,1-1 0 0 0,-1 0 0 0 0,0 1 0 0 0,1-1 0 0 0,-1 0 0 0 0,1 0 0 0 0,-1 0 0 0 0,0 0 0 0 0,3 0 0 0 0,12-1-9228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12439 0 0,'-30'27'12317'0'0,"20"-14"-8528"0"0,5-7-3504 0 0,4-5 403 0 0,17 1-1194 0 0,-14-1 307 0 0,1-1 0 0 0,-1 1 0 0 0,1-1 0 0 0,-1 0 0 0 0,1 0 0 0 0,3-1 0 0 0,20-5-5393 0 0,-19 5 2763 0 0,12-4-5450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17 12895 0 0,'0'0'998'0'0,"-12"-10"1786"0"0,11 9-2221 0 0,0 0 1 0 0,0 1-1 0 0,0-1 0 0 0,0 1 1 0 0,0-1-1 0 0,0 1 1 0 0,0-1-1 0 0,0 1 1 0 0,-1 0-1 0 0,1-1 1 0 0,0 1-1 0 0,-2 0 1 0 0,-15 2 2984 0 0,9 1-2846 0 0,1 0 0 0 0,-12 7 0 0 0,11-6 129 0 0,-8 6-467 0 0,1 0 1 0 0,0 1-1 0 0,0 0 0 0 0,2 2 1 0 0,-16 15-1 0 0,22-22-334 0 0,5-3-28 0 0,0 0 1 0 0,1 0-1 0 0,-1 0 1 0 0,0 0-1 0 0,1 1 1 0 0,0-1-1 0 0,0 0 1 0 0,0 1-1 0 0,0 0 1 0 0,0 0-1 0 0,1-1 1 0 0,-2 8-1 0 0,2-9-1 0 0,1 1 1 0 0,0-1-1 0 0,0 0 0 0 0,0 1 1 0 0,0-1-1 0 0,1 0 0 0 0,-1 0 1 0 0,1 1-1 0 0,-1-1 0 0 0,1 0 1 0 0,0 0-1 0 0,0 0 0 0 0,0 0 1 0 0,0 0-1 0 0,0 0 0 0 0,0 0 1 0 0,0 0-1 0 0,1 0 0 0 0,-1 0 1 0 0,1-1-1 0 0,-1 1 0 0 0,1-1 1 0 0,3 4-1 0 0,20 13-2 0 0,0-1 0 0 0,2-1 0 0 0,-1-1 0 0 0,42 16 0 0 0,-42-21 4 0 0,31 19 0 0 0,-49-24-3 0 0,0 0 0 0 0,0 0 0 0 0,-1 1 0 0 0,0 0 0 0 0,0 0-1 0 0,0 1 1 0 0,9 12 0 0 0,-15-17 0 0 0,1 0 0 0 0,-1 0 0 0 0,0 0 0 0 0,0 0 0 0 0,0 0 0 0 0,0 0 0 0 0,-1 0 0 0 0,1 0 0 0 0,0 0 0 0 0,-1 0 0 0 0,0 0 0 0 0,1 0 0 0 0,-1 1 0 0 0,0-1 0 0 0,0 0 0 0 0,0 0 0 0 0,-1 0 0 0 0,1 1 0 0 0,0-1 0 0 0,-1 0 0 0 0,1 0 0 0 0,-1 0 0 0 0,0 0 0 0 0,0 0 0 0 0,0 0 0 0 0,-1 3 0 0 0,-1-1 0 0 0,0 0 0 0 0,0-1 0 0 0,-1 1 0 0 0,1-1 0 0 0,-1 1 0 0 0,0-1 0 0 0,0 0 0 0 0,0-1 0 0 0,0 1 0 0 0,0-1 0 0 0,-6 3 0 0 0,-1-1-9 0 0,1 0 1 0 0,-1 0-1 0 0,0-1 0 0 0,0 0 1 0 0,0-1-1 0 0,0 0 0 0 0,0-1 1 0 0,0-1-1 0 0,-1 1 0 0 0,1-2 1 0 0,0 1-1 0 0,-1-2 0 0 0,1 0 1 0 0,0 0-1 0 0,-14-5 0 0 0,17 5-363 0 0,0-1 0 0 0,1 1 0 0 0,-1-2 0 0 0,1 1 0 0 0,0-1 0 0 0,0 0 0 0 0,0 0 0 0 0,0-1 0 0 0,1 0 0 0 0,-1 0 0 0 0,1-1 0 0 0,-6-7 0 0 0,-4-8-2205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3223 0 0,'0'0'143'0'0,"2"0"-3"0"0,42-6 2032 0 0,0-1 4880 0 0,59-9 11030 0 0,-68 13-15999 0 0,-1 1-4131 0 0,86-6 3383 0 0,0-6-1075 0 0,-54 4-263 0 0,85-13 3 0 0,-118 22 208 0 0,-48 18-88 0 0,-26 21-120 0 0,-15 15 0 0 0,49-45 0 0 0,-3 2 0 0 0,2 0 0 0 0,0 1 0 0 0,-9 14 0 0 0,15-23 0 0 0,1 0 0 0 0,0 1 0 0 0,-1-1 0 0 0,1 1 0 0 0,0-1 0 0 0,0 1 0 0 0,1 0 0 0 0,-1-1 0 0 0,1 1 0 0 0,-1 0 0 0 0,1 0 0 0 0,0-1 0 0 0,0 1 0 0 0,0 0 0 0 0,0 0 0 0 0,0-1 0 0 0,1 1 0 0 0,-1 0 0 0 0,1-1 0 0 0,0 1 0 0 0,2 4 0 0 0,-2-5 0 0 0,1 0 0 0 0,0 0 0 0 0,0 0 0 0 0,-1 0 0 0 0,1-1 0 0 0,0 1 0 0 0,0-1 0 0 0,0 0 0 0 0,1 1 0 0 0,-1-1 0 0 0,0 0 0 0 0,1 0 0 0 0,-1 0 0 0 0,0-1 0 0 0,1 1 0 0 0,-1 0 0 0 0,1-1 0 0 0,2 1 0 0 0,9 0 0 0 0,27 1 0 0 0,-33-2 0 0 0,16-1 0 0 0,1 0 0 0 0,40-8 0 0 0,-51 6 0 0 0,-1-1 0 0 0,1 0 0 0 0,-1-1 0 0 0,0 0 0 0 0,0-1 0 0 0,14-8 0 0 0,-22 10-9 0 0,0 0 1 0 0,0 0-1 0 0,0-1 1 0 0,0 0-1 0 0,0 1 0 0 0,-1-2 1 0 0,0 1-1 0 0,0 0 1 0 0,0-1-1 0 0,-1 0 1 0 0,4-8-1 0 0,-5 10 2 0 0,-1 1 0 0 0,0 0 1 0 0,0-1-1 0 0,0 1 0 0 0,0-1 0 0 0,0 1 0 0 0,-1-1 0 0 0,1 0 1 0 0,-1 1-1 0 0,0-1 0 0 0,0 1 0 0 0,-1-1 0 0 0,1 0 0 0 0,-1 1 1 0 0,0-1-1 0 0,0 1 0 0 0,0-1 0 0 0,0 1 0 0 0,0 0 0 0 0,-1-1 1 0 0,1 1-1 0 0,-4-4 0 0 0,2 4-62 0 0,1 1 0 0 0,-1-1 1 0 0,0 1-1 0 0,0 0 0 0 0,0 0 0 0 0,0 0 0 0 0,-1 0 1 0 0,1 0-1 0 0,0 1 0 0 0,-1-1 0 0 0,1 1 0 0 0,-1 0 0 0 0,0 0 1 0 0,1 1-1 0 0,-6-2 0 0 0,-3 1-532 0 0,0 0 1 0 0,0 1-1 0 0,-18 2 0 0 0,7 2-1546 0 0,-1 4-4515 0 0,2 2-2045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56 17711 0 0,'0'0'811'0'0,"-2"-16"298"0"0,2 9-885 0 0,-1 7 45 0 0,1-1 0 0 0,-1 0 0 0 0,0 1-1 0 0,0-1 1 0 0,1 0 0 0 0,-1 1 0 0 0,0-1-1 0 0,0 1 1 0 0,0 0 0 0 0,0-1 0 0 0,0 1 0 0 0,0 0-1 0 0,0-1 1 0 0,-1 1 0 0 0,1 0 12 0 0,-2-1 37 0 0,1 1 0 0 0,-1 0-1 0 0,0 0 1 0 0,0 0-1 0 0,0 0 1 0 0,0 0 0 0 0,1 1-1 0 0,-1-1 1 0 0,0 1-1 0 0,0-1 1 0 0,1 1 0 0 0,-1 0-1 0 0,0 1 1 0 0,-3 1-1 0 0,-5 3 583 0 0,-19 14 0 0 0,23-15-693 0 0,-157 124 1445 0 0,155-122-1637 0 0,1 1 1 0 0,0-1-1 0 0,0 2 0 0 0,1-1 0 0 0,0 1 1 0 0,1 0-1 0 0,-6 11 0 0 0,10-18-13 0 0,1 1-1 0 0,0 0 1 0 0,-1-1 0 0 0,1 1-1 0 0,1 0 1 0 0,-1 0 0 0 0,0 0-1 0 0,1-1 1 0 0,-1 1 0 0 0,1 0 0 0 0,0 0-1 0 0,0 0 1 0 0,0 0 0 0 0,0 0-1 0 0,1 0 1 0 0,-1 0 0 0 0,1 0-1 0 0,0 0 1 0 0,0-1 0 0 0,0 1-1 0 0,0 0 1 0 0,0-1 0 0 0,0 1-1 0 0,1 0 1 0 0,-1-1 0 0 0,1 0 0 0 0,0 1-1 0 0,0-1 1 0 0,0 0 0 0 0,0 0-1 0 0,4 3 1 0 0,1 0-15 0 0,0 0 0 0 0,1 0 0 0 0,0-1 0 0 0,0 0 0 0 0,0 0 0 0 0,0-1-1 0 0,1 0 1 0 0,-1-1 0 0 0,1 0 0 0 0,0 0 0 0 0,0-1 0 0 0,12 1 0 0 0,-5-1-18 0 0,0-1 1 0 0,0-1-1 0 0,-1 0 1 0 0,1-2-1 0 0,0 1 1 0 0,17-7-1 0 0,-24 6 8 0 0,0 0 0 0 0,0-1 0 0 0,-1 0 0 0 0,1 0-1 0 0,-1-1 1 0 0,0 0 0 0 0,0-1 0 0 0,0 0 0 0 0,-1 0 0 0 0,0-1 0 0 0,0 0 0 0 0,0 0-1 0 0,6-10 1 0 0,-9 11 3 0 0,1-1 1 0 0,-1 0-1 0 0,-1-1 0 0 0,0 1 0 0 0,0-1 0 0 0,0 1 0 0 0,-1-1 0 0 0,0 0 1 0 0,0 0-1 0 0,-1 0 0 0 0,0 0 0 0 0,-1 0 0 0 0,1 0 0 0 0,-2 0 0 0 0,1 0 1 0 0,-2-9-1 0 0,-2 0-97 0 0,0 0 0 0 0,0 0 1 0 0,-8-17-1 0 0,9 28-275 0 0,0-1 0 0 0,0 0 0 0 0,-1 1 1 0 0,1 0-1 0 0,-1 0 0 0 0,-1 0 0 0 0,1 1 0 0 0,-1-1 0 0 0,-11-9 0 0 0,11 8-3762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6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 23239 0 0,'-1'-1'2105'0'0,"-6"0"-1613"0"0,1 0 0 0 0,-1 0 0 0 0,1 1 0 0 0,-1-1-1 0 0,1 1 1 0 0,-1 1 0 0 0,-12 1 0 0 0,3 2 819 0 0,-25 9 1 0 0,37-11-1238 0 0,-3 0-17 0 0,1 1-1 0 0,-1 0 0 0 0,1 0 0 0 0,-1 1 0 0 0,1 0 0 0 0,0 0 1 0 0,1 0-1 0 0,-1 1 0 0 0,1 0 0 0 0,0 0 0 0 0,0 0 1 0 0,0 1-1 0 0,-4 7 0 0 0,8-11-56 0 0,0 0 0 0 0,1 0 1 0 0,-1 0-1 0 0,0 0 0 0 0,1 0 0 0 0,0 0 0 0 0,-1 0 0 0 0,1 0 1 0 0,0 0-1 0 0,0 0 0 0 0,0 0 0 0 0,1 0 0 0 0,-1 0 1 0 0,0 0-1 0 0,1 0 0 0 0,-1 0 0 0 0,1 0 0 0 0,0 0 1 0 0,-1 0-1 0 0,1 0 0 0 0,0-1 0 0 0,0 1 0 0 0,0 0 0 0 0,1-1 1 0 0,-1 1-1 0 0,2 1 0 0 0,4 6 0 0 0,1-1 0 0 0,-1 0-1 0 0,13 9 1 0 0,11 6 0 0 0,50 28 0 0 0,-48-31 0 0 0,47 35 0 0 0,-78-53 0 0 0,5 2 0 0 0,-1 2 0 0 0,1-1 0 0 0,-1 1 0 0 0,0 0 0 0 0,-1 0 0 0 0,0 0 0 0 0,1 1 0 0 0,-2 0 0 0 0,1 0 0 0 0,3 9 0 0 0,-7-15 0 0 0,-1 0 0 0 0,0 0 0 0 0,0 0 0 0 0,0 0 0 0 0,0 0 0 0 0,1 0 0 0 0,-1 0 0 0 0,0 0 0 0 0,-1-1 0 0 0,1 1 0 0 0,0 0 0 0 0,0 0 0 0 0,0 0 0 0 0,0 0 0 0 0,-1 0 0 0 0,1 0 0 0 0,0 0 0 0 0,-1 0 0 0 0,1-1 0 0 0,-1 1 0 0 0,1 0 0 0 0,-1 0 0 0 0,0 0 0 0 0,1-1 0 0 0,-1 1 0 0 0,0 0 0 0 0,1-1 0 0 0,-1 1 0 0 0,0-1 0 0 0,-1 2 0 0 0,-1 0 0 0 0,0 2-20 0 0,-1-1 0 0 0,0 0 0 0 0,0 0 0 0 0,0-1 0 0 0,0 1 0 0 0,0-1 1 0 0,-1 0-1 0 0,1 0 0 0 0,-1 0 0 0 0,1 0 0 0 0,-6 0 0 0 0,2 0-60 0 0,0-1 0 0 0,0 0-1 0 0,0-1 1 0 0,0 0 0 0 0,0 0 0 0 0,-9-2-1 0 0,-8-3-208 0 0,0-1-1 0 0,1 0 0 0 0,-28-13 1 0 0,49 18 264 0 0,-8-4-875 0 0,0 1 1 0 0,-11-8-1 0 0,0-2-1297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21623 0 0,'2'0'992'0'0,"16"-4"-661"0"0,0 0 0 0 0,-1-2 0 0 0,0 0 0 0 0,21-11 0 0 0,-3 3 793 0 0,26-9 214 0 0,1 2 1 0 0,1 4-1 0 0,1 2 0 0 0,80-8 1 0 0,-137 22-1288 0 0,1 0 1 0 0,-1 1 0 0 0,1 0-1 0 0,-1 1 1 0 0,13 2-1 0 0,-18-3-38 0 0,0 0 0 0 0,0 1-1 0 0,0 0 1 0 0,-1-1 0 0 0,1 1-1 0 0,0 0 1 0 0,-1 0 0 0 0,1-1-1 0 0,-1 1 1 0 0,1 0 0 0 0,-1 1-1 0 0,1-1 1 0 0,-1 0 0 0 0,0 0 0 0 0,1 1-1 0 0,-1-1 1 0 0,0 1 0 0 0,0-1-1 0 0,0 1 1 0 0,0-1 0 0 0,0 1-1 0 0,-1 0 1 0 0,1-1 0 0 0,0 1-1 0 0,-1 0 1 0 0,1 0 0 0 0,-1-1-1 0 0,1 3 1 0 0,-1 5-12 0 0,0 0-1 0 0,0-1 1 0 0,-1 1-1 0 0,0 0 1 0 0,0-1-1 0 0,-1 1 1 0 0,0-1-1 0 0,-5 11 1 0 0,-32 66-2 0 0,30-67 1 0 0,3-6 0 0 0,-4 7 0 0 0,1 0 0 0 0,0 1 0 0 0,1 0 0 0 0,2 1 0 0 0,-7 26 0 0 0,12-39 0 0 0,0-1 0 0 0,0 1 0 0 0,1 0 0 0 0,0-1 0 0 0,0 1 0 0 0,1-1 0 0 0,0 1 0 0 0,3 10 0 0 0,-3-14 0 0 0,0-1 0 0 0,1 0 0 0 0,-1 1 0 0 0,1-1 0 0 0,0 0 0 0 0,-1 0 0 0 0,2 0 0 0 0,-1-1 0 0 0,0 1 0 0 0,0 0 0 0 0,1-1 0 0 0,0 1 0 0 0,-1-1 0 0 0,1 0 0 0 0,0 0 0 0 0,0 0 0 0 0,0 0 0 0 0,0-1 0 0 0,7 3 0 0 0,-1-1 0 0 0,0-1 0 0 0,0 0 0 0 0,0 0 0 0 0,0-1 0 0 0,1-1 0 0 0,-1 1 0 0 0,0-2 0 0 0,1 1 0 0 0,-1-1 0 0 0,0 0 0 0 0,0-1 0 0 0,0 0 0 0 0,0-1 0 0 0,0 0 0 0 0,0 0 0 0 0,-1-1 0 0 0,0 0 0 0 0,1 0 0 0 0,-1-1 0 0 0,-1 0 0 0 0,1-1 0 0 0,-1 0 0 0 0,0 0 0 0 0,0 0 0 0 0,7-9 0 0 0,-9 7 0 0 0,0 1 0 0 0,0-1 0 0 0,-1 0 0 0 0,0 0 0 0 0,-1-1 0 0 0,1 1 0 0 0,-2-1 0 0 0,1 0 0 0 0,-1 0 0 0 0,0 0 0 0 0,-1 0 0 0 0,0 0 0 0 0,-1 0 0 0 0,0 0 0 0 0,0 0 0 0 0,-1 0 0 0 0,0 0 0 0 0,0 0 0 0 0,-1 0 0 0 0,-1 0 0 0 0,1 0 0 0 0,-1 1 0 0 0,-1-1 0 0 0,1 1 0 0 0,-2 0 0 0 0,1 0 0 0 0,-10-13 0 0 0,2 8-38 0 0,0 0 1 0 0,-1 0-1 0 0,0 1 0 0 0,0 1 1 0 0,-2 0-1 0 0,1 1 1 0 0,-1 1-1 0 0,-32-15 0 0 0,-12 4-3515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24703 0 0,'11'1'2636'0'0,"212"-39"2383"0"0,-57 6-6225 0 0,-148 28 349 0 0,3-1-767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69 21855 0 0,'0'0'1980'0'0,"13"-5"-1456"0"0,-6 1-45 0 0,1 0 1 0 0,0 1-1 0 0,1 0 1 0 0,-1 0-1 0 0,0 1 0 0 0,12-1 1 0 0,18-6 1028 0 0,-4-1-390 0 0,47-8 1 0 0,-69 16-1071 0 0,0 1-1 0 0,0 0 1 0 0,0 1 0 0 0,-1 0-1 0 0,1 1 1 0 0,0 0 0 0 0,23 7 0 0 0,-33-8-32 0 0,0 0 1 0 0,-1 1-1 0 0,1 0 0 0 0,0-1 1 0 0,0 1-1 0 0,-1 0 1 0 0,1 0-1 0 0,0 0 0 0 0,-1 0 1 0 0,1 0-1 0 0,-1 0 1 0 0,0 1-1 0 0,1-1 1 0 0,-1 0-1 0 0,0 1 0 0 0,0-1 1 0 0,1 1-1 0 0,0 2 1 0 0,-1-2-3 0 0,-1 0 0 0 0,1 0 0 0 0,-1 0 1 0 0,0-1-1 0 0,0 1 0 0 0,0 0 0 0 0,0 0 1 0 0,0 0-1 0 0,0 0 0 0 0,-1-1 1 0 0,1 1-1 0 0,0 0 0 0 0,-1 0 0 0 0,0-1 1 0 0,1 1-1 0 0,-1 0 0 0 0,0 0 0 0 0,0-1 1 0 0,-1 3-1 0 0,-10 15 16 0 0,-2-1 1 0 0,0 0-1 0 0,0-1 0 0 0,-2 0 1 0 0,-25 21-1 0 0,-95 63 116 0 0,72-62-146 0 0,35-21 0 0 0,-40 30 0 0 0,68-48 0 0 0,1 1 0 0 0,-1-1 0 0 0,1 0 0 0 0,-1 1 0 0 0,1-1 0 0 0,-1 0 0 0 0,1 1 0 0 0,0-1 0 0 0,-1 1 0 0 0,1-1 0 0 0,0 1 0 0 0,-1-1 0 0 0,1 0 0 0 0,0 1 0 0 0,0 0 0 0 0,-1-1 0 0 0,1 1 0 0 0,0-1 0 0 0,0 1 0 0 0,0-1 0 0 0,0 1 0 0 0,0-1 0 0 0,0 2 0 0 0,3 2 0 0 0,-3-4 0 0 0,3 2 0 0 0,-1 1 0 0 0,0-1 0 0 0,1 0 0 0 0,0 0 0 0 0,-1 0 0 0 0,1 0 0 0 0,0-1 0 0 0,0 1 0 0 0,0-1 0 0 0,0 1 0 0 0,0-1 0 0 0,0 0 0 0 0,0-1 0 0 0,1 1 0 0 0,4 0 0 0 0,5 1 0 0 0,0-1 0 0 0,20-1 0 0 0,211-30-654 0 0,-204 24 556 0 0,9-3-760 0 0,-6 0-2181 0 0,-15 5-4228 0 0,-2 2-1721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38 536 24847 0 0,'0'0'2255'0'0,"-1"1"-1858"0"0,-7 10 922 0 0,-13 24 1 0 0,19-32-1036 0 0,1 0 0 0 0,0 0 0 0 0,0 1 0 0 0,1-1 0 0 0,-1 0 0 0 0,0 1 0 0 0,1 6 0 0 0,0-9-292 0 0,0 0 1 0 0,0 0 0 0 0,1 0-1 0 0,-1 0 1 0 0,0-1 0 0 0,1 1-1 0 0,-1 0 1 0 0,1 0 0 0 0,-1 0 0 0 0,1 0-1 0 0,-1 0 1 0 0,1 0 0 0 0,-1-1-1 0 0,1 1 1 0 0,0 0 0 0 0,0 0-1 0 0,-1-1 1 0 0,1 1 0 0 0,0 0-1 0 0,0-1 1 0 0,0 1 0 0 0,0-1-1 0 0,0 1 1 0 0,1-1 0 0 0,21 8-741 0 0,-19-8 336 0 0,0 0-1 0 0,-1 1 1 0 0,1-1 0 0 0,0-1 0 0 0,0 1-1 0 0,0 0 1 0 0,0-1 0 0 0,5-2-1 0 0,6-1-1380 0 0</inkml:trace>
  <inkml:trace contextRef="#ctx0" brushRef="#br0" timeOffset="1.01">481 1 24503 0 0,'0'0'3292'0'0,"0"1"-2607"0"0,6 35 173 0 0,-3 1-1 0 0,0-1 0 0 0,-3 0 1 0 0,-4 46-1 0 0,-1-3-857 0 0,-4 27 0 0 0,8-101-33 0 0,1-1-1 0 0,-1 1 1 0 0,1-1-1 0 0,1 10 1 0 0,1 24-201 0 0,-1-37 49 0 0,-1 0 1 0 0,1-1 0 0 0,-1 1 0 0 0,1 0-1 0 0,0 0 1 0 0,0-1 0 0 0,-1 1-1 0 0,1 0 1 0 0,0-1 0 0 0,0 1 0 0 0,0-1-1 0 0,0 1 1 0 0,0-1 0 0 0,0 0-1 0 0,0 1 1 0 0,0-1 0 0 0,0 0 0 0 0,0 0-1 0 0,0 1 1 0 0,0-1 0 0 0,0 0-1 0 0,2 0 1 0 0,8-2-6818 0 0,1-1-2108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23 13359 0 0,'-6'-3'11307'0'0,"6"2"-10999"0"0,0 1 1 0 0,0-1 0 0 0,1 1-1 0 0,-1-1 1 0 0,0 1 0 0 0,1-1-1 0 0,-1 1 1 0 0,1-1-1 0 0,-1 1 1 0 0,0 0 0 0 0,1-1-1 0 0,-1 1 1 0 0,1 0 0 0 0,-1-1-1 0 0,1 1 1 0 0,-1 0-1 0 0,1 0 1 0 0,-1-1 0 0 0,1 1-1 0 0,-1 0 1 0 0,2 0 0 0 0,13-4 586 0 0,89-3-605 0 0,-86 7-259 0 0,0 1 1 0 0,0 0-1 0 0,33 8 1 0 0,-40-5-32 0 0,-4 4 0 0 0,-7-7 0 0 0,0 1 0 0 0,1 0 0 0 0,-1 0 0 0 0,0 0 0 0 0,0 0 0 0 0,0 0 0 0 0,0 0 0 0 0,-1 0 0 0 0,1 0 0 0 0,0 0 0 0 0,-1 0 0 0 0,1 0 0 0 0,-1-1 0 0 0,0 1 0 0 0,0 0 0 0 0,0 0 0 0 0,0-1 0 0 0,0 1 0 0 0,0 0 0 0 0,-2 2 0 0 0,-4 4 0 0 0,0-1 0 0 0,-14 12 0 0 0,17-16 0 0 0,-11 9 0 0 0,-24 13 0 0 0,26-17 0 0 0,-1 0 0 0 0,-20 19 0 0 0,19-14 0 0 0,8-7 0 0 0,0 0 0 0 0,1 0 0 0 0,0 1 0 0 0,-8 9 0 0 0,14-15 0 0 0,-1-1 0 0 0,1 0 0 0 0,0 1 0 0 0,-1-1 0 0 0,1 0 0 0 0,-1 1 0 0 0,1-1 0 0 0,0 1 0 0 0,0-1 0 0 0,-1 0 0 0 0,1 1 0 0 0,0-1 0 0 0,0 1 0 0 0,-1-1 0 0 0,1 1 0 0 0,0-1 0 0 0,0 1 0 0 0,0-1 0 0 0,0 1 0 0 0,0-1 0 0 0,0 1 0 0 0,0-1 0 0 0,0 1 0 0 0,0-1 0 0 0,0 1 0 0 0,0 0 0 0 0,1 1 0 0 0,-2-1 0 0 0,1 0 0 0 0,0 0 0 0 0,0-1 0 0 0,0 1 0 0 0,0 0 0 0 0,1 0 0 0 0,-1 0 0 0 0,0-1 0 0 0,0 1 0 0 0,0 0 0 0 0,1 0 0 0 0,-1-1 0 0 0,0 1 0 0 0,0 0 0 0 0,1-1 0 0 0,-1 1 0 0 0,1 0 0 0 0,-1-1 0 0 0,1 1 0 0 0,-1-1 0 0 0,1 1 0 0 0,-1 0 0 0 0,1-1 0 0 0,0 1 0 0 0,2 1 0 0 0,1 2 0 0 0,1 0 0 0 0,-1 0 0 0 0,1 0 0 0 0,1-1 0 0 0,-1 0 0 0 0,0 0 0 0 0,8 3 0 0 0,44 14 0 0 0,-31-11 0 0 0,4 1 0 0 0,-18-7 0 0 0,0 0 0 0 0,-1 1 0 0 0,1 1 0 0 0,-1 0 0 0 0,0 1 0 0 0,0 0 0 0 0,14 10 0 0 0,-16-7 0 0 0,-9-5 0 0 0,0-2 0 0 0,1-1 0 0 0,-1 0 0 0 0,0 0 0 0 0,1 0 0 0 0,-1 0 0 0 0,0 0 0 0 0,0 1 0 0 0,0-1 0 0 0,0 0 0 0 0,0 0 0 0 0,0 0 0 0 0,0 0 0 0 0,0 0 0 0 0,0 0 0 0 0,-1 1 0 0 0,1-1 0 0 0,0 0 0 0 0,-1 0 0 0 0,1 0 0 0 0,-1 0 0 0 0,1 0 0 0 0,-1 0 0 0 0,0 0 0 0 0,1-1 0 0 0,-2 3 0 0 0,-1 0 0 0 0,0 2 0 0 0,-1-1 0 0 0,0 1 0 0 0,-1-1 0 0 0,1 0 0 0 0,-1 0 0 0 0,1-1 0 0 0,-1 1 0 0 0,0-1 0 0 0,0 0 0 0 0,-11 4 0 0 0,-3 1 0 0 0,-36 9 0 0 0,37-13-37 0 0,1 0 1 0 0,-1-1-1 0 0,0-1 1 0 0,0-1-1 0 0,1 0 0 0 0,-1-1 1 0 0,0-1-1 0 0,-33-6 1 0 0,50 6-30 0 0,1 1 1 0 0,-1 0-1 0 0,0 0 1 0 0,0 0-1 0 0,0 0 1 0 0,0-1-1 0 0,0 1 1 0 0,1-1-1 0 0,-1 1 1 0 0,0 0-1 0 0,0-1 1 0 0,1 1-1 0 0,-1-1 1 0 0,0 1-1 0 0,1-1 1 0 0,-1 0-1 0 0,0 1 1 0 0,1-1-1 0 0,-1 0 1 0 0,1 0-1 0 0,-1 1 1 0 0,0-2-1 0 0,1 1-96 0 0,0-1 0 0 0,0 1 0 0 0,0 0 0 0 0,1 0 0 0 0,-1 0 0 0 0,0-1 0 0 0,1 1 0 0 0,-1 0 0 0 0,0 0 0 0 0,1 0 1 0 0,-1 0-1 0 0,1 0 0 0 0,0 0 0 0 0,-1 0 0 0 0,1 0 0 0 0,1-2 0 0 0,11-10-3041 0 0,2-1-6053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9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34 8751 0 0,'4'-14'18570'0'0,"-4"8"-17723"0"0,0 5-720 0 0,-1 0-1 0 0,0 0 0 0 0,1 1 0 0 0,-1-1 0 0 0,0 0 1 0 0,1 0-1 0 0,-1 0 0 0 0,0 0 0 0 0,0 1 0 0 0,0-1 1 0 0,0 0-1 0 0,0 1 0 0 0,0-1 0 0 0,0 1 1 0 0,0-1-1 0 0,0 1 0 0 0,0-1 0 0 0,0 1 0 0 0,0 0 1 0 0,0-1-1 0 0,0 1 0 0 0,-1 0 0 0 0,1 0 0 0 0,0 0 1 0 0,0 0-1 0 0,0 0 0 0 0,0 0 0 0 0,-3 1 0 0 0,-2-1 36 0 0,0 1 0 0 0,0 0-1 0 0,0 1 1 0 0,-6 1-1 0 0,5 0-148 0 0,0 0 0 0 0,0 1-1 0 0,1-1 1 0 0,-1 1-1 0 0,1 1 1 0 0,0-1-1 0 0,0 1 1 0 0,-10 11 0 0 0,7-6-10 0 0,0 0 1 0 0,1 1-1 0 0,1 0 1 0 0,-8 15-1 0 0,14-23-3 0 0,-1 1 0 0 0,0-1 0 0 0,1 1 0 0 0,0-1 0 0 0,0 1 0 0 0,0-1 0 0 0,0 1 0 0 0,1 0 0 0 0,0-1 0 0 0,-1 1 0 0 0,1 0 0 0 0,0 0 0 0 0,1-1 0 0 0,-1 1 0 0 0,1 0 0 0 0,-1-1 0 0 0,1 1 0 0 0,0 0 0 0 0,1-1 0 0 0,-1 1 0 0 0,1-1 0 0 0,-1 0 0 0 0,4 5 0 0 0,-3-5 0 0 0,1 1 0 0 0,0 0 0 0 0,1-1 0 0 0,-1 0 0 0 0,1 0 0 0 0,-1 0 0 0 0,1 0 0 0 0,0 0 0 0 0,0-1 0 0 0,0 0 0 0 0,0 1 0 0 0,1-2 0 0 0,-1 1 0 0 0,0 0 0 0 0,1-1 0 0 0,-1 0 0 0 0,1 0 0 0 0,7 0 0 0 0,6 1 0 0 0,-1-2 0 0 0,1 0 0 0 0,30-4 0 0 0,-40 3 0 0 0,-1-1 0 0 0,1 1 0 0 0,-1-2 0 0 0,1 1 0 0 0,-1-1 0 0 0,0 0 0 0 0,0 0 0 0 0,-1-1 0 0 0,1 0 0 0 0,-1 0 0 0 0,8-7 0 0 0,-12 9-16 0 0,1 0-1 0 0,-1 0 1 0 0,0 0-1 0 0,-1-1 1 0 0,1 1 0 0 0,0-1-1 0 0,-1 1 1 0 0,1-1-1 0 0,-1 0 1 0 0,0 0-1 0 0,0 1 1 0 0,0-1 0 0 0,0 0-1 0 0,0 0 1 0 0,-1 0-1 0 0,1 0 1 0 0,-1 0 0 0 0,0 0-1 0 0,0 0 1 0 0,0 0-1 0 0,0 0 1 0 0,0 0-1 0 0,-1 0 1 0 0,1 0 0 0 0,-1 0-1 0 0,0 0 1 0 0,0 0-1 0 0,0 0 1 0 0,0 1 0 0 0,-1-1-1 0 0,-2-4 1 0 0,0 1-48 0 0,0 0 0 0 0,-1 0 0 0 0,0 1 1 0 0,1-1-1 0 0,-2 1 0 0 0,1 0 0 0 0,0 1 0 0 0,-1-1 1 0 0,0 1-1 0 0,0 0 0 0 0,-1 1 0 0 0,-8-4 0 0 0,11 5-370 0 0,0 1-1 0 0,-1 0 1 0 0,1 0 0 0 0,0 0-1 0 0,0 0 1 0 0,-1 1-1 0 0,1 0 1 0 0,0 0-1 0 0,-1 0 1 0 0,1 0-1 0 0,0 1 1 0 0,-1-1 0 0 0,1 1-1 0 0,0 0 1 0 0,0 1-1 0 0,0-1 1 0 0,-1 1-1 0 0,2 0 1 0 0,-1 0-1 0 0,0 0 1 0 0,0 0 0 0 0,1 1-1 0 0,-1-1 1 0 0,-5 7-1 0 0,-5 5-2029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0:5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38 13415 0 0,'2'0'614'0'0,"11"-2"-2635"0"0,5-4 16035 0 0,-28 9-10632 0 0,-24 11-2709 0 0,1 2-1 0 0,1 2 1 0 0,0 0-1 0 0,-44 36 1 0 0,70-50-673 0 0,0 1 0 0 0,0 0 0 0 0,1 0 0 0 0,-6 7 0 0 0,9-10 0 0 0,0 1 0 0 0,0 0 0 0 0,0 0 0 0 0,0 0 0 0 0,1 0 0 0 0,0 0 0 0 0,-1 0 0 0 0,1 0 0 0 0,0 1 0 0 0,1-1 0 0 0,-2 6 0 0 0,2-7 0 0 0,0-1 0 0 0,1 1 0 0 0,-1 0 0 0 0,0 0 0 0 0,1-1 0 0 0,0 1 0 0 0,-1 0 0 0 0,1 0 0 0 0,0-1 0 0 0,0 1 0 0 0,0-1 0 0 0,0 1 0 0 0,0-1 0 0 0,0 1 0 0 0,0-1 0 0 0,0 0 0 0 0,0 1 0 0 0,1-1 0 0 0,-1 0 0 0 0,1 0 0 0 0,-1 0 0 0 0,3 1 0 0 0,1 1 0 0 0,1 0 0 0 0,-1 0 0 0 0,1-1 0 0 0,-1 1 0 0 0,10 1 0 0 0,0 0-1 0 0,0-2 0 0 0,0 0-1 0 0,0 0 1 0 0,0-1 0 0 0,1-1 0 0 0,-1-1 0 0 0,0 0-1 0 0,0-1 1 0 0,0 0 0 0 0,20-6 0 0 0,-30 5-11 0 0,1 1 0 0 0,0 0 0 0 0,-1-1 0 0 0,0 0 0 0 0,1 0 0 0 0,-1-1-1 0 0,-1 0 1 0 0,1 0 0 0 0,0 0 0 0 0,-1 0 0 0 0,0 0 0 0 0,4-6 0 0 0,-6 7 3 0 0,0-1-1 0 0,0 1 1 0 0,0-1 0 0 0,-1 1-1 0 0,1-1 1 0 0,-1 0-1 0 0,0 0 1 0 0,0 1-1 0 0,0-1 1 0 0,0 0-1 0 0,-1 0 1 0 0,0 0-1 0 0,0 0 1 0 0,0 0 0 0 0,0 0-1 0 0,-1 0 1 0 0,1 0-1 0 0,-1 0 1 0 0,-2-5-1 0 0,-4-9-598 0 0,0 0-1 0 0,-1 1 1 0 0,-1 0-1 0 0,-13-17 0 0 0,13 19-632 0 0,2 2-337 0 0,4 0-49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15 15199 0 0,'-9'-3'543'0'0,"6"3"-392"0"0,1-1 0 0 0,0 1 1 0 0,-1-1-1 0 0,1 0 0 0 0,0 0 1 0 0,-11-6 9802 0 0,10 14-8120 0 0,0 3-1046 0 0,0 1 0 0 0,0-1 0 0 0,1 1 0 0 0,-2 20 0 0 0,3 45-656 0 0,1-49 117 0 0,22 337-241 0 0,-19-331-1 0 0,-2-12-26 0 0,2 0 1 0 0,9 37 0 0 0,-12-57-183 0 0,1 0 1 0 0,-1 0-1 0 0,0 0 0 0 0,1 0 0 0 0,-1 0 1 0 0,1 0-1 0 0,-1 0 0 0 0,1-1 1 0 0,0 1-1 0 0,-1 0 0 0 0,1 0 0 0 0,0 0 1 0 0,0-1-1 0 0,1 2 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0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25631 0 0,'0'0'4876'0'0,"2"0"-4395"0"0,26-7-63 0 0,0 1-1 0 0,1 2 1 0 0,32-2 0 0 0,90 7-617 0 0,-141-1-102 0 0,9 1-592 0 0,27 4 0 0 0,-39-4-183 0 0,-1 1 0 0 0,1-1 0 0 0,-1 1 1 0 0,9 5-1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12 21223 0 0,'-21'5'1223'0'0,"-31"11"5391"0"0,66-13-5280 0 0,14-1-1014 0 0,0-1 1 0 0,56-6-1 0 0,56-16-3516 0 0,-89 12-1092 0 0,-33 6-4536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95 13359 0 0,'0'0'1027'0'0,"7"-6"-630"0"0,17-22 12144 0 0,-23 31-12311 0 0,1 1 0 0 0,-2-1 0 0 0,1 0 0 0 0,0 0-1 0 0,-1 1 1 0 0,1-1 0 0 0,-1 0 0 0 0,0 0 0 0 0,0 1-1 0 0,0-1 1 0 0,0 0 0 0 0,-1 1 0 0 0,-1 3-1 0 0,-1 7 52 0 0,-11 24 0 0 0,7-20 26 0 0,-3 11-80 0 0,-20 64 277 0 0,27-83-460 0 0,1 1-1 0 0,0 0 0 0 0,1-1 0 0 0,1 1 0 0 0,-1 0 0 0 0,3 20 0 0 0,-1-28-39 0 0,-1 0 0 0 0,1 0 1 0 0,0 0-1 0 0,-1 0 0 0 0,1 0 0 0 0,1 0 1 0 0,-1 0-1 0 0,0-1 0 0 0,1 1 0 0 0,-1 0 1 0 0,1-1-1 0 0,0 0 0 0 0,0 1 0 0 0,0-1 1 0 0,0 0-1 0 0,0 0 0 0 0,4 3 0 0 0,-3-3-11 0 0,1 0 0 0 0,-1-1 0 0 0,1 1 0 0 0,-1-1 0 0 0,1 0 0 0 0,0 0 1 0 0,0 0-1 0 0,-1 0 0 0 0,1-1 0 0 0,0 0 0 0 0,0 0 0 0 0,0 0 0 0 0,5 0 0 0 0,6-2-60 0 0,-1 0 0 0 0,1-1 0 0 0,-1-1 0 0 0,0 0 0 0 0,0 0 1 0 0,15-9-1 0 0,-19 8 19 0 0,0 0 1 0 0,0-1 0 0 0,0 0-1 0 0,-1-1 1 0 0,0 0-1 0 0,0-1 1 0 0,-1 1-1 0 0,11-14 1 0 0,-15 16 34 0 0,-1 1-1 0 0,0-1 1 0 0,0-1 0 0 0,0 1-1 0 0,0 0 1 0 0,-1-1-1 0 0,0 1 1 0 0,0-1 0 0 0,0 0-1 0 0,-1 0 1 0 0,0 1-1 0 0,0-1 1 0 0,0 0 0 0 0,-1 0-1 0 0,0 0 1 0 0,0 0 0 0 0,0 0-1 0 0,-1 0 1 0 0,0 0-1 0 0,0 0 1 0 0,-1 0 0 0 0,0 1-1 0 0,-2-7 1 0 0,-1 1-7 0 0,0 0 1 0 0,-1 1-1 0 0,-1 0 1 0 0,1 0-1 0 0,-2 1 1 0 0,1 0-1 0 0,-1 0 1 0 0,0 0-1 0 0,-1 1 1 0 0,-17-12-1 0 0,7 6-441 0 0,-1 2 0 0 0,0 0 0 0 0,-1 1 0 0 0,-1 1 1 0 0,1 1-1 0 0,-2 1 0 0 0,1 1 0 0 0,-36-7 0 0 0,36 12-2075 0 0,7 4-3196 0 0,3 1-2284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18887 0 0,'0'0'1456'0'0,"1"7"3124"0"0,-2-6-3858 0 0,-12 6 3263 0 0,13-7-3963 0 0,-1 0 0 0 0,1 0 0 0 0,0 0-1 0 0,0 0 1 0 0,-1 1 0 0 0,1-1 0 0 0,0 0 0 0 0,0 0 0 0 0,-1 0 0 0 0,1 1 0 0 0,0-1 0 0 0,0 0 0 0 0,0 0-1 0 0,-1 1 1 0 0,1-1 0 0 0,0 0 0 0 0,0 0 0 0 0,0 1 0 0 0,0-1 0 0 0,0 0 0 0 0,-1 1 0 0 0,1-1 0 0 0,0 0-1 0 0,0 1 1 0 0,0-1 0 0 0,0 0 0 0 0,0 0 0 0 0,0 1 0 0 0,0-1 0 0 0,0 0 0 0 0,0 1 0 0 0,0-1 0 0 0,0 0 0 0 0,1 1-1 0 0,-1-1 1 0 0,0 0 0 0 0,0 1 0 0 0,0-1 0 0 0,0 0 0 0 0,0 0 0 0 0,1 1 0 0 0,0-1-216 0 0,1 1 1 0 0,-1-1 0 0 0,1 0 0 0 0,-1 1-1 0 0,1-1 1 0 0,-1 0 0 0 0,0 0 0 0 0,1 0-1 0 0,-1 0 1 0 0,1-1 0 0 0,-1 1 0 0 0,3-1-1 0 0,-2 1-73 0 0,12-3-1064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73 14279 0 0,'0'0'1103'0'0,"-1"-1"-720"0"0,-3-14-561 0 0,-5-15 8668 0 0,8 28-8193 0 0,0 0-1 0 0,0 1 1 0 0,0-1-1 0 0,0 1 0 0 0,0-1 1 0 0,0 1-1 0 0,0 0 0 0 0,-1-1 1 0 0,1 1-1 0 0,0 0 0 0 0,-1 0 1 0 0,1 0-1 0 0,-1 0 0 0 0,1 0 1 0 0,-3-1-1 0 0,1 1-172 0 0,-1 0 1 0 0,1 0-1 0 0,-1 1 0 0 0,1-1 0 0 0,-1 1 0 0 0,1-1 1 0 0,-1 1-1 0 0,1 0 0 0 0,-1 1 0 0 0,1-1 1 0 0,-1 1-1 0 0,1-1 0 0 0,0 1 0 0 0,-1 0 1 0 0,1 0-1 0 0,-5 3 0 0 0,-10 3 48 0 0,0 0 0 0 0,0 2-1 0 0,-31 20 1 0 0,42-24-121 0 0,-1 0 1 0 0,1 1-1 0 0,0 0 0 0 0,0 0 1 0 0,1 1-1 0 0,0 0 1 0 0,0 0-1 0 0,1 1 0 0 0,0 0 1 0 0,-6 10-1 0 0,10-15-51 0 0,0-1 0 0 0,0 1 0 0 0,0 0 0 0 0,0 0 0 0 0,1-1 0 0 0,-1 1 0 0 0,1 6 0 0 0,1 9 3 0 0,2-14-5 0 0,-1-1-15 0 0,1 1-19 0 0,0 0 1 0 0,0 1-1 0 0,1-1 0 0 0,-1-1 0 0 0,1 1 1 0 0,0 0-1 0 0,0-1 0 0 0,1 0 1 0 0,-1 0-1 0 0,0 0 0 0 0,1 0 1 0 0,0-1-1 0 0,0 0 0 0 0,0 0 0 0 0,0 0 1 0 0,8 1-1 0 0,8 2-191 0 0,0-1 0 0 0,36 2 0 0 0,-49-6 177 0 0,0 1-1 0 0,0-1 1 0 0,0-1-1 0 0,0 0 1 0 0,0 0-1 0 0,0 0 1 0 0,0-1-1 0 0,0 0 1 0 0,-1 0-1 0 0,1-1 1 0 0,-1 0 0 0 0,10-6-1 0 0,17-7 72 0 0,-33 16 181 0 0,4-2 616 0 0,-3 2 90 0 0,-1 5-813 0 0,-1-4-220 0 0,24 158 502 0 0,-6-37-500 0 0,-18-121-23 0 0,0 1 0 0 0,1-1-1 0 0,-1 0 1 0 0,0 1 0 0 0,1-1 0 0 0,-1 0-1 0 0,1 0 1 0 0,0 0 0 0 0,-1 0-1 0 0,1 1 1 0 0,0-1 0 0 0,0 0 0 0 0,0 0-1 0 0,0 0 1 0 0,0-1 0 0 0,0 1-1 0 0,0 0 1 0 0,0 0 0 0 0,0 0-1 0 0,0-1 1 0 0,0 1 0 0 0,0 0 0 0 0,0-1-1 0 0,1 0 1 0 0,-1 1 0 0 0,0-1-1 0 0,0 1 1 0 0,1-1 0 0 0,-1 0 0 0 0,0 0-1 0 0,1 0 1 0 0,-1 0 0 0 0,0 0-1 0 0,1 0 1 0 0,1 0 0 0 0,6-2-1425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6447 0 0,'0'0'499'0'0,"14"-6"7528"0"0,-13 5-7348 0 0,0 1 0 0 0,1 0 1 0 0,-1 0-1 0 0,0 0 0 0 0,0 0 1 0 0,1 0-1 0 0,-1 0 0 0 0,0 0 0 0 0,1 0 1 0 0,-1 1-1 0 0,0-1 0 0 0,0 0 1 0 0,1 1-1 0 0,-1-1 0 0 0,0 1 1 0 0,2 1-1 0 0,-1-1-203 0 0,0 0 0 0 0,-1 1 0 0 0,1-1 0 0 0,0 1 0 0 0,-1 0-1 0 0,0-1 1 0 0,1 1 0 0 0,1 4 0 0 0,1 3-251 0 0,0 0 0 0 0,0-1 0 0 0,3 17 0 0 0,-6-18 378 0 0,8 27-544 0 0,-2 0 1 0 0,-2 1-1 0 0,-1-1 0 0 0,-2 1 1 0 0,-2 43-1 0 0,-1-54-83 0 0,1 0 0 0 0,2 0 0 0 0,4 24 0 0 0,-6-46-53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3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315 169 9671 0 0,'3'-8'875'0'0,"1"-29"1278"0"0,-3 29-487 0 0,-1 1 0 0 0,0-1-1 0 0,-1 0 1 0 0,1 1 0 0 0,-3-10 0 0 0,2 13-1028 0 0,0 1 1 0 0,-1-1-1 0 0,1 1 1 0 0,0-1-1 0 0,-1 1 1 0 0,0 0-1 0 0,0 0 0 0 0,0 0 1 0 0,0 0-1 0 0,-1 0 1 0 0,1 0-1 0 0,-4-2 1 0 0,4 2-735 0 0,-2 1 1 0 0,1 0-1 0 0,0 0 1 0 0,0 0-1 0 0,-1 0 0 0 0,1 1 1 0 0,-1-1-1 0 0,-4 0 1 0 0,-4-1 186 0 0,1 2 1 0 0,-1-1-1 0 0,1 1 1 0 0,-1 1 0 0 0,1 0-1 0 0,-1 1 1 0 0,1 0-1 0 0,-1 1 1 0 0,1 0 0 0 0,0 1-1 0 0,0 0 1 0 0,0 1-1 0 0,0 0 1 0 0,1 1-1 0 0,-13 6 1 0 0,19-7-85 0 0,-1-1 0 0 0,1 1 0 0 0,0-1 0 0 0,0 1 0 0 0,0 0 0 0 0,1 1 0 0 0,-1-1 0 0 0,1 1 0 0 0,0 0 0 0 0,0-1 0 0 0,-2 7 0 0 0,2-3-3 0 0,-1 0 0 0 0,1 1 0 0 0,1-1 0 0 0,-1 1 0 0 0,1 0 0 0 0,0 10 0 0 0,1-17-16 0 0,1-1 1 0 0,0 1-1 0 0,0-1 0 0 0,0 1 0 0 0,0-1 1 0 0,0 1-1 0 0,0-1 0 0 0,1 1 0 0 0,-1-1 1 0 0,0 0-1 0 0,1 1 0 0 0,-1-1 0 0 0,1 1 1 0 0,-1-1-1 0 0,1 0 0 0 0,0 0 0 0 0,0 1 1 0 0,0-1-1 0 0,-1 0 0 0 0,1 0 0 0 0,0 0 1 0 0,0 0-1 0 0,0 0 0 0 0,2 1 0 0 0,1 0-43 0 0,0 0 0 0 0,0 0 0 0 0,1-1 0 0 0,-1 1-1 0 0,0-1 1 0 0,8 1 0 0 0,-10-2 48 0 0,22 4-82 0 0,-1-2 0 0 0,1-1 0 0 0,0 0 0 0 0,-1-2 0 0 0,1-1 0 0 0,-1-1 0 0 0,1 0 0 0 0,27-9 0 0 0,-48 11 63 0 0,0 0 1 0 0,-1-1-1 0 0,1 1 1 0 0,0 0-1 0 0,0-1 1 0 0,-1 0-1 0 0,1 1 1 0 0,-1-1-1 0 0,0 0 0 0 0,1 0 1 0 0,-1 0-1 0 0,0-1 1 0 0,0 1-1 0 0,0-1 1 0 0,-1 1-1 0 0,4-6 1542 0 0,-5 7-1482 0 0,0 1-1 0 0,0 0 1 0 0,0 0 0 0 0,0 0 0 0 0,0 0 0 0 0,0-1 0 0 0,0 1 0 0 0,0 0 0 0 0,0 0 0 0 0,-1 0 0 0 0,1-1-1 0 0,0 1 1 0 0,1 0 0 0 0,-1 0 0 0 0,0 0 0 0 0,0 0 0 0 0,0-1 0 0 0,0 1 0 0 0,0 0 0 0 0,0 0 0 0 0,0 0-1 0 0,0-1 1 0 0,0 1 0 0 0,0 0 0 0 0,0 0 0 0 0,0 0 0 0 0,1 0 0 0 0,-1 0 0 0 0,0-1 0 0 0,0 1 0 0 0,0 0-1 0 0,0 0 1 0 0,6 3-26 0 0,-1 1-1 0 0,0 0 1 0 0,0 0-1 0 0,-1 0 1 0 0,1 1-1 0 0,-1-1 1 0 0,0 1-1 0 0,0 0 1 0 0,0 1-1 0 0,-1-1 1 0 0,0 0-1 0 0,0 1 1 0 0,0 0-1 0 0,-1 0 1 0 0,0 0-1 0 0,0 0 1 0 0,0 0-1 0 0,-1 0 1 0 0,0 0-1 0 0,0 11 0 0 0,0 9 30 0 0,-2 0 0 0 0,0 0 0 0 0,-10 46 0 0 0,3-24-23 0 0,7-42-14 0 0,-1 10 0 0 0,0-1 0 0 0,1 27 0 0 0,4-23 0 0 0,-1-17 0 0 0,1 7 0 0 0,5 1 0 0 0,-4-8 0 0 0,-1-2 0 0 0,-2 1-78 0 0,0 0-1 0 0,0 0 1 0 0,0 0 0 0 0,1-1-1 0 0,-1 1 1 0 0,0 0-1 0 0,0-1 1 0 0,1 1 0 0 0,-1-1-1 0 0,1 0 1 0 0,-1 1 0 0 0,0-1-1 0 0,1 0 1 0 0,-1 0 0 0 0,1 0-1 0 0,-1 0 1 0 0,1 0-1 0 0,-1 0 1 0 0,0 0 0 0 0,1-1-1 0 0,-1 1 1 0 0,1 0 0 0 0,-1-1-1 0 0,0 1 1 0 0,1-1 0 0 0,-1 0-1 0 0,0 1 1 0 0,0-1-1 0 0,1 0 1 0 0,-1 0 0 0 0,0 0-1 0 0,0 0 1 0 0,0 0 0 0 0,0 0-1 0 0,2-2 1 0 0,1-1-290 0 0,7-7-971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7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21767 0 0,'0'0'5129'0'0,"-3"9"-3377"0"0,3 1-1415 0 0,0-1 0 0 0,1 1-1 0 0,0 0 1 0 0,0-1-1 0 0,1 1 1 0 0,0-1 0 0 0,6 15-1 0 0,-2-1-182 0 0,82 300 681 0 0,-86-310-816 0 0,-1-8 7 0 0,1 0-1 0 0,-1 1 1 0 0,1-1 0 0 0,0 0-1 0 0,5 10 1 0 0,-6-13 41 0 0,2 3-43 0 0,-2-5-22 0 0,-1 0 0 0 0,0 0 0 0 0,1 0 0 0 0,-1 0 0 0 0,0 0 0 0 0,1 0 0 0 0,-1 0 0 0 0,0 0 0 0 0,1 0 0 0 0,-1 0 0 0 0,0-1 0 0 0,1 1 0 0 0,-1 0 0 0 0,0 0 1 0 0,1 0-1 0 0,-1 0 0 0 0,0 0 0 0 0,1-1 0 0 0,-1 1 0 0 0,0 0 0 0 0,0 0 0 0 0,1-1 0 0 0,-1 1 0 0 0,0 0 0 0 0,0 0 0 0 0,0-1 0 0 0,1 1 0 0 0,6-8-6 0 0,-2-1 3 0 0,-1 0 0 0 0,0 0 0 0 0,0 0-1 0 0,5-18 1 0 0,-1 2-46 0 0,-6 19 49 0 0,38-95-37 0 0,-32 83 23 0 0,1 1-1 0 0,0 0 1 0 0,19-24-1 0 0,-26 38 13 0 0,0 0 0 0 0,1 0 0 0 0,-1 0 0 0 0,1 1 0 0 0,0-1 0 0 0,0 1 0 0 0,0 0 0 0 0,0 0 0 0 0,1 0 0 0 0,-1 0 0 0 0,6-2 0 0 0,-8 4 0 0 0,1-1 0 0 0,0 1 0 0 0,0 0 0 0 0,0-1 0 0 0,0 1 0 0 0,0 0 0 0 0,0 0 0 0 0,-1 0 0 0 0,1 1 0 0 0,0-1 0 0 0,0 0 0 0 0,0 1 0 0 0,0-1 0 0 0,0 1 0 0 0,-1-1 0 0 0,1 1 0 0 0,0 0 0 0 0,-1 0 0 0 0,1 0 0 0 0,0 0 0 0 0,-1 0 0 0 0,1 0 0 0 0,-1 1 0 0 0,2 1 0 0 0,6 7 27 0 0,-2 0-1 0 0,0 1 1 0 0,0 0 0 0 0,-1 0 0 0 0,0 0-1 0 0,7 21 1 0 0,10 19 42 0 0,-11-28-255 0 0,-5-10-413 0 0,0 1 0 0 0,17 21 0 0 0,-22-31 472 0 0,1-1 0 0 0,0 0 1 0 0,0 0-1 0 0,1 0 0 0 0,-1 0 0 0 0,1 0 0 0 0,-1-1 0 0 0,1 0 1 0 0,0 1-1 0 0,0-1 0 0 0,0-1 0 0 0,0 1 0 0 0,0-1 1 0 0,6 2-1 0 0,1-1-1300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8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12439 0 0,'1'-1'14960'0'0,"12"-6"-13975"0"0,0 0 1 0 0,0 0-1 0 0,1 1 0 0 0,16-4 0 0 0,62-15-990 0 0,-67 19 196 0 0,-16 3-191 0 0,1 1 0 0 0,-1 1 0 0 0,1 0 0 0 0,-1 0 0 0 0,1 1 0 0 0,0 0 0 0 0,-1 0 0 0 0,13 3 0 0 0,-14-1 11 0 0,-8-1-8 0 0,0-1 1 0 0,1 0 0 0 0,-1 1-1 0 0,1-1 1 0 0,-1 1-1 0 0,0-1 1 0 0,1 0 0 0 0,-1 1-1 0 0,0-1 1 0 0,0 1 0 0 0,1-1-1 0 0,-1 1 1 0 0,0-1 0 0 0,0 1-1 0 0,0-1 1 0 0,0 1-1 0 0,1-1 1 0 0,-1 1 0 0 0,0-1-1 0 0,0 1 1 0 0,0-1 0 0 0,0 1-1 0 0,0-1 1 0 0,0 1 0 0 0,-1 0-1 0 0,-1 13 38 0 0,2-14-40 0 0,-1 5 5 0 0,-1-1 0 0 0,1 0 0 0 0,-1 0 0 0 0,0 0 0 0 0,0 0 0 0 0,-1 0 0 0 0,-4 7 0 0 0,-26 24 46 0 0,18-19-43 0 0,8-9-9 0 0,-8 9 0 0 0,-16 22 0 0 0,27-29 0 0 0,2 0 0 0 0,3-6 0 0 0,0-1 0 0 0,-1 0 0 0 0,1 1 0 0 0,0-1 0 0 0,0 0 0 0 0,1 1 0 0 0,-1-1 0 0 0,0 0 0 0 0,1 0 0 0 0,0 0 0 0 0,-1 0 0 0 0,1 0 0 0 0,0 0 0 0 0,0-1 0 0 0,0 1 0 0 0,0-1 0 0 0,0 1 0 0 0,0-1 0 0 0,0 0 0 0 0,1 1 0 0 0,-1-1 0 0 0,3 1 0 0 0,7 2 0 0 0,0 0 0 0 0,0 0 0 0 0,14 2 0 0 0,46 11 0 0 0,-64-14 0 0 0,-1-1 0 0 0,1 1 0 0 0,-1 1 0 0 0,0-1 0 0 0,0 1 0 0 0,-1 1 0 0 0,9 6 0 0 0,-13-10 0 0 0,-1 0 0 0 0,1 1 0 0 0,-1-1 0 0 0,0 1 0 0 0,1-1 0 0 0,-1 1 0 0 0,0 0 0 0 0,0 0 0 0 0,0-1 0 0 0,0 1 0 0 0,0 0 0 0 0,-1 0 0 0 0,1 0 0 0 0,0 0 0 0 0,-1 0 0 0 0,0 0 0 0 0,1 0 0 0 0,-1 0 0 0 0,0 2 0 0 0,0 0 0 0 0,-1-1 0 0 0,0 0 0 0 0,1 0 0 0 0,-1 0 0 0 0,0 0 0 0 0,0 0 0 0 0,-1 0 0 0 0,1 0 0 0 0,-1 0 0 0 0,-3 5 0 0 0,-2 1 0 0 0,0-1 0 0 0,-1 0 0 0 0,0 0 0 0 0,-1 0 0 0 0,-17 11 0 0 0,12-10-90 0 0,0 0 1 0 0,-2 0-1 0 0,1-2 0 0 0,-1 0 0 0 0,0-1 1 0 0,0 0-1 0 0,-1-1 0 0 0,1-1 1 0 0,-1-1-1 0 0,0 0 0 0 0,0-1 0 0 0,0-1 1 0 0,-33-2-1 0 0,30-1-1294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15663 0 0,'0'0'11769'0'0,"3"0"-10997"0"0,295-16 3159 0 0,-252 14-4770 0 0,-31 1 80 0 0,0 0 0 0 0,0 1-1 0 0,28 4 1 0 0,-37 6-4248 0 0,-3-2 2282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15 10591 0 0,'-4'2'319'0'0,"-16"4"15793"0"0,66 0-14328 0 0,-13-7-1793 0 0,42-8 0 0 0,-8 0-1953 0 0,-30 6-409 0 0,0-1-3630 0 0,3 1-1966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09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22 22255 0 0,'0'0'2525'0'0,"2"0"-1715"0"0,30 11 1333 0 0,0 1 0 0 0,60 31 0 0 0,53 48-1855 0 0,22 42-1019 0 0,-159-126 530 0 0,2 1-470 0 0,0 2 0 0 0,8 10 0 0 0,-4-2-8276 0 0</inkml:trace>
  <inkml:trace contextRef="#ctx0" brushRef="#br0" timeOffset="1">435 1 11055 0 0,'-40'10'2694'0'0,"31"-7"1"0"0,0 0 0 0 0,1 1-1 0 0,-1 0 1 0 0,-12 9 0 0 0,-79 65 1944 0 0,50-31-4404 0 0,1 2 0 0 0,-54 72 0 0 0,102-120-275 0 0,-6 7-18 0 0,1 1-1 0 0,0 0 0 0 0,-4 9 0 0 0,8-15-67 0 0,1-1 1 0 0,0 1-1 0 0,1-1 0 0 0,-1 1 0 0 0,0-1 0 0 0,1 1 0 0 0,-1 4 1 0 0,1-6-21 0 0,0 0 1 0 0,0 1-1 0 0,0-1 1 0 0,0 0 0 0 0,1 0-1 0 0,-1 0 1 0 0,0 0-1 0 0,1 0 1 0 0,-1 0 0 0 0,1 0-1 0 0,-1 0 1 0 0,1 0 0 0 0,-1 0-1 0 0,1 0 1 0 0,-1 0-1 0 0,1-1 1 0 0,0 1 0 0 0,0 0-1 0 0,0 1 1 0 0,10 4-1450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59 25223 0 0,'-8'-2'2285'0'0,"8"2"-2219"0"0,0 0 0 0 0,-1 0 0 0 0,1 0-1 0 0,-1 0 1 0 0,1-1 0 0 0,-1 1-1 0 0,1 0 1 0 0,0 0 0 0 0,-1 0 0 0 0,1 0-1 0 0,0 0 1 0 0,-1-1 0 0 0,1 1 0 0 0,-1 0-1 0 0,1 0 1 0 0,0-1 0 0 0,0 1-1 0 0,-1 0 1 0 0,1-1 0 0 0,0 1 0 0 0,-1 0-1 0 0,1-1 1 0 0,0 1 0 0 0,0 0-1 0 0,0-1 1 0 0,-1 1 0 0 0,1 0 0 0 0,0-1-1 0 0,0 1 1 0 0,0-1 0 0 0,0 1-1 0 0,0 0 1 0 0,0-1 0 0 0,0 1 0 0 0,0-1-1 0 0,0 1 1 0 0,0 0 0 0 0,0-1 0 0 0,0 1-1 0 0,0-1 1 0 0,0 1 0 0 0,0 0-1 0 0,0-1 1 0 0,0 1 0 0 0,1-1 0 0 0,8-9 1025 0 0,-2 6-979 0 0,0 0 0 0 0,0 1-1 0 0,0-1 1 0 0,1 1 0 0 0,-1 1 0 0 0,1 0 0 0 0,0 0 0 0 0,15-2-1 0 0,68 1-219 0 0,-74 3 162 0 0,-9-1-54 0 0,-7 1 0 0 0,1 0 0 0 0,0-1 0 0 0,0 1 0 0 0,0 0 0 0 0,0 0 0 0 0,0 1 0 0 0,0-1 0 0 0,0 0 0 0 0,0 1 0 0 0,0-1 0 0 0,0 1 0 0 0,0 0 0 0 0,2 1 0 0 0,3 3 0 0 0,-4 2 0 0 0,-3-5 4 0 0,0 1 0 0 0,-1-1-1 0 0,1 0 1 0 0,0 0 0 0 0,-1 1 0 0 0,1-1 0 0 0,-1 0-1 0 0,0 0 1 0 0,1 0 0 0 0,-1 0 0 0 0,0 0 0 0 0,0 0-1 0 0,-1 0 1 0 0,1 0 0 0 0,-3 3 0 0 0,-3 3 30 0 0,0 0-1 0 0,-10 7 1 0 0,-3 3-4 0 0,-7 8-30 0 0,20-20 0 0 0,-1 0 0 0 0,2 1 0 0 0,-1 0 0 0 0,-10 16 0 0 0,12-15 0 0 0,4 0 0 0 0,4 0 0 0 0,0-5 0 0 0,0 0 0 0 0,0 0 0 0 0,0 0 0 0 0,0 0 0 0 0,0-1 0 0 0,1 1 0 0 0,-1-1 0 0 0,1 0 0 0 0,0 0 0 0 0,-1 0 0 0 0,1-1 0 0 0,5 2 0 0 0,8 3 0 0 0,28 3 0 0 0,-22-4 0 0 0,-21-5 0 0 0,8 2 0 0 0,0 1 0 0 0,13 5 0 0 0,-16-4 0 0 0,-3 3 0 0 0,-3-4 0 0 0,-1-1 0 0 0,0 0 0 0 0,1 1 0 0 0,-1-1 0 0 0,0 0 0 0 0,0 1 0 0 0,-1-1 0 0 0,1 0 0 0 0,0 1 0 0 0,-1-1 0 0 0,0 0 0 0 0,1 0 0 0 0,-1 0 0 0 0,0 1 0 0 0,0-1 0 0 0,0 0 0 0 0,0 0 0 0 0,0 0 0 0 0,-1 0 0 0 0,1 0 0 0 0,-1-1 0 0 0,1 1 0 0 0,-1 0 0 0 0,0-1 0 0 0,-2 2 0 0 0,-6 6 0 0 0,0-1 0 0 0,-1 0 0 0 0,-12 6 0 0 0,19-12 0 0 0,-11 8-147 0 0,-46 24-2017 0 0,55-31 1832 0 0,-1 0 0 0 0,1-1 1 0 0,-1 0-1 0 0,1 0 1 0 0,-1-1-1 0 0,0 1 1 0 0,-12-1-1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18887 0 0,'0'0'11785'0'0,"0"2"-11045"0"0,10 75-409 0 0,4 23 181 0 0,28 107 0 0 0,-26-145-512 0 0,12 95 0 0 0,-25-133 0 0 0,-3-24 0 0 0,0 0 0 0 0,0 1 0 0 0,0-1 0 0 0,0 0 0 0 0,0 0 0 0 0,0 1 0 0 0,0-1 0 0 0,0 0 0 0 0,0 0 0 0 0,0 1 0 0 0,0-1 0 0 0,1 0 0 0 0,-1 0 0 0 0,0 1 0 0 0,0-1 0 0 0,0 0 0 0 0,0 0 0 0 0,0 0 0 0 0,1 1 0 0 0,-1-1 0 0 0,0 0 0 0 0,0 0 0 0 0,0 0 0 0 0,1 0 0 0 0,-1 1 0 0 0,0-1 0 0 0,0 0 0 0 0,0 0 0 0 0,1 0 0 0 0,-1 0 0 0 0,0 0 0 0 0,0 0 0 0 0,1 0 0 0 0,-1 0 0 0 0,0 0 0 0 0,0 0 0 0 0,1 0 0 0 0,-1 0 0 0 0,0 0 0 0 0,1 0 0 0 0,-1 0 0 0 0,0 0 0 0 0,0 0 0 0 0,1 0 0 0 0,-1 0 0 0 0,0 0 0 0 0,0 0 0 0 0,1 0 0 0 0,-1 0 0 0 0,0 0 0 0 0,0-1 0 0 0,0 1 0 0 0,1 0 0 0 0,-1 0 0 0 0,0 0 0 0 0,0 0 0 0 0,0-1 0 0 0,1 1 0 0 0,-1 0 0 0 0,0 0 0 0 0,0 0 0 0 0,0-1 0 0 0,0 1 0 0 0,7-7 0 0 0,-1 0 0 0 0,0 0 0 0 0,0 0 0 0 0,0-1 0 0 0,-1 0 0 0 0,6-14 0 0 0,-6 14 0 0 0,62-99 0 0 0,-58 94 0 0 0,1 1 0 0 0,1 0 0 0 0,0 0 0 0 0,0 1 0 0 0,26-18 0 0 0,-35 28 0 0 0,1-1 0 0 0,0 1 0 0 0,-1-1 0 0 0,1 1 0 0 0,6-2 0 0 0,-8 3 0 0 0,0 0 0 0 0,0-1 0 0 0,0 1 0 0 0,0 0 0 0 0,0 0 0 0 0,-1 0 0 0 0,1 0 0 0 0,0 0 0 0 0,0 0 0 0 0,0 0 0 0 0,0 0 0 0 0,0 0 0 0 0,0 0 0 0 0,0 0 0 0 0,0 0 0 0 0,0 1 0 0 0,0-1 0 0 0,0 0 0 0 0,-1 1 0 0 0,1-1 0 0 0,0 1 0 0 0,0-1 0 0 0,0 1 0 0 0,-1-1 0 0 0,2 2 0 0 0,1 0 0 0 0,1 2 0 0 0,1 0 0 0 0,-1 0 0 0 0,1 0 0 0 0,-1 0 0 0 0,0 1 0 0 0,-1 0 0 0 0,1-1 0 0 0,-1 1 0 0 0,4 8 0 0 0,3 8 0 0 0,8 26 0 0 0,4 8 0 0 0,-18-48-479 0 0,0 0 0 0 0,1 0 0 0 0,-1 0 0 0 0,1-1 0 0 0,9 9 0 0 0,-9-10-412 0 0,1 0 1 0 0,-1 0-1 0 0,1-1 1 0 0,0 0-1 0 0,0 0 1 0 0,1-1 0 0 0,-1 0-1 0 0,1 0 1 0 0,0 0-1 0 0,10 2 1 0 0,-4-3-7793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1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49 5983 0 0,'-9'-14'13272'0'0,"4"5"-7234"0"0,-3-5-3559 0 0,7 13-2332 0 0,1 1 0 0 0,-1-1-1 0 0,0 0 1 0 0,0 0-1 0 0,0 0 1 0 0,1 0 0 0 0,-1 1-1 0 0,0-1 1 0 0,0 0-1 0 0,0 1 1 0 0,0-1 0 0 0,0 1-1 0 0,0-1 1 0 0,-1 1 0 0 0,1 0-1 0 0,0-1 1 0 0,0 1-1 0 0,-2 0 1 0 0,0-1-32 0 0,0 1 0 0 0,0 1 0 0 0,0-1 0 0 0,0 0 0 0 0,0 1 0 0 0,1-1 0 0 0,-5 2 0 0 0,-3 2-13 0 0,1 0 1 0 0,0 1-1 0 0,-11 6 0 0 0,-4 4 146 0 0,-39 33 1 0 0,55-41-223 0 0,-1 1 1 0 0,1 1 0 0 0,1-1-1 0 0,-1 1 1 0 0,1 0-1 0 0,1 1 1 0 0,-7 12-1 0 0,12-20-22 0 0,0 0 0 0 0,0 0-1 0 0,0 0 1 0 0,1 0-1 0 0,-1 0 1 0 0,0 0 0 0 0,1 0-1 0 0,0 0 1 0 0,-1 0-1 0 0,1 0 1 0 0,0 0 0 0 0,0 0-1 0 0,0 0 1 0 0,1 1 0 0 0,-1-1-1 0 0,0 0 1 0 0,1 0-1 0 0,-1 0 1 0 0,1 0 0 0 0,0 0-1 0 0,-1 0 1 0 0,1 0-1 0 0,2 3 1 0 0,-1-3-45 0 0,1 0-1 0 0,-1 0 1 0 0,0 0 0 0 0,1 0-1 0 0,-1 0 1 0 0,1 0 0 0 0,0 0-1 0 0,-1-1 1 0 0,1 1 0 0 0,0-1-1 0 0,0 0 1 0 0,0 0 0 0 0,0 0-1 0 0,0 0 1 0 0,4 0 0 0 0,2 0-86 0 0,1 0 1 0 0,-1 0 0 0 0,0-1 0 0 0,0 0 0 0 0,0-1 0 0 0,1 0-1 0 0,-1 0 1 0 0,0-1 0 0 0,0 0 0 0 0,0-1 0 0 0,-1 1-1 0 0,1-2 1 0 0,-1 1 0 0 0,1-1 0 0 0,-1-1 0 0 0,9-6-1 0 0,-13 8 112 0 0,-3 2 12 0 0,1 0 0 0 0,-1-1 0 0 0,0 1-1 0 0,0 0 1 0 0,1-1 0 0 0,-1 1 0 0 0,0-1 0 0 0,0 0 0 0 0,0 1-1 0 0,-1-1 1 0 0,2-3 0 0 0,2-10 15 0 0,-4 14 61 0 0,-1-6 2058 0 0,-1 12-2104 0 0,0 0 0 0 0,1 0 0 0 0,0 0 0 0 0,-1 1 0 0 0,2-1 1 0 0,-1 0-1 0 0,1 1 0 0 0,0-1 0 0 0,0 1 0 0 0,0-1 0 0 0,2 9 0 0 0,2 9 17 0 0,11 30 1 0 0,-13-46-35 0 0,33 86 66 0 0,1-2-81 0 0,-32-78 5 0 0,-1 0 1 0 0,0 0-1 0 0,-1 1 0 0 0,2 27 0 0 0,-5-34 2 0 0,1 1 1 0 0,-1 0-1 0 0,-1-1 1 0 0,1 1-1 0 0,-1-1 1 0 0,-1 0-1 0 0,1 1 1 0 0,-1-1-1 0 0,-1 0 1 0 0,1-1-1 0 0,-1 1 1 0 0,0-1-1 0 0,0 1 1 0 0,-1-1-1 0 0,0 0 1 0 0,0-1-1 0 0,-1 1 1 0 0,1-1-1 0 0,-12 8 1 0 0,1-2 22 0 0,0-1 1 0 0,-1-1-1 0 0,0 0 1 0 0,0-1-1 0 0,-1-1 1 0 0,-34 9-1 0 0,36-13-33 0 0,0 1 0 0 0,0-2 0 0 0,-17 1 0 0 0,24-3-246 0 0,0 0 0 0 0,0-1 0 0 0,1 1 1 0 0,-1-2-1 0 0,0 1 0 0 0,1-1 0 0 0,-12-4 0 0 0,16 4-121 0 0,0 0-1 0 0,1 0 0 0 0,-1-1 0 0 0,1 1 1 0 0,-1-1-1 0 0,-5-5 0 0 0,4 3 17 0 0,-19-17-1177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44 17967 0 0,'-1'-1'1387'0'0,"-9"-11"-1062"0"0,-5-5 2003 0 0,13 15-1840 0 0,1 1 0 0 0,-1 0 0 0 0,0 0 0 0 0,1 0 0 0 0,-1 0 0 0 0,0 1 0 0 0,0-1 0 0 0,0 0 0 0 0,1 1 0 0 0,-1-1 0 0 0,-2 0 0 0 0,-2 0-154 0 0,1 1-17 0 0,1-1 0 0 0,-1 0 0 0 0,1 1 1 0 0,-10 1-1 0 0,13-1-263 0 0,0 0 1 0 0,0 0-1 0 0,0 0 1 0 0,0 0-1 0 0,0 1 1 0 0,0-1-1 0 0,0 0 1 0 0,0 1 0 0 0,0-1-1 0 0,1 1 1 0 0,-1-1-1 0 0,0 1 1 0 0,0 0-1 0 0,0-1 1 0 0,0 1-1 0 0,1 0 1 0 0,-1-1-1 0 0,0 1 1 0 0,1 0-1 0 0,-1 0 1 0 0,1 0 0 0 0,-1 0-1 0 0,1 0 1 0 0,-1 0-1 0 0,1-1 1 0 0,0 1-1 0 0,-1 0 1 0 0,1 2-1 0 0,-13 85 765 0 0,11-69-820 0 0,1 0 1 0 0,1 0-1 0 0,0 0 1 0 0,1 0-1 0 0,2 0 1 0 0,0 0-1 0 0,1 0 1 0 0,0-1-1 0 0,2 1 1 0 0,0-1-1 0 0,1-1 1 0 0,15 28-1 0 0,24 22-1181 0 0,-13-26-6289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23927 0 0,'0'0'2165'0'0,"1"-1"-1717"0"0,3-3-256 0 0,1 1-1 0 0,-1-1 1 0 0,1 1-1 0 0,0 0 0 0 0,1 0 1 0 0,-1 1-1 0 0,0-1 1 0 0,10-2-1 0 0,51-10 251 0 0,-33 8-244 0 0,204-42-1582 0 0,2 9-5345 0 0,-182 32 4810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49 11975 0 0,'0'0'923'0'0,"-6"-7"-566"0"0,-4-7 2314 0 0,9 11-1360 0 0,-1 1 1 0 0,0-1 0 0 0,0 0-1 0 0,0 1 1 0 0,0 0-1 0 0,0-1 1 0 0,-4-2 0 0 0,5 4-1035 0 0,0 0 1 0 0,0 1-1 0 0,0 0 1 0 0,0-1 0 0 0,0 1-1 0 0,0 0 1 0 0,0-1-1 0 0,0 1 1 0 0,0 0-1 0 0,0 0 1 0 0,0 0 0 0 0,-1 0-1 0 0,1 0-312 0 0,-1 0 0 0 0,0 0 0 0 0,0 1 0 0 0,1-1 0 0 0,-1 1-1 0 0,0-1 1 0 0,1 1 0 0 0,-4 1 0 0 0,-2 2 322 0 0,1 1 1 0 0,0 0-1 0 0,0 0 0 0 0,0 0 0 0 0,0 0 0 0 0,-7 11 1 0 0,-27 40 221 0 0,3 9-253 0 0,-45 111 0 0 0,81-175-256 0 0,-8 20-40 0 0,0 1 0 0 0,2 1 0 0 0,0-1 0 0 0,2 1 0 0 0,0 0 1 0 0,2 0-1 0 0,-1 28 0 0 0,4-41 12 0 0,0 0-1 0 0,1 0 1 0 0,0 0 0 0 0,1 0 0 0 0,0 0 0 0 0,0 0 0 0 0,1 0-1 0 0,0-1 1 0 0,1 0 0 0 0,0 1 0 0 0,1-1 0 0 0,0-1 0 0 0,0 1-1 0 0,0-1 1 0 0,1 0 0 0 0,1 0 0 0 0,0 0 0 0 0,0-1 0 0 0,9 7-1 0 0,-6-5-390 0 0,1-1-1 0 0,1 0 1 0 0,-1-1-1 0 0,14 6 1 0 0,-16-10-467 0 0,0 1-1 0 0,0-1 1 0 0,0-1-1 0 0,10 2 1 0 0,14 1-8438 0 0</inkml:trace>
  <inkml:trace contextRef="#ctx0" brushRef="#br0" timeOffset="1">675 148 21711 0 0,'-5'-1'7752'0'0,"-18"216"-4711"0"0,19-168-2783 0 0,2-12-262 0 0,2 69 0 0 0,1-98-78 0 0,0-1-1 0 0,-1 1 1 0 0,2-1 0 0 0,-1 0 0 0 0,1 1 0 0 0,-1-1 0 0 0,1 0-1 0 0,6 10 1 0 0,-7-13-251 0 0,1 0 0 0 0,0 0 0 0 0,0 0-1 0 0,0 0 1 0 0,0 0 0 0 0,0 0 0 0 0,0 0 0 0 0,3 1-1 0 0,-3-1-595 0 0,1-1 0 0 0,-1 0-1 0 0,1 0 1 0 0,-1 0 0 0 0,1 0-1 0 0,-1 0 1 0 0,1-1 0 0 0,0 1-1 0 0,3-1 1 0 0,10 1-7586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13823 0 0,'0'0'15717'0'0,"2"0"-15063"0"0,4-3-471 0 0,0 0 0 0 0,0 0-1 0 0,0 1 1 0 0,0 0 0 0 0,1 0 0 0 0,-1 1 0 0 0,7-1 0 0 0,52-2-244 0 0,-32 2 44 0 0,18-1-454 0 0,14-2-1783 0 0,-21 2-6010 0 0,-13 1-615 0 0</inkml:trace>
  <inkml:trace contextRef="#ctx0" brushRef="#br0" timeOffset="1">537 1 24247 0 0,'0'0'3409'0'0,"1"1"-2550"0"0,67 64 2683 0 0,-32-32-3307 0 0,2-2 1 0 0,64 40-1 0 0,-47-36-285 0 0,-28-16-1055 0 0,2-1 0 0 0,35 15 0 0 0,-46-23-1742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4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 17503 0 0,'-8'2'1588'0'0,"-8"0"-1211"0"0,13-1-189 0 0,0-1 0 0 0,0 0 0 0 0,-1 1 0 0 0,1-1 0 0 0,0 1 0 0 0,0 0 0 0 0,0 0 0 0 0,0 1 0 0 0,0-1 0 0 0,0 0 0 0 0,-4 4 1 0 0,-40 33 7206 0 0,4 5-4294 0 0,-36 51-3072 0 0,35-41 452 0 0,15-20-489 0 0,-36 45 94 0 0,58-67-164 0 0,0-1-1 0 0,0 1 1 0 0,1 0 0 0 0,1 1-1 0 0,-8 21 1 0 0,12-29-68 0 0,0 0-1 0 0,0-1 1 0 0,0 1 0 0 0,1 0-1 0 0,0-1 1 0 0,0 1 0 0 0,0 4 0 0 0,0-6-74 0 0,0-1 1 0 0,1 1 0 0 0,-1 0-1 0 0,1-1 1 0 0,-1 1 0 0 0,1 0 0 0 0,0-1-1 0 0,0 1 1 0 0,-1-1 0 0 0,1 1 0 0 0,0-1-1 0 0,0 0 1 0 0,0 1 0 0 0,1-1 0 0 0,-1 0-1 0 0,0 0 1 0 0,3 2 0 0 0,8 5-1748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4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15663 0 0,'0'0'1207'0'0,"1"-9"4673"0"0,17-3 659 0 0,6-4-4298 0 0,-11 11-2118 0 0,-1 0 1 0 0,0 1 0 0 0,1 0 0 0 0,0 1-1 0 0,0 1 1 0 0,0 0 0 0 0,0 0 0 0 0,0 2-1 0 0,15 0 1 0 0,-28 0-124 0 0,1 0 0 0 0,-1-1 0 0 0,1 1 0 0 0,-1 0 0 0 0,0 0 0 0 0,1 0 0 0 0,-1 0 0 0 0,1 0 0 0 0,-1 0 0 0 0,1 0 0 0 0,-1 1 0 0 0,1-1 0 0 0,-1 0 0 0 0,0 0 0 0 0,1 0 0 0 0,-1 0 0 0 0,1 0 0 0 0,-1 1 0 0 0,0-1 0 0 0,1 0 0 0 0,-1 0 0 0 0,1 1 0 0 0,-1-1 0 0 0,0 0 0 0 0,1 1 0 0 0,-1-1 0 0 0,0 0 0 0 0,0 1 0 0 0,1-1 0 0 0,-1 0 0 0 0,0 1 0 0 0,0-1 0 0 0,1 1 0 0 0,-1-1 0 0 0,0 0 0 0 0,0 1 0 0 0,0-1 0 0 0,0 1 0 0 0,0 0 0 0 0,-4 7 0 0 0,4-8 0 0 0,-5 7 0 0 0,0 0 0 0 0,-1 0 0 0 0,0-1 0 0 0,0 0 0 0 0,-11 8 0 0 0,-2 3 0 0 0,6-6 0 0 0,7-7 0 0 0,1 1 0 0 0,0-1 0 0 0,0 1 0 0 0,-6 9 0 0 0,6-5 0 0 0,2 0 0 0 0,3 1 0 0 0,5-2 0 0 0,-2-4 0 0 0,0-1 0 0 0,1 0 0 0 0,-1 0 0 0 0,1 0 0 0 0,0 0 0 0 0,0 0 0 0 0,0-1 0 0 0,0 0 0 0 0,1 1 0 0 0,-1-2 0 0 0,8 3 0 0 0,5 1 0 0 0,34 4 0 0 0,0 0 0 0 0,-40-6 0 0 0,-11-3 0 0 0,1 0 0 0 0,0 0 0 0 0,-1 0 0 0 0,1 0 0 0 0,-1 1 0 0 0,1-1 0 0 0,-1 0 0 0 0,1 0 0 0 0,-1 0 0 0 0,1 1 0 0 0,-1-1 0 0 0,1 0 0 0 0,-1 1 0 0 0,1-1 0 0 0,-1 0 0 0 0,0 1 0 0 0,1-1 0 0 0,-1 0 0 0 0,1 1 0 0 0,-1-1 0 0 0,0 1 0 0 0,0-1 0 0 0,1 1 0 0 0,-1-1 0 0 0,0 1 0 0 0,0-1 0 0 0,1 1 0 0 0,-1-1 0 0 0,0 1 0 0 0,0-1 0 0 0,0 1 0 0 0,0-1 0 0 0,0 1 0 0 0,0 0 0 0 0,0-1 0 0 0,0 1 0 0 0,0-1 0 0 0,0 1 0 0 0,0-1 0 0 0,0 1 0 0 0,0-1 0 0 0,0 1 0 0 0,-1-1 0 0 0,1 1 0 0 0,0 0 0 0 0,0-1 0 0 0,-1 1 0 0 0,1 0 0 0 0,-2 3 0 0 0,0 0 0 0 0,0 0 1 0 0,0 0-1 0 0,0 0 0 0 0,-1-1 0 0 0,1 1 1 0 0,-1-1-1 0 0,0 0 0 0 0,0 0 0 0 0,0 0 0 0 0,0 0 1 0 0,-1 0-1 0 0,1 0 0 0 0,-1-1 0 0 0,-6 3 1 0 0,-7 4-5 0 0,0-1 1 0 0,-23 6 0 0 0,22-8-6 0 0,6-1-233 0 0,-38 12 143 0 0,16-8-3373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5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49 19119 0 0,'-2'-3'206'0'0,"0"1"-1"0"0,0-1 1 0 0,0 1 0 0 0,1-1-1 0 0,0 0 1 0 0,-1 1-1 0 0,1-1 1 0 0,0 0-1 0 0,-1-6 1 0 0,3-7 5317 0 0,12 21-3558 0 0,27 18-939 0 0,-2 1 0 0 0,56 46 1 0 0,-68-48-966 0 0,-1 1 0 0 0,-1 1 1 0 0,-1 1-1 0 0,-1 1 0 0 0,-2 1 0 0 0,0 1 1 0 0,-2 1-1 0 0,23 47 0 0 0,-22-32 18 0 0,-2 0 0 0 0,-2 0 0 0 0,-2 2 0 0 0,-2 0 0 0 0,9 75 0 0 0,-18-97-70 0 0,-1 41-1 0 0,-2-53-22 0 0,0-1 0 0 0,-1 1 0 0 0,0 0-1 0 0,-1-1 1 0 0,-6 17 0 0 0,-2-7-630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5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25111 0 0,'0'0'1151'0'0,"-7"0"374"0"0,2 0-1385 0 0,4 0-63 0 0,1 1 1 0 0,-1 0-1 0 0,1-1 0 0 0,0 1 0 0 0,-1 0 1 0 0,1-1-1 0 0,0 1 0 0 0,-1 0 0 0 0,1 0 1 0 0,0-1-1 0 0,0 1 0 0 0,0 2 0 0 0,-1-3 42 0 0,0 8 204 0 0,-1 0 0 0 0,1 0 0 0 0,0 0 0 0 0,0 0 1 0 0,1 1-1 0 0,1 8 0 0 0,9 50 497 0 0,-2-20-516 0 0,11 95-131 0 0,6 48-15 0 0,-5-78-174 0 0,-6-42-24 0 0,-14-68-75 0 0,8-15-105 0 0,-4 7 219 0 0,25-47 7 0 0,-8 13 71 0 0,49-67 0 0 0,-55 88 51 0 0,23-23 0 0 0,-32 36-177 0 0,-1 1 0 0 0,2 0 0 0 0,-1 1 0 0 0,0-1 0 0 0,1 1 1 0 0,0 1-1 0 0,0-1 0 0 0,9-2 0 0 0,-15 5 37 0 0,0 1-1 0 0,1 0 1 0 0,-1 0 0 0 0,1 0-1 0 0,-1 0 1 0 0,0 0 0 0 0,1 0-1 0 0,-1 1 1 0 0,1-1 0 0 0,-1 0-1 0 0,0 1 1 0 0,1-1-1 0 0,-1 1 1 0 0,0 0 0 0 0,0-1-1 0 0,1 1 1 0 0,-1 0 0 0 0,0 0-1 0 0,0 0 1 0 0,0-1 0 0 0,0 1-1 0 0,1 2 1 0 0,19 23-160 0 0,-10-6 181 0 0,0 1-1 0 0,-2 0 1 0 0,0 1-1 0 0,7 32 1 0 0,-6-24 44 0 0,17 41 0 0 0,-26-68-204 0 0,5 11 618 0 0,16 23 0 0 0,-4-16-2744 0 0,6-4-6234 0 0,-6-8-977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6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278 153 23327 0 0,'0'-8'2113'0'0,"-1"-15"-1862"0"0,1 19 44 0 0,1 1 1 0 0,-1-1-1 0 0,-1 1 1 0 0,1-1-1 0 0,0 1 0 0 0,-1-1 1 0 0,1 1-1 0 0,-1 0 1 0 0,0-1-1 0 0,0 1 1 0 0,-1 0-1 0 0,1 0 0 0 0,-1 0 1 0 0,1 0-1 0 0,-4-5 1 0 0,0 2-176 0 0,0 0-1 0 0,0 1 1 0 0,-1 0 0 0 0,1 0 0 0 0,-1 0 0 0 0,0 0 0 0 0,-1 1 0 0 0,1 0 0 0 0,-1 0-1 0 0,-9-3 1 0 0,11 5-55 0 0,0 0-1 0 0,0 1 1 0 0,0 0-1 0 0,0 0 0 0 0,-1 1 1 0 0,1-1-1 0 0,0 1 1 0 0,0 0-1 0 0,-1 0 0 0 0,1 1 1 0 0,0 0-1 0 0,0 0 1 0 0,0 0-1 0 0,-1 0 1 0 0,-8 5-1 0 0,6-3-70 0 0,1 1 0 0 0,-1 0 0 0 0,1 1 0 0 0,0-1 0 0 0,0 1 0 0 0,0 1 0 0 0,1-1 0 0 0,-10 12 0 0 0,13-14-1 0 0,1 0-1 0 0,0 0 1 0 0,-1 0 0 0 0,2 1-1 0 0,-1-1 1 0 0,0 1-1 0 0,1-1 1 0 0,-1 1-1 0 0,1-1 1 0 0,0 1 0 0 0,0 0-1 0 0,0 0 1 0 0,1 0-1 0 0,-1-1 1 0 0,1 1-1 0 0,0 0 1 0 0,0 0-1 0 0,1 0 1 0 0,-1 0 0 0 0,1-1-1 0 0,1 7 1 0 0,10 20-65 0 0,0 0 0 0 0,3-1 0 0 0,30 47 1 0 0,11 21 335 0 0,-50-85-338 0 0,-4-9 19 0 0,0 1 0 0 0,0-1 0 0 0,0 1 0 0 0,2 7 0 0 0,-4-10-84 0 0,0 1 0 0 0,0-1 1 0 0,0 1-1 0 0,0-1 0 0 0,0 0 0 0 0,0 1 0 0 0,0-1 1 0 0,0 0-1 0 0,0 1 0 0 0,-1-1 0 0 0,1 0 0 0 0,0 1 0 0 0,-1-1 1 0 0,1 0-1 0 0,-1 0 0 0 0,1 0 0 0 0,-1 1 0 0 0,0-1 1 0 0,-1 1-1 0 0,-5 5-5499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16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15199 0 0,'0'0'2015'0'0,"10"-2"6470"0"0,32-8-7473 0 0,233-41 5044 0 0,-75 23-7387 0 0,-183 25-138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5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11519 0 0,'3'-2'10118'0'0,"10"-5"-4220"0"0,83 0-2891 0 0,50 9-2751 0 0,-20-1-5492 0 0,-107-1 3577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 22687 0 0,'-24'3'1138'0'0,"16"-2"-853"0"0,1 0 0 0 0,-1 0-1 0 0,0 1 1 0 0,-16 5 1814 0 0,26-6-1432 0 0,7 3-243 0 0,0-1 0 0 0,0 0 1 0 0,1 0-1 0 0,-1-1 0 0 0,1 0 0 0 0,11 0 1 0 0,63 1 64 0 0,-80-3-464 0 0,67-4-1016 0 0,100-16 1 0 0,-66 5-3824 0 0,-79 12 2322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71 7831 0 0,'-9'-1'2023'0'0,"-29"-8"14367"0"0,58-1-14339 0 0,19-1-1546 0 0,1 0 0 0 0,0 3 0 0 0,73-6 0 0 0,-103 14-492 0 0,92-6 69 0 0,-92 6-64 0 0,0 0 0 0 0,0 2 0 0 0,0-1 0 0 0,-1 1 1 0 0,1 0-1 0 0,0 1 0 0 0,17 7 0 0 0,-25-9 57 0 0,-1 12 69 0 0,-2-10-109 0 0,1 1 1 0 0,-1-1 0 0 0,0 1-1 0 0,0-1 1 0 0,0 0 0 0 0,-1 0-1 0 0,1 0 1 0 0,-1 1 0 0 0,0-1-1 0 0,0-1 1 0 0,-4 6 0 0 0,-3 3 122 0 0,-17 14 0 0 0,18-17-85 0 0,-343 291 1072 0 0,331-284-1132 0 0,-35 29 2 0 0,51-40-14 0 0,0 1-1 0 0,0-1 0 0 0,0 1 1 0 0,0 0-1 0 0,1 0 0 0 0,-1 0 0 0 0,1 0 1 0 0,-4 11-1 0 0,5-2 0 0 0,5-9 0 0 0,-2-4 0 0 0,0 1 0 0 0,1 0 0 0 0,0 0 0 0 0,0 0 0 0 0,0 0 0 0 0,0-1 0 0 0,0 1 0 0 0,1 0 0 0 0,-1-1 0 0 0,0 0 0 0 0,1 1 0 0 0,-1-1 0 0 0,1 0 0 0 0,-1 0 0 0 0,1-1 0 0 0,0 1 0 0 0,-1 0 0 0 0,5 0 0 0 0,6 0 0 0 0,0 1 0 0 0,16-2 0 0 0,9-2-31 0 0,1-2 1 0 0,-1-2-1 0 0,52-15 1 0 0,-43 9-8 0 0,-11 3-909 0 0,67-26-1 0 0,-16-8-3540 0 0,-61 27 2623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 10591 0 0,'0'0'488'0'0,"-8"-3"158"0"0,7 3-354 0 0,0-1 0 0 0,0 1 0 0 0,0 0 0 0 0,0 0 1 0 0,0 0-1 0 0,0-1 0 0 0,-1 1 0 0 0,1 0 1 0 0,0 0-1 0 0,0 0 0 0 0,0 1 0 0 0,0-1 0 0 0,0 0 1 0 0,0 0-1 0 0,0 1 0 0 0,0-1 0 0 0,0 0 0 0 0,0 1 1 0 0,0-1-1 0 0,0 1 0 0 0,0-1 0 0 0,0 1 0 0 0,0 0 1 0 0,0-1-1 0 0,0 1 0 0 0,1 0 0 0 0,-1 0 0 0 0,0-1 1 0 0,0 2-1 0 0,-1 1 1075 0 0,-4 3-348 0 0,2-1 1 0 0,-1 2-1 0 0,1-1 0 0 0,0 0 1 0 0,0 1-1 0 0,-3 8 0 0 0,-16 46 112 0 0,18-45-649 0 0,-3 9-133 0 0,1-1 1 0 0,1 1-1 0 0,-4 42 0 0 0,9-55-294 0 0,0-1-1 0 0,1 1 1 0 0,1 0-1 0 0,0-1 1 0 0,0 1-1 0 0,1 0 1 0 0,1-1-1 0 0,0 0 1 0 0,0 1 0 0 0,7 13-1 0 0,-7-20-55 0 0,0 1-1 0 0,0-1 1 0 0,1 0-1 0 0,0 0 1 0 0,0 0-1 0 0,1 0 1 0 0,-1-1-1 0 0,1 0 1 0 0,0 0 0 0 0,0 0-1 0 0,6 3 1 0 0,-3-2-30 0 0,1 0 0 0 0,0-1 1 0 0,0-1-1 0 0,1 0 0 0 0,-1 0 0 0 0,16 2 1 0 0,-7-2-31 0 0,0-2 1 0 0,0 0-1 0 0,0-1 1 0 0,0-1-1 0 0,0-1 1 0 0,0 0-1 0 0,24-7 1 0 0,-34 7 57 0 0,0-1 0 0 0,0 1 1 0 0,-1-1-1 0 0,1 0 0 0 0,-1-1 0 0 0,0 0 1 0 0,0 0-1 0 0,-1 0 0 0 0,1-1 0 0 0,-1 0 0 0 0,0 0 1 0 0,0-1-1 0 0,0 0 0 0 0,-1 0 0 0 0,0 0 0 0 0,0 0 1 0 0,-1-1-1 0 0,1 0 0 0 0,-2 0 0 0 0,1 0 1 0 0,-1 0-1 0 0,5-15 0 0 0,-6 13-9 0 0,0 0 0 0 0,-1 1 0 0 0,0-1 0 0 0,0 0 0 0 0,-2-15 0 0 0,1 22 9 0 0,0-1 0 0 0,-1 1 0 0 0,1 0 0 0 0,-1 0 0 0 0,1-1 0 0 0,-1 1 0 0 0,0 0 0 0 0,0 0 0 0 0,0 0 0 0 0,0 0 0 0 0,-3-4 0 0 0,3 5 4 0 0,-1 0-1 0 0,1 0 1 0 0,0 0-1 0 0,0 0 1 0 0,-1 1-1 0 0,1-1 1 0 0,-1 0-1 0 0,1 0 1 0 0,0 1-1 0 0,-1-1 1 0 0,1 1-1 0 0,-1-1 1 0 0,0 1-1 0 0,1 0 1 0 0,-1 0 0 0 0,1-1-1 0 0,-1 1 1 0 0,1 0-1 0 0,-3 1 1 0 0,-4 0 37 0 0,1 0 0 0 0,-1 1 0 0 0,1 0 0 0 0,0 0 0 0 0,0 1 0 0 0,0 0 0 0 0,0 0 1 0 0,0 1-1 0 0,1-1 0 0 0,-1 2 0 0 0,-9 8 0 0 0,0 0-7 0 0,0 2-1 0 0,2 0 1 0 0,-14 17 0 0 0,24-27-32 0 0,0 0 1 0 0,1 1 0 0 0,0-1 0 0 0,0 1 0 0 0,0 0-1 0 0,0-1 1 0 0,1 1 0 0 0,-3 10 0 0 0,5-14-71 0 0,-1 0 0 0 0,1 0 0 0 0,0 0 1 0 0,0 0-1 0 0,0 0 0 0 0,0 0 1 0 0,0 0-1 0 0,0 0 0 0 0,0 0 0 0 0,1 0 1 0 0,-1 0-1 0 0,1 0 0 0 0,-1 0 0 0 0,1 0 1 0 0,0 0-1 0 0,0 0 0 0 0,0 0 0 0 0,0 0 1 0 0,0-1-1 0 0,0 1 0 0 0,0 0 1 0 0,1-1-1 0 0,-1 1 0 0 0,1-1 0 0 0,-1 0 1 0 0,1 1-1 0 0,-1-1 0 0 0,1 0 0 0 0,3 2 1 0 0,31 13-3719 0 0,-10-9-3765 0 0,-6-2-582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22975 0 0,'0'0'5111'0'0,"0"2"-4397"0"0,4 69 1855 0 0,0 17-1918 0 0,3 182-264 0 0,-6-256-494 0 0,2 0 1 0 0,3 15-1 0 0,-5-27-101 0 0,4 0-1375 0 0,-5-1 1525 0 0,1-1-1 0 0,-1 0 0 0 0,0 1 0 0 0,1-1 0 0 0,-1 0 0 0 0,0 1 0 0 0,0-1 1 0 0,1 0-1 0 0,-1 0 0 0 0,1 0 0 0 0,-1 1 0 0 0,0-1 0 0 0,1 0 1 0 0,-1 0-1 0 0,0 0 0 0 0,1 0 0 0 0,-1 0 0 0 0,1 1 0 0 0,-1-1 0 0 0,1 0 1 0 0,0 0-1 0 0,2 0-525 0 0,1 0-1 0 0,-1 0 1 0 0,1 0 0 0 0,-1 0 0 0 0,7-1-1 0 0,7-5-1384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84 7367 0 0,'-3'-2'108'0'0,"2"2"-65"0"0,1 0-1 0 0,-1-1 1 0 0,1 1-1 0 0,-1 0 0 0 0,0-1 1 0 0,1 1-1 0 0,-1 0 1 0 0,1-1-1 0 0,-1 1 0 0 0,1-1 1 0 0,-1 1-1 0 0,1-1 1 0 0,-1 1-1 0 0,1-1 1 0 0,-1 0-1 0 0,1 0 717 0 0,-1 0-1 0 0,1-1 1 0 0,0 1-1 0 0,0 0 1 0 0,0 0-1 0 0,0 0 1 0 0,0 0-1 0 0,0 0 1 0 0,0-1-1 0 0,0 1 1 0 0,0 0-1 0 0,0 0 1 0 0,1 0-1 0 0,0-2 1 0 0,0 1 52 0 0,0 0 1 0 0,-1 1 0 0 0,2-1-1 0 0,-1 0 1 0 0,0 1 0 0 0,0 0 0 0 0,0-1-1 0 0,2-1 1 0 0,14-8 2805 0 0,-3 4-3305 0 0,4 2-184 0 0,0 0 0 0 0,0 1 1 0 0,0 1-1 0 0,1 1 1 0 0,-1 0-1 0 0,1 1 0 0 0,-1 1 1 0 0,1 1-1 0 0,19 4 1 0 0,-37-5-122 0 0,0 0-1 0 0,0 0 1 0 0,-1 0 0 0 0,1 0 0 0 0,0 1 0 0 0,0-1 0 0 0,-1 0 0 0 0,1 1-1 0 0,0-1 1 0 0,-1 1 0 0 0,1-1 0 0 0,0 0 0 0 0,-1 1 0 0 0,1-1 0 0 0,0 1-1 0 0,-1 0 1 0 0,1-1 0 0 0,-1 1 0 0 0,1-1 0 0 0,-1 1 0 0 0,0 0 0 0 0,1 0-1 0 0,-1-1 1 0 0,0 1 0 0 0,1 0 0 0 0,-1-1 0 0 0,0 1 0 0 0,0 0 0 0 0,0 0 0 0 0,1 0-1 0 0,-1-1 1 0 0,0 1 0 0 0,0 1 0 0 0,0 0 9 0 0,0 0 1 0 0,-1 0-1 0 0,1 0 0 0 0,0 0 1 0 0,-1 0-1 0 0,1 0 0 0 0,-1 0 1 0 0,1 0-1 0 0,-1-1 0 0 0,0 1 1 0 0,-1 2-1 0 0,-10 10 20 0 0,-1 1-1 0 0,0-2 1 0 0,-2 0 0 0 0,1-1 0 0 0,-1 0-1 0 0,-20 11 1 0 0,-8 8 2 0 0,-20 12-38 0 0,63-43 0 0 0,-1 1 0 0 0,1-1 0 0 0,0 0 0 0 0,-1 0 0 0 0,1 0 0 0 0,0 0 0 0 0,-1 1 0 0 0,1-1 0 0 0,0 0 0 0 0,-1 0 0 0 0,1 0 0 0 0,0 1 0 0 0,0-1 0 0 0,-1 0 0 0 0,1 1 0 0 0,0-1 0 0 0,0 0 0 0 0,-1 1 0 0 0,1-1 0 0 0,0 0 0 0 0,0 1 0 0 0,0-1 0 0 0,0 0 0 0 0,0 1 0 0 0,-1-1 0 0 0,1 0 0 0 0,0 1 0 0 0,0-1 0 0 0,0 1 0 0 0,0-1 0 0 0,0 0 0 0 0,0 1 0 0 0,0-1 0 0 0,0 1 0 0 0,0-1 0 0 0,1 0 0 0 0,-1 1 0 0 0,0-1 0 0 0,0 0 0 0 0,0 1 0 0 0,0-1 0 0 0,0 0 0 0 0,1 1 0 0 0,-1 0 0 0 0,1-1 0 0 0,-1 3 0 0 0,1 1 0 0 0,9 7 0 0 0,-6-8 0 0 0,0 1 0 0 0,0-1 0 0 0,1 0 0 0 0,-1 0 0 0 0,1-1 0 0 0,0 1 0 0 0,0-1 0 0 0,0 0 0 0 0,8 2 0 0 0,7 1 0 0 0,24 2 0 0 0,-9-1 0 0 0,-27-5 0 0 0,9 2 0 0 0,-1 1 0 0 0,23 9 0 0 0,-35-12 0 0 0,0 1 0 0 0,0 0 0 0 0,0 0 0 0 0,0 0 0 0 0,-1 0 0 0 0,1 1 0 0 0,-1-1 0 0 0,1 1 0 0 0,-1 0 0 0 0,0 0 0 0 0,0 1 0 0 0,0-1 0 0 0,-1 1 0 0 0,5 5 0 0 0,-7-8 0 0 0,1 0 0 0 0,-1 0 0 0 0,1 0 0 0 0,-1 0 0 0 0,0 0 0 0 0,1 0 0 0 0,-1 0 0 0 0,0 0 0 0 0,0 0 0 0 0,1 0 0 0 0,-1 0 0 0 0,0 0 0 0 0,0 0 0 0 0,0 0 0 0 0,0 0 0 0 0,0 0 0 0 0,-1 0 0 0 0,1 0 0 0 0,0 0 0 0 0,0 0 0 0 0,-1 0 0 0 0,1 0 0 0 0,-1 1 0 0 0,0 1 0 0 0,-1 1 0 0 0,0 0 0 0 0,0 0 0 0 0,0 0 0 0 0,-1 0 0 0 0,1 0 0 0 0,-1 0 0 0 0,0-1 0 0 0,0 1 0 0 0,0-1 0 0 0,-1 0 0 0 0,-6 5 0 0 0,-1 1 0 0 0,-1-1 0 0 0,-20 10 0 0 0,0-4-62 0 0,0-1 0 0 0,-1-1 0 0 0,-36 7 0 0 0,68-18-105 0 0,10-7-3901 0 0,-4 3 3232 0 0,12-5-1797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9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13823 0 0,'-2'0'683'0'0,"1"1"1"0"0,0 0-1 0 0,0 0 0 0 0,0-1 0 0 0,0 1 0 0 0,0 0 0 0 0,0 0 0 0 0,0 0 0 0 0,0 0 1 0 0,0 0-1 0 0,0 0 0 0 0,1 1 0 0 0,-1-1 0 0 0,0 0 0 0 0,1 0 0 0 0,-1 0 0 0 0,1 1 0 0 0,-1-1 1 0 0,1 0-1 0 0,0 1 0 0 0,-1-1 0 0 0,1 0 0 0 0,0 2 0 0 0,-5 15 761 0 0,5-17-1440 0 0,0-1 1 0 0,0 1 0 0 0,0 0 0 0 0,0-1 0 0 0,0 1 0 0 0,0-1-1 0 0,0 1 1 0 0,1 0 0 0 0,-1-1 0 0 0,0 1 0 0 0,0-1-1 0 0,1 1 1 0 0,-1-1 0 0 0,0 1 0 0 0,1-1 0 0 0,-1 1-1 0 0,0-1 1 0 0,1 1 0 0 0,-1-1 0 0 0,1 0 0 0 0,-1 1-1 0 0,1-1 1 0 0,-1 1 0 0 0,1-1 0 0 0,0 1 0 0 0,15 9-625 0 0,-16-10 611 0 0,2 1-371 0 0,1 0 0 0 0,-1 0 1 0 0,0 0-1 0 0,1 0 0 0 0,-1 0 1 0 0,1-1-1 0 0,-1 0 0 0 0,1 1 1 0 0,-1-1-1 0 0,1 0 0 0 0,-1 0 0 0 0,3 0 1 0 0,8-2-9228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2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8 119 9671 0 0,'-2'-8'1004'0'0,"-3"-19"962"0"0,5 24-706 0 0,0 0 0 0 0,0 0 0 0 0,0 0 0 0 0,0 0 1 0 0,0 0-1 0 0,1 0 0 0 0,-1 0 0 0 0,1 0 0 0 0,0 0 1 0 0,0 0-1 0 0,2-4 0 0 0,-2 5-1038 0 0,0 0-1 0 0,1 1 0 0 0,-1-1 1 0 0,1 0-1 0 0,-1 1 1 0 0,1-1-1 0 0,0 1 1 0 0,0-1-1 0 0,0 1 1 0 0,0 0-1 0 0,0 0 0 0 0,0 0 1 0 0,4-2-1 0 0,28-7 723 0 0,-12 6-887 0 0,1 1 0 0 0,-1 0 0 0 0,1 2 0 0 0,0 1 0 0 0,-1 1 0 0 0,1 0 0 0 0,44 10 0 0 0,-65-11-55 0 0,0 1 0 0 0,0-1-1 0 0,-1 1 1 0 0,1 0 0 0 0,0 0 0 0 0,0-1 0 0 0,0 1-1 0 0,-1 1 1 0 0,1-1 0 0 0,0 0 0 0 0,-1 0 0 0 0,1 0-1 0 0,-1 1 1 0 0,1-1 0 0 0,-1 1 0 0 0,0-1 0 0 0,2 4-1 0 0,-2-3 2 0 0,0-1-1 0 0,-1 1 1 0 0,1 0-1 0 0,-1-1 1 0 0,0 1-1 0 0,0 0 1 0 0,1-1-1 0 0,-1 1 1 0 0,0 0-1 0 0,0-1 1 0 0,-1 1-1 0 0,1 0 0 0 0,0-1 1 0 0,-1 1-1 0 0,1 0 1 0 0,-1-1-1 0 0,1 1 1 0 0,-1 0-1 0 0,0-1 1 0 0,1 1-1 0 0,-2 1 1 0 0,-5 7 20 0 0,1-1 1 0 0,-1 1 0 0 0,-1-1 0 0 0,0-1 0 0 0,0 1-1 0 0,-17 12 1 0 0,-2-1 86 0 0,-31 15-1 0 0,20-12-77 0 0,29-17-32 0 0,0 1 0 0 0,0-1 0 0 0,1 1 0 0 0,-11 12 0 0 0,16-12 0 0 0,3-5 0 0 0,1-1 0 0 0,0 1 0 0 0,0-1 0 0 0,0 0 0 0 0,0 1 0 0 0,0-1 0 0 0,0 0 0 0 0,0 0 0 0 0,0 0 0 0 0,1 1 0 0 0,-1-1 0 0 0,0-1 0 0 0,1 1 0 0 0,-1 0 0 0 0,1 0 0 0 0,-1 0 0 0 0,1-1 0 0 0,1 1 0 0 0,31 10 0 0 0,49 3-13 0 0,-49-10-3 0 0,35 10 0 0 0,-58-11 13 0 0,0 1 1 0 0,-1 0 0 0 0,0 0-1 0 0,0 1 1 0 0,0 0 0 0 0,0 1-1 0 0,12 9 1 0 0,-19-13 4 0 0,0 1-1 0 0,0-1 1 0 0,-1 1 0 0 0,1 0-1 0 0,0 0 1 0 0,-1 0 0 0 0,0 0-1 0 0,0 0 1 0 0,0 1 0 0 0,0-1 0 0 0,0 1-1 0 0,-1-1 1 0 0,1 1 0 0 0,-1 0-1 0 0,0-1 1 0 0,0 1 0 0 0,-1 0-1 0 0,1 5 1 0 0,-1-6 0 0 0,0 1-1 0 0,0-1 1 0 0,-1 1-1 0 0,0-1 1 0 0,0 1-1 0 0,0-1 1 0 0,0 0-1 0 0,0 0 1 0 0,-1 1-1 0 0,1-1 1 0 0,-1 0-1 0 0,0 0 1 0 0,0 0-1 0 0,0-1 1 0 0,0 1-1 0 0,-1 0 1 0 0,1-1-1 0 0,-1 0 1 0 0,1 1-1 0 0,-6 2 1 0 0,-7 5 1 0 0,-1 0 0 0 0,0-1 0 0 0,-1-1-1 0 0,0-1 1 0 0,0 0 0 0 0,-1-1 0 0 0,-22 5 0 0 0,14-6-26 0 0,-1-1 0 0 0,0-1 1 0 0,1-2-1 0 0,-38-1 0 0 0,12-6-1075 0 0,32 2 431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12895 0 0,'-2'-2'4707'0'0,"2"2"-4637"0"0,8-3 3040 0 0,13 1 2120 0 0,-17 3-5006 0 0,0 0-1 0 0,0 0 1 0 0,0 1-1 0 0,0 0 0 0 0,0 0 1 0 0,-1 0-1 0 0,1 0 0 0 0,0 0 1 0 0,-1 1-1 0 0,0 0 1 0 0,0-1-1 0 0,0 1 0 0 0,0 0 1 0 0,0 1-1 0 0,0-1 0 0 0,-1 0 1 0 0,0 1-1 0 0,1 0 1 0 0,-2-1-1 0 0,3 6 0 0 0,2 3-105 0 0,-2 1-1 0 0,1-1 0 0 0,-2 0 0 0 0,0 1 1 0 0,2 19-1 0 0,-3-6-44 0 0,-1 0 0 0 0,-2 1 1 0 0,0-1-1 0 0,-2 0 0 0 0,-1 0 0 0 0,-1 0 0 0 0,-2 0 1 0 0,0-1-1 0 0,-11 26 0 0 0,14-44-362 0 0,1 0 1 0 0,-1-1-1 0 0,-1 1 0 0 0,1-1 1 0 0,-7 8-1 0 0,3-10-574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0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7831 0 0,'-13'2'834'0'0,"7"-2"400"0"0,1 0 0 0 0,0 1 0 0 0,-1 0 0 0 0,1 0 0 0 0,0 1 0 0 0,0-1 1 0 0,-1 1-1 0 0,1 0 0 0 0,0 1 0 0 0,1-1 0 0 0,-1 1 0 0 0,0 0 0 0 0,-5 5 0 0 0,-22 21 3687 0 0,3 3-4308 0 0,24-26-1066 0 0,-2 2 583 0 0,0 1-1 0 0,0 0 1 0 0,0 0-1 0 0,1 0 1 0 0,-8 18-1 0 0,13-25-128 0 0,0 0 0 0 0,1 0-1 0 0,-1 0 1 0 0,0 0 0 0 0,1 0-1 0 0,0 0 1 0 0,-1 0 0 0 0,1 1-1 0 0,0-1 1 0 0,0 0 0 0 0,0 0-1 0 0,0 0 1 0 0,0 0 0 0 0,1 0-1 0 0,-1 0 1 0 0,1 1 0 0 0,-1-1-1 0 0,1 0 1 0 0,0 0 0 0 0,0 0-1 0 0,0-1 1 0 0,0 1 0 0 0,0 0-1 0 0,0 0 1 0 0,0 0 0 0 0,1-1-1 0 0,-1 1 1 0 0,0 0 0 0 0,1-1-1 0 0,0 0 1 0 0,-1 1 0 0 0,1-1-1 0 0,0 0 1 0 0,0 0 0 0 0,0 0-1 0 0,-1 0 1 0 0,4 1 0 0 0,1 1-81 0 0,1-1 0 0 0,0 0 0 0 0,0 0 1 0 0,-1-1-1 0 0,1 0 0 0 0,0 0 0 0 0,10 0 1 0 0,51-4-921 0 0,-48 1 511 0 0,14-1-625 0 0,1-1 1 0 0,-1-2-1 0 0,0-1 0 0 0,-1-2 1 0 0,0-2-1 0 0,32-14 0 0 0,-25 6-1302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960 11 11519 0 0,'-23'-4'1636'0'0,"-29"-1"9119"0"0,49 4-9219 0 0,-28 0 1192 0 0,28 1-1095 0 0,0 2-1184 0 0,2-1-423 0 0,-1 0 0 0 0,1 0 0 0 0,-1 0 0 0 0,1 0 0 0 0,0 1 0 0 0,0-1 0 0 0,-1 1-1 0 0,1-1 1 0 0,0 1 0 0 0,0-1 0 0 0,0 1 0 0 0,1 0 0 0 0,-1-1 0 0 0,0 1 0 0 0,1 0 0 0 0,-1 0-1 0 0,1-1 1 0 0,-1 1 0 0 0,1 0 0 0 0,0 0 0 0 0,0 0 0 0 0,0 0 0 0 0,0-1 0 0 0,0 1 0 0 0,1 3 0 0 0,-1-2-13 0 0,1 0 0 0 0,0 1 0 0 0,0-1 0 0 0,1 0 0 0 0,-1 0 1 0 0,1 0-1 0 0,-1 0 0 0 0,1 0 0 0 0,0 0 0 0 0,0 0 0 0 0,0-1 1 0 0,1 1-1 0 0,-1-1 0 0 0,4 3 0 0 0,60 44-13 0 0,-20-16 0 0 0,22 13 0 0 0,15 11 0 0 0,-78-53 2 0 0,0 1 0 0 0,0 0-1 0 0,-1-1 1 0 0,1 2 0 0 0,5 8 0 0 0,-10-13 3 0 0,0-1 1 0 0,0 1 0 0 0,0-1 0 0 0,0 1-1 0 0,0 0 1 0 0,0-1 0 0 0,0 1 0 0 0,0 0-1 0 0,-1-1 1 0 0,1 1 0 0 0,0 0-1 0 0,0-1 1 0 0,-1 1 0 0 0,1 0 0 0 0,0-1-1 0 0,0 1 1 0 0,-1-1 0 0 0,1 1 0 0 0,-1 0-1 0 0,0 0 11 0 0,-1 2 5 0 0,0 1-1 0 0,-1-1 1 0 0,0 0-1 0 0,1 0 0 0 0,-1 0 1 0 0,0 0-1 0 0,-1 0 0 0 0,1 0 1 0 0,0-1-1 0 0,-1 0 1 0 0,1 0-1 0 0,-1 0 0 0 0,0 0 1 0 0,-4 1-1 0 0,-8 3 50 0 0,0-1 0 0 0,-20 3-1 0 0,13-3-41 0 0,-43 5 63 0 0,44-8-853 0 0,-21 5 0 0 0,34-5-677 0 0,1 1 1 0 0,0 0-1 0 0,-9 4 0 0 0,5 0-7633 0 0</inkml:trace>
  <inkml:trace contextRef="#ctx0" brushRef="#br0" timeOffset="1">13 705 22319 0 0,'0'0'1024'0'0,"-8"-3"328"0"0,4 0-1153 0 0,23-2 2803 0 0,126-13 826 0 0,239-22-3054 0 0,-268 31-771 0 0,62-3 196 0 0,-122 11-956 0 0,64 6 1 0 0,-120-5 605 0 0,1 0 0 0 0,-1 0 0 0 0,1 0-1 0 0,-1 0 1 0 0,1 0 0 0 0,-1 0 0 0 0,1 0 0 0 0,-1 0 0 0 0,1 0-1 0 0,-1 1 1 0 0,1-1 0 0 0,-1 0 0 0 0,0 0 0 0 0,1 0-1 0 0,-1 1 1 0 0,1-1 0 0 0,-1 0 0 0 0,1 0 0 0 0,-1 1 0 0 0,0-1-1 0 0,2 1 1 0 0,-9 8-3838 0 0,6-9 3960 0 0,-11 12-8807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1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19807 0 0,'0'0'1796'0'0,"2"0"-1339"0"0,16 1 1214 0 0,-17 0-706 0 0,1 0 18 0 0,10 8-213 0 0,-1 0 0 0 0,-1 1 0 0 0,1 1 0 0 0,-2-1 0 0 0,1 1-1 0 0,-2 1 1 0 0,11 17 0 0 0,-13-19-712 0 0,-1 0 0 0 0,0 1-1 0 0,0-1 1 0 0,-1 1 0 0 0,0 0-1 0 0,-1 0 1 0 0,-1 1 0 0 0,0-1-1 0 0,2 23 1 0 0,-5-23-149 0 0,0-1 0 0 0,0 1 0 0 0,-1-1 0 0 0,0 1-1 0 0,-1-1 1 0 0,0 0 0 0 0,0 0 0 0 0,-10 18 0 0 0,12-27-490 0 0,1 3-1382 0 0,-3 10-2080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41 5063 0 0,'0'0'390'0'0,"5"-8"3316"0"0,-5 7-3031 0 0,0 0 0 0 0,0-1 0 0 0,0 1 0 0 0,1 0 0 0 0,-1 0 0 0 0,-1 0 0 0 0,1 0 0 0 0,0 0 0 0 0,0 0-1 0 0,0 0 1 0 0,0-1 0 0 0,-1 1 0 0 0,1 0 0 0 0,-1 0 0 0 0,1 0 0 0 0,-1 0 0 0 0,1 0 0 0 0,-1 0 0 0 0,1 0 0 0 0,-1 1 0 0 0,0-1-1 0 0,1 0 1 0 0,-2-1 0 0 0,0 1-509 0 0,1 0-1 0 0,0 1 1 0 0,0-1-1 0 0,-1 0 1 0 0,1 1 0 0 0,-1-1-1 0 0,1 1 1 0 0,-1 0-1 0 0,1-1 1 0 0,0 1-1 0 0,-1 0 1 0 0,1 0 0 0 0,-3 0-1 0 0,-6 1 194 0 0,0 1-1 0 0,0 0 1 0 0,0 1 0 0 0,0 0-1 0 0,0 1 1 0 0,1-1 0 0 0,-13 8-1 0 0,12-6-207 0 0,-15 7 136 0 0,-121 60 722 0 0,117-56-885 0 0,0 1-1 0 0,-47 40 1 0 0,70-52-113 0 0,0 1 1 0 0,1-1 0 0 0,0 0-1 0 0,0 1 1 0 0,1 0 0 0 0,-1 0 0 0 0,1 1-1 0 0,-4 9 1 0 0,7-14-24 0 0,0 0 1 0 0,1 0-1 0 0,-1 0 1 0 0,0 0-1 0 0,1 1 1 0 0,0-1-1 0 0,-1 0 1 0 0,1 0-1 0 0,0 0 1 0 0,0 1-1 0 0,0-1 1 0 0,1 0-1 0 0,-1 0 1 0 0,0 0-1 0 0,1 1 1 0 0,0-1-1 0 0,-1 0 1 0 0,1 0-1 0 0,0 0 1 0 0,0 0-1 0 0,0 0 1 0 0,0 0-1 0 0,0-1 1 0 0,1 1-1 0 0,-1 0 1 0 0,1 0-1 0 0,-1-1 1 0 0,1 1-1 0 0,-1-1 1 0 0,1 1-1 0 0,0-1 1 0 0,3 2-1 0 0,5 3-105 0 0,1 0-1 0 0,0-1 0 0 0,0-1 1 0 0,0 0-1 0 0,1 0 1 0 0,-1-1-1 0 0,25 4 1 0 0,84 0-623 0 0,-79-6 623 0 0,-1-2 1 0 0,1-2-1 0 0,-1-2 0 0 0,1-2 1 0 0,-2-1-1 0 0,1-2 0 0 0,-1-1 1 0 0,-1-3-1 0 0,0-1 0 0 0,-1-1 1 0 0,39-25-1 0 0,-34 12 185 0 0,-39 26-58 0 0,1 0 0 0 0,-1 0 1 0 0,0-1-1 0 0,1 1 0 0 0,-1-1 0 0 0,-1 1 1 0 0,1-1-1 0 0,3-6 0 0 0,-6 9 14 0 0,0 0 0 0 0,0 0 0 0 0,-1 0 0 0 0,1 0 0 0 0,0 0 0 0 0,-1 0 0 0 0,1 0 0 0 0,-1 0 0 0 0,1 0 0 0 0,-1 0 0 0 0,1 1 0 0 0,-1-1 0 0 0,1 0 0 0 0,-1 0 0 0 0,0 0 0 0 0,1 1 0 0 0,-1-1 0 0 0,0 1 0 0 0,0-1 0 0 0,0 0 0 0 0,-1 0 0 0 0,-3-1 43 0 0,1-1-1 0 0,-1 1 1 0 0,0 0 0 0 0,0 1-1 0 0,0-1 1 0 0,0 1 0 0 0,0 0-1 0 0,0 0 1 0 0,0 1 0 0 0,0-1-1 0 0,-7 1 1 0 0,-7 1 236 0 0,-32 6-1 0 0,45-6-259 0 0,-7 2 41 0 0,1 1 1 0 0,0 0-1 0 0,-21 11 0 0 0,14-7-21 0 0,13-5-46 0 0,0 0 0 0 0,0 0 0 0 0,0 0 1 0 0,0 1-1 0 0,1-1 0 0 0,-1 2 0 0 0,1-1 0 0 0,0 0 0 0 0,0 1 0 0 0,1 0 1 0 0,-1 0-1 0 0,1 1 0 0 0,-6 9 0 0 0,9-13-16 0 0,-3 8 1 0 0,4-9-3 0 0,1 1-1 0 0,-1-1 0 0 0,0 1 1 0 0,1 0-1 0 0,-1-1 1 0 0,0 1-1 0 0,1-1 0 0 0,0 1 1 0 0,-1-1-1 0 0,3 3 0 0 0,-1-2-22 0 0,-1 0 0 0 0,1 1 0 0 0,1-1 0 0 0,-1 0 0 0 0,0 0 0 0 0,0-1 0 0 0,1 1 0 0 0,-1 0 0 0 0,1-1 0 0 0,-1 0 0 0 0,1 1 0 0 0,0-1 0 0 0,0 0 0 0 0,5 1 0 0 0,1 0-71 0 0,1 0 1 0 0,0 0-1 0 0,12 0 1 0 0,-11-2-14 0 0,0 0 0 0 0,1 0 0 0 0,-1-1 1 0 0,1 0-1 0 0,-1-1 0 0 0,0 0 0 0 0,0-1 1 0 0,0 0-1 0 0,0-1 0 0 0,0 0 0 0 0,-1-1 1 0 0,0 0-1 0 0,0 0 0 0 0,0-1 0 0 0,15-13 1 0 0,-23 18 110 0 0,-1 0 1 0 0,0-1 0 0 0,1 1 0 0 0,-1-1-1 0 0,0 1 1 0 0,0-1 0 0 0,0 1-1 0 0,-1-1 1 0 0,1 0 0 0 0,0 1-1 0 0,0-1 1 0 0,-1 0 0 0 0,1-3 0 0 0,2-5 358 0 0,-3 9-163 0 0,0 1-157 0 0,0 0-1 0 0,0 0 1 0 0,0 0-1 0 0,0 0 1 0 0,0-1-1 0 0,0 1 1 0 0,0 0-1 0 0,0 0 1 0 0,0 0-1 0 0,0 0 1 0 0,0 0-1 0 0,0 0 1 0 0,0 0-1 0 0,0-1 1 0 0,0 1 0 0 0,0 0-1 0 0,0 0 1 0 0,0 0-1 0 0,0 0 1 0 0,0 0-1 0 0,-1 0 1 0 0,1 0-1 0 0,0 0 1 0 0,0 0-1 0 0,0-1 1 0 0,0 1-1 0 0,0 0 1 0 0,0 0-1 0 0,0 0 1 0 0,0 0 0 0 0,-1 0-1 0 0,1 0 1 0 0,0 0-1 0 0,0 0 1 0 0,0 0-1 0 0,0 0 1 0 0,0 0-1 0 0,0 0 1 0 0,-1 0-1 0 0,1 0 1 0 0,0 0-1 0 0,0 0 1 0 0,0 0-1 0 0,0 0 1 0 0,0 0 0 0 0,-1 0-1 0 0,0 7-12 0 0,0-1-1 0 0,1 0 1 0 0,-1 1-1 0 0,1-1 1 0 0,0 0-1 0 0,1 1 1 0 0,0-1-1 0 0,2 12 1 0 0,19 54 135 0 0,-18-59-142 0 0,31 78 55 0 0,-21-58-75 0 0,-1 1 1 0 0,13 54 0 0 0,-25-81 2 0 0,0 1 1 0 0,0 0-1 0 0,-1 0 0 0 0,0 0 1 0 0,0 0-1 0 0,-1-1 0 0 0,0 1 1 0 0,0 0-1 0 0,-1 0 0 0 0,0-1 1 0 0,-4 12-1 0 0,3-15-5 0 0,1 0 0 0 0,-1 0 0 0 0,0 0 0 0 0,0-1 0 0 0,0 1 0 0 0,-1-1 0 0 0,1 1 0 0 0,-5 2 0 0 0,-15 15 0 0 0,19-17 14 0 0,-1 0 0 0 0,1 0 1 0 0,-1-1-1 0 0,0 0 0 0 0,0 1 0 0 0,0-2 1 0 0,-1 1-1 0 0,1-1 0 0 0,0 1 0 0 0,-1-2 1 0 0,0 1-1 0 0,0 0 0 0 0,-7 0 0 0 0,-9 1 18 0 0,-1-1-1 0 0,-23-1 0 0 0,25-2-29 0 0,1-1 0 0 0,-1-1 0 0 0,1-1-1 0 0,0 0 1 0 0,-35-14 0 0 0,47 15-259 0 0,1 0 0 0 0,0 0 0 0 0,0 0 0 0 0,1-1 1 0 0,-10-7-1 0 0,3-1-602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 16327 0 0,'-3'-1'238'0'0,"3"1"-154"0"0,-1 0-1 0 0,0 0 0 0 0,1 0 1 0 0,-1-1-1 0 0,1 1 0 0 0,-1 0 1 0 0,0 0-1 0 0,1 0 1 0 0,-1 0-1 0 0,1 0 0 0 0,-1 0 1 0 0,0 0-1 0 0,1 0 0 0 0,-1 0 1 0 0,1 0-1 0 0,-1 1 1 0 0,-1-1-1 0 0,1 1-53 0 0,0-1 1 0 0,0 1-1 0 0,0 0 1 0 0,0-1-1 0 0,0 1 1 0 0,0 0-1 0 0,1 0 1 0 0,-1 0-1 0 0,0 0 1 0 0,0-1-1 0 0,1 1 1 0 0,-1 0-1 0 0,0 0 1 0 0,1 0-1 0 0,-1 1 1 0 0,1-1-1 0 0,-1 0 1 0 0,1 0-1 0 0,0 0 0 0 0,-1 0 1 0 0,1 0-1 0 0,0 1 1 0 0,0 1-1 0 0,-1 1 352 0 0,0 6 372 0 0,0-1-1 0 0,1 1 0 0 0,0 0 1 0 0,0 0-1 0 0,1 0 1 0 0,0-1-1 0 0,1 1 0 0 0,3 12 1 0 0,-3-16-482 0 0,0 1 1 0 0,1 0-1 0 0,-1-1 1 0 0,1 0-1 0 0,1 0 1 0 0,-1 0-1 0 0,1 0 1 0 0,0 0-1 0 0,0-1 1 0 0,1 1-1 0 0,9 8 1 0 0,-13-13-258 0 0,0-1 1 0 0,0 1 0 0 0,0-1 0 0 0,0 1-1 0 0,0-1 1 0 0,0 1 0 0 0,0-1 0 0 0,0 0-1 0 0,0 1 1 0 0,0-1 0 0 0,0 0-1 0 0,0 0 1 0 0,0 0 0 0 0,0 0 0 0 0,0 0-1 0 0,2 0 1 0 0,2 0 21 0 0,5 2-12 0 0,0 0 1 0 0,0-1 0 0 0,1 0 0 0 0,-1 0-1 0 0,1-1 1 0 0,-1-1 0 0 0,0 0 0 0 0,1 0-1 0 0,15-5 1 0 0,-9 0-41 0 0,1-1 0 0 0,-1-1-1 0 0,-1-1 1 0 0,17-10 0 0 0,59-49-754 0 0,-37 26-43 0 0,-12 11-711 0 0,3-4-393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50 22487 0 0,'-13'-8'2400'0'0,"12"7"-2240"0"0,0 1-1 0 0,0-1 1 0 0,-1 0 0 0 0,1 1-1 0 0,-1-1 1 0 0,1 0-1 0 0,-1 1 1 0 0,1 0 0 0 0,-1-1-1 0 0,1 1 1 0 0,-1 0-1 0 0,1 0 1 0 0,-1 0 0 0 0,1 0-1 0 0,-1 0 1 0 0,0 0-1 0 0,1 0 1 0 0,-1 1 0 0 0,1-1-1 0 0,-2 1 1 0 0,0 0 68 0 0,1 0 1 0 0,0 1-1 0 0,-1-1 0 0 0,1 1 1 0 0,0-1-1 0 0,0 1 1 0 0,0 0-1 0 0,0 0 0 0 0,0 0 1 0 0,-2 4-1 0 0,0-2-80 0 0,2 1-1 0 0,-1 0 1 0 0,0 0 0 0 0,1 0-1 0 0,0 0 1 0 0,0 0-1 0 0,0 0 1 0 0,1 0 0 0 0,0 1-1 0 0,-1 9 1 0 0,2-12-81 0 0,3 3-54 0 0,-2-4-13 0 0,-1-1 0 0 0,1 0 0 0 0,-1 0 0 0 0,1 0 0 0 0,0 0 0 0 0,-1 1 0 0 0,1-1 0 0 0,0 0 0 0 0,0 0 0 0 0,0-1 0 0 0,0 1 0 0 0,0 0 0 0 0,0 0 0 0 0,0 0 0 0 0,0 0 0 0 0,0-1 0 0 0,0 1 0 0 0,1-1 0 0 0,-1 1 0 0 0,0-1 0 0 0,0 1 0 0 0,1-1 0 0 0,-1 0 0 0 0,0 1 0 0 0,0-1 0 0 0,3 0 0 0 0,-2 0 0 0 0,3 0 0 0 0,-1 0 0 0 0,1 0 0 0 0,-1-1 0 0 0,1 0 0 0 0,-1 0 0 0 0,1 0 0 0 0,-1 0 0 0 0,0-1 0 0 0,1 0 0 0 0,-1 0 0 0 0,0 0 0 0 0,0 0 0 0 0,0-1 0 0 0,-1 1 0 0 0,1-1 0 0 0,4-4 0 0 0,-3 2 0 0 0,0 0 0 0 0,0 0 0 0 0,-1 0 0 0 0,1-1 0 0 0,-1 0 0 0 0,-1 1 0 0 0,1-1 0 0 0,-1-1 0 0 0,0 1 0 0 0,3-8 0 0 0,-6 12-36 0 0,1 1 1 0 0,-1-1-1 0 0,1 0 0 0 0,-1 0 1 0 0,0 0-1 0 0,0 1 1 0 0,0-1-1 0 0,0 0 0 0 0,0 0 1 0 0,0 1-1 0 0,0-1 0 0 0,-1 0 1 0 0,1 0-1 0 0,-1 1 0 0 0,1-1 1 0 0,-1 0-1 0 0,0 1 1 0 0,1-1-1 0 0,-1 0 0 0 0,0 1 1 0 0,0-1-1 0 0,0 1 0 0 0,0 0 1 0 0,-1-1-1 0 0,1 1 0 0 0,0 0 1 0 0,-1 0-1 0 0,1-1 0 0 0,-2 0 1 0 0,-3-3-1827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19807 0 0,'0'0'1796'0'0,"3"-1"-1241"0"0,28-4 887 0 0,1 2 1 0 0,59 0-1 0 0,67 15 2480 0 0,-101-5-7474 0 0,94 23 0 0 0,-129-23-5072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95 13823 0 0,'-27'6'1196'0'0,"-39"5"-1"0"0,25-9 10993 0 0,53-8-11223 0 0,9-2-906 0 0,0 2 0 0 0,1 0 0 0 0,28-3-1 0 0,-4 0-358 0 0,95-18-990 0 0,-62 13-1290 0 0,-2-2-4618 0 0,-24 4-677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8287 0 0,'-7'3'863'0'0,"-10"-1"-381"0"0,-13 4 13012 0 0,27-2-10727 0 0,2-4-2626 0 0,0 1-1 0 0,1-1 1 0 0,-1 0 0 0 0,1 1 0 0 0,-1-1-1 0 0,1 1 1 0 0,-1-1 0 0 0,1 1 0 0 0,-1-1-1 0 0,1 1 1 0 0,-1-1 0 0 0,1 1 0 0 0,0-1-1 0 0,-1 1 1 0 0,1 0 0 0 0,0 0 0 0 0,-1 1-50 0 0,1-1 0 0 0,0 0 0 0 0,0 1 0 0 0,0-1 0 0 0,0 0 0 0 0,0 1 0 0 0,0-1 0 0 0,1 0 0 0 0,-1 1 0 0 0,0-1 0 0 0,1 0 0 0 0,-1 0 0 0 0,1 1 0 0 0,-1-1 0 0 0,1 0 0 0 0,-1 0 0 0 0,1 0 0 0 0,0 0 0 0 0,1 2 0 0 0,0-1-31 0 0,0 1-1 0 0,1-1 1 0 0,0 0 0 0 0,-1 0 0 0 0,1 0 0 0 0,0 0 0 0 0,4 2-1 0 0,6 1-53 0 0,-1 0-1 0 0,25 6 0 0 0,-37-11 5 0 0,63 16-3 0 0,97 28-25 0 0,-159-44 18 0 0,-1 0 0 0 0,1 0 0 0 0,-1 0 0 0 0,1 0 0 0 0,-1 1 0 0 0,1-1 0 0 0,-1 0 0 0 0,1 0 0 0 0,0 1 0 0 0,-1-1 0 0 0,1 0 0 0 0,-1 1 0 0 0,0-1 0 0 0,1 0 0 0 0,-1 1 0 0 0,1-1 0 0 0,-1 1 0 0 0,0-1 0 0 0,1 0 0 0 0,-1 1 0 0 0,0-1 0 0 0,1 1 0 0 0,-1-1 0 0 0,0 1 0 0 0,0-1 0 0 0,1 1 0 0 0,-1 0 0 0 0,0-1 0 0 0,0 1 0 0 0,0-1 0 0 0,0 1 0 0 0,0-1 0 0 0,0 1 0 0 0,0 0 0 0 0,0-1 0 0 0,0 1 0 0 0,0-1 0 0 0,0 1 0 0 0,0-1 0 0 0,0 1 0 0 0,0 0 0 0 0,-1-1 0 0 0,1 1 0 0 0,0-1 0 0 0,-1 1 0 0 0,1 1 0 0 0,-2 1 4 0 0,1 0 0 0 0,-1 0 1 0 0,0 0-1 0 0,0 1 0 0 0,0-2 0 0 0,0 1 0 0 0,-1 0 1 0 0,1 0-1 0 0,-1-1 0 0 0,0 1 0 0 0,1-1 1 0 0,-5 3-1 0 0,-7 4 39 0 0,-23 10 0 0 0,13-6-24 0 0,-48 25-887 0 0,46-26-144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39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32 7831 0 0,'-1'-2'603'0'0,"0"1"-483"0"0,-4-27 18657 0 0,7 29-17938 0 0,3 4-590 0 0,0 0 0 0 0,0 0 0 0 0,-1 1 0 0 0,1 0 0 0 0,-1 0 0 0 0,0 0-1 0 0,-1 0 1 0 0,5 11 0 0 0,19 58 380 0 0,-24-65-522 0 0,80 298 982 0 0,-68-241-904 0 0,26 72-1 0 0,-40-135-176 0 0,7 11 6 0 0,-7-15-11 0 0,-1 0 0 0 0,1 0 0 0 0,-1 0 0 0 0,1-1-1 0 0,-1 1 1 0 0,1 0 0 0 0,-1 0 0 0 0,1-1 0 0 0,-1 1 0 0 0,1 0 0 0 0,-1-1 0 0 0,0 1 0 0 0,1 0 0 0 0,-1-1 0 0 0,0 1 0 0 0,1 0 0 0 0,0-2 0 0 0,1-1-3 0 0,1-1 0 0 0,-1 0 0 0 0,0-1 0 0 0,0 1 0 0 0,0 0 0 0 0,0-1 0 0 0,1-6 0 0 0,5-36-1 0 0,-3 18-13 0 0,0 7-18 0 0,5-32-56 0 0,3 1-1 0 0,22-58 1 0 0,-23 86 77 0 0,-12 24 10 0 0,1 1 0 0 0,-1 0 0 0 0,0 0 0 0 0,0-1 0 0 0,0 1 0 0 0,1 0 0 0 0,-1 0 0 0 0,0 0 0 0 0,1 0 0 0 0,-1-1 0 0 0,0 1 0 0 0,1 0 0 0 0,-1 0 0 0 0,0 0 0 0 0,0 0 0 0 0,1 0-1 0 0,-1 0 1 0 0,0 0 0 0 0,1 0 0 0 0,-1 0 0 0 0,0 0 0 0 0,1 0 0 0 0,-1 0 0 0 0,0 0 0 0 0,1 0 0 0 0,-1 0 0 0 0,0 0 0 0 0,1 0 0 0 0,-1 0 0 0 0,0 1 0 0 0,1-1 0 0 0,-1 0 0 0 0,9 5-18 0 0,-5 1 36 0 0,1-1 1 0 0,-1 1-1 0 0,-1 0 0 0 0,1 0 0 0 0,-1 1 1 0 0,0-1-1 0 0,0 1 0 0 0,-1-1 0 0 0,2 12 1 0 0,5 7 33 0 0,0-1-30 0 0,2 0 1 0 0,0-2-1 0 0,21 33 1 0 0,-25-46-23 0 0,-1 0 1 0 0,1 0-1 0 0,1-1 1 0 0,-1 0-1 0 0,1-1 1 0 0,1 1-1 0 0,-1-2 1 0 0,1 1-1 0 0,1-1 1 0 0,15 8-1 0 0,-23-13 4 0 0,1 0-1 0 0,0 1 1 0 0,0-1-1 0 0,0-1 1 0 0,0 1-1 0 0,-1 0 1 0 0,1-1 0 0 0,0 1-1 0 0,0-1 1 0 0,0 0-1 0 0,0 0 1 0 0,0 0 0 0 0,0-1-1 0 0,0 1 1 0 0,0-1-1 0 0,0 1 1 0 0,0-1-1 0 0,0 0 1 0 0,0 0 0 0 0,-1 0-1 0 0,1-1 1 0 0,0 1-1 0 0,-1 0 1 0 0,1-1 0 0 0,-1 0-1 0 0,1 0 1 0 0,-1 0-1 0 0,0 0 1 0 0,0 0-1 0 0,2-3 1 0 0,2-3 7 0 0,0 0 0 0 0,-1-1 0 0 0,0 0 0 0 0,0 0 0 0 0,-1-1 0 0 0,-1 1 0 0 0,5-16 0 0 0,56-284-1554 0 0,-58 276 1376 0 0,-6 31 20 0 0,7-39-1446 0 0,-3 14-6508 0 0,-2 8-1038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25655 0 0,'0'0'2328'0'0,"2"0"-1917"0"0,306-28 2850 0 0,-154 11-8951 0 0,-80 7 496 0 0,-34 5-3762 0 0</inkml:trace>
  <inkml:trace contextRef="#ctx0" brushRef="#br0" timeOffset="1">1014 65 12439 0 0,'2'2'14407'0'0,"2"0"-14238"0"0,1 1 1 0 0,0-1-1 0 0,0 0 1 0 0,-1-1-1 0 0,2 1 1 0 0,-1-1-1 0 0,0 0 1 0 0,0 0-1 0 0,0 0 1 0 0,0-1-1 0 0,1 1 1 0 0,-1-2-1 0 0,7 1 1 0 0,9-3 969 0 0,41-11-1 0 0,-51 12-1083 0 0,-3 0-636 0 0,0 0 1 0 0,0-1-1 0 0,0 0 0 0 0,-1 0 1 0 0,1 0-1 0 0,-1-1 0 0 0,0 0 1 0 0,0-1-1 0 0,0 1 0 0 0,-1-1 1 0 0,1-1-1 0 0,-1 1 0 0 0,7-9 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1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27 14743 0 0,'-17'-4'15430'0'0,"38"0"-13355"0"0,29 0-2376 0 0,-10 2 392 0 0,117-8 218 0 0,-138 9-705 0 0,-1 0 0 0 0,1 1 0 0 0,26 3 0 0 0,-43-2-264 0 0,3 7-4788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1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13823 0 0,'0'0'11139'0'0,"3"1"-9875"0"0,2 2-1009 0 0,0-1 0 0 0,0 1 0 0 0,0-2 0 0 0,1 1 0 0 0,-1 0 0 0 0,1-1 0 0 0,-1 0 0 0 0,1-1 0 0 0,0 1 0 0 0,-1-1 0 0 0,12-1 0 0 0,8-1 322 0 0,35-9-1 0 0,-40 7-408 0 0,198-34 245 0 0,-120 24-5447 0 0,-84 10 3487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73 19263 0 0,'-13'3'816'0'0,"0"-2"0"0"0,1 1-1 0 0,-22-1 6041 0 0,52-12-4635 0 0,-6 5-2118 0 0,0 1 1 0 0,0 1-1 0 0,1 0 1 0 0,-1 0-1 0 0,24-2 0 0 0,-15 2-63 0 0,63-10-1560 0 0,0 3 1 0 0,161 0-1 0 0,-203 13-129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83 13823 0 0,'-1'2'6815'0'0,"-1"4"-5028"0"0,1-1-1 0 0,0 1 1 0 0,-1 11 0 0 0,2 20 1130 0 0,13 38-2639 0 0,-8-46 352 0 0,29 119-189 0 0,-34-147-382 0 0,1-7-46 0 0,-1 0-1 0 0,2 0 1 0 0,-1 0 0 0 0,4-9 0 0 0,0-3-12 0 0,22-76-49 0 0,-21 79 26 0 0,0-1 0 0 0,1 1 0 0 0,18-26 0 0 0,-19 32 10 0 0,0 0 0 0 0,1 0 1 0 0,1 1-1 0 0,-1 0 0 0 0,1 0 0 0 0,1 1 1 0 0,15-11-1 0 0,-21 16 11 0 0,-1 1 1 0 0,1-1-1 0 0,0 1 0 0 0,-1 0 1 0 0,1 0-1 0 0,0 0 0 0 0,0 0 1 0 0,-1 0-1 0 0,1 1 0 0 0,0-1 1 0 0,0 1-1 0 0,0 0 0 0 0,0 0 1 0 0,0 0-1 0 0,0 0 0 0 0,0 0 1 0 0,0 1-1 0 0,-1-1 0 0 0,1 1 1 0 0,0 0-1 0 0,0 0 0 0 0,0 0 1 0 0,-1 0-1 0 0,1 0 0 0 0,-1 1 1 0 0,1-1-1 0 0,-1 1 0 0 0,1 0 1 0 0,-1 0-1 0 0,0-1 0 0 0,0 2 1 0 0,0-1-1 0 0,0 0 0 0 0,3 4 1 0 0,2 3 57 0 0,-1 1 1 0 0,1 1 0 0 0,-1-1 0 0 0,-1 1 0 0 0,5 13-1 0 0,16 60 75 0 0,-3-7-56 0 0,-8-40-65 0 0,-10-30-11 0 0,1-8 0 0 0,-3-3 0 0 0,1 0 0 0 0,-2 0 0 0 0,1 0 0 0 0,0 0 0 0 0,-1 0 0 0 0,0 0 0 0 0,0-1 0 0 0,0 1 0 0 0,1-6 0 0 0,2-3 0 0 0,-1 3-13 0 0,59-129-147 0 0,-58 130 145 0 0,43-79-113 0 0,-40 76 105 0 0,0 0 1 0 0,1 1-1 0 0,0-1 0 0 0,20-16 1 0 0,-19 20 11 0 0,-10 8 11 0 0,1-1 0 0 0,-1 1 0 0 0,1 0 0 0 0,-1 0 0 0 0,1-1 0 0 0,-1 1 0 0 0,1 0 0 0 0,-1 0 0 0 0,0 0 0 0 0,1 0 0 0 0,-1 0 0 0 0,1 0 0 0 0,-1 0 0 0 0,1 0 0 0 0,-1 0 0 0 0,1 0 0 0 0,-1 0 0 0 0,1 0 0 0 0,1 1 2 0 0,-1 0 1 0 0,1 0-1 0 0,-1 0 0 0 0,0 0 1 0 0,1 0-1 0 0,-1 1 0 0 0,0-1 1 0 0,0 0-1 0 0,0 1 0 0 0,0-1 0 0 0,0 1 1 0 0,-1-1-1 0 0,1 1 0 0 0,0-1 1 0 0,-1 1-1 0 0,1-1 0 0 0,-1 1 1 0 0,1 3-1 0 0,5 32 42 0 0,-3 9-313 0 0,-3-25-180 0 0,2-1 1 0 0,0 0-1 0 0,10 40 0 0 0,-12-58-651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8 21311 0 0,'0'0'1928'0'0,"-2"-1"-1589"0"0,-11-3 356 0 0,13 4-585 0 0,-1-1 1 0 0,1 1-1 0 0,0 0 1 0 0,-1 0-1 0 0,1 0 1 0 0,0 0-1 0 0,-1-1 1 0 0,1 1-1 0 0,-1 0 0 0 0,1 0 1 0 0,0 0-1 0 0,-1 0 1 0 0,1 0-1 0 0,-1 0 1 0 0,1 0-1 0 0,0 0 1 0 0,-1 0-1 0 0,1 0 1 0 0,-1 0-1 0 0,1 0 0 0 0,-1 1 1 0 0,-1-1-200 0 0,0 1 866 0 0,0 0-603 0 0,1 0 0 0 0,-1 1 0 0 0,1-1-1 0 0,-1 0 1 0 0,1 1 0 0 0,-1-1 0 0 0,1 1 0 0 0,0 0 0 0 0,0-1-1 0 0,-2 3 1 0 0,1 1 171 0 0,-2 0-238 0 0,1 0-1 0 0,0 0 0 0 0,0 0 0 0 0,0 1 0 0 0,1-1 1 0 0,0 1-1 0 0,0 0 0 0 0,0 0 0 0 0,1 0 0 0 0,0 0 0 0 0,0 0 1 0 0,1 0-1 0 0,-1 9 0 0 0,1-13-100 0 0,1 1-1 0 0,-1-1 1 0 0,1 0-1 0 0,-1 1 1 0 0,1-1-1 0 0,-1 0 1 0 0,1 0 0 0 0,0 1-1 0 0,0-1 1 0 0,0 0-1 0 0,1 0 1 0 0,-1 0-1 0 0,0 0 1 0 0,1 0 0 0 0,-1-1-1 0 0,1 1 1 0 0,0 0-1 0 0,0-1 1 0 0,-1 1 0 0 0,1-1-1 0 0,0 1 1 0 0,0-1-1 0 0,0 0 1 0 0,0 0-1 0 0,1 0 1 0 0,-1 0 0 0 0,3 0-1 0 0,-4 0-1 0 0,1 0-5 0 0,-1-1-1 0 0,0 1 1 0 0,1 0 0 0 0,-1-1 0 0 0,1 0-1 0 0,-1 1 1 0 0,1-1 0 0 0,-1 0-1 0 0,1 0 1 0 0,0 1 0 0 0,-1-1 0 0 0,1 0-1 0 0,-1-1 1 0 0,1 1 0 0 0,-1 0-1 0 0,1 0 1 0 0,-1-1 0 0 0,1 1 0 0 0,-1-1-1 0 0,1 1 1 0 0,-1-1 0 0 0,1 0-1 0 0,1-1 1 0 0,3-1-35 0 0,-2 2 32 0 0,0 0 0 0 0,0-1-1 0 0,-1 1 1 0 0,1-1 0 0 0,-1 0 0 0 0,1 0-1 0 0,-1-1 1 0 0,0 1 0 0 0,0-1-1 0 0,0 1 1 0 0,0-1 0 0 0,0 0 0 0 0,0 0-1 0 0,-1 0 1 0 0,0-1 0 0 0,1 1-1 0 0,1-6 1 0 0,-3 9 4 0 0,-1-1 0 0 0,1 0 0 0 0,-1 0 0 0 0,0 1 0 0 0,0-1 0 0 0,1 0 0 0 0,-1 0 0 0 0,0 0 0 0 0,0 0 0 0 0,0 0 0 0 0,0 1 0 0 0,0-1 0 0 0,0 0 0 0 0,0 0 0 0 0,0 0 0 0 0,0 0 0 0 0,0 1 0 0 0,0-1 0 0 0,-1 0 0 0 0,1 0 0 0 0,0 0 0 0 0,-1 0 0 0 0,1 1 0 0 0,0-1 0 0 0,-1 0 0 0 0,0 0 0 0 0,-1-2 0 0 0,0-1-76 0 0,1 1 0 0 0,-1 0 0 0 0,0 0 0 0 0,0 0 0 0 0,-1 1 0 0 0,1-1 0 0 0,0 0 0 0 0,-1 1 0 0 0,0-1 0 0 0,1 1 0 0 0,-1 0 0 0 0,0 0 0 0 0,0 0 0 0 0,-1 0 0 0 0,1 1 0 0 0,-5-3 0 0 0,6 4-764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19 16903 0 0,'0'0'1528'0'0,"0"-7"-1224"0"0,-2 1-45 0 0,1 5-104 0 0,1 1 0 0 0,0-1-1 0 0,-1 1 1 0 0,1 0 0 0 0,0-1 0 0 0,-1 1 0 0 0,1 0 0 0 0,-1-1-1 0 0,1 1 1 0 0,-1 0 0 0 0,1 0 0 0 0,0-1 0 0 0,-1 1 0 0 0,1 0 0 0 0,-1 0-1 0 0,1 0 1 0 0,-1 0 0 0 0,0-1 0 0 0,1 1 0 0 0,-1 0 0 0 0,1 0-1 0 0,-1 0 1 0 0,1 0 0 0 0,-1 0 0 0 0,1 1 0 0 0,-1-1 0 0 0,0 0-1 0 0,-14 4 2289 0 0,11-2-2086 0 0,-1 0 0 0 0,1 1 0 0 0,0 0-1 0 0,0 0 1 0 0,0 0 0 0 0,0 0 0 0 0,1 0-1 0 0,-1 1 1 0 0,1 0 0 0 0,-5 7-1 0 0,-5 8 214 0 0,-10 21-1 0 0,13-22-384 0 0,-16 31 60 0 0,3 1 1 0 0,1 1-1 0 0,3 1 0 0 0,2 1 0 0 0,-12 59 0 0 0,24-84-200 0 0,1 1 0 0 0,1-1 0 0 0,1 1 0 0 0,2 0 0 0 0,0 0 0 0 0,7 35 0 0 0,-4-49-75 0 0,0-1 0 0 0,1 0 0 0 0,0 0-1 0 0,2 0 1 0 0,12 25 0 0 0,-12-30-79 0 0,0 0 1 0 0,0 0-1 0 0,1 0 0 0 0,0-1 1 0 0,0 0-1 0 0,1-1 0 0 0,0 0 1 0 0,18 12-1 0 0,-22-16-81 0 0,1 0 0 0 0,-1 0 0 0 0,1-1 0 0 0,0 0 0 0 0,0 0 0 0 0,1 0 0 0 0,-1 0 0 0 0,0-1 0 0 0,0 0 0 0 0,1 0 0 0 0,-1 0 0 0 0,1-1 0 0 0,-1 0 0 0 0,1 0 0 0 0,8-1 0 0 0,-8-1-389 0 0,0 1 0 0 0,-1-1 1 0 0,1 0-1 0 0,-1 0 0 0 0,1-1 0 0 0,-1 1 1 0 0,0-1-1 0 0,0 0 0 0 0,5-5 0 0 0,8-6-7865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6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22287 0 0,'0'0'2019'0'0,"0"2"-1662"0"0,0 50 1918 0 0,0 58 1042 0 0,2-71-2702 0 0,9 118 844 0 0,-6-128-1369 0 0,0-1 1 0 0,2 1-1 0 0,18 46 0 0 0,-24-76-84 0 0,1 0 1 0 0,0 0 0 0 0,-1 0-1 0 0,1-1 1 0 0,-1 1 0 0 0,1 0-1 0 0,2-3 1 0 0,6-12-36 0 0,0 1 0 0 0,0-1 0 0 0,12-32 0 0 0,-7 16 9 0 0,-7 14-3 0 0,1 1-1 0 0,1-1 1 0 0,1 2-1 0 0,18-23 1 0 0,-21 32 12 0 0,-8 6 11 0 0,1 1 0 0 0,-1 0 0 0 0,0 0 0 0 0,0 0 0 0 0,1-1 0 0 0,-1 1 0 0 0,0 0 0 0 0,0 0 0 0 0,0 0 0 0 0,1 0 0 0 0,-1 0 0 0 0,0 0 0 0 0,1 0 0 0 0,-1 0 0 0 0,0-1 0 0 0,0 1 0 0 0,1 0 0 0 0,-1 0 0 0 0,0 0 0 0 0,0 0 0 0 0,1 0 0 0 0,-1 0 0 0 0,0 0 0 0 0,1 1 0 0 0,0 0 1 0 0,0 0 0 0 0,0-1 0 0 0,0 1 1 0 0,0 1-1 0 0,-1-1 0 0 0,1 0 0 0 0,0 0 0 0 0,-1 0 0 0 0,1 0 0 0 0,0 0 1 0 0,-1 1-1 0 0,0-1 0 0 0,1 0 0 0 0,-1 3 0 0 0,5 23 61 0 0,-4-22-53 0 0,2 24 54 0 0,-1 43 1 0 0,0 10 9 0 0,-2-79-77 0 0,1 9-313 0 0,1 0 1 0 0,0 0 0 0 0,4 14-1 0 0,-5-24 131 0 0,-1 1 0 0 0,1-1 0 0 0,0 0 0 0 0,0 1 0 0 0,0-1 0 0 0,0 0 0 0 0,1 0 0 0 0,-1 0 0 0 0,0 0 0 0 0,1 0 0 0 0,0 0-1 0 0,-1 0 1 0 0,1 0 0 0 0,0-1 0 0 0,0 1 0 0 0,0-1 0 0 0,0 0 0 0 0,0 1 0 0 0,0-1 0 0 0,1 0 0 0 0,-1 0 0 0 0,4 1 0 0 0,6 0-9745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17047 0 0,'0'0'10124'0'0,"1"-1"-8903"0"0,43-19 1857 0 0,-24 14-2705 0 0,-7 1-327 0 0,0 1 0 0 0,0 1 1 0 0,0 0-1 0 0,0 1 0 0 0,0 0 1 0 0,1 1-1 0 0,-1 1 0 0 0,1 0 0 0 0,17 3 1 0 0,-29-3 6 0 0,-3 2 16 0 0,-1 2-54 0 0,0 1 0 0 0,0-1 0 0 0,-1 0-1 0 0,1 0 1 0 0,-1 0 0 0 0,0 0 0 0 0,-1 0-1 0 0,1 0 1 0 0,-1-1 0 0 0,1 0 0 0 0,-1 1-1 0 0,0-1 1 0 0,-5 2 0 0 0,2 0 4 0 0,-1 1 0 0 0,1 0-1 0 0,1 0 1 0 0,-1 0 0 0 0,1 1 0 0 0,-8 10 0 0 0,11-9-19 0 0,7 0 0 0 0,-1-5 0 0 0,0 0 0 0 0,0-1 0 0 0,0 0 0 0 0,0 0 0 0 0,0 0 0 0 0,0 0 0 0 0,1 0 0 0 0,-1 0 0 0 0,1-1 0 0 0,0 0 0 0 0,6 2 0 0 0,5 0 0 0 0,26 1 0 0 0,2 2 0 0 0,-29-4 0 0 0,-9-1 0 0 0,1 0 0 0 0,0 0 0 0 0,-1 1 0 0 0,0-1 0 0 0,1 1 0 0 0,-1 0 0 0 0,0 1 0 0 0,0-1 0 0 0,6 5 0 0 0,-10-6 0 0 0,0-1 0 0 0,1 1 0 0 0,-1 0 0 0 0,0 0 0 0 0,0 1 0 0 0,0-1 0 0 0,0 0 0 0 0,0 0 0 0 0,0 0 0 0 0,0 1 0 0 0,-1-1 0 0 0,1 0 0 0 0,0 1 0 0 0,-1-1 0 0 0,1 1 0 0 0,-1-1 0 0 0,1 1 0 0 0,-1-1 0 0 0,0 1 0 0 0,0-1 0 0 0,0 1 0 0 0,1-1 0 0 0,-1 1 0 0 0,-1-1 0 0 0,1 1 0 0 0,0-1 0 0 0,0 1 0 0 0,-1-1 0 0 0,1 1 0 0 0,0-1 0 0 0,-1 1 0 0 0,0 1 0 0 0,-2 2 0 0 0,0 0 0 0 0,-1 0 0 0 0,1 0 0 0 0,-1-1 0 0 0,0 0 0 0 0,-5 5 0 0 0,6-6 0 0 0,-8 7 0 0 0,-1 0 0 0 0,0-1 0 0 0,0 0 0 0 0,-1-1 0 0 0,0 0 0 0 0,-23 9 0 0 0,15-9 0 0 0,-1 0 0 0 0,-1-1 0 0 0,-36 6 0 0 0,56-13-143 0 0,0 1 0 0 0,0-1 0 0 0,1 0 0 0 0,-1 0 0 0 0,0 0 0 0 0,0 0 0 0 0,0-1 0 0 0,1 1 0 0 0,-4-1 0 0 0,5 0 80 0 0,0 1 0 0 0,1 0 0 0 0,-1-1 0 0 0,1 1 0 0 0,-1-1 0 0 0,0 1 0 0 0,1-1 0 0 0,-1 1 0 0 0,1-1 0 0 0,-1 1 0 0 0,1-1 0 0 0,-1 1 0 0 0,1-1 0 0 0,-1 0 0 0 0,1 1 0 0 0,0-1 0 0 0,-1 0 0 0 0,1 1 0 0 0,0-1 0 0 0,0 0 0 0 0,0 0 0 0 0,-1 1 0 0 0,1-1 0 0 0,0 0 0 0 0,0 1 0 0 0,0-1 0 0 0,0 0 0 0 0,0 0 0 0 0,0 1 0 0 0,0-1 0 0 0,1 0 0 0 0,-1 0 0 0 0,0 1 0 0 0,0-1 0 0 0,1 0 0 0 0,-1 0 0 0 0,0 1 0 0 0,1-2 0 0 0,5-13-2082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12439 0 0,'1'-1'13296'0'0,"7"-4"-9601"0"0,-1 0-3496 0 0,0 0 1 0 0,0 1-1 0 0,0 0 0 0 0,1 1 1 0 0,14-6-1 0 0,46-9 1078 0 0,-33 10-1021 0 0,125-43-4036 0 0,-130 40 1536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7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13359 0 0,'-1'0'1027'0'0,"-7"2"4831"0"0,2 7-2835 0 0,5-7-1712 0 0,-2 4-407 0 0,0 0 1 0 0,0 0-1 0 0,0 1 0 0 0,1-1 1 0 0,0 1-1 0 0,0-1 1 0 0,-1 12-1 0 0,-1 51-606 0 0,3-41 125 0 0,-1 69-307 0 0,16 140 1 0 0,-9-188-117 0 0,2 0 0 0 0,24 89 0 0 0,-27-129 0 0 0,-4-9 0 0 0,0 0 0 0 0,0 0 0 0 0,0 0 0 0 0,0 0 0 0 0,0 1 0 0 0,0-1 0 0 0,0 0 0 0 0,0 0 0 0 0,0 0 0 0 0,0 0 0 0 0,0 1 0 0 0,0-1 0 0 0,0 0 0 0 0,0 0 0 0 0,0 0 0 0 0,0 0 0 0 0,0 0 0 0 0,0 0 0 0 0,0 1 0 0 0,0-1 0 0 0,1 0 0 0 0,-1 0 0 0 0,0 0 0 0 0,0 0 0 0 0,0 0 0 0 0,0 0 0 0 0,0 0 0 0 0,0 0 0 0 0,1 1 0 0 0,-1-1 0 0 0,0 0 0 0 0,0 0 0 0 0,0 0 0 0 0,0 0 0 0 0,0 0 0 0 0,1 0 0 0 0,-1 0 0 0 0,0 0 0 0 0,0 0 0 0 0,0 0 0 0 0,0 0 0 0 0,1 0 0 0 0,-1 0 0 0 0,0 0 0 0 0,0 0 0 0 0,0 0 0 0 0,0 0 0 0 0,0 0 0 0 0,1 0 0 0 0,-1-1 0 0 0,0 1 0 0 0,0 0 0 0 0,0 0 0 0 0,0 0 0 0 0,0 0 0 0 0,0 0 0 0 0,1 0 0 0 0,2-7 0 0 0,-3 7 0 0 0,122-212 0 0 0,-113 196 0 0 0,1 0 0 0 0,1 1 0 0 0,0 0 0 0 0,1 1 0 0 0,0 0 0 0 0,23-19 0 0 0,-26 27 0 0 0,-9 6 0 0 0,1 0 0 0 0,-1 0 0 0 0,1 0 0 0 0,-1 0 0 0 0,1 0 0 0 0,-1 0 0 0 0,1 0 0 0 0,-1 0 0 0 0,1 0 0 0 0,-1 0 0 0 0,1 0 0 0 0,-1 0 0 0 0,0 0 0 0 0,1 0 0 0 0,-1 0 0 0 0,1 0 0 0 0,0 1 0 0 0,1 1 0 0 0,0-1 0 0 0,0 1 0 0 0,-1 0 0 0 0,1 0 0 0 0,-1 0 0 0 0,1 0 0 0 0,-1 0 0 0 0,0 0 0 0 0,0 0 0 0 0,0 1 0 0 0,0-1 0 0 0,0 0 0 0 0,0 1 0 0 0,0 3 0 0 0,6 37 0 0 0,7 164 0 0 0,-14-202-442 0 0,1 0 1 0 0,-1-1-1 0 0,1 1 1 0 0,0-1-1 0 0,2 8 1 0 0,-2-10 36 0 0,0 0 0 0 0,0-1 0 0 0,0 1 0 0 0,0-1 0 0 0,0 1 0 0 0,0-1 0 0 0,0 0 0 0 0,0 1 0 0 0,1-1 0 0 0,-1 0 0 0 0,0 0 0 0 0,1 1 0 0 0,-1-1 0 0 0,1-1 0 0 0,0 1 0 0 0,-1 0 0 0 0,3 1 0 0 0,9 3-9408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0 950 24847 0 0,'0'0'4216'0'0,"2"0"-3687"0"0,12 2 103 0 0,0-1-1 0 0,0-1 1 0 0,19-2-1 0 0,-21 0-623 0 0,0 2 1 0 0,0-1-1 0 0,0 2 0 0 0,0-1 0 0 0,0 2 0 0 0,11 2 0 0 0,-17-3-7 0 0,13 6 67 0 0,-18-7 18 0 0,-1 2-17 0 0,1 0-60 0 0,-1 1 0 0 0,0 0 0 0 0,-1-1 0 0 0,1 1 0 0 0,0-1-1 0 0,-1 1 1 0 0,0-1 0 0 0,1 1 0 0 0,-1-1 0 0 0,0 1 0 0 0,0-1 0 0 0,-1 0 0 0 0,1 1 0 0 0,0-1 0 0 0,-1 0 0 0 0,-2 3 0 0 0,-6 6 84 0 0,-20 19 0 0 0,14-15-63 0 0,0 0-30 0 0,12-11 0 0 0,-1 0 0 0 0,1 0 0 0 0,-1 0 0 0 0,1 1 0 0 0,1 0 0 0 0,-1 0 0 0 0,-4 9 0 0 0,4-2 0 0 0,5-8 0 0 0,0-2 0 0 0,4 6 0 0 0,-2-6 1 0 0,0-1-1 0 0,0 1 1 0 0,0 0-1 0 0,0-1 1 0 0,0 0-1 0 0,0 0 1 0 0,1 0 0 0 0,-1 0-1 0 0,0 0 1 0 0,1 0-1 0 0,-1-1 1 0 0,0 0-1 0 0,1 0 1 0 0,-1 0-1 0 0,4 0 1 0 0,7-1-16 0 0,-1-1 0 0 0,18-4 0 0 0,-11 0-379 0 0,0 0 0 0 0,-1-1 0 0 0,0-2-1 0 0,0 0 1 0 0,-1 0 0 0 0,23-17 0 0 0,17-18-8955 0 0,-29 19 453 0 0</inkml:trace>
  <inkml:trace contextRef="#ctx0" brushRef="#br0" timeOffset="1">375 0 17967 0 0,'0'0'1878'0'0,"1"2"-1497"0"0,3 5 978 0 0,0 0 0 0 0,1 0 1 0 0,0-1-1 0 0,7 8 0 0 0,28 26 1335 0 0,-24-25-2398 0 0,101 83 1250 0 0,-14-14-987 0 0,-85-67-479 0 0,0 1 0 0 0,-1 1 0 0 0,19 27 1 0 0,-11-7-21 0 0,-2 1 0 0 0,-1 1 1 0 0,22 59-1 0 0,36 137-60 0 0,-73-208 0 0 0,-2 0 0 0 0,0 1 0 0 0,-2-1 0 0 0,-1 1 0 0 0,-2 0 0 0 0,-4 43 0 0 0,-1-28 22 0 0,-2 0 0 0 0,-3 0 0 0 0,-20 60 0 0 0,25-90-22 0 0,-3 7 0 0 0,-1 0 0 0 0,-1 0 0 0 0,0-1 0 0 0,-2 0 0 0 0,-19 27 0 0 0,16-29 171 0 0,-14 16-120 0 0,27-32-282 0 0,-1-1 1 0 0,1 0-1 0 0,-1 0 0 0 0,0 0 1 0 0,1 0-1 0 0,-1-1 1 0 0,0 1-1 0 0,0-1 0 0 0,0 1 1 0 0,0-1-1 0 0,-4 1 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18 14743 0 0,'0'0'672'0'0,"-2"0"-9"0"0,-19-3 12639 0 0,23 2-12623 0 0,23-3-37 0 0,46-1 1 0 0,-17 2-596 0 0,-24 1-46 0 0,39 4-1 0 0,6 0-12 0 0,-66-3 7 0 0,27 0-2158 0 0,48 4 1 0 0,-80-2 408 0 0,4 6-55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8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54 12439 0 0,'-50'25'14620'0'0,"53"-25"-13809"0"0,27 2 355 0 0,61-5 0 0 0,35-12-576 0 0,-51 5-455 0 0,96-11-614 0 0,-5-4-5063 0 0,-131 19 2955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5983 0 0,'-8'1'23539'0'0,"19"1"-21982"0"0,1-1-1114 0 0,32 6-45 0 0,0-3 0 0 0,47-1 0 0 0,58-12-347 0 0,-136 8-1990 0 0,4 0-5587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4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14 6911 0 0,'-12'-13'15896'0'0,"10"13"-15629"0"0,0 0 0 0 0,1 0 0 0 0,-1 0 0 0 0,1 0 0 0 0,-1 1 0 0 0,0-1 0 0 0,1 0 0 0 0,-1 1 0 0 0,1-1 0 0 0,-1 1 0 0 0,1 0 0 0 0,0 0 0 0 0,-1-1 0 0 0,1 1 0 0 0,0 0-1 0 0,-1 0 1 0 0,1 0 0 0 0,0 0 0 0 0,0 0 0 0 0,-1 2 0 0 0,-3 2 110 0 0,0 0 0 0 0,1 0 1 0 0,-6 9-1 0 0,1 5-26 0 0,0 1 0 0 0,1-1 0 0 0,-10 37 0 0 0,4-13-74 0 0,1-3-151 0 0,2 1 0 0 0,1 1 1 0 0,2 0-1 0 0,-2 46 0 0 0,9-65-67 0 0,0 1 0 0 0,2 0 1 0 0,1 0-1 0 0,0-1 0 0 0,2 1 0 0 0,1-1 1 0 0,1 0-1 0 0,15 41 0 0 0,-17-56-218 0 0,0 1 0 0 0,1-1 0 0 0,0 0-1 0 0,0-1 1 0 0,1 1 0 0 0,0-1 0 0 0,0 0 0 0 0,0 0 0 0 0,1-1 0 0 0,0 0 0 0 0,9 6-1 0 0,-12-10 69 0 0,0 1 1 0 0,-1-1-1 0 0,1 0 0 0 0,0-1 0 0 0,0 1 0 0 0,0-1 0 0 0,0 0 0 0 0,0 0 0 0 0,1 0 0 0 0,-1 0 0 0 0,0-1 0 0 0,0 0 1 0 0,1 0-1 0 0,-1 0 0 0 0,0 0 0 0 0,1 0 0 0 0,-1-1 0 0 0,0 0 0 0 0,0 0 0 0 0,0 0 0 0 0,0-1 0 0 0,0 1 0 0 0,0-1 1 0 0,0 0-1 0 0,7-5 0 0 0,-7 4-515 0 0,1 0-1 0 0,-1-1 1 0 0,0 0 0 0 0,6-6 0 0 0,2-6-1674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14743 0 0,'1'-1'12896'0'0,"3"-5"-12048"0"0,0 3-550 0 0,0 1 0 0 0,0 0 0 0 0,0 0-1 0 0,0 0 1 0 0,0 1 0 0 0,0-1 0 0 0,1 1 0 0 0,-1 0 0 0 0,8 0-1 0 0,-4-1-182 0 0,8-1-13 0 0,-1 0 1 0 0,1 1-1 0 0,0 1 0 0 0,-1 0 0 0 0,1 1 0 0 0,21 3 0 0 0,-30-2-88 0 0,0 1-1 0 0,-1-1 1 0 0,1 1-1 0 0,-1 0 1 0 0,8 4 0 0 0,-12-6-13 0 0,-1 1 1 0 0,0 0 0 0 0,1 0 0 0 0,-1 0 0 0 0,0-1 0 0 0,0 1-1 0 0,0 0 1 0 0,0 0 0 0 0,0 0 0 0 0,0 1 0 0 0,0-1 0 0 0,0 0-1 0 0,0 0 1 0 0,0 1 0 0 0,-1-1 0 0 0,1 0 0 0 0,-1 1-1 0 0,1-1 1 0 0,-1 0 0 0 0,1 1 0 0 0,-1-1 0 0 0,0 1 0 0 0,1-1-1 0 0,-1 1 1 0 0,0-1 0 0 0,0 1 0 0 0,0-1 0 0 0,0 1 0 0 0,-1-1-1 0 0,1 0 1 0 0,-1 2 0 0 0,-1 7 37 0 0,-1-1 0 0 0,-1 0 1 0 0,1 0-1 0 0,-2-1 0 0 0,-6 12 0 0 0,-32 41 1 0 0,24-36-47 0 0,1-1 7 0 0,3-5 0 0 0,-12 22 0 0 0,23-34 0 0 0,1 0 0 0 0,-1 0 0 0 0,1 0 0 0 0,1 0 0 0 0,0 1 0 0 0,0-1 0 0 0,-2 11 0 0 0,4-16 1 0 0,0 0-1 0 0,-1 0 1 0 0,1 0-1 0 0,0 0 1 0 0,0 0-1 0 0,1 0 1 0 0,-1 0-1 0 0,0 0 1 0 0,1 0-1 0 0,-1 0 1 0 0,1 0-1 0 0,-1 0 1 0 0,1 0-1 0 0,0 0 1 0 0,0 0-1 0 0,0-1 1 0 0,0 1-1 0 0,3 3 1 0 0,-2-4 1 0 0,0 1-1 0 0,0 0 1 0 0,0-1-1 0 0,0 0 1 0 0,0 1-1 0 0,0-1 1 0 0,1 0 0 0 0,-1 0-1 0 0,1 0 1 0 0,-1-1-1 0 0,0 1 1 0 0,1 0-1 0 0,2-1 1 0 0,5 1 3 0 0,1-1-1 0 0,-1 0 1 0 0,1 0-1 0 0,-1-1 1 0 0,0-1-1 0 0,11-2 1 0 0,4-3-573 0 0,0-1 0 0 0,-1-1 0 0 0,0-1 0 0 0,42-25 0 0 0,82-65-3622 0 0,-123 83 3805 0 0,3-5-2839 0 0,-1-1 0 0 0,0-1 0 0 0,37-45-1 0 0,-59 63 2495 0 0,0 0-1 0 0,7-14 0 0 0,-11 18 709 0 0,0 0 0 0 0,0 0 0 0 0,0-1 0 0 0,0 1 0 0 0,0 0 0 0 0,-1-1 0 0 0,1 1 0 0 0,-1 0 0 0 0,1-1-1 0 0,-1 1 1 0 0,0-1 0 0 0,0 1 0 0 0,-1-3 0 0 0,1 4 202 0 0,0 1 0 0 0,-1-1 0 0 0,1 1 0 0 0,-1-1 0 0 0,1 1 0 0 0,-1-1 0 0 0,1 1 0 0 0,-1-1-1 0 0,1 1 1 0 0,-1 0 0 0 0,1-1 0 0 0,-1 1 0 0 0,1 0 0 0 0,-1-1 0 0 0,0 1 0 0 0,1 0 0 0 0,-1 0 0 0 0,0 0 0 0 0,1-1 0 0 0,-1 1 0 0 0,0 0 0 0 0,1 0 0 0 0,-1 0 0 0 0,0 0-1 0 0,0 0 1 0 0,-16 1 3486 0 0,12 0-2848 0 0,0 0 1 0 0,1 0 0 0 0,-1 1-1 0 0,1-1 1 0 0,-1 1-1 0 0,1 1 1 0 0,0-1-1 0 0,-7 4 1 0 0,-29 27 2557 0 0,36-30-3101 0 0,-11 10 112 0 0,0 1 0 0 0,1 1-1 0 0,1 1 1 0 0,-17 23 0 0 0,25-31-261 0 0,0 0 1 0 0,0 1-1 0 0,0 0 0 0 0,1 0 1 0 0,1 0-1 0 0,0 0 1 0 0,0 1-1 0 0,1-1 1 0 0,0 1-1 0 0,0 0 1 0 0,0 11-1 0 0,2-18-126 0 0,0 0 0 0 0,0 0 0 0 0,1 0 0 0 0,-1-1 0 0 0,1 1 0 0 0,-1 0 0 0 0,1 0 0 0 0,0 0 0 0 0,0 0 0 0 0,0 0 0 0 0,0-1 0 0 0,1 1 0 0 0,-1 0 0 0 0,1-1 0 0 0,0 0 0 0 0,-1 1 0 0 0,1-1 0 0 0,0 0 0 0 0,0 0 0 0 0,1 0 0 0 0,-1 0 0 0 0,0 0 0 0 0,1 0 0 0 0,-1-1 0 0 0,1 1 0 0 0,0-1 0 0 0,-1 1 0 0 0,1-1 0 0 0,0 0 0 0 0,0 0 0 0 0,0-1 0 0 0,0 1 0 0 0,4 0 0 0 0,4 0 0 0 0,1 0 0 0 0,-1 0 0 0 0,1-2 0 0 0,-1 1 0 0 0,1-1 0 0 0,-1-1 0 0 0,16-4 0 0 0,-20 4-2 0 0,21-5-144 0 0,52-19-1 0 0,-72 22 124 0 0,-1 1-1 0 0,1-1 0 0 0,-1 0 0 0 0,0-1 0 0 0,0 1 0 0 0,-1-1 0 0 0,1-1 0 0 0,-1 1 0 0 0,-1-1 0 0 0,1 0 1 0 0,7-11-1 0 0,-11 14 19 0 0,-1 0 0 0 0,1-1 1 0 0,-1 1-1 0 0,0-1 0 0 0,0 0 1 0 0,0 1-1 0 0,0-1 0 0 0,0 0 1 0 0,-1 1-1 0 0,0-1 0 0 0,0 0 1 0 0,0 0-1 0 0,0 1 0 0 0,0-1 0 0 0,-1 0 1 0 0,0 0-1 0 0,0 1 0 0 0,0-1 1 0 0,0 1-1 0 0,0-1 0 0 0,-1 1 1 0 0,0-1-1 0 0,1 1 0 0 0,-4-4 1 0 0,0-1-63 0 0,-1 0 0 0 0,0 0 0 0 0,0 0 0 0 0,-1 1 0 0 0,0 0 0 0 0,-1 0 1 0 0,-14-11-1 0 0,7 8-524 0 0,-3-1-2085 0 0,-30-26 0 0 0,36 26 780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1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29 21999 0 0,'-4'-7'1009'0'0,"3"5"-23"0"0,1 1-636 0 0,0-3-146 0 0,1 3 59 0 0,0 0 0 0 0,0 0 0 0 0,1 0 0 0 0,-1 0 0 0 0,0 0 0 0 0,0 0 0 0 0,1 1 0 0 0,-1-1 0 0 0,0 0 0 0 0,1 1 0 0 0,1-1 0 0 0,2 0-22 0 0,0 0 0 0 0,-1 0 0 0 0,1 0-1 0 0,0 1 1 0 0,0 0 0 0 0,0 0 0 0 0,0 0-1 0 0,0 1 1 0 0,0 0 0 0 0,0 0 0 0 0,-1 0-1 0 0,1 0 1 0 0,0 1 0 0 0,5 2 0 0 0,8 4 24 0 0,-1 1 0 0 0,19 14 0 0 0,-9-4-210 0 0,0 1 1 0 0,-2 2-1 0 0,0 0 1 0 0,-2 2-1 0 0,0 1 1 0 0,26 37-1 0 0,-21-21 12 0 0,-1 2 0 0 0,-3 0 0 0 0,31 76 0 0 0,-46-96-67 0 0,-2 1 0 0 0,0 0 0 0 0,-1 0 0 0 0,-2 0 0 0 0,0 0 0 0 0,-2 1 0 0 0,-1 40 0 0 0,-2-45 0 0 0,-1 1 0 0 0,-1-1 0 0 0,-1 0 0 0 0,0 0 0 0 0,-2 0 0 0 0,0-1 0 0 0,-1 0 0 0 0,-1 0 0 0 0,-16 27 0 0 0,15-32-95 0 0,-1-1 0 0 0,0 0 0 0 0,-15 16 0 0 0,24-28-334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59 10591 0 0,'-7'-15'1134'0'0,"6"12"-945"0"0,-1-1 1 0 0,0 1-1 0 0,-1 0 1 0 0,-4-6-1 0 0,5 6 766 0 0,-1 1 1 0 0,1 0-1 0 0,-1 0 0 0 0,1 1 1 0 0,-1-1-1 0 0,0 0 0 0 0,0 1 1 0 0,0 0-1 0 0,0-1 0 0 0,-5 0 0 0 0,4 1-609 0 0,1 1 0 0 0,0 0 0 0 0,0 0-1 0 0,-1 0 1 0 0,1 0 0 0 0,0 0 0 0 0,-1 1-1 0 0,1-1 1 0 0,0 1 0 0 0,0 0 0 0 0,-1 0-1 0 0,1 0 1 0 0,0 0 0 0 0,0 1 0 0 0,0-1 0 0 0,0 1-1 0 0,1 0 1 0 0,-1 0 0 0 0,0 0 0 0 0,-2 3-1 0 0,-6 5-21 0 0,0 0-1 0 0,1 1 1 0 0,-10 14-1 0 0,-5 10-99 0 0,1 0 0 0 0,2 2 0 0 0,-24 57 0 0 0,-37 124-92 0 0,69-177-131 0 0,3 1 0 0 0,1 1-1 0 0,2 0 1 0 0,2 0 0 0 0,-1 85 0 0 0,8-98-1 0 0,1 1 0 0 0,2-1 0 0 0,0 0 0 0 0,2 0-1 0 0,2 0 1 0 0,0-1 0 0 0,2 0 0 0 0,2-1 0 0 0,18 35 0 0 0,-20-45 0 0 0,1-2 0 0 0,1 1 0 0 0,1-2 0 0 0,22 22 0 0 0,-7-11 0 0 0,44 31 0 0 0,-68-54 0 0 0,1 0 0 0 0,0 0 0 0 0,0 0 0 0 0,0 0 0 0 0,0-1 0 0 0,0 0 0 0 0,0 0 0 0 0,0-1 0 0 0,11 3 0 0 0,-7-4 0 0 0,-8 0 0 0 0,0 0 0 0 0,-1 0 0 0 0,1 0 0 0 0,-1 0 0 0 0,1 0 0 0 0,-1 0 0 0 0,1 0 0 0 0,-1 0 0 0 0,1 0 0 0 0,-1 0 0 0 0,1 0 0 0 0,-1 0 0 0 0,1-1 0 0 0,-1 1 0 0 0,1 0 0 0 0,-1 0 0 0 0,0-1 0 0 0,1 1 0 0 0,-1 0 0 0 0,1 0 0 0 0,-1-1 0 0 0,1 1 0 0 0,-1-1 0 0 0,0 1 0 0 0,1 0 0 0 0,-1-1 0 0 0,0 1 0 0 0,0-1 0 0 0,1 1 0 0 0,-1 0 0 0 0,0-1 0 0 0,0 1 0 0 0,1-2 0 0 0,-1 1 0 0 0,1 0 0 0 0,0 0 0 0 0,0 0 0 0 0,0-1 0 0 0,0 1-1 0 0,-1 0 1 0 0,1-1 0 0 0,0 1 0 0 0,-1-1 0 0 0,1 1 0 0 0,-1-1 0 0 0,0 1 0 0 0,1-1-1 0 0,-1 1 1 0 0,0-1 0 0 0,0 1 0 0 0,0-1 0 0 0,0 1 0 0 0,0-3 0 0 0,-1 1-11 0 0,-2-27-330 0 0,0 5-2305 0 0,5 8-5168 0 0,2 3-1636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12895 0 0,'-46'26'15509'0'0,"61"-12"-13814"0"0,-11-12-1625 0 0,-1 0 0 0 0,0-1 0 0 0,1 1 0 0 0,0-1 0 0 0,-1 0 0 0 0,1 0 0 0 0,0 0 0 0 0,-1-1 0 0 0,1 1 0 0 0,5-1 0 0 0,41-4-69 0 0,-24 2 48 0 0,0 0-25 0 0,84-2 61 0 0,-90 4-38 0 0,0 1 1 0 0,0 1-1 0 0,27 7 1 0 0,-46-9-46 0 0,0 0 1 0 0,1 1-1 0 0,-1-1 1 0 0,0 1-1 0 0,0-1 1 0 0,0 1-1 0 0,0 0 1 0 0,-1 0-1 0 0,1-1 1 0 0,0 1-1 0 0,0 0 1 0 0,0 0-1 0 0,0 0 1 0 0,-1 0 0 0 0,1 0-1 0 0,0 0 1 0 0,-1 0-1 0 0,1 0 1 0 0,-1 0-1 0 0,1 0 1 0 0,-1 0-1 0 0,1 2 1 0 0,-1-1-4 0 0,1 0 1 0 0,-1 0-1 0 0,0 0 1 0 0,1 1-1 0 0,-1-1 1 0 0,0 0-1 0 0,0 0 1 0 0,0 1-1 0 0,-2 3 1 0 0,0 1 72 0 0,-1 0-1 0 0,0 0 1 0 0,0-1-1 0 0,-1 1 1 0 0,0-1 0 0 0,0 0-1 0 0,0 0 1 0 0,-6 6 0 0 0,-47 43 500 0 0,31-30-494 0 0,7-7-58 0 0,-21 19 41 0 0,3 2-1 0 0,-48 63 0 0 0,80-96-60 0 0,1 0 0 0 0,1 1 0 0 0,-1-1 0 0 0,1 1 0 0 0,0 0 0 0 0,1 0 0 0 0,0 0 0 0 0,0 0 0 0 0,0 0 0 0 0,-1 15 0 0 0,3-20 0 0 0,1 0 0 0 0,-1 0 0 0 0,1 1 0 0 0,-1-1 0 0 0,1 0 0 0 0,0 0 0 0 0,-1 0 0 0 0,1 0 0 0 0,0 0 0 0 0,1 0 0 0 0,-1 0 0 0 0,0-1 0 0 0,0 1 0 0 0,1 0 0 0 0,-1-1 0 0 0,1 1 0 0 0,0-1 0 0 0,-1 1 0 0 0,1-1 0 0 0,0 0 0 0 0,0 0 0 0 0,0 1 0 0 0,0-1 0 0 0,0-1 0 0 0,0 1 0 0 0,2 1 0 0 0,7 2 0 0 0,1-1 0 0 0,-1 0 0 0 0,18 2 0 0 0,-28-5 0 0 0,16 2-167 0 0,1-1-1 0 0,0-1 1 0 0,0 0-1 0 0,0-1 1 0 0,28-6 0 0 0,86-27-1276 0 0,-46 3-1514 0 0,-29 5-5347 0 0,-22 7 68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3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 8751 0 0,'-7'-3'910'0'0,"6"2"-487"0"0,0 1 0 0 0,0-1 0 0 0,0 1 0 0 0,-1 0 0 0 0,1-1 0 0 0,0 1 0 0 0,0 0 0 0 0,0 0 0 0 0,-1-1 0 0 0,1 1 0 0 0,0 0 0 0 0,0 0 0 0 0,-1 0 0 0 0,1 1 0 0 0,0-1 0 0 0,0 0 0 0 0,0 0 0 0 0,-1 1 0 0 0,1-1 0 0 0,0 0 0 0 0,0 1 0 0 0,0-1 0 0 0,-1 2 0 0 0,0-1 279 0 0,0 1 0 0 0,0 0 0 0 0,1 0 0 0 0,-1 0 0 0 0,0 0 0 0 0,1 0 0 0 0,-3 4 0 0 0,2-3-1040 0 0,-9 19 1360 0 0,0 0-1 0 0,1 1 1 0 0,2 0-1 0 0,0 1 1 0 0,-7 38-1 0 0,13-49-909 0 0,0-1 0 0 0,0 1-1 0 0,1-1 1 0 0,1 1 0 0 0,0 0-1 0 0,1-1 1 0 0,0 1 0 0 0,1 0-1 0 0,5 16 1 0 0,-6-23-108 0 0,1 0-1 0 0,1 0 1 0 0,-1 0-1 0 0,1-1 1 0 0,0 0-1 0 0,0 1 1 0 0,0-1-1 0 0,1 0 1 0 0,0 0-1 0 0,0-1 1 0 0,0 1 0 0 0,1-1-1 0 0,-1 0 1 0 0,1 0-1 0 0,0-1 1 0 0,0 1-1 0 0,1-1 1 0 0,-1 0-1 0 0,0 0 1 0 0,1-1-1 0 0,7 3 1 0 0,-4-3-25 0 0,0 0 1 0 0,1 0-1 0 0,-1-1 0 0 0,0 0 1 0 0,1-1-1 0 0,-1 0 1 0 0,0 0-1 0 0,1-1 0 0 0,-1 0 1 0 0,0-1-1 0 0,0 0 0 0 0,0-1 1 0 0,0 1-1 0 0,0-2 1 0 0,-1 1-1 0 0,1-1 0 0 0,-1 0 1 0 0,10-7-1 0 0,-11 6 1 0 0,0-1 1 0 0,0 1-1 0 0,0-1 1 0 0,-1 0-1 0 0,0-1 0 0 0,0 1 1 0 0,0-1-1 0 0,-1-1 1 0 0,0 1-1 0 0,-1-1 0 0 0,1 0 1 0 0,-1 0-1 0 0,-1 0 1 0 0,0 0-1 0 0,0 0 0 0 0,0-1 1 0 0,-1 0-1 0 0,-1 1 1 0 0,2-12-1 0 0,-3 19 21 0 0,0 0-1 0 0,0-1 1 0 0,0 1-1 0 0,1 0 1 0 0,-1 0 0 0 0,-1 0-1 0 0,1 0 1 0 0,0-1-1 0 0,0 1 1 0 0,0 0-1 0 0,0 0 1 0 0,-1 0 0 0 0,1 0-1 0 0,-1 0 1 0 0,1 0-1 0 0,-1 0 1 0 0,1 0 0 0 0,-1 0-1 0 0,1 0 1 0 0,-1 0-1 0 0,0 0 1 0 0,0 0-1 0 0,1 0 1 0 0,-1 0 0 0 0,0 1-1 0 0,0-1 1 0 0,0 0-1 0 0,0 0 1 0 0,0 1 0 0 0,0-1-1 0 0,-2 0 1 0 0,1 1 1 0 0,-1 0 0 0 0,1-1 1 0 0,0 1-1 0 0,-1 0 0 0 0,1 1 1 0 0,-1-1-1 0 0,1 0 0 0 0,0 1 0 0 0,-1-1 1 0 0,1 1-1 0 0,0 0 0 0 0,-1 0 1 0 0,1 0-1 0 0,-3 2 0 0 0,-8 4 24 0 0,2 0 1 0 0,-1 1-1 0 0,1 0 0 0 0,1 1 0 0 0,-1 1 0 0 0,-14 17 0 0 0,20-22-26 0 0,0 1 0 0 0,0 1 0 0 0,1-1-1 0 0,0 1 1 0 0,0-1 0 0 0,1 1 0 0 0,0 0 0 0 0,0 0-1 0 0,1 1 1 0 0,0-1 0 0 0,0 1 0 0 0,0-1 0 0 0,0 13-1 0 0,2-18-88 0 0,0 0 0 0 0,0 0-1 0 0,0 0 1 0 0,1 0-1 0 0,-1 0 1 0 0,1 0-1 0 0,-1 0 1 0 0,1 0 0 0 0,0 0-1 0 0,-1 0 1 0 0,1 0-1 0 0,0-1 1 0 0,1 1 0 0 0,-1 0-1 0 0,0 0 1 0 0,0-1-1 0 0,1 1 1 0 0,-1-1-1 0 0,1 1 1 0 0,1 1 0 0 0,0-1-249 0 0,0-1 0 0 0,0 1 0 0 0,0-1 1 0 0,0 1-1 0 0,1-1 0 0 0,-1 0 0 0 0,0 0 1 0 0,1 0-1 0 0,-1-1 0 0 0,0 1 1 0 0,6-1-1 0 0,13 1-2277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3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6911 0 0,'0'0'528'0'0,"-15"4"12350"0"0,13-3-12036 0 0,0 1 0 0 0,0-1 1 0 0,0 1-1 0 0,1 0 0 0 0,-1 0 1 0 0,1 0-1 0 0,-3 4 1 0 0,-6 18 2257 0 0,7-10-2539 0 0,-3 26-1 0 0,4-18 222 0 0,-2 4-524 0 0,-2 13-80 0 0,-2 58 1 0 0,8-74-235 0 0,2 62 185 0 0,-1-76-179 0 0,0 1 1 0 0,1 0 0 0 0,0-1 0 0 0,0 1 0 0 0,1-1 0 0 0,6 12 0 0 0,-8-19-366 0 0,-1-2 326 0 0,0 1 0 0 0,1 0-1 0 0,-1-1 1 0 0,0 1 0 0 0,1-1 0 0 0,-1 1-1 0 0,1-1 1 0 0,-1 1 0 0 0,1-1-1 0 0,0 0 1 0 0,-1 1 0 0 0,1-1-1 0 0,-1 0 1 0 0,1 1 0 0 0,0-1 0 0 0,-1 0-1 0 0,1 0 1 0 0,0 1 0 0 0,-1-1-1 0 0,1 0 1 0 0,0 0 0 0 0,-1 0-1 0 0,2 0 1 0 0,16 1-1461 0 0,-15-1 1202 0 0,-1-1 0 0 0,1 0 0 0 0,0 0 0 0 0,-1 0-1 0 0,1 0 1 0 0,-1 0 0 0 0,1 0 0 0 0,4-3 0 0 0,7-7-1951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21823 0 0,'0'0'4229'0'0,"5"-7"-2229"0"0,-2 4-1677 0 0,0 1-1 0 0,0-1 0 0 0,0 0 0 0 0,1 1 0 0 0,-1 0 0 0 0,1 0 0 0 0,0 0 1 0 0,6-2-1 0 0,35-10 487 0 0,-32 11-676 0 0,9-3 24 0 0,43-5 0 0 0,-55 10-132 0 0,-1 0-1 0 0,1 1 0 0 0,-1 1 0 0 0,0-1 0 0 0,1 1 0 0 0,-1 1 1 0 0,13 3-1 0 0,-22-5-23 0 0,1 0 1 0 0,0 0 0 0 0,0 1-1 0 0,-1-1 1 0 0,1 0 0 0 0,0 0-1 0 0,-1 1 1 0 0,1-1-1 0 0,0 0 1 0 0,-1 1 0 0 0,1-1-1 0 0,0 1 1 0 0,-1-1 0 0 0,1 1-1 0 0,-1-1 1 0 0,1 1 0 0 0,-1-1-1 0 0,1 1 1 0 0,-1-1-1 0 0,1 1 1 0 0,-1 0 0 0 0,0-1-1 0 0,1 1 1 0 0,-1 0 0 0 0,0-1-1 0 0,0 1 1 0 0,1 0 0 0 0,-1 0-1 0 0,0-1 1 0 0,0 1 0 0 0,0 0-1 0 0,0 0 1 0 0,0-1-1 0 0,0 1 1 0 0,0 0 0 0 0,0 0-1 0 0,0-1 1 0 0,0 1 0 0 0,0 0-1 0 0,-1 0 1 0 0,1-1 0 0 0,0 1-1 0 0,0 0 1 0 0,-1-1-1 0 0,0 2 1 0 0,0 1 41 0 0,-3 7-36 0 0,0-1-1 0 0,-1 1 1 0 0,0 0 0 0 0,-12 16-1 0 0,-31 32-36 0 0,23-28 269 0 0,2-5-233 0 0,14-15-6 0 0,0 0-1 0 0,-13 21 1 0 0,17-22 0 0 0,2 4 0 0 0,5-9 0 0 0,-1-2 0 0 0,-1-1 0 0 0,0 0 0 0 0,0 0 0 0 0,0 0 0 0 0,0-1 0 0 0,0 1 0 0 0,1 0 0 0 0,-1 0 0 0 0,0 0 0 0 0,1 0 0 0 0,-1-1 0 0 0,0 1 0 0 0,1 0 0 0 0,-1 0 0 0 0,1 0 0 0 0,-1-1 0 0 0,1 1 0 0 0,-1 0 0 0 0,1-1 0 0 0,-1 1 0 0 0,1-1 0 0 0,1 2 0 0 0,0-1 0 0 0,3 4-9 0 0,0-1 1 0 0,0 1-1 0 0,0-2 1 0 0,1 1-1 0 0,-1 0 1 0 0,1-1-1 0 0,0 0 0 0 0,7 2 1 0 0,53 16-138 0 0,-29-11 81 0 0,10 8 52 0 0,-43-16 34 0 0,0 0 0 0 0,-1 0 0 0 0,1 1 0 0 0,0-1 0 0 0,-1 1 0 0 0,1-1 0 0 0,-1 1 0 0 0,0 1 0 0 0,4 4 0 0 0,-6-7-19 0 0,0 1 0 0 0,-1-1 0 0 0,1 1 0 0 0,0-1 0 0 0,-1 1 0 0 0,1-1 0 0 0,-1 1 0 0 0,1-1 0 0 0,-1 1 0 0 0,0 0 0 0 0,0-1 0 0 0,0 1 0 0 0,0 0 0 0 0,0-1 0 0 0,0 1 0 0 0,0 0 0 0 0,0-1 0 0 0,-1 1-1 0 0,1-1 1 0 0,-1 1 0 0 0,1-1 0 0 0,-1 1 0 0 0,0-1 0 0 0,1 1 0 0 0,-1-1 0 0 0,0 1 0 0 0,0-1 0 0 0,0 0 0 0 0,0 1 0 0 0,0-1 0 0 0,0 0 0 0 0,-1 0 0 0 0,-1 2 0 0 0,2-2-2 0 0,-12 10 2 0 0,-1 0 0 0 0,0 0 1 0 0,0-2-1 0 0,-1 0 0 0 0,0-1 0 0 0,0 0 0 0 0,-1-1 0 0 0,0-1 1 0 0,0 0-1 0 0,-27 5 0 0 0,29-8-440 0 0,1-1-1 0 0,-1 0 1 0 0,-14-1 0 0 0</inkml:trace>
  <inkml:trace contextRef="#ctx0" brushRef="#br0" timeOffset="1">714 439 14743 0 0,'-21'16'2546'0'0,"9"0"2597"0"0,12-14-4494 0 0,-1 0 0 0 0,0 0 0 0 0,1 0 0 0 0,-1 0 0 0 0,1-1 0 0 0,0 1 0 0 0,0 0 0 0 0,-1 0 0 0 0,1 0 0 0 0,0 0-1 0 0,1 0 1 0 0,-1 4 0 0 0,1-5-565 0 0,-1 1-1 0 0,1-1 1 0 0,-1 0-1 0 0,1 1 1 0 0,0-1-1 0 0,0 0 1 0 0,0 1-1 0 0,-1-1 1 0 0,1 0-1 0 0,0 0 1 0 0,0 0-1 0 0,1 0 1 0 0,1 2-1 0 0,0-1-335 0 0,0-1 0 0 0,0 1 0 0 0,0-1 0 0 0,1 1 0 0 0,-1-1 0 0 0,0 0 0 0 0,1-1 0 0 0,-1 1 0 0 0,0 0 0 0 0,1-1 0 0 0,-1 0 0 0 0,1 0-1 0 0,6 0 1 0 0,8-3-1561 0 0,1 0-355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11519 0 0,'0'-3'10389'0'0,"2"-10"-3519"0"0,1 10-6585 0 0,1-1 1 0 0,-1 1 0 0 0,1 0 0 0 0,0 0 0 0 0,0 0-1 0 0,0 0 1 0 0,0 1 0 0 0,0 0 0 0 0,1 0-1 0 0,-1 0 1 0 0,9-2 0 0 0,7-2-179 0 0,29-4 0 0 0,-35 8 39 0 0,70-10-77 0 0,-70 11-70 0 0,0 1 0 0 0,-1 0 0 0 0,1 1 0 0 0,16 3 0 0 0,-25-3 1 0 0,0 0 0 0 0,0 0 0 0 0,0 1 0 0 0,5 2 0 0 0,-9-4 3 0 0,0 1-1 0 0,0-1 1 0 0,0 1-1 0 0,0 0 1 0 0,-1-1-1 0 0,1 1 1 0 0,0 0-1 0 0,-1-1 0 0 0,1 1 1 0 0,0 0-1 0 0,0 2 1 0 0,2 1 20 0 0,-2-3-21 0 0,-1 1 1 0 0,1 0-1 0 0,0 0 0 0 0,-1 0 0 0 0,1 0 0 0 0,-1 0 0 0 0,0 0 0 0 0,0 0 1 0 0,0 0-1 0 0,0 0 0 0 0,0 0 0 0 0,0 0 0 0 0,0 0 0 0 0,-1 0 1 0 0,1 0-1 0 0,-1 0 0 0 0,1 0 0 0 0,-1-1 0 0 0,0 1 0 0 0,1 0 0 0 0,-1 0 1 0 0,-2 2-1 0 0,-1 4 6 0 0,-1-1 0 0 0,0 0 1 0 0,-10 12-1 0 0,-9 5-8 0 0,-1-1 0 0 0,-1-1 0 0 0,-36 22 0 0 0,-27 23 0 0 0,85-65 0 0 0,1 1 0 0 0,0 0 0 0 0,0 0 0 0 0,0 0 0 0 0,0 1 0 0 0,-2 4 0 0 0,0 4 0 0 0,7-7 0 0 0,-1-4 0 0 0,4 7 0 0 0,1-4 0 0 0,-1 1 0 0 0,1-2 0 0 0,0 1 0 0 0,0 0 0 0 0,0-1 0 0 0,0 0 0 0 0,0-1 0 0 0,1 0 0 0 0,10 3 0 0 0,9 4 0 0 0,24 8 0 0 0,-31-11 0 0 0,0 1 0 0 0,-1 0 0 0 0,1 1 0 0 0,31 20 0 0 0,-46-25 0 0 0,-1 0 0 0 0,1 0 0 0 0,-1 0 0 0 0,0 0 0 0 0,0 1 0 0 0,0-1 0 0 0,0 1 0 0 0,-1 0 0 0 0,1 0 0 0 0,-1 0 0 0 0,0 0 0 0 0,0 0 0 0 0,0 1 0 0 0,-1-1 0 0 0,0 0 0 0 0,1 6 0 0 0,-1-7 0 0 0,-1 0 0 0 0,0 1 0 0 0,0-1 0 0 0,0 0 0 0 0,0 1 0 0 0,0-1 0 0 0,-1 0 0 0 0,0 1 0 0 0,1-1 0 0 0,-1 0 0 0 0,-1 0 0 0 0,1 0 0 0 0,0 0 0 0 0,-1 0 0 0 0,1 0 0 0 0,-1 0 0 0 0,0 0 0 0 0,0 0 0 0 0,0-1 0 0 0,-1 1 0 0 0,1-1 0 0 0,-5 4 0 0 0,-6 3 0 0 0,0 0 0 0 0,0-1 0 0 0,-1-1 0 0 0,0 0 0 0 0,0-1 0 0 0,-1-1 0 0 0,-21 6 0 0 0,-6-2 0 0 0,-60 6 0 0 0,97-14-54 0 0,-16 0-910 0 0,18-3 250 0 0,11-4 10 0 0,10-3-859 0 0,4 0-62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17047 0 0,'0'0'1543'0'0,"2"0"-1268"0"0,41-6 263 0 0,31-6 9388 0 0,-43 5-8276 0 0,18-5-1211 0 0,1 3 0 0 0,0 2 0 0 0,66-1 0 0 0,-63 11-407 0 0,-34-3-1235 0 0,-10 0 534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98 13359 0 0,'-1'0'76'0'0,"-1"1"0"0"0,0-1 0 0 0,1 0 1 0 0,-1 1-1 0 0,1-1 0 0 0,-1 0 0 0 0,1 0 0 0 0,-1 0 0 0 0,0 0 0 0 0,1 0 0 0 0,-1-1 0 0 0,1 1 0 0 0,-1 0 0 0 0,1-1 0 0 0,-1 1 0 0 0,1-1 0 0 0,-1 0 0 0 0,1 1 0 0 0,0-1 0 0 0,-6-8 7468 0 0,13 3-4767 0 0,-2 1-880 0 0,1 1-1447 0 0,1-1-1 0 0,1 1 1 0 0,-1 0 0 0 0,0 1 0 0 0,1 0-1 0 0,0 0 1 0 0,11-4 0 0 0,53-9 68 0 0,-52 13-242 0 0,2-1-163 0 0,73-12 181 0 0,-82 15-288 0 0,0 0 1 0 0,-1 1-1 0 0,1 0 0 0 0,0 1 1 0 0,21 4-1 0 0,-32-5-1 0 0,1 1 0 0 0,-1-1 0 0 0,1 0 0 0 0,-1 1-1 0 0,0-1 1 0 0,1 1 0 0 0,-1-1 0 0 0,1 1 0 0 0,-1 0 0 0 0,0 0 0 0 0,0-1 0 0 0,0 1 0 0 0,1 0 0 0 0,-1 0-1 0 0,0 0 1 0 0,0 0 0 0 0,0 0 0 0 0,0 0 0 0 0,0 1 0 0 0,-1-1 0 0 0,1 0 0 0 0,0 0 0 0 0,-1 1-1 0 0,1-1 1 0 0,0 1 0 0 0,-1-1 0 0 0,0 0 0 0 0,1 3 0 0 0,-1-1 13 0 0,0 0 1 0 0,0 0-1 0 0,-1 0 1 0 0,0 0-1 0 0,1 0 1 0 0,-1 0-1 0 0,0 0 0 0 0,0 0 1 0 0,-1 0-1 0 0,1-1 1 0 0,0 1-1 0 0,-1-1 1 0 0,-2 4-1 0 0,-20 26 68 0 0,-2-2 0 0 0,0-1 0 0 0,-59 50 0 0 0,27-32-69 0 0,10-8 19 0 0,-44 46-1 0 0,87-80-35 0 0,1 0 0 0 0,0 0 0 0 0,1 0 0 0 0,-1 0 0 0 0,1 1 0 0 0,-5 10 0 0 0,7-15 0 0 0,1 1 0 0 0,-1-1 0 0 0,1 1 0 0 0,-1-1 0 0 0,1 1 0 0 0,0-1 0 0 0,-1 1 0 0 0,1-1 0 0 0,0 1 0 0 0,0 0 0 0 0,0-1 0 0 0,0 1 0 0 0,0-1 0 0 0,1 1 0 0 0,-1 0 0 0 0,0-1 0 0 0,1 1 0 0 0,-1-1 0 0 0,1 1 0 0 0,-1-1 0 0 0,1 0 0 0 0,0 1 0 0 0,0-1 0 0 0,0 1 0 0 0,0-1 0 0 0,0 0 0 0 0,0 0 0 0 0,0 0 0 0 0,0 0 0 0 0,0 1 0 0 0,3 0 0 0 0,3 2 0 0 0,1 0 0 0 0,0 0 0 0 0,0-1 0 0 0,0-1 0 0 0,0 1 0 0 0,0-1 0 0 0,13 1 0 0 0,60 3 0 0 0,-11-7-248 0 0,0-3-1 0 0,0-2 1 0 0,73-18 0 0 0,45-9-5470 0 0,-164 28 3477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6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396 167 9671 0 0,'1'-10'803'0'0,"0"-1"0"0"0,5-18-1 0 0,-4 21 992 0 0,-1 0 0 0 0,1 0 0 0 0,-1 0 0 0 0,-1 0 0 0 0,0-15 0 0 0,0 21-1617 0 0,0-1 1 0 0,-1 1-1 0 0,1-1 0 0 0,-1 1 0 0 0,1-1 0 0 0,-1 1 1 0 0,0 0-1 0 0,0 0 0 0 0,0-1 0 0 0,-1 1 1 0 0,1 0-1 0 0,0 0 0 0 0,-1 0 0 0 0,1 0 0 0 0,-1 0 1 0 0,0 1-1 0 0,0-1 0 0 0,1 0 0 0 0,-1 1 0 0 0,0-1 1 0 0,0 1-1 0 0,-1 0 0 0 0,1 0 0 0 0,0 0 1 0 0,0 0-1 0 0,-1 0 0 0 0,1 0 0 0 0,0 0 0 0 0,-1 1 1 0 0,1-1-1 0 0,-1 1 0 0 0,1 0 0 0 0,-5 0 0 0 0,-3 0 95 0 0,0 1-1 0 0,0 0 1 0 0,0 0-1 0 0,0 1 1 0 0,1 1-1 0 0,-19 6 0 0 0,-1 3 14 0 0,0 1 0 0 0,-48 29 0 0 0,62-33-240 0 0,1 1-1 0 0,0 1 1 0 0,1 0-1 0 0,0 1 1 0 0,1 0-1 0 0,-19 24 1 0 0,29-33-55 0 0,0 0 1 0 0,1 0-1 0 0,-1 0 1 0 0,0 0-1 0 0,1 0 1 0 0,0 1-1 0 0,0-1 1 0 0,0 0-1 0 0,0 1 1 0 0,0-1-1 0 0,1 0 1 0 0,-1 7-1 0 0,1-8-10 0 0,0 0 1 0 0,1 0-1 0 0,-1-1 0 0 0,0 1 1 0 0,1 0-1 0 0,0 0 0 0 0,-1 0 1 0 0,1-1-1 0 0,0 1 0 0 0,0 0 1 0 0,0-1-1 0 0,0 1 0 0 0,0-1 1 0 0,0 1-1 0 0,0-1 0 0 0,1 1 1 0 0,-1-1-1 0 0,1 0 0 0 0,-1 0 0 0 0,1 0 1 0 0,-1 0-1 0 0,1 0 0 0 0,-1 0 1 0 0,3 1-1 0 0,3 0-29 0 0,-1 0 0 0 0,1 0 0 0 0,-1 0 0 0 0,1-1 0 0 0,-1 0 1 0 0,1-1-1 0 0,0 1 0 0 0,-1-1 0 0 0,1-1 0 0 0,0 1 0 0 0,9-3 0 0 0,10-2-124 0 0,36-13 0 0 0,-62 18 171 0 0,97-41-248 0 0,2 1 19 0 0,-94 38 261 0 0,1 0 0 0 0,-1 1-1 0 0,1 0 1 0 0,0 0 0 0 0,7 0 0 0 0,-12 2 1 0 0,0 0 1 0 0,-1 0-1 0 0,1 0 1 0 0,0 1-1 0 0,0-1 1 0 0,-1 0-1 0 0,1 0 0 0 0,0 1 1 0 0,-1-1-1 0 0,1 0 1 0 0,-1 1-1 0 0,0-1 1 0 0,1 0-1 0 0,-1 2 1 0 0,1 5 97 0 0,0 0 0 0 0,-1 0 1 0 0,0 0-1 0 0,-1-1 0 0 0,0 1 0 0 0,-3 15 1 0 0,-18 48 574 0 0,13-44-580 0 0,-46 180-60 0 0,44-157-121 0 0,10-49-231 0 0,8 6-3360 0 0,-3-7 3144 0 0,0 0 0 0 0,-1 0 0 0 0,1 0 0 0 0,0 0 0 0 0,0-1 0 0 0,0 1 0 0 0,0-1 0 0 0,0 0 0 0 0,0 0 0 0 0,-1-1 0 0 0,1 1 0 0 0,-1-1 0 0 0,1 0 0 0 0,4-2 0 0 0,17-12-1831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6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69 13359 0 0,'-10'-2'378'0'0,"1"0"1"0"0,0-1-1 0 0,-1 0 0 0 0,-18-15 15446 0 0,34 15-15602 0 0,19-5 146 0 0,1 2-1 0 0,-1 1 1 0 0,31-3 0 0 0,-16 3-249 0 0,-13 2-85 0 0,0 1 1 0 0,0 2-1 0 0,0 0 0 0 0,36 6 0 0 0,-59-5-34 0 0,0 0 0 0 0,0 0 0 0 0,0 0 0 0 0,0 0 0 0 0,5 3 0 0 0,1 3 0 0 0,-9-5 3 0 0,1 1-1 0 0,-1-1 1 0 0,0 1-1 0 0,1-1 1 0 0,-1 1 0 0 0,0 0-1 0 0,-1 0 1 0 0,1 0-1 0 0,0-1 1 0 0,-1 1-1 0 0,0 0 1 0 0,0 0 0 0 0,1 0-1 0 0,-2 0 1 0 0,1 0-1 0 0,-1 5 1 0 0,-1 4 12 0 0,-1 0-1 0 0,-7 18 1 0 0,-62 132-15 0 0,18-45 0 0 0,42-89 0 0 0,2 1 0 0 0,-8 37 0 0 0,16-57-1078 0 0,1 0 0 0 0,0 1 1 0 0,1-1-1 0 0,0 1 0 0 0,2 12 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7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0 259 9671 0 0,'0'0'875'0'0,"6"-6"-702"0"0,-3 3 736 0 0,0 1 1 0 0,0-1-1 0 0,0 1 0 0 0,0 0 0 0 0,0 1 0 0 0,1-1 0 0 0,-1 0 0 0 0,1 1 1 0 0,4-1-1 0 0,37-8 6826 0 0,-20 5-7229 0 0,223-66 1411 0 0,-104 27-1223 0 0,158-46-694 0 0,-298 88 32 0 0,12-3 503 0 0,-15 2-215 0 0,-9 1-111 0 0,0 2-115 0 0,0 0-1 0 0,0 0 1 0 0,-1 0-1 0 0,1 1 1 0 0,0 1-1 0 0,0-1 1 0 0,0 1 0 0 0,-10 4-1 0 0,-3 2-16 0 0,-36 20 0 0 0,40-20-73 0 0,0 2 0 0 0,1 0-1 0 0,-22 20 1 0 0,33-26-4 0 0,1 0 0 0 0,0 1-1 0 0,0 0 1 0 0,0-1 0 0 0,1 1 0 0 0,-5 10 0 0 0,6-12-1 0 0,1 0 1 0 0,0 0 0 0 0,0 0 0 0 0,0 1 0 0 0,0-1 0 0 0,1 0 0 0 0,-1 0 0 0 0,1 1 0 0 0,0-1-1 0 0,0 0 1 0 0,0 0 0 0 0,1 1 0 0 0,0 4 0 0 0,0-5 0 0 0,0-1 0 0 0,0 1 0 0 0,0 0 0 0 0,1-1 0 0 0,-1 1 0 0 0,1-1 0 0 0,0 0 0 0 0,-1 1 0 0 0,1-1 0 0 0,0 0 0 0 0,1 0 0 0 0,-1 0 0 0 0,0 0 0 0 0,0-1 0 0 0,6 4 0 0 0,4 2 0 0 0,0-1 0 0 0,15 5 0 0 0,-14-6 0 0 0,103 38 0 0 0,-73-26 0 0 0,-29-13 0 0 0,-1 1 0 0 0,1 1 0 0 0,22 13 0 0 0,-25-9 0 0 0,-11-5 0 0 0,0-4 0 0 0,0 1 0 0 0,0-1 0 0 0,0 0 0 0 0,0 0 0 0 0,0 0 0 0 0,0 1 0 0 0,0-1 0 0 0,0 0 0 0 0,-1 0 0 0 0,1 0 0 0 0,0 0 0 0 0,-1 1 0 0 0,1-1 0 0 0,-1 0 0 0 0,1 0 0 0 0,-1 0 0 0 0,1 0 0 0 0,-1 0 0 0 0,-1 1 0 0 0,0 1 0 0 0,-1-1 0 0 0,1 0 0 0 0,0 0 0 0 0,-1 0 0 0 0,0 0 0 0 0,-5 2 0 0 0,-2 1 0 0 0,-1-1 0 0 0,-21 6 0 0 0,7-4-153 0 0,0-1 0 0 0,-1-1 0 0 0,0-2 0 0 0,0 0 0 0 0,0-2 0 0 0,0 0 0 0 0,-1-2 0 0 0,2-1 0 0 0,-1-1 0 0 0,0-1 0 0 0,-47-17 0 0 0,70 21-239 0 0,-1 0 1 0 0,1 0-1 0 0,-1-1 1 0 0,1 0-1 0 0,0 0 1 0 0,0 0-1 0 0,0 0 1 0 0,0 0-1 0 0,0 0 1 0 0,0-1-1 0 0,-3-3 0 0 0,-1-6-2713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7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19375 0 0,'111'-48'4453'0'0,"-5"2"2485"0"0,-95 42-6646 0 0,16-6 175 0 0,0 1 0 0 0,34-6-1 0 0,-53 13-546 0 0,-1 1 0 0 0,1 0 0 0 0,-1 1 0 0 0,1 0 0 0 0,-1 0 0 0 0,1 1-1 0 0,0-1 1 0 0,-1 2 0 0 0,0-1 0 0 0,1 1 0 0 0,-1 0 0 0 0,0 1 0 0 0,11 4-1 0 0,-13-4-522 0 0,-1 0-1 0 0,1 0 0 0 0,-1 1 0 0 0,0 0 0 0 0,0-1 0 0 0,0 1 1 0 0,4 6-1 0 0,2 4-9087 0 0</inkml:trace>
  <inkml:trace contextRef="#ctx0" brushRef="#br0" timeOffset="1">652 486 23383 0 0,'-6'5'664'0'0,"1"0"-1"0"0,-1 1 0 0 0,1 0 1 0 0,0 0-1 0 0,0 0 0 0 0,1 1 1 0 0,0 0-1 0 0,0-1 1 0 0,1 2-1 0 0,-4 8 0 0 0,6-15-73 0 0,2 1-542 0 0,-1-1 0 0 0,1 1 0 0 0,0 0 0 0 0,0-1 0 0 0,0 1 0 0 0,0-1 0 0 0,0 1 0 0 0,0-1 0 0 0,0 0 0 0 0,0 1 0 0 0,0-1 0 0 0,1 0 1 0 0,-1 0-1 0 0,1 0 0 0 0,-1 0 0 0 0,1 0 0 0 0,-1 0 0 0 0,1 0 0 0 0,-1 0 0 0 0,4 0 0 0 0,2 1-451 0 0,-1-1-1 0 0,1 0 1 0 0,0 0 0 0 0,-1 0 0 0 0,1-1-1 0 0,0 0 1 0 0,0-1 0 0 0,-1 0 0 0 0,1 0-1 0 0,7-2 1 0 0,4 0-2041 0 0,3 0-6916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43 6447 0 0,'6'-19'19216'0'0,"12"8"-15107"0"0,-13 9-3877 0 0,0 0 0 0 0,0 1 1 0 0,0-1-1 0 0,0 1 0 0 0,8-1 1 0 0,3 0-79 0 0,-1 2 0 0 0,1 0 1 0 0,0 0-1 0 0,0 2 0 0 0,23 4 0 0 0,-35-5-114 0 0,0 0-1 0 0,0 1 0 0 0,-1-1 1 0 0,1 1-1 0 0,0 0 1 0 0,-1 0-1 0 0,1 0 0 0 0,-1 0 1 0 0,0 1-1 0 0,0 0 0 0 0,5 4 1 0 0,-6-5-28 0 0,0 1 0 0 0,0 0 0 0 0,-1 0 0 0 0,1 0-1 0 0,-1-1 1 0 0,0 1 0 0 0,0 1 0 0 0,0-1 0 0 0,0 0 0 0 0,0 0 0 0 0,-1 0 0 0 0,1 0 0 0 0,-1 0 0 0 0,0 1 0 0 0,0-1 0 0 0,-1 6 0 0 0,0-1-12 0 0,0 0 0 0 0,-1 1 0 0 0,0-1 0 0 0,0 0 0 0 0,-1 0 0 0 0,0 0 0 0 0,0-1 0 0 0,-1 1 0 0 0,0-1 0 0 0,-10 13 0 0 0,0-3 0 0 0,-1-1 0 0 0,-31 28 0 0 0,22-24 0 0 0,-43 42 0 0 0,58-53 0 0 0,1 1 0 0 0,-1 0 0 0 0,2 1 0 0 0,-13 21 0 0 0,17-23 0 0 0,4 0 0 0 0,0-7 0 0 0,1 1 0 0 0,0-1 0 0 0,0 0 0 0 0,0 0 0 0 0,0 0 0 0 0,0 0 0 0 0,1 0 0 0 0,-1 0 0 0 0,1-1 0 0 0,-1 1 0 0 0,1-1 0 0 0,-1 0 0 0 0,1 1 0 0 0,0-1 0 0 0,0-1 0 0 0,5 2 0 0 0,1 0 0 0 0,0 0 0 0 0,0-1 0 0 0,-1 0 0 0 0,15-1 0 0 0,39-6 0 0 0,0-3 0 0 0,67-19 0 0 0,-97 21 0 0 0,2 0-775 0 0,0-3 0 0 0,0 0-1 0 0,-1-2 1 0 0,0-2 0 0 0,-1-1 0 0 0,46-29-1 0 0,-52 25-773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1:5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6447 0 0,'0'0'586'0'0,"1"2"-486"0"0,6 7 3077 0 0,0 1 0 0 0,1-1 0 0 0,0 0 0 0 0,16 13 0 0 0,45 31 4984 0 0,-39-31-8765 0 0,0 1 843 0 0,-1 1 1 0 0,-1 1-1 0 0,-1 1 0 0 0,-2 2 0 0 0,0 1 0 0 0,23 37 1 0 0,-18-16-107 0 0,44 100 0 0 0,6 61-2 0 0,-69-179-116 0 0,-2 1 0 0 0,-1 0 0 0 0,6 53 0 0 0,-12-67-8 0 0,-2-1-1 0 0,0 0 1 0 0,-1 0 0 0 0,0 1-1 0 0,-2-1 1 0 0,0 0 0 0 0,-1 0-1 0 0,-8 21 1 0 0,5-22-7 0 0,0 0 0 0 0,-2 0 0 0 0,0 0 0 0 0,-1-1 0 0 0,0-1 0 0 0,-1 0 0 0 0,-1 0 0 0 0,-1-1 0 0 0,0-1 0 0 0,0 0 0 0 0,-1 0 0 0 0,-1-2 0 0 0,0 0 0 0 0,-1 0 0 0 0,0-2 0 0 0,-1 0 0 0 0,-20 8 0 0 0,35-16-221 0 0,-1 0 1 0 0,1 0-1 0 0,0 0 0 0 0,0 0 1 0 0,0 1-1 0 0,0-1 0 0 0,0 0 1 0 0,0 1-1 0 0,-3 2 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15663 0 0,'0'0'1898'0'0,"-1"2"-445"0"0,-1 10 455 0 0,-1 1-1 0 0,1 16 1 0 0,2 56 244 0 0,2-17-1005 0 0,-1-20-604 0 0,3 0-1 0 0,2 0 0 0 0,1 0 0 0 0,26 84 0 0 0,-24-103-321 0 0,24 55 0 0 0,-28-73-175 0 0,1 0 1 0 0,1 0-1 0 0,0 0 0 0 0,0-1 0 0 0,1 0 1 0 0,0 0-1 0 0,14 12 0 0 0,-1-9 71 0 0,-7-10-104 0 0,-10-5-10 0 0,-2 1 3 0 0,0-1 0 0 0,0 1 1 0 0,0-1 0 0 0,1 1 0 0 0,-1-1 0 0 0,0 0 0 0 0,-1 0-1 0 0,1 0 1 0 0,0 0 0 0 0,0 0 0 0 0,-1 0 0 0 0,1 0-1 0 0,-1-1 1 0 0,0 1 0 0 0,0 0 0 0 0,2-5 0 0 0,1-6 31 0 0,6-24-1 0 0,-8 27-32 0 0,15-78 12 0 0,10-36 8 0 0,-22 105-63 0 0,1 1 0 0 0,0 0 1 0 0,2 0-1 0 0,14-24 0 0 0,-21 40 35 0 0,1-1-1 0 0,0 0 0 0 0,0 0 1 0 0,0 1-1 0 0,0-1 1 0 0,3-2-1 0 0,3 2-60 0 0,-6 3 52 0 0,0 0 0 0 0,-1 1 0 0 0,1-1 0 0 0,0 1 1 0 0,-1-1-1 0 0,1 1 0 0 0,-1 0 0 0 0,1 0 0 0 0,-1 0 0 0 0,0 0 0 0 0,1 0 0 0 0,-1 0 1 0 0,0 0-1 0 0,1 0 0 0 0,0 2 0 0 0,17 21-78 0 0,-7-8 182 0 0,62 82 412 0 0,-60-81-459 0 0,2 0 0 0 0,-1-2 0 0 0,29 22 0 0 0,-29-26 4 0 0,1-1 0 0 0,0 0 0 0 0,18 8 0 0 0,-30-16-43 0 0,0 0-1 0 0,1 0 1 0 0,-1-1 0 0 0,1 1 0 0 0,0-1 0 0 0,-1 0-1 0 0,1-1 1 0 0,0 1 0 0 0,0-1 0 0 0,0 0 0 0 0,-1 0-1 0 0,1 0 1 0 0,0 0 0 0 0,0-1 0 0 0,0 0-1 0 0,-1 0 1 0 0,8-3 0 0 0,-9 2 0 0 0,0 1 0 0 0,1-2 0 0 0,-1 1 0 0 0,0 0 0 0 0,0-1 0 0 0,0 1 0 0 0,-1-1 0 0 0,1 0 0 0 0,0 0-1 0 0,-1 0 1 0 0,0 0 0 0 0,0 0 0 0 0,0 0 0 0 0,0-1 0 0 0,0 1 0 0 0,-1-1 0 0 0,0 1 0 0 0,1-1 0 0 0,-1 0 0 0 0,0-3 0 0 0,1-9 38 0 0,0 0 0 0 0,-1 1 0 0 0,-2-27 0 0 0,1 14-25 0 0,9-300-6428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81 12895 0 0,'-1'0'333'0'0,"0"-1"-1"0"0,0 0 0 0 0,0 1 0 0 0,0-1 1 0 0,0 0-1 0 0,0 0 0 0 0,0 0 1 0 0,1 0-1 0 0,-1 0 0 0 0,0 0 0 0 0,1 0 1 0 0,-1 0-1 0 0,0 0 0 0 0,1 0 1 0 0,-1-1-1 0 0,1 1 0 0 0,0 0 0 0 0,-1-2 1 0 0,1 2 0 0 0,0 1 1 0 0,0-1-1 0 0,1 0 0 0 0,-1 0 1 0 0,0 0-1 0 0,0 0 1 0 0,1 0-1 0 0,-1 0 0 0 0,0 0 1 0 0,1 0-1 0 0,-1 1 1 0 0,1-1-1 0 0,-1 0 0 0 0,1 0 1 0 0,0 1-1 0 0,-1-1 1 0 0,2-1-1 0 0,17-10 3492 0 0,-2 4-4038 0 0,4 2 419 0 0,1 0 0 0 0,-1 2-1 0 0,1 0 1 0 0,0 1 0 0 0,0 2 0 0 0,26 0 0 0 0,30 3-2771 0 0,138 21 1 0 0,-167-14-6659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150 435 10591 0 0,'5'-5'964'0'0,"3"-2"-272"0"0,0 0 0 0 0,0 1-1 0 0,0 0 1 0 0,1 1 0 0 0,0 0-1 0 0,0 0 1 0 0,17-5 0 0 0,74-19 7989 0 0,-44 15-6572 0 0,-36 8-2293 0 0,-8 1-943 0 0,0 2 1 0 0,1 0 0 0 0,19-3 0 0 0,-18 6-7385 0 0</inkml:trace>
  <inkml:trace contextRef="#ctx0" brushRef="#br0" timeOffset="1">108 15 20903 0 0,'-8'-4'1899'0'0,"7"4"-1774"0"0,-17-8 217 0 0,17 8-168 0 0,-1 0-1 0 0,1-1 1 0 0,0 1 0 0 0,0 0 0 0 0,-1 0 0 0 0,1 0 0 0 0,0 0 0 0 0,0 0-1 0 0,-1 0 1 0 0,1 0 0 0 0,0 0 0 0 0,-1 0 0 0 0,1 1 0 0 0,0-1 0 0 0,0 0 0 0 0,-2 1-1 0 0,-2 2 152 0 0,1 1 0 0 0,-1-1 0 0 0,1 1 0 0 0,0 0 0 0 0,0 0 0 0 0,0 0 0 0 0,0 0 0 0 0,1 0 0 0 0,0 1-1 0 0,0 0 1 0 0,0 0 0 0 0,0 0 0 0 0,-2 8 0 0 0,4-10-309 0 0,0-1 1 0 0,1 1-1 0 0,-1-1 1 0 0,1 0-1 0 0,-1 1 1 0 0,1-1-1 0 0,0 1 1 0 0,0-1-1 0 0,0 1 1 0 0,1-1-1 0 0,-1 1 0 0 0,1-1 1 0 0,-1 1-1 0 0,1-1 1 0 0,0 0-1 0 0,0 1 1 0 0,0-1-1 0 0,0 0 1 0 0,0 0-1 0 0,0 1 0 0 0,1-1 1 0 0,-1 0-1 0 0,1 0 1 0 0,-1-1-1 0 0,1 1 1 0 0,0 0-1 0 0,0 0 1 0 0,0-1-1 0 0,0 1 1 0 0,0-1-1 0 0,0 0 0 0 0,0 0 1 0 0,4 2-1 0 0,-1-1-3 0 0,-1 0-1 0 0,1-1 1 0 0,0 0-1 0 0,-1 0 1 0 0,1 0-1 0 0,0-1 1 0 0,0 1-1 0 0,0-1 1 0 0,0 0-1 0 0,-1-1 1 0 0,1 1-1 0 0,0-1 1 0 0,0 0-1 0 0,6-2 1 0 0,-3 1 11 0 0,1-1-1 0 0,-1-1 1 0 0,1 1 0 0 0,-1-1 0 0 0,0-1 0 0 0,13-9 0 0 0,-17 11-39 0 0,0-1-1 0 0,0 0 1 0 0,0 1-1 0 0,-1-1 1 0 0,0 0-1 0 0,1-1 1 0 0,-1 1-1 0 0,-1-1 1 0 0,1 1-1 0 0,3-9 1 0 0,-6 11 5 0 0,1 0 1 0 0,-1 1 0 0 0,1-1-1 0 0,-1 0 1 0 0,1 0 0 0 0,-1 0-1 0 0,0 0 1 0 0,0 0 0 0 0,0 1-1 0 0,0-1 1 0 0,-1 0 0 0 0,1 0-1 0 0,0 0 1 0 0,-1 0 0 0 0,1 0-1 0 0,-1 1 1 0 0,0-1 0 0 0,1 0-1 0 0,-1 1 1 0 0,0-1-1 0 0,0 0 1 0 0,0 1 0 0 0,0-1-1 0 0,0 1 1 0 0,-1-1 0 0 0,1 1-1 0 0,0 0 1 0 0,-1 0 0 0 0,1-1-1 0 0,-1 1 1 0 0,1 0 0 0 0,-3-1-1 0 0,3 2-49 0 0,-1-1-1 0 0,1 0 0 0 0,-1 1 0 0 0,0-1 0 0 0,1 1 0 0 0,-1 0 0 0 0,0-1 1 0 0,1 1-1 0 0,-1 0 0 0 0,1 0 0 0 0,-1 0 0 0 0,0 0 0 0 0,1 0 0 0 0,-1 1 1 0 0,0-1-1 0 0,1 0 0 0 0,-1 1 0 0 0,1-1 0 0 0,-1 1 0 0 0,-2 1 1 0 0,-12 9-2374 0 0,5 2-5316 0 0,3 2-774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1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6911 0 0,'0'0'21936'0'0,"1"1"-21019"0"0,6 1-617 0 0,-1 1-1 0 0,1-1 1 0 0,0 0-1 0 0,-1-1 0 0 0,1 1 1 0 0,0-1-1 0 0,9 0 1 0 0,55-3-162 0 0,-27 0 3 0 0,114 7-734 0 0,-155-5 275 0 0,1 4-2643 0 0,-4-4 2843 0 0,1 1-1 0 0,-1-1 1 0 0,0 0 0 0 0,1 1-1 0 0,-1-1 1 0 0,0 1 0 0 0,0-1-1 0 0,1 1 1 0 0,-1-1 0 0 0,0 1-1 0 0,0-1 1 0 0,0 1 0 0 0,1-1-1 0 0,-1 1 1 0 0,0-1 0 0 0,0 1-1 0 0,0 0 1 0 0,0-1 0 0 0,0 1-1 0 0,-3 14-2290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21311 0 0,'0'0'2424'0'0,"2"0"-1576"0"0,6 2-126 0 0,0 0-1 0 0,0-1 1 0 0,0 0-1 0 0,1-1 1 0 0,14-1 0 0 0,46-8 527 0 0,-27 3-805 0 0,26-3-124 0 0,83-8-763 0 0,-129 18-1595 0 0,-8 1-4641 0 0,-1 2-2688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49 12439 0 0,'-2'0'566'0'0,"-57"-23"16249"0"0,267 12-15284 0 0,-93 3-1406 0 0,-78 6-101 0 0,-11-1 7 0 0,0 2 0 0 0,1 1-1 0 0,51 6 1 0 0,-60-1-31 0 0,-6 2 0 0 0,-10-4 2 0 0,0-1 0 0 0,0 1 1 0 0,0 0-1 0 0,-1-1 0 0 0,1 1 0 0 0,-1 0 1 0 0,0 0-1 0 0,1 0 0 0 0,-1 0 0 0 0,0 0 0 0 0,-1 0 1 0 0,1 0-1 0 0,-1 1 0 0 0,1-1 0 0 0,-1 0 0 0 0,0 0 1 0 0,-1 6-1 0 0,0 6 31 0 0,-1 0 0 0 0,-6 21-1 0 0,7-31-22 0 0,-18 58 295 0 0,-2 0-1 0 0,-37 74 1 0 0,32-78-223 0 0,22-50-82 0 0,-58 156 0 0 0,56-140-43 0 0,5-17 304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16127 0 0,'0'0'1460'0'0,"1"-2"-1204"0"0,0 0 131 0 0,1-1 0 0 0,-1 1-1 0 0,1-1 1 0 0,0 1 0 0 0,0 0-1 0 0,0 0 1 0 0,0 0 0 0 0,0 0-1 0 0,0 0 1 0 0,1 0 0 0 0,-1 1-1 0 0,1-1 1 0 0,-1 1 0 0 0,1-1 0 0 0,0 1-1 0 0,0 0 1 0 0,3-1 0 0 0,10-3 1874 0 0,29-4-1 0 0,-40 8-2341 0 0,334-40 1945 0 0,-156 26-5310 0 0,-150 12 1519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16583 0 0,'0'0'1730'0'0,"2"-1"-1638"0"0,4-4 628 0 0,-1 1 1 0 0,1 0 0 0 0,0 0 0 0 0,1 0 0 0 0,-1 1 0 0 0,1 0 0 0 0,-1 0 0 0 0,1 1 0 0 0,0 0 0 0 0,0 0 0 0 0,0 0 0 0 0,9 0 0 0 0,9-1 344 0 0,0 2 1 0 0,31 1 0 0 0,-46 0-948 0 0,0 1 1 0 0,0 0 0 0 0,0 1-1 0 0,-1 0 1 0 0,1 1 0 0 0,0-1-1 0 0,-1 2 1 0 0,16 7 0 0 0,-22-9-109 0 0,1 0-1 0 0,-1 0 1 0 0,0 0 0 0 0,0 0 0 0 0,0 1 0 0 0,-1 0 0 0 0,1-1-1 0 0,-1 1 1 0 0,1 0 0 0 0,-1 0 0 0 0,0 0 0 0 0,0 1 0 0 0,0-1 0 0 0,0 0-1 0 0,-1 1 1 0 0,0-1 0 0 0,1 1 0 0 0,-1 0 0 0 0,0-1 0 0 0,-1 1-1 0 0,1 0 1 0 0,-1-1 0 0 0,1 1 0 0 0,-1 0 0 0 0,-1 7 0 0 0,-1 0 5 0 0,0 0 1 0 0,-1 0-1 0 0,0 0 1 0 0,0-1-1 0 0,-1 1 1 0 0,-1-1-1 0 0,0 0 1 0 0,-6 10-1 0 0,-55 73 157 0 0,63-89-166 0 0,-17 20 28 0 0,-34 31 1 0 0,33-36-7 0 0,2 1-1 0 0,-25 33 1 0 0,31-28-28 0 0,9-15 0 0 0,4-9 0 0 0,1 0 0 0 0,-1-1 0 0 0,0 1 0 0 0,0-1 0 0 0,0 1 0 0 0,0 0 0 0 0,1-1 0 0 0,-1 1 0 0 0,0 0 0 0 0,0-1 0 0 0,1 1 0 0 0,-1-1 0 0 0,1 1 0 0 0,-1-1 0 0 0,1 2 0 0 0,3 1 0 0 0,-1-1 0 0 0,1 1 0 0 0,0-1 0 0 0,0 0 0 0 0,0 0 0 0 0,0 0 0 0 0,0 0 0 0 0,1-1 0 0 0,-1 0 0 0 0,0 0 0 0 0,1 0 0 0 0,5 1 0 0 0,1-1 0 0 0,1 0 0 0 0,0-1 0 0 0,18-2 0 0 0,0-3-3 0 0,-1-1 0 0 0,1-2-1 0 0,-1 0 1 0 0,54-26 0 0 0,-76 31-27 0 0,164-77-2096 0 0,-141 63-37 0 0,-1-1-4906 0 0,-2 0-2143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19351 0 0,'0'0'2018'0'0,"0"-2"-1918"0"0,6-13 328 0 0,-5 12 6 0 0,0 0 0 0 0,0 0 0 0 0,0 0 0 0 0,0 0 0 0 0,1 0 0 0 0,-1 0 0 0 0,1 0 1 0 0,0 0-1 0 0,0 1 0 0 0,0-1 0 0 0,0 1 0 0 0,0 0 0 0 0,0-1 0 0 0,1 1 0 0 0,-1 0 0 0 0,1 0 0 0 0,-1 1 0 0 0,6-4 0 0 0,10-2-232 0 0,1 1 0 0 0,-1 0-1 0 0,2 2 1 0 0,-1 0 0 0 0,0 1-1 0 0,1 1 1 0 0,-1 1 0 0 0,1 0-1 0 0,0 2 1 0 0,-1 0 0 0 0,25 5-1 0 0,-28-2-190 0 0,-3 1-11 0 0,-6 5 15 0 0,-7-8-9 0 0,1-1 0 0 0,-1 0 0 0 0,0 1 1 0 0,0-1-1 0 0,0 1 0 0 0,0-1 1 0 0,0 0-1 0 0,0 1 0 0 0,0-1 0 0 0,-1 0 1 0 0,1 1-1 0 0,0-1 0 0 0,-1 0 0 0 0,1 1 1 0 0,-1-1-1 0 0,0 0 0 0 0,0 2 0 0 0,-14 19 53 0 0,14-21-57 0 0,-12 13-1 0 0,0 0 0 0 0,-1-1 0 0 0,-20 14 0 0 0,18-14-1 0 0,-18 14 0 0 0,10-9 0 0 0,1 1 0 0 0,-34 36 0 0 0,46-41 0 0 0,10-11 0 0 0,0 1 0 0 0,0-3 0 0 0,1 0 0 0 0,-1-1 0 0 0,1 1 0 0 0,-1 0 0 0 0,1 0 0 0 0,-1 0 0 0 0,1 0 0 0 0,0 1 0 0 0,0-1 0 0 0,-1 0 0 0 0,1 0 0 0 0,0 0 0 0 0,0 0 0 0 0,0 0 0 0 0,0 0 0 0 0,0 0 0 0 0,0 0 0 0 0,1 2 0 0 0,0 1 0 0 0,-1-1 0 0 0,1 1 0 0 0,-1-1 0 0 0,1 0 0 0 0,-1 0 0 0 0,1 0 0 0 0,0 0 0 0 0,1 0 0 0 0,-1-1 0 0 0,0 1 0 0 0,1 0 0 0 0,-1-1 0 0 0,4 5 0 0 0,-1-3 0 0 0,0 1 0 0 0,0-2 0 0 0,1 1 0 0 0,-1 0 0 0 0,1-1 0 0 0,6 4 0 0 0,7 2 0 0 0,1-1 0 0 0,-1 0 0 0 0,21 4 0 0 0,-23-7 0 0 0,9 3 0 0 0,0 1 0 0 0,-1 1 0 0 0,-1 0 0 0 0,1 2 0 0 0,-2 1 0 0 0,41 31 0 0 0,-59-41 0 0 0,-1 0 0 0 0,0 1 0 0 0,0-1 0 0 0,5 8 0 0 0,-2 2 0 0 0,-3 0 0 0 0,-3-10 0 0 0,-1-1 0 0 0,1 1 0 0 0,-1-1 0 0 0,1 1 0 0 0,-1-1 0 0 0,0 1 0 0 0,0-1 0 0 0,0 0 0 0 0,-1 1 0 0 0,1-1 0 0 0,0 0 0 0 0,-1 0 0 0 0,0 0 0 0 0,1 0 0 0 0,-1 0 0 0 0,0 0 0 0 0,0-1 0 0 0,-3 3 0 0 0,-5 4 0 0 0,-1-1 0 0 0,-17 9 0 0 0,14-9 0 0 0,-4 3 0 0 0,-1-1 0 0 0,0-1 0 0 0,-1-1 0 0 0,0-1 0 0 0,-21 4 0 0 0,-4-2 0 0 0,-56 3 0 0 0,66-10-2629 0 0,0-1-4114 0 0,31 0 5643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66 11055 0 0,'3'-5'326'0'0,"0"-1"0"0"0,0 0-1 0 0,2-9 1 0 0,-3 1 5403 0 0,-2 13-5292 0 0,0 0-1 0 0,0 0 0 0 0,0 1 1 0 0,0-1-1 0 0,0 0 1 0 0,0 0-1 0 0,0 1 0 0 0,-1-1 1 0 0,1 0-1 0 0,0 0 1 0 0,0 1-1 0 0,-1-1 0 0 0,1 0 1 0 0,-1 1-1 0 0,1-1 0 0 0,-1 0 1 0 0,-11-5 2029 0 0,9 6-2311 0 0,-1 0 1 0 0,0 0-1 0 0,1 0 0 0 0,-1 0 1 0 0,-4 2-1 0 0,6-2 353 0 0,-16 4-144 0 0,1 0 0 0 0,0 1 0 0 0,1 0-1 0 0,-1 2 1 0 0,1 0 0 0 0,0 1 0 0 0,-26 17-1 0 0,32-18-335 0 0,1-1 0 0 0,0 1 0 0 0,1 1-1 0 0,0 0 1 0 0,0 0 0 0 0,0 1 0 0 0,1-1-1 0 0,1 2 1 0 0,-1-1 0 0 0,2 1 0 0 0,-1 0-1 0 0,1 0 1 0 0,-5 15 0 0 0,9-22-27 0 0,1 1 1 0 0,-1-1-1 0 0,1 1 0 0 0,-1-1 1 0 0,1 1-1 0 0,0-1 0 0 0,0 1 1 0 0,1-1-1 0 0,-1 1 0 0 0,1-1 1 0 0,0 1-1 0 0,-1-1 0 0 0,2 1 1 0 0,-1-1-1 0 0,0 0 0 0 0,1 1 1 0 0,-1-1-1 0 0,1 0 0 0 0,0 0 1 0 0,3 4-1 0 0,-1-3 1 0 0,-1-1 0 0 0,1 1 0 0 0,-1 0 0 0 0,1-1 0 0 0,1 0 0 0 0,-1 0 0 0 0,0 0 0 0 0,1-1 0 0 0,-1 1 0 0 0,1-1 0 0 0,0 0 0 0 0,-1 0 0 0 0,9 1 0 0 0,2 0-2 0 0,0 0 0 0 0,0-2 0 0 0,1 0 0 0 0,-1-1 0 0 0,0 0 0 0 0,1-1 0 0 0,-1-1 0 0 0,0 0 0 0 0,0-2 0 0 0,0 1 0 0 0,0-2 0 0 0,-1 0 0 0 0,18-8 0 0 0,-29 11-6 0 0,1 0 0 0 0,0-1-1 0 0,-1 1 1 0 0,0 0 0 0 0,0-1 0 0 0,0 0-1 0 0,0 0 1 0 0,0 0 0 0 0,0 0 0 0 0,-1-1-1 0 0,1 1 1 0 0,-1-1 0 0 0,0 1 0 0 0,0-1 0 0 0,0 0-1 0 0,-1 0 1 0 0,1 0 0 0 0,0-6 0 0 0,-1 5-4 0 0,0 0-1 0 0,-1 0 1 0 0,1-1 0 0 0,-1 1 0 0 0,-1 0 0 0 0,1-1 0 0 0,-1 1-1 0 0,0 0 1 0 0,0 0 0 0 0,0 0 0 0 0,-1 0 0 0 0,0 0 0 0 0,0 0-1 0 0,-3-5 1 0 0,3 6-22 0 0,0 0-1 0 0,-1 0 0 0 0,0 0 1 0 0,1 0-1 0 0,-1 1 1 0 0,-1-1-1 0 0,1 1 0 0 0,0 0 1 0 0,-1 0-1 0 0,0 0 1 0 0,0 1-1 0 0,0-1 0 0 0,-8-3 1 0 0,6 3-107 0 0,0 2 1 0 0,-1-1-1 0 0,1 0 1 0 0,0 1-1 0 0,-1 1 1 0 0,1-1-1 0 0,0 1 1 0 0,-1 0 0 0 0,-10 1-1 0 0,8 0-255 0 0,1 1 0 0 0,-1 0-1 0 0,1 0 1 0 0,0 1 0 0 0,0 0 0 0 0,0 1 0 0 0,0-1 0 0 0,-9 8-1 0 0,8-5-891 0 0,0 0 0 0 0,1 0 0 0 0,-11 13 0 0 0,2 0-6902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5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86 11975 0 0,'1'-2'923'0'0,"8"-16"-798"0"0,-8 16 597 0 0,-1 0 0 0 0,1-1 0 0 0,-1 1 0 0 0,1-1 0 0 0,-1 1 0 0 0,0-1 0 0 0,0 1 0 0 0,0-1 0 0 0,-1-3 0 0 0,1 5-212 0 0,0-1 1 0 0,-1 1-1 0 0,1-1 1 0 0,-1 0-1 0 0,1 1 1 0 0,-1-1-1 0 0,0 1 1 0 0,0-1-1 0 0,0 1 1 0 0,0 0-1 0 0,0-1 0 0 0,0 1 1 0 0,0 0-1 0 0,-2-2 1 0 0,1 2-398 0 0,0-1 0 0 0,0 1 0 0 0,0 0 0 0 0,0 0 0 0 0,0 0 0 0 0,0 0 0 0 0,-4-1 0 0 0,-2 1 148 0 0,0-1 0 0 0,-1 1 0 0 0,1 1 0 0 0,0 0 0 0 0,0 0 0 0 0,0 0-1 0 0,-1 1 1 0 0,1 1 0 0 0,0-1 0 0 0,-9 4 0 0 0,-5 2-51 0 0,1 1-1 0 0,-30 16 1 0 0,32-14-103 0 0,0 0 0 0 0,-30 23 1 0 0,45-29-100 0 0,-1 0 1 0 0,0 0 0 0 0,1 0 0 0 0,0 1-1 0 0,0 0 1 0 0,0-1 0 0 0,1 1 0 0 0,-1 1 0 0 0,1-1-1 0 0,0 0 1 0 0,1 1 0 0 0,-1-1 0 0 0,1 1 0 0 0,-2 9-1 0 0,4-12-7 0 0,-1 0 0 0 0,1 0-1 0 0,0 0 1 0 0,0 0-1 0 0,0 0 1 0 0,0 0 0 0 0,1 0-1 0 0,-1 0 1 0 0,1 0-1 0 0,0 0 1 0 0,0 0 0 0 0,0 0-1 0 0,0-1 1 0 0,2 5 0 0 0,0-3-1 0 0,0 0 0 0 0,0 0 1 0 0,0-1-1 0 0,0 1 1 0 0,0-1-1 0 0,1 0 0 0 0,-1 0 1 0 0,7 4-1 0 0,2-1-2 0 0,-1 0-1 0 0,1 0 0 0 0,-1-1 1 0 0,2-1-1 0 0,23 6 1 0 0,-12-5-113 0 0,47 3 0 0 0,-59-8 52 0 0,1 0-1 0 0,-1 0 1 0 0,0-1-1 0 0,1-1 1 0 0,19-5-1 0 0,-29 6 46 0 0,-1 0 0 0 0,1 1 1 0 0,0-2-1 0 0,-1 1 0 0 0,1 0 0 0 0,-1-1 1 0 0,1 1-1 0 0,-1-1 0 0 0,0 1 0 0 0,0-1 0 0 0,0 0 1 0 0,0 0-1 0 0,0 0 0 0 0,0-1 0 0 0,0 1 1 0 0,0 0-1 0 0,1-4 0 0 0,-2 3 0 0 0,1-1-1 0 0,-1 1 1 0 0,0-1-1 0 0,0 0 1 0 0,-1 1-1 0 0,1-1 1 0 0,-1 0 0 0 0,1 0-1 0 0,-1 1 1 0 0,-1-1-1 0 0,0-7 1 0 0,0 4-171 0 0,-1-1-1 0 0,0 1 1 0 0,-1-1 0 0 0,1 1 0 0 0,-1 0-1 0 0,-1 0 1 0 0,1 0 0 0 0,-1 1 0 0 0,0-1-1 0 0,-1 1 1 0 0,0 0 0 0 0,-6-7 0 0 0,0 3-1379 0 0,1 1-367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28 24879 0 0,'-8'-27'6275'0'0,"9"30"-6190"0"0,-1-1 0 0 0,0 1 0 0 0,1 0 0 0 0,-1 0 0 0 0,0-1 0 0 0,0 1 0 0 0,-1 0 0 0 0,1 0 0 0 0,-1 2 0 0 0,-1 6 79 0 0,-35 486 435 0 0,28-434-836 0 0,5-43 129 0 0,4-19-83 0 0,0 1-372 0 0,-1 6 451 0 0,1-3-3036 0 0,5 6-3907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366 288 14279 0 0,'0'0'1103'0'0,"-1"-1"-720"0"0,-2-1 473 0 0,1 0 0 0 0,-1 0 0 0 0,0 1 0 0 0,0-1 0 0 0,0 1 0 0 0,0-1 0 0 0,0 1 0 0 0,0 0 0 0 0,0 0 0 0 0,0 1 0 0 0,-4-1 0 0 0,2 0-285 0 0,0 1 1 0 0,1 0 0 0 0,-1 1 0 0 0,0-1 0 0 0,1 1-1 0 0,-1 0 1 0 0,-4 1 0 0 0,-6 4-214 0 0,0 0-1 0 0,1 1 1 0 0,-22 14 0 0 0,30-17-256 0 0,-16 9-11 0 0,2 1 0 0 0,0 1-1 0 0,-33 33 1 0 0,43-38-62 0 0,1 1 0 0 0,0 0-1 0 0,0 0 1 0 0,1 1 0 0 0,0 0 0 0 0,1 1 0 0 0,1 0 0 0 0,-6 14 0 0 0,11-24-29 0 0,0 0 0 0 0,1-1 0 0 0,-1 1 0 0 0,0-1 0 0 0,1 1 0 0 0,0 0 0 0 0,0 0 0 0 0,-1-1 0 0 0,2 1 0 0 0,-1 0 0 0 0,0-1 0 0 0,0 1 0 0 0,1 0 0 0 0,0-1 0 0 0,-1 1 0 0 0,1 0 0 0 0,0-1 0 0 0,0 1 0 0 0,1-1 0 0 0,-1 0 0 0 0,3 4 0 0 0,-1-3 0 0 0,0 1 0 0 0,0-1 0 0 0,1 0 0 0 0,-1-1 0 0 0,1 1 0 0 0,0 0 0 0 0,0-1 0 0 0,0 0 0 0 0,0 0 0 0 0,0 0 0 0 0,0-1 0 0 0,5 2 0 0 0,4 0-80 0 0,0 0 1 0 0,-1-1-1 0 0,1-1 1 0 0,0 0-1 0 0,0 0 0 0 0,-1-1 1 0 0,1-1-1 0 0,0 0 1 0 0,14-4-1 0 0,-7 0-111 0 0,0 0 0 0 0,-1-1-1 0 0,1-1 1 0 0,35-19 0 0 0,-42 18-2 0 0,0-1-1 0 0,0-1 1 0 0,-1 0-1 0 0,-1 0 1 0 0,1-1 0 0 0,-2 0-1 0 0,1-1 1 0 0,8-13-1 0 0,2-7-57 0 0,-2 0-1 0 0,19-41 0 0 0,-31 60 262 0 0,-5 10 73 0 0,0 0 0 0 0,0-1 1 0 0,0 1-1 0 0,-1-1 0 0 0,0 1 1 0 0,1-1-1 0 0,-1 0 0 0 0,-1 0 0 0 0,2-5 1517 0 0,-3 12-1415 0 0,-9 19 27 0 0,1 0 0 0 0,1 1-1 0 0,-5 26 1 0 0,11-41-205 0 0,1 1 0 0 0,0-1 0 0 0,0 1 0 0 0,1-1 0 0 0,0 1 0 0 0,0-1 0 0 0,1 1 1 0 0,0-1-1 0 0,1 1 0 0 0,0-1 0 0 0,0 0 0 0 0,5 13 0 0 0,-4-16-4 0 0,0-1 0 0 0,0 1 0 0 0,0-1 1 0 0,0 0-1 0 0,0 0 0 0 0,1 0 0 0 0,0-1 0 0 0,0 1 1 0 0,0-1-1 0 0,0 0 0 0 0,1 0 0 0 0,-1 0 1 0 0,1-1-1 0 0,-1 0 0 0 0,1 0 0 0 0,0 0 0 0 0,7 2 1 0 0,-7-3-5 0 0,-1 0 1 0 0,1 0 0 0 0,-1 0 0 0 0,1 0 0 0 0,0-1-1 0 0,-1 0 1 0 0,1 0 0 0 0,-1 0 0 0 0,1-1-1 0 0,-1 0 1 0 0,1 0 0 0 0,-1 0 0 0 0,1 0-1 0 0,-1 0 1 0 0,0-1 0 0 0,1 0 0 0 0,-1 0-1 0 0,0 0 1 0 0,7-5 0 0 0,-4 0 0 0 0,-1 1 0 0 0,1-1 0 0 0,-1-1 0 0 0,0 1 0 0 0,-1-1 0 0 0,8-14 0 0 0,22-55 0 0 0,-1 0 0 0 0,-28 66 0 0 0,-19 41 84 0 0,9-16-37 0 0,2 0 0 0 0,-1 0-1 0 0,2 0 1 0 0,0 0 0 0 0,1 0 0 0 0,2 27-1 0 0,-1-35-40 0 0,0-1 1 0 0,0 1-1 0 0,1 0 0 0 0,0 0 0 0 0,0-1 0 0 0,0 1 0 0 0,0-1 0 0 0,1 1 1 0 0,0-1-1 0 0,0 0 0 0 0,1 0 0 0 0,-1-1 0 0 0,1 1 0 0 0,0-1 0 0 0,0 1 1 0 0,1-1-1 0 0,-1 0 0 0 0,10 5 0 0 0,-2-3-6 0 0,1 0 0 0 0,0-2 0 0 0,-1 1 0 0 0,2-2 0 0 0,-1 0 0 0 0,0 0 0 0 0,1-1 0 0 0,-1-1 0 0 0,27-1 0 0 0,-34 0 2 0 0,1 0 1 0 0,-1-1-1 0 0,0 0 0 0 0,0 0 1 0 0,1 0-1 0 0,-1-1 1 0 0,0 0-1 0 0,0 0 0 0 0,-1-1 1 0 0,1 0-1 0 0,0 0 0 0 0,-1 0 1 0 0,0-1-1 0 0,0 1 1 0 0,0-1-1 0 0,0 0 0 0 0,0-1 1 0 0,-1 1-1 0 0,0-1 0 0 0,0 0 1 0 0,0 0-1 0 0,-1 0 1 0 0,1-1-1 0 0,-1 1 0 0 0,0-1 1 0 0,2-8-1 0 0,3-11 11 0 0,-1 0-1 0 0,-2 0 1 0 0,-1-1 0 0 0,0 1 0 0 0,-2-1-1 0 0,-1 0 1 0 0,-3-32 0 0 0,-32-181-206 0 0,30 214 109 0 0,-2-1-1569 0 0,5 24 673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18 23639 0 0,'-4'-5'358'0'0,"-6"-7"1428"0"0,10 12-1776 0 0,-1 0-1 0 0,1 0 1 0 0,0 0-1 0 0,0 0 1 0 0,0 0-1 0 0,0 0 1 0 0,0 0-1 0 0,0 0 1 0 0,-1-1-1 0 0,1 1 1 0 0,0 0-1 0 0,0 0 1 0 0,0 0 0 0 0,0 0-1 0 0,0 0 1 0 0,-1 0-1 0 0,1 0 1 0 0,0 0-1 0 0,0 0 1 0 0,0 0-1 0 0,0 0 1 0 0,0 0-1 0 0,-1 0 1 0 0,1 0-1 0 0,0 0 1 0 0,0 0-1 0 0,0 0 1 0 0,0 0 0 0 0,0 0-1 0 0,-1 1 1 0 0,1-1-1 0 0,0 0 1 0 0,0 0-1 0 0,0 0 1 0 0,0 0-1 0 0,0 0 1 0 0,0 0-1 0 0,-1 0 1 0 0,1 1-1 0 0,-2 3 19 0 0,1 0 0 0 0,-1 0 0 0 0,1 0 0 0 0,0 0 0 0 0,0 1 0 0 0,0-1-1 0 0,0 6 1 0 0,0 0 57 0 0,-7 40 212 0 0,-39 298 1677 0 0,33-102-607 0 0,28 382 1 0 0,11-322-1126 0 0,8 111-11 0 0,-31-352-146 0 0,-2 1 1 0 0,-10 82-1 0 0,9-145-76 0 0,1 1-1 0 0,-1 0 1 0 0,0-1-1 0 0,0 1 1 0 0,0-1-1 0 0,-2 5 1 0 0,-4 0 3 0 0,6-7-25 0 0,1-1 1 0 0,-1 1-1 0 0,0-1 1 0 0,0 0-1 0 0,1 1 1 0 0,-1-1-1 0 0,0 0 1 0 0,0 0-1 0 0,0 1 1 0 0,1-1-1 0 0,-1 0 1 0 0,0 0-1 0 0,0 0 1 0 0,0 0-1 0 0,1 0 1 0 0,-1 0-1 0 0,0 0 1 0 0,0 0-1 0 0,0 0 1 0 0,0-1-1 0 0,1 1 1 0 0,-1 0-1 0 0,0 0 1 0 0,0-1-1 0 0,1 1 1 0 0,-1-1-1 0 0,0 1 1 0 0,1 0-1 0 0,-1-1 1 0 0,0 1-1 0 0,1-1 1 0 0,-1 0-1 0 0,0 1 1 0 0,1-1-1 0 0,-1 1 1 0 0,1-1-1 0 0,-1 0 1 0 0,0-1-1 0 0,-1-2-96 0 0,-1 0-1 0 0,1 0 1 0 0,-1 0 0 0 0,1-1-1 0 0,-2-6 1 0 0,0-2-279 0 0,1 0 1 0 0,1-1-1 0 0,0 1 1 0 0,0-1-1 0 0,1-18 1 0 0,3 2-3925 0 0,6-39 0 0 0,2 2-4395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07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207 400 16703 0 0,'0'-8'129'0'0,"1"0"-1"0"0,1 0 0 0 0,-1 0 0 0 0,1 0 1 0 0,1 0-1 0 0,-1 1 0 0 0,1-1 0 0 0,1 1 1 0 0,0 0-1 0 0,0 0 0 0 0,0 0 0 0 0,0 0 1 0 0,1 1-1 0 0,8-9 0 0 0,73-63 2902 0 0,-70 67-2338 0 0,0 0-1 0 0,1 0 1 0 0,35-15-1 0 0,10 2 51 0 0,1 3 0 0 0,0 3 0 0 0,2 3-1 0 0,70-8 1 0 0,268-9-75 0 0,-370 31-627 0 0,229-3 25 0 0,-85 4-55 0 0,980-5 200 0 0,-939 8-191 0 0,592 12 29 0 0,652 19 16 0 0,-1182-29-64 0 0,168 4 0 0 0,-203-3 0 0 0,221 9 0 0 0,-218 1 0 0 0,630 47 0 0 0,311 17 0 0 0,-810-60 0 0 0,-253-17 75 0 0,-124-3-22 0 0,-1 0 0 0 0,7 1-31 0 0,-6 0 160 0 0,-4 1-123 0 0,-7 10-45 0 0,1 0 1 0 0,0 1-1 0 0,0-1 0 0 0,2 2 1 0 0,-7 16-1 0 0,7-16-24 0 0,-23 62 188 0 0,3 2 0 0 0,-25 127 0 0 0,2 167 351 0 0,32 97-257 0 0,16-401-260 0 0,3 43 41 0 0,27 191 1 0 0,46 104 73 0 0,-52-294-52 0 0,-20-98-49 0 0,21 124 149 0 0,-21-111-91 0 0,-2 0 1 0 0,0 0-1 0 0,-4 35 1 0 0,2-51-16 0 0,-1-1-5 0 0,0-7-11 0 0,2-2-50 0 0,-1-1-1 0 0,1 1 0 0 0,-1 0 1 0 0,0-1-1 0 0,1 1 0 0 0,-1-1 1 0 0,0 0-1 0 0,1 1 0 0 0,-1-1 1 0 0,0 0-1 0 0,1 1 1 0 0,-1-1-1 0 0,0 0 0 0 0,0 0 1 0 0,0 1-1 0 0,1-1 0 0 0,-1 0 1 0 0,0 0-1 0 0,0 0 0 0 0,0 0 1 0 0,0 0-1 0 0,1 0 0 0 0,-1 0 1 0 0,-1-1-1 0 0,-1 0 14 0 0,-5 0 11 0 0,0 0 1 0 0,0-1-1 0 0,1 0 1 0 0,-1-1-1 0 0,1 0 1 0 0,-1 0-1 0 0,-7-5 1 0 0,4 3-27 0 0,0 0 1 0 0,-16-5-1 0 0,3 4-2 0 0,-1 2-1 0 0,0 0 1 0 0,-46 0 0 0 0,-77 11-66 0 0,84-3 59 0 0,56-3 4 0 0,-789 27-56 0 0,-387-55-36 0 0,213 1 24 0 0,-1108 29 72 0 0,1307 9-3 0 0,171-5 18 0 0,401-3 5 0 0,-819 12 148 0 0,2-24-13 0 0,886 2-105 0 0,-89-1 37 0 0,213 8-73 0 0,-1-1 0 0 0,1 1 0 0 0,-1 0 1 0 0,-12 4-1 0 0,19-5-258 0 0,4 15-467 0 0,-2-13 571 0 0,0 0-1 0 0,0 0 1 0 0,0 0-1 0 0,0 0 1 0 0,0 0-1 0 0,1 0 1 0 0,-1 0-1 0 0,0 0 1 0 0,1 0-1 0 0,-1-1 1 0 0,1 1-1 0 0,0-1 1 0 0,2 2-1 0 0,17 10-1612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3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115 270 7367 0 0,'2'-1'12663'0'0,"11"-6"-11491"0"0,0-1 0 0 0,-1 0 0 0 0,16-13 1 0 0,-14 8-1089 0 0,0 0 1 0 0,-2 0-1 0 0,0-1 1 0 0,0-1-1 0 0,-1 0 1 0 0,-1-1-1 0 0,-1 0 1 0 0,11-22-1 0 0,-19 34-75 0 0,1 0 0 0 0,-1-1-1 0 0,0 1 1 0 0,0 0 0 0 0,0-1-1 0 0,0 1 1 0 0,-1-1 0 0 0,1-6-1 0 0,-1 10-4 0 0,0 0 0 0 0,-1 0-1 0 0,1 0 1 0 0,0 0 0 0 0,0 0-1 0 0,0 0 1 0 0,-1 0 0 0 0,1 0-1 0 0,-1 0 1 0 0,1 0 0 0 0,0 0-1 0 0,-1 0 1 0 0,0 0-1 0 0,1 0 1 0 0,-1 0 0 0 0,0 0-1 0 0,1 0 1 0 0,-1 1 0 0 0,0-1-1 0 0,0 0 1 0 0,0 0 0 0 0,0 1-1 0 0,1-1 1 0 0,-1 1-1 0 0,0-1 1 0 0,0 1 0 0 0,0-1-1 0 0,0 1 1 0 0,0-1 0 0 0,-1 1-1 0 0,1 0 1 0 0,0 0 0 0 0,0 0-1 0 0,0-1 1 0 0,0 1 0 0 0,0 0-1 0 0,0 0 1 0 0,0 0-1 0 0,-2 1 1 0 0,-4 0 35 0 0,1 0 1 0 0,-1 1-1 0 0,0 0 0 0 0,0 0 1 0 0,1 1-1 0 0,0-1 1 0 0,-1 1-1 0 0,-5 5 0 0 0,0-1 75 0 0,0 1 0 0 0,1 0 1 0 0,-11 12-1 0 0,3-3 73 0 0,2 2 0 0 0,0 0 0 0 0,1 1 0 0 0,1 0 0 0 0,1 1 0 0 0,1 1 1 0 0,1 0-1 0 0,-11 28 0 0 0,22-47-181 0 0,-1 0-1 0 0,1 1 1 0 0,0-1 0 0 0,1 1 0 0 0,-1 0-1 0 0,1-1 1 0 0,0 1 0 0 0,-1 0 0 0 0,2-1 0 0 0,-1 1-1 0 0,0-1 1 0 0,1 1 0 0 0,-1 0 0 0 0,1-1 0 0 0,0 1-1 0 0,0-1 1 0 0,1 1 0 0 0,-1-1 0 0 0,1 0-1 0 0,-1 0 1 0 0,1 1 0 0 0,0-1 0 0 0,1 0 0 0 0,-1-1-1 0 0,0 1 1 0 0,1 0 0 0 0,5 4 0 0 0,-2-3-115 0 0,0 0-1 0 0,0 0 1 0 0,0-1 0 0 0,0 1 0 0 0,1-1 0 0 0,0-1-1 0 0,0 0 1 0 0,-1 0 0 0 0,1 0 0 0 0,0 0 0 0 0,0-1-1 0 0,1-1 1 0 0,12 1 0 0 0,9-3-1181 0 0,-1-2 0 0 0,37-9 0 0 0,5 0-1933 0 0,2 0 1139 0 0,-5-4-11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3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36 8287 0 0,'-5'-6'264'0'0,"-1"1"-1"0"0,-1-1 1 0 0,1 1-1 0 0,-13-8 14987 0 0,24 13-15052 0 0,0 0-1 0 0,0 1 1 0 0,-1 0 0 0 0,1 0-1 0 0,0 1 1 0 0,0-1-1 0 0,0 1 1 0 0,5 3 0 0 0,37 23 293 0 0,-19-10-177 0 0,-3-3-152 0 0,0 1 1 0 0,-2 2-1 0 0,0 1 1 0 0,-1 0-1 0 0,0 2 0 0 0,26 33 1 0 0,-10-4-76 0 0,62 107 1 0 0,-84-126-67 0 0,-1 1 0 0 0,-1 1 0 0 0,-2 0 0 0 0,-2 1 0 0 0,-1 0 0 0 0,-1 0 0 0 0,-2 1 0 0 0,-1 0 0 0 0,-2 0 0 0 0,-2 0 0 0 0,-3 41 0 0 0,0-30 53 0 0,-15 72-1 0 0,12-97-51 0 0,0-1-1 0 0,-2 0 1 0 0,0 0-1 0 0,-1 0 1 0 0,-19 31-1 0 0,-37 47-4449 0 0,51-81-4552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3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18 11975 0 0,'-1'0'139'0'0,"-7"-7"711"0"0,-2-4 549 0 0,8 12-1023 0 0,0 0-1 0 0,1-1 0 0 0,-1 1 1 0 0,1 0-1 0 0,-1 0 0 0 0,1 0 1 0 0,-1 0-1 0 0,1 0 0 0 0,-2 1 1 0 0,-1 3-26 0 0,0 0 1 0 0,1 0-1 0 0,-1 1 1 0 0,1-1 0 0 0,0 0-1 0 0,1 1 1 0 0,-1 0 0 0 0,-1 7-1 0 0,-3 4 261 0 0,-7 17 288 0 0,-53 129 1799 0 0,14 4-1348 0 0,46-133-938 0 0,-5 67 1 0 0,12-101-413 0 0,0 0 0 0 0,0 0 0 0 0,0 1 0 0 0,-1-1 0 0 0,1 0 0 0 0,0 0 0 0 0,0 0 0 0 0,0 0 0 0 0,0 0 0 0 0,0 1 0 0 0,0-1 0 0 0,0 0 0 0 0,0 0 0 0 0,0 0 0 0 0,0 0 0 0 0,0 1 0 0 0,0-1 0 0 0,0 0 0 0 0,1 0 0 0 0,-1 0 0 0 0,0 0 0 0 0,0 0 0 0 0,0 1 0 0 0,0-1 0 0 0,0 0 0 0 0,0 0 0 0 0,0 0 0 0 0,0 0 0 0 0,0 0 0 0 0,0 0 0 0 0,1 1 0 0 0,-1-1 0 0 0,0 0 0 0 0,0 0 0 0 0,0 0 0 0 0,0 0 0 0 0,0 0 0 0 0,1 0 0 0 0,-1 0 0 0 0,1-1-3 0 0,1 0 1 0 0,-1 0-1 0 0,0 0 0 0 0,1 0 1 0 0,-1 0-1 0 0,0 0 0 0 0,0-1 1 0 0,0 1-1 0 0,0-1 0 0 0,0 1 1 0 0,1-3-1 0 0,11-22-29 0 0,29-86-62 0 0,-14 34 24 0 0,-6 21-1 0 0,3 2 1 0 0,41-67-1 0 0,-55 106 59 0 0,-11 15 9 0 0,1 1 1 0 0,-1-1-1 0 0,0 1 0 0 0,1-1 0 0 0,-1 1 1 0 0,0 0-1 0 0,1-1 0 0 0,-1 1 1 0 0,0 0-1 0 0,1-1 0 0 0,-1 1 0 0 0,1 0 1 0 0,-1-1-1 0 0,1 1 0 0 0,-1 0 0 0 0,1 0 1 0 0,-1-1-1 0 0,1 1 0 0 0,-1 0 1 0 0,1 0-1 0 0,0 0 0 0 0,0 1-1 0 0,0 0 0 0 0,0-1 0 0 0,0 1 0 0 0,0 0 0 0 0,0 0 0 0 0,0 0 1 0 0,-1 1-1 0 0,1-1 0 0 0,0 0 0 0 0,-1 0 0 0 0,1 0 0 0 0,0 1 0 0 0,-1-1 0 0 0,0 0 0 0 0,1 0 0 0 0,-1 2 0 0 0,7 26 94 0 0,6 64 392 0 0,-11-62-364 0 0,2-1 0 0 0,2 1-1 0 0,10 35 1 0 0,-12-57-218 0 0,0 0 1 0 0,0 0-1 0 0,1-1 1 0 0,0 0-1 0 0,0 0 0 0 0,1 0 1 0 0,0-1-1 0 0,0 1 1 0 0,1-1-1 0 0,10 8 0 0 0,-10-9-753 0 0,1-1-1 0 0,-1 0 0 0 0,1 0 0 0 0,0 0 0 0 0,1-1 0 0 0,13 4 0 0 0,-4-4-6961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39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4143 0 0,'-1'2'8170'0'0,"-4"31"-3420"0"0,5 22-1860 0 0,1-28-1893 0 0,20 562 4177 0 0,-5-280-4442 0 0,-2 490 56 0 0,-48-75-533 0 0,-80 565 373 0 0,39-569 539 0 0,22 519 135 0 0,76-659-1225 0 0,-6-249-79 0 0,-11-93-1810 0 0,-6-216-2245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4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9 186 15199 0 0,'0'0'1172'0'0,"-1"-1"-765"0"0,0 1-374 0 0,1 0 0 0 0,-1-1 0 0 0,1 1-1 0 0,0 0 1 0 0,-1-1 0 0 0,1 1 0 0 0,-1-1 0 0 0,1 1 0 0 0,-1 0 0 0 0,1-1 0 0 0,0 1-1 0 0,-1-1 1 0 0,1 1 0 0 0,0-1 0 0 0,0 0 0 0 0,-1 1 0 0 0,1-1 0 0 0,0 1 0 0 0,0-1-1 0 0,0 1 1 0 0,0-1 0 0 0,0 0 0 0 0,0 1 0 0 0,0-1 0 0 0,0 1 0 0 0,0-1 0 0 0,0 0-1 0 0,0 0 1 0 0,0 0 199 0 0,1 0-47 0 0,-1 0 1 0 0,0-1-1 0 0,1 1 0 0 0,-1 0 1 0 0,1 0-1 0 0,0-1 0 0 0,-1 1 0 0 0,1 0 1 0 0,0 0-1 0 0,0 0 0 0 0,0 0 0 0 0,0 0 1 0 0,0 0-1 0 0,0 0 0 0 0,0 1 0 0 0,0-1 1 0 0,2-1-1 0 0,-1 0 155 0 0,5-2-332 0 0,1-1 1 0 0,-1 1-1 0 0,1 0 1 0 0,0 0-1 0 0,0 1 0 0 0,1 0 1 0 0,-1 0-1 0 0,0 1 1 0 0,17-2-1 0 0,6 1 463 0 0,44 2-1 0 0,-53 1-286 0 0,200 13 926 0 0,-61 0-756 0 0,664-7 330 0 0,-459-9-120 0 0,887-17 238 0 0,-2-28-108 0 0,-897 28-673 0 0,223-7 22 0 0,-245 18 28 0 0,179-3 189 0 0,0 18-63 0 0,-476-4-167 0 0,906 47 959 0 0,-716-33-887 0 0,263 23 188 0 0,-106 16 195 0 0,-365-52-449 0 0,7 1 74 0 0,44 3 0 0 0,-58-6-43 0 0,-8-1 170 0 0,-11-9-191 0 0,7 6-85 0 0,-28-21-907 0 0,17 14-3293 0 0,7 6-43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4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7367 0 0,'-2'0'568'0'0,"-4"0"1309"0"0,-26 3 17265 0 0,38 16-17864 0 0,-2-15-1171 0 0,-1 1-1 0 0,0-1 0 0 0,1-1 1 0 0,0 1-1 0 0,0 0 0 0 0,0-1 1 0 0,1 0-1 0 0,-1 0 1 0 0,1 0-1 0 0,-1-1 0 0 0,1 1 1 0 0,0-1-1 0 0,6 2 0 0 0,9 2-94 0 0,0-1 1 0 0,22 2-1 0 0,-23-4 66 0 0,-15-2-76 0 0,48 8-76 0 0,0 2-1 0 0,74 25 1 0 0,-123-34 58 0 0,0-1 0 0 0,0 1 0 0 0,0 0 0 0 0,0-1 0 0 0,4 4 0 0 0,-6-4 13 0 0,-1-1 0 0 0,1 1 0 0 0,0-1 0 0 0,0 1 1 0 0,0 0-1 0 0,-1-1 0 0 0,1 1 0 0 0,0 0 0 0 0,-1 0 0 0 0,1 0 0 0 0,0 0 0 0 0,-1-1 0 0 0,1 1 0 0 0,-1 0 1 0 0,0 0-1 0 0,1 0 0 0 0,-1 0 0 0 0,0 0 0 0 0,1 0 0 0 0,-1 0 0 0 0,0 0 0 0 0,0 0 0 0 0,0 0 0 0 0,0 0 1 0 0,0 0-1 0 0,0 0 0 0 0,0 0 0 0 0,0 0 0 0 0,-1 0 0 0 0,1 0 0 0 0,0 0 0 0 0,-1 2 0 0 0,0-1 10 0 0,-1 0-1 0 0,1 0 0 0 0,-1 0 0 0 0,0 0 0 0 0,0 0 1 0 0,1 0-1 0 0,-1-1 0 0 0,-3 3 0 0 0,4-4-1 0 0,-14 11 84 0 0,0-1 0 0 0,-2 0-1 0 0,-26 10 1 0 0,-55 17 155 0 0,76-29-213 0 0,-94 26 105 0 0,64-19-646 0 0,37-10-169 0 0,19 3-4823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4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607 196 5527 0 0,'4'-5'-6'0'0,"-1"0"-1"0"0,1 1 1 0 0,-1-2-1 0 0,4-7 0 0 0,-4 8 1124 0 0,-1-1 0 0 0,1 0 0 0 0,-1 0 0 0 0,-1 0 0 0 0,1 0 0 0 0,-1-1 0 0 0,0-9 0 0 0,-1 12-378 0 0,0 0-1 0 0,0 0 1 0 0,0 0 0 0 0,-1 0-1 0 0,0 1 1 0 0,1-1 0 0 0,-1 0-1 0 0,-1 1 1 0 0,1-1-1 0 0,0 1 1 0 0,-1-1 0 0 0,0 1-1 0 0,-2-4 1 0 0,1 4-515 0 0,1 0 0 0 0,0 1 0 0 0,-1-1 0 0 0,1 1 0 0 0,-1 0 0 0 0,0 0 0 0 0,0 0 0 0 0,0 0 0 0 0,0 0 0 0 0,-3-1 0 0 0,-8-2 224 0 0,0 1 0 0 0,-1 0-1 0 0,1 0 1 0 0,0 2 0 0 0,-1 0 0 0 0,0 1 0 0 0,1 0-1 0 0,-1 1 1 0 0,0 1 0 0 0,-22 3 0 0 0,0 3-270 0 0,1 1 0 0 0,-70 26 0 0 0,98-31-174 0 0,-1 1-1 0 0,0 0 1 0 0,1 0-1 0 0,0 1 1 0 0,0 1 0 0 0,1-1-1 0 0,-1 1 1 0 0,1 0-1 0 0,-7 8 1 0 0,12-12-3 0 0,0 0 0 0 0,1 0 0 0 0,-1 1 0 0 0,0-1 0 0 0,1 1 1 0 0,-1-1-1 0 0,1 1 0 0 0,0 0 0 0 0,0-1 0 0 0,0 1 0 0 0,0 0 0 0 0,0 0 0 0 0,1 0 0 0 0,-1 0 0 0 0,1 0 0 0 0,0-1 1 0 0,0 1-1 0 0,0 0 0 0 0,0 0 0 0 0,0 0 0 0 0,1 0 0 0 0,-1 0 0 0 0,1 0 0 0 0,0 0 0 0 0,0 0 0 0 0,0-1 0 0 0,0 1 1 0 0,1 0-1 0 0,-1-1 0 0 0,1 1 0 0 0,-1-1 0 0 0,3 4 0 0 0,2 0-1 0 0,0 0 0 0 0,0 0 0 0 0,0 0 0 0 0,0-1 0 0 0,11 8 0 0 0,39 19 0 0 0,-39-23 0 0 0,79 36 0 0 0,7 4 0 0 0,-88-40 0 0 0,0 0 0 0 0,-1 1 0 0 0,0 0 0 0 0,18 18 0 0 0,-23-18 0 0 0,-9-10 0 0 0,1 1 0 0 0,0-1 0 0 0,-1 1 0 0 0,1 0 0 0 0,-1-1 0 0 0,1 1 0 0 0,-1 0 0 0 0,1-1 0 0 0,-1 1 0 0 0,0 0 0 0 0,1 0 0 0 0,-1 0 0 0 0,0-1 0 0 0,0 1 0 0 0,1 0 0 0 0,-1 0 0 0 0,0 0 0 0 0,0 0 0 0 0,0 0 0 0 0,0-1 0 0 0,0 1 0 0 0,0 0 0 0 0,0 0 0 0 0,0 0 0 0 0,-1 0 0 0 0,1-1 0 0 0,0 1 0 0 0,0 0 0 0 0,-1 0 0 0 0,1 0 0 0 0,0-1 0 0 0,-1 1 0 0 0,1 0 0 0 0,-1 0 0 0 0,1-1 0 0 0,-1 1 0 0 0,1 0 0 0 0,-2 0 0 0 0,0 1 0 0 0,0 1 0 0 0,0-1 0 0 0,-1 0 0 0 0,1 0 0 0 0,0 0 0 0 0,-1 0 0 0 0,0 0 0 0 0,1 0 0 0 0,-1-1 0 0 0,0 1 0 0 0,0-1 0 0 0,0 0 0 0 0,-6 2 0 0 0,-40 6 0 0 0,39-7 0 0 0,-43 3-5 0 0,-1-1 0 0 0,1-3 0 0 0,-73-8 0 0 0,103 5-490 0 0,0 0 0 0 0,0-2 0 0 0,0-1 0 0 0,-42-14 0 0 0,46 9-738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42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57 20559 0 0,'-2'-2'201'0'0,"0"0"0"0"0,0 0-1 0 0,1 0 1 0 0,-1-1 0 0 0,1 1-1 0 0,-1-1 1 0 0,1 1 0 0 0,-2-6 0 0 0,2 7-128 0 0,1 0 0 0 0,0-1 0 0 0,-1 1 0 0 0,1-1 1 0 0,0 1-1 0 0,0 0 0 0 0,0-1 0 0 0,0 1 1 0 0,0 0-1 0 0,0-1 0 0 0,0 1 0 0 0,1-1 0 0 0,-1 1 1 0 0,0 0-1 0 0,1 0 0 0 0,-1-1 0 0 0,1 1 0 0 0,0 0 1 0 0,-1 0-1 0 0,3-3 1057 0 0,7 9 317 0 0,-5-1-1243 0 0,-1 1-1 0 0,1-1 0 0 0,-1 1 1 0 0,0-1-1 0 0,0 1 1 0 0,0 1-1 0 0,-1-1 0 0 0,1 0 1 0 0,-1 1-1 0 0,-1-1 1 0 0,4 11-1 0 0,2 6 197 0 0,7 40-1 0 0,-5-7-247 0 0,-2-1 0 0 0,-3 1 0 0 0,-2 1 0 0 0,-6 93 0 0 0,2-144-525 0 0,1 0 0 0 0,-1 0 0 0 0,0 0 1 0 0,-1 0-1 0 0,1 0 0 0 0,-1 0 0 0 0,0 0 0 0 0,-4 7 0 0 0,5-10 211 0 0,0-1 0 0 0,0 1-1 0 0,0-1 1 0 0,0 1 0 0 0,-1-1 0 0 0,1 0 0 0 0,-1 1-1 0 0,1-1 1 0 0,-1 0 0 0 0,1 0 0 0 0,-1 0-1 0 0,1 0 1 0 0,-1 0 0 0 0,0-1 0 0 0,0 1 0 0 0,0 0-1 0 0,1-1 1 0 0,-1 1 0 0 0,0-1 0 0 0,0 0-1 0 0,0 0 1 0 0,0 1 0 0 0,0-1 0 0 0,0 0 0 0 0,1-1-1 0 0,-4 1 1 0 0,-6-3-1950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4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22 276 20935 0 0,'-2'-1'960'0'0,"-6"-3"-21"0"0,7 4-845 0 0,1-1 0 0 0,-1 1 1 0 0,0-1-1 0 0,0 1 0 0 0,0-1 1 0 0,0 0-1 0 0,1 1 0 0 0,-1-1 1 0 0,0 0-1 0 0,0 0 0 0 0,1 1 1 0 0,-1-1-1 0 0,0-1 0 0 0,1 1-30 0 0,0 1 0 0 0,0 0 0 0 0,-1-1 0 0 0,1 1-1 0 0,0-1 1 0 0,0 1 0 0 0,0-1 0 0 0,0 1-1 0 0,0 0 1 0 0,0-1 0 0 0,0 1 0 0 0,0-1 0 0 0,1 1-1 0 0,-1-1 1 0 0,0 1 0 0 0,0 0 0 0 0,0-1 0 0 0,0 1-1 0 0,0-1 1 0 0,1 1 0 0 0,-1-1 0 0 0,2 0 157 0 0,-1-1 0 0 0,1 1 0 0 0,-1-1 0 0 0,1 1 1 0 0,-1 0-1 0 0,1-1 0 0 0,4-1 0 0 0,-4 2-221 0 0,19-11 628 0 0,0 2-1 0 0,0 0 0 0 0,36-10 1 0 0,-18 6-338 0 0,116-30 190 0 0,-32 10-240 0 0,163-41-3216 0 0,-264 70 2153 0 0,32-7-8986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44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6013 9671 0 0,'0'0'440'0'0,"0"-8"151"0"0,4-28-9 0 0,1 15 3898 0 0,17-40 0 0 0,-16 44-4347 0 0,40-85 3110 0 0,3-8-1465 0 0,20-111-274 0 0,-51 160-1251 0 0,91-429 708 0 0,-68 280-758 0 0,-34 178-184 0 0,48-256 201 0 0,69-299 237 0 0,-54 305-252 0 0,3-17-63 0 0,-6 52-52 0 0,25-83-52 0 0,158-440 15 0 0,-225 695-53 0 0,171-447 0 0 0,-128 370 22 0 0,103-225 144 0 0,18 8-10 0 0,-166 327-62 0 0,3 1 1 0 0,1 2-1 0 0,2 0 1 0 0,44-45-1 0 0,-62 74-76 0 0,1 0 0 0 0,0 0 0 0 0,1 1 0 0 0,-1 1 0 0 0,2 0 0 0 0,-1 0 0 0 0,1 2 0 0 0,1 0 0 0 0,-1 0 0 0 0,1 1 0 0 0,0 1 0 0 0,20-3 0 0 0,-22 5-17 0 0,1 1 0 0 0,-1 1 0 0 0,0 0 0 0 0,0 0 0 0 0,0 1-1 0 0,0 1 1 0 0,0 0 0 0 0,0 1 0 0 0,0 1 0 0 0,0 0 0 0 0,-1 0 0 0 0,0 1 0 0 0,0 1 0 0 0,20 12 0 0 0,3 7-1 0 0,49 43 0 0 0,25 38 0 0 0,-35-32 0 0 0,1 0 0 0 0,-3 4 0 0 0,76 106 0 0 0,-86-96 1 0 0,145 192 9 0 0,100 142 43 0 0,-103-122-9 0 0,-94-140-16 0 0,58 82-28 0 0,111 166 0 0 0,2-10 0 0 0,-53-80 50 0 0,42 54-36 0 0,263 289 46 0 0,114 52 84 0 0,-528-591-100 0 0,128 128 70 0 0,12-13-9 0 0,-22-40-48 0 0,181 153-61 0 0,-122-125-313 0 0,-249-189-1155 0 0,-30-21-6908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53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196 138 7831 0 0,'0'0'13226'0'0,"1"2"-12541"0"0,0 3-470 0 0,0 1 0 0 0,0-1 0 0 0,-1 1 0 0 0,0 0 0 0 0,1-1 0 0 0,-2 1 0 0 0,1 0 1 0 0,-1-1-1 0 0,0 1 0 0 0,0 0 0 0 0,-1-1 0 0 0,1 1 0 0 0,-1-1 0 0 0,0 0 0 0 0,-1 0 0 0 0,1 0 0 0 0,-1 0 0 0 0,0 0 0 0 0,0 0 1 0 0,-1-1-1 0 0,-7 8 0 0 0,8-8-136 0 0,-1 0 0 0 0,0 0 0 0 0,0 0 1 0 0,0 0-1 0 0,-1-1 0 0 0,1 0 0 0 0,-1 0 1 0 0,0 0-1 0 0,0-1 0 0 0,0 0 0 0 0,0 0 1 0 0,0 0-1 0 0,0 0 0 0 0,-1-1 0 0 0,1 0 1 0 0,-1 0-1 0 0,1 0 0 0 0,-1-1 0 0 0,1 1 1 0 0,-1-1-1 0 0,1-1 0 0 0,-11-1 0 0 0,13 1-62 0 0,1 1 0 0 0,0-1 0 0 0,0 0 0 0 0,0 0 0 0 0,0 0 0 0 0,1 0 0 0 0,-1-1-1 0 0,0 1 1 0 0,0 0 0 0 0,1-1 0 0 0,-1 1 0 0 0,1-1 0 0 0,-1 0 0 0 0,1 1 0 0 0,-1-1 0 0 0,1 0-1 0 0,0 0 1 0 0,0 0 0 0 0,0 0 0 0 0,0 0 0 0 0,1 0 0 0 0,-1 0 0 0 0,0 0 0 0 0,1 0-1 0 0,-1-1 1 0 0,1 1 0 0 0,0 0 0 0 0,0-5 0 0 0,0 1-19 0 0,0 0 0 0 0,1 0 0 0 0,0 0 0 0 0,0 0 1 0 0,0 0-1 0 0,1 0 0 0 0,-1 0 0 0 0,1 1 0 0 0,4-8 0 0 0,1 1-13 0 0,0 1 1 0 0,0 1-1 0 0,1 0 0 0 0,0 0 1 0 0,1 0-1 0 0,16-14 1 0 0,-18 18 9 0 0,1 0 1 0 0,-1 1-1 0 0,1 0 1 0 0,0 1-1 0 0,0-1 1 0 0,0 1-1 0 0,1 1 1 0 0,0 0-1 0 0,-1 0 1 0 0,13-2-1 0 0,-19 5 6 0 0,0 0 0 0 0,1-1 0 0 0,-1 1 0 0 0,0 0 0 0 0,0 0 0 0 0,1 0 0 0 0,-1 1 0 0 0,0-1 0 0 0,0 1 0 0 0,1-1 0 0 0,-1 1 0 0 0,0 0 0 0 0,0-1 0 0 0,0 1 0 0 0,0 0 0 0 0,0 0 0 0 0,4 3 0 0 0,-4-2 9 0 0,0 0-1 0 0,0 1 0 0 0,0-1 0 0 0,0 1 0 0 0,0-1 0 0 0,-1 1 0 0 0,1-1 0 0 0,-1 1 0 0 0,0 0 0 0 0,1 0 1 0 0,0 5-1 0 0,0-1 12 0 0,-1 0 0 0 0,0 0 1 0 0,0 0-1 0 0,-1 0 0 0 0,0-1 1 0 0,0 1-1 0 0,0 0 1 0 0,-1 0-1 0 0,0 0 0 0 0,-4 12 1 0 0,3-14-12 0 0,0 0 0 0 0,0-1 1 0 0,0 1-1 0 0,0-1 1 0 0,-1 0-1 0 0,0 0 0 0 0,1 0 1 0 0,-2 0-1 0 0,1 0 0 0 0,0 0 1 0 0,-1-1-1 0 0,-5 4 0 0 0,6-4-2 0 0,-1-1-1 0 0,1-1 1 0 0,-1 1-1 0 0,0 0 0 0 0,0-1 1 0 0,0 0-1 0 0,1 0 1 0 0,-1 0-1 0 0,0 0 1 0 0,0 0-1 0 0,0-1 0 0 0,-1 0 1 0 0,1 0-1 0 0,0 0 1 0 0,-6-1-1 0 0,4 0-13 0 0,0 0 0 0 0,0 0 0 0 0,0-1 1 0 0,0 0-1 0 0,0 0 0 0 0,0 0 0 0 0,1 0 0 0 0,-1-1 0 0 0,-7-5 0 0 0,10 5 2 0 0,0 1 1 0 0,1 0-1 0 0,-1-1 0 0 0,1 1 0 0 0,0-1 0 0 0,0 0 0 0 0,0 0 0 0 0,0 0 0 0 0,1 0 0 0 0,-1 0 0 0 0,1 0 0 0 0,0-1 0 0 0,-1 1 0 0 0,2 0 0 0 0,-1-1 1 0 0,0 1-1 0 0,1 0 0 0 0,-1-7 0 0 0,1 4-1 0 0,0-1 1 0 0,1 0 0 0 0,0 1 0 0 0,0-1-1 0 0,0 1 1 0 0,1-1 0 0 0,0 1 0 0 0,1 0-1 0 0,-1 0 1 0 0,1 0 0 0 0,0 0-1 0 0,0 0 1 0 0,1 0 0 0 0,0 1 0 0 0,0 0-1 0 0,8-9 1 0 0,-6 8 5 0 0,1 0-1 0 0,-1 0 1 0 0,1 1 0 0 0,0 0-1 0 0,0 0 1 0 0,1 1 0 0 0,-1 0-1 0 0,1 0 1 0 0,0 1 0 0 0,0 0-1 0 0,0 0 1 0 0,14-2 0 0 0,-15 4 8 0 0,0 0 1 0 0,0 1 0 0 0,-1 0-1 0 0,1 0 1 0 0,0 1 0 0 0,0 0-1 0 0,-1 0 1 0 0,1 0 0 0 0,-1 1 0 0 0,1 0-1 0 0,7 3 1 0 0,-10-3-1 0 0,0 0-1 0 0,0 1 1 0 0,0-1 0 0 0,-1 1 0 0 0,1-1 0 0 0,-1 1 0 0 0,0 0-1 0 0,1 0 1 0 0,-1 1 0 0 0,-1-1 0 0 0,1 1 0 0 0,0-1-1 0 0,-1 1 1 0 0,0 0 0 0 0,0 0 0 0 0,0 0 0 0 0,2 8-1 0 0,-2-8 16 0 0,-1 1-1 0 0,0-1 0 0 0,-1 1 0 0 0,1-1 0 0 0,-1 1 0 0 0,0 0 0 0 0,0-1 1 0 0,0 1-1 0 0,-1-1 0 0 0,1 1 0 0 0,-1-1 0 0 0,0 1 0 0 0,0-1 0 0 0,-4 9 1 0 0,2-7 12 0 0,-1-1 1 0 0,1 1-1 0 0,-1-1 1 0 0,0 1-1 0 0,0-1 1 0 0,-1-1 0 0 0,1 1-1 0 0,-1-1 1 0 0,-9 7-1 0 0,4-4 1 0 0,-1 0-1 0 0,0-1 0 0 0,-1-1 0 0 0,1 0 0 0 0,-1 0 0 0 0,0-1 0 0 0,0 0 1 0 0,-1-2-1 0 0,1 1 0 0 0,-18 1 0 0 0,22-4-30 0 0,0 0-1 0 0,0 0 1 0 0,0-1 0 0 0,0 0 0 0 0,0 0-1 0 0,1-1 1 0 0,-1 0 0 0 0,0-1-1 0 0,-12-5 1 0 0,17 7-16 0 0,0-1 1 0 0,1 1-1 0 0,-1-1 0 0 0,1 0 0 0 0,-1 0 1 0 0,1 0-1 0 0,0 0 0 0 0,0 0 0 0 0,0 0 1 0 0,0 0-1 0 0,0-1 0 0 0,1 1 1 0 0,-1-1-1 0 0,0 0 0 0 0,1 1 0 0 0,0-1 1 0 0,0 0-1 0 0,0 0 0 0 0,0 0 0 0 0,0 1 1 0 0,1-1-1 0 0,-1 0 0 0 0,1 0 0 0 0,0 0 1 0 0,0 0-1 0 0,0 0 0 0 0,0 0 0 0 0,1-5 1 0 0,-1 6 0 0 0,1-1 1 0 0,0 1 0 0 0,0-1-1 0 0,0 1 1 0 0,0-1-1 0 0,0 1 1 0 0,0 0 0 0 0,0 0-1 0 0,1-1 1 0 0,-1 1 0 0 0,1 0-1 0 0,0 0 1 0 0,-1 1-1 0 0,1-1 1 0 0,0 0 0 0 0,0 0-1 0 0,3-1 1 0 0,3-2-3 0 0,1 0 1 0 0,0 1-1 0 0,11-5 0 0 0,1 0 10 0 0,-13 6 1 0 0,-1 0-1 0 0,1 1 1 0 0,0 0-1 0 0,-1 0 1 0 0,1 0-1 0 0,0 1 1 0 0,0 0-1 0 0,1 1 1 0 0,-1 0-1 0 0,0 0 1 0 0,0 1-1 0 0,12 2 0 0 0,-17-3 4 0 0,1 1 0 0 0,0 0 0 0 0,-1 0 0 0 0,1 1 0 0 0,-1-1 0 0 0,1 1 0 0 0,-1-1 0 0 0,1 1 0 0 0,-1 0-1 0 0,0 1 1 0 0,0-1 0 0 0,0 0 0 0 0,0 1 0 0 0,-1 0 0 0 0,1-1 0 0 0,-1 1 0 0 0,1 0 0 0 0,-1 0 0 0 0,0 1-1 0 0,0-1 1 0 0,0 0 0 0 0,-1 1 0 0 0,1-1 0 0 0,-1 1 0 0 0,0 0 0 0 0,0-1 0 0 0,1 8 0 0 0,-2-6 14 0 0,1 0-1 0 0,-1 0 1 0 0,-1 0 0 0 0,1 0 0 0 0,-1 0 0 0 0,0 1-1 0 0,0-1 1 0 0,0-1 0 0 0,-1 1 0 0 0,0 0 0 0 0,0 0-1 0 0,-3 6 1 0 0,1-5 10 0 0,0 0 0 0 0,0 0-1 0 0,0 0 1 0 0,-1-1 0 0 0,0 0-1 0 0,0 0 1 0 0,0 0 0 0 0,-9 6-1 0 0,10-9-11 0 0,0 0 0 0 0,-1 0 0 0 0,1 0 0 0 0,0 0 0 0 0,-1-1 0 0 0,1 0 0 0 0,-1 0-1 0 0,0 0 1 0 0,-5 0 0 0 0,-1 0 4 0 0,-1-1 0 0 0,-18-2 0 0 0,26 2-29 0 0,0-1 0 0 0,0 0 0 0 0,0 0 0 0 0,0 0 0 0 0,0-1 0 0 0,1 1 0 0 0,-1-1 1 0 0,0 0-1 0 0,1 0 0 0 0,-1 0 0 0 0,1 0 0 0 0,0-1 0 0 0,0 0 0 0 0,0 1 0 0 0,0-1 0 0 0,0 0 0 0 0,1 0 1 0 0,-1-1-1 0 0,1 1 0 0 0,0 0 0 0 0,0-1 0 0 0,0 1 0 0 0,0-1 0 0 0,1 0 0 0 0,0 0 0 0 0,-1 1 1 0 0,1-1-1 0 0,0 0 0 0 0,1 0 0 0 0,-1 0 0 0 0,1 0 0 0 0,0 0 0 0 0,0 0 0 0 0,0 0 0 0 0,0 0 1 0 0,1 0-1 0 0,2-8 0 0 0,-1 5-16 0 0,2 0 1 0 0,-1 0-1 0 0,1 1 1 0 0,0-1 0 0 0,0 1-1 0 0,1 0 1 0 0,0 0-1 0 0,0 1 1 0 0,1-1-1 0 0,-1 1 1 0 0,12-8 0 0 0,-8 7 15 0 0,0 0 0 0 0,0 1 0 0 0,1 0 0 0 0,-1 1 0 0 0,1 0 0 0 0,0 0 0 0 0,0 1 0 0 0,11-2 0 0 0,-17 5 10 0 0,-1 0 0 0 0,1-1 0 0 0,-1 1 0 0 0,0 0 0 0 0,1 1 0 0 0,-1-1 0 0 0,1 1 0 0 0,-1-1 0 0 0,0 1 0 0 0,0 0 0 0 0,1 0-1 0 0,-1 1 1 0 0,0-1 0 0 0,0 0 0 0 0,0 1 0 0 0,0 0 0 0 0,0 0 0 0 0,-1 0 0 0 0,4 3 0 0 0,-3-2 1 0 0,0 0 0 0 0,0 0-1 0 0,-1 0 1 0 0,1 1 0 0 0,-1-1-1 0 0,0 1 1 0 0,0-1 0 0 0,0 1 0 0 0,0 0-1 0 0,-1 0 1 0 0,1-1 0 0 0,-1 1 0 0 0,0 0-1 0 0,0 0 1 0 0,0 6 0 0 0,-1-1 20 0 0,0 0 0 0 0,0 0 0 0 0,-1 0 0 0 0,0-1 0 0 0,-1 1 1 0 0,0 0-1 0 0,0-1 0 0 0,-1 1 0 0 0,0-1 0 0 0,0 0 0 0 0,-1 0 0 0 0,-7 11 1 0 0,8-14-7 0 0,-1 0 0 0 0,1 0 0 0 0,-1-1 0 0 0,0 1 1 0 0,-1-1-1 0 0,1 0 0 0 0,-1-1 0 0 0,0 1 0 0 0,0-1 0 0 0,0 0 1 0 0,0 0-1 0 0,0 0 0 0 0,-1-1 0 0 0,1 0 0 0 0,-1 0 1 0 0,0 0-1 0 0,1-1 0 0 0,-1 0 0 0 0,-9 1 0 0 0,12-2-19 0 0,-1 0 0 0 0,0 0 0 0 0,1 0 0 0 0,-1-1 0 0 0,1 0 0 0 0,-1 1 0 0 0,1-1 0 0 0,0 0 0 0 0,-1-1 0 0 0,1 1 0 0 0,0-1 0 0 0,0 1 0 0 0,0-1 0 0 0,0 0 0 0 0,0 0 0 0 0,0 0 0 0 0,0-1 0 0 0,1 1 0 0 0,-1-1 0 0 0,1 1 0 0 0,-1-1 0 0 0,1 0 0 0 0,0 0 0 0 0,0 0 0 0 0,1 0 0 0 0,-1 0-1 0 0,1 0 1 0 0,-1-1 0 0 0,1 1 0 0 0,0-1 0 0 0,0 1 0 0 0,0 0 0 0 0,1-1 0 0 0,-1 1 0 0 0,1-1 0 0 0,0 0 0 0 0,0 1 0 0 0,0-1 0 0 0,1 1 0 0 0,0-6 0 0 0,0 2-18 0 0,1 0 0 0 0,-1 0 0 0 0,1 0 1 0 0,0 0-1 0 0,1 0 0 0 0,0 0 0 0 0,0 1 0 0 0,1-1 0 0 0,-1 1 0 0 0,1 0 1 0 0,0 0-1 0 0,1 1 0 0 0,0-1 0 0 0,10-9 0 0 0,-9 11 12 0 0,0 0 1 0 0,1 0-1 0 0,-1 0 1 0 0,1 0-1 0 0,0 1 0 0 0,0 0 1 0 0,0 1-1 0 0,1 0 1 0 0,8-2-1 0 0,-12 3 9 0 0,0 1-1 0 0,0-1 0 0 0,0 1 1 0 0,-1 0-1 0 0,1 0 1 0 0,0 1-1 0 0,0-1 1 0 0,0 1-1 0 0,-1 0 1 0 0,1 0-1 0 0,0 0 1 0 0,-1 0-1 0 0,1 1 1 0 0,-1-1-1 0 0,1 1 1 0 0,-1 0-1 0 0,0 0 1 0 0,0 0-1 0 0,0 1 1 0 0,3 2-1 0 0,1 2-2 0 0,-3-4 14 0 0,-1 0 0 0 0,0 1 0 0 0,0-1 0 0 0,0 1 0 0 0,0 0 0 0 0,0 0 0 0 0,-1 0-1 0 0,3 5 1 0 0,-3-3 13 0 0,-1-1 0 0 0,0 0-1 0 0,0 1 1 0 0,0-1-1 0 0,0 1 1 0 0,-1-1-1 0 0,0 1 1 0 0,0-1 0 0 0,0 1-1 0 0,-1-1 1 0 0,0 1-1 0 0,0-1 1 0 0,0 0 0 0 0,-1 1-1 0 0,0-1 1 0 0,0 0-1 0 0,0 0 1 0 0,0 0 0 0 0,-1 0-1 0 0,0-1 1 0 0,0 1-1 0 0,0-1 1 0 0,-1 1-1 0 0,1-1 1 0 0,-1 0 0 0 0,0-1-1 0 0,0 1 1 0 0,-1-1-1 0 0,1 1 1 0 0,-1-1 0 0 0,1 0-1 0 0,-1-1 1 0 0,-7 3-1 0 0,5-3-7 0 0,0-2-1 0 0,0 1 0 0 0,1-1 0 0 0,-1 0 0 0 0,0 0 0 0 0,0-1 1 0 0,0 0-1 0 0,0 0 0 0 0,1-1 0 0 0,-13-4 0 0 0,16 5-204 0 0,1 0 0 0 0,-1-1 0 0 0,1 0 0 0 0,-1 1 0 0 0,1-1-1 0 0,0 0 1 0 0,-1 0 0 0 0,1-1 0 0 0,0 1 0 0 0,0 0 0 0 0,1-1-1 0 0,-1 1 1 0 0,0-1 0 0 0,1 1 0 0 0,0-1 0 0 0,-1 0 0 0 0,1 1 0 0 0,0-1-1 0 0,1 0 1 0 0,-2-4 0 0 0,3-3-1386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5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9215 0 0,'-32'4'12410'0'0,"36"11"-11977"0"0,15 83 1373 0 0,-15-70-1740 0 0,4 49 19 0 0,-8-68-201 0 0,0-7-488 0 0,7 7-2149 0 0,2 0 909 0 0,0-1-335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2:5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58 5527 0 0,'-25'-3'529'0'0,"-25"-6"123"0"0,18-2 3550 0 0,25 8-3289 0 0,1 0 0 0 0,0 1-1 0 0,-1 0 1 0 0,1 0 0 0 0,-1 1 0 0 0,1-1 0 0 0,-12 1 0 0 0,10 0-385 0 0,0 0 0 0 0,1-1 1 0 0,-13-4-1 0 0,15 5-364 0 0,0-1 1 0 0,1 1-1 0 0,-1 0 0 0 0,0 0 0 0 0,0 0 0 0 0,1 0 1 0 0,-1 1-1 0 0,0 0 0 0 0,0 0 0 0 0,0 0 0 0 0,-6 2 0 0 0,0 1 42 0 0,0 0 0 0 0,0 0 0 0 0,0 1 0 0 0,1 1 0 0 0,-1 0 0 0 0,1 0 0 0 0,0 1 0 0 0,1 1 0 0 0,0-1 0 0 0,0 1 0 0 0,0 1 0 0 0,-8 9 0 0 0,3-2-114 0 0,2 1 1 0 0,0 0-1 0 0,1 1 1 0 0,1 0-1 0 0,1 1 1 0 0,0 0-1 0 0,1 0 1 0 0,1 1-1 0 0,1 0 1 0 0,-8 37-1 0 0,9-32-20 0 0,1 0 1 0 0,2 1-1 0 0,-1 36 0 0 0,4-51-42 0 0,-1 1 1 0 0,2 0-1 0 0,-1-1 1 0 0,2 1-1 0 0,-1-1 1 0 0,1 0-1 0 0,1 0 1 0 0,0 0-1 0 0,0 0 1 0 0,9 14-1 0 0,-3-10 22 0 0,0 1 1 0 0,1-1-1 0 0,0-1 0 0 0,1 0 0 0 0,18 14 1 0 0,-19-19-31 0 0,0 0 1 0 0,1-1-1 0 0,0 0 1 0 0,0-1-1 0 0,1 0 0 0 0,-1-1 1 0 0,19 5-1 0 0,-15-5-1 0 0,1-2 0 0 0,0 1 0 0 0,0-2 0 0 0,1-1 0 0 0,-1 0 0 0 0,0-1-1 0 0,1 0 1 0 0,-1-2 0 0 0,0 0 0 0 0,0-1 0 0 0,0 0 0 0 0,0-2 0 0 0,-1 0 0 0 0,0-1-1 0 0,0 0 1 0 0,28-16 0 0 0,-27 11-10 0 0,0-1-1 0 0,0 0 1 0 0,-1-1 0 0 0,0-1-1 0 0,25-30 1 0 0,-33 34-5 0 0,0-1 0 0 0,-1-1 0 0 0,0 1-1 0 0,-1-1 1 0 0,0 0 0 0 0,-1 0 0 0 0,0-1 0 0 0,-1 1-1 0 0,0-1 1 0 0,1-16 0 0 0,-3 15 27 0 0,-1 0 0 0 0,-1 0 0 0 0,0 0 0 0 0,-1 0 0 0 0,0 0 0 0 0,-2 0 0 0 0,1 0 0 0 0,-2 1 0 0 0,1-1 0 0 0,-2 1 0 0 0,0 0 0 0 0,-12-22 0 0 0,11 24-1 0 0,-1-1 0 0 0,-1 1 0 0 0,0 0 0 0 0,-1 0 0 0 0,0 1 0 0 0,0 0 0 0 0,-1 1-1 0 0,0 0 1 0 0,-1 0 0 0 0,0 1 0 0 0,0 1 0 0 0,-1 0 0 0 0,-14-7 0 0 0,-13-3 28 0 0,20 7-248 0 0,-37-11 0 0 0,49 16-110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0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1437 13039 0 0,'-13'-6'598'0'0,"11"5"-10"0"0,-13-4 11098 0 0,34-2-10615 0 0,55-15 1002 0 0,-73 22-1977 0 0,21-1 384 0 0,-22 1-478 0 0,15-1 223 0 0,1 0-1 0 0,-1 0 0 0 0,21-6 0 0 0,-33 7-200 0 0,7-2 1 0 0,7-2 44 0 0,4 2 39 0 0,-2 2-97 0 0,-11-1-12 0 0,-4 0 9 0 0,0 0 0 0 0,0 0 1 0 0,0 1-1 0 0,1 0 0 0 0,-1 0 0 0 0,0 0 0 0 0,5 0 0 0 0,2 0-8 0 0,0 0 0 0 0,19-5 0 0 0,46-4 0 0 0,-69 9 0 0 0,16-2 0 0 0,-19 1 0 0 0,14 1 11 0 0,92 15 164 0 0,-96-13-169 0 0,5 0 37 0 0,-15-2-25 0 0,0 0 0 0 0,0 1 0 0 0,0-1 1 0 0,0 1-1 0 0,0 0 0 0 0,0 0 0 0 0,6 3 0 0 0,-5-2 4 0 0,0 0 0 0 0,0 0 1 0 0,0-1-1 0 0,0 0 0 0 0,0 0 0 0 0,0 0 1 0 0,9 0-1 0 0,39-3 261 0 0,-14 0-180 0 0,-12 4-39 0 0,-17-1-21 0 0,1-1-1 0 0,20 0 1 0 0,-15-1 12 0 0,0 2 0 0 0,16 2 0 0 0,-11-1-12 0 0,-17-2-39 0 0,1 0 0 0 0,-1 0 0 0 0,1 0 1 0 0,0-1-1 0 0,-1 1 0 0 0,9-3 0 0 0,3 0 44 0 0,107 3 19 0 0,20 5-67 0 0,-69 0 0 0 0,-54-4 0 0 0,0 0 0 0 0,0-1 0 0 0,24-4 0 0 0,18 0 0 0 0,2-1 0 0 0,-30 1 0 0 0,7-5 0 0 0,57 1 0 0 0,-44 5 0 0 0,9-4 0 0 0,47-1 0 0 0,2 2 0 0 0,-70 2 0 0 0,2 6 0 0 0,-12-1 0 0 0,69-6 0 0 0,25-1 0 0 0,30-2 0 0 0,-147 7 0 0 0,5-1 0 0 0,0 1 0 0 0,23 1 0 0 0,9 3 0 0 0,-22-3 0 0 0,25 5 0 0 0,-43-4 0 0 0,0-1 0 0 0,0 0 0 0 0,0-1 0 0 0,10-1 0 0 0,2 0 0 0 0,-2 0 0 0 0,23-1 0 0 0,-30 3 8 0 0,0 0-1 0 0,-1-1 1 0 0,1 0-1 0 0,-1 0 1 0 0,1-1 0 0 0,14-5-1 0 0,9 1 57 0 0,-20 3-52 0 0,-7 1-12 0 0,-1 0 0 0 0,1 1-1 0 0,0 0 1 0 0,-1 0 0 0 0,8 0 0 0 0,0 0 0 0 0,-7 1 0 0 0,1 0 0 0 0,-1-1 0 0 0,0 0 0 0 0,0 0 0 0 0,6-2 0 0 0,-3 1 0 0 0,2 1 0 0 0,30-4 0 0 0,-11 1 0 0 0,-19 2 0 0 0,-2 2 12 0 0,-6 0 239 0 0,-1 1-203 0 0,5 5-39 0 0,2 0-9 0 0,1-2 0 0 0,1 0 0 0 0,-1-3 0 0 0,4 1 0 0 0,-10-2 0 0 0,16-2 0 0 0,-11 1 0 0 0,0-2 0 0 0,8-1 0 0 0,-12 2 0 0 0,15-10 0 0 0,10-6-17 0 0,-6 5-23 0 0,-2-1 1 0 0,0-1-1 0 0,31-27 0 0 0,16-36-13 0 0,-18 26 234 0 0,20-25-165 0 0,-44 50-6 0 0,0-2 1 0 0,30-45 0 0 0,-26 31-43 0 0,51-57 0 0 0,-33 44 16 0 0,-15 13 21 0 0,48-86 1 0 0,-55 84 15 0 0,47-86 27 0 0,-56 102-48 0 0,39-52 0 0 0,49-64 0 0 0,-100 139 0 0 0,1-4 15 0 0,-5 9-11 0 0,3-9-111 0 0,-4 8-350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03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26 6447 0 0,'0'0'17688'0'0,"1"1"-16904"0"0,6 2-201 0 0,-6-2-87 0 0,6 9 772 0 0,-7-7-1183 0 0,1 1 0 0 0,-1-1 1 0 0,0 1-1 0 0,-1 0 1 0 0,1-1-1 0 0,-1 1 0 0 0,1-1 1 0 0,-1 0-1 0 0,0 1 0 0 0,0-1 1 0 0,-1 0-1 0 0,-1 4 0 0 0,0-1 31 0 0,-1 0-1 0 0,0 0 0 0 0,-1 0 0 0 0,1 0 1 0 0,-9 7-1 0 0,2-3-20 0 0,0 0 1 0 0,-1-2 0 0 0,0 1-1 0 0,-1-1 1 0 0,-17 7-1 0 0,26-13-78 0 0,1 0 0 0 0,-1 0 0 0 0,1-1 0 0 0,-1 0 0 0 0,0 0 0 0 0,0 0 0 0 0,1 0 0 0 0,-1-1 0 0 0,-5 1 0 0 0,8-1-13 0 0,1 0-1 0 0,-1 0 1 0 0,1 0 0 0 0,-1 0 0 0 0,1 0 0 0 0,-1 0 0 0 0,1 0-1 0 0,-1 0 1 0 0,1 0 0 0 0,-1 0 0 0 0,1 0 0 0 0,-1 0-1 0 0,1 0 1 0 0,-1-1 0 0 0,1 1 0 0 0,-1 0 0 0 0,1 0 0 0 0,-1-1-1 0 0,1 1 1 0 0,0 0 0 0 0,-1-1 0 0 0,1 1 0 0 0,0 0 0 0 0,-1-1-1 0 0,0 0 1 0 0,1 0 10 0 0,-1 1-14 0 0,1-1 1 0 0,0 1-1 0 0,-1 0 0 0 0,1 0 1 0 0,0-1-1 0 0,-1 1 0 0 0,1 0 0 0 0,0 0 1 0 0,-1-1-1 0 0,1 1 0 0 0,0 0 1 0 0,0-1-1 0 0,-1 1 0 0 0,1-1 0 0 0,0 1 1 0 0,0 0-1 0 0,0-1 0 0 0,0 1 1 0 0,-1-1-1 0 0,1 1 0 0 0,0 0 1 0 0,0-1-1 0 0,0 1 0 0 0,0-1 0 0 0,0 1 1 0 0,0 0-1 0 0,0-1 0 0 0,0 1 1 0 0,0-1-1 0 0,1 1 0 0 0,-1-1 0 0 0,0 1 1 0 0,0 0-1 0 0,0-1 0 0 0,0 1 1 0 0,1-1-1 0 0,-1 0 1 0 0,1-3-1 0 0,1-1 0 0 0,-1 0 0 0 0,1 1 0 0 0,0-1 0 0 0,0 1 0 0 0,1-1 0 0 0,-1 1 0 0 0,1 0 0 0 0,0 0 0 0 0,0 1 0 0 0,0-1 0 0 0,6-5 0 0 0,8-5 0 0 0,28-19 0 0 0,-16 12 0 0 0,-20 14 16 0 0,1 0 0 0 0,1 1 0 0 0,-1 0 0 0 0,1 0 0 0 0,0 1 0 0 0,0 1 0 0 0,1 0 0 0 0,-1 0 0 0 0,16-2 0 0 0,-26 6 160 0 0,14 18 115 0 0,-13-16-270 0 0,-1 1 1 0 0,0 0-1 0 0,1 0 0 0 0,-1 0 1 0 0,0 0-1 0 0,0 0 1 0 0,-1 0-1 0 0,1 0 0 0 0,-1 0 1 0 0,1 0-1 0 0,-1 0 1 0 0,0 0-1 0 0,0 0 0 0 0,0 1 1 0 0,-1-1-1 0 0,1 0 1 0 0,-1 0-1 0 0,1 0 0 0 0,-1 0 1 0 0,0 0-1 0 0,-1 0 1 0 0,-1 4-1 0 0,-4 6 97 0 0,0 0 0 0 0,-1 0 0 0 0,-12 15 0 0 0,18-25-117 0 0,-2 2 5 0 0,-1 1 0 0 0,0-1 1 0 0,1 1-1 0 0,-2-1 0 0 0,1-1 0 0 0,-1 1 1 0 0,1-1-1 0 0,-1 0 0 0 0,0 0 0 0 0,-1-1 0 0 0,-7 4 1 0 0,2-1 15 0 0,0-2 0 0 0,-22 7 0 0 0,28-10-17 0 0,1 0 0 0 0,-1-1 1 0 0,0 1-1 0 0,1-1 0 0 0,-1 0 0 0 0,1-1 0 0 0,-1 1 0 0 0,1-1 0 0 0,-7-2 0 0 0,11 3-5 0 0,0 0 0 0 0,-1-1 0 0 0,1 1 0 0 0,0-1 0 0 0,0 1 0 0 0,-1-1 0 0 0,1 1 0 0 0,0-1 0 0 0,0 1 0 0 0,0-1 0 0 0,0 0 0 0 0,0 0 0 0 0,0 0 0 0 0,0 0 0 0 0,0 0 0 0 0,0 0 0 0 0,0 0 0 0 0,1 0 0 0 0,-1 0 0 0 0,0 0 0 0 0,1 0 0 0 0,-1 0 0 0 0,1-1 0 0 0,-1 1 0 0 0,1 0 0 0 0,-1-2 0 0 0,0 0 0 0 0,1 0-6 0 0,-1 0-1 0 0,1 0 1 0 0,0 0 0 0 0,0 0-1 0 0,0 1 1 0 0,1-1 0 0 0,-1 0-1 0 0,1 0 1 0 0,-1 0-1 0 0,1 0 1 0 0,0 1 0 0 0,0-1-1 0 0,0 0 1 0 0,0 1 0 0 0,1-1-1 0 0,2-4 1 0 0,0 2-9 0 0,0-1-1 0 0,0 1 1 0 0,0 0-1 0 0,1 0 1 0 0,0 0-1 0 0,6-4 1 0 0,-7 5 15 0 0,0 1 0 0 0,0 0 0 0 0,0 0 0 0 0,1 0 0 0 0,0 0 0 0 0,-1 1 0 0 0,1 0 0 0 0,0 0 0 0 0,0 0 0 0 0,0 1 0 0 0,0-1 0 0 0,1 1 0 0 0,-1 0 0 0 0,0 1 0 0 0,0-1 0 0 0,1 1 0 0 0,-1 0 0 0 0,0 1 0 0 0,1-1 0 0 0,-1 1 0 0 0,8 2 0 0 0,-3 1 11 0 0,2 4 15 0 0,-10-3-4 0 0,-2-2-17 0 0,2 0 3 0 0,-1 1 1 0 0,0-1-1 0 0,0 1 0 0 0,0 0 0 0 0,0 0 1 0 0,-1-1-1 0 0,0 1 0 0 0,1 0 1 0 0,-1 0-1 0 0,-1 0 0 0 0,1 0 0 0 0,0-1 1 0 0,-1 1-1 0 0,0 0 0 0 0,0 0 1 0 0,0-1-1 0 0,-1 1 0 0 0,-2 5 0 0 0,-1 1 27 0 0,0 1 0 0 0,-1-1-1 0 0,-1 0 1 0 0,-13 16 0 0 0,10-16-12 0 0,-1 0 1 0 0,0 0-1 0 0,0-1 1 0 0,-13 7-1 0 0,20-13-14 0 0,-1-1-1 0 0,0 0 1 0 0,1 0 0 0 0,-1-1-1 0 0,0 0 1 0 0,0 0 0 0 0,-9 1 0 0 0,0 0-15 0 0,12-2 8 0 0,0 0 1 0 0,1 0-1 0 0,-1 0 1 0 0,0 0-1 0 0,1-1 1 0 0,-1 1-1 0 0,0-1 1 0 0,1 0-1 0 0,-1 1 1 0 0,1-1-1 0 0,-1 0 1 0 0,1 0-1 0 0,-1 0 0 0 0,1 0 1 0 0,-1 0-1 0 0,1 0 1 0 0,0 0-1 0 0,0 0 1 0 0,0-1-1 0 0,-1 1 1 0 0,1 0-1 0 0,0-1 1 0 0,1 1-1 0 0,-1-1 1 0 0,-1-2-1 0 0,1 0-4 0 0,1 1 0 0 0,0-1 0 0 0,0 0 0 0 0,1 0 0 0 0,-1 1 0 0 0,1-1 0 0 0,0 0 0 0 0,0 1 0 0 0,0-1 0 0 0,0 1 1 0 0,0-1-1 0 0,1 1 0 0 0,0-1 0 0 0,3-5 0 0 0,1 0-10 0 0,1 0 1 0 0,0 1 0 0 0,14-14-1 0 0,-21 21 7 0 0,14-11-49 0 0,18-14-1 0 0,-28 23-78 0 0,0 0 0 0 0,1 0 0 0 0,-1 1 0 0 0,1-1 1 0 0,0 1-1 0 0,0 0 0 0 0,0 1 0 0 0,0-1 0 0 0,6 0 1 0 0,16-3-3831 0 0,-12 5-5789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0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13 13991 0 0,'-15'-2'6327'0'0,"17"2"-5342"0"0,92 11 3374 0 0,-93-10-4333 0 0,1-1 0 0 0,-1 1 0 0 0,0 0 0 0 0,1 0 0 0 0,-1 0 0 0 0,0 0 0 0 0,0 0 0 0 0,0 0 0 0 0,0 0 0 0 0,0 0 0 0 0,2 2 0 0 0,0 1 31 0 0,-1-3-16 0 0,-1 1-1 0 0,0 0 1 0 0,1 0-1 0 0,-1 0 1 0 0,0 0 0 0 0,0-1-1 0 0,0 2 1 0 0,0-1-1 0 0,-1 0 1 0 0,1 0-1 0 0,0 0 1 0 0,-1 0 0 0 0,0 0-1 0 0,1 1 1 0 0,-1-1-1 0 0,0 0 1 0 0,0 0-1 0 0,0 0 1 0 0,-1 1 0 0 0,1-1-1 0 0,0 0 1 0 0,-1 0-1 0 0,-1 4 1 0 0,1-2 15 0 0,0-1 0 0 0,0 1 0 0 0,-1-1 0 0 0,0 0 0 0 0,1 0 0 0 0,-1 0 0 0 0,0 0 0 0 0,0 0 0 0 0,-1 0 0 0 0,1 0 0 0 0,-1-1 1 0 0,1 1-1 0 0,-1-1 0 0 0,-4 3 0 0 0,-6 3 97 0 0,-1-1 1 0 0,0-1-1 0 0,0 0 1 0 0,-27 7-1 0 0,35-11-133 0 0,0-1 0 0 0,-1 0 0 0 0,1-1 0 0 0,0 1 0 0 0,0-1 0 0 0,-1 0 0 0 0,1-1 0 0 0,0 0 0 0 0,0 0 0 0 0,0 0 1 0 0,0 0-1 0 0,0-1 0 0 0,0 0 0 0 0,-9-5 0 0 0,12 6-18 0 0,1-1-1 0 0,0 0 1 0 0,-1 0 0 0 0,1 0 0 0 0,0 0 0 0 0,0 0 0 0 0,0 0-1 0 0,0 0 1 0 0,1-1 0 0 0,-1 1 0 0 0,1-1 0 0 0,-1 1 0 0 0,1-1-1 0 0,0 0 1 0 0,0 1 0 0 0,0-1 0 0 0,0 0 0 0 0,1 0 0 0 0,-1 0 0 0 0,1 1-1 0 0,0-1 1 0 0,-1 0 0 0 0,1 0 0 0 0,1 0 0 0 0,-1 0 0 0 0,0 0-1 0 0,1 0 1 0 0,0-3 0 0 0,0 2-5 0 0,0-1 0 0 0,0 1-1 0 0,1 0 1 0 0,-1-1 0 0 0,1 1 0 0 0,0 0 0 0 0,0 0-1 0 0,1 0 1 0 0,-1 0 0 0 0,1 0 0 0 0,0 1 0 0 0,0-1-1 0 0,0 1 1 0 0,0 0 0 0 0,0 0 0 0 0,1 0 0 0 0,-1 0-1 0 0,1 1 1 0 0,6-4 0 0 0,-6 4 0 0 0,0 0-1 0 0,0 0 0 0 0,0 0 1 0 0,1 0-1 0 0,-1 1 1 0 0,0 0-1 0 0,1 0 1 0 0,0 0-1 0 0,-1 0 1 0 0,1 1-1 0 0,-1-1 0 0 0,1 1 1 0 0,0 0-1 0 0,-1 1 1 0 0,1-1-1 0 0,0 1 1 0 0,8 2-1 0 0,-5 1 15 0 0,-6-3 20 0 0,0 0-27 0 0,-1-1 0 0 0,0 1 0 0 0,1 0 0 0 0,-1 0 0 0 0,0 0 0 0 0,0 0 0 0 0,0 0 0 0 0,1 0 0 0 0,-1 0 0 0 0,0 0 0 0 0,-1 1 0 0 0,1-1 0 0 0,0 0 0 0 0,0 1 0 0 0,0-1 0 0 0,-1 0 0 0 0,1 1-1 0 0,0 2 1 0 0,0-2 2 0 0,0 0-1 0 0,-1-1 0 0 0,1 1 1 0 0,-1 0-1 0 0,1 0 0 0 0,-1 0 0 0 0,0 0 1 0 0,1-1-1 0 0,-1 1 0 0 0,0 0 1 0 0,0 0-1 0 0,-1 3 0 0 0,0-2-14 0 0,1-1 0 0 0,-1 1 0 0 0,-1 0 0 0 0,1-1 0 0 0,0 1 0 0 0,-1-1 1 0 0,1 1-1 0 0,-1-1 0 0 0,0 0 0 0 0,1 0 0 0 0,-5 4 0 0 0,-15 15-2178 0 0,11-11-5239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06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56 19951 0 0,'-8'-11'2132'0'0,"5"7"-1972"0"0,2 3 479 0 0,5-7 1933 0 0,-1 6-2339 0 0,-1-1 0 0 0,0 1 0 0 0,1-1 1 0 0,-1 1-1 0 0,1 0 0 0 0,0 0 0 0 0,-1 0 0 0 0,1 0 0 0 0,0 0 1 0 0,0 1-1 0 0,0-1 0 0 0,1 1 0 0 0,-1 0 0 0 0,0 0 0 0 0,0 0 1 0 0,1 0-1 0 0,4 0 0 0 0,-2 1-214 0 0,0 0-1 0 0,0 0 1 0 0,0 1-1 0 0,0-1 1 0 0,0 1-1 0 0,0 1 1 0 0,0-1-1 0 0,0 1 1 0 0,-1 0-1 0 0,12 6 1 0 0,-16-8-15 0 0,0 0-1 0 0,0 1 1 0 0,-1-1-1 0 0,1 1 1 0 0,0-1 0 0 0,0 1-1 0 0,0-1 1 0 0,0 1 0 0 0,0 0-1 0 0,-1-1 1 0 0,1 1-1 0 0,0 0 1 0 0,-1 0 0 0 0,1-1-1 0 0,0 1 1 0 0,-1 0-1 0 0,1 0 1 0 0,-1 0 0 0 0,1 0-1 0 0,-1 0 1 0 0,0 0-1 0 0,1 0 1 0 0,-1 0 0 0 0,0 0-1 0 0,1 2 1 0 0,-1 0 50 0 0,1 1-10 0 0,-1 1 0 0 0,0-1-1 0 0,0 0 1 0 0,0 1 0 0 0,0-1 0 0 0,-1 1-1 0 0,1-1 1 0 0,-1 0 0 0 0,0 1 0 0 0,-1-1-1 0 0,-1 5 1 0 0,-5 8 122 0 0,-12 22 0 0 0,13-26-100 0 0,-6 9 26 0 0,0-2 0 0 0,-19 22 0 0 0,10-14 60 0 0,-19 32 1 0 0,41-58-93 0 0,1-1 0 0 0,1 2-50 0 0,-1-1 0 0 0,2 1 1 0 0,-1-1-1 0 0,0 1 0 0 0,0-1 0 0 0,1 0 0 0 0,-1 0 0 0 0,1 0 1 0 0,0 0-1 0 0,-1-1 0 0 0,1 1 0 0 0,0-1 0 0 0,6 2 1 0 0,-4-1-8 0 0,0-1 1 0 0,1 0 0 0 0,-1 0-1 0 0,0-1 1 0 0,1 0 0 0 0,-1 0 0 0 0,9-1-1 0 0,6-3-76 0 0,0 0-1 0 0,-1-2 1 0 0,29-11-1 0 0,-37 13 0 0 0,15-6-1022 0 0,32-19-1 0 0,20-20-5799 0 0,-64 39 4561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06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792 128 2759 0 0,'-53'-42'528'0'0,"35"29"2624"0"0,-1 1 1 0 0,-29-14-1 0 0,33 19-1257 0 0,0 1 0 0 0,0 1 0 0 0,-1 1 1 0 0,-17-4-1 0 0,18 6-1708 0 0,0 0 0 0 0,-23 1-1 0 0,18 3 205 0 0,0 0 0 0 0,1 1 0 0 0,-1 1-1 0 0,1 1 1 0 0,0 0 0 0 0,0 2-1 0 0,0 0 1 0 0,1 1 0 0 0,0 1-1 0 0,-25 17 1 0 0,23-12-223 0 0,0 1-1 0 0,1 0 1 0 0,1 2 0 0 0,0 0-1 0 0,2 1 1 0 0,0 0 0 0 0,1 1-1 0 0,-16 27 1 0 0,18-22-139 0 0,0 2-1 0 0,2 0 1 0 0,1 0-1 0 0,1 1 1 0 0,1 0-1 0 0,2 1 1 0 0,0 0-1 0 0,2 0 1 0 0,1 0-1 0 0,2 0 1 0 0,0 0-1 0 0,2 1 1 0 0,1-1 0 0 0,6 30-1 0 0,-5-41-6 0 0,1-1 0 0 0,1 0 0 0 0,0 0-1 0 0,1 0 1 0 0,1-1 0 0 0,1 0 0 0 0,0 0 0 0 0,0-1-1 0 0,2 0 1 0 0,0 0 0 0 0,0-1 0 0 0,1-1 0 0 0,1 0 0 0 0,0 0-1 0 0,0-1 1 0 0,2-1 0 0 0,-1 0 0 0 0,1 0 0 0 0,0-2-1 0 0,1 0 1 0 0,30 12 0 0 0,-8-7 23 0 0,0-2 0 0 0,1-1 0 0 0,0-3 0 0 0,0-1-1 0 0,1-1 1 0 0,0-2 0 0 0,-1-2 0 0 0,41-4 0 0 0,-37-2 3 0 0,0-1-1 0 0,-1-2 1 0 0,0-2-1 0 0,0-1 1 0 0,-1-2-1 0 0,0-3 1 0 0,45-23-1 0 0,-73 32-32 0 0,1 0 0 0 0,-1-2-1 0 0,0 1 1 0 0,-1-2 0 0 0,0 1 0 0 0,0-1-1 0 0,-1-1 1 0 0,0 0 0 0 0,-1-1 0 0 0,0 1-1 0 0,-1-2 1 0 0,9-17 0 0 0,-9 12 6 0 0,0 0 1 0 0,-2-1-1 0 0,0 0 0 0 0,-1 0 1 0 0,0 0-1 0 0,-2-1 0 0 0,-1 1 1 0 0,1-35-1 0 0,-3 34-5 0 0,-1 0 1 0 0,-2 0-1 0 0,1 0 0 0 0,-2 1 0 0 0,-1-1 1 0 0,0 1-1 0 0,-2 0 0 0 0,0 0 1 0 0,-1 0-1 0 0,0 1 0 0 0,-2 1 0 0 0,0-1 1 0 0,-1 2-1 0 0,-1-1 0 0 0,0 2 1 0 0,-2 0-1 0 0,1 0 0 0 0,-28-22 0 0 0,19 19-5 0 0,0 1-1 0 0,-49-27 1 0 0,61 39-124 0 0,0 0 1 0 0,-1 1 0 0 0,1 0 0 0 0,-1 0 0 0 0,0 1 0 0 0,0 1-1 0 0,0 0 1 0 0,0 0 0 0 0,-1 1 0 0 0,-13 0 0 0 0,5 5-1976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0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11055 0 0,'-2'0'506'0'0,"-13"0"-33"0"0,-4 0 7880 0 0,19 0-8143 0 0,-1 0-1 0 0,1 0 1 0 0,-1 1-1 0 0,1-1 1 0 0,-1 0-1 0 0,1 0 1 0 0,-1 0 0 0 0,1 1-1 0 0,0-1 1 0 0,-1 0-1 0 0,1 1 1 0 0,-1-1-1 0 0,1 0 1 0 0,0 1-1 0 0,-1-1 1 0 0,1 1-1 0 0,0-1 1 0 0,0 0-1 0 0,-1 1 1 0 0,1-1 0 0 0,0 1-1 0 0,0-1 1 0 0,-1 1-1 0 0,1-1 1 0 0,0 1-1 0 0,0-1 1 0 0,0 1-1 0 0,0-1 1 0 0,0 1-1 0 0,0-1 1 0 0,0 1-1 0 0,0-1 1 0 0,0 1 0 0 0,0-1-1 0 0,0 1 1 0 0,3 19 1394 0 0,-1-14-1475 0 0,0-1-1 0 0,1 1 1 0 0,0-1 0 0 0,0 1 0 0 0,0-1-1 0 0,1 0 1 0 0,-1 0 0 0 0,1 0-1 0 0,0-1 1 0 0,8 7 0 0 0,-5-5-106 0 0,1 0 0 0 0,-1 0 0 0 0,1-1-1 0 0,1 0 1 0 0,-1-1 0 0 0,10 4 0 0 0,-4-3-23 0 0,24 6 0 0 0,12 2 0 0 0,-42-10 0 0 0,-2 2 11 0 0,-6-4-3 0 0,-1 1 1 0 0,1-1-1 0 0,0 0 0 0 0,-1 0 1 0 0,1 1-1 0 0,-1-1 1 0 0,1 0-1 0 0,-1 0 1 0 0,0 0-1 0 0,0 0 0 0 0,1 0 1 0 0,-1 0-1 0 0,0 0 1 0 0,-2 2-1 0 0,3-3-6 0 0,-14 14 81 0 0,-1 0 1 0 0,-23 15 0 0 0,19-14 12 0 0,-19 18-1 0 0,-8 7-54 0 0,28-25-4 0 0,-20 21 0 0 0,33-31-32 0 0,1 1-1 0 0,-1 0 1 0 0,1 0-1 0 0,0 0 0 0 0,1 0 1 0 0,-1 0-1 0 0,1 1 1 0 0,-3 8-1 0 0,5-9-1041 0 0,-1 1 1 0 0,1 0-1 0 0,-1 10 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0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10711 0 0,'0'0'971'0'0,"-1"1"-800"0"0,-2 2-158 0 0,1 0-12 0 0,0 0-1 0 0,0 0 1 0 0,1 0 0 0 0,-1 0-1 0 0,1 0 1 0 0,0 0 0 0 0,-2 6-1 0 0,-1-1 2 0 0,3-5 8 0 0,-1 0 0 0 0,1 0-1 0 0,0 1 1 0 0,0-1-1 0 0,0 0 1 0 0,1 1-1 0 0,-2 6 1 0 0,1 5-70 0 0,1 1 0 0 0,0 0 0 0 0,1 0 0 0 0,0 0 0 0 0,1-1 0 0 0,1 1 0 0 0,1-1 0 0 0,7 21 0 0 0,-6-16-4047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6911 0 0,'-10'60'987'0'0,"5"-40"181"0"0,2 1 1 0 0,0-1 0 0 0,1 1 0 0 0,1-1-1 0 0,3 42 1 0 0,2-43-930 0 0,1 0 0 0 0,9 22 0 0 0,-7-19-360 0 0,6 23 0 0 0,4 15-1701 0 0,-12-37 874 0 0</inkml:trace>
  <inkml:trace contextRef="#ctx0" brushRef="#br0" timeOffset="0.32">40 1095 5983 0 0,'-3'64'1736'0'0,"1"-38"606"0"0,2 43 0 0 0,6-22-1905 0 0,14 63 0 0 0,-15-89-5203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9215 0 0,'-37'128'4193'0'0,"31"-103"-3523"0"0,2-1 0 0 0,0 1-1 0 0,0 33 1 0 0,7 9-866 0 0,2-22-4450 0 0,-1-21-192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11951 0 0,'-6'28'543'0'0,"1"0"-1"0"0,1 0 0 0 0,2 0 1 0 0,0 35-1 0 0,7-5 677 0 0,-2-22-510 0 0,17 106-23 0 0,-9-82-4934 0 0,-10-54 3438 0 0,4 20-4450 0 0</inkml:trace>
  <inkml:trace contextRef="#ctx0" brushRef="#br0" timeOffset="1">115 1242 14887 0 0,'-15'95'2768'0'0,"-4"136"0"0"0,20-201-3647 0 0,0 0 0 0 0,8 35 0 0 0,-6-38-460 0 0</inkml:trace>
  <inkml:trace contextRef="#ctx0" brushRef="#br0" timeOffset="2">105 3118 15663 0 0,'-8'21'1392'0'0,"0"3"-1112"0"0,-2 4-280 0 0,0-2 0 0 0,1 0 1088 0 0,1-2 168 0 0,1 0 32 0 0,1 1 8 0 0,1-4-944 0 0,2 0-184 0 0,1-2-40 0 0,2-3 0 0 0,2-1-928 0 0,1 0-192 0 0,5-1-32 0 0,-2-1-7168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2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6911 0 0,'-14'40'608'0'0,"7"-22"-480"0"0,-1 3-128 0 0,-1 2 0 0 0,-1 3 3056 0 0,2 0 592 0 0,0-2 112 0 0,-1 0 24 0 0,3-1-2760 0 0,3 0-560 0 0,0-1-112 0 0,3 0-16 0 0,0-3-336 0 0,1-1-128 0 0,-1 1 8 0 0,3-2-6248 0 0,2-3-1256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3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67 12671 0 0,'0'0'1143'0'0,"2"-17"-918"0"0,7-5 8386 0 0,-9 14-4519 0 0,-1 7-3927 0 0,-1-1 0 0 0,1 1 0 0 0,0-1 0 0 0,0 1 0 0 0,0 0 0 0 0,-1-1 0 0 0,1 1 0 0 0,-1 0 0 0 0,1 0 0 0 0,-1 0 0 0 0,1 0 0 0 0,-1 1 0 0 0,0-1 0 0 0,1 0 0 0 0,-1 1 0 0 0,0-1 0 0 0,0 1 0 0 0,1-1 0 0 0,-1 1 0 0 0,0 0 0 0 0,0 0 0 0 0,0 0 0 0 0,0 0 0 0 0,1 0 0 0 0,-1 0 0 0 0,-3 1 0 0 0,-6 1-7 0 0,0 0 0 0 0,0 1 0 0 0,-12 4 0 0 0,17-5-4 0 0,-28 10-87 0 0,2 2 1 0 0,-1 1-1 0 0,2 1 1 0 0,0 2-1 0 0,1 1 1 0 0,-35 30-1 0 0,54-38-67 0 0,4-1 0 0 0,6 3 0 0 0,2-10 0 0 0,1-1 0 0 0,-1 1 0 0 0,0 0 0 0 0,1 0 0 0 0,-1-1 0 0 0,1 1 0 0 0,0-1 0 0 0,0 1 0 0 0,0-1 0 0 0,0 0 0 0 0,0 0 0 0 0,1 0 0 0 0,-1 0 0 0 0,1 0 0 0 0,-1 0 0 0 0,1-1 0 0 0,4 3 0 0 0,6 1 0 0 0,-1 0 0 0 0,22 5 0 0 0,-30-9 0 0 0,93 19 0 0 0,-61-14 0 0 0,45 14 0 0 0,-70-16 0 0 0,0 0 0 0 0,-1 0 0 0 0,1 1 0 0 0,-1 1 0 0 0,0 0 0 0 0,-1 0 0 0 0,1 1 0 0 0,14 14 0 0 0,-21-19 0 0 0,-1 0 0 0 0,0 1 0 0 0,0-1 0 0 0,0 1 0 0 0,0 0 0 0 0,0-1 0 0 0,0 1 0 0 0,-1 0 0 0 0,1 0 0 0 0,-1 0 0 0 0,0 0 0 0 0,0 0 0 0 0,0 1 0 0 0,0-1 0 0 0,-1 0 0 0 0,1 0 0 0 0,-1 1 0 0 0,0-1 0 0 0,0 0 0 0 0,0 0 0 0 0,0 1 0 0 0,-1-1 0 0 0,1 0 0 0 0,-1 0 0 0 0,0 1 0 0 0,0-1 0 0 0,0 0 0 0 0,0 0 0 0 0,-1 0 0 0 0,1 0 0 0 0,-1 0 0 0 0,0-1 0 0 0,1 1 0 0 0,-1 0 0 0 0,-3 2 0 0 0,-2 2 8 0 0,0 1 0 0 0,-1-1 0 0 0,0 0 0 0 0,0-1 0 0 0,-1 0-1 0 0,0 0 1 0 0,0-1 0 0 0,0 0 0 0 0,-17 6 0 0 0,-8 1 43 0 0,-50 10 0 0 0,51-16-65 0 0,-1-1 0 0 0,0-1 0 0 0,-40-2 0 0 0,67-2-165 0 0,1 0-1 0 0,-1-1 0 0 0,1 0 1 0 0,-1 0-1 0 0,1 0 0 0 0,0-1 1 0 0,-9-3-1 0 0,14 4 113 0 0,1 1-1 0 0,-1 0 1 0 0,1 0-1 0 0,0-1 1 0 0,-1 1-1 0 0,1 0 1 0 0,-1 0-1 0 0,1-1 1 0 0,0 1-1 0 0,-1 0 1 0 0,1-1 0 0 0,0 1-1 0 0,-1-1 1 0 0,1 1-1 0 0,0 0 1 0 0,-1-1-1 0 0,1 1 1 0 0,0-1-1 0 0,0 1 1 0 0,0-1-1 0 0,0 1 1 0 0,-1-1 0 0 0,1 1-1 0 0,0-1 1 0 0,0 1-1 0 0,0-1 1 0 0,0 1-1 0 0,0-1 1 0 0,0 1-1 0 0,0-1 1 0 0,0 1-1 0 0,0-1 1 0 0,0 1 0 0 0,1-1-1 0 0,-1 1 1 0 0,0-1-1 0 0,0 1 1 0 0,0 0-1 0 0,1-1 1 0 0,-1 1-1 0 0,0-1 1 0 0,0 1-1 0 0,1 0 1 0 0,-1-1 0 0 0,0 1-1 0 0,1-1 1 0 0,0 1-1 0 0,15-17-3319 0 0,5 4-5692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 6911 0 0,'0'0'623'0'0,"2"1"-514"0"0,1 1 919 0 0,-1-1-1 0 0,1 1 1 0 0,0-1-1 0 0,0 1 0 0 0,0-1 1 0 0,0 0-1 0 0,0 0 1 0 0,0 0-1 0 0,1-1 0 0 0,-1 1 1 0 0,0-1-1 0 0,0 0 1 0 0,7 0-1 0 0,5-1 4219 0 0,28-6-1 0 0,-2 1-6247 0 0,-35 5 1014 0 0,-4 1-7 0 0,0 0 1 0 0,1-1 0 0 0,-1 1 0 0 0,0 0 0 0 0,1 0 0 0 0,-1 1 0 0 0,0-1-1 0 0,4 1 1 0 0,-5-1 1 0 0,0 1-1 0 0,0-1 0 0 0,0 0 0 0 0,-1 0 0 0 0,1 0 1 0 0,0 0-1 0 0,0 1 0 0 0,-1-1 0 0 0,1 0 0 0 0,0 1 1 0 0,0-1-1 0 0,-1 0 0 0 0,1 1 0 0 0,0-1 0 0 0,-1 1 1 0 0,1-1-1 0 0,-1 1 0 0 0,1 0 0 0 0,-1-1 0 0 0,1 1 1 0 0,-1 0-1 0 0,1-1 0 0 0,-1 1 0 0 0,1 0 0 0 0,-1 0 1 0 0,1 1 6 0 0,-1-1 1 0 0,0 1-1 0 0,0-1 1 0 0,0 0-1 0 0,0 1 1 0 0,0-1 0 0 0,-1 0-1 0 0,1 1 1 0 0,0-1-1 0 0,-1 0 1 0 0,1 1-1 0 0,-1-1 1 0 0,0 2 0 0 0,-2 3 44 0 0,0-1 0 0 0,-1 0 1 0 0,1 0-1 0 0,-1 0 0 0 0,-7 7 1 0 0,-106 86 409 0 0,101-86-451 0 0,10-5-17 0 0,5-7 0 0 0,1 0 0 0 0,0 1 0 0 0,-1-1 0 0 0,1 0 0 0 0,0 1 0 0 0,-1-1 0 0 0,1 0 0 0 0,0 0 0 0 0,0 1 0 0 0,-1-1 0 0 0,1 1 0 0 0,0-1 0 0 0,0 0 0 0 0,0 1 0 0 0,-1-1 0 0 0,1 1 0 0 0,0-1 0 0 0,0 0 0 0 0,0 1 0 0 0,0-1 0 0 0,0 1 0 0 0,0-1 0 0 0,0 1 0 0 0,0-1 0 0 0,0 0 0 0 0,0 1 0 0 0,0-1 0 0 0,0 1 0 0 0,0-1 0 0 0,0 0 0 0 0,0 1 0 0 0,1-1 0 0 0,-1 1 0 0 0,0-1 0 0 0,0 0 0 0 0,0 1 0 0 0,1-1 0 0 0,-1 1 0 0 0,0-1 0 0 0,1 1 0 0 0,-1-1 0 0 0,3 4 0 0 0,-1 0 0 0 0,1-1 0 0 0,-1 1 0 0 0,1-1 0 0 0,0 0 0 0 0,0 0 0 0 0,1 0 0 0 0,-1 0 0 0 0,1 0 0 0 0,-1-1 0 0 0,1 1 0 0 0,5 1 0 0 0,8 4 0 0 0,29 9 0 0 0,-8-3 0 0 0,-34-13 0 0 0,-1 0 0 0 0,0 0 0 0 0,0 0 0 0 0,0 0 0 0 0,0 0 0 0 0,-1 1 0 0 0,1-1 0 0 0,0 1 0 0 0,-1 0 0 0 0,1 0 0 0 0,-1-1 0 0 0,1 2 0 0 0,-1-1 0 0 0,0 0 0 0 0,2 3 0 0 0,-3-3 0 0 0,-1-1 0 0 0,1 1 0 0 0,0-1 0 0 0,-1 1 0 0 0,0 0 0 0 0,1-1 0 0 0,-1 1 0 0 0,0 0 0 0 0,0-1 0 0 0,0 1 0 0 0,0 0 0 0 0,0-1 0 0 0,-1 1 0 0 0,1 0 0 0 0,0-1 0 0 0,-1 1 0 0 0,1 0 0 0 0,-1-1 0 0 0,0 1 0 0 0,1-1 0 0 0,-3 3 0 0 0,1 1 0 0 0,-1 0 0 0 0,0-1 0 0 0,0 1 0 0 0,-1-1 0 0 0,-5 6 0 0 0,-3 0 0 0 0,-1 0 0 0 0,0-1 0 0 0,0-1 0 0 0,-1 0 0 0 0,0-1 0 0 0,0-1 0 0 0,-1 0 0 0 0,0 0 0 0 0,0-2 0 0 0,0 0 0 0 0,0 0 0 0 0,-1-2 0 0 0,-17 1 0 0 0,29-2-138 0 0,-1-1 1 0 0,0 0-1 0 0,1 0 1 0 0,-1-1-1 0 0,0 0 1 0 0,-8-2-1 0 0,12 3 88 0 0,0 0 0 0 0,0-1 1 0 0,-1 1-1 0 0,1-1 0 0 0,0 0 0 0 0,0 1 1 0 0,0-1-1 0 0,1 0 0 0 0,-1 0 0 0 0,0 1 0 0 0,0-1 1 0 0,0 0-1 0 0,0 0 0 0 0,1 0 0 0 0,-1 0 1 0 0,0 0-1 0 0,1 0 0 0 0,-1 0 0 0 0,1 0 0 0 0,-1 0 1 0 0,1-1-1 0 0,0 1 0 0 0,-1 0 0 0 0,1 0 1 0 0,0 0-1 0 0,0 0 0 0 0,0-1 0 0 0,0 1 0 0 0,0 0 1 0 0,0 0-1 0 0,0-3 0 0 0,2-4-686 0 0,1 0 1 0 0,-1 0-1 0 0,1 0 0 0 0,1 0 1 0 0,-1 0-1 0 0,1 1 0 0 0,9-14 1 0 0,-11 18 576 0 0,27-37-2049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20 25799 0 0,'0'0'2337'0'0,"1"-1"-1851"0"0,14 0 717 0 0,23-1-1 0 0,7 1-545 0 0,35-6-1407 0 0,-6 1-4120 0 0,-58 4 3061 0 0</inkml:trace>
  <inkml:trace contextRef="#ctx0" brushRef="#br0" timeOffset="1">5 208 11975 0 0,'-4'7'16017'0'0,"8"-5"-15922"0"0,1-1-1 0 0,-1 0 0 0 0,1 1 1 0 0,-1-2-1 0 0,1 1 0 0 0,0 0 1 0 0,-1-1-1 0 0,1 0 0 0 0,0 0 1 0 0,7-1-1 0 0,53-12 966 0 0,-44 8-943 0 0,43-9-3788 0 0,123-46-1 0 0,-159 48-4785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5 22031 0 0,'-13'-2'735'0'0,"-1"1"-1"0"0,0 0 1 0 0,0 1 0 0 0,0 0-1 0 0,0 1 1 0 0,1 1 0 0 0,-1 0-1 0 0,-16 6 1 0 0,-3 2 246 0 0,0 2-1 0 0,1 1 1 0 0,-35 21 0 0 0,61-31-938 0 0,4-2-33 0 0,0 1-1 0 0,0-1 1 0 0,0 0-1 0 0,0 1 1 0 0,0 0-1 0 0,0-1 1 0 0,0 1 0 0 0,0 0-1 0 0,1 0 1 0 0,-1 0-1 0 0,1 0 1 0 0,-1 0-1 0 0,-1 4 1 0 0,2-4-10 0 0,0-1 1 0 0,0 1-1 0 0,-1 0 1 0 0,2 0-1 0 0,-1 0 0 0 0,0 0 1 0 0,0 0-1 0 0,1 0 0 0 0,-1 0 1 0 0,1 0-1 0 0,-1 0 1 0 0,1 0-1 0 0,0 1 0 0 0,0-1 1 0 0,0 0-1 0 0,0 0 0 0 0,0 0 1 0 0,1 0-1 0 0,-1 0 1 0 0,0 0-1 0 0,1 0 0 0 0,0 0 1 0 0,-1 0-1 0 0,1 0 0 0 0,0 0 1 0 0,0 0-1 0 0,0 0 1 0 0,1 0-1 0 0,-1 0 0 0 0,0-1 1 0 0,2 2-1 0 0,2 2 1 0 0,-1-2 1 0 0,1 1-1 0 0,0-1 0 0 0,0 1 1 0 0,1-1-1 0 0,-1-1 0 0 0,1 1 1 0 0,6 1-1 0 0,34 11-1 0 0,50 8 0 0 0,-53-14 0 0 0,68 24 0 0 0,-104-30 0 0 0,-1 0 0 0 0,1 0 0 0 0,0 1 0 0 0,-1-1 0 0 0,0 2 0 0 0,10 7 0 0 0,-15-11 0 0 0,0 0 0 0 0,0 0 0 0 0,0 0 0 0 0,0 0 0 0 0,0 0 0 0 0,0 0 0 0 0,0 0 0 0 0,0 1 0 0 0,-1-1 0 0 0,1 0 0 0 0,0 1 0 0 0,-1-1 0 0 0,1 0 0 0 0,-1 1 0 0 0,0-1 0 0 0,1 1 0 0 0,-1-1 0 0 0,0 1 0 0 0,0-1 0 0 0,0 0 0 0 0,0 1 0 0 0,0-1 0 0 0,0 1 0 0 0,0-1 0 0 0,-1 1 0 0 0,1-1 0 0 0,-1 1 0 0 0,1-1 0 0 0,-1 0 0 0 0,1 1 0 0 0,-1-1 0 0 0,1 0 0 0 0,-1 0 0 0 0,0 1 0 0 0,0-1 0 0 0,0 0 0 0 0,0 0 0 0 0,0 0 0 0 0,0 0 0 0 0,-1 1 0 0 0,-5 4 0 0 0,0 0 0 0 0,0-1 0 0 0,0 0 0 0 0,-1 0 0 0 0,1-1 0 0 0,-1 0 0 0 0,0-1 0 0 0,-17 6 0 0 0,-5-1 0 0 0,-35 5 0 0 0,56-11 0 0 0,0 0-53 0 0,-1-1-1 0 0,0 1 1 0 0,0-1-1 0 0,0-1 1 0 0,0 0-1 0 0,0-1 1 0 0,-18-2-1 0 0,27 3-19 0 0,1 0-1 0 0,-1-1 1 0 0,1 1-1 0 0,-1 0 1 0 0,1 0-1 0 0,0 0 1 0 0,-1 0-1 0 0,1-1 1 0 0,-1 1-1 0 0,1 0 1 0 0,0 0-1 0 0,-1-1 1 0 0,1 1-1 0 0,-1 0 1 0 0,1-1-1 0 0,0 1 1 0 0,-1 0-1 0 0,1-1 1 0 0,0 1-1 0 0,0 0 1 0 0,-1-1-1 0 0,1 1 1 0 0,0-1-1 0 0,0 1 1 0 0,0-1-1 0 0,0 1 1 0 0,-1 0-1 0 0,1-1 1 0 0,0 1-1 0 0,0-1 1 0 0,0 1-1 0 0,0-1 1 0 0,0 1-1 0 0,0-1 1 0 0,0 1-1 0 0,0-1 1 0 0,0 1-1 0 0,0-1 1 0 0,0 1-1 0 0,1 0 1 0 0,-1-1-1 0 0,0 0 1 0 0,12-15-4444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5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13823 0 0,'0'0'1062'0'0,"2"0"-693"0"0,28-3 2810 0 0,45 5 10782 0 0,-52-2-12022 0 0,-1 1-3601 0 0,-20-1 1726 0 0,-1 1-36 0 0,1 0-28 0 0,-1-1 0 0 0,0 1 1 0 0,0 0-1 0 0,0 0 0 0 0,0 0 0 0 0,0 0 0 0 0,0 0 0 0 0,0 0 1 0 0,0 0-1 0 0,0 0 0 0 0,0 1 0 0 0,0-1 0 0 0,-1 0 0 0 0,1 0 1 0 0,0 1-1 0 0,-1-1 0 0 0,1 0 0 0 0,-1 1 0 0 0,0-1 1 0 0,1 0-1 0 0,-1 1 0 0 0,0-1 0 0 0,0 1 0 0 0,0-1 0 0 0,0 1 1 0 0,0-1-1 0 0,-1 3 0 0 0,0 0 0 0 0,0 0 0 0 0,-1-1 0 0 0,1 1 0 0 0,-1 0-1 0 0,0-1 1 0 0,0 1 0 0 0,-3 2 0 0 0,1 0 0 0 0,-9 13 0 0 0,-2-1 0 0 0,-24 24 0 0 0,-6 8 0 0 0,32-36 0 0 0,8-8 0 0 0,1-1 0 0 0,-1 1 0 0 0,-5 8 0 0 0,10-13 0 0 0,0-1 0 0 0,0 0 0 0 0,-1 1 0 0 0,1-1 0 0 0,0 0 0 0 0,0 1 0 0 0,-1-1 0 0 0,1 0 0 0 0,0 1 0 0 0,0-1 0 0 0,0 0 0 0 0,0 1 0 0 0,-1-1 0 0 0,1 1 0 0 0,0-1 0 0 0,0 0 0 0 0,0 1 0 0 0,0-1 0 0 0,0 1 0 0 0,0-1 0 0 0,0 1 0 0 0,0-1 0 0 0,0 0 0 0 0,0 1 0 0 0,0-1 0 0 0,1 1 0 0 0,-1-1 0 0 0,0 0 0 0 0,0 1 0 0 0,0-1 0 0 0,0 0 0 0 0,1 1 0 0 0,-1-1 0 0 0,0 0 0 0 0,0 1 0 0 0,1-1 0 0 0,-1 0 0 0 0,0 1 0 0 0,1-1 0 0 0,-1 0 0 0 0,0 0 0 0 0,1 1 0 0 0,-1-1 0 0 0,0 0 0 0 0,1 0 0 0 0,-1 1 0 0 0,3 0 0 0 0,-1 1 0 0 0,0 0 0 0 0,1 0 0 0 0,-1-1 0 0 0,1 1 0 0 0,0-1 0 0 0,-1 0 0 0 0,1 0 0 0 0,0 0 0 0 0,0 0 0 0 0,0-1 0 0 0,0 1 0 0 0,0-1 0 0 0,-1 1 0 0 0,7-1 0 0 0,3-1 0 0 0,1 0 0 0 0,17-3 0 0 0,-14 1 0 0 0,107-20 0 0 0,27-3 0 0 0,-146 25 24 0 0,25-1-172 0 0,-14 4-1372 0 0,0 1 604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1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160 131 4607 0 0,'0'0'16086'0'0,"3"0"-15108"0"0,5 1-203 0 0,-6-1-87 0 0,0 1-16 0 0,3 1-446 0 0,-1 0 0 0 0,0-1 0 0 0,0 1 1 0 0,-1 1-1 0 0,1-1 0 0 0,0 1 0 0 0,-1-1 0 0 0,5 5 1 0 0,-6-5-152 0 0,-1 0 0 0 0,0 0 0 0 0,1-1 1 0 0,-1 1-1 0 0,0 0 0 0 0,0 0 1 0 0,0 0-1 0 0,0 0 0 0 0,0 0 1 0 0,-1 0-1 0 0,1 0 0 0 0,-1 1 1 0 0,1-1-1 0 0,-1 0 0 0 0,0 0 1 0 0,0 0-1 0 0,0 1 0 0 0,0-1 0 0 0,0 0 1 0 0,-1 4-1 0 0,0-3-33 0 0,0-1 0 0 0,0 1 0 0 0,0 0 0 0 0,0-1 0 0 0,0 1-1 0 0,-1-1 1 0 0,1 1 0 0 0,-1-1 0 0 0,0 0 0 0 0,0 1 0 0 0,1-1 0 0 0,-2 0 0 0 0,1 0 0 0 0,0 0 0 0 0,0-1-1 0 0,0 1 1 0 0,-1 0 0 0 0,1-1 0 0 0,-1 0 0 0 0,0 1 0 0 0,1-1 0 0 0,-1 0 0 0 0,0 0 0 0 0,1-1 0 0 0,-1 1-1 0 0,0 0 1 0 0,0-1 0 0 0,0 0 0 0 0,0 0 0 0 0,0 0 0 0 0,1 0 0 0 0,-1 0 0 0 0,0 0 0 0 0,0-1 0 0 0,0 1-1 0 0,0-1 1 0 0,1 0 0 0 0,-1 0 0 0 0,-3-2 0 0 0,5 3-40 0 0,-1-1 0 0 0,1 0 0 0 0,0 0 0 0 0,-1 0 0 0 0,1 0 0 0 0,0 0 0 0 0,0 0 0 0 0,0 0 0 0 0,0 0 0 0 0,0 0 0 0 0,0-1 0 0 0,0 1 0 0 0,0 0 0 0 0,0-1 0 0 0,1 1 0 0 0,-1 0 0 0 0,1-1 0 0 0,-1 1 0 0 0,1-1 0 0 0,-1 1 0 0 0,1-1 0 0 0,0 1 0 0 0,0-1 0 0 0,-1 0 0 0 0,1 1 0 0 0,0-1 0 0 0,1 1 0 0 0,-1-3 0 0 0,0-2 0 0 0,1-1-6 0 0,0 1-1 0 0,0-1 1 0 0,0 0-1 0 0,1 1 1 0 0,0-1-1 0 0,0 1 1 0 0,4-8-1 0 0,-1 3-4 0 0,1 1 0 0 0,0 0 0 0 0,10-14 0 0 0,-11 18-2 0 0,0 1 1 0 0,1-1-1 0 0,-1 1 0 0 0,1 0 1 0 0,9-7-1 0 0,-12 10 11 0 0,0 0 0 0 0,0 0 0 0 0,0 0 0 0 0,1 0 0 0 0,-1 1 0 0 0,0-1 0 0 0,1 1 0 0 0,-1 0 0 0 0,1 0 0 0 0,5-1 0 0 0,-1 1 0 0 0,16-1 0 0 0,-9 6 14 0 0,-11 0 15 0 0,-3-2-12 0 0,1 0-2 0 0,0 0 0 0 0,-1 0 1 0 0,1 0-1 0 0,0 0 0 0 0,-1 0 0 0 0,0 0 0 0 0,1 1 0 0 0,-1-1 1 0 0,0 1-1 0 0,0-1 0 0 0,0 1 0 0 0,0-1 0 0 0,-1 1 0 0 0,1 0 1 0 0,-1-1-1 0 0,1 6 0 0 0,-2 1 65 0 0,1 1 1 0 0,-1-1-1 0 0,-4 14 1 0 0,3-12-9 0 0,1-6-50 0 0,-1 0 0 0 0,0 0-1 0 0,0 0 1 0 0,-1-1 0 0 0,1 1 0 0 0,-1 0-1 0 0,0-1 1 0 0,-1 0 0 0 0,1 0 0 0 0,0 0-1 0 0,-1 0 1 0 0,0 0 0 0 0,0-1 0 0 0,-9 6-1 0 0,5-3 3 0 0,-1 0-1 0 0,0-1 1 0 0,0-1-1 0 0,-1 1 1 0 0,1-2-1 0 0,-20 6 1 0 0,25-8-24 0 0,-1 0 0 0 0,0-1 0 0 0,1 0 1 0 0,-1 0-1 0 0,0 0 0 0 0,0-1 0 0 0,1 1 0 0 0,-1-1 1 0 0,0 0-1 0 0,1 0 0 0 0,-1-1 0 0 0,-4-1 0 0 0,7 1 0 0 0,-1 1-1 0 0,1 0 0 0 0,-1 0 1 0 0,1-1-1 0 0,-1 0 1 0 0,1 1-1 0 0,0-1 0 0 0,0 0 1 0 0,0 0-1 0 0,0 0 0 0 0,0 0 1 0 0,0-1-1 0 0,1 1 0 0 0,-1 0 1 0 0,1-1-1 0 0,-1 1 1 0 0,1-1-1 0 0,0 0 0 0 0,0 1 1 0 0,-1-6-1 0 0,1 2-9 0 0,1 1 0 0 0,0 0 0 0 0,0-1 1 0 0,1 1-1 0 0,0-1 0 0 0,0 1 0 0 0,0 0 0 0 0,0 0 0 0 0,1 0 0 0 0,0-1 1 0 0,0 1-1 0 0,0 1 0 0 0,1-1 0 0 0,4-7 0 0 0,-4 7-1 0 0,1 0-1 0 0,0 0 1 0 0,0 0-1 0 0,0 1 1 0 0,0-1 0 0 0,1 1-1 0 0,0 0 1 0 0,0 0 0 0 0,0 1-1 0 0,0-1 1 0 0,1 1-1 0 0,7-3 1 0 0,-8 4 16 0 0,-1 0 0 0 0,0 1-1 0 0,1 0 1 0 0,-1 0 0 0 0,1 0 0 0 0,-1 0 0 0 0,1 1-1 0 0,0-1 1 0 0,-1 1 0 0 0,1 1 0 0 0,-1-1 0 0 0,1 0-1 0 0,0 1 1 0 0,-1 0 0 0 0,1 0 0 0 0,-1 1 0 0 0,0-1 0 0 0,1 1-1 0 0,5 3 1 0 0,-7-3 6 0 0,0 0 0 0 0,-1 1 1 0 0,1 0-1 0 0,0-1 0 0 0,-1 1 0 0 0,1 0 0 0 0,-1 0 0 0 0,0 0 0 0 0,0 0 1 0 0,0 1-1 0 0,-1-1 0 0 0,1 0 0 0 0,-1 1 0 0 0,1 0 0 0 0,-1-1 0 0 0,0 1 1 0 0,-1 0-1 0 0,1-1 0 0 0,-1 1 0 0 0,1 0 0 0 0,-1 4 0 0 0,-1-1 11 0 0,0 1-1 0 0,0-1 0 0 0,0-1 0 0 0,-1 1 0 0 0,0 0 0 0 0,0 0 0 0 0,-1-1 0 0 0,1 1 1 0 0,-2-1-1 0 0,1 1 0 0 0,-1-1 0 0 0,0 0 0 0 0,0-1 0 0 0,-9 11 0 0 0,7-10 3 0 0,-1 0 1 0 0,1 0-1 0 0,-1 0 0 0 0,0-1 0 0 0,0 0 0 0 0,-1 0 0 0 0,0-1 0 0 0,1 0 1 0 0,-2-1-1 0 0,1 1 0 0 0,-14 2 0 0 0,16-4-17 0 0,0-2 1 0 0,1 1-1 0 0,-1 0 0 0 0,0-1 1 0 0,0-1-1 0 0,0 1 0 0 0,0-1 1 0 0,1 1-1 0 0,-1-2 0 0 0,0 1 0 0 0,1-1 1 0 0,-1 1-1 0 0,1-2 0 0 0,-8-2 1 0 0,10 3-18 0 0,-1-1 0 0 0,1 1 0 0 0,0 0 0 0 0,0-1 0 0 0,0 1 0 0 0,0-1 0 0 0,0 0 1 0 0,1 0-1 0 0,-1 0 0 0 0,1-1 0 0 0,0 1 0 0 0,0 0 0 0 0,0-1 0 0 0,0 0 0 0 0,1 1 0 0 0,-1-1 0 0 0,1 0 1 0 0,0 0-1 0 0,0 1 0 0 0,0-1 0 0 0,0-6 0 0 0,1 1-7 0 0,0 1-1 0 0,1 0 1 0 0,0 0-1 0 0,0-1 1 0 0,1 1 0 0 0,0 0-1 0 0,1 0 1 0 0,-1 1-1 0 0,2-1 1 0 0,-1 1 0 0 0,1-1-1 0 0,0 1 1 0 0,0 0-1 0 0,1 0 1 0 0,0 1-1 0 0,6-7 1 0 0,-4 5-4 0 0,0 1 0 0 0,1 0 0 0 0,0 0 0 0 0,0 1 0 0 0,0 0 1 0 0,1 1-1 0 0,0 0 0 0 0,0 0 0 0 0,0 1 0 0 0,1 0 0 0 0,-1 0 0 0 0,18-3 0 0 0,-21 6 23 0 0,0 0-1 0 0,-1 1 1 0 0,1-1 0 0 0,0 1 0 0 0,0 1-1 0 0,0-1 1 0 0,0 1 0 0 0,0 0-1 0 0,0 0 1 0 0,11 4 0 0 0,-14-3-1 0 0,-1-1 1 0 0,1 0-1 0 0,0 1 0 0 0,-1-1 1 0 0,1 1-1 0 0,-1 0 1 0 0,0 0-1 0 0,1 0 1 0 0,-1 0-1 0 0,0 0 1 0 0,0 0-1 0 0,0 0 0 0 0,-1 1 1 0 0,1-1-1 0 0,-1 1 1 0 0,1 0-1 0 0,-1-1 1 0 0,0 1-1 0 0,0 0 1 0 0,0 0-1 0 0,0 0 0 0 0,0 0 1 0 0,0 3-1 0 0,-1 1 9 0 0,0 0-1 0 0,0 0 0 0 0,0 0 1 0 0,-1 0-1 0 0,0 0 0 0 0,0 0 1 0 0,-1 0-1 0 0,0-1 0 0 0,0 1 1 0 0,0-1-1 0 0,-1 1 0 0 0,0-1 1 0 0,-1 0-1 0 0,1 0 0 0 0,-1 0 1 0 0,-5 6-1 0 0,3-4 8 0 0,-1-1 0 0 0,0 0 0 0 0,0 0 0 0 0,0-1 0 0 0,-1 0 0 0 0,0 0 0 0 0,0-1 0 0 0,-1 0 0 0 0,1 0 0 0 0,-1-1 0 0 0,-10 3 0 0 0,13-4-13 0 0,0-2 0 0 0,0 1 0 0 0,-1-1 0 0 0,1 1 0 0 0,0-2 0 0 0,-1 1 0 0 0,1-1 0 0 0,-1 0 0 0 0,1 0 0 0 0,-1-1 0 0 0,1 0 0 0 0,-1 0 0 0 0,1 0 0 0 0,0-1 0 0 0,-9-3 0 0 0,13 4-9 0 0,0 1 0 0 0,-1-1 0 0 0,1 0-1 0 0,0 0 1 0 0,0 0 0 0 0,0 0 0 0 0,0 0 0 0 0,0 0-1 0 0,0 0 1 0 0,0-1 0 0 0,1 1 0 0 0,-1-1 0 0 0,0 1 0 0 0,1-1-1 0 0,-1 0 1 0 0,1 0 0 0 0,0 0 0 0 0,-1 0 0 0 0,1 0 0 0 0,0 0-1 0 0,0 0 1 0 0,0 0 0 0 0,0 0 0 0 0,1 0 0 0 0,-1-1 0 0 0,1 1-1 0 0,-1 0 1 0 0,1 0 0 0 0,0-1 0 0 0,0 1 0 0 0,0 0 0 0 0,0-4-1 0 0,1-4-16 0 0,1 0 0 0 0,0-1-1 0 0,0 1 1 0 0,1 1-1 0 0,0-1 1 0 0,1 0 0 0 0,0 1-1 0 0,1-1 1 0 0,0 1-1 0 0,7-10 1 0 0,-8 13 15 0 0,0 0 1 0 0,1 1-1 0 0,-1 0 1 0 0,1 0-1 0 0,0 0 1 0 0,0 1-1 0 0,1-1 1 0 0,-1 1-1 0 0,1 0 1 0 0,0 1-1 0 0,0-1 1 0 0,0 1-1 0 0,0 1 1 0 0,1-1-1 0 0,-1 1 1 0 0,10-2-1 0 0,-13 3 12 0 0,0 1 0 0 0,1 0-1 0 0,-1 0 1 0 0,1 0 0 0 0,-1 0-1 0 0,1 0 1 0 0,-1 1 0 0 0,1-1 0 0 0,-1 1-1 0 0,0 0 1 0 0,1 0 0 0 0,-1 1 0 0 0,0-1-1 0 0,0 1 1 0 0,0-1 0 0 0,0 1-1 0 0,0 0 1 0 0,0 0 0 0 0,0 0 0 0 0,-1 0-1 0 0,1 1 1 0 0,-1-1 0 0 0,1 1 0 0 0,-1 0-1 0 0,0 0 1 0 0,0-1 0 0 0,0 1 0 0 0,-1 0-1 0 0,1 1 1 0 0,1 2 0 0 0,2 6 40 0 0,-3-8-36 0 0,-1-1 1 0 0,1 0 0 0 0,-1 0-1 0 0,0 1 1 0 0,0-1 0 0 0,0 1-1 0 0,0-1 1 0 0,-1 1 0 0 0,1 0-1 0 0,-1-1 1 0 0,0 1 0 0 0,0 3-1 0 0,0-5-7 0 0,-1 4 22 0 0,0 1 1 0 0,0 0-1 0 0,0-1 0 0 0,0 1 1 0 0,-1-1-1 0 0,0 1 1 0 0,-1-1-1 0 0,-5 10 1 0 0,7-12-9 0 0,-1-1 0 0 0,-1 0 0 0 0,1 0 0 0 0,0 0 0 0 0,-1 0 0 0 0,0 0 0 0 0,1-1 0 0 0,-1 1 0 0 0,0-1 0 0 0,0 1 0 0 0,-1-1 0 0 0,-4 2 0 0 0,4-2-4 0 0,0-1 0 0 0,-1 0 0 0 0,1 0 0 0 0,0 0 0 0 0,-1 0 0 0 0,0-1 0 0 0,1 1 0 0 0,-1-1 1 0 0,1-1-1 0 0,-1 1 0 0 0,1 0 0 0 0,-7-3 0 0 0,8 3-21 0 0,0-1-1 0 0,0 0 1 0 0,1 0-1 0 0,-1 0 1 0 0,0 0-1 0 0,1 0 1 0 0,-1-1-1 0 0,1 1 1 0 0,0-1-1 0 0,-1 0 1 0 0,1 1-1 0 0,0-1 1 0 0,0 0-1 0 0,0 0 1 0 0,0-1-1 0 0,0 1 1 0 0,1 0-1 0 0,-1-1 1 0 0,1 1 0 0 0,-1-1-1 0 0,1 1 1 0 0,0-1-1 0 0,0 0 1 0 0,0 1-1 0 0,0-1 1 0 0,1 0-1 0 0,-1 0 1 0 0,1 1-1 0 0,-1-1 1 0 0,1 0-1 0 0,0-4 1 0 0,0 3-30 0 0,0-1-1 0 0,1 1 1 0 0,-1-1 0 0 0,1 0 0 0 0,0 1 0 0 0,0-1-1 0 0,1 1 1 0 0,-1-1 0 0 0,1 1 0 0 0,0 0 0 0 0,0 0-1 0 0,1 0 1 0 0,-1 0 0 0 0,1 0 0 0 0,0 0 0 0 0,-1 1-1 0 0,2-1 1 0 0,4-4 0 0 0,-6 7-41 0 0,4-1 0 0 0,-6 2 76 0 0,0 0 0 0 0,1-1 0 0 0,-1 1 0 0 0,1 0-1 0 0,-1 0 1 0 0,0 0 0 0 0,1 0 0 0 0,-1 0 0 0 0,1 0 0 0 0,-1 0 0 0 0,1 0 0 0 0,-1 0-1 0 0,0 0 1 0 0,1 0 0 0 0,-1 0 0 0 0,1 0 0 0 0,-1 0 0 0 0,1 1 0 0 0,-1-1-1 0 0,1 0 1 0 0,2 2-56 0 0,0-1 60 0 0,-1 0-1 0 0,0 0 1 0 0,1 0-1 0 0,-1 1 1 0 0,0-1-1 0 0,0 1 1 0 0,0 0-1 0 0,0-1 1 0 0,0 1-1 0 0,-1 0 1 0 0,1 0-1 0 0,0 0 1 0 0,-1 1-1 0 0,1-1 1 0 0,-1 0-1 0 0,0 0 1 0 0,0 1-1 0 0,0-1 1 0 0,0 1-1 0 0,0-1 1 0 0,-1 1-1 0 0,1-1 1 0 0,0 5-1 0 0,0-2 0 0 0,1-2 1 0 0,1 23-16 0 0,-5-7-5260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21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36 5527 0 0,'0'0'250'0'0,"-2"-8"90"0"0,2 5-155 0 0,0 1 0 0 0,-14-20 19351 0 0,19 44-18755 0 0,-2 0 0 0 0,2 37-1 0 0,-5 50-34 0 0,-1-89-613 0 0,11 454 1166 0 0,0-253-992 0 0,-5-73-142 0 0,35 756-149 0 0,-31-274 707 0 0,-27-239-670 0 0,14-324-41 0 0,0 110 40 0 0,3-150-31 0 0,-7 49 0 0 0,1-10 1 0 0,-19 152-22 0 0,3-40 0 0 0,15-86 0 0 0,3-58 0 0 0,3-25 0 0 0,0 1 0 0 0,1-1 0 0 0,0 1 0 0 0,1-1 0 0 0,1 16 0 0 0,-1-22 0 0 0,4 18-53 0 0,-4-20 37 0 0,6 16-808 0 0,-5-14 712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2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49 242 4607 0 0,'-5'-1'28'0'0,"0"-1"-1"0"0,1 1 1 0 0,-1-1-1 0 0,-7-4 1 0 0,10 5 106 0 0,1 0 0 0 0,0 0 0 0 0,0 1 0 0 0,0-1 0 0 0,0 0 0 0 0,0 0 0 0 0,0 0 0 0 0,0 0 0 0 0,0 0 0 0 0,0 0 0 0 0,0-1 1 0 0,1 1-1 0 0,-1 0 0 0 0,0 0 0 0 0,1 0 0 0 0,-1-1 0 0 0,1 1 0 0 0,-1 0 0 0 0,1-1 0 0 0,0 1 0 0 0,-1-3 0 0 0,4-8 9206 0 0,2 5-3440 0 0,-4 6-5577 0 0,1 1 1 0 0,-1-1 0 0 0,0 1-1 0 0,0-1 1 0 0,0 1-1 0 0,0 0 1 0 0,1 0-1 0 0,-1-1 1 0 0,0 1-1 0 0,0 0 1 0 0,0 0-1 0 0,1 0 1 0 0,1 0-1 0 0,1 1-193 0 0,-1 0 0 0 0,1 0-1 0 0,0 0 1 0 0,-1 0-1 0 0,0 0 1 0 0,1 1-1 0 0,-1-1 1 0 0,0 1-1 0 0,4 3 1 0 0,-2-1 47 0 0,0 1 1 0 0,-1 0-1 0 0,1 0 0 0 0,-1 0 1 0 0,0 1-1 0 0,-1-1 0 0 0,1 1 1 0 0,-1 0-1 0 0,0 0 0 0 0,3 13 1 0 0,2 5 144 0 0,5 38 0 0 0,-10-48-213 0 0,11 76 333 0 0,7 33-79 0 0,-18-113-340 0 0,0-2 37 0 0,-2-8-55 0 0,-1 1-1 0 0,0-1 1 0 0,0 0-1 0 0,1 1 1 0 0,-1-1-1 0 0,0 0 1 0 0,1 1-1 0 0,-1-1 1 0 0,0 0-1 0 0,1 0 1 0 0,-1 0-1 0 0,1 1 1 0 0,-1-1-1 0 0,0 0 1 0 0,1 0-1 0 0,-1 0 1 0 0,1 0-1 0 0,-1 0 1 0 0,0 0-1 0 0,1 1 1 0 0,-1-1 0 0 0,1 0-1 0 0,-1 0 1 0 0,1 0-1 0 0,-1-1 1 0 0,0 1-1 0 0,1 0 1 0 0,-1 0-1 0 0,1 0 1 0 0,-1 0-1 0 0,1 0 1 0 0,-1 0-1 0 0,0-1 1 0 0,1 1-1 0 0,-1 0 1 0 0,0 0-1 0 0,1-1 1 0 0,-1 1-1 0 0,1-1 1 0 0,13-10 46 0 0,-7 3-49 0 0,0 0-1 0 0,0-1 1 0 0,-1 0 0 0 0,0 0-1 0 0,-1-1 1 0 0,8-15 0 0 0,18-66 48 0 0,-10 28-48 0 0,49-105-2 0 0,-51 128 0 0 0,2 1 0 0 0,30-41 0 0 0,-27 52-32 0 0,-23 27-139 0 0,-1 14-2351 0 0,-1 3-220 0 0,0 2-7151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2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75 9215 0 0,'-3'0'328'0'0,"1"1"-85"0"0,0-1 0 0 0,0 0 0 0 0,1 1 0 0 0,-1-1 0 0 0,0 0 0 0 0,0-1 0 0 0,-15-3 13732 0 0,29-6-11433 0 0,-10 9-2268 0 0,10-8 244 0 0,2 0-1 0 0,-1 1 1 0 0,1 1-1 0 0,16-6 1 0 0,-23 10-503 0 0,1 0 0 0 0,0 1 0 0 0,0 0 1 0 0,0 1-1 0 0,0-1 0 0 0,0 2 0 0 0,0-1 1 0 0,0 1-1 0 0,14 1 0 0 0,-21-1-11 0 0,0 0 1 0 0,0 1-1 0 0,0-1 1 0 0,0 0-1 0 0,0 1 0 0 0,1-1 1 0 0,-1 1-1 0 0,0-1 0 0 0,0 1 1 0 0,0-1-1 0 0,0 1 0 0 0,-1 0 1 0 0,1-1-1 0 0,0 1 1 0 0,0 0-1 0 0,0 0 0 0 0,0 0 1 0 0,-1-1-1 0 0,1 1 0 0 0,0 0 1 0 0,-1 0-1 0 0,1 0 1 0 0,-1 0-1 0 0,1 0 0 0 0,-1 0 1 0 0,0 0-1 0 0,1 1 0 0 0,-1-1 1 0 0,0 0-1 0 0,0 0 1 0 0,0 0-1 0 0,1 0 0 0 0,-1 0 1 0 0,0 0-1 0 0,-1 1 0 0 0,1-1 1 0 0,0 0-1 0 0,0 0 1 0 0,0 0-1 0 0,-1 0 0 0 0,1 0 1 0 0,-1 2-1 0 0,-2 5 30 0 0,-1 1 0 0 0,0 0 1 0 0,0-1-1 0 0,-1 0 0 0 0,0 0 0 0 0,-1-1 0 0 0,1 1 1 0 0,-10 7-1 0 0,3 0 9 0 0,-7 9-19 0 0,4-7 7 0 0,1 1 0 0 0,-19 30 0 0 0,28-36-31 0 0,6-8 0 0 0,0-2 0 0 0,2 11 0 0 0,0-9 0 0 0,-1-3 0 0 0,0 1 0 0 0,1 0 0 0 0,-1 0 0 0 0,1-1 0 0 0,0 1 0 0 0,-1-1 0 0 0,1 1 0 0 0,0-1 0 0 0,0 0 0 0 0,0 0 0 0 0,0 0 0 0 0,0 0 0 0 0,0 0 0 0 0,5 0 0 0 0,7 0 0 0 0,23 0 0 0 0,-30-1 0 0 0,-4 0 0 0 0,11 0 0 0 0,1 0 0 0 0,27 5 0 0 0,-32-1 0 0 0,-4 2 11 0 0,-6-5 8 0 0,-1 1 1 0 0,0-1 0 0 0,0 0-1 0 0,1 1 1 0 0,-1-1-1 0 0,0 0 1 0 0,0 1 0 0 0,0-1-1 0 0,-1 0 1 0 0,1 1 0 0 0,0-1-1 0 0,0 0 1 0 0,-1 1-1 0 0,1-1 1 0 0,-1 0 0 0 0,1 0-1 0 0,-1 1 1 0 0,1-1 0 0 0,-1 0-1 0 0,0 0 1 0 0,-1 2-1 0 0,-1 2 67 0 0,0-1 0 0 0,-1 0 0 0 0,1 0 0 0 0,-6 5 0 0 0,-1-3-25 0 0,-1 0 1 0 0,0 0-1 0 0,1-1 0 0 0,-2 0 1 0 0,1-1-1 0 0,-14 4 1 0 0,16-6-33 0 0,-10 4-46 0 0,-35 7 1 0 0,48-12-198 0 0,1-1 0 0 0,-1 1 0 0 0,0-1 0 0 0,0 0 0 0 0,0 0-1 0 0,1-1 1 0 0,-1 0 0 0 0,0 0 0 0 0,1 0 0 0 0,-11-5 0 0 0,15 6 97 0 0,0 0 0 0 0,0-1 0 0 0,1 0 1 0 0,-1 1-1 0 0,0-1 0 0 0,1 1 1 0 0,-1-1-1 0 0,1 0 0 0 0,-1 1 0 0 0,0-1 1 0 0,1 0-1 0 0,0 0 0 0 0,-1 1 0 0 0,1-1 1 0 0,-1 0-1 0 0,1 0 0 0 0,0 0 0 0 0,0 1 1 0 0,-1-1-1 0 0,1 0 0 0 0,0 0 1 0 0,0 0-1 0 0,0 0 0 0 0,0 0 0 0 0,0 0 1 0 0,0 1-1 0 0,0-1 0 0 0,0 0 0 0 0,1-1 1 0 0,0-2-1124 0 0,-1 1 0 0 0,1 0 1 0 0,0-1-1 0 0,1 1 0 0 0,-1 0 1 0 0,3-4-1 0 0,6-9-6627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3:2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714 2 8287 0 0,'-20'-1'1158'0'0,"1"0"0"0"0,-24 3 0 0 0,20-1 2931 0 0,8 0-252 0 0,-25 4 0 0 0,-16 10-892 0 0,-51 26-1171 0 0,97-37-1323 0 0,-15 6-148 0 0,2 2 1 0 0,0 0 0 0 0,0 2 0 0 0,1 1-1 0 0,1 0 1 0 0,0 2 0 0 0,1 0 0 0 0,1 1-1 0 0,-25 31 1 0 0,27-29-211 0 0,2 1-1 0 0,0 0 0 0 0,2 1 1 0 0,0 1-1 0 0,2 0 1 0 0,0 1-1 0 0,2 0 1 0 0,0 0-1 0 0,-9 48 1 0 0,14-53-91 0 0,2 0-1 0 0,0 0 1 0 0,2 1-1 0 0,0-1 1 0 0,1 0 0 0 0,1 0-1 0 0,0 0 1 0 0,2 0 0 0 0,0 0-1 0 0,1-1 1 0 0,1 1 0 0 0,0-1-1 0 0,19 33 1 0 0,-13-30-2 0 0,0-1 0 0 0,2-1 0 0 0,0-1 0 0 0,2 0 0 0 0,0 0 0 0 0,0-2 0 0 0,2 0 0 0 0,0-1 0 0 0,1-1 0 0 0,0 0 0 0 0,1-2 0 0 0,0 0 0 0 0,1-1 0 0 0,0-2 0 0 0,37 12 0 0 0,-36-14 0 0 0,0-2 0 0 0,1-1 0 0 0,0-1 0 0 0,0-1 0 0 0,0-1 0 0 0,1-1 0 0 0,-1-1 0 0 0,0-1 0 0 0,0-1 0 0 0,0-1 0 0 0,-1-1 0 0 0,1 0 0 0 0,-1-2 0 0 0,0-1 0 0 0,40-21 0 0 0,-44 19 6 0 0,-1-1 1 0 0,0 0-1 0 0,-1-1 1 0 0,30-28-1 0 0,-24 16 5 0 0,0 0-1 0 0,24-38 1 0 0,-37 48-11 0 0,0-1 0 0 0,-2 0 0 0 0,0-1 0 0 0,0 0 0 0 0,-2 0 0 0 0,0 0 0 0 0,-1-1 0 0 0,0 1 0 0 0,-1-1 0 0 0,-1 0 0 0 0,-1 0 0 0 0,0 0 0 0 0,-2 0 0 0 0,0 0 0 0 0,0 0 0 0 0,-2 0 0 0 0,0 0 0 0 0,-1 0 0 0 0,0 1 0 0 0,-2 0 0 0 0,0 0 0 0 0,0 0 0 0 0,-2 1 0 0 0,-10-18 0 0 0,-2 4-36 0 0,-1 1 0 0 0,-1 1-1 0 0,-2 0 1 0 0,-49-42 0 0 0,36 39-36 0 0,-1 2 1 0 0,-2 2-1 0 0,-47-24 0 0 0,64 40-298 0 0,18 9 140 0 0,0-1-1 0 0,0 0 1 0 0,0 0 0 0 0,1-1 0 0 0,-1 1 0 0 0,1-1 0 0 0,-1 0-1 0 0,1 0 1 0 0,-7-7 0 0 0,8 2-1157 0 0,6 0-54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6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73 12895 0 0,'0'0'998'0'0,"-2"0"-657"0"0,-6 1 6163 0 0,2 7-4399 0 0,4-6-1861 0 0,0 0 0 0 0,1 0 0 0 0,-1 0 0 0 0,0 1 0 0 0,1-1 1 0 0,-1 0-1 0 0,1 1 0 0 0,0 0 0 0 0,0-1 0 0 0,0 1 0 0 0,-1 5 0 0 0,-65 449 3722 0 0,66-436-3934 0 0,2 33 0 0 0,-1-54-32 0 0,0 0 0 0 0,0 0-1 0 0,0 0 1 0 0,0 1 0 0 0,0-1 0 0 0,0 0 0 0 0,0 0 0 0 0,0 0 0 0 0,-1 0 0 0 0,1 0 0 0 0,0 1 0 0 0,0-1-1 0 0,1 0 1 0 0,-1 0 0 0 0,0 0 0 0 0,0 0 0 0 0,0 0 0 0 0,0 1 0 0 0,0-1 0 0 0,0 0 0 0 0,0 0 0 0 0,0 0 0 0 0,0 0-1 0 0,0 0 1 0 0,0 0 0 0 0,0 1 0 0 0,0-1 0 0 0,0 0 0 0 0,0 0 0 0 0,1 0 0 0 0,-1 0 0 0 0,0 0 0 0 0,0 0-1 0 0,0 0 1 0 0,0 0 0 0 0,0 0 0 0 0,0 0 0 0 0,0 0 0 0 0,1 1 0 0 0,-1-1 0 0 0,0 0 0 0 0,0 0 0 0 0,5-6-35 0 0,1-9-41 0 0,135-473-1308 0 0,-104 356 1196 0 0,-32 122 193 0 0,-5 8 283 0 0,5 14 96 0 0,-2 0-177 0 0,0 1 0 0 0,2 18 0 0 0,0 5-13 0 0,-1-18-168 0 0,1 0 0 0 0,0-1 0 0 0,1 0-1 0 0,0 0 1 0 0,2 0 0 0 0,0-1 0 0 0,1 0 0 0 0,1 0 0 0 0,0-1 0 0 0,1 0-1 0 0,0-1 1 0 0,23 22 0 0 0,-1-7-26 0 0,51 50 0 0 0,-75-68 0 0 0,17 23-1 0 0,-24-30 2 0 0,1 0 0 0 0,-1 0 0 0 0,0 0 0 0 0,-1 0 0 0 0,1 1 0 0 0,-1-1 0 0 0,1 0 1 0 0,-1 1-1 0 0,-1-1 0 0 0,2 8 0 0 0,-3-10 10 0 0,1 1 0 0 0,-1-1 0 0 0,1 1 1 0 0,-1-1-1 0 0,0 0 0 0 0,1 1 0 0 0,-1-1 1 0 0,-1 0-1 0 0,1 0 0 0 0,0 0 0 0 0,0 0 1 0 0,-1 0-1 0 0,1 0 0 0 0,-1 0 0 0 0,0 0 0 0 0,1 0 1 0 0,-1-1-1 0 0,0 1 0 0 0,0-1 0 0 0,0 1 1 0 0,0-1-1 0 0,0 0 0 0 0,-4 1 0 0 0,-5 4 108 0 0,-1-1 0 0 0,0-1 1 0 0,-14 4-1 0 0,21-7-68 0 0,-109 23 581 0 0,96-20-568 0 0,-55 4 21 0 0,19-3-66 0 0,25-2-784 0 0,0 0 0 0 0,0-2 0 0 0,-46-4 0 0 0,75 3 723 0 0,0 0-1 0 0,0 0 0 0 0,0 0 1 0 0,0 0-1 0 0,0 0 1 0 0,0 0-1 0 0,0 0 1 0 0,-1 0-1 0 0,1 0 0 0 0,0 0 1 0 0,0 0-1 0 0,0 0 1 0 0,0 0-1 0 0,0 0 1 0 0,0 0-1 0 0,0 0 1 0 0,0 0-1 0 0,0 0 0 0 0,0 0 1 0 0,0 0-1 0 0,0 0 1 0 0,0 0-1 0 0,0 0 1 0 0,0-1-1 0 0,-1 0-808 0 0,1 1 808 0 0,0 0 1 0 0,0 0-1 0 0,0 0 1 0 0,0 0-1 0 0,0 0 0 0 0,0 0 1 0 0,0 0-1 0 0,0 0 1 0 0,0 0-1 0 0,0 0 1 0 0,0 0-1 0 0,0 0 1 0 0,0 0-1 0 0,0 0 0 0 0,0 0 1 0 0,0-1-86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341 107 16415 0 0,'1'-1'752'0'0,"5"-4"-318"0"0,-1-1 1 0 0,0 0-1 0 0,0 0 0 0 0,0 0 0 0 0,4-9 0 0 0,-1-8 5965 0 0,-8 22-6234 0 0,0 0 0 0 0,0 0 0 0 0,0 0 0 0 0,-1 0 0 0 0,1 0 0 0 0,0 0 1 0 0,0 0-1 0 0,-1 0 0 0 0,1 0 0 0 0,-1 0 0 0 0,1 0 0 0 0,-1 0 0 0 0,1 0 0 0 0,-1 0 0 0 0,1 1 0 0 0,-1-1 0 0 0,0 0 0 0 0,0 0 0 0 0,1 1 0 0 0,-1-1 0 0 0,-1 0 0 0 0,-18-11 903 0 0,13 10-947 0 0,0 1 1 0 0,0-1 0 0 0,0 1-1 0 0,-1 1 1 0 0,1 0 0 0 0,0 0-1 0 0,0 0 1 0 0,0 1 0 0 0,0 0-1 0 0,-14 3 1 0 0,1 2-61 0 0,0 0 0 0 0,-28 14 0 0 0,29-11-47 0 0,-1 2 1 0 0,1 0-1 0 0,-22 17 1 0 0,34-23-15 0 0,0 1 1 0 0,0 0-1 0 0,0 1 1 0 0,1-1 0 0 0,0 1-1 0 0,1 1 1 0 0,0-1-1 0 0,0 1 1 0 0,0-1-1 0 0,-6 16 1 0 0,11-21-4 0 0,-1 1-1 0 0,0-1 1 0 0,1 0-1 0 0,-1 1 1 0 0,1-1 0 0 0,-1 0-1 0 0,1 1 1 0 0,0-1 0 0 0,0 1-1 0 0,0-1 1 0 0,1 0-1 0 0,-1 1 1 0 0,0-1 0 0 0,1 1-1 0 0,0-1 1 0 0,-1 0-1 0 0,3 4 1 0 0,-1-3 2 0 0,0 0-1 0 0,0 0 1 0 0,0-1 0 0 0,0 1-1 0 0,1 0 1 0 0,-1-1 0 0 0,1 0-1 0 0,0 1 1 0 0,0-1-1 0 0,5 3 1 0 0,6 1 2 0 0,0 1 1 0 0,0-2-1 0 0,1 0 0 0 0,21 4 0 0 0,-30-8-3 0 0,36 9 2 0 0,-1-1 0 0 0,1 2 0 0 0,74 31 0 0 0,-111-40 0 0 0,-1 0 0 0 0,1 1 0 0 0,-1 0 0 0 0,0 0 0 0 0,0 0 0 0 0,0 0 0 0 0,0 0 0 0 0,-1 1 0 0 0,0 0 0 0 0,1-1 0 0 0,-1 1 0 0 0,0 1 0 0 0,4 7 0 0 0,-6-9 0 0 0,0 0 0 0 0,0 0 0 0 0,0 0 0 0 0,0 0 0 0 0,-1 0 0 0 0,1 0 0 0 0,-1 0 0 0 0,0 0 0 0 0,0 0 0 0 0,0 0 0 0 0,0 1 0 0 0,0-1 0 0 0,-1 0 0 0 0,0 0 0 0 0,1 0 0 0 0,-1 0 0 0 0,0 0 0 0 0,0 0 0 0 0,-1 0 0 0 0,1-1 0 0 0,-1 1 0 0 0,1 0 0 0 0,-4 3 0 0 0,-1 4 18 0 0,-2 0-1 0 0,1-1 1 0 0,-1 0-1 0 0,-1 0 1 0 0,0 0-1 0 0,0-1 1 0 0,-1 0-1 0 0,1-1 1 0 0,-2 0 0 0 0,1-1-1 0 0,-13 6 1 0 0,-17 4-84 0 0,-64 17 1 0 0,74-26-3310 0 0,-40 4-1 0 0,53-10-6073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22319 0 0,'0'0'2019'0'0,"-1"1"-1534"0"0,-4 2-8 0 0,1 0-1 0 0,-1 0 1 0 0,1 1 0 0 0,0 0-1 0 0,1-1 1 0 0,-1 2-1 0 0,-5 6 1 0 0,-18 36 1061 0 0,19-31-1290 0 0,-14 18 0 0 0,5-9-269 0 0,-12 15-47 0 0,7-18-3174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22775 0 0,'-10'1'1043'0'0,"8"0"-23"0"0,1 0-652 0 0,-1 0-236 0 0,0 1 0 0 0,0 0 0 0 0,0 0 0 0 0,0 1 0 0 0,0-1 0 0 0,0 0 0 0 0,1 1 0 0 0,-1-1 0 0 0,1 1 0 0 0,-1-1 0 0 0,0 5 0 0 0,-1-2 213 0 0,-14 33 854 0 0,2 1 0 0 0,-19 74 0 0 0,28-87-1513 0 0,0 1-1 0 0,-3 52 0 0 0,11-68-751 0 0,1-2-49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42 24623 0 0,'-6'1'2225'0'0,"-1"0"595"0"0,9-2-2334 0 0,94-14 1007 0 0,-24 2-2135 0 0,77-2 0 0 0,-96 16-1679 0 0,-48-1 1470 0 0,1 1 1 0 0,-1 0-1 0 0,1 0 1 0 0,-1 0-1 0 0,1 1 1 0 0,-1 0-1 0 0,6 2 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51 11519 0 0,'-33'14'805'0'0,"4"-1"205"0"0,10-8 14002 0 0,32-3-13856 0 0,0-2-949 0 0,-1-1 0 0 0,1 1-1 0 0,-1-2 1 0 0,18-4 0 0 0,50-16-205 0 0,-21 4-672 0 0,-4 3-1688 0 0,-19 4-4733 0 0,-4 2-1705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8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418 240 21799 0 0,'0'-8'1972'0'0,"-1"-36"-1474"0"0,2 33-87 0 0,-1-1 0 0 0,-1 0 0 0 0,-1-13-1 0 0,0 17-64 0 0,0-1-1 0 0,0 1 0 0 0,-1-1 0 0 0,0 1 0 0 0,-1 0 1 0 0,1 0-1 0 0,-2 0 0 0 0,1 1 0 0 0,-1-1 0 0 0,-7-7 0 0 0,10 12-279 0 0,-1 0 0 0 0,0 1-1 0 0,0-1 1 0 0,0 1-1 0 0,0-1 1 0 0,0 1 0 0 0,0 0-1 0 0,-1 0 1 0 0,1 1-1 0 0,-1-1 1 0 0,1 1 0 0 0,-1 0-1 0 0,0-1 1 0 0,1 2-1 0 0,-1-1 1 0 0,0 0 0 0 0,0 1-1 0 0,0 0 1 0 0,1-1-1 0 0,-1 2 1 0 0,0-1 0 0 0,0 0-1 0 0,0 1 1 0 0,1 0-1 0 0,-6 1 1 0 0,4 0-28 0 0,-1 0 1 0 0,1 0-1 0 0,0 0 0 0 0,0 1 1 0 0,0 0-1 0 0,0 0 0 0 0,1 0 1 0 0,-1 1-1 0 0,1 0 0 0 0,-4 4 0 0 0,1-1 1 0 0,1 1-1 0 0,0 0 1 0 0,1 0-1 0 0,-1 0 1 0 0,-4 11-1 0 0,-1 9 47 0 0,1 1-1 0 0,-12 50 1 0 0,21-77-79 0 0,-8 45 62 0 0,1 1 0 0 0,2-1 0 0 0,1 76 0 0 0,21 143 12 0 0,9-23-59 0 0,2 22 22 0 0,-17 1-19 0 0,-11-208-24 0 0,-3 1 0 0 0,-2-1 0 0 0,-3 0 0 0 0,-32 110 0 0 0,36-154 0 0 0,-1 0 0 0 0,-11 21 0 0 0,16-32 0 0 0,-1 1 0 0 0,0-1 0 0 0,-1 0 0 0 0,1 1 0 0 0,-1-1 0 0 0,1 0 0 0 0,-1-1 0 0 0,0 1 0 0 0,0 0 0 0 0,0-1 0 0 0,-1 1 0 0 0,1-1 0 0 0,0 0 0 0 0,-6 2 0 0 0,7-3-51 0 0,1-1-1 0 0,0 0 1 0 0,-1 1-1 0 0,1-1 1 0 0,0 0 0 0 0,-1 0-1 0 0,1 0 1 0 0,0 0 0 0 0,-1 0-1 0 0,1 0 1 0 0,0 0-1 0 0,-1 0 1 0 0,1 0 0 0 0,0-1-1 0 0,-1 1 1 0 0,1 0-1 0 0,0-1 1 0 0,-1 0 0 0 0,1 1-1 0 0,0-1 1 0 0,0 0 0 0 0,0 1-1 0 0,0-1 1 0 0,0 0-1 0 0,0 0 1 0 0,0 0 0 0 0,0 0-1 0 0,0 0 1 0 0,0 0-1 0 0,0 0 1 0 0,0 0 0 0 0,1 0-1 0 0,-1 0 1 0 0,0-1 0 0 0,1 1-1 0 0,-1 0 1 0 0,1-2-1 0 0,-2-2-364 0 0,1 1-1 0 0,0-1 1 0 0,0 0 0 0 0,0 0-1 0 0,1 1 1 0 0,0-1-1 0 0,0 0 1 0 0,0 0-1 0 0,1-5 1 0 0,6-17-6308 0 0,5-3-1883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267 175 8751 0 0,'2'-27'1090'0'0,"1"-38"-1407"0"0,-7 33 3870 0 0,3 27-1640 0 0,-1 1 1 0 0,1 0-1 0 0,-1-1 1 0 0,-3-5-1 0 0,4 8-1596 0 0,0 0 0 0 0,0 1 0 0 0,0 0-1 0 0,0-1 1 0 0,0 1 0 0 0,0-1 0 0 0,-1 1-1 0 0,1 0 1 0 0,0 0 0 0 0,-1 0-1 0 0,1 0 1 0 0,-1 0 0 0 0,1 0 0 0 0,-1 0-1 0 0,0 1 1 0 0,1-1 0 0 0,-3 0-1 0 0,1 0-75 0 0,-1 1-1 0 0,1-1 0 0 0,0 1 1 0 0,0 0-1 0 0,0 0 0 0 0,0 0 1 0 0,-1 1-1 0 0,1-1 0 0 0,-3 2 1 0 0,-3 0-79 0 0,1 1 0 0 0,-1 1 0 0 0,1-1 1 0 0,0 2-1 0 0,0-1 0 0 0,-7 6 0 0 0,5-2-99 0 0,0 0-1 0 0,0 1 0 0 0,1 0 0 0 0,1 1 0 0 0,-1 0 1 0 0,-7 13-1 0 0,4-4-6 0 0,0 2-1 0 0,-13 32 1 0 0,23-48-55 0 0,0 0-1 0 0,1 0 1 0 0,-1 0-1 0 0,1 1 1 0 0,1-1 0 0 0,-1 1-1 0 0,1-1 1 0 0,0 0-1 0 0,0 1 1 0 0,0-1 0 0 0,1 1-1 0 0,-1-1 1 0 0,1 0-1 0 0,3 8 1 0 0,-3-11-5 0 0,0 1 1 0 0,0-1-1 0 0,0 1 0 0 0,1-1 1 0 0,-1 1-1 0 0,1-1 0 0 0,-1 0 1 0 0,1 0-1 0 0,0 1 0 0 0,0-1 0 0 0,0 0 1 0 0,0-1-1 0 0,0 1 0 0 0,0 0 1 0 0,1-1-1 0 0,-1 1 0 0 0,1-1 1 0 0,-1 0-1 0 0,1 0 0 0 0,-1 0 1 0 0,1 0-1 0 0,0 0 0 0 0,-1 0 1 0 0,1-1-1 0 0,0 1 0 0 0,0-1 1 0 0,-1 0-1 0 0,1 0 0 0 0,3 0 1 0 0,7-1-36 0 0,0-1 0 0 0,0 0 1 0 0,0-1-1 0 0,-1 0 1 0 0,0-1-1 0 0,1-1 0 0 0,-2 0 1 0 0,1 0-1 0 0,13-9 0 0 0,-19 10 5 0 0,0 0 1 0 0,0 0-1 0 0,-1-1 0 0 0,1 0 0 0 0,-1 0 0 0 0,0-1 0 0 0,7-10 0 0 0,-9 12 9 0 0,-1 0 0 0 0,0 0 1 0 0,0-1-1 0 0,0 1 0 0 0,0 0 0 0 0,-1-1 0 0 0,0 0 1 0 0,0 1-1 0 0,0-1 0 0 0,0 0 0 0 0,-1 1 0 0 0,0-10 1 0 0,-1 9-14 0 0,0 1 0 0 0,0-1 0 0 0,0 1 1 0 0,-1-1-1 0 0,0 1 0 0 0,0 0 1 0 0,0-1-1 0 0,0 1 0 0 0,-1 0 0 0 0,1 0 1 0 0,-1 1-1 0 0,0-1 0 0 0,-5-5 0 0 0,-4-2-1187 0 0,0 0 0 0 0,-21-14 0 0 0,26 19-343 0 0,0-2-51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453 132 25599 0 0,'-50'-44'2940'0'0,"41"34"-2552"0"0,-1 0 0 0 0,-1 1 0 0 0,0 0-1 0 0,0 1 1 0 0,0 1 0 0 0,-24-12 0 0 0,28 16-285 0 0,0 0 1 0 0,0 1-1 0 0,-1 0 0 0 0,0 0 1 0 0,1 0-1 0 0,-1 1 1 0 0,0 1-1 0 0,1-1 1 0 0,-1 1-1 0 0,-11 2 1 0 0,13-1-94 0 0,-1 0 0 0 0,1 1 0 0 0,0 0 0 0 0,0 0 0 0 0,0 0 0 0 0,0 1 0 0 0,0 0 0 0 0,0 0 0 0 0,1 1 0 0 0,0-1 0 0 0,-1 1 0 0 0,-8 9 0 0 0,9-7-8 0 0,0-1 0 0 0,0 1 0 0 0,0 0 1 0 0,1 0-1 0 0,0 1 0 0 0,0-1 0 0 0,0 1 1 0 0,1 0-1 0 0,0 0 0 0 0,-2 9 1 0 0,4-11-8 0 0,0 0 0 0 0,0 0 0 0 0,0 0 0 0 0,1 0 0 0 0,0 0 0 0 0,0 0 0 0 0,0 0 0 0 0,1 0 0 0 0,0 0 0 0 0,0 0 0 0 0,0 0 1 0 0,0-1-1 0 0,1 1 0 0 0,0 0 0 0 0,0-1 0 0 0,4 7 0 0 0,6 8-11 0 0,0-1-1 0 0,2 0 1 0 0,21 21-1 0 0,52 41 19 0 0,-60-56 8 0 0,-2 1-1 0 0,28 34 1 0 0,-42-46-12 0 0,-1 1 1 0 0,-1 0-1 0 0,0 1 1 0 0,-1 0 0 0 0,-1 0-1 0 0,10 31 1 0 0,-16-43 15 0 0,0 0 1 0 0,0 0-1 0 0,0 1 1 0 0,-1-1-1 0 0,1 1 1 0 0,-1-1-1 0 0,0 0 1 0 0,0 1-1 0 0,-1-1 1 0 0,1 1-1 0 0,-1-1 1 0 0,1 0-1 0 0,-1 1 1 0 0,0-1-1 0 0,0 0 1 0 0,-1 0 0 0 0,1 0-1 0 0,-1 0 1 0 0,-3 5-1 0 0,2-4-14 0 0,0-1-1 0 0,0 0 1 0 0,0 0 0 0 0,-1 0-1 0 0,1 0 1 0 0,-1-1 0 0 0,0 1-1 0 0,0-1 1 0 0,0 0 0 0 0,0 0-1 0 0,0-1 1 0 0,0 1 0 0 0,0-1-1 0 0,-8 2 1 0 0,-12 0 5 0 0,-1 0 1 0 0,0-1-1 0 0,0-2 0 0 0,0 0 1 0 0,0-2-1 0 0,0-1 0 0 0,1 0 1 0 0,-26-8-1 0 0,43 9-24 0 0,1 0-1 0 0,-1 0 1 0 0,1-1 0 0 0,0 0 0 0 0,0 0-1 0 0,0 0 1 0 0,0-1 0 0 0,1 1-1 0 0,-1-1 1 0 0,1-1 0 0 0,0 1 0 0 0,0-1-1 0 0,-6-7 1 0 0,9 8 7 0 0,-1 1 1 0 0,1-1-1 0 0,0 1 0 0 0,0-1 0 0 0,1 0 1 0 0,-1 1-1 0 0,1-1 0 0 0,0 0 0 0 0,0 0 1 0 0,0 0-1 0 0,0 0 0 0 0,1 0 0 0 0,0-1 1 0 0,-1 1-1 0 0,2 0 0 0 0,-1 0 0 0 0,0 0 1 0 0,1 0-1 0 0,0 0 0 0 0,0 0 0 0 0,0 0 1 0 0,0 0-1 0 0,2-4 0 0 0,1 2-8 0 0,-1 0 1 0 0,1 1-1 0 0,0-1 1 0 0,0 1-1 0 0,0-1 1 0 0,1 1-1 0 0,0 0 1 0 0,0 1-1 0 0,0-1 0 0 0,1 1 1 0 0,-1 0-1 0 0,8-3 1 0 0,5-3-68 0 0,2 0 0 0 0,31-10 0 0 0,68-14-741 0 0,-39 19-2749 0 0,-47 12-3231 0 0,2 1-2016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4:59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53 22775 0 0,'0'0'1043'0'0,"-2"-1"-23"0"0,0 1-897 0 0,-1 0-1 0 0,1 0 1 0 0,-1 0 0 0 0,1 0 0 0 0,-1 0-1 0 0,1 0 1 0 0,-1 1 0 0 0,1-1 0 0 0,-1 1 0 0 0,1 0-1 0 0,0 0 1 0 0,-1 0 0 0 0,1 0 0 0 0,0 0 0 0 0,0 0-1 0 0,-1 0 1 0 0,1 1 0 0 0,0-1 0 0 0,-2 3-1 0 0,-3 1 489 0 0,-16 12 135 0 0,0 0 0 0 0,1 2 0 0 0,1 0 1 0 0,-21 27-1 0 0,33-36-673 0 0,0 1 1 0 0,1 1-1 0 0,0 0 1 0 0,1 0 0 0 0,1 0-1 0 0,0 1 1 0 0,0 0-1 0 0,1 0 1 0 0,1 0 0 0 0,-5 22-1 0 0,9-30-71 0 0,-1 0-1 0 0,1 0 0 0 0,0 0 0 0 0,0 0 1 0 0,0 0-1 0 0,0-1 0 0 0,1 1 0 0 0,0 0 1 0 0,0 0-1 0 0,0-1 0 0 0,1 1 0 0 0,0 0 1 0 0,0-1-1 0 0,0 1 0 0 0,0-1 0 0 0,4 6 1 0 0,-2-6-10 0 0,-1 0 0 0 0,1-1 1 0 0,0 1-1 0 0,0-1 1 0 0,0 0-1 0 0,0 0 1 0 0,0 0-1 0 0,1-1 0 0 0,-1 1 1 0 0,1-1-1 0 0,-1 0 1 0 0,1-1-1 0 0,0 1 1 0 0,0-1-1 0 0,8 2 0 0 0,5-1-32 0 0,-1-1-1 0 0,1-1 1 0 0,-1 0-1 0 0,1-1 1 0 0,-1-1 0 0 0,1 0-1 0 0,-1-2 1 0 0,0 0-1 0 0,0 0 1 0 0,0-2-1 0 0,-1 0 1 0 0,0-1-1 0 0,0-1 1 0 0,0 0-1 0 0,-1-1 1 0 0,-1-1-1 0 0,1 0 1 0 0,-2-1 0 0 0,24-23-1 0 0,-31 27 48 0 0,0-1 1 0 0,-1 1-1 0 0,0-1 1 0 0,0 0-1 0 0,-1 0 0 0 0,0 0 1 0 0,-1-1-1 0 0,1 1 0 0 0,-1-1 1 0 0,-1 0-1 0 0,0 0 1 0 0,2-17-1 0 0,-4 19-2 0 0,0 0 1 0 0,0 0-1 0 0,0 0 0 0 0,-1 0 1 0 0,0 0-1 0 0,-1 0 0 0 0,0 0 1 0 0,0 1-1 0 0,0-1 0 0 0,-1 0 1 0 0,0 1-1 0 0,0 0 0 0 0,0 0 1 0 0,-1 0-1 0 0,0 0 0 0 0,0 0 1 0 0,-7-6-1 0 0,-1-1-720 0 0,-1 0 1 0 0,0 2-1 0 0,-1-1 0 0 0,-1 2 1 0 0,-22-14-1 0 0,31 21 231 0 0,0 0 0 0 0,0 0-1 0 0,-1 1 1 0 0,0-1 0 0 0,1 1 0 0 0,-1 1-1 0 0,0-1 1 0 0,0 1 0 0 0,0 0 0 0 0,0 1 0 0 0,0 0-1 0 0,0 0 1 0 0,0 0 0 0 0,0 1 0 0 0,0 0-1 0 0,-12 4 1 0 0,-5 4-7804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0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22519 0 0,'0'0'2039'0'0,"-1"2"-1537"0"0,-2 3-94 0 0,1 1 0 0 0,0-1 0 0 0,0 1 0 0 0,1 0-1 0 0,-1-1 1 0 0,1 1 0 0 0,1 0 0 0 0,-1 0-1 0 0,1 0 1 0 0,0 0 0 0 0,0 0 0 0 0,2 7-1 0 0,2 14 346 0 0,9 34-1 0 0,-11-53-659 0 0,7 26 180 0 0,19 46 0 0 0,-21-63-581 0 0,1 0 0 0 0,1-1 0 0 0,0-1 0 0 0,18 24 1 0 0,11 9-4821 0 0,-29-35 3473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19807 0 0,'0'0'1796'0'0,"2"0"-1476"0"0,30-2 2780 0 0,51-9 0 0 0,2-1-637 0 0,23 3-1253 0 0,176-11-474 0 0,-163 14-653 0 0,131-4-59 0 0,-222 10-256 0 0,0 2 0 0 0,-1 1 0 0 0,55 12 0 0 0,-82-15 51 0 0,0 1 0 0 0,1-1 0 0 0,-1 1-1 0 0,0 0 1 0 0,0 0 0 0 0,1 0 0 0 0,-1 0 0 0 0,0 0 0 0 0,0 1-1 0 0,0-1 1 0 0,0 1 0 0 0,-1-1 0 0 0,1 1 0 0 0,3 3 0 0 0,0 5-1110 0 0</inkml:trace>
  <inkml:trace contextRef="#ctx0" brushRef="#br0" timeOffset="1">425 498 12895 0 0,'0'0'8874'0'0,"-3"8"-6447"0"0,-1 2-896 0 0,1 0-1 0 0,0 1 0 0 0,-2 13 0 0 0,3-6-561 0 0,0 24-1 0 0,11 77-1516 0 0,-5-86 1089 0 0,5 121-912 0 0,-9-153 262 0 0,1-1 0 0 0,-1 1 0 0 0,0 0 0 0 0,0-1 0 0 0,0 1-1 0 0,0-1 1 0 0,0 1 0 0 0,0 0 0 0 0,-1-1 0 0 0,1 1-1 0 0,0-1 1 0 0,0 1 0 0 0,0-1 0 0 0,0 1 0 0 0,-1 0 0 0 0,1-1-1 0 0,0 1 1 0 0,-1-1 0 0 0,1 1 0 0 0,-1-1-19 0 0,1 1-1 0 0,-1-1 1 0 0,1 0-1 0 0,-1 0 1 0 0,1 0-1 0 0,-1 0 1 0 0,1 0-1 0 0,-1 0 1 0 0,1 0-1 0 0,-1 0 1 0 0,1 0 0 0 0,-1 0-1 0 0,1 0 1 0 0,-1 0-1 0 0,1-1 1 0 0,-1 1-1 0 0,1 0 1 0 0,-1 0-1 0 0,1 0 1 0 0,-1-1 0 0 0,1 1-1 0 0,0 0 1 0 0,-1 0-1 0 0,0-1 1 0 0,-9-6-1706 0 0,-1-2-55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17503 0 0,'0'0'1831'0'0,"1"-1"-1443"0"0,13-5 1484 0 0,-1 1 1 0 0,1 0 0 0 0,0 1-1 0 0,22-4 1 0 0,63-3-61 0 0,-74 8-1433 0 0,164-8 627 0 0,61-8-2012 0 0,-215 14 449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 10135 0 0,'0'0'464'0'0,"0"-1"-9"0"0,-3-4 2934 0 0,-3 19 7119 0 0,1 5-5356 0 0,1 4-5068 0 0,1 1-1 0 0,-1 36 1 0 0,5-2-94 0 0,-1 37-568 0 0,-5-32-2610 0 0,3-51 366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4 132 23095 0 0,'-3'-8'2463'0'0,"5"5"-2412"0"0,0-1 1 0 0,0 1 0 0 0,0-1-1 0 0,0 1 1 0 0,0 0-1 0 0,1 0 1 0 0,0 0 0 0 0,0 0-1 0 0,0 1 1 0 0,0-1-1 0 0,0 1 1 0 0,0 0 0 0 0,0 0-1 0 0,6-3 1 0 0,7-3 349 0 0,31-10 1 0 0,-9 6-382 0 0,0 1 1 0 0,79-10-1 0 0,15 13-4492 0 0,-81 8-3877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85 23327 0 0,'-9'-10'641'0'0,"0"0"0"0"0,0 1 0 0 0,-1 1 0 0 0,-13-10 1 0 0,18 15-480 0 0,1 0 0 0 0,-1 1 1 0 0,0 0-1 0 0,0 0 1 0 0,0 0-1 0 0,0 1 1 0 0,0-1-1 0 0,0 1 1 0 0,0 0-1 0 0,-1 1 1 0 0,1-1-1 0 0,0 1 1 0 0,-9 1-1 0 0,2 0 0 0 0,0 2 1 0 0,0-1-1 0 0,0 2 1 0 0,0 0-1 0 0,1 0 1 0 0,0 1-1 0 0,-1 0 0 0 0,2 1 1 0 0,-1 0-1 0 0,1 1 1 0 0,-19 15-1 0 0,18-12-134 0 0,0 0 0 0 0,1 0-1 0 0,1 1 1 0 0,-1 1 0 0 0,2 0 0 0 0,-1 0-1 0 0,2 0 1 0 0,0 1 0 0 0,-10 24 0 0 0,14-29-26 0 0,1-1 0 0 0,0 0 0 0 0,0 1 0 0 0,1-1 0 0 0,0 1 0 0 0,0 0 0 0 0,1-1 0 0 0,0 1 0 0 0,0 0 0 0 0,2 9 0 0 0,-1-13-7 0 0,0 1 0 0 0,1-1 0 0 0,-1 0 0 0 0,1 1 0 0 0,0-1 0 0 0,0 0 0 0 0,0 0 1 0 0,1 0-1 0 0,-1-1 0 0 0,1 1 0 0 0,0 0 0 0 0,0-1 0 0 0,0 0 0 0 0,1 0 1 0 0,-1 0-1 0 0,1 0 0 0 0,0 0 0 0 0,5 2 0 0 0,0 0-27 0 0,0-1 0 0 0,0-1 1 0 0,1 1-1 0 0,-1-2 0 0 0,1 1 0 0 0,0-1 0 0 0,0-1 1 0 0,0 0-1 0 0,-1 0 0 0 0,1-1 0 0 0,11-1 0 0 0,16-3-228 0 0,60-14-1 0 0,-56 9 31 0 0,-1 1-134 0 0,50-18 0 0 0,-75 21 239 0 0,-1 0-1 0 0,-1-2 0 0 0,1 1 1 0 0,-1-2-1 0 0,0 0 1 0 0,22-18-1 0 0,-32 24 106 0 0,-1-1-1 0 0,1 1 1 0 0,-1-1 0 0 0,1 1-1 0 0,-1-1 1 0 0,0 0-1 0 0,0 0 1 0 0,0 0 0 0 0,-1 0-1 0 0,1-1 1 0 0,-1 1 0 0 0,1 0-1 0 0,-1-1 1 0 0,0 1-1 0 0,0-4 1 0 0,-1 4 7 0 0,0-1-1 0 0,0 1 1 0 0,0 0 0 0 0,-1-1 0 0 0,0 1-1 0 0,1 0 1 0 0,-1 0 0 0 0,0 0-1 0 0,-1 0 1 0 0,1 0 0 0 0,0 0 0 0 0,-1 0-1 0 0,0 0 1 0 0,1 0 0 0 0,-1 0-1 0 0,-3-2 1 0 0,-3-4 32 0 0,0 0-1 0 0,-1 1 1 0 0,0 0-1 0 0,-1 1 1 0 0,1 0 0 0 0,-12-6-1 0 0,-66-31 124 0 0,78 40-142 0 0,-95-38-485 0 0,81 35-2201 0 0,-26-4 1 0 0,32 8-5483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13 5527 0 0,'-2'-1'250'0'0,"-13"-7"-1231"0"0,0 5 4290 0 0,14 3-2570 0 0,-1 0 0 0 0,1 0-1 0 0,-1 0 1 0 0,1 0-1 0 0,0 1 1 0 0,-1-1 0 0 0,1 0-1 0 0,0 1 1 0 0,-1-1 0 0 0,1 1-1 0 0,0 0 1 0 0,0-1-1 0 0,-1 1 1 0 0,1 0 0 0 0,0 0-1 0 0,0 0 1 0 0,0 0 0 0 0,0 0-1 0 0,0 0 1 0 0,0 0 0 0 0,0 0-1 0 0,0 2 1 0 0,-3 3-142 0 0,0 1 0 0 0,1-1 1 0 0,-1 1-1 0 0,2 0 0 0 0,-1 0 0 0 0,1 1 1 0 0,0-1-1 0 0,-1 9 0 0 0,-4 61 116 0 0,2 403 240 0 0,8-376-3084 0 0,7 52-6543 0 0,-9-135-513 0 0</inkml:trace>
  <inkml:trace contextRef="#ctx0" brushRef="#br0" timeOffset="1">0 1117 25511 0 0,'0'0'2313'0'0,"2"0"-1903"0"0,82-17 559 0 0,-12 2 296 0 0,208-37 306 0 0,-241 45-1791 0 0,46-15 0 0 0,-61 14-2067 0 0,32-15 1 0 0,-30 10-7589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0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23959 0 0,'0'0'2496'0'0,"2"-1"-2220"0"0,11-6 507 0 0,1 1 0 0 0,0 0 0 0 0,0 1 0 0 0,0 1 0 0 0,17-3 0 0 0,80-9-136 0 0,-87 13-417 0 0,147-14-481 0 0,297 8 0 0 0,-433 11-2281 0 0,-3 2-8029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1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12895 0 0,'0'0'8959'0'0,"0"2"-8109"0"0,-1 10-510 0 0,2 0 0 0 0,-1 0-1 0 0,1 0 1 0 0,1 0 0 0 0,0 0-1 0 0,0 0 1 0 0,6 14 0 0 0,2 10-27 0 0,26 84 130 0 0,-22-80-374 0 0,-9-26-61 0 0,0-1 0 0 0,0 1 0 0 0,2-2 0 0 0,-1 1 0 0 0,2-1 0 0 0,0 1 0 0 0,14 15 0 0 0,-18-23-4 0 0,1 0-1 0 0,0 0 1 0 0,0-1-1 0 0,1 0 1 0 0,-1 0-1 0 0,1 0 1 0 0,0-1 0 0 0,0 1-1 0 0,0-1 1 0 0,1-1-1 0 0,-1 1 1 0 0,1-1-1 0 0,-1 0 1 0 0,1-1-1 0 0,0 0 1 0 0,0 0 0 0 0,11 0-1 0 0,1-1-3 0 0,1-2 0 0 0,-1-1 0 0 0,0 0 0 0 0,0-1 0 0 0,25-9 0 0 0,91-42 0 0 0,-79 31 0 0 0,3-3 0 0 0,-14 7 0 0 0,92-29 0 0 0,-103 41 0 0 0,1 1 0 0 0,53-3 0 0 0,-64 9 0 0 0,-1 1 0 0 0,0 1 0 0 0,1 1 0 0 0,41 10 0 0 0,-42-5 47 0 0,0 2-1 0 0,-1 0 1 0 0,41 24-1 0 0,-12-6 0 0 0,-25-15-25 0 0,25 13 22 0 0,-49-23-45 0 0,-1-1 3 0 0,0-1 0 0 0,0 1 0 0 0,0-1-1 0 0,0 1 1 0 0,-1-1 0 0 0,1 0 0 0 0,0 1 0 0 0,0-1-1 0 0,0 0 1 0 0,0 0 0 0 0,0 1 0 0 0,0-1-1 0 0,0 0 1 0 0,0 0 0 0 0,1 0 0 0 0,15 1 52 0 0,-4-5-42 0 0,-12 4-7 0 0,1-1 0 0 0,-1 1-1 0 0,0-1 1 0 0,1 1 0 0 0,-1-1 0 0 0,0 0 0 0 0,1 0 0 0 0,-1 0 0 0 0,0 0 0 0 0,0 0 0 0 0,0 0 0 0 0,1 0 0 0 0,-1 0-1 0 0,1-2 1 0 0,12-18-14 0 0,-11 15 15 0 0,4-6-4 0 0,-4 6 1 0 0,0 0 0 0 0,1 1 0 0 0,0-1 0 0 0,6-6 0 0 0,-10 11 15 0 0,1 1 1 0 0,0-1 0 0 0,0 0-1 0 0,0 0 1 0 0,0 0-1 0 0,0 1 1 0 0,0-1 0 0 0,0 0-1 0 0,0 1 1 0 0,0-1-1 0 0,0 1 1 0 0,1-1 0 0 0,-1 1-1 0 0,0-1 1 0 0,0 1-1 0 0,0 0 1 0 0,1 0 0 0 0,-1 0-1 0 0,0 0 1 0 0,0 0-1 0 0,1 0 1 0 0,-1 0-1 0 0,0 0 1 0 0,0 0 0 0 0,0 0-1 0 0,2 1 1 0 0,3 0 43 0 0,19 2 382 0 0,1 2 0 0 0,26 8 0 0 0,35 5-246 0 0,-33-9-105 0 0,-27-4-32 0 0,0-2 1 0 0,41 1 0 0 0,-16-5 25 0 0,-1-3 0 0 0,1-1 0 0 0,52-14 0 0 0,-95 17-67 0 0,112-34 195 0 0,-108 31-188 0 0,0-1-1 0 0,0 0 1 0 0,-1-1-1 0 0,0 0 1 0 0,-1-1-1 0 0,1 0 1 0 0,9-11-1 0 0,-5 4 16 0 0,-1 0-1 0 0,-1-1 1 0 0,-1-1-1 0 0,0 0 1 0 0,14-26-1 0 0,-24 36-28 0 0,1 0 0 0 0,-2 0 0 0 0,1-1 0 0 0,-1 1 0 0 0,0-1 0 0 0,0 1 0 0 0,1-15 0 0 0,-3 16-2 0 0,0 1-1 0 0,0 0 0 0 0,-1 0 1 0 0,0 0-1 0 0,0 0 0 0 0,0 0 0 0 0,0 0 1 0 0,-1 0-1 0 0,0 0 0 0 0,0 0 1 0 0,0 1-1 0 0,-1-1 0 0 0,-3-4 0 0 0,1 2 16 0 0,0 0 0 0 0,-1 1-1 0 0,0 0 1 0 0,0 0-1 0 0,-1 0 1 0 0,-9-7 0 0 0,-3 2-1061 0 0,-24-13 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81 15375 0 0,'0'0'704'0'0,"-2"-15"256"0"0,1 10-494 0 0,-1 0 0 0 0,0 1 0 0 0,0-1 0 0 0,0 1 0 0 0,-1-1 0 0 0,1 1 0 0 0,-1 0 0 0 0,0 0 0 0 0,0 0-1 0 0,-4-4 1 0 0,5 7-289 0 0,0-1 0 0 0,1 1-1 0 0,-1 0 1 0 0,0 0 0 0 0,0 0-1 0 0,0 0 1 0 0,0 0 0 0 0,0 0-1 0 0,0 0 1 0 0,0 0 0 0 0,0 1-1 0 0,0-1 1 0 0,-1 1 0 0 0,1 0-1 0 0,0-1 1 0 0,0 1 0 0 0,0 0-1 0 0,-1 0 1 0 0,1 1 0 0 0,0-1-1 0 0,0 0 1 0 0,0 1 0 0 0,0-1-1 0 0,0 1 1 0 0,-3 1 0 0 0,-1 0-51 0 0,1 1 0 0 0,-1 0 0 0 0,1 1 0 0 0,0-1 0 0 0,0 1 1 0 0,0 0-1 0 0,1 0 0 0 0,-1 1 0 0 0,-3 5 0 0 0,-6 7 74 0 0,-13 24 0 0 0,18-27-116 0 0,-6 10 30 0 0,1 0-1 0 0,2 1 1 0 0,0 1-1 0 0,1 0 1 0 0,-8 35 0 0 0,15-45-60 0 0,0-1 0 0 0,2 0 0 0 0,0 1 0 0 0,0 0 1 0 0,2 0-1 0 0,0-1 0 0 0,0 1 0 0 0,2 0 0 0 0,0-1 1 0 0,0 1-1 0 0,6 15 0 0 0,-6-24-63 0 0,1 0 1 0 0,0 0-1 0 0,1 0 0 0 0,-1 0 0 0 0,1-1 1 0 0,1 1-1 0 0,-1-1 0 0 0,1 0 0 0 0,0 0 1 0 0,0-1-1 0 0,1 0 0 0 0,0 0 0 0 0,0 0 1 0 0,12 8-1 0 0,-8-8-21 0 0,-1-1 0 0 0,1 0 0 0 0,0 0 1 0 0,0-1-1 0 0,0 0 0 0 0,0-1 0 0 0,1 0 0 0 0,-1-1 1 0 0,1 0-1 0 0,11 0 0 0 0,-6-2-18 0 0,-1 0 0 0 0,0-1 0 0 0,0 0 0 0 0,0-2 1 0 0,0 1-1 0 0,25-12 0 0 0,-29 11 31 0 0,0-2 0 0 0,0 1 0 0 0,0-2-1 0 0,-1 1 1 0 0,0-1 0 0 0,0-1 0 0 0,-1 0 0 0 0,11-12 0 0 0,-14 13 24 0 0,0 0 0 0 0,-1 0 0 0 0,0 0 0 0 0,0-1 0 0 0,-1 0 0 0 0,0 0 0 0 0,-1 0 0 0 0,0-1 0 0 0,0 1 0 0 0,0-1 0 0 0,-1 1 0 0 0,-1-1 0 0 0,1 0 0 0 0,-1 0 0 0 0,-1 0 0 0 0,0 0 0 0 0,0 0 0 0 0,-2-12 0 0 0,0 9 4 0 0,0-1 0 0 0,0 1 0 0 0,-2-1 0 0 0,1 1-1 0 0,-2 0 1 0 0,1 0 0 0 0,-2 1 0 0 0,0 0 0 0 0,-12-19 0 0 0,15 25-225 0 0,-1 0 0 0 0,1 1 0 0 0,-1 0 0 0 0,0-1 0 0 0,0 1 0 0 0,-1 0 0 0 0,1 1 0 0 0,-1-1 1 0 0,0 1-1 0 0,0 0 0 0 0,0 0 0 0 0,0 1 0 0 0,-1-1 0 0 0,1 1 0 0 0,-1 0 0 0 0,1 1 0 0 0,-1-1 0 0 0,0 1 1 0 0,1 0-1 0 0,-1 1 0 0 0,0-1 0 0 0,0 1 0 0 0,-7 1 0 0 0,-7 2-1246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0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7831 0 0,'0'0'603'0'0,"1"1"108"0"0,3-1 522 0 0,-1 1 0 0 0,0 0 0 0 0,0 0 1 0 0,0 0-1 0 0,0 0 0 0 0,0 1 0 0 0,0-1 1 0 0,-1 1-1 0 0,1 0 0 0 0,3 3 0 0 0,-1-1-274 0 0,-1 1-1 0 0,1-1 0 0 0,-1 1 0 0 0,6 10 0 0 0,0 3-522 0 0,-1 0 0 0 0,9 27 0 0 0,-15-37 174 0 0,5 12-541 0 0,0 1 1 0 0,1-1-1 0 0,1-1 0 0 0,1 0 1 0 0,19 25-1 0 0,-28-41-346 0 0,0-1 0 0 0,0 0 0 0 0,0 0 0 0 0,0 1 0 0 0,0-2 0 0 0,1 1 0 0 0,-1 0 0 0 0,1 0 0 0 0,-1-1 0 0 0,1 1 0 0 0,-1-1 0 0 0,1 0 0 0 0,0 0-1 0 0,0 0 1 0 0,0 0 0 0 0,-1 0 0 0 0,1-1 0 0 0,0 1 0 0 0,0-1 0 0 0,0 0 0 0 0,0 0 0 0 0,5 0 0 0 0,9-2-1827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1839 0 0,'0'0'24472'0'0,"1"1"-23413"0"0,6 7-664 0 0,1-1 1 0 0,1 1-1 0 0,-1-1 1 0 0,1-1-1 0 0,0 0 1 0 0,1 0-1 0 0,15 6 1 0 0,-1 1-371 0 0,-15-7-13 0 0,-3 1 47 0 0,-5-5-50 0 0,0 0 0 0 0,0 0 0 0 0,-1 0 0 0 0,1 0 0 0 0,-1-1 1 0 0,1 1-1 0 0,-1 0 0 0 0,0 0 0 0 0,0 0 0 0 0,0 0 0 0 0,0 0 1 0 0,0 0-1 0 0,0 0 0 0 0,0 0 0 0 0,-1 0 0 0 0,1 0 0 0 0,-1 0 1 0 0,0-1-1 0 0,1 1 0 0 0,-1 0 0 0 0,-1 2 0 0 0,-3 4 38 0 0,0-1 0 0 0,0 0 0 0 0,-10 10 0 0 0,5-4 18 0 0,1-4-20 0 0,1-1 0 0 0,-12 10-1 0 0,11-11-152 0 0,1 0-1 0 0,-10 12 0 0 0,17-17-112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50 16759 0 0,'0'0'1514'0'0,"-7"2"80"0"0,2 0-1027 0 0,1-1 1 0 0,0 1-1 0 0,0 0 0 0 0,0 1 0 0 0,0-1 1 0 0,1 1-1 0 0,-1-1 0 0 0,1 1 0 0 0,-1 0 1 0 0,-3 5-1 0 0,-4 5 513 0 0,-13 21 1 0 0,13-17-445 0 0,-1-1-352 0 0,1 2 0 0 0,1-1-1 0 0,1 2 1 0 0,1-1 0 0 0,0 1-1 0 0,1 0 1 0 0,-5 26 0 0 0,11-39-268 0 0,0 0 0 0 0,0 0 1 0 0,1 0-1 0 0,0 0 0 0 0,0 0 0 0 0,1 0 1 0 0,0-1-1 0 0,0 1 0 0 0,0 0 1 0 0,1 0-1 0 0,-1 0 0 0 0,5 8 0 0 0,-5-12-20 0 0,1 1 0 0 0,-1 0-1 0 0,1-1 1 0 0,0 1 0 0 0,0-1 0 0 0,0 0-1 0 0,0 1 1 0 0,0-1 0 0 0,0 0-1 0 0,0 0 1 0 0,1 0 0 0 0,-1-1 0 0 0,1 1-1 0 0,0-1 1 0 0,-1 1 0 0 0,1-1-1 0 0,0 0 1 0 0,0 0 0 0 0,0 0-1 0 0,0 0 1 0 0,0-1 0 0 0,0 1 0 0 0,0-1-1 0 0,0 1 1 0 0,6-1 0 0 0,0-1-65 0 0,0-1 0 0 0,0 0 1 0 0,0 0-1 0 0,0 0 0 0 0,-1-1 1 0 0,15-7-1 0 0,-7 2-134 0 0,0-1-1 0 0,21-15 1 0 0,-29 18 164 0 0,-1 0 0 0 0,0-1 0 0 0,0 0 0 0 0,-1 0 0 0 0,0-1 0 0 0,0 1 0 0 0,-1-1 0 0 0,1 0 0 0 0,-2-1 0 0 0,1 1 0 0 0,-1-1 0 0 0,-1 0 0 0 0,0 0 0 0 0,0 0 0 0 0,0-1 0 0 0,-1 1 0 0 0,-1-1 0 0 0,1-13 0 0 0,-2 12-5 0 0,0 0 0 0 0,0 1 0 0 0,-1-1 0 0 0,-1 0 0 0 0,0 1 0 0 0,0-1 0 0 0,-1 1 0 0 0,-1-1 0 0 0,0 1 0 0 0,0 0 0 0 0,-1 0 0 0 0,0 1 0 0 0,0 0 0 0 0,-1 0 0 0 0,0 0 0 0 0,-10-10 0 0 0,-16-9-2223 0 0,19 25-3409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12439 0 0,'0'0'958'0'0,"0"2"-625"0"0,-2 4 1199 0 0,0 0 0 0 0,0 0 0 0 0,0 1 0 0 0,1-1 0 0 0,1 0 0 0 0,-1 1 0 0 0,1 9 0 0 0,-1 7-379 0 0,0-15-906 0 0,-5 51 167 0 0,2 87 0 0 0,4-139-1046 0 0,1-1 0 0 0,0 0 0 0 0,3 10 0 0 0,14-11-5704 0 0,0-7 4033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2303 0 0,'-5'-2'20804'0'0,"6"3"-20667"0"0,-1-1-1 0 0,1 0 1 0 0,-1 1 0 0 0,1-1-1 0 0,-1 1 1 0 0,1-1-1 0 0,-1 1 1 0 0,1-1 0 0 0,-1 1-1 0 0,1-1 1 0 0,-1 1-1 0 0,1 0 1 0 0,-1-1 0 0 0,0 1-1 0 0,1-1 1 0 0,-1 2-1 0 0,8 10 1553 0 0,11 2-569 0 0,38 22 0 0 0,-55-35-1015 0 0,0 0-8 0 0,93 45 338 0 0,-94-45-426 0 0,-1-1 0 0 0,1 1 1 0 0,-1 0-1 0 0,1-1 0 0 0,-1 1 0 0 0,1 0 0 0 0,-1-1 0 0 0,1 1 1 0 0,-1 0-1 0 0,0-1 0 0 0,0 1 0 0 0,1 0 0 0 0,-1 0 0 0 0,0-1 1 0 0,0 1-1 0 0,0 0 0 0 0,0 0 0 0 0,0-1 0 0 0,0 1 1 0 0,0 0-1 0 0,0 0 0 0 0,0 1 0 0 0,-4 18 123 0 0,0-14-75 0 0,0 1 1 0 0,0-1 0 0 0,-1 0-1 0 0,0 0 1 0 0,0-1-1 0 0,-8 8 1 0 0,5-6 23 0 0,1 0-1 0 0,-11 16 1 0 0,-5 4-278 0 0,18-22 91 0 0,1-1 0 0 0,0 1 0 0 0,1-1 0 0 0,-1 1 0 0 0,1 0 0 0 0,-4 8 0 0 0,6-12-663 0 0,8 6-3104 0 0,1-1 1438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2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10 6911 0 0,'-7'-8'8296'0'0,"6"8"-7822"0"0,1 0 0 0 0,-1-1 0 0 0,1 1 0 0 0,-1 0-1 0 0,-1 0 87 0 0,1 0-1 0 0,-1 0 0 0 0,1 0 0 0 0,0 0 0 0 0,-1 0 0 0 0,1 1 1 0 0,0-1-1 0 0,-1 0 0 0 0,1 1 0 0 0,-2 0 0 0 0,-1 1 749 0 0,-2-1-899 0 0,1 1 1 0 0,0 0-1 0 0,0 1 1 0 0,1-1-1 0 0,-1 1 0 0 0,0 0 1 0 0,1 1-1 0 0,0-1 0 0 0,0 0 1 0 0,-8 9-1 0 0,-2 5-30 0 0,-18 26 0 0 0,20-26-63 0 0,4-6-227 0 0,1 1 0 0 0,0 1 0 0 0,1-1 0 0 0,0 1 0 0 0,-7 24 0 0 0,10-30-69 0 0,2 0-1 0 0,-1 0 1 0 0,1 0 0 0 0,0 0-1 0 0,0 0 1 0 0,1 0-1 0 0,0 1 1 0 0,1-1-1 0 0,-1 0 1 0 0,1 0 0 0 0,1 0-1 0 0,-1 0 1 0 0,4 8-1 0 0,-4-12-18 0 0,0 0-1 0 0,1 0 1 0 0,0 0-1 0 0,0 0 1 0 0,-1 0 0 0 0,2-1-1 0 0,-1 1 1 0 0,0-1-1 0 0,0 1 1 0 0,1-1-1 0 0,-1 0 1 0 0,1 0-1 0 0,0 0 1 0 0,0 0-1 0 0,4 2 1 0 0,-2-2-8 0 0,0 0 0 0 0,0-1 0 0 0,1 1 0 0 0,-1-1 1 0 0,0 0-1 0 0,1-1 0 0 0,-1 1 0 0 0,11-1 0 0 0,-5-1-18 0 0,0 0 1 0 0,1-1-1 0 0,-1-1 1 0 0,0 0-1 0 0,0 0 0 0 0,0-1 1 0 0,-1 0-1 0 0,16-9 1 0 0,-19 9 21 0 0,-1 0 0 0 0,0 0 0 0 0,0 0 0 0 0,-1-1 0 0 0,0 0 0 0 0,1 0 0 0 0,-1-1 0 0 0,-1 1 0 0 0,1-1 0 0 0,-1 0 0 0 0,0 0 0 0 0,-1 0 0 0 0,1-1 0 0 0,-1 1 0 0 0,0-1 0 0 0,-1 0 0 0 0,0 0 0 0 0,0 0 0 0 0,0 0 0 0 0,-1 0 0 0 0,0-1 0 0 0,0 1 0 0 0,-1 0 0 0 0,-1-13 0 0 0,1 17 3 0 0,-1 0 1 0 0,0 1-1 0 0,1-1 1 0 0,-1 1-1 0 0,0-1 0 0 0,-1 1 1 0 0,1-1-1 0 0,0 1 0 0 0,-1 0 1 0 0,1 0-1 0 0,-1 0 1 0 0,-2-3-1 0 0,-26-22-282 0 0,14 14-138 0 0,6 4-405 0 0,-2 0 0 0 0,-13-8 0 0 0,11 9-1075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178 174 6447 0 0,'-7'-13'571'0'0,"-5"-12"-480"0"0,6 7 2842 0 0,6 16-2340 0 0,0 1 0 0 0,0 0 1 0 0,-1-1-1 0 0,1 1 0 0 0,-1 0 0 0 0,1 0 0 0 0,-1-1 1 0 0,0 1-1 0 0,1 0 0 0 0,-1 0 0 0 0,0 0 0 0 0,0 0 1 0 0,1 0-1 0 0,-1 0 0 0 0,0 0 0 0 0,0 0 0 0 0,0 0 1 0 0,-1 0-1 0 0,1 1 0 0 0,-2-2 0 0 0,0 0-364 0 0,2 2-65 0 0,-1 0 0 0 0,1 1 0 0 0,0-1 0 0 0,0 0 0 0 0,0 1 0 0 0,-1-1 0 0 0,1 1 0 0 0,0-1 0 0 0,0 1-1 0 0,0 0 1 0 0,0 0 0 0 0,0-1 0 0 0,0 1 0 0 0,-1 1 0 0 0,1-1-75 0 0,-4 4 144 0 0,-1 0 0 0 0,1 1 0 0 0,0 0 0 0 0,0 0 0 0 0,1 1 0 0 0,0-1-1 0 0,0 1 1 0 0,-4 11 0 0 0,-2 7 67 0 0,-7 29 1 0 0,12-38-120 0 0,-5 17 235 0 0,2 0 0 0 0,-8 59 0 0 0,15-81-363 0 0,1 0-1 0 0,0 0 1 0 0,0 0-1 0 0,1 0 1 0 0,0 0-1 0 0,1 0 1 0 0,0-1-1 0 0,1 1 1 0 0,0-1-1 0 0,1 1 0 0 0,0-1 1 0 0,8 15-1 0 0,-9-21-50 0 0,-1 0-1 0 0,1-1 0 0 0,0 1 0 0 0,-1-1 1 0 0,1 0-1 0 0,1 0 0 0 0,-1 0 0 0 0,0-1 0 0 0,1 1 1 0 0,0-1-1 0 0,-1 1 0 0 0,1-1 0 0 0,8 3 1 0 0,-6-3-4 0 0,1-1 0 0 0,-1 1 0 0 0,1-1 0 0 0,-1 0 0 0 0,1-1 0 0 0,0 1 0 0 0,-1-2 0 0 0,10 0 0 0 0,0-1-33 0 0,-2-1 1 0 0,1-1-1 0 0,0-1 0 0 0,-1 0 1 0 0,1 0-1 0 0,-2-2 1 0 0,19-10-1 0 0,-14 6-33 0 0,1-1 1 0 0,-2-1-1 0 0,1-1 0 0 0,-2 0 1 0 0,22-24-1 0 0,-30 28 52 0 0,-1 1 0 0 0,0-1 0 0 0,0 0 1 0 0,-1-1-1 0 0,-1 0 0 0 0,0 0 0 0 0,0 0 0 0 0,-1 0 1 0 0,0-1-1 0 0,-1 0 0 0 0,3-16 0 0 0,-4 12 17 0 0,-1-1 1 0 0,0 1-1 0 0,-1-1 0 0 0,-1 1 0 0 0,0-1 1 0 0,-1 1-1 0 0,-6-23 0 0 0,5 29-25 0 0,-1 1-1 0 0,1 0 1 0 0,-1 0-1 0 0,-1 0 1 0 0,0 0-1 0 0,0 0 1 0 0,-1 1 0 0 0,0 0-1 0 0,0 0 1 0 0,-1 1-1 0 0,0 0 1 0 0,0 0-1 0 0,-13-9 1 0 0,9 8-323 0 0,0 1 0 0 0,0 1 0 0 0,-23-10-1 0 0,28 14-177 0 0,-1-1 0 0 0,-1 1-1 0 0,1 1 1 0 0,0-1-1 0 0,0 1 1 0 0,-1 0 0 0 0,1 1-1 0 0,-10 0 1 0 0,-1 3-1166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3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22087 0 0,'0'0'2001'0'0,"1"2"-1649"0"0,3 18 472 0 0,1-1-1 0 0,15 37 0 0 0,22 37 973 0 0,-36-80-1680 0 0,1-1 0 0 0,0 0 1 0 0,1 0-1 0 0,1-1 0 0 0,16 18 1 0 0,-19-23-486 0 0,0-1 0 0 0,1 1 0 0 0,0-1 1 0 0,11 6-1 0 0,-13-8-738 0 0,0-1-1 0 0,0 0 1 0 0,1 0 0 0 0,-1 0 0 0 0,1-1-1 0 0,-1 0 1 0 0,9 1 0 0 0,7-1-6964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20991 0 0,'0'0'1899'0'0,"-4"10"310"0"0,-2-5-1337 0 0,1 0 0 0 0,0 0-1 0 0,-7 10 1 0 0,-11 11 505 0 0,11-13-1017 0 0,-16 18 0 0 0,19-18-231 0 0,-2-1 1 0 0,-13 11-1 0 0,18-17-92 0 0,1 0-1 0 0,-1 0 1 0 0,1 1 0 0 0,-5 7-1 0 0,-15 19 108 0 0,23-31-122 0 0,0 0 1 0 0,0 1 0 0 0,0-1 0 0 0,1 1 0 0 0,-1-1-1 0 0,1 1 1 0 0,-2 3 0 0 0,-1 3 239 0 0,4-8-216 0 0,1 1-53 0 0,0-1 1 0 0,0 0-1 0 0,0 0 0 0 0,1 0 0 0 0,-1 0 0 0 0,0 0 0 0 0,0 0 0 0 0,1 0 0 0 0,-1 0 0 0 0,0 0 0 0 0,1 0 0 0 0,-1-1 0 0 0,1 1 1 0 0,-1-1-1 0 0,1 1 0 0 0,-1-1 0 0 0,1 0 0 0 0,0 1 0 0 0,1-1 0 0 0,3 1-8 0 0,9 2-1326 0 0,31 1-1 0 0,-23-4-1771 0 0,-1-1 0 0 0,25-3 0 0 0,-36 2-5385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62 5983 0 0,'-2'-1'38'0'0,"1"1"0"0"0,0-1 1 0 0,-1 0-1 0 0,1 1 0 0 0,-1-1 0 0 0,1 1 0 0 0,-1 0 0 0 0,1-1 0 0 0,-1 1 0 0 0,1 0 0 0 0,-1 0 0 0 0,1 0 0 0 0,-1 0 0 0 0,1 0 0 0 0,-1 0 0 0 0,1 0 0 0 0,-1 1 0 0 0,1-1 0 0 0,-1 0 0 0 0,1 1 0 0 0,0-1 0 0 0,-1 1 0 0 0,1 0 0 0 0,0-1 0 0 0,-1 1 0 0 0,1 0 0 0 0,0 0 0 0 0,0 0 1 0 0,-1 0-1 0 0,1 0 0 0 0,0 0 0 0 0,0 0 0 0 0,-1 2 0 0 0,-8 7 6051 0 0,-17 18 4770 0 0,18-19-9349 0 0,0 2-1 0 0,-10 15 1 0 0,9-10-1063 0 0,1 0 1 0 0,1 1 0 0 0,-11 28-1 0 0,17-39-367 0 0,0 0-1 0 0,1 0 1 0 0,-1 0-1 0 0,1 0 0 0 0,1 0 1 0 0,-1 0-1 0 0,1 0 1 0 0,0 0-1 0 0,0 0 1 0 0,1 0-1 0 0,0 0 0 0 0,0 0 1 0 0,0 0-1 0 0,1-1 1 0 0,2 8-1 0 0,-2-10-87 0 0,-1 0 0 0 0,1 0-1 0 0,0 0 1 0 0,0 0 0 0 0,0-1 0 0 0,0 1 0 0 0,1-1 0 0 0,-1 1-1 0 0,1-1 1 0 0,-1 0 0 0 0,1 0 0 0 0,0 0 0 0 0,5 3 0 0 0,-3-3-24 0 0,0 0 0 0 0,0-1 0 0 0,0 1 0 0 0,0-1 0 0 0,1 0 0 0 0,-1 0 0 0 0,11 0 0 0 0,-4-1-26 0 0,1-1 0 0 0,0 0 0 0 0,0-1 0 0 0,-1-1 0 0 0,1 0 0 0 0,18-7 0 0 0,-25 7 38 0 0,0 0 0 0 0,1 0-1 0 0,-1-1 1 0 0,-1 0 0 0 0,1 0 0 0 0,0 0-1 0 0,-1-1 1 0 0,0 1 0 0 0,0-1 0 0 0,0-1-1 0 0,-1 1 1 0 0,0-1 0 0 0,7-12 0 0 0,-6 8 9 0 0,0 0 1 0 0,0-1-1 0 0,-2 1 0 0 0,1-1 1 0 0,-1 0-1 0 0,-1 0 1 0 0,3-22-1 0 0,-5 23-60 0 0,-1 0 0 0 0,1 0-1 0 0,-2 1 1 0 0,1-1 0 0 0,-2 0 0 0 0,1 1-1 0 0,-1-1 1 0 0,0 1 0 0 0,-1 0 0 0 0,0 0-1 0 0,-1 0 1 0 0,0 0 0 0 0,-11-14 0 0 0,10 16-879 0 0,1 0 0 0 0,-1 1 0 0 0,-1-1 1 0 0,1 1-1 0 0,-10-6 0 0 0,3 4-7882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10591 0 0,'1'1'8778'0'0,"1"2"-8237"0"0,0 0 0 0 0,0 0 1 0 0,-1 0-1 0 0,1 0 1 0 0,-1 1-1 0 0,0-1 1 0 0,0 0-1 0 0,0 0 0 0 0,0 1 1 0 0,0-1-1 0 0,-1 1 1 0 0,0-1-1 0 0,0 1 1 0 0,0 3-1 0 0,-1 9 706 0 0,-5 29 0 0 0,2-19-661 0 0,-3 12-368 0 0,4-26-840 0 0,0 1 1 0 0,0 23-1 0 0,7-28-3454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6911 0 0,'0'0'17455'0'0,"-13"5"-13697"0"0,-52 30-339 0 0,12-4-2803 0 0,33-20-534 0 0,0 0 1 0 0,-19 16 0 0 0,36-26-83 0 0,2 0 0 0 0,1-1 0 0 0,-1 1 0 0 0,0 0 0 0 0,0-1 0 0 0,1 1 0 0 0,-1 0 0 0 0,0-1 0 0 0,1 1 0 0 0,-1 0 0 0 0,1 0 0 0 0,-1 0 0 0 0,1-1 0 0 0,-1 1 0 0 0,1 0 0 0 0,-1 2 0 0 0,-2 5 0 0 0,7 1 0 0 0,-2-7 0 0 0,0 0 0 0 0,0 0 0 0 0,0 0 0 0 0,1 0 0 0 0,-1 0 0 0 0,1-1 0 0 0,-1 0 0 0 0,1 1 0 0 0,-1-1 0 0 0,1 0 0 0 0,0 0 0 0 0,3 1 0 0 0,40 5 0 0 0,-17-4 0 0 0,20 5-968 0 0,54 2 0 0 0,-45-11-6639 0 0,-39 1-954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24 14279 0 0,'0'0'1103'0'0,"-14"6"-362"0"0,-20 19 6456 0 0,3 6-3409 0 0,18-16-3074 0 0,1 1 0 0 0,0 1 1 0 0,1-1-1 0 0,-12 26 0 0 0,17-31-577 0 0,2 0-1 0 0,-1 1 1 0 0,1 0 0 0 0,1 0 0 0 0,0 0-1 0 0,1 0 1 0 0,0 0 0 0 0,0 15 0 0 0,2-23-135 0 0,0 0 1 0 0,0 0 0 0 0,0 0 0 0 0,1 0 0 0 0,0 0-1 0 0,0 0 1 0 0,0 0 0 0 0,0 0 0 0 0,0 0 0 0 0,1 0-1 0 0,0-1 1 0 0,-1 1 0 0 0,2-1 0 0 0,-1 1 0 0 0,0-1 0 0 0,1 0-1 0 0,-1 0 1 0 0,1 0 0 0 0,0 0 0 0 0,0 0 0 0 0,0-1-1 0 0,0 1 1 0 0,1-1 0 0 0,-1 0 0 0 0,1 0 0 0 0,-1 0-1 0 0,1 0 1 0 0,5 1 0 0 0,0 0-14 0 0,1-1 0 0 0,0 0 0 0 0,0 0 0 0 0,-1-1 0 0 0,1 0 1 0 0,0-1-1 0 0,0 0 0 0 0,0-1 0 0 0,0 0 0 0 0,15-4 0 0 0,-12 2-4 0 0,0 0 0 0 0,-1-2 0 0 0,0 1 0 0 0,1-2 0 0 0,-1 0 0 0 0,-1 0 0 0 0,16-11 0 0 0,-23 13 23 0 0,0 0 0 0 0,0 0-1 0 0,0 0 1 0 0,0-1 0 0 0,-1 0 0 0 0,0 1 0 0 0,0-1-1 0 0,0 0 1 0 0,0 0 0 0 0,-1-1 0 0 0,0 1 0 0 0,0 0-1 0 0,-1-1 1 0 0,1 0 0 0 0,-1 1 0 0 0,0-1 0 0 0,-1 0-1 0 0,1 1 1 0 0,-1-1 0 0 0,0 0 0 0 0,0 0 0 0 0,-1 1-1 0 0,0-1 1 0 0,0 0 0 0 0,0 1 0 0 0,-5-11 0 0 0,0 2 6 0 0,-1 0 0 0 0,0 0 0 0 0,-1 1 1 0 0,-1 0-1 0 0,-18-22 0 0 0,-16-16-641 0 0,17 15-2879 0 0,13 17-6625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67 11975 0 0,'-10'-8'1275'0'0,"9"7"-976"0"0,0 0-1 0 0,0 0 1 0 0,0 0-1 0 0,0 0 1 0 0,-1 0-1 0 0,1 0 1 0 0,0 0-1 0 0,-1 1 1 0 0,1-1-1 0 0,0 0 1 0 0,-1 1 0 0 0,1-1-1 0 0,-1 1 1 0 0,1 0-1 0 0,-1 0 1 0 0,1-1-1 0 0,-1 1 1 0 0,1 0-1 0 0,-1 0 1 0 0,1 0-1 0 0,-1 1 1 0 0,1-1 0 0 0,-1 0-1 0 0,1 0 1 0 0,-1 1-1 0 0,1-1 1 0 0,-3 2-1 0 0,0 0 367 0 0,-1 0 0 0 0,1 1-1 0 0,0 0 1 0 0,0 0 0 0 0,0 0-1 0 0,-3 4 1 0 0,-1 2-291 0 0,0 0 0 0 0,0 0 0 0 0,1 1 0 0 0,1 0 0 0 0,-1 1 0 0 0,2-1 0 0 0,-6 13 0 0 0,-25 80 448 0 0,30-83-716 0 0,0 0 0 0 0,2 0-1 0 0,1 0 1 0 0,0 1 0 0 0,1-1-1 0 0,2 1 1 0 0,1 26 0 0 0,0-39-57 0 0,1 0 0 0 0,-1 1 0 0 0,1-1 0 0 0,1 0 1 0 0,0-1-1 0 0,0 1 0 0 0,0 0 0 0 0,1-1 0 0 0,5 8 1 0 0,-6-10-35 0 0,1 0 1 0 0,0-1-1 0 0,1 1 1 0 0,-1-1-1 0 0,1 0 1 0 0,0 0-1 0 0,0 0 1 0 0,0 0-1 0 0,1-1 1 0 0,-1 0-1 0 0,1 0 1 0 0,-1-1-1 0 0,9 3 1 0 0,-3-2-30 0 0,1 0 0 0 0,-1-1 0 0 0,1-1 0 0 0,-1 0 1 0 0,1 0-1 0 0,0-1 0 0 0,-1-1 0 0 0,1 0 0 0 0,13-3 0 0 0,0-1-34 0 0,-1-2 0 0 0,0 0-1 0 0,27-13 1 0 0,-36 13 8 0 0,-1 0 0 0 0,0-1 0 0 0,-1 0 0 0 0,0-2 0 0 0,-1 1 0 0 0,1-1 0 0 0,-2-1 0 0 0,1 0 0 0 0,-2-1 0 0 0,0 0 0 0 0,0-1 0 0 0,-1 0 0 0 0,0 0 0 0 0,-1-1 0 0 0,10-25 0 0 0,-15 29 35 0 0,-1 1 1 0 0,0-1-1 0 0,0 1 1 0 0,-1-1-1 0 0,0 0 1 0 0,-1 0-1 0 0,0 0 0 0 0,-1 1 1 0 0,0-1-1 0 0,-1 0 1 0 0,1 1-1 0 0,-2-1 1 0 0,-6-17-1 0 0,3 11 4 0 0,-1 1-1 0 0,-1 0 1 0 0,0 0 0 0 0,-1 1-1 0 0,0 0 1 0 0,-1 0 0 0 0,-15-15-1 0 0,17 21-209 0 0,0 0 0 0 0,0 1-1 0 0,-1 0 1 0 0,1 1 0 0 0,-2 0-1 0 0,1 0 1 0 0,-1 1-1 0 0,1 0 1 0 0,-1 1 0 0 0,-1 0-1 0 0,1 0 1 0 0,-1 1 0 0 0,1 1-1 0 0,-1-1 1 0 0,0 2-1 0 0,-14-1 1 0 0,22 2-135 0 0,-1 0 1 0 0,1 0-1 0 0,0 1 0 0 0,0-1 1 0 0,0 1-1 0 0,0 0 0 0 0,0 0 1 0 0,0 0-1 0 0,0 0 0 0 0,-3 3 0 0 0,-11 6-8171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5527 0 0,'1'0'7572'0'0,"2"2"-6440"0"0,0 0-1 0 0,0 0 1 0 0,0 0 0 0 0,0 0-1 0 0,-1 0 1 0 0,1 0-1 0 0,3 6 1 0 0,-2-4-300 0 0,-1 1 0 0 0,0-1 0 0 0,-1 1 0 0 0,4 7 0 0 0,0 5-344 0 0,-1 0 0 0 0,4 21 1 0 0,-1-7 564 0 0,-5-17-975 0 0,3 10 178 0 0,11 26 0 0 0,-15-45-336 0 0,1 1-1 0 0,-1-1 1 0 0,1 0-1 0 0,0 0 0 0 0,0 0 1 0 0,1 0-1 0 0,0 0 1 0 0,-1-1-1 0 0,2 1 0 0 0,5 4 1 0 0,-9-8-75 0 0,0 0 0 0 0,0 0 0 0 0,0-1 0 0 0,1 1 0 0 0,-1 0 0 0 0,0-1 0 0 0,0 1 0 0 0,1-1 0 0 0,-1 0 1 0 0,0 1-1 0 0,1-1 0 0 0,-1 0 0 0 0,0 0 0 0 0,1 0 0 0 0,-1 0 0 0 0,0 0 0 0 0,1 0 0 0 0,-1 0 0 0 0,0 0 0 0 0,1-1 1 0 0,-1 1-1 0 0,0 0 0 0 0,0-1 0 0 0,1 1 0 0 0,-1-1 0 0 0,0 1 0 0 0,0-1 0 0 0,0 0 0 0 0,1 1 0 0 0,-1-1 0 0 0,1-1 0 0 0,12-8-2126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22519 0 0,'0'0'5603'0'0,"2"0"-5103"0"0,7-1-238 0 0,69-7 889 0 0,-67 8-1558 0 0,0 0 0 0 0,0 0 0 0 0,-1 1 1 0 0,1 1-1 0 0,11 2 0 0 0,-20-3-661 0 0,7 5-1777 0 0,-7-4 2267 0 0,5 6-1926 0 0</inkml:trace>
  <inkml:trace contextRef="#ctx0" brushRef="#br0" timeOffset="1.01">76 197 10135 0 0,'-4'2'13973'0'0,"80"-26"-12453"0"0,0-8-5340 0 0,-55 22-1681 0 0,0 1-1543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7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65 9215 0 0,'0'0'1358'0'0,"-9"4"3627"0"0,6-3-3889 0 0,0 1-1 0 0,0 0 1 0 0,0 0-1 0 0,0 0 1 0 0,-3 4 0 0 0,-13 15 2058 0 0,-12 30-1099 0 0,25-40-1326 0 0,-3 6 40 0 0,0 0 0 0 0,-10 31 1 0 0,17-41-676 0 0,0-1 1 0 0,1 1-1 0 0,-1-1 1 0 0,1 1-1 0 0,1 0 0 0 0,-1 0 1 0 0,1-1-1 0 0,0 1 1 0 0,1 0-1 0 0,-1 0 1 0 0,3 7-1 0 0,-2-11-90 0 0,0 0-1 0 0,0-1 1 0 0,0 1-1 0 0,0 0 1 0 0,0-1-1 0 0,1 1 1 0 0,-1-1-1 0 0,1 0 1 0 0,-1 1-1 0 0,1-1 1 0 0,0 0-1 0 0,0 0 1 0 0,0 0-1 0 0,1 0 1 0 0,-1 0-1 0 0,0-1 1 0 0,5 3-1 0 0,-3-2-22 0 0,0-1 0 0 0,0 0-1 0 0,0 0 1 0 0,0 0-1 0 0,0 0 1 0 0,0 0 0 0 0,0-1-1 0 0,1 0 1 0 0,-1 0-1 0 0,8-1 1 0 0,2-1-75 0 0,1-1 0 0 0,-1-1 0 0 0,0-1 0 0 0,0 0 1 0 0,22-11-1 0 0,-28 12 62 0 0,0 0 1 0 0,-1-1 0 0 0,0 1-1 0 0,0-1 1 0 0,0-1-1 0 0,-1 1 1 0 0,0-1 0 0 0,0-1-1 0 0,0 1 1 0 0,-1-1 0 0 0,0 0-1 0 0,0 0 1 0 0,0 0-1 0 0,-1-1 1 0 0,0 1 0 0 0,-1-1-1 0 0,0 0 1 0 0,0 0-1 0 0,-1-1 1 0 0,0 1 0 0 0,0 0-1 0 0,-1-1 1 0 0,0 1 0 0 0,0-1-1 0 0,-1 1 1 0 0,0-1-1 0 0,-2-10 1 0 0,1 9-86 0 0,-1 0-1 0 0,0 0 1 0 0,-1-1-1 0 0,0 2 1 0 0,0-1 0 0 0,-1 0-1 0 0,-6-10 1 0 0,6 13-654 0 0,0 0 0 0 0,0 0 0 0 0,-1 1 1 0 0,0 0-1 0 0,-11-10 0 0 0,9 9-721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2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24 332 8287 0 0,'0'1'15415'0'0,"1"9"-14485"0"0,0-1-1 0 0,-1 0 1 0 0,0 13 0 0 0,-12 56 319 0 0,0-3-912 0 0,11-55-960 0 0,0 1 1 0 0,5 38-1 0 0,-4-58 314 0 0,0-1 0 0 0,0 1 0 0 0,0-1 0 0 0,0 0 0 0 0,1 1 0 0 0,-1-1 0 0 0,0 1 0 0 0,0-1 0 0 0,0 1 0 0 0,1-1 0 0 0,-1 0 0 0 0,0 1 0 0 0,1-1 0 0 0,1 2-1545 0 0,-2-2 1545 0 0,1 1 0 0 0,11 5-9337 0 0</inkml:trace>
  <inkml:trace contextRef="#ctx0" brushRef="#br0" timeOffset="1">560 59 3223 0 0,'-1'1'16390'0'0,"-6"4"-15318"0"0,0-1 1 0 0,0 2 0 0 0,0-1 0 0 0,1 1 0 0 0,0 0 0 0 0,0 0 0 0 0,-4 8 0 0 0,3-5-566 0 0,1 0 1 0 0,1 1-1 0 0,0-1 1 0 0,-8 22 0 0 0,8-15-452 0 0,1 0 1 0 0,1 0-1 0 0,0 1 1 0 0,1-1-1 0 0,1 1 1 0 0,0-1-1 0 0,3 25 1 0 0,-2-37-56 0 0,1 1 0 0 0,0 0 0 0 0,0-1 0 0 0,0 1 1 0 0,0 0-1 0 0,1-1 0 0 0,-1 1 0 0 0,1-1 0 0 0,0 0 1 0 0,1 1-1 0 0,-1-1 0 0 0,6 6 0 0 0,-6-7-2 0 0,1-1 1 0 0,0 0-1 0 0,-1 1 0 0 0,1-1 1 0 0,0 0-1 0 0,0 0 0 0 0,0-1 0 0 0,1 1 1 0 0,-1-1-1 0 0,0 0 0 0 0,1 1 1 0 0,-1-1-1 0 0,0-1 0 0 0,1 1 0 0 0,-1 0 1 0 0,1-1-1 0 0,6 0 0 0 0,9-2-45 0 0,1 0-1 0 0,-1-1 0 0 0,0-2 1 0 0,0 0-1 0 0,0-1 0 0 0,29-13 1 0 0,-38 14 30 0 0,0 0 0 0 0,0 0 1 0 0,0-1-1 0 0,-1 0 1 0 0,1-1-1 0 0,-2 0 0 0 0,1-1 1 0 0,-1 0-1 0 0,0 0 1 0 0,-1 0-1 0 0,0-1 0 0 0,10-16 1 0 0,-13 19 34 0 0,-1 0 0 0 0,0-1 0 0 0,0 1 0 0 0,-1 0 0 0 0,0-1 0 0 0,0 1 1 0 0,0-1-1 0 0,-1 0 0 0 0,0 0 0 0 0,0 0 0 0 0,-1 1 0 0 0,0-1 0 0 0,0 0 0 0 0,0 0 0 0 0,-1 0 0 0 0,0 0 1 0 0,-1 1-1 0 0,1-1 0 0 0,-1 0 0 0 0,0 1 0 0 0,-6-12 0 0 0,4 12-39 0 0,0-1 0 0 0,-1 1-1 0 0,0-1 1 0 0,0 1 0 0 0,-1 0 0 0 0,1 1 0 0 0,-1-1-1 0 0,0 1 1 0 0,-1 1 0 0 0,-9-7 0 0 0,1 3-285 0 0,-2-1 0 0 0,1 2 1 0 0,-26-8-1 0 0,3 8-3390 0 0,20 4-5777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2 118 9215 0 0,'0'0'422'0'0,"0"-1"-13"0"0,0 0-418 0 0,-1 0 0 0 0,1 0 0 0 0,0 0-1 0 0,0 0 1 0 0,0 0 0 0 0,0 0 0 0 0,0 0 0 0 0,0 0 0 0 0,0 0-1 0 0,1 0 1 0 0,-1 0 0 0 0,1-2 0 0 0,0 2 486 0 0,0-1-1 0 0,0 0 1 0 0,0 1 0 0 0,0-1 0 0 0,1 1-1 0 0,-1-1 1 0 0,1 1 0 0 0,-1 0 0 0 0,1-1-1 0 0,-1 1 1 0 0,1 0 0 0 0,2-1 0 0 0,-1 0 241 0 0,3-2-270 0 0,-1 1-1 0 0,1 0 0 0 0,-1 0 1 0 0,1 0-1 0 0,0 1 0 0 0,0 0 1 0 0,0 0-1 0 0,1 0 0 0 0,-1 1 1 0 0,0 0-1 0 0,0 0 0 0 0,1 1 0 0 0,-1 0 1 0 0,1 0-1 0 0,-1 0 0 0 0,0 1 1 0 0,8 1-1 0 0,-1 1-250 0 0,-1 1 1 0 0,1 0-1 0 0,-1 1 1 0 0,0 0-1 0 0,0 0 0 0 0,-1 2 1 0 0,0-1-1 0 0,0 2 0 0 0,0-1 1 0 0,-1 1-1 0 0,13 13 0 0 0,7 11 32 0 0,-1 2 0 0 0,25 37 0 0 0,-23-29-129 0 0,-8-10-41 0 0,11 16 26 0 0,-30-43-70 0 0,1 0 0 0 0,-1 0 0 0 0,1-1 0 0 0,0 0 0 0 0,1 0 0 0 0,7 5 0 0 0,6-1 57 0 0,-17-8-68 0 0,0 0 0 0 0,0 0 0 0 0,-1 0 0 0 0,1 0 0 0 0,0 0 0 0 0,0 0 0 0 0,-1 0 0 0 0,1-1 0 0 0,0 1 0 0 0,0-1 0 0 0,-1 1 0 0 0,1-1 0 0 0,0 0 0 0 0,-1 1 0 0 0,1-1 0 0 0,-1 0 0 0 0,1 0 0 0 0,-1 0 0 0 0,3-3 0 0 0,1 1-16 0 0,3-4-66 0 0,0 1 1 0 0,-1-1-1 0 0,0 0 1 0 0,0-1-1 0 0,10-14 0 0 0,4-4-124 0 0,20-27-202 0 0,12-13-96 0 0,-46 58 445 0 0,0 1-1 0 0,0 1 1 0 0,1-1 0 0 0,0 1-1 0 0,0 1 1 0 0,12-7-1 0 0,-17 10 53 0 0,0 1 1 0 0,1-1-1 0 0,0 1 0 0 0,-1 0 0 0 0,1 0 0 0 0,0 0 1 0 0,-1 0-1 0 0,1 1 0 0 0,0-1 0 0 0,0 1 0 0 0,0 0 1 0 0,-1 0-1 0 0,1 1 0 0 0,6 0 0 0 0,-5 1 53 0 0,-1-1-1 0 0,0 1 1 0 0,0 0-1 0 0,0 0 1 0 0,0 0-1 0 0,0 1 1 0 0,0-1-1 0 0,-1 1 1 0 0,1 0-1 0 0,-1 0 1 0 0,6 7-1 0 0,8 9 70 0 0,0-1 0 0 0,2-1-1 0 0,0-1 1 0 0,1 0 0 0 0,0-1 0 0 0,1-2-1 0 0,1 0 1 0 0,0-1 0 0 0,1-1 0 0 0,0-1-1 0 0,0-1 1 0 0,1-1 0 0 0,1-1-1 0 0,-1-2 1 0 0,1 0 0 0 0,33 2 0 0 0,-14-5-98 0 0,0-1 0 0 0,0-3 1 0 0,54-8-1 0 0,-62 3 6 0 0,51-16-1 0 0,-69 16-12 0 0,-1 0 0 0 0,1-1 1 0 0,-1 0-1 0 0,25-18 0 0 0,-33 19 32 0 0,-1 1 1 0 0,0-1-1 0 0,-1-1 0 0 0,0 1 0 0 0,0-1 1 0 0,0-1-1 0 0,-1 1 0 0 0,7-14 0 0 0,-10 18-12 0 0,-1-1-1 0 0,0 0 1 0 0,0 0-1 0 0,0 0 1 0 0,-1 0-1 0 0,1 0 0 0 0,-1 0 1 0 0,0-1-1 0 0,-1 1 1 0 0,1 0-1 0 0,-1 0 1 0 0,0-1-1 0 0,-1 1 1 0 0,1 0-1 0 0,-1-1 1 0 0,0 1-1 0 0,0 0 1 0 0,-3-7-1 0 0,1 6 13 0 0,0 0 0 0 0,0 0 1 0 0,-1 0-1 0 0,0 0 0 0 0,0 1 0 0 0,-9-10 0 0 0,-32-24 0 0 0,13 13-1043 0 0,28 21-164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3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 23927 0 0,'-7'-2'451'0'0,"6"1"-315"0"0,-1 1 0 0 0,1-1 0 0 0,-1 1 0 0 0,1 0 1 0 0,0 0-1 0 0,-1 0 0 0 0,1-1 0 0 0,-1 1 0 0 0,1 1 0 0 0,-1-1 1 0 0,1 0-1 0 0,0 0 0 0 0,-1 0 0 0 0,1 1 0 0 0,-4 0 972 0 0,6 0-1028 0 0,-1 0-1 0 0,1 0 0 0 0,-1-1 0 0 0,1 1 0 0 0,-1 0 1 0 0,1 0-1 0 0,-1-1 0 0 0,1 1 0 0 0,0 0 0 0 0,0-1 0 0 0,-1 1 1 0 0,1-1-1 0 0,0 1 0 0 0,0-1 0 0 0,-1 1 0 0 0,2 0 1 0 0,14 7 491 0 0,99 29 499 0 0,-50-18-1051 0 0,-49-15-19 0 0,0 0 0 0 0,22 1 0 0 0,-26-4 0 0 0,0 0 0 0 0,0 1 0 0 0,0 1 0 0 0,-1 0 0 0 0,22 8 0 0 0,-26-7 11 0 0,-7-2-7 0 0,1-1 0 0 0,0 0 1 0 0,-1 0-1 0 0,0 1 0 0 0,1-1 1 0 0,-1 0-1 0 0,0 0 0 0 0,0 1 1 0 0,0-1-1 0 0,0 0 0 0 0,0 1 1 0 0,0-1-1 0 0,0 0 0 0 0,0 1 1 0 0,-1 1-1 0 0,0 0 12 0 0,0 1 0 0 0,0 0 0 0 0,0-1 0 0 0,0 1-1 0 0,-1-1 1 0 0,0 0 0 0 0,0 1 0 0 0,0-1 0 0 0,0 0 0 0 0,0 0 0 0 0,-1 0 0 0 0,-3 3 0 0 0,-6 5 58 0 0,-21 15 0 0 0,6-6-13 0 0,-94 73-181 0 0,107-82-633 0 0,13-9 217 0 0,35-6-10603 0 0,-8-1 3151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17791 0 0,'0'0'1618'0'0,"-14"4"-1056"0"0,9-1 153 0 0,1 1-1 0 0,-1-1 1 0 0,0 1-1 0 0,1 1 1 0 0,0-1-1 0 0,0 1 1 0 0,0-1-1 0 0,0 1 1 0 0,1 0-1 0 0,-4 7 1 0 0,-1 3 82 0 0,1 1 0 0 0,-7 22 0 0 0,-7 36 446 0 0,18-63-1113 0 0,1 0 0 0 0,1 0 1 0 0,0 1-1 0 0,1 19 0 0 0,1-28-125 0 0,-1-1 0 0 0,0 1 0 0 0,1 0-1 0 0,0 0 1 0 0,0 0 0 0 0,0-1-1 0 0,0 1 1 0 0,0 0 0 0 0,0-1 0 0 0,1 1-1 0 0,-1-1 1 0 0,1 0 0 0 0,-1 1 0 0 0,1-1-1 0 0,0 0 1 0 0,3 2 0 0 0,-2-1-3 0 0,1 0 1 0 0,0-1-1 0 0,0 0 1 0 0,0 1-1 0 0,0-1 1 0 0,0-1 0 0 0,1 1-1 0 0,-1-1 1 0 0,6 2-1 0 0,6-1-43 0 0,0 0 0 0 0,0-1 0 0 0,1-1 0 0 0,24-2-1 0 0,-16 0-52 0 0,0-1 1 0 0,-1-1-1 0 0,1-1 0 0 0,-1-2 0 0 0,0 0 0 0 0,44-20 0 0 0,-62 23 82 0 0,0 1 0 0 0,0-1 0 0 0,-1 0 0 0 0,1 0 0 0 0,-1-1 0 0 0,0 0 0 0 0,0 0 0 0 0,-1 0 0 0 0,0 0 0 0 0,1-1 0 0 0,-2 0 0 0 0,6-10 0 0 0,-7 13 13 0 0,-1-1-1 0 0,1 1 1 0 0,-1-1-1 0 0,0 0 1 0 0,-1 0-1 0 0,1 1 1 0 0,-1-1-1 0 0,1 0 1 0 0,-1 0-1 0 0,0 0 0 0 0,-1 1 1 0 0,1-1-1 0 0,-1 0 1 0 0,1 0-1 0 0,-1 1 1 0 0,0-1-1 0 0,-1 0 1 0 0,1 1-1 0 0,0-1 1 0 0,-1 1-1 0 0,0-1 1 0 0,0 1-1 0 0,0 0 1 0 0,-3-3-1 0 0,-2-3-95 0 0,-1 1-1 0 0,0 0 1 0 0,0 0 0 0 0,0 1 0 0 0,-1 0-1 0 0,0 1 1 0 0,-11-6 0 0 0,-19-8-9207 0 0,26 14 198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22463 0 0,'0'0'2503'0'0,"1"2"-1897"0"0,9 29 1583 0 0,6 37-1 0 0,-12-47-2068 0 0,1 1 0 0 0,1-1 0 0 0,1 0 0 0 0,1-1-1 0 0,13 27 1 0 0,-19-45-238 0 0,-1 0-1 0 0,1 0 1 0 0,0 1-1 0 0,0-1 1 0 0,0-1 0 0 0,0 1-1 0 0,0 0 1 0 0,0 0-1 0 0,1-1 1 0 0,-1 1-1 0 0,1-1 1 0 0,-1 0-1 0 0,1 0 1 0 0,-1 0-1 0 0,1 0 1 0 0,3 1-1 0 0,-3-2-471 0 0,0 1-1 0 0,0-1 1 0 0,0 0 0 0 0,0 0-1 0 0,0 0 1 0 0,0 0-1 0 0,0 0 1 0 0,0 0-1 0 0,4-2 1 0 0,4-2-7873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 11055 0 0,'-11'-4'12112'0'0,"15"15"-12112"0"0,3-1 0 0 0,3-1-904 0 0,1 3-208 0 0,4 2-40 0 0,-1 1-6968 0 0</inkml:trace>
  <inkml:trace contextRef="#ctx0" brushRef="#br0" timeOffset="1">210 164 5983 0 0,'0'0'3112'0'0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376 145 4143 0 0,'0'0'319'0'0,"-1"-1"-210"0"0,-1-1 124 0 0,0 0-1 0 0,0 1 0 0 0,1-1 1 0 0,-1 0-1 0 0,0-1 1 0 0,1 1-1 0 0,-2-3 0 0 0,-12-35 12303 0 0,5 10-4920 0 0,1 13-7240 0 0,7 13-145 0 0,-1 1 1 0 0,0-1-1 0 0,0 0 0 0 0,0 1 1 0 0,0 0-1 0 0,0 0 1 0 0,-5-4-1 0 0,6 6-184 0 0,1 0 0 0 0,-1 1 1 0 0,0-1-1 0 0,1 0 0 0 0,-1 1 0 0 0,1-1 0 0 0,-1 1 1 0 0,0-1-1 0 0,0 1 0 0 0,1 0 0 0 0,-1 0 1 0 0,0 0-1 0 0,0 0 0 0 0,1 0 0 0 0,-1 0 1 0 0,0 0-1 0 0,0 0 0 0 0,1 1 0 0 0,-1-1 1 0 0,0 1-1 0 0,-2 1 0 0 0,-1 0 16 0 0,-1 1 1 0 0,1 1-1 0 0,0-1 1 0 0,0 1-1 0 0,1-1 1 0 0,-1 1-1 0 0,1 1 0 0 0,0-1 1 0 0,0 1-1 0 0,0-1 1 0 0,1 1-1 0 0,0 0 0 0 0,0 1 1 0 0,-4 7-1 0 0,0 4 92 0 0,1 0 0 0 0,0 0 0 0 0,-5 28 0 0 0,9-33-70 0 0,0 0 1 0 0,1 0-1 0 0,1 1 1 0 0,1 16-1 0 0,10 51 78 0 0,-2-20-77 0 0,-7-42-75 0 0,31 316 231 0 0,-34-326-5176 0 0,-3-13 2753 0 0,-6-16 181 0 0,9 18 1099 0 0,-7-13-998 0 0</inkml:trace>
  <inkml:trace contextRef="#ctx0" brushRef="#br0" timeOffset="1">0 421 11975 0 0,'0'0'14812'0'0,"2"0"-13949"0"0,59-3 733 0 0,82-13 0 0 0,84-23-4422 0 0,-146 26 1262 0 0,-14-4-17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21223 0 0,'0'0'1920'0'0,"1"1"-1447"0"0,3 1-141 0 0,0 1-1 0 0,0 0 0 0 0,0 0 0 0 0,0 1 0 0 0,-1-1 0 0 0,0 1 0 0 0,0 0 0 0 0,0-1 0 0 0,0 2 0 0 0,0-1 0 0 0,-1 0 0 0 0,0 0 0 0 0,0 1 0 0 0,0-1 0 0 0,0 1 0 0 0,1 7 0 0 0,3 10 165 0 0,-2 1-1 0 0,3 26 1 0 0,-6-38-361 0 0,10 98 58 0 0,-11-108-593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6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11055 0 0,'0'0'984'0'0,"-13"8"7208"0"0,17 1-9120 0 0,1 3 136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6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18719 0 0,'0'0'1692'0'0,"0"1"-1216"0"0,6 22 3102 0 0,5 28 0 0 0,0 3-1489 0 0,-3-26-1438 0 0,13 29-1 0 0,-16-44-468 0 0,-4-12 147 0 0,1-13-289 0 0,0-1 1 0 0,0-24-1 0 0,-1 26-37 0 0,-1-1 1 0 0,1 1-1 0 0,6-22 1 0 0,-5 23-35 0 0,1 0 0 0 0,0 1 0 0 0,1-1 1 0 0,0 1-1 0 0,0 0 0 0 0,1 1 0 0 0,1-1 0 0 0,-1 1 0 0 0,1 0 0 0 0,1 0 1 0 0,-1 0-1 0 0,1 1 0 0 0,10-8 0 0 0,-11 10 2 0 0,1 0 1 0 0,-1 1-1 0 0,1-1 0 0 0,0 2 0 0 0,0-1 1 0 0,0 1-1 0 0,1 0 0 0 0,-1 0 0 0 0,1 1 1 0 0,13-3-1 0 0,-10 5-19 0 0,7 2 35 0 0,-14 1 15 0 0,-2 0-3 0 0,2-1 15 0 0,-1 1 0 0 0,1 0 0 0 0,-1 0 0 0 0,0 0-1 0 0,0 0 1 0 0,0 1 0 0 0,-1-1 0 0 0,1 1 0 0 0,-1 0 0 0 0,0-1 0 0 0,0 1 0 0 0,0 0-1 0 0,2 9 1 0 0,0 3 83 0 0,0 1-1 0 0,2 22 0 0 0,0 4 48 0 0,22 60 56 0 0,-19-71-99 0 0,-8-30 347 0 0,4-25-356 0 0,-1 10-64 0 0,-3 11-28 0 0,28-119 0 0 0,-23 100 0 0 0,2 1 0 0 0,0-1 0 0 0,18-31 0 0 0,-18 39-334 0 0,1-1 0 0 0,1 1 1 0 0,12-15-1 0 0,-17 23 167 0 0,0 1 0 0 0,0-1 0 0 0,0 1 0 0 0,1 0 0 0 0,-1 0 1 0 0,1 1-1 0 0,0 0 0 0 0,0 0 0 0 0,0 0 0 0 0,10-2 0 0 0,-14 4-96 0 0,0 0 1 0 0,1 1-1 0 0,-1 0 0 0 0,1-1 0 0 0,-1 1 0 0 0,1 0 0 0 0,-1 0 0 0 0,1 1 0 0 0,-1-1 0 0 0,1 0 0 0 0,-1 1 1 0 0,0-1-1 0 0,1 1 0 0 0,-1 0 0 0 0,0 0 0 0 0,4 2 0 0 0,10 6-2377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17935 0 0,'0'1'827'0'0,"2"33"2641"0"0,0-33-3038 0 0,0-1 0 0 0,0 0 0 0 0,1 0 0 0 0,-1 0 1 0 0,0 0-1 0 0,1 0 0 0 0,2-1 0 0 0,2-1-108 0 0,1-1-1 0 0,-1 0 1 0 0,1 0-1 0 0,-1-1 0 0 0,0 1 1 0 0,0-2-1 0 0,0 1 1 0 0,-1-1-1 0 0,0 0 1 0 0,10-9-1 0 0,-1-2-96 0 0,-1 0 0 0 0,21-32 0 0 0,-22 28-143 0 0,-1-1 0 0 0,-1 0 1 0 0,14-41-1 0 0,-23 52 63 0 0,-4 6-17 0 0,1 4-112 0 0,0 0 1 0 0,0 1-1 0 0,0-1 0 0 0,0 0 0 0 0,0 1 1 0 0,0-1-1 0 0,0 1 0 0 0,0-1 0 0 0,0 1 0 0 0,0-1 1 0 0,0 1-1 0 0,-1 1 0 0 0,-27 24 284 0 0,20-16-242 0 0,1 1 0 0 0,0-1 0 0 0,0 2 0 0 0,1-1 0 0 0,0 1 0 0 0,-4 13 0 0 0,7-16-56 0 0,0 0 0 0 0,2 0 0 0 0,-1 0 1 0 0,1 1-1 0 0,0-1 0 0 0,1 1 0 0 0,0-1 1 0 0,0 1-1 0 0,2 12 0 0 0,-1-18-95 0 0,1-1 1 0 0,0 0-1 0 0,0 1 0 0 0,0-1 1 0 0,0 0-1 0 0,0 1 0 0 0,1-1 1 0 0,0 0-1 0 0,-1 0 0 0 0,1 0 1 0 0,0 0-1 0 0,0-1 0 0 0,1 1 1 0 0,-1 0-1 0 0,1-1 0 0 0,-1 1 1 0 0,1-1-1 0 0,0 0 0 0 0,0 0 1 0 0,0 0-1 0 0,0-1 0 0 0,0 1 1 0 0,0-1-1 0 0,0 1 0 0 0,0-1 1 0 0,1 0-1 0 0,-1 0 0 0 0,5 0 1 0 0,-2 0-474 0 0,1 0 1 0 0,-1 0-1 0 0,0-1 1 0 0,0 0-1 0 0,0 0 1 0 0,0 0-1 0 0,0-1 0 0 0,0 0 1 0 0,0 0-1 0 0,0-1 1 0 0,0 0-1 0 0,0 0 1 0 0,0 0-1 0 0,-1-1 1 0 0,9-4-1 0 0,-10 4-104 0 0,0-1 0 0 0,0 1 0 0 0,0-1-1 0 0,0 0 1 0 0,0 0 0 0 0,-1 0 0 0 0,0-1 0 0 0,0 1 0 0 0,0-1-1 0 0,-1 0 1 0 0,1 0 0 0 0,-1 0 0 0 0,0 0 0 0 0,2-7-1 0 0,0-6 284 0 0,-1 0-1 0 0,2-35 0 0 0,-3 25 1432 0 0,3-36 15624 0 0,0 76-14633 0 0,13 43 2 0 0,-14-43-1888 0 0,-1 1 0 0 0,1-1 0 0 0,1 0 0 0 0,0 0 0 0 0,1-1 0 0 0,0 0 0 0 0,1 0 0 0 0,13 16 0 0 0,-18-24-134 0 0,1 0 0 0 0,0 0 0 0 0,1 0 0 0 0,-1-1 0 0 0,0 0 0 0 0,1 1 0 0 0,-1-1 0 0 0,1 0 0 0 0,0-1 0 0 0,0 1 0 0 0,-1-1 0 0 0,1 1 0 0 0,0-1 0 0 0,0-1 0 0 0,1 1 0 0 0,-1 0 0 0 0,5-1 0 0 0,-7 0-6 0 0,1 0 0 0 0,0-1 1 0 0,0 1-1 0 0,0-1 1 0 0,-1 0-1 0 0,1 1 0 0 0,0-1 1 0 0,-1-1-1 0 0,1 1 1 0 0,-1 0-1 0 0,1-1 0 0 0,-1 1 1 0 0,0-1-1 0 0,1 1 0 0 0,-1-1 1 0 0,0 0-1 0 0,0 0 1 0 0,0 0-1 0 0,0-1 0 0 0,-1 1 1 0 0,1 0-1 0 0,-1-1 0 0 0,1 1 1 0 0,-1-1-1 0 0,0 1 1 0 0,1-4-1 0 0,32-97-453 0 0,-17 46-64 0 0,-13 41-267 0 0,-2 9 187 0 0,0 1 1 0 0,0-1-1 0 0,0 1 1 0 0,1 0-1 0 0,0 0 1 0 0,5-8-1 0 0,0 6-1924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7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11055 0 0,'0'0'1002'0'0,"1"1"-824"0"0,9 12-360 0 0,-9-12 741 0 0,1 1-1 0 0,-1-1 0 0 0,1 0 1 0 0,-1 0-1 0 0,1 1 1 0 0,0-1-1 0 0,-1 0 0 0 0,1-1 1 0 0,2 2-1 0 0,-3-2-36 0 0,1 1 1 0 0,0-1-1 0 0,-1 0 0 0 0,1 1 1 0 0,-1-1-1 0 0,1 0 1 0 0,0 0-1 0 0,-1 0 0 0 0,1 0 1 0 0,-1-1-1 0 0,4 0 0 0 0,11-6 513 0 0,-8 2-544 0 0,0 0-257 0 0,0 0 0 0 0,0-1 0 0 0,0 1 0 0 0,-1-2 0 0 0,0 1 0 0 0,0-1 0 0 0,0 0 0 0 0,-1 0 1 0 0,0-1-1 0 0,5-8 0 0 0,2-7-152 0 0,-8 14-45 0 0,0 0 1 0 0,0 0 0 0 0,5-14 0 0 0,-10 22-35 0 0,0-7 47 0 0,0 8-45 0 0,0-1-1 0 0,0 1 1 0 0,0 0 0 0 0,-1-1-1 0 0,1 1 1 0 0,0 0-1 0 0,0 0 1 0 0,0-1-1 0 0,-1 1 1 0 0,1 0-1 0 0,0 0 1 0 0,0-1-1 0 0,-1 1 1 0 0,1 0-1 0 0,0 0 1 0 0,0 0-1 0 0,-1-1 1 0 0,1 1-1 0 0,0 0 1 0 0,-1 0 0 0 0,1 0-1 0 0,0 0 1 0 0,-1 0-1 0 0,1 0 1 0 0,0 0-1 0 0,-1 0 1 0 0,1 0-1 0 0,0 0 1 0 0,-1 0-1 0 0,1 0 1 0 0,0 0-1 0 0,-1 0 1 0 0,1 0-1 0 0,0 0 1 0 0,0 0-1 0 0,-1 0 1 0 0,1 0 0 0 0,0 0-1 0 0,-1 1 1 0 0,1-1-1 0 0,0 0 1 0 0,-1 0-1 0 0,1 1 1 0 0,-1-1 23 0 0,-5 3 90 0 0,-1 1 0 0 0,1 0 0 0 0,0 1 0 0 0,0-1 0 0 0,1 1 0 0 0,-1 0 0 0 0,1 0 0 0 0,0 1 0 0 0,-8 10 0 0 0,-1 1 133 0 0,8-9-133 0 0,0 0 0 0 0,1 1-1 0 0,-1 0 1 0 0,1 0 0 0 0,1 0 0 0 0,0 0 0 0 0,0 1 0 0 0,-3 13-1 0 0,6-17-154 0 0,-1 0 1 0 0,1 1-1 0 0,0-1 0 0 0,1 0 0 0 0,-1 0 0 0 0,1 0 0 0 0,1 0 0 0 0,-1 1 0 0 0,1-1 0 0 0,0 0 0 0 0,0 0 0 0 0,1 0 1 0 0,0 0-1 0 0,5 11 0 0 0,-6-14-82 0 0,1 0 1 0 0,0 0 0 0 0,0 0 0 0 0,1-1 0 0 0,-1 1-1 0 0,1-1 1 0 0,-1 1 0 0 0,1-1 0 0 0,0 0-1 0 0,0 0 1 0 0,0 0 0 0 0,0 0 0 0 0,0-1-1 0 0,0 1 1 0 0,0-1 0 0 0,0 0 0 0 0,1 0-1 0 0,-1 0 1 0 0,6 1 0 0 0,-2-1-612 0 0,1-1-1 0 0,0 0 1 0 0,0 0-1 0 0,0-1 1 0 0,-1 0 0 0 0,1 0-1 0 0,12-4 1 0 0,-2 1-1249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80 15863 0 0,'-2'-5'263'0'0,"-4"-6"913"0"0,6 11-1022 0 0,0 0-1 0 0,-1 0 1 0 0,1 0 0 0 0,0 0-1 0 0,0 0 1 0 0,0 0 0 0 0,-1 0 0 0 0,1 0-1 0 0,0 0 1 0 0,0 0 0 0 0,-1 0-1 0 0,1 0 1 0 0,0 0 0 0 0,0 0-1 0 0,0 0 1 0 0,-1 0 0 0 0,1 0 0 0 0,0 0-1 0 0,-2 2 1692 0 0,2-2-1692 0 0,-1 0 1 0 0,1 0 0 0 0,0 0 0 0 0,0 1-1 0 0,0-1 1 0 0,0 0 0 0 0,0 0-1 0 0,0 1 1 0 0,-3 4 3838 0 0,2-3-5164 0 0,-1 4 1556 0 0,0 0 0 0 0,1 0 0 0 0,-1 0 0 0 0,2 0 0 0 0,-1 0 0 0 0,1 0 1 0 0,-1 0-1 0 0,2 10 0 0 0,10 51 64 0 0,-7-47-241 0 0,0 1-150 0 0,-2-10 56 0 0,0 0 1 0 0,0 0-1 0 0,9 21 0 0 0,-10-30 42 0 0,6-20-90 0 0,-2 8-66 0 0,-1-2-113 0 0,1 0-1 0 0,0 1 1 0 0,1 0-1 0 0,0 0 1 0 0,1 0 0 0 0,0 1-1 0 0,0 0 1 0 0,1 0-1 0 0,16-14 1 0 0,-7 10-330 0 0,1 0 0 0 0,1 1 1 0 0,27-14-1 0 0,65-26-1493 0 0,-91 44 1544 0 0,-4 1-172 0 0,0 2 1 0 0,32-9-1 0 0,-13 11 5588 0 0,-43 13-3859 0 0,-1 0-957 0 0,0-1-1 0 0,-1-1 1 0 0,0 0 0 0 0,0 0-1 0 0,-14 5 1 0 0,-16 11-51 0 0,6-3-15 0 0,26-17-146 0 0,1 2 0 0 0,-1-1 1 0 0,0 1-1 0 0,1 0 0 0 0,-13 12 0 0 0,19-17 3 0 0,1 1 1 0 0,-1 0-1 0 0,0-1 0 0 0,1 1 0 0 0,-1 0 1 0 0,1-1-1 0 0,-1 1 0 0 0,1 0 0 0 0,-1 0 1 0 0,1-1-1 0 0,-1 1 0 0 0,1 0 0 0 0,0 0 1 0 0,-1 0-1 0 0,1 0 0 0 0,0 0 0 0 0,0 0 1 0 0,0-1-1 0 0,0 1 0 0 0,0 0 0 0 0,0 0 1 0 0,0 0-1 0 0,0 0 0 0 0,0 0 0 0 0,0 0 1 0 0,0 0-1 0 0,0 0 0 0 0,1-1 0 0 0,-1 1 1 0 0,0 0-1 0 0,1 0 0 0 0,-1 0 0 0 0,1 0 1 0 0,-1-1-1 0 0,1 1 0 0 0,-1 0 0 0 0,1 0 1 0 0,1 0-1 0 0,0 2-8 0 0,1-1 1 0 0,0-1-1 0 0,-1 1 0 0 0,1 0 0 0 0,0-1 1 0 0,6 3-1 0 0,13 3-9 0 0,1-1 1 0 0,-1-1-1 0 0,28 3 0 0 0,-36-5-26 0 0,0 0 0 0 0,-1 1-1 0 0,22 8 1 0 0,-34-11 45 0 0,-1-1 0 0 0,1 0 0 0 0,-1 0 0 0 0,1 0 0 0 0,-1 0 1 0 0,1 0-1 0 0,-1 0 0 0 0,1 1 0 0 0,-1-1 0 0 0,1 0 0 0 0,-1 0 0 0 0,0 1 0 0 0,1-1 0 0 0,-1 0 0 0 0,1 1 0 0 0,-1-1 1 0 0,0 0-1 0 0,1 1 0 0 0,-1-1 0 0 0,0 1 0 0 0,1-1 0 0 0,-1 0 0 0 0,0 1 0 0 0,0-1 0 0 0,1 1 0 0 0,-1-1 1 0 0,0 1-1 0 0,0-1 0 0 0,0 1 0 0 0,0-1 0 0 0,0 1 0 0 0,0-1 0 0 0,0 1 0 0 0,0-1 0 0 0,0 2 0 0 0,0-1 12 0 0,1 1-7 0 0,-1 0 1 0 0,0 1 0 0 0,0-1-1 0 0,0 0 1 0 0,-1 0 0 0 0,1 0-1 0 0,-1 1 1 0 0,1-1 0 0 0,-1 0-1 0 0,1 0 1 0 0,-1 0 0 0 0,0 0-1 0 0,0 0 1 0 0,0 0 0 0 0,0 0-1 0 0,-1 0 1 0 0,1 0 0 0 0,0 0-1 0 0,-1-1 1 0 0,1 1 0 0 0,-1-1-1 0 0,0 1 1 0 0,1-1 0 0 0,-4 2-1 0 0,-5 4-49 0 0,1 0 0 0 0,-1-2-1 0 0,-14 7 1 0 0,15-7-400 0 0,-1 0 0 0 0,0-1 0 0 0,1 0 0 0 0,-2-1 0 0 0,1 0 0 0 0,0-1 0 0 0,0 0 0 0 0,-15 1 0 0 0,17-5-4386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5983 0 0,'1'2'16133'0'0,"12"72"-9270"0"0,-11-59-6785 0 0,1-1-1 0 0,1 0 1 0 0,0 1-1 0 0,1-2 1 0 0,1 1-1 0 0,0 0 1 0 0,9 14-1 0 0,-14-27-345 0 0,7 7-5267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 19951 0 0,'-1'0'1811'0'0,"-1"-3"-1473"0"0,1 3 4 0 0,15-4-689 0 0,-13 4 350 0 0,8-1-1662 0 0,0 0 0 0 0,0 0 0 0 0,16 1 0 0 0,-23 1 1513 0 0,0-1 0 0 0,0 1-1 0 0,0-1 1 0 0,0 1 0 0 0,0 0 0 0 0,-1 0 0 0 0,1 0-1 0 0,0 0 1 0 0,0 0 0 0 0,-1 0 0 0 0,1 0 0 0 0,-1 1-1 0 0,1-1 1 0 0,1 3 0 0 0,0-1 314 0 0,-1 1-1 0 0,1 0 1 0 0,-1-1 0 0 0,0 1-1 0 0,0 0 1 0 0,1 6 0 0 0,1 3 1285 0 0,-1 0 1 0 0,0 0-1 0 0,0 18 1 0 0,11 89 5111 0 0,14 60-2681 0 0,-15-83-3103 0 0,-13-90-705 0 0,0-6 160 0 0,1-3-284 0 0,8-19-106 0 0,-6 14 125 0 0,-1 1 0 0 0,1-1 0 0 0,1 1 0 0 0,-1 0 0 0 0,8-10 0 0 0,4-1-158 0 0,25-22 0 0 0,-34 35 212 0 0,0-1-1 0 0,0 0 1 0 0,1 1 0 0 0,-1 0-1 0 0,1 1 1 0 0,0 0 0 0 0,0 0-1 0 0,9-3 1 0 0,-4 5-25 0 0,-9 2 0 0 0,0 1 0 0 0,0-1 0 0 0,0 1 0 0 0,0-1 0 0 0,0 1 0 0 0,3 2 0 0 0,-5-3 0 0 0,12 11 0 0 0,-11-7 0 0 0,-2-2 0 0 0,2 1 5 0 0,-1 0 1 0 0,0 0-1 0 0,0 0 0 0 0,0 1 1 0 0,-1-1-1 0 0,1 0 0 0 0,-1 0 1 0 0,0 1-1 0 0,0-1 0 0 0,0 0 1 0 0,-1 1-1 0 0,-1 6 0 0 0,-2 1 30 0 0,0 0 0 0 0,-12 22 0 0 0,3-7-17 0 0,11-22-61 0 0,-1 0 0 0 0,0 0-1 0 0,0 0 1 0 0,0 0 0 0 0,0-1 0 0 0,-1 0-1 0 0,0 0 1 0 0,0 0 0 0 0,0 0 0 0 0,0 0-1 0 0,-1-1 1 0 0,0 0 0 0 0,1 0 0 0 0,-1 0-1 0 0,-9 4 1 0 0,12-7-662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19087 0 0,'0'0'878'0'0,"-7"2"283"0"0,3 1-990 0 0,0-1 1 0 0,0 1-1 0 0,0 0 1 0 0,0 0-1 0 0,0 1 1 0 0,1-1-1 0 0,-1 1 1 0 0,1 0-1 0 0,-3 4 1 0 0,-1 2 1138 0 0,0 1 1 0 0,-8 15-1 0 0,5-4-457 0 0,0 1 0 0 0,-12 41 0 0 0,20-55-772 0 0,0-1 0 0 0,1 1 0 0 0,0 0 0 0 0,0 0 0 0 0,1-1 0 0 0,0 1 0 0 0,1 0 0 0 0,0 0 0 0 0,0-1 0 0 0,1 1 0 0 0,3 10 0 0 0,-3-12-52 0 0,1 0 1 0 0,0 1-1 0 0,1-2 0 0 0,-1 1 0 0 0,2 0 1 0 0,-1-1-1 0 0,0 1 0 0 0,1-1 0 0 0,0 0 1 0 0,9 7-1 0 0,-10-10-11 0 0,0 0 0 0 0,0 0 0 0 0,1 0 0 0 0,0 0 0 0 0,0 0 0 0 0,0-1 0 0 0,0 0 0 0 0,0 0 0 0 0,0-1 0 0 0,0 1 0 0 0,0-1 0 0 0,1 0-1 0 0,-1-1 1 0 0,1 1 0 0 0,9-1 0 0 0,-8-1 3 0 0,-1 0 0 0 0,1-1 0 0 0,0 0 0 0 0,-1 0-1 0 0,1 0 1 0 0,-1 0 0 0 0,0-1 0 0 0,0 0 0 0 0,0-1-1 0 0,0 1 1 0 0,8-8 0 0 0,-2 1-4 0 0,1-2 1 0 0,-1 1-1 0 0,17-23 0 0 0,11-28-17 0 0,-33 49 0 0 0,-3 3 0 0 0,-7 5 0 0 0,-7 4 0 0 0,10 1 0 0 0,-3 0 10 0 0,0 1-1 0 0,1-1 1 0 0,-1 1 0 0 0,1-1-1 0 0,-1 1 1 0 0,1 0 0 0 0,-1 0-1 0 0,1 0 1 0 0,-1 1 0 0 0,1-1-1 0 0,0 1 1 0 0,-1-1 0 0 0,-2 4-1 0 0,-27 28 338 0 0,23-22-266 0 0,0-1-17 0 0,1 0 0 0 0,1 0 1 0 0,0 1-1 0 0,0-1 1 0 0,1 2-1 0 0,0-1 0 0 0,1 1 1 0 0,-5 19-1 0 0,8-26-51 0 0,1 0-1 0 0,0 1 1 0 0,1-1 0 0 0,-1 1-1 0 0,1-1 1 0 0,0 0 0 0 0,0 1-1 0 0,1-1 1 0 0,2 11 0 0 0,-2-12-10 0 0,1-1 1 0 0,-1 1-1 0 0,1 0 0 0 0,0-1 1 0 0,0 1-1 0 0,0-1 1 0 0,0 1-1 0 0,1-1 0 0 0,-1 0 1 0 0,1 0-1 0 0,0 0 1 0 0,0 0-1 0 0,0-1 1 0 0,6 4-1 0 0,0 0-664 0 0,-1-1-1 0 0,1 0 1 0 0,1-1 0 0 0,11 4-1 0 0,-2-3-9871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39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5 2303 0 0,'-22'1'-4'0'0,"-25"4"29841"0"0,52-5-31402 0 0,262-8 2328 0 0,-237 7-1087 0 0,-14 0-886 0 0,30 2 1 0 0,-41 0 365 0 0,0 0 1 0 0,0 0-1 0 0,0 0 1 0 0,0 1-1 0 0,9 3 1 0 0,-3 1-1328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83 18511 0 0,'-4'4'287'0'0,"3"-3"-146"0"0,0 0 0 0 0,0 0 1 0 0,-1 0-1 0 0,1 0 1 0 0,0-1-1 0 0,0 1 1 0 0,0 0-1 0 0,-1 0 1 0 0,1-1-1 0 0,0 1 1 0 0,0-1-1 0 0,-4 2 2860 0 0,7-2-2003 0 0,13 1-554 0 0,0-1-1 0 0,1-1 1 0 0,-1 0 0 0 0,0-1 0 0 0,15-3 0 0 0,76-24-1044 0 0,-103 28 559 0 0,103-35-2858 0 0,-78 25 1369 0 0,7-2-710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3 7367 0 0,'0'0'568'0'0,"-15"-3"171"0"0,11 4 801 0 0,0 0 0 0 0,0 0 0 0 0,0 1 0 0 0,0-1 0 0 0,0 1 0 0 0,-5 3 0 0 0,3-2-160 0 0,1 1-1 0 0,0 0 0 0 0,-8 8 0 0 0,5-3-648 0 0,1 0 0 0 0,0 0 0 0 0,0 1 0 0 0,-6 12 0 0 0,5-7-225 0 0,-2 2 4 0 0,2 0-1 0 0,0 1 0 0 0,-8 23 0 0 0,15-36-463 0 0,-1 0 0 0 0,1 0 0 0 0,0 0 0 0 0,1 0-1 0 0,-1 1 1 0 0,1-1 0 0 0,0 0 0 0 0,0 0 0 0 0,1 1 0 0 0,0-1-1 0 0,0 0 1 0 0,0 0 0 0 0,0 0 0 0 0,1 0 0 0 0,0 0 0 0 0,4 9-1 0 0,-3-10-46 0 0,-1-1 1 0 0,1 0-1 0 0,0 1 0 0 0,0-1 0 0 0,0 0 0 0 0,0-1 0 0 0,1 1 1 0 0,-1-1-1 0 0,1 1 0 0 0,0-1 0 0 0,-1 0 0 0 0,1 0 0 0 0,0-1 0 0 0,0 1 1 0 0,1-1-1 0 0,-1 0 0 0 0,0 0 0 0 0,0 0 0 0 0,5 0 0 0 0,6 0-60 0 0,0 0-1 0 0,0-1 0 0 0,0 0 1 0 0,17-4-1 0 0,-3-1-161 0 0,1-2 1 0 0,-1-1-1 0 0,0-1 0 0 0,-1-1 1 0 0,53-28-1 0 0,-74 34 180 0 0,-1 1-1 0 0,0-1 1 0 0,-1 0-1 0 0,1 0 0 0 0,0-1 1 0 0,-1 0-1 0 0,0 0 1 0 0,0 0-1 0 0,5-8 1 0 0,-9 11 42 0 0,1-1 0 0 0,-1 0 0 0 0,1 0 0 0 0,-1 1 0 0 0,0-1 0 0 0,0 0 0 0 0,0 0 0 0 0,-1-1 0 0 0,1 1 0 0 0,-1 0 0 0 0,1 0 0 0 0,-1 0 0 0 0,0 0 0 0 0,0 0 0 0 0,-1 0 0 0 0,1-1 0 0 0,0 1 0 0 0,-1 0 0 0 0,0 0 0 0 0,0 0 0 0 0,0 0 0 0 0,0 0 0 0 0,-2-3 0 0 0,-2-2 37 0 0,0-1 0 0 0,-1 1-1 0 0,0 0 1 0 0,-1 1-1 0 0,1-1 1 0 0,-1 1-1 0 0,-14-10 1 0 0,4 4-1315 0 0,-1 0-1 0 0,-28-14 1 0 0,26 18-8245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7831 0 0,'0'0'603'0'0,"0"-9"45"0"0,10-18 14984 0 0,0 32-13683 0 0,-7-2-1709 0 0,1 1 0 0 0,-1-1 0 0 0,1 1 0 0 0,-1-1 0 0 0,0 1 0 0 0,0 0 0 0 0,-1 0 0 0 0,1 0 0 0 0,-1 0 0 0 0,0 1 0 0 0,2 5 1 0 0,2 7 159 0 0,7 29 0 0 0,-6 3-106 0 0,-6-36-277 0 0,1 0 0 0 0,0 0 1 0 0,1 0-1 0 0,7 17 0 0 0,-10-29-99 0 0,0-1-1 0 0,0 1 0 0 0,1 0 0 0 0,-1-1 1 0 0,1 1-1 0 0,-1-1 0 0 0,1 1 0 0 0,-1 0 1 0 0,1-1-1 0 0,-1 1 0 0 0,1-1 0 0 0,-1 1 1 0 0,1-1-1 0 0,0 0 0 0 0,-1 1 0 0 0,1-1 1 0 0,0 1-1 0 0,-1-1 0 0 0,2 0 0 0 0,15 1-8017 0 0,-2-2-926 0 0</inkml:trace>
  <inkml:trace contextRef="#ctx0" brushRef="#br0" timeOffset="1">148 2 20879 0 0,'-18'3'2040'0'0,"11"-8"-1816"0"0,19 9-1040 0 0,4-3 712 0 0,2 2 24 0 0,3 1 8 0 0,5 0 0 0 0,3 3-1648 0 0,3-2-328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27 9215 0 0,'-26'-10'243'0'0,"-19"-2"6269"0"0,36 10-3948 0 0,0 1 0 0 0,-18 0 1 0 0,-1 4-222 0 0,26-2-2217 0 0,-1 0 1 0 0,1 0-1 0 0,-1 0 1 0 0,1 0-1 0 0,0 0 1 0 0,-1 1-1 0 0,1-1 1 0 0,0 1-1 0 0,0-1 1 0 0,0 1-1 0 0,0 0 1 0 0,1 0-1 0 0,-1 0 1 0 0,0 0-1 0 0,1 0 1 0 0,-1 0-1 0 0,1 0 1 0 0,0 0-1 0 0,0 1 1 0 0,0-1-1 0 0,0 1 1 0 0,0-1-1 0 0,0 1 1 0 0,0-1-1 0 0,1 1 1 0 0,0-1-1 0 0,-1 1 1 0 0,1 5-1 0 0,0 5-6 0 0,1 1-1 0 0,0 0 1 0 0,0 0 0 0 0,5 14 0 0 0,-5-23-51 0 0,75 400 665 0 0,-72-377-1131 0 0,0 51 0 0 0,-4-78 176 0 0,0-1 1 0 0,1 0 0 0 0,-1 1-1 0 0,0-1 1 0 0,0 1 0 0 0,0-1-1 0 0,0 0 1 0 0,0 1 0 0 0,0-1-1 0 0,-1 0 1 0 0,1 1 0 0 0,0-1 0 0 0,0 0-1 0 0,0 1 1 0 0,0-1 0 0 0,0 0-1 0 0,0 1 1 0 0,-1-1 0 0 0,1 0-1 0 0,0 1 1 0 0,0-1 0 0 0,0 0-1 0 0,-1 1 1 0 0,1-1 0 0 0,0 0-1 0 0,-1 0 1 0 0,1 1 0 0 0,0-1-1 0 0,0 0 1 0 0,-1 0 0 0 0,1 0-1 0 0,0 0 1 0 0,-1 1 0 0 0,0-1-1 0 0,-4 0-706 0 0,5 0 1107 0 0,-10-1-2452 0 0</inkml:trace>
  <inkml:trace contextRef="#ctx0" brushRef="#br0" timeOffset="1">1 401 2303 0 0,'0'0'102'0'0,"1"-1"-1"0"0,2-2 2173 0 0,0 0 1 0 0,1 0-1 0 0,-1 1 0 0 0,8-5 0 0 0,17-4 5402 0 0,-9 6-4543 0 0,25-3 0 0 0,-17 4-3397 0 0,174-26 1251 0 0,-65 17-4171 0 0,-96 11 1561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1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12439 0 0,'0'1'11488'0'0,"18"69"-6487"0"0,-14-47-4218 0 0,15 42 1 0 0,-11-47-564 0 0,5 12 688 0 0,-5-48-764 0 0,2-17-110 0 0,3 1 0 0 0,24-50-1 0 0,-30 71-389 0 0,0 1 0 0 0,1 1 0 0 0,0-1-1 0 0,1 1 1 0 0,0 1 0 0 0,0-1 0 0 0,1 2-1 0 0,1-1 1 0 0,19-13 0 0 0,-26 21-176 0 0,-1 0 0 0 0,1 0 0 0 0,0 0 0 0 0,-1 1 0 0 0,1-1 0 0 0,0 1 0 0 0,6-1 0 0 0,11 0-8343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18 247 10135 0 0,'3'0'7866'0'0,"-1"1"-7440"0"0,1 0 1 0 0,-1-1-1 0 0,1 0 1 0 0,-1 1-1 0 0,1-1 1 0 0,-1 0-1 0 0,1-1 1 0 0,-1 1-1 0 0,1 0 1 0 0,-1-1 0 0 0,1 1-1 0 0,-1-1 1 0 0,1 0-1 0 0,2-1 1 0 0,-1 0-128 0 0,0 0 0 0 0,-1-1 0 0 0,1 1 0 0 0,0-1 0 0 0,-1 0 0 0 0,0 0 0 0 0,6-7 0 0 0,-1 0-130 0 0,0-1 1 0 0,-1 1-1 0 0,-1-1 0 0 0,1 0 0 0 0,-2-1 0 0 0,0 0 1 0 0,0 0-1 0 0,-1 0 0 0 0,0 0 0 0 0,3-20 0 0 0,-7 31-168 0 0,0-1-1 0 0,0 1 0 0 0,1 0 0 0 0,-1 0 0 0 0,0 0 0 0 0,0 0 0 0 0,0-1 1 0 0,0 1-1 0 0,0 0 0 0 0,0 0 0 0 0,-1 0 0 0 0,1 0 0 0 0,0-1 0 0 0,-1 1 1 0 0,1 0-1 0 0,-1 0 0 0 0,1 0 0 0 0,-1 0 0 0 0,1 0 0 0 0,-1 0 1 0 0,0 0-1 0 0,1 0 0 0 0,-1 0 0 0 0,0 0 0 0 0,0 1 0 0 0,0-1 0 0 0,0 0 1 0 0,1 0-1 0 0,-1 1 0 0 0,-2-2 0 0 0,1 2 4 0 0,1 0 0 0 0,-1-1 1 0 0,1 1-1 0 0,-1 0 0 0 0,0 0 0 0 0,1 0 0 0 0,-1 1 1 0 0,1-1-1 0 0,-1 0 0 0 0,1 1 0 0 0,-1-1 0 0 0,1 1 1 0 0,-1-1-1 0 0,1 1 0 0 0,-1 0 0 0 0,1-1 0 0 0,0 1 1 0 0,-1 0-1 0 0,1 0 0 0 0,0 0 0 0 0,0 0 1 0 0,-2 2-1 0 0,-13 12 91 0 0,0 1 0 0 0,1 1 0 0 0,-14 20 0 0 0,24-31-54 0 0,1 1-1 0 0,0-1 0 0 0,1 1 0 0 0,-1 0 1 0 0,1 0-1 0 0,1 0 0 0 0,-1 1 0 0 0,1-1 1 0 0,0 0-1 0 0,1 1 0 0 0,0 0 0 0 0,0 14 1 0 0,1-19-53 0 0,0-1 0 0 0,1 1-1 0 0,-1 0 1 0 0,1-1 0 0 0,-1 1 0 0 0,1 0 0 0 0,0-1 0 0 0,0 1 0 0 0,0-1 0 0 0,1 1 0 0 0,-1-1 0 0 0,1 0 0 0 0,-1 0 0 0 0,1 1 0 0 0,0-1 0 0 0,-1 0 0 0 0,1 0-1 0 0,0-1 1 0 0,0 1 0 0 0,1 0 0 0 0,-1-1 0 0 0,0 1 0 0 0,1-1 0 0 0,-1 0 0 0 0,0 0 0 0 0,1 0 0 0 0,0 0 0 0 0,-1 0 0 0 0,1 0 0 0 0,3 0 0 0 0,1 0-144 0 0,1 0 0 0 0,-1 0 0 0 0,1-1 0 0 0,-1 0 1 0 0,1-1-1 0 0,-1 1 0 0 0,1-1 0 0 0,-1-1 1 0 0,14-4-1 0 0,-14 4 29 0 0,-1 0 0 0 0,0 0 0 0 0,0-1 0 0 0,0 0 0 0 0,0-1 0 0 0,-1 1 0 0 0,1-1 0 0 0,-1 0 1 0 0,0 0-1 0 0,0-1 0 0 0,0 1 0 0 0,-1-1 0 0 0,1 0 0 0 0,-1 0 0 0 0,4-8 0 0 0,0-2 105 0 0,0-1 1 0 0,-1 0-1 0 0,-1-1 0 0 0,-1 1 1 0 0,0-1-1 0 0,4-28 1 0 0,-8 38 1741 0 0,-1 9-1281 0 0,4 22 361 0 0,-3-14-615 0 0,0 0-1 0 0,1 0 0 0 0,0 0 0 0 0,1-1 0 0 0,0 1 0 0 0,0-1 0 0 0,6 9 0 0 0,-5-11-145 0 0,0 0 0 0 0,1 0-1 0 0,0 0 1 0 0,0-1-1 0 0,0 0 1 0 0,13 11 0 0 0,-15-14-26 0 0,1-1 0 0 0,0 1 0 0 0,0-1 0 0 0,0 1 1 0 0,0-1-1 0 0,1-1 0 0 0,-1 1 0 0 0,1 0 0 0 0,-1-1 0 0 0,1 0 1 0 0,-1 0-1 0 0,1-1 0 0 0,7 1 0 0 0,-2-1-13 0 0,3-4 0 0 0,-10 0 0 0 0,-2 2 0 0 0,3-2-24 0 0,0-1 0 0 0,0 0 0 0 0,-1 0 1 0 0,0 0-1 0 0,0 0 0 0 0,0 0 0 0 0,-1-1 0 0 0,3-6 0 0 0,10-50-427 0 0,-8 34 229 0 0,18-68-4097 0 0,-18 73 2542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2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14479 0 0,'0'2'663'0'0,"1"0"-559"0"0,0 0 0 0 0,-1 1 1 0 0,1-1-1 0 0,0 0 0 0 0,1 0 0 0 0,-1 0 1 0 0,0 0-1 0 0,1 0 0 0 0,-1-1 0 0 0,1 1 1 0 0,-1 0-1 0 0,1-1 0 0 0,0 1 0 0 0,0-1 1 0 0,-1 1-1 0 0,1-1 0 0 0,0 0 1 0 0,0 0-1 0 0,1 0 0 0 0,-1 0 0 0 0,0 0 1 0 0,0 0-1 0 0,0-1 0 0 0,1 1 0 0 0,-1-1 1 0 0,0 1-1 0 0,1-1 0 0 0,-1 0 0 0 0,0 0 1 0 0,1 0-1 0 0,-1 0 0 0 0,0-1 0 0 0,4 0 1 0 0,3-1 425 0 0,0 0 0 0 0,-1-1 1 0 0,1 0-1 0 0,0 0 1 0 0,-1-1-1 0 0,0 0 0 0 0,11-7 1 0 0,-8 3-343 0 0,0 0 0 0 0,-1-1 1 0 0,0 1-1 0 0,0-2 0 0 0,-1 0 1 0 0,9-11-1 0 0,-13 14-163 0 0,0-1-1 0 0,0 0 1 0 0,0-1-1 0 0,-1 1 1 0 0,0-1-1 0 0,-1 1 1 0 0,1-1 0 0 0,-2-1-1 0 0,3-11 1 0 0,-4 17 5 0 0,-1 3-19 0 0,0-1 1 0 0,0 1-1 0 0,0 0 1 0 0,0-1-1 0 0,0 1 1 0 0,0 0-1 0 0,0-1 1 0 0,-1 1-1 0 0,1 0 1 0 0,0-1-1 0 0,-1 1 1 0 0,1 0-1 0 0,-1 0 1 0 0,-1-3-1 0 0,2 4 20 0 0,-1 0 0 0 0,0 0-1 0 0,0 0 1 0 0,1 0 0 0 0,-1 0-1 0 0,0 0 1 0 0,1 0-1 0 0,-1 0 1 0 0,0 1 0 0 0,1-1-1 0 0,-1 0 1 0 0,0 0 0 0 0,1 0-1 0 0,-1 1 1 0 0,1-1 0 0 0,-2 1-1 0 0,2-1 16 0 0,-8 4 159 0 0,0 0 0 0 0,0 0 0 0 0,1 1 0 0 0,-1 0-1 0 0,1 0 1 0 0,1 1 0 0 0,-1 0 0 0 0,1 1 0 0 0,-9 9 0 0 0,10-9-132 0 0,0-1 1 0 0,1 1-1 0 0,0-1 0 0 0,0 1 1 0 0,1 0-1 0 0,-1 1 0 0 0,2-1 1 0 0,-1 1-1 0 0,1-1 1 0 0,-3 16-1 0 0,5-20-80 0 0,0 0-1 0 0,-1 0 0 0 0,1 0 1 0 0,1 0-1 0 0,-1 0 1 0 0,0 0-1 0 0,1 1 1 0 0,0-1-1 0 0,-1 0 1 0 0,1-1-1 0 0,0 1 1 0 0,1 0-1 0 0,-1 0 0 0 0,0 0 1 0 0,3 3-1 0 0,-2-4-322 0 0,0 0 0 0 0,0 0 0 0 0,0 0 0 0 0,0 0 0 0 0,0 0 0 0 0,5 2 0 0 0,19 8-7060 0 0,-7-7-509 0 0</inkml:trace>
  <inkml:trace contextRef="#ctx0" brushRef="#br0" timeOffset="1">408 18 12895 0 0,'-3'5'547'0'0,"1"-1"-1"0"0,0 1 0 0 0,1-1 1 0 0,-1 1-1 0 0,1 0 1 0 0,0-1-1 0 0,0 1 0 0 0,0 0 1 0 0,1 0-1 0 0,0 0 1 0 0,0 0-1 0 0,1 9 0 0 0,-1 16 4699 0 0,-1-23-4876 0 0,1 1 0 0 0,0-1-1 0 0,0 1 1 0 0,1-1 0 0 0,0 1 0 0 0,0-1 0 0 0,1 0-1 0 0,0 1 1 0 0,0-1 0 0 0,5 10 0 0 0,-4-12-313 0 0,0 0 1 0 0,0 0 0 0 0,1 0-1 0 0,-1 0 1 0 0,1 0 0 0 0,0-1 0 0 0,0 0-1 0 0,1 0 1 0 0,-1 0 0 0 0,1 0-1 0 0,0-1 1 0 0,0 0 0 0 0,0 0 0 0 0,0 0-1 0 0,7 2 1 0 0,-12-5-55 0 0,1 0 1 0 0,-1 0-1 0 0,0 0 1 0 0,1 0-1 0 0,-1 0 0 0 0,0 0 1 0 0,1 0-1 0 0,-1 0 0 0 0,0-1 1 0 0,0 1-1 0 0,1 0 0 0 0,-1 0 1 0 0,0 0-1 0 0,1 0 1 0 0,-1-1-1 0 0,0 1 0 0 0,0 0 1 0 0,0 0-1 0 0,1 0 0 0 0,-1-1 1 0 0,0 1-1 0 0,0 0 0 0 0,0-1 1 0 0,1 1-1 0 0,-1 0 1 0 0,0 0-1 0 0,0-1 0 0 0,0 1 1 0 0,4-9 3 0 0,-3 0 4 0 0,1 0 1 0 0,-1 0-1 0 0,-1 0 1 0 0,0 0 0 0 0,0 0-1 0 0,-3-16 1 0 0,1 15-97 0 0,1 0-1 0 0,0 0 1 0 0,1 0 0 0 0,0 0 0 0 0,3-16 0 0 0,-2 20-205 0 0,1 1 0 0 0,0 0 0 0 0,0 0 0 0 0,0 0 0 0 0,0 0 0 0 0,1 0 0 0 0,0 0 0 0 0,0 1 0 0 0,0 0 0 0 0,1-1 0 0 0,-1 1 0 0 0,1 0-1 0 0,0 1 1 0 0,0-1 0 0 0,0 1 0 0 0,1-1 0 0 0,-1 1 0 0 0,1 0 0 0 0,0 1 0 0 0,0-1 0 0 0,0 1 0 0 0,0 0 0 0 0,0 1 0 0 0,0-1 0 0 0,0 1 0 0 0,1 0 0 0 0,6-1 0 0 0,41-4-3300 0 0,-24 3 1667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7831 0 0,'0'0'19060'0'0,"-1"0"-18207"0"0,-21 11 468 0 0,9-6-916 0 0,1 1-1 0 0,-17 12 1 0 0,-8 7-227 0 0,22-16-91 0 0,1 1 1 0 0,0 0 0 0 0,1 1-1 0 0,-16 17 1 0 0,25-21-88 0 0,7 2-11 0 0,-1-8 4 0 0,-1 1 0 0 0,1 0-1 0 0,-1-1 1 0 0,1 1-1 0 0,0-1 1 0 0,0 1 0 0 0,-1-1-1 0 0,1 0 1 0 0,0 0-1 0 0,0 0 1 0 0,1 0 0 0 0,-1 0-1 0 0,0 0 1 0 0,0 0-1 0 0,0-1 1 0 0,1 1 0 0 0,1-1-1 0 0,7 2-29 0 0,0-2 0 0 0,14 1 0 0 0,-15-2 15 0 0,25 1-2 0 0,-9-1-5 0 0,-1 1 1 0 0,1 2-1 0 0,36 6 0 0 0,-56-7 29 0 0,-4-1 0 0 0,0 0 0 0 0,0 1 0 0 0,0-1 0 0 0,0 1 0 0 0,-1 0 0 0 0,1 0 0 0 0,0 0 0 0 0,0 0 0 0 0,-1 0 0 0 0,1 0 0 0 0,-1 0 0 0 0,1 0 0 0 0,1 2 0 0 0,2 4 0 0 0,-5-5 4 0 0,1 0 0 0 0,-1 0 0 0 0,0 0 0 0 0,0 0 1 0 0,0 0-1 0 0,0 0 0 0 0,0 1 0 0 0,-1-1 0 0 0,1 0 0 0 0,0 0 0 0 0,-1 0 0 0 0,0-1 0 0 0,1 1 0 0 0,-1 0 1 0 0,0 0-1 0 0,0 0 0 0 0,0 0 0 0 0,0-1 0 0 0,0 1 0 0 0,-3 2 0 0 0,-2 3 36 0 0,-1 1-1 0 0,-15 11 1 0 0,11-10-29 0 0,1-2-129 0 0,0 0 0 0 0,0 0 0 0 0,-1-1-1 0 0,0 0 1 0 0,-19 7 0 0 0,-6 3-4760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3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 11975 0 0,'0'0'923'0'0,"1"2"-119"0"0,14 59 4119 0 0,3 15 4212 0 0,0-29-6384 0 0,-8-23-2847 0 0,-9-22-362 0 0,1 0 0 0 0,-1 0 0 0 0,0 0 0 0 0,1 0 0 0 0,-1-1 1 0 0,1 1-1 0 0,0-1 0 0 0,3 3 0 0 0</inkml:trace>
  <inkml:trace contextRef="#ctx0" brushRef="#br0" timeOffset="1">16 7 11399 0 0,'0'0'1240'0'0,"2"-6"-1240"0"0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3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7367 0 0,'-11'8'568'0'0,"11"-7"-464"0"0,-1-1-1 0 0,1 1 0 0 0,0-1 1 0 0,0 1-1 0 0,0-1 0 0 0,-1 1 1 0 0,1-1-1 0 0,0 1 0 0 0,0-1 1 0 0,0 1-1 0 0,0-1 1 0 0,0 1-1 0 0,0-1 0 0 0,0 1 1 0 0,0-1-1 0 0,0 1 0 0 0,0 0 1 0 0,0-1-1 0 0,0 1 0 0 0,0-1 1 0 0,0 1-1 0 0,1-1 0 0 0,-1 1 1 0 0,1 0-1 0 0,-1 0 403 0 0,15 75 11596 0 0,-3 0-7850 0 0,9 49-1824 0 0,-5-26-1329 0 0,-12-78-949 0 0,-1-11-55 0 0,-1 1-1 0 0,1 15 0 0 0,-3-24-35 0 0,9 0-99 0 0,-3-5-15 0 0,-1 0 1 0 0,0-1-1 0 0,0 0 0 0 0,0 0 1 0 0,0 0-1 0 0,0 0 1 0 0,-1-1-1 0 0,0 0 1 0 0,6-8-1 0 0,6-7-54 0 0,11-14-40 0 0,-19 23 111 0 0,0 0-1 0 0,0 1 1 0 0,1 0 0 0 0,12-8-1 0 0,-18 15 33 0 0,1 0-1 0 0,-1 1 1 0 0,1 0-1 0 0,0 0 1 0 0,0 0-1 0 0,0 0 1 0 0,0 1-1 0 0,1-1 0 0 0,-1 1 1 0 0,0 0-1 0 0,1 0 1 0 0,-1 1-1 0 0,0-1 1 0 0,1 1-1 0 0,-1 0 1 0 0,7 1-1 0 0,4 3-5 0 0,-10-3 22 0 0,-1 1 1 0 0,1 0-1 0 0,-1 0 0 0 0,0 1 1 0 0,1-1-1 0 0,-1 1 0 0 0,-1 0 0 0 0,1 0 1 0 0,0 0-1 0 0,-1 1 0 0 0,1-1 1 0 0,-1 1-1 0 0,0 0 0 0 0,0 0 0 0 0,4 7 1 0 0,-6-7-1 0 0,1 0 0 0 0,-1 1 0 0 0,0-1 1 0 0,1 0-1 0 0,-2 1 0 0 0,1-1 1 0 0,-1 0-1 0 0,1 1 0 0 0,-1-1 0 0 0,0 1 1 0 0,-1-1-1 0 0,1 1 0 0 0,-1-1 0 0 0,0 0 1 0 0,0 1-1 0 0,0-1 0 0 0,-3 6 0 0 0,0 0 13 0 0,-1-1 0 0 0,0 0 0 0 0,-1 0 0 0 0,0-1-1 0 0,0 1 1 0 0,0-1 0 0 0,-1 0 0 0 0,-9 7-1 0 0,4-4-93 0 0,-1-1 0 0 0,0 0-1 0 0,-1-1 1 0 0,-21 10-1 0 0,29-16-134 0 0,0 0-1 0 0,-1-1 0 0 0,1 1 1 0 0,-1-1-1 0 0,0-1 0 0 0,-8 2 1 0 0,-12-2-4372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7367 0 0,'0'0'568'0'0,"0"2"203"0"0,-6 38 11779 0 0,0 0-6806 0 0,-2 0-4116 0 0,2-16-1173 0 0,1 1 1 0 0,1 0-1 0 0,2 0 0 0 0,-1 36 0 0 0,3-51-425 0 0,1 1 0 0 0,0 0 0 0 0,1 0 0 0 0,0 0 0 0 0,0 0 0 0 0,1-1 0 0 0,1 1 1 0 0,-1-1-1 0 0,2 0 0 0 0,0 0 0 0 0,0 0 0 0 0,11 14 0 0 0,-12-19-33 0 0,0 0-1 0 0,1-1 1 0 0,-1 0-1 0 0,1 0 1 0 0,0 0-1 0 0,0 0 1 0 0,1-1 0 0 0,-1 0-1 0 0,1 0 1 0 0,0-1-1 0 0,0 1 1 0 0,0-1-1 0 0,0 0 1 0 0,0-1 0 0 0,8 2-1 0 0,-5-2-41 0 0,-1-1 0 0 0,1 1 1 0 0,-1-1-1 0 0,0-1 0 0 0,1 0 0 0 0,-1 0 0 0 0,1-1 1 0 0,-1 0-1 0 0,0 0 0 0 0,16-7 0 0 0,-13 4-3 0 0,0-1 1 0 0,-1 0-1 0 0,1 0 0 0 0,-1-1 1 0 0,0-1-1 0 0,-1 0 1 0 0,0 0-1 0 0,0-1 0 0 0,-1 0 1 0 0,8-11-1 0 0,30-48-314 0 0,-40 57 146 0 0,0 0-1 0 0,-1 0 1 0 0,0-1-1 0 0,5-18 1 0 0,-10 29 181 0 0,0 1 0 0 0,0-1 0 0 0,1 0 0 0 0,-1 1 0 0 0,0-1 0 0 0,0 1 0 0 0,0-1-1 0 0,0 1 1 0 0,0-1 0 0 0,0 1 0 0 0,0-1 0 0 0,0 1 0 0 0,0-1 0 0 0,0 0 0 0 0,0 1 0 0 0,0-1 0 0 0,0 1 0 0 0,-1-1 0 0 0,1 1 0 0 0,0-1 0 0 0,0 1-1 0 0,-1-1 1 0 0,1 1 0 0 0,0-1 0 0 0,-1 0 0 0 0,0 1 42 0 0,1 0-1 0 0,-1 0 1 0 0,1 0-1 0 0,-1 0 1 0 0,1 0-1 0 0,-1 0 1 0 0,0 0-1 0 0,1 0 1 0 0,-1 0-1 0 0,1 0 1 0 0,-1 0-1 0 0,1 0 1 0 0,-1 0-1 0 0,0 0 1 0 0,1 0-1 0 0,-1 1 1 0 0,1-1-1 0 0,-2 1 1 0 0,-2 1 173 0 0,1 0 1 0 0,-1 0 0 0 0,0 1-1 0 0,-6 5 1 0 0,6-3 124 0 0,0 1 0 0 0,-1-1 0 0 0,-3 9 0 0 0,-3 3 96 0 0,9-15-361 0 0,0 0 0 0 0,1 1-1 0 0,-1-1 1 0 0,1 1 0 0 0,-1 0 0 0 0,1-1 0 0 0,0 1-1 0 0,0 0 1 0 0,0 0 0 0 0,0 0 0 0 0,0-1-1 0 0,1 1 1 0 0,-1 0 0 0 0,1 0 0 0 0,0 0 0 0 0,0 0-1 0 0,0 0 1 0 0,0 0 0 0 0,0 0 0 0 0,1 0 0 0 0,0 0-1 0 0,-1 0 1 0 0,1 0 0 0 0,1 3 0 0 0,0 0-47 0 0,1 0 0 0 0,0 0 0 0 0,-1 0 1 0 0,2 0-1 0 0,-1-1 0 0 0,1 1 0 0 0,0-1 0 0 0,0 0 1 0 0,0 0-1 0 0,1 0 0 0 0,-1-1 0 0 0,1 0 0 0 0,0 1 1 0 0,1-2-1 0 0,-1 1 0 0 0,1-1 0 0 0,-1 1 0 0 0,1-1 1 0 0,0-1-1 0 0,9 3 0 0 0,28 10-738 0 0,-15-7-2485 0 0,-10-3-6699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11 142 17503 0 0,'-6'-5'1872'0'0,"3"-1"10"0"0,3 8-1194 0 0,-1 23 259 0 0,0 1 1 0 0,2-1 0 0 0,1 0-1 0 0,6 35 1 0 0,0-6-229 0 0,5 38 206 0 0,-12-86-833 0 0,0-1 0 0 0,0 1-1 0 0,3 8 1 0 0,-4-13-91 0 0,1 0 183 0 0,0-1-111 0 0,1 1-72 0 0,0-1 0 0 0,0-1-1 0 0,0 1 1 0 0,0 0 0 0 0,0 0 0 0 0,-1-1-1 0 0,1 1 1 0 0,0-1 0 0 0,0 1-1 0 0,-1-1 1 0 0,1 0 0 0 0,0 0-1 0 0,-1 0 1 0 0,1 0 0 0 0,0 0 0 0 0,-1 0-1 0 0,1 0 1 0 0,-1-1 0 0 0,0 1-1 0 0,0 0 1 0 0,1-1 0 0 0,-1 1-1 0 0,0-1 1 0 0,0 1 0 0 0,1-3 0 0 0,4-7-2 0 0,0 0 0 0 0,7-22 0 0 0,-8 21 0 0 0,25-70-18 0 0,-14 38-21 0 0,41-84-1 0 0,-40 96 21 0 0,10-18-7 0 0,-24 45 25 0 0,1 0 0 0 0,-1 0 0 0 0,1 0 0 0 0,1 1 1 0 0,-1-1-1 0 0,8-5 0 0 0,-11 9 5 0 0,0 0-1 0 0,0 1 1 0 0,0-1 0 0 0,0 1-1 0 0,0-1 1 0 0,0 1 0 0 0,0-1-1 0 0,0 1 1 0 0,1-1 0 0 0,-1 1-1 0 0,0 0 1 0 0,0 0 0 0 0,0 0-1 0 0,0 0 1 0 0,0 0 0 0 0,1 0-1 0 0,-1 0 1 0 0,0 0 0 0 0,0 0-1 0 0,0 0 1 0 0,0 0 0 0 0,2 1 0 0 0,-1 0 10 0 0,0 1 0 0 0,0-1 0 0 0,0 0 0 0 0,0 1 1 0 0,-1-1-1 0 0,1 1 0 0 0,0-1 0 0 0,-1 1 1 0 0,1 0-1 0 0,1 3 0 0 0,3 5 65 0 0,0 0-1 0 0,-1 1 1 0 0,5 17-1 0 0,-8-24-58 0 0,8 26 205 0 0,-2 1-1 0 0,6 41 1 0 0,2 65 354 0 0,-12-94-428 0 0,4 78 310 0 0,-16 226 1 0 0,-25-37-268 0 0,-4 53-165 0 0,36-347-62 0 0,0 29-760 0 0,1-42 615 0 0,0 0 1 0 0,0-1-1 0 0,1 1 1 0 0,-1 0-1 0 0,1-1 1 0 0,-1 1-1 0 0,1 0 1 0 0,0-1-1 0 0,0 1 1 0 0,1-1-1 0 0,-1 1 1 0 0,3 3-1 0 0,5 1-2020 0 0,1-5-498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18343 0 0,'0'0'1660'0'0,"0"1"-1368"0"0,9 92 4968 0 0,-8-70-4664 0 0,1 0 0 0 0,0-1 0 0 0,2 1 0 0 0,1 0 0 0 0,10 31 0 0 0,0-21-1040 0 0,-15-32-476 0 0,8 0-1735 0 0,-8 0 2248 0 0,1-1-1 0 0,0 0 0 0 0,-1 0 0 0 0,1 0 1 0 0,0 0-1 0 0,-1 0 0 0 0,1 0 0 0 0,0 0 1 0 0,-1 0-1 0 0,1 0 0 0 0,0 0 0 0 0,-1 0 1 0 0,1 0-1 0 0,0 0 0 0 0,-1 0 0 0 0,2-1 1 0 0</inkml:trace>
  <inkml:trace contextRef="#ctx0" brushRef="#br0" timeOffset="1">71 0 6911 0 0,'0'0'12608'0'0,"4"10"-12472"0"0,3-4-16 0 0,6 3-1920 0 0,3 0 768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14799 0 0,'0'0'1343'0'0,"0"2"-1104"0"0,0 1 139 0 0,0 1 0 0 0,-1-1 1 0 0,1 1-1 0 0,-1-1 1 0 0,0 0-1 0 0,0 0 1 0 0,0 1-1 0 0,0-1 1 0 0,-1 0-1 0 0,1 0 1 0 0,-1 0-1 0 0,1 0 1 0 0,-5 4-1 0 0,-1 1 2112 0 0,-1 0 1 0 0,-15 13-1 0 0,-9 8-1321 0 0,22-19-781 0 0,0-1 0 0 0,-22 17 0 0 0,25-21-260 0 0,19 0-36 0 0,2-1-101 0 0,1 0-1 0 0,0-1 1 0 0,0-1-1 0 0,24 0 1 0 0,26 5-16 0 0,-61-6 25 0 0,1 0 0 0 0,0 1 0 0 0,0 0 0 0 0,-1 0 0 0 0,1 0 0 0 0,7 5 0 0 0,-10-6 0 0 0,0 0 0 0 0,0 0 0 0 0,-1 1 0 0 0,1-1 0 0 0,-1 0 0 0 0,1 1 0 0 0,-1 0 0 0 0,1-1 0 0 0,-1 1 0 0 0,0 0 0 0 0,0-1 0 0 0,0 1 0 0 0,0 0 0 0 0,0 0 0 0 0,0 0 0 0 0,-1 0 0 0 0,1 0 0 0 0,0 3 0 0 0,-1-3 0 0 0,1-1 0 0 0,-1 1 0 0 0,0-1 0 0 0,0 1 0 0 0,0 0 0 0 0,0-1 0 0 0,-1 1 0 0 0,1-1 0 0 0,0 1 0 0 0,-1-1 0 0 0,1 1 0 0 0,-1 0 0 0 0,1-1 0 0 0,-1 0 0 0 0,0 1 0 0 0,0 1 0 0 0,-2 2 0 0 0,-4 7 12 0 0,0 1 1 0 0,-1-1-1 0 0,0-1 1 0 0,-1 1-1 0 0,-13 13 1 0 0,9-12 5 0 0,2 1-1 0 0,-17 24 1 0 0,27-31-18 0 0,6-8 0 0 0,6-5 0 0 0,-11 6 0 0 0,19-13-16 0 0,0-2 0 0 0,-1 0 0 0 0,23-25 0 0 0,42-60-48 0 0,-62 68 64 0 0,26-57 0 0 0,-42 78 0 0 0,-4 10 0 0 0,-1 1 0 0 0,0 0 0 0 0,0-1 0 0 0,0 1 0 0 0,0-1 0 0 0,1 1 0 0 0,-1 0 0 0 0,0-1 0 0 0,0 1 0 0 0,0-1 0 0 0,0 1 0 0 0,0 0 0 0 0,0-1 0 0 0,0 1 0 0 0,0-1 0 0 0,0 1 0 0 0,0-1 0 0 0,0 1 0 0 0,0 0 0 0 0,-1-1 0 0 0,1 1 0 0 0,0 0 0 0 0,0-1 0 0 0,0 1 0 0 0,0-1 0 0 0,-1 1 0 0 0,1 0 0 0 0,0-1 0 0 0,0 1 0 0 0,-1 0 0 0 0,1-1 0 0 0,-5 1 0 0 0,3 0 4 0 0,0 0 0 0 0,1 0-1 0 0,-1 0 1 0 0,0 0 0 0 0,0 1 0 0 0,0-1-1 0 0,0 1 1 0 0,1-1 0 0 0,-1 1 0 0 0,0-1-1 0 0,1 1 1 0 0,-1 0 0 0 0,0 0 0 0 0,1 0-1 0 0,-1 0 1 0 0,1 0 0 0 0,-3 2 0 0 0,-22 25 89 0 0,24-26-89 0 0,-7 9 14 0 0,1 0-1 0 0,0 1 1 0 0,1 0 0 0 0,0 0-1 0 0,0 0 1 0 0,2 1-1 0 0,-1 0 1 0 0,2 0-1 0 0,0 1 1 0 0,0-1-1 0 0,-1 17 1 0 0,4-26-41 0 0,1 0-1 0 0,0 0 1 0 0,0 0-1 0 0,0 0 1 0 0,1 0 0 0 0,-1 0-1 0 0,1 0 1 0 0,0 0-1 0 0,0 0 1 0 0,0 0 0 0 0,1 0-1 0 0,0-1 1 0 0,-1 1-1 0 0,1 0 1 0 0,0-1 0 0 0,1 0-1 0 0,-1 1 1 0 0,0-1-1 0 0,1 0 1 0 0,0 0 0 0 0,0 0-1 0 0,0-1 1 0 0,0 1-1 0 0,0-1 1 0 0,5 3 0 0 0,-2-2-237 0 0,-1 0 0 0 0,1-1 0 0 0,0 0 0 0 0,-1 0 0 0 0,1-1 0 0 0,0 0 0 0 0,0 0 0 0 0,0 0 1 0 0,0-1-1 0 0,0 0 0 0 0,0 0 0 0 0,0 0 0 0 0,0-1 0 0 0,0 1 0 0 0,0-2 0 0 0,9-2 0 0 0,4-2-2617 0 0,27-14 0 0 0,-27 9 914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5:4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21 8751 0 0,'-3'1'9734'0'0,"-9"4"-2799"0"0,8 3-6402 0 0,0 0-1 0 0,1 0 1 0 0,0 0-1 0 0,1 0 0 0 0,0 1 1 0 0,0-1-1 0 0,0 1 1 0 0,1-1-1 0 0,1 1 0 0 0,0-1 1 0 0,1 13-1 0 0,2 12-409 0 0,11 52-1 0 0,-10-69 140 0 0,-2-6-252 0 0,8 30 74 0 0,4-54-31 0 0,2-10-98 0 0,-1-2-1 0 0,-2 0 1 0 0,15-37 0 0 0,-14 29 2 0 0,30-55 0 0 0,-38 80 18 0 0,-5 6 24 0 0,1 0-1 0 0,0 0 1 0 0,-1 0 0 0 0,1 0-1 0 0,1 0 1 0 0,-1 0 0 0 0,0 1-1 0 0,1-1 1 0 0,-1 1 0 0 0,1-1-1 0 0,0 1 1 0 0,4-2 0 0 0,-6 3 54 0 0,0 1-42 0 0,1 0 1 0 0,-1 0-1 0 0,0 1 0 0 0,1-1 1 0 0,-1 0-1 0 0,1 1 0 0 0,-1-1 1 0 0,0 1-1 0 0,1-1 0 0 0,-1 1 0 0 0,0 0 1 0 0,0-1-1 0 0,0 1 0 0 0,1 0 1 0 0,-1 0-1 0 0,0 0 0 0 0,0 0 1 0 0,0 0-1 0 0,0 0 0 0 0,-1 0 1 0 0,1 0-1 0 0,0 0 0 0 0,0 0 1 0 0,-1 1-1 0 0,1-1 0 0 0,0 3 0 0 0,2 2 29 0 0,0 1 0 0 0,-1 0-1 0 0,3 12 1 0 0,1 14 18 0 0,0 39 0 0 0,-4-45-109 0 0,0-1 0 0 0,2 0-1 0 0,7 30 1 0 0,-9-51-137 0 0,-1 0 0 0 0,1 0 1 0 0,0-1-1 0 0,0 1 0 0 0,1 0 1 0 0,-1 0-1 0 0,4 4 0 0 0,4-1-1261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3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20879 0 0,'0'0'3145'0'0,"0"2"-2674"0"0,4 6 40 0 0,-1 1 1 0 0,-1 0-1 0 0,0 0 0 0 0,2 16 1 0 0,3 12 296 0 0,15 67 166 0 0,0 4-1226 0 0,-17-88-2198 0 0,13 28 0 0 0,-13-38-6273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3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47 17967 0 0,'-7'-3'654'0'0,"1"0"-1"0"0,0-1 1 0 0,-1 0 0 0 0,-7-7-1 0 0,0-4 5764 0 0,14 15-6449 0 0,0-1 0 0 0,0 1-1 0 0,0 0 1 0 0,0 0-1 0 0,0 0 1 0 0,0-1-1 0 0,0 1 1 0 0,0 0 0 0 0,0 0-1 0 0,0 0 1 0 0,0-1-1 0 0,0 1 1 0 0,1 0 0 0 0,-1 0-1 0 0,0 0 1 0 0,0 0-1 0 0,0-1 1 0 0,0 1-1 0 0,0 0 1 0 0,0 0 0 0 0,0 0-1 0 0,0 0 1 0 0,1-1-1 0 0,-1 1 1 0 0,0 0-1 0 0,0 0 1 0 0,0 0 0 0 0,0 0-1 0 0,0 0 1 0 0,1 0-1 0 0,-1 0 1 0 0,0-1 0 0 0,0 1-1 0 0,0 0 1 0 0,0 0-1 0 0,1 0 1 0 0,-1 0-1 0 0,0 0 1 0 0,0 0 0 0 0,0 0-1 0 0,1 0 1 0 0,-1 0-1 0 0,0 0 1 0 0,0 0-1 0 0,0 0 1 0 0,1 0 0 0 0,-1 0-1 0 0,0 0 1 0 0,0 0-1 0 0,1 0 1 0 0,9-1-1100 0 0,-4 1 98 0 0,1 1-1 0 0,0 0 1 0 0,-1 0-1 0 0,1 0 1 0 0,7 4 0 0 0,5 1-5996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4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134 249 8287 0 0,'-1'1'17325'0'0,"-5"4"-16556"0"0,1-1-1 0 0,-1 0 0 0 0,-8 5 1 0 0,-12 7 199 0 0,17-10-898 0 0,1 1 0 0 0,0 0 1 0 0,0 1-1 0 0,1 0 1 0 0,0 0-1 0 0,0 0 0 0 0,0 1 1 0 0,-5 11-1 0 0,10-12-70 0 0,3 1 0 0 0,0-7-8 0 0,0 0 1 0 0,1-1-1 0 0,-1 1 1 0 0,0 0-1 0 0,0-1 0 0 0,1 1 1 0 0,-1-1-1 0 0,1 1 1 0 0,0-1-1 0 0,-1 0 1 0 0,1 0-1 0 0,0 1 0 0 0,0-1 1 0 0,0-1-1 0 0,0 1 1 0 0,-1 0-1 0 0,1 0 0 0 0,0-1 1 0 0,0 1-1 0 0,1-1 1 0 0,1 1-1 0 0,6 0-56 0 0,1 0 0 0 0,-1-1 0 0 0,12-1 0 0 0,-2 0 18 0 0,-2 1 42 0 0,11 0-27 0 0,36 4 0 0 0,-57-3 31 0 0,0 0 0 0 0,0 1 1 0 0,-1 0-1 0 0,1 0 0 0 0,-1 1 1 0 0,0 0-1 0 0,0 0 0 0 0,0 0 1 0 0,12 9-1 0 0,-18-11 14 0 0,1 0 1 0 0,-1 0-1 0 0,1 0 1 0 0,-1 1-1 0 0,0-1 0 0 0,0 0 1 0 0,0 1-1 0 0,0-1 1 0 0,0 0-1 0 0,0 1 0 0 0,0 0 1 0 0,0-1-1 0 0,0 1 1 0 0,-1-1-1 0 0,1 1 0 0 0,-1 0 1 0 0,1 0-1 0 0,-1-1 1 0 0,0 1-1 0 0,1 2 0 0 0,-2-1 22 0 0,1-1-1 0 0,0 1 1 0 0,-1-1-1 0 0,0 1 0 0 0,0-1 1 0 0,0 1-1 0 0,0-1 0 0 0,0 0 1 0 0,0 1-1 0 0,0-1 1 0 0,-1 0-1 0 0,-1 3 0 0 0,-5 3 93 0 0,1 0 0 0 0,-1-1 0 0 0,0 0 0 0 0,-1 0 0 0 0,-12 7-1 0 0,-84 45 364 0 0,33-27-2971 0 0</inkml:trace>
  <inkml:trace contextRef="#ctx0" brushRef="#br0" timeOffset="1">1349 12 11519 0 0,'-1'-1'113'0'0,"0"0"0"0"0,1 0 0 0 0,-1 0 0 0 0,0 0-1 0 0,0 0 1 0 0,0 1 0 0 0,0-1 0 0 0,0 0 0 0 0,0 0-1 0 0,0 1 1 0 0,0-1 0 0 0,0 1 0 0 0,-1-1 0 0 0,1 1-1 0 0,-1-1 1 0 0,0 1 346 0 0,1 0 0 0 0,0 0-1 0 0,0 0 1 0 0,0 1 0 0 0,0-1-1 0 0,-1 0 1 0 0,1 0 0 0 0,0 1 0 0 0,0-1-1 0 0,0 1 1 0 0,0-1 0 0 0,0 1-1 0 0,0-1 1 0 0,0 1 0 0 0,0 0-1 0 0,0-1 1 0 0,0 1 0 0 0,0 0 0 0 0,0 0-1 0 0,-1 2 1 0 0,-1 0 889 0 0,0 1-1 0 0,1 0 1 0 0,-1 0 0 0 0,1 0 0 0 0,-2 6-1 0 0,-3 9-2291 0 0,4 3 1170 0 0,0 1 0 0 0,1 0 0 0 0,3 39 0 0 0,3-11-228 0 0,3-1 0 0 0,2-1 0 0 0,16 54 0 0 0,-1-8-541 0 0,-20-77-809 0 0,-1-1 0 0 0,0 1-1 0 0,0 24 1 0 0,-3-31-1337 0 0,1-4-2752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12439 0 0,'0'0'958'0'0,"1"1"-198"0"0,3 2 614 0 0,-1 0 0 0 0,1-1 1 0 0,0 0-1 0 0,1 0 1 0 0,-1 0-1 0 0,9 3 0 0 0,-4-3-194 0 0,0 0-1 0 0,17 1 0 0 0,-5-3-695 0 0,0 0 0 0 0,27-4 0 0 0,-22-1-47 0 0,1 0 0 0 0,39-14 0 0 0,49-26-401 0 0,-111 44-44 0 0,68-32 13 0 0,-42 19 11 0 0,0 1 0 0 0,50-15 0 0 0,-77 27-8 0 0,1 0 1 0 0,-1 1-1 0 0,1-1 0 0 0,-1 1 0 0 0,1-1 1 0 0,-1 1-1 0 0,1 1 0 0 0,0-1 0 0 0,-1 0 1 0 0,1 1-1 0 0,-1-1 0 0 0,1 1 1 0 0,-1 0-1 0 0,7 3 0 0 0,-7-2 3 0 0,-1 0-1 0 0,1 0 1 0 0,0 0-1 0 0,-1 0 1 0 0,0 0 0 0 0,1 0-1 0 0,-1 1 1 0 0,0-1-1 0 0,0 1 1 0 0,-1 0 0 0 0,1 0-1 0 0,0-1 1 0 0,-1 1-1 0 0,0 0 1 0 0,0 0-1 0 0,2 6 1 0 0,2 14 151 0 0,-1 0 0 0 0,0 1 0 0 0,-1 34-1 0 0,-2-33 23 0 0,1 0 0 0 0,10 49 0 0 0,-7-53-161 0 0,-4-14-17 0 0,1 1-1 0 0,0-1 1 0 0,0 0 0 0 0,0 1 0 0 0,1-1-1 0 0,1 0 1 0 0,5 9 0 0 0,-8-15-22 0 0,0 1-1 0 0,0-1 1 0 0,0 0 0 0 0,0 1-1 0 0,1-1 1 0 0,-1 0 0 0 0,0 0-1 0 0,1 0 1 0 0,-1 0-1 0 0,1 0 1 0 0,-1 0 0 0 0,1 0-1 0 0,0-1 1 0 0,-1 1 0 0 0,1-1-1 0 0,0 1 1 0 0,-1-1 0 0 0,1 1-1 0 0,0-1 1 0 0,0 0 0 0 0,0 0-1 0 0,-1 0 1 0 0,1 0-1 0 0,0 0 1 0 0,0 0 0 0 0,-1-1-1 0 0,1 1 1 0 0,0 0 0 0 0,-1-1-1 0 0,1 0 1 0 0,0 1 0 0 0,-1-1-1 0 0,1 0 1 0 0,0 0 0 0 0,-1 0-1 0 0,0 0 1 0 0,4-2-1 0 0,1-2-36 0 0,1-1-1 0 0,-1 0 1 0 0,0-1-1 0 0,-1 1 1 0 0,0-1 0 0 0,6-9-1 0 0,5-12-168 0 0,-2 0-1 0 0,12-34 1 0 0,-5 12-183 0 0,-13 29 96 0 0,-7 19 205 0 0,-6 23 254 0 0,-1 3 153 0 0,1 0 0 0 0,1 0 1 0 0,-1 45-1 0 0,6-61-249 0 0,-1-1 0 0 0,1 1 0 0 0,0-1 0 0 0,1 1 1 0 0,0-1-1 0 0,0 0 0 0 0,4 10 0 0 0,-4-13-44 0 0,0 0-1 0 0,1 0 0 0 0,-1 0 0 0 0,1-1 0 0 0,0 1 0 0 0,0-1 1 0 0,0 1-1 0 0,0-1 0 0 0,1 0 0 0 0,-1 0 0 0 0,1 0 1 0 0,0-1-1 0 0,4 3 0 0 0,-2-2-12 0 0,0-1-1 0 0,-1 0 1 0 0,1 0 0 0 0,0 0-1 0 0,0-1 1 0 0,0 0-1 0 0,0 0 1 0 0,0-1 0 0 0,1 0-1 0 0,-1 0 1 0 0,0 0 0 0 0,0 0-1 0 0,0-1 1 0 0,0 0 0 0 0,7-3-1 0 0,0 0-12 0 0,0 0 0 0 0,0-1 0 0 0,0-1 0 0 0,-1 0-1 0 0,20-14 1 0 0,-19 9-18 0 0,0 0-1 0 0,-1-1 0 0 0,0-1 0 0 0,0 1 0 0 0,-2-2 0 0 0,0 0 1 0 0,10-17-1 0 0,-18 28 31 0 0,0 0 1 0 0,-1 0-1 0 0,1 0 0 0 0,-1-1 1 0 0,3-6-1 0 0,-4 10 3 0 0,0-1-1 0 0,0 1 1 0 0,0 0-1 0 0,0-1 0 0 0,1 1 1 0 0,-1 0-1 0 0,0-1 1 0 0,0 1-1 0 0,0 0 0 0 0,0-1 1 0 0,0 1-1 0 0,0-1 1 0 0,0 1-1 0 0,0 0 0 0 0,0-1 1 0 0,0 1-1 0 0,0 0 1 0 0,0-1-1 0 0,0 1 0 0 0,-1 0 1 0 0,1-1-1 0 0,0 1 0 0 0,0 0 1 0 0,0-1-1 0 0,0 1 1 0 0,-1 0-1 0 0,1-1 0 0 0,0 1 1 0 0,0 0-1 0 0,-1-1 1 0 0,1 1-1 0 0,0 0 0 0 0,-5 0 25 0 0,2 1 7 0 0,-1-1 1 0 0,1 1-1 0 0,0 0 1 0 0,-1 0-1 0 0,1 0 1 0 0,0 0-1 0 0,0 1 1 0 0,0-1 0 0 0,0 1-1 0 0,0 0 1 0 0,1 0-1 0 0,-1 0 1 0 0,1 0-1 0 0,-1 0 1 0 0,1 1-1 0 0,-1-1 1 0 0,-2 6-1 0 0,-4 4 142 0 0,0 0 0 0 0,-10 22 0 0 0,17-30-175 0 0,0 0 0 0 0,0 1-1 0 0,0 0 1 0 0,0-1 0 0 0,1 1 0 0 0,-1 0-1 0 0,1 0 1 0 0,1 0 0 0 0,-1 0 0 0 0,1 0-1 0 0,0 7 1 0 0,0-8-11 0 0,1 0 1 0 0,0 1-1 0 0,0-1 0 0 0,1 0 1 0 0,-1 0-1 0 0,1-1 0 0 0,0 1 1 0 0,0 0-1 0 0,0 0 0 0 0,0-1 1 0 0,1 0-1 0 0,0 1 0 0 0,-1-1 1 0 0,5 3-1 0 0,-1 0-224 0 0,1-1 0 0 0,1 0 1 0 0,-1-1-1 0 0,1 1 0 0 0,0-1 0 0 0,0-1 0 0 0,0 0 1 0 0,0 0-1 0 0,0 0 0 0 0,15 2 0 0 0,14 3-1398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1 738 13823 0 0,'2'-1'3630'0'0,"3"-3"-2499"0"0,1-1 0 0 0,-1 1 0 0 0,0-1 0 0 0,-1 0-1 0 0,1 0 1 0 0,-1 0 0 0 0,7-12 0 0 0,2-1-612 0 0,0 1 0 0 0,29-28-1 0 0,-22 25-456 0 0,17-24 0 0 0,-25 28-156 0 0,-1 0 0 0 0,0-1 0 0 0,-1-1-1 0 0,-1 0 1 0 0,0 0 0 0 0,-2 0 0 0 0,0-1-1 0 0,-1-1 1 0 0,4-22 0 0 0,-10 39 6 0 0,1 0 0 0 0,-1 1 0 0 0,0-1 1 0 0,0 0-1 0 0,0 0 0 0 0,0 1 0 0 0,-1-1 0 0 0,1 0 1 0 0,-2-5-1 0 0,1 8 72 0 0,1-1 0 0 0,0 1 1 0 0,-1-1-1 0 0,1 1 0 0 0,0-1 0 0 0,-1 0 1 0 0,1 1-1 0 0,-1-1 0 0 0,1 1 1 0 0,-1 0-1 0 0,1-1 0 0 0,-1 1 0 0 0,1-1 1 0 0,-1 1-1 0 0,1 0 0 0 0,-1-1 1 0 0,0 1-1 0 0,1 0 0 0 0,-1 0 0 0 0,1-1 1 0 0,-1 1-1 0 0,0 0 0 0 0,1 0 1 0 0,-1 0-1 0 0,0 0 0 0 0,1 0 0 0 0,-1 0 1 0 0,0 0-1 0 0,1 0 0 0 0,-1 0 1 0 0,0 0-1 0 0,1 0 0 0 0,-1 0 0 0 0,1 1 1 0 0,-1-1-1 0 0,0 0 0 0 0,1 0 1 0 0,-1 1-1 0 0,1-1 0 0 0,-1 0 0 0 0,0 1 1 0 0,1-1-1 0 0,-1 1 0 0 0,0 0 0 0 0,-11 7-8 0 0,0 1-1 0 0,0 0 1 0 0,1 1-1 0 0,0 1 1 0 0,1 0-1 0 0,0 0 1 0 0,-16 24-1 0 0,15-18 104 0 0,1 0-1 0 0,1 1 1 0 0,0 0-1 0 0,2 0 1 0 0,-9 27-1 0 0,14-35-40 0 0,0 1-1 0 0,0-1 0 0 0,1 0 1 0 0,0 0-1 0 0,1 0 1 0 0,0 1-1 0 0,0-1 0 0 0,1 0 1 0 0,1 0-1 0 0,2 12 1 0 0,-3-18-49 0 0,1 1 1 0 0,-1-1-1 0 0,1 1 1 0 0,0-1-1 0 0,0 0 1 0 0,1 0 0 0 0,-1 0-1 0 0,1 0 1 0 0,0 0-1 0 0,0-1 1 0 0,0 1-1 0 0,0-1 1 0 0,1 0 0 0 0,-1 0-1 0 0,1 0 1 0 0,0 0-1 0 0,0-1 1 0 0,0 1-1 0 0,0-1 1 0 0,0 0-1 0 0,1 0 1 0 0,-1-1 0 0 0,1 1-1 0 0,5 0 1 0 0,-3-1-41 0 0,0 0 0 0 0,0-1 0 0 0,0 0 0 0 0,0 0 0 0 0,0-1 0 0 0,0 0 0 0 0,0 0 0 0 0,11-4 0 0 0,-2 0-220 0 0,0-1 1 0 0,23-12-1 0 0,-23 8 107 0 0,1-1-1 0 0,-1 0 0 0 0,-1-1 1 0 0,0 0-1 0 0,19-22 0 0 0,-13 9-113 0 0,0 0-1 0 0,26-43 0 0 0,-28 34 195 0 0,-1 0 0 0 0,-1-2 0 0 0,-2 0 0 0 0,-2-1 0 0 0,-1 0 0 0 0,-2-1 0 0 0,10-69 0 0 0,-18 91 285 0 0,-1 0 0 0 0,-2-21 0 0 0,1 32-50 0 0,0 0 0 0 0,-1 0-1 0 0,0 0 1 0 0,0 0-1 0 0,0 0 1 0 0,-1 0 0 0 0,0 1-1 0 0,0-1 1 0 0,0 0 0 0 0,0 1-1 0 0,-5-8 1 0 0,6 12-92 0 0,1-1 1 0 0,-1 0-1 0 0,0 1 0 0 0,1-1 1 0 0,-1 0-1 0 0,0 1 1 0 0,0-1-1 0 0,1 1 1 0 0,-1-1-1 0 0,0 1 0 0 0,0-1 1 0 0,0 1-1 0 0,0 0 1 0 0,1-1-1 0 0,-1 1 0 0 0,0 0 1 0 0,0 0-1 0 0,0-1 1 0 0,0 1-1 0 0,0 0 1 0 0,0 0-1 0 0,0 0 0 0 0,-1 0 1 0 0,0 1 27 0 0,0-1-1 0 0,1 1 1 0 0,-1 0 0 0 0,0 0 0 0 0,1-1-1 0 0,-1 1 1 0 0,1 0 0 0 0,-1 0-1 0 0,1 0 1 0 0,-1 1 0 0 0,-1 1 0 0 0,-1 2 124 0 0,-1 0 1 0 0,1 0 0 0 0,0 1 0 0 0,0-1-1 0 0,-4 11 1 0 0,-1 6 17 0 0,1 0 0 0 0,1 0 0 0 0,1 1-1 0 0,2 0 1 0 0,0 0 0 0 0,-2 32 0 0 0,5 3-28 0 0,7 82 0 0 0,0-73-239 0 0,4-1 1 0 0,2 0-1 0 0,35 109 0 0 0,-46-170-336 0 0,7 13 136 0 0,-3-12-2204 0 0,3-8-3649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5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12439 0 0,'-8'1'14180'0'0,"3"15"-12949"0"0,2 9-339 0 0,2-1 1 0 0,1 46 0 0 0,1-23-619 0 0,1 76-287 0 0,6 0 1 0 0,40 206-1 0 0,-45-316-774 0 0,4 25-573 0 0,-8-15-5355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6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10135 0 0,'2'0'7756'0'0,"78"-17"2623"0"0,111-9-8063 0 0,-173 24-2259 0 0,0 1 0 0 0,0 0 1 0 0,0 1-1 0 0,0 1 1 0 0,0 1-1 0 0,22 5 0 0 0,-33-5-49 0 0,1 0 0 0 0,-1 1 0 0 0,0 0 0 0 0,0 0 0 0 0,0 1 0 0 0,0-1 0 0 0,0 2 0 0 0,-1-1 0 0 0,0 1 0 0 0,0-1 0 0 0,0 2 0 0 0,-1-1 0 0 0,1 1 0 0 0,-1 0 0 0 0,-1 0 0 0 0,9 13 0 0 0,-1 5-4 0 0,-1 0 1 0 0,-1 1-1 0 0,-2 0 1 0 0,0 0-1 0 0,5 31 1 0 0,-12-41-258 0 0,0-8-4873 0 0</inkml:trace>
  <inkml:trace contextRef="#ctx0" brushRef="#br0" timeOffset="1">607 49 17503 0 0,'-4'-8'1560'0'0,"1"0"-1248"0"0,0 0-248 0 0,3 0-64 0 0,3 2 2880 0 0,-3-1 848 0 0,10 4-3488 0 0,1 3-48 0 0,2 0 0 0 0,3 3-696 0 0,4 4-136 0 0,1-1-24 0 0,3 2-8 0 0,2 0-1280 0 0,3 2-264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6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288 127 17335 0 0,'0'0'1572'0'0,"-2"1"-1294"0"0,-6 3 257 0 0,-5 2 1457 0 0,1 1 0 0 0,0 0-1 0 0,-21 16 1 0 0,13-6-1074 0 0,-67 60 1234 0 0,71-61-1954 0 0,1 0 0 0 0,1 1 1 0 0,-15 22-1 0 0,25-33-171 0 0,1 0 0 0 0,0 0 0 0 0,0 0 0 0 0,0 0 0 0 0,1 1 0 0 0,-1-1 0 0 0,2 1 1 0 0,-3 11-1 0 0,4-16-43 0 0,0 0 0 0 0,0 0-1 0 0,0 0 1 0 0,0 0 0 0 0,0 0 0 0 0,0 0 0 0 0,1 0 0 0 0,-1 0 0 0 0,1 0 0 0 0,-1 0 0 0 0,1 0 0 0 0,0 0 0 0 0,0 0 0 0 0,0 0-1 0 0,0-1 1 0 0,0 1 0 0 0,0 0 0 0 0,1-1 0 0 0,-1 1 0 0 0,1-1 0 0 0,-1 1 0 0 0,1-1 0 0 0,-1 0 0 0 0,1 1 0 0 0,0-1 0 0 0,-1 0 0 0 0,1 0-1 0 0,0 0 1 0 0,0 0 0 0 0,0-1 0 0 0,0 1 0 0 0,2 0 0 0 0,3 1-96 0 0,-1-1-1 0 0,1 0 0 0 0,-1-1 1 0 0,1 0-1 0 0,-1 0 1 0 0,1 0-1 0 0,0 0 1 0 0,-1-1-1 0 0,1 0 1 0 0,11-4-1 0 0,-2-1-151 0 0,0 1-1 0 0,0-2 1 0 0,15-9-1 0 0,-19 9 135 0 0,-1 0 1 0 0,-1-1-1 0 0,0-1 0 0 0,0 1 1 0 0,13-16-1 0 0,39-54-50 0 0,-47 58 202 0 0,10-22 37 0 0,-13 20 1562 0 0,-6 44-574 0 0,-2 18-521 0 0,-3-24-447 0 0,1 0 1 0 0,0 0 0 0 0,1 0-1 0 0,7 20 1 0 0,-5-23-70 0 0,-2-1-48 0 0,2 0 0 0 0,0-1 0 0 0,0 1 0 0 0,1-1 0 0 0,9 14 0 0 0,-14-24-157 0 0,0 0 1 0 0,-1 0-1 0 0,1-1 0 0 0,0 1 0 0 0,-1 0 0 0 0,1 0 0 0 0,0-1 0 0 0,0 1 0 0 0,0 0 0 0 0,0-1 1 0 0,0 1-1 0 0,0-1 0 0 0,0 1 0 0 0,0-1 0 0 0,0 1 0 0 0,0-1 0 0 0,0 0 0 0 0,0 0 1 0 0,0 1-1 0 0,0-1 0 0 0,0 0 0 0 0,0 0 0 0 0,0 0 0 0 0,0 0 0 0 0,0 0 0 0 0,0-1 0 0 0,0 1 1 0 0,0 0-1 0 0,0 0 0 0 0,0-1 0 0 0,0 1 0 0 0,0 0 0 0 0,0-1 0 0 0,0 1 0 0 0,1-2 0 0 0,7-4-1790 0 0</inkml:trace>
  <inkml:trace contextRef="#ctx0" brushRef="#br0" timeOffset="1">529 1 13823 0 0,'0'0'12032'0'0,"-1"10"-12032"0"0,1-1 0 0 0,3 4-80 0 0,0 4-1056 0 0,4 0-208 0 0,-1 0-48 0 0,4 0-4632 0 0,1 5-928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95 134 3223 0 0,'1'-1'240'0'0,"28"-19"2642"0"0,-18 10-115 0 0,-1 1 0 0 0,1-2 1 0 0,-2 1-1 0 0,1-1 1 0 0,7-13-1 0 0,5-13 1811 0 0,-33 41-3714 0 0,-3 5-582 0 0,0 0 1 0 0,1 2-1 0 0,0-1 0 0 0,1 2 0 0 0,0 0 1 0 0,-13 17-1 0 0,7-8-63 0 0,0 1 0 0 0,-19 32 0 0 0,34-48-200 0 0,-1 0 1 0 0,1 1 0 0 0,0-1-1 0 0,0 1 1 0 0,0 0 0 0 0,1 0 0 0 0,1 0-1 0 0,-1 0 1 0 0,1 0 0 0 0,0 0-1 0 0,0 0 1 0 0,1 1 0 0 0,0-1-1 0 0,2 12 1 0 0,-2-16-30 0 0,1-1 1 0 0,0 1-1 0 0,0-1 0 0 0,-1 1 0 0 0,2-1 1 0 0,-1 1-1 0 0,0-1 0 0 0,1 0 0 0 0,-1 1 1 0 0,1-1-1 0 0,-1 0 0 0 0,1 0 0 0 0,0 0 1 0 0,0 0-1 0 0,0-1 0 0 0,0 1 0 0 0,3 1 1 0 0,-1-1-57 0 0,0 0 1 0 0,0 0-1 0 0,0 0 1 0 0,0-1 0 0 0,0 0-1 0 0,0 0 1 0 0,1 0 0 0 0,-1 0-1 0 0,8 0 1 0 0,-2-1-127 0 0,0-1 0 0 0,0 0 0 0 0,-1 0 0 0 0,1-1 0 0 0,-1 0 0 0 0,1-1 0 0 0,-1 0 0 0 0,0 0 0 0 0,10-6 0 0 0,-5 1-43 0 0,-2 0 0 0 0,1-1 1 0 0,-1 0-1 0 0,0-1 0 0 0,-1-1 1 0 0,0 1-1 0 0,-1-2 0 0 0,0 0 1 0 0,-1 0-1 0 0,0 0 0 0 0,-1-1 1 0 0,-1-1-1 0 0,0 1 0 0 0,10-30 1 0 0,-10 24 754 0 0,6-41 3021 0 0,-14 62-3136 0 0,-2 13-294 0 0,-1 1-1 0 0,2 0 1 0 0,0 0-1 0 0,1 0 1 0 0,1 0-1 0 0,0 0 1 0 0,1 0-1 0 0,1 0 1 0 0,1 0-1 0 0,0 0 1 0 0,1-1-1 0 0,0 1 1 0 0,10 20-1 0 0,-12-31-111 0 0,0-2 0 0 0,-1 0 0 0 0,1 0-1 0 0,0 0 1 0 0,0 0 0 0 0,0 0 0 0 0,0 0-1 0 0,1 0 1 0 0,4 3 0 0 0,-7-5-7 0 0,1-1 1 0 0,-1 1-1 0 0,1-1 1 0 0,0 0-1 0 0,-1 1 1 0 0,1-1-1 0 0,0 0 1 0 0,-1 1-1 0 0,1-1 0 0 0,0 0 1 0 0,0 0-1 0 0,-1 0 1 0 0,1 0-1 0 0,0 0 1 0 0,0 0-1 0 0,-1 0 0 0 0,1 0 1 0 0,0 0-1 0 0,0 0 1 0 0,-1 0-1 0 0,1 0 1 0 0,0 0-1 0 0,-1-1 1 0 0,1 1-1 0 0,0 0 0 0 0,0 0 1 0 0,-1-1-1 0 0,1 1 1 0 0,-1-1-1 0 0,1 1 1 0 0,0-1-1 0 0,17-16-66 0 0,-8 1 49 0 0,0 0 1 0 0,7-20-1 0 0,11-16 10 0 0,-4 12-142 0 0,1 1 0 0 0,2 2 1 0 0,42-46-1 0 0,-69 83 159 0 0,1 0 1 0 0,-1-1-1 0 0,0 1 0 0 0,1-1 1 0 0,-1 1-1 0 0,0 0 0 0 0,1-1 1 0 0,-1 1-1 0 0,1 0 0 0 0,-1 0 1 0 0,0-1-1 0 0,1 1 1 0 0,-1 0-1 0 0,1 0 0 0 0,-1 0 1 0 0,1-1-1 0 0,-1 1 0 0 0,1 0 1 0 0,-1 0-1 0 0,1 0 0 0 0,-1 0 1 0 0,1 0-1 0 0,-1 0 0 0 0,1 0 1 0 0,-1 0-1 0 0,1 0 0 0 0,-1 0 1 0 0,1 0-1 0 0,-1 0 0 0 0,0 1 1 0 0,1-1-1 0 0,-1 0 0 0 0,1 0 1 0 0,-1 0-1 0 0,1 1 0 0 0,-1-1 1 0 0,1 0-1 0 0,-1 1 0 0 0,0-1 1 0 0,1 0-1 0 0,-1 1 0 0 0,0-1 1 0 0,1 0-1 0 0,-1 1 1 0 0,0-1-1 0 0,1 1 0 0 0,-1-1 1 0 0,0 0-1 0 0,0 1 0 0 0,0-1 1 0 0,1 1-1 0 0,-1 0 16 0 0,2 3 38 0 0,0 0 0 0 0,0 0 0 0 0,-1 1 0 0 0,1-1 0 0 0,-1 0 0 0 0,0 1 0 0 0,1 6 0 0 0,1 35 307 0 0,-3-35-297 0 0,0-5-58 0 0,5 69 136 0 0,-4-64-199 0 0,1 0 0 0 0,1-1 0 0 0,0 1-1 0 0,7 18 1 0 0,-8-26-219 0 0,0 1 0 0 0,0-1 0 0 0,1 1 0 0 0,0-1 0 0 0,-1 0 0 0 0,1 0 0 0 0,0 0-1 0 0,1-1 1 0 0,-1 1 0 0 0,0-1 0 0 0,1 0 0 0 0,0 0 0 0 0,-1 0 0 0 0,1 0 0 0 0,0 0-1 0 0,0-1 1 0 0,0 0 0 0 0,0 0 0 0 0,0 0 0 0 0,0 0 0 0 0,8 0 0 0 0,12 0-2305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67 5063 0 0,'2'-3'106'0'0,"0"0"-1"0"0,0 0 0 0 0,0 0 1 0 0,0 0-1 0 0,-1 0 0 0 0,1-1 0 0 0,-1 1 1 0 0,1-5-1 0 0,1-11 4327 0 0,-7 7 6255 0 0,2 10-9923 0 0,-3 3 2824 0 0,-6 5-2494 0 0,10-6-651 0 0,-11 8 807 0 0,6-4-950 0 0,-1 0 0 0 0,1 0 0 0 0,0 1 1 0 0,0 0-1 0 0,-5 6 0 0 0,-2 2 66 0 0,-2 4-1 0 0,-22 29 0 0 0,34-41-347 0 0,-1 0 0 0 0,2 1 0 0 0,-1-1 1 0 0,0 0-1 0 0,1 1 0 0 0,0-1 0 0 0,0 1 0 0 0,1 0 0 0 0,0-1 0 0 0,0 1 0 0 0,-1 8 0 0 0,4-1-18 0 0,2-1-16 0 0,-3-9-15 0 0,1 0 0 0 0,0 0 0 0 0,0-1-1 0 0,0 1 1 0 0,0 0 0 0 0,0-1 0 0 0,1 0 0 0 0,-1 1 0 0 0,1-1 0 0 0,0 0-1 0 0,0 0 1 0 0,-1-1 0 0 0,1 1 0 0 0,0-1 0 0 0,6 3 0 0 0,-4-3-55 0 0,1 1 1 0 0,0-1 0 0 0,0 0 0 0 0,0-1-1 0 0,-1 1 1 0 0,1-1 0 0 0,0 0 0 0 0,8-2-1 0 0,2-1-251 0 0,0 0 1 0 0,0-2-1 0 0,0 0 0 0 0,-1 0 0 0 0,24-14 0 0 0,-21 9-35 0 0,0-1 0 0 0,0-2 0 0 0,-2 0 0 0 0,0 0 0 0 0,0-1-1 0 0,-1-1 1 0 0,17-23 0 0 0,-17 14 260 0 0,-15 24 119 0 0,1-1 1 0 0,-1 1-1 0 0,0-1 0 0 0,1 1 1 0 0,-1-1-1 0 0,0 1 0 0 0,0-1 1 0 0,1 1-1 0 0,-1-1 0 0 0,0 1 1 0 0,0-1-1 0 0,0 1 0 0 0,0-1 1 0 0,0 1-1 0 0,0-1 0 0 0,0 1 1 0 0,0-1-1 0 0,0 0 0 0 0,0 1 1 0 0,0-1-1 0 0,0 1 0 0 0,0-1 1 0 0,0 1-1 0 0,0-1 0 0 0,-1 0 1 0 0,1 1 33 0 0,0 0 0 0 0,-1 0 1 0 0,1 0-1 0 0,0 0 0 0 0,0-1 1 0 0,-1 1-1 0 0,1 0 0 0 0,0 0 1 0 0,0 0-1 0 0,-1 0 0 0 0,1 0 1 0 0,0 0-1 0 0,0 0 0 0 0,-1 0 1 0 0,1 0-1 0 0,0 0 0 0 0,0 0 1 0 0,-1 0-1 0 0,1 0 0 0 0,0 0 1 0 0,0 0-1 0 0,-1 0 0 0 0,1 1 1 0 0,0-1-1 0 0,0 0 0 0 0,-1 0 1 0 0,-4 4 129 0 0,0 0 1 0 0,0 0-1 0 0,0 0 1 0 0,0 1-1 0 0,1-1 0 0 0,0 1 1 0 0,-6 9-1 0 0,8-11-134 0 0,0 0-1 0 0,1 0 0 0 0,-1 0 1 0 0,1 0-1 0 0,0 1 0 0 0,0-1 1 0 0,0 0-1 0 0,0 1 0 0 0,1-1 1 0 0,-1 0-1 0 0,1 1 0 0 0,0-1 1 0 0,0 0-1 0 0,0 1 0 0 0,0-1 1 0 0,2 7-1 0 0,3 1 44 0 0,-2-7-98 0 0,1 0-1 0 0,-1-1 1 0 0,1 1-1 0 0,0-1 1 0 0,0 0-1 0 0,0 0 1 0 0,0 0-1 0 0,1-1 1 0 0,-1 0-1 0 0,1 1 1 0 0,0-2-1 0 0,-1 1 1 0 0,1 0-1 0 0,0-1 1 0 0,0 0-1 0 0,0 0 1 0 0,0-1-1 0 0,8 1 1 0 0,2-1-115 0 0,0 0 0 0 0,0-1 0 0 0,0-1 0 0 0,29-7 0 0 0,-29 5 59 0 0,1-1 1 0 0,-2-1-1 0 0,1 0 0 0 0,0-1 1 0 0,-1 0-1 0 0,0-1 0 0 0,17-14 0 0 0,-22 15 174 0 0,-1 0-1 0 0,0-1 0 0 0,0 0 0 0 0,-1 0 0 0 0,0-1 0 0 0,0 0 0 0 0,-1 0 1 0 0,0 0-1 0 0,-1-1 0 0 0,0 0 0 0 0,6-16 1967 0 0,-12 28-1732 0 0,-6 20 209 0 0,-5 20-31 0 0,-27 131 180 0 0,25-90-560 0 0,-4 103 0 0 0,18-15-1029 0 0,0-167 754 0 0,1 0 1 0 0,-1-1 0 0 0,1 1-1 0 0,0 0 1 0 0,0-1 0 0 0,2 7-1 0 0,6 2-2355 0 0,-8-12 1832 0 0,0 1 1 0 0,0 0 0 0 0,0-1-1 0 0,0 1 1 0 0,0-1-1 0 0,1 1 1 0 0,-1-1-1 0 0,0 0 1 0 0,0 1 0 0 0,0-1-1 0 0,2 0 1 0 0,10 0-7918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157 563 10591 0 0,'0'0'819'0'0,"-1"-8"-502"0"0,1-21 6966 0 0,1 7 887 0 0,-2 8-5771 0 0,1 13-1959 0 0,-12-13 612 0 0,11 13-1042 0 0,0 1 0 0 0,0 0 0 0 0,1 0-1 0 0,-1 0 1 0 0,0 0 0 0 0,0 0 0 0 0,0 1 0 0 0,0-1 0 0 0,0 0 0 0 0,1 0 0 0 0,-1 0-1 0 0,0 1 1 0 0,0-1 0 0 0,0 0 0 0 0,1 1 0 0 0,-1-1 0 0 0,0 1 0 0 0,1-1-1 0 0,-1 1 1 0 0,-1 0 0 0 0,-13 16-95 0 0,7-7 74 0 0,-6 4-99 0 0,0 1 1 0 0,2 1 0 0 0,-17 25-1 0 0,22-29-104 0 0,1-1 0 0 0,0 1-1 0 0,-6 21 1 0 0,12-32 150 0 0,-1 0 0 0 0,1 1 0 0 0,-1-1 0 0 0,1 1 0 0 0,0-1-1 0 0,0 0 1 0 0,0 1 0 0 0,0-1 0 0 0,0 1 0 0 0,0-1 0 0 0,0 1 0 0 0,0-1 0 0 0,0 0 0 0 0,1 1 0 0 0,-1-1-1 0 0,0 0 1 0 0,1 1 0 0 0,-1-1 0 0 0,1 0 0 0 0,0 1 0 0 0,1 1 0 0 0,-1-2-15 0 0,0-1 1 0 0,0 1-1 0 0,0 0 0 0 0,0 0 1 0 0,0-1-1 0 0,1 1 0 0 0,-1 0 1 0 0,0-1-1 0 0,1 1 1 0 0,-1-1-1 0 0,0 0 0 0 0,1 1 1 0 0,-1-1-1 0 0,0 0 0 0 0,1 0 1 0 0,-1 0-1 0 0,1 0 1 0 0,-1 0-1 0 0,0 0 0 0 0,1 0 1 0 0,-1-1-1 0 0,3 0 0 0 0,2-1-100 0 0,1 0-1 0 0,-1-1 0 0 0,0 0 1 0 0,-1 0-1 0 0,1 0 0 0 0,0-1 0 0 0,-1 1 1 0 0,5-6-1 0 0,3-2-393 0 0,21-24-1 0 0,-16 13-58 0 0,-17 19 1808 0 0,0 5-1097 0 0,1 0 0 0 0,-1 0 0 0 0,0-1 0 0 0,1 1 0 0 0,0 0 0 0 0,-1 0 0 0 0,1-1 0 0 0,4 3 0 0 0,-5-3-43 0 0,4 3 16 0 0,0-1-1 0 0,1 0 0 0 0,0 0 1 0 0,-1 0-1 0 0,1-1 1 0 0,0 1-1 0 0,1-1 0 0 0,-1-1 1 0 0,0 1-1 0 0,0-1 0 0 0,1 0 1 0 0,-1-1-1 0 0,7 0 1 0 0,8 0 40 0 0,0-2 0 0 0,35-6 0 0 0,-37 2-50 0 0,0 0-1 0 0,-1-2 1 0 0,1 0-1 0 0,-2 0 1 0 0,20-14-1 0 0,-23 13-6 0 0,0-1 0 0 0,-1 0 0 0 0,0-1 0 0 0,-1 0-1 0 0,-1-1 1 0 0,1-1 0 0 0,9-14 0 0 0,2-7-10 0 0,33-62 1 0 0,-44 73-118 0 0,-1-1 0 0 0,-1-1 1 0 0,12-48-1 0 0,-19 59 69 0 0,0 1 1 0 0,-1-1 0 0 0,-1 1-1 0 0,0-1 1 0 0,-1 0 0 0 0,-1 1-1 0 0,0-1 1 0 0,0 0-1 0 0,-6-17 1 0 0,6 28 70 0 0,0 0 1 0 0,0-1-1 0 0,-1 1 0 0 0,1 0 0 0 0,-1 0 0 0 0,0 0 1 0 0,0 1-1 0 0,0-1 0 0 0,0 0 0 0 0,-5-4 1 0 0,6 6-18 0 0,0 1 1 0 0,1-1 0 0 0,-1 1-1 0 0,0-1 1 0 0,1 1 0 0 0,-1 0-1 0 0,0-1 1 0 0,0 1 0 0 0,1 0-1 0 0,-1-1 1 0 0,0 1 0 0 0,0 0 0 0 0,0 0-1 0 0,0 0 1 0 0,1 0 0 0 0,-1-1-1 0 0,0 1 1 0 0,0 0 0 0 0,0 1-1 0 0,0-1 1 0 0,1 0 0 0 0,-1 0-1 0 0,0 0 1 0 0,0 0 0 0 0,0 1 0 0 0,1-1-1 0 0,-1 0 1 0 0,0 1 0 0 0,0-1-1 0 0,1 1 1 0 0,-1-1 0 0 0,0 1-1 0 0,1-1 1 0 0,-1 1 0 0 0,0-1-1 0 0,1 1 1 0 0,-1 0 0 0 0,1-1 0 0 0,-1 1-1 0 0,1 0 1 0 0,-1-1 0 0 0,1 1-1 0 0,0 0 1 0 0,-1 0 0 0 0,1-1-1 0 0,-1 3 1 0 0,-3 7 136 0 0,-1 1 0 0 0,2-1-1 0 0,0 1 1 0 0,0 0 0 0 0,-1 13 0 0 0,-4 59 434 0 0,6-42-283 0 0,-43 368 1557 0 0,28-269-1451 0 0,-4-6-213 0 0,4-30-173 0 0,-7 34 49 0 0,23-124-377 0 0,0 0 0 0 0,4 27 1 0 0,-1 3-546 0 0,10-36-2181 0 0,1-5-3974 0 0,3-2-2091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2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196 125 15663 0 0,'11'-9'488'0'0,"0"-1"0"0"0,10-13 0 0 0,9-9 1879 0 0,-28 31-2004 0 0,-1 0 0 0 0,1 0 0 0 0,-1 0 0 0 0,0-1 1 0 0,0 1-1 0 0,0-1 0 0 0,0 1 0 0 0,0-1 0 0 0,0 1 0 0 0,0-1 0 0 0,0 0 1 0 0,-1 1-1 0 0,1-1 0 0 0,-1 0 0 0 0,1 0 0 0 0,-1 0 0 0 0,1 1 0 0 0,-1-1 1 0 0,0 0-1 0 0,0 0 0 0 0,0 0 0 0 0,0 0 0 0 0,0 1 0 0 0,-1-5 0 0 0,0 6-286 0 0,0-1-1 0 0,1 1 0 0 0,-1-1 0 0 0,1 1 1 0 0,-1-1-1 0 0,0 1 0 0 0,1-1 1 0 0,-1 1-1 0 0,0-1 0 0 0,0 1 0 0 0,1 0 1 0 0,-1 0-1 0 0,0-1 0 0 0,0 1 0 0 0,1 0 1 0 0,-1 0-1 0 0,0 0 0 0 0,-1 0 0 0 0,-13-1 189 0 0,10 2-232 0 0,0 0 1 0 0,1 0-1 0 0,-1 0 1 0 0,1 0-1 0 0,-1 1 1 0 0,1 0 0 0 0,-6 3-1 0 0,-29 19 188 0 0,29-18-205 0 0,-6 5-15 0 0,1 1-1 0 0,0 0 1 0 0,1 1-1 0 0,1 0 1 0 0,-15 18-1 0 0,19-20-2 0 0,1 0 1 0 0,1 1-1 0 0,0-1 0 0 0,1 1 1 0 0,0 0-1 0 0,0 1 0 0 0,1 0 1 0 0,-3 13-1 0 0,8-13-59 0 0,0-11 40 0 0,0 0 0 0 0,0 0 1 0 0,0 0-1 0 0,0-1 0 0 0,1 1 0 0 0,-1 0 1 0 0,1 0-1 0 0,-1 0 0 0 0,1-1 0 0 0,0 1 1 0 0,0 0-1 0 0,0-1 0 0 0,0 1 1 0 0,0-1-1 0 0,0 1 0 0 0,0-1 0 0 0,1 1 1 0 0,-1-1-1 0 0,0 0 0 0 0,3 2 0 0 0,-1-1-13 0 0,-1-1-1 0 0,1 0 1 0 0,0 0-1 0 0,-1-1 0 0 0,1 1 1 0 0,0 0-1 0 0,-1-1 0 0 0,1 0 1 0 0,0 1-1 0 0,0-1 0 0 0,0 0 1 0 0,3-1-1 0 0,8-1-94 0 0,-1-1-1 0 0,0 0 0 0 0,0-1 1 0 0,18-9-1 0 0,-8 1 54 0 0,1-1-1 0 0,-1-1 0 0 0,-1-1 0 0 0,29-26 0 0 0,-31 24 285 0 0,-18 16 911 0 0,-2 4-988 0 0,1 0 0 0 0,-1 0 0 0 0,1 0 0 0 0,0 0 0 0 0,0 0 0 0 0,3 5 0 0 0,2 7 168 0 0,-2-2-210 0 0,1 0-1 0 0,0-1 1 0 0,0 0 0 0 0,1 1-1 0 0,15 21 1 0 0,-15-27-54 0 0,-1-1 1 0 0,1 1-1 0 0,0-1 0 0 0,1 0 0 0 0,0 0 1 0 0,0-1-1 0 0,0 0 0 0 0,0 0 0 0 0,1-1 1 0 0,10 5-1 0 0,53 17-1079 0 0,-45-18-112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426 420 5063 0 0,'-5'-6'129'0'0,"0"1"0"0"0,0-1-1 0 0,0 0 1 0 0,0 0-1 0 0,1 0 1 0 0,0 0 0 0 0,0-1-1 0 0,1 0 1 0 0,-3-7-1 0 0,-3-12 3759 0 0,3-2 4696 0 0,-3-8-2319 0 0,7 30-5824 0 0,0 0 0 0 0,0 1-1 0 0,-1 0 1 0 0,-4-8-1 0 0,6 11-408 0 0,0 1-1 0 0,0-1 0 0 0,0 1 0 0 0,0-1 0 0 0,-1 1 1 0 0,1 0-1 0 0,0-1 0 0 0,-1 1 0 0 0,1 0 0 0 0,-1 0 1 0 0,0 0-1 0 0,1 0 0 0 0,-1 0 0 0 0,0 0 1 0 0,1 0-1 0 0,-1 1 0 0 0,0-1 0 0 0,0 1 0 0 0,0-1 1 0 0,0 1-1 0 0,0 0 0 0 0,1 0 0 0 0,-1 0 0 0 0,0 0 1 0 0,0 0-1 0 0,0 0 0 0 0,0 0 0 0 0,0 0 0 0 0,0 1 1 0 0,0-1-1 0 0,1 1 0 0 0,-1 0 0 0 0,0-1 0 0 0,0 1 1 0 0,1 0-1 0 0,-3 1 0 0 0,-8 5 99 0 0,0 1 0 0 0,1 0-1 0 0,0 0 1 0 0,-11 11 0 0 0,-36 43 155 0 0,36-37-189 0 0,2 1 1 0 0,1 1-1 0 0,-17 30 0 0 0,27-40-52 0 0,1-1 0 0 0,1 1-1 0 0,0 1 1 0 0,1 0 0 0 0,1 0-1 0 0,-5 35 1 0 0,10-50-47 0 0,-1-1-1 0 0,1 1 1 0 0,0 0-1 0 0,0 0 1 0 0,0 0-1 0 0,0-1 1 0 0,1 1-1 0 0,-1 0 1 0 0,1-1 0 0 0,0 1-1 0 0,0 0 1 0 0,0-1-1 0 0,0 1 1 0 0,2 3-1 0 0,-2-4-16 0 0,1-1 0 0 0,-1 1 0 0 0,0-1 0 0 0,1 0 1 0 0,-1 0-1 0 0,1 0 0 0 0,0 1 0 0 0,-1-2 0 0 0,1 1 0 0 0,0 0 0 0 0,0 0 0 0 0,-1 0 0 0 0,1-1 0 0 0,0 1 0 0 0,0-1 0 0 0,0 0 0 0 0,0 1 0 0 0,0-1 0 0 0,0 0 0 0 0,0 0 0 0 0,3-1 0 0 0,4 0-70 0 0,0 0 0 0 0,0-1 0 0 0,0 0 0 0 0,0-1 0 0 0,-1 0 0 0 0,1 0 0 0 0,-1-1 1 0 0,0 0-1 0 0,0 0 0 0 0,0-1 0 0 0,0 0 0 0 0,11-10 0 0 0,4-6-240 0 0,-1 0-1 0 0,27-35 1 0 0,-35 38 162 0 0,-1-1 0 0 0,-1 0 0 0 0,-1-1 0 0 0,0 0 0 0 0,9-27 0 0 0,30-110-393 0 0,-43 131 536 0 0,0 0 0 0 0,-2 0-1 0 0,-1 0 1 0 0,-2-1 0 0 0,1-28 0 0 0,-4 52 55 0 0,1 0 1 0 0,0 0-1 0 0,-1 0 0 0 0,0 0 1 0 0,1 0-1 0 0,-1 0 0 0 0,-1 0 1 0 0,0-3-1 0 0,1 5-6 0 0,1 1 0 0 0,0-1 0 0 0,-1 1-1 0 0,1-1 1 0 0,0 1 0 0 0,-1-1 0 0 0,1 1 0 0 0,-1-1-1 0 0,1 1 1 0 0,0 0 0 0 0,-1-1 0 0 0,1 1 0 0 0,-1 0-1 0 0,1-1 1 0 0,-1 1 0 0 0,1 0 0 0 0,-1 0 0 0 0,0-1-1 0 0,1 1 1 0 0,-1 0 0 0 0,1 0 0 0 0,-1 0 0 0 0,0 0-1 0 0,1 0 1 0 0,-1 0 0 0 0,1 0 0 0 0,-1 0-1 0 0,0 0 1 0 0,1 0 0 0 0,-1 0 0 0 0,1 0 0 0 0,-1 0-1 0 0,1 0 1 0 0,-1 1 0 0 0,0-1 0 0 0,1 0 0 0 0,-1 0-1 0 0,1 1 1 0 0,-1-1 0 0 0,1 0 0 0 0,-1 1 0 0 0,1-1-1 0 0,-1 0 1 0 0,1 1 0 0 0,0-1 0 0 0,-1 1 0 0 0,0 0-1 0 0,-4 4 133 0 0,0 1-1 0 0,0 0 1 0 0,0 1-1 0 0,1-1 0 0 0,0 1 1 0 0,0-1-1 0 0,1 1 0 0 0,0 0 1 0 0,0 1-1 0 0,-2 6 0 0 0,-1 8-43 0 0,1 0 0 0 0,-2 26 0 0 0,4-27-94 0 0,1 0-1 0 0,2 0 1 0 0,0 0-1 0 0,5 36 1 0 0,1-15 16 0 0,24 73 0 0 0,-27-104-41 0 0,1-1-1 0 0,0 1 1 0 0,1-1-1 0 0,0 0 0 0 0,1 0 1 0 0,0-1-1 0 0,1 0 0 0 0,0 0 1 0 0,0 0-1 0 0,0-1 1 0 0,1 0-1 0 0,11 8 0 0 0,-16-14-22 0 0,0 0 0 0 0,0 0 0 0 0,0 0 0 0 0,0-1-1 0 0,0 1 1 0 0,0-1 0 0 0,0 0 0 0 0,0 0 0 0 0,0 0 0 0 0,1-1-1 0 0,-1 1 1 0 0,0-1 0 0 0,1 0 0 0 0,-1 0 0 0 0,0 0-1 0 0,1 0 1 0 0,3-1 0 0 0,-2 0-43 0 0,-1-1 0 0 0,1 1 0 0 0,0-1 0 0 0,-1 0 0 0 0,0 0 0 0 0,1-1 0 0 0,-1 0-1 0 0,0 1 1 0 0,0-1 0 0 0,5-6 0 0 0,2-3-110 0 0,0 0 0 0 0,-1-1-1 0 0,-1 0 1 0 0,0 0-1 0 0,-1-1 1 0 0,7-16 0 0 0,-4 2 49 0 0,-1 0 0 0 0,-1-1 0 0 0,-2 0 0 0 0,7-52 0 0 0,-12 71 112 0 0,2-37-32 0 0,-4 44 65 0 0,0 0 0 0 0,0-1-1 0 0,0 1 1 0 0,-1 0 0 0 0,0 0 0 0 0,1 0-1 0 0,-1-1 1 0 0,0 1 0 0 0,0 0-1 0 0,-1 0 1 0 0,-1-4 0 0 0,2 6 9 0 0,1 1 1 0 0,0 0 0 0 0,-1-1 0 0 0,1 1-1 0 0,-1-1 1 0 0,1 1 0 0 0,-1 0-1 0 0,1-1 1 0 0,0 1 0 0 0,-1 0 0 0 0,1 0-1 0 0,-1-1 1 0 0,1 1 0 0 0,-1 0-1 0 0,0 0 1 0 0,1 0 0 0 0,-1-1-1 0 0,1 1 1 0 0,-1 0 0 0 0,1 0 0 0 0,-1 0-1 0 0,1 0 1 0 0,-2 0 0 0 0,-14 7 355 0 0,-13 14 350 0 0,29-20-700 0 0,-5 4 115 0 0,0 1 0 0 0,0 0-1 0 0,0 0 1 0 0,1 0-1 0 0,0 0 1 0 0,1 1-1 0 0,-1-1 1 0 0,1 1-1 0 0,1 0 1 0 0,-1 0-1 0 0,1 1 1 0 0,-2 11 0 0 0,1-2-21 0 0,1 1 1 0 0,1-1 0 0 0,0 1 0 0 0,3 23 0 0 0,-1-31-119 0 0,1 0 1 0 0,0 0-1 0 0,0 0 1 0 0,1 0-1 0 0,0 0 1 0 0,1-1-1 0 0,0 1 1 0 0,0-1-1 0 0,1 0 1 0 0,0 0-1 0 0,11 12 1 0 0,-13-17-103 0 0,0 0 0 0 0,1 0 1 0 0,0-1-1 0 0,-1 1 0 0 0,1-1 0 0 0,1 0 0 0 0,-1 0 1 0 0,0-1-1 0 0,1 1 0 0 0,-1-1 0 0 0,1 0 1 0 0,0 0-1 0 0,0 0 0 0 0,0-1 0 0 0,0 0 0 0 0,0 0 1 0 0,0 0-1 0 0,0 0 0 0 0,0-1 0 0 0,0 0 1 0 0,0 0-1 0 0,0-1 0 0 0,0 1 0 0 0,9-3 0 0 0,-6 1-215 0 0,0 0 0 0 0,0-1 0 0 0,-1 0 0 0 0,1-1 0 0 0,-1 0 0 0 0,0 0 0 0 0,0 0 0 0 0,0-1 0 0 0,0 0 0 0 0,-1 0 0 0 0,0-1 0 0 0,0 0 0 0 0,0 0 0 0 0,-1 0 0 0 0,0-1 0 0 0,6-9 0 0 0,2-8 57 0 0,-1-1 1 0 0,-1 0-1 0 0,12-41 1 0 0,-13 36 509 0 0,10-36 5808 0 0,-15 80-4768 0 0,2 17-228 0 0,4 43 0 0 0,0 0-510 0 0,-7-56-442 0 0,-1 3-12 0 0,2-1-1 0 0,12 36 0 0 0,-16-54-87 0 0,-1-1-11 0 0,0 0 0 0 0,0 0 0 0 0,0-1 0 0 0,0 1 0 0 0,1 0 0 0 0,-1-1 0 0 0,0 1 0 0 0,0-1 0 0 0,1 1 0 0 0,-1 0 0 0 0,1-1 0 0 0,-1 1 0 0 0,0-1 0 0 0,1 1 0 0 0,-1-1 0 0 0,1 1 0 0 0,0-1 0 0 0,-1 1 0 0 0,1-1 0 0 0,-1 1 0 0 0,1-1 0 0 0,-1 0 0 0 0,1 1 0 0 0,1-1 0 0 0,-1 1 0 0 0,0-1 0 0 0,0 1 0 0 0,0-1 0 0 0,0 1 0 0 0,0-1 0 0 0,1 1 0 0 0,-1-1 0 0 0,0 0 0 0 0,0 0 0 0 0,0 0 0 0 0,0 1 0 0 0,1-1 0 0 0,-1 0 0 0 0,0-1 0 0 0,0 1 0 0 0,0 0 0 0 0,1 0 0 0 0,-1 0 0 0 0,0-1 0 0 0,0 1 0 0 0,0-1 0 0 0,0 1 0 0 0,0-1 0 0 0,0 1 0 0 0,0-1 0 0 0,0 1 0 0 0,0-1 0 0 0,0 0 0 0 0,0 0 0 0 0,0 1 0 0 0,0-1 0 0 0,1-2 0 0 0,3-3 0 0 0,0 0 0 0 0,0-1 0 0 0,7-13 0 0 0,-8 13 0 0 0,14-29-44 0 0,-1 0 0 0 0,-3-1 0 0 0,16-53 0 0 0,12-34-56 0 0,-37 107 73 0 0,-4 13 16 0 0,0 0 0 0 0,0 0 0 0 0,0 0 1 0 0,1 0-1 0 0,0 0 0 0 0,4-7 0 0 0,-5 10-19 0 0,0 2 48 0 0,1 0 0 0 0,-1 1 1 0 0,1-1-1 0 0,-1 0 1 0 0,0 1-1 0 0,1-1 0 0 0,-1 1 1 0 0,0 0-1 0 0,2 3 1 0 0,-2-3-5 0 0,7 11 6 0 0,0 1 0 0 0,-1 0-1 0 0,-1 1 1 0 0,0 0-1 0 0,4 15 1 0 0,14 79 140 0 0,-14-56-131 0 0,-5-27-187 0 0,-1-1 0 0 0,0 45 1 0 0,-4-69-269 0 0,11-5-6230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0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 21823 0 0,'0'0'968'0'0,"-7"-3"432"0"0,1-2 832 0 0,14 11-2160 0 0,2 2 0 0 0,0 2-1344 0 0,1 1-264 0 0,0 2-64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76 106 8751 0 0,'-4'-4'8967'0'0,"-1"9"-6858"0"0,1 0 1 0 0,0 0-1 0 0,0 0 1 0 0,-3 8-1 0 0,-11 26 897 0 0,12-20-2863 0 0,1 1 1 0 0,-4 24 0 0 0,9-44-140 0 0,-9 79 204 0 0,8-72-204 0 0,1 0 0 0 0,1 0 0 0 0,-1 0 0 0 0,1 0 1 0 0,0 0-1 0 0,0 0 0 0 0,1 0 0 0 0,5 13 0 0 0,-6-18-17 0 0,0 0 0 0 0,1 0 1 0 0,-1 0-1 0 0,0 0 0 0 0,1 0 0 0 0,-1 0 0 0 0,1 0 0 0 0,0 0 1 0 0,0 0-1 0 0,0-1 0 0 0,0 1 0 0 0,0-1 0 0 0,0 0 1 0 0,0 1-1 0 0,0-1 0 0 0,0 0 0 0 0,5 1 0 0 0,-3-1-39 0 0,0 0 0 0 0,0-1 0 0 0,0 0-1 0 0,1 1 1 0 0,-1-1 0 0 0,0-1 0 0 0,0 1 0 0 0,0-1-1 0 0,8-2 1 0 0,2-1-181 0 0,0-2 0 0 0,-1 0 0 0 0,1 0 0 0 0,22-16-1 0 0,-13 5-41 0 0,0-1-1 0 0,-2-1 1 0 0,29-33-1 0 0,-44 45 245 0 0,16-17-24 0 0,-1-1 0 0 0,-2-1 0 0 0,0 0 1 0 0,-2-2-1 0 0,25-51 0 0 0,-40 73 60 0 0,0 0 0 0 0,0 1 0 0 0,0-1 0 0 0,-1 0 0 0 0,2-9 1 0 0,-3 14 12 0 0,0 0 0 0 0,0 0 0 0 0,0 0 0 0 0,0 0 0 0 0,0 0 1 0 0,0-1-1 0 0,0 1 0 0 0,0 0 0 0 0,0 0 0 0 0,-1 0 1 0 0,1 0-1 0 0,0 0 0 0 0,-1 0 0 0 0,1 0 0 0 0,-1 0 0 0 0,1 0 1 0 0,-1 0-1 0 0,0 0 0 0 0,1 0 0 0 0,-1 0 0 0 0,0 0 1 0 0,0 0-1 0 0,1 0 0 0 0,-1 1 0 0 0,0-1 0 0 0,0 0 0 0 0,0 1 1 0 0,0-1-1 0 0,0 0 0 0 0,0 1 0 0 0,0 0 0 0 0,0-1 1 0 0,0 1-1 0 0,0-1 0 0 0,-2 1 0 0 0,-3 0 61 0 0,1-1 1 0 0,0 2-1 0 0,0-1 0 0 0,0 1 1 0 0,0-1-1 0 0,-1 1 0 0 0,1 1 1 0 0,0-1-1 0 0,1 1 0 0 0,-1 0 1 0 0,0 0-1 0 0,0 0 0 0 0,1 1 1 0 0,-6 3-1 0 0,-5 4 136 0 0,1 1 0 0 0,-24 22 0 0 0,24-19-136 0 0,0 1 1 0 0,1 0 0 0 0,0 1 0 0 0,-11 20-1 0 0,19-28-49 0 0,0 1 0 0 0,1 0-1 0 0,0 0 1 0 0,0 1 0 0 0,1-1 0 0 0,0 1-1 0 0,1 0 1 0 0,0 0 0 0 0,1 0-1 0 0,-1 12 1 0 0,2-17-40 0 0,0 1 0 0 0,1-1-1 0 0,0 0 1 0 0,-1 1 0 0 0,2-1 0 0 0,-1 0-1 0 0,1 0 1 0 0,0 0 0 0 0,0 0 0 0 0,0-1-1 0 0,0 1 1 0 0,1 0 0 0 0,4 5 0 0 0,-2-4-32 0 0,1 0 1 0 0,-1-1 0 0 0,1 1 0 0 0,0-1 0 0 0,1 0 0 0 0,-1-1 0 0 0,15 9 0 0 0,-1-5-59 0 0,0 0 0 0 0,0-1 0 0 0,1 0 0 0 0,0-2 0 0 0,34 4 0 0 0,99 8-2084 0 0,-88-15-6310 0 0,-31-3-148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90 140 25687 0 0,'-81'4'2784'0'0,"74"-3"-2697"0"0,5-1 922 0 0,5-1-432 0 0,71-21-182 0 0,1 4 0 0 0,106-14 0 0 0,160 2 909 0 0,-223 21-1170 0 0,323-18-130 0 0,2 22-24 0 0,-403 9-94 0 0,-18 0-703 0 0,-23-4 678 0 0,-1 0-1 0 0,0 1 0 0 0,1-1 0 0 0,-1 1 0 0 0,1-1 0 0 0,-1 1 0 0 0,0 0 1 0 0,1-1-1 0 0,-3 3 0 0 0,-3 0-190 0 0,-29 11-1576 0 0,0-1-1 0 0,-1-2 0 0 0,-55 9 1 0 0,36-12-81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1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55 2759 0 0,'-77'26'1233'0'0,"26"-11"23809"0"0,58-14-23232 0 0,18-1-1355 0 0,0-1 0 0 0,0-1 0 0 0,45-9 0 0 0,0-1-357 0 0,576-30-93 0 0,-100 31-5 0 0,-459 8 0 0 0,160-2 0 0 0,-256 3 0 0 0,2 0 0 0 0,0 1 0 0 0,0-1 0 0 0,-1 1 0 0 0,1 1 0 0 0,-9 0 0 0 0,7 0 0 0 0,-21-1-579 0 0,17 2-814 0 0,11 0 1288 0 0,-6 1-1002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4 175 11975 0 0,'-3'-6'15027'0'0,"7"15"-14619"0"0,0 0 0 0 0,-1 0 0 0 0,1 0 1 0 0,-2 0-1 0 0,3 13 0 0 0,4 53 544 0 0,-4-34-547 0 0,5 50 141 0 0,20 120 46 0 0,-29-206-588 0 0,0-1 1 0 0,0 1-1 0 0,0-1 0 0 0,0 1 1 0 0,1-1-1 0 0,0 0 1 0 0,0 1-1 0 0,0-1 1 0 0,0 0-1 0 0,1 0 1 0 0,5 7-1 0 0,5-3-4 0 0,-8-9 0 0 0,-3 0 0 0 0,0 0-5 0 0,1 0 1 0 0,0 0-1 0 0,-1 0 0 0 0,1 0 1 0 0,-1 0-1 0 0,0 0 0 0 0,1-1 1 0 0,-1 1-1 0 0,0-1 0 0 0,0 0 1 0 0,0 0-1 0 0,0 0 0 0 0,0 0 1 0 0,0 0-1 0 0,0 0 0 0 0,-1 0 0 0 0,3-4 1 0 0,3-6-9 0 0,-1 1 0 0 0,6-18 1 0 0,-9 21-2 0 0,47-142-59 0 0,-24 66 63 0 0,-25 83-44 0 0,7 30-17 0 0,-4-8 71 0 0,0 0 0 0 0,10 23 0 0 0,-11-38 0 0 0,-1 1 0 0 0,1-1 0 0 0,0-1 0 0 0,0 1 0 0 0,1 0 0 0 0,0-1 0 0 0,0 1 0 0 0,0-1 0 0 0,1 0 0 0 0,0-1 0 0 0,6 6 0 0 0,-9-9 4 0 0,1 1-1 0 0,0-1 1 0 0,0 1-1 0 0,1-1 1 0 0,-1 0-1 0 0,0 0 1 0 0,0-1 0 0 0,0 1-1 0 0,1-1 1 0 0,-1 1-1 0 0,0-1 1 0 0,1 0 0 0 0,-1 0-1 0 0,0-1 1 0 0,0 1-1 0 0,1-1 1 0 0,-1 1-1 0 0,4-2 1 0 0,-2 0 2 0 0,0 0 0 0 0,0 0 1 0 0,0 0-1 0 0,0 0 0 0 0,0-1 0 0 0,0 0 0 0 0,-1 0 0 0 0,0 0 1 0 0,1 0-1 0 0,4-7 0 0 0,-5 6-6 0 0,4-3-7 0 0,-1-1 1 0 0,0-1 0 0 0,0 1-1 0 0,-1-1 1 0 0,0 0-1 0 0,-1-1 1 0 0,0 0 0 0 0,0 1-1 0 0,5-18 1 0 0,10-51-51 0 0,51-184-447 0 0,-69 254 319 0 0,1 0 1 0 0,-1 1-1 0 0,1-1 1 0 0,1 0-1 0 0,0 1 1 0 0,0 0-1 0 0,0 0 1 0 0,1 0-1 0 0,0 0 1 0 0,0 1-1 0 0,1 0 1 0 0,6-6-1 0 0,-12 12 170 0 0,1 0 0 0 0,0-1-1 0 0,-1 1 1 0 0,1 0 0 0 0,0 0 0 0 0,-1 0-1 0 0,1 0 1 0 0,0 0 0 0 0,-1 0 0 0 0,1 0 0 0 0,0 0-1 0 0,-1 0 1 0 0,1 0 0 0 0,0 1 0 0 0,-1-1-1 0 0,1 0 1 0 0,-1 0 0 0 0,1 1 0 0 0,0-1-1 0 0,-1 0 1 0 0,1 1 0 0 0,0 0 0 0 0,12 9-60 0 0,-9-6 142 0 0,0 1 1 0 0,-1-1 0 0 0,1 1 0 0 0,-1 0 0 0 0,0 1-1 0 0,-1-1 1 0 0,1 0 0 0 0,-1 1 0 0 0,0-1-1 0 0,-1 1 1 0 0,2 7 0 0 0,1 10 431 0 0,1 37 0 0 0,-4-29-176 0 0,3 53 528 0 0,-4-52-762 0 0,1-1-1 0 0,2-1 1 0 0,1 1-1 0 0,10 41 1 0 0,-13-70-75 0 0,-1-1 0 0 0,1 1 1 0 0,-1 0-1 0 0,1 0 1 0 0,0-1-1 0 0,0 1 0 0 0,0-1 1 0 0,0 1-1 0 0,0 0 0 0 0,0-1 1 0 0,0 0-1 0 0,0 1 1 0 0,1-1-1 0 0,-1 0 0 0 0,1 0 1 0 0,-1 1-1 0 0,1-1 0 0 0,-1 0 1 0 0,1-1-1 0 0,-1 1 1 0 0,4 1-1 0 0,-4-2-15 0 0,1 0 0 0 0,-1 0 1 0 0,1 0-1 0 0,-1 0 0 0 0,1 0 0 0 0,-1 0 1 0 0,1-1-1 0 0,-1 1 0 0 0,1 0 0 0 0,-1-1 0 0 0,0 0 1 0 0,1 1-1 0 0,-1-1 0 0 0,0 0 0 0 0,1 1 1 0 0,-1-1-1 0 0,0 0 0 0 0,0 0 0 0 0,0 0 1 0 0,1 0-1 0 0,-1 0 0 0 0,0 0 0 0 0,0-1 0 0 0,-1 1 1 0 0,1 0-1 0 0,0 0 0 0 0,0-2 0 0 0,10-16-83 0 0,-2 0 0 0 0,12-33 0 0 0,6-12 3 0 0,-10 30 53 0 0,-9 15 30 0 0,1 1 0 0 0,0 1 0 0 0,2 0 0 0 0,0 0 0 0 0,0 1-1 0 0,22-23 1 0 0,-31 40-3 0 0,-1 0 0 0 0,0 0 0 0 0,0 0 0 0 0,0 0 1 0 0,-1 0-1 0 0,1 0 0 0 0,0 0 0 0 0,0 0 0 0 0,-1 0 0 0 0,2 3 0 0 0,1 4 26 0 0,0 0 0 0 0,0 0 0 0 0,-1 0 0 0 0,-1 1 0 0 0,2 14 0 0 0,-1 45 86 0 0,-2-26-103 0 0,0-14 8 0 0,2 0-1 0 0,1 0 1 0 0,1-1 0 0 0,9 36 0 0 0,-12-61-29 0 0,0 1 0 0 0,0-1 1 0 0,1 0-1 0 0,-1 1 1 0 0,0-1-1 0 0,1 0 0 0 0,-1 0 1 0 0,1 0-1 0 0,0 0 1 0 0,0 0-1 0 0,0 0 1 0 0,0-1-1 0 0,0 1 0 0 0,0-1 1 0 0,4 3-1 0 0,-5-4-162 0 0,0 1 0 0 0,0-1 1 0 0,1 1-1 0 0,-1-1 0 0 0,0 0 0 0 0,1 1 0 0 0,-1-1 1 0 0,0 0-1 0 0,1 0 0 0 0,-1 0 0 0 0,0 0 0 0 0,1 0 0 0 0,-1 0 1 0 0,0 0-1 0 0,1-1 0 0 0,-1 1 0 0 0,0 0 0 0 0,0-1 1 0 0,1 1-1 0 0,-1-1 0 0 0,0 1 0 0 0,0-1 0 0 0,0 0 0 0 0,1 1 1 0 0,-1-1-1 0 0,0 0 0 0 0,0 0 0 0 0,0 0 0 0 0,0 0 1 0 0,-1 0-1 0 0,1 0 0 0 0,1-1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66 6911 0 0,'1'-3'361'0'0,"0"0"-1"0"0,0 0 1 0 0,20-25 22646 0 0,-23 31-23767 0 0,-7 15 1306 0 0,-1-1-1 0 0,-16 20 0 0 0,-2 4-222 0 0,19-28-220 0 0,5-7-78 0 0,0-1-1 0 0,1 1 1 0 0,-1 0 0 0 0,1 0 0 0 0,0 1 0 0 0,0-1 0 0 0,1 0-1 0 0,0 1 1 0 0,0-1 0 0 0,-1 14 0 0 0,5-10-25 0 0,-1-9-6 0 0,0 1-1 0 0,0-1 1 0 0,0 0 0 0 0,0 1 0 0 0,1-1-1 0 0,-1 0 1 0 0,0 0 0 0 0,1 0-1 0 0,-1 0 1 0 0,0 0 0 0 0,1 0-1 0 0,0-1 1 0 0,-1 1 0 0 0,1 0 0 0 0,-1-1-1 0 0,1 1 1 0 0,0-1 0 0 0,-1 1-1 0 0,1-1 1 0 0,0 0 0 0 0,-1 0 0 0 0,1 0-1 0 0,3 0 1 0 0,4-1-69 0 0,1 0 1 0 0,-1-1-1 0 0,11-2 0 0 0,-8 1 5 0 0,1 0-38 0 0,0-1-1 0 0,0 0 1 0 0,0-1-1 0 0,-1 0 1 0 0,22-13-1 0 0,-30 16 70 0 0,-1-1-1 0 0,1 1 1 0 0,0-1-1 0 0,-1 0 1 0 0,0 0-1 0 0,1 0 1 0 0,-1 0-1 0 0,0 0 1 0 0,-1-1-1 0 0,1 1 1 0 0,-1-1-1 0 0,1 0 1 0 0,-1 0-1 0 0,0 0 1 0 0,-1 0-1 0 0,1 0 1 0 0,-1-1-1 0 0,1 1 1 0 0,-1 0-1 0 0,-1-1 1 0 0,2-6-1 0 0,-2 7 6 0 0,-1 0-1 0 0,1 0 0 0 0,-1 0 1 0 0,0-1-1 0 0,0 1 1 0 0,0 0-1 0 0,0 0 1 0 0,-1 0-1 0 0,1 1 1 0 0,-1-1-1 0 0,0 0 1 0 0,0 1-1 0 0,-5-6 1 0 0,-1-1-414 0 0,0 2 0 0 0,-1-1 0 0 0,-12-8 0 0 0,-11-11-2984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39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6911 0 0,'0'1'9828'0'0,"-3"6"-6868"0"0,-8 7 4066 0 0,-1-4-4524 0 0,10-9-2380 0 0,0 1 0 0 0,-1 0 0 0 0,1 0 0 0 0,0 0-1 0 0,0 0 1 0 0,0 0 0 0 0,0 1 0 0 0,0-1 0 0 0,-1 4 0 0 0,-8 13 417 0 0,8-16-511 0 0,1 1 0 0 0,0-1 0 0 0,0 1 0 0 0,0-1 0 0 0,0 1 0 0 0,1 0 0 0 0,0-1 0 0 0,0 1 0 0 0,0 0 1 0 0,0 0-1 0 0,0 0 0 0 0,1 0 0 0 0,-1 5 0 0 0,1-7-25 0 0,0-1-1 0 0,0 1 1 0 0,1 0 0 0 0,-1 0 0 0 0,0 0 0 0 0,1-1 0 0 0,-1 1 0 0 0,1 0 0 0 0,0 0 0 0 0,-1-1 0 0 0,1 1-1 0 0,0-1 1 0 0,0 1 0 0 0,0-1 0 0 0,0 1 0 0 0,3 2 0 0 0,-1 0 1 0 0,3 3-12 0 0,0-1-1 0 0,1 0 1 0 0,-1-1 0 0 0,1 1 0 0 0,0-1-1 0 0,0 0 1 0 0,1-1 0 0 0,8 4 0 0 0,-8-4-1 0 0,-1 0 0 0 0,0 0 1 0 0,1 1-1 0 0,-2 0 1 0 0,1 0-1 0 0,0 0 0 0 0,-1 1 1 0 0,9 10-1 0 0,-14-13 13 0 0,1 0 0 0 0,-1-1-1 0 0,0 1 1 0 0,0 0 0 0 0,0 0 0 0 0,-1 0 0 0 0,1 0-1 0 0,-1 0 1 0 0,1 0 0 0 0,-1 0 0 0 0,0 0 0 0 0,0-1 0 0 0,-1 5-1 0 0,0-2 47 0 0,-1-1-1 0 0,0 1 0 0 0,0-1 0 0 0,0 1 0 0 0,-1-1 0 0 0,0 0 1 0 0,1 0-1 0 0,-2 0 0 0 0,-5 7 0 0 0,1-4 77 0 0,1-1 0 0 0,-1 1-1 0 0,-15 8 1 0 0,22-14-62 0 0,2-3-58 0 0,1 0 0 0 0,0 0-1 0 0,-1 1 1 0 0,1-1 0 0 0,0 1 0 0 0,0-1-1 0 0,0 1 1 0 0,3-1 0 0 0,-3 0-10 0 0,251-178-416 0 0,-142 80 408 0 0,-67 58 12 0 0,-34 33 0 0 0,-38 28 128 0 0,10-5-57 0 0,2 2 0 0 0,-1-1 0 0 0,-20 28 0 0 0,34-39-58 0 0,-1 1 1 0 0,1 0-1 0 0,0 0 1 0 0,0 0-1 0 0,0 0 1 0 0,1 0-1 0 0,0 1 1 0 0,0-1 0 0 0,0 1-1 0 0,1 0 1 0 0,0-1-1 0 0,0 1 1 0 0,0 0-1 0 0,1 0 1 0 0,0-1-1 0 0,0 1 1 0 0,0 0 0 0 0,1 0-1 0 0,1 7 1 0 0,0-9-10 0 0,0-1 1 0 0,-1 1 0 0 0,1 0 0 0 0,1-1-1 0 0,-1 0 1 0 0,0 1 0 0 0,1-1 0 0 0,0 0-1 0 0,0 0 1 0 0,0 0 0 0 0,0-1-1 0 0,0 1 1 0 0,0-1 0 0 0,1 0 0 0 0,-1 1-1 0 0,1-1 1 0 0,6 2 0 0 0,3 1-9 0 0,-1 0-1 0 0,1-2 1 0 0,-1 1 0 0 0,18 1 0 0 0,-5-2-1177 0 0,0-1 0 0 0,49-3 0 0 0,-34-2-9359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22199 0 0,'0'0'2472'0'0,"0"2"-1899"0"0,16 146 4687 0 0,-15-118-4985 0 0,0 0 1 0 0,-9 60 0 0 0,8-89-577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 6447 0 0,'-5'-5'6320'0'0,"2"14"-3160"0"0,0 2-9216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1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268 580 7367 0 0,'4'-7'763'0'0,"5"-9"-688"0"0,8-17 8629 0 0,-16 30-7920 0 0,0 1 0 0 0,0-1 0 0 0,0 1 0 0 0,0-1 0 0 0,-1 1 0 0 0,0-1 0 0 0,1 1 0 0 0,-1-1 0 0 0,0 0 0 0 0,0-4-1 0 0,-1 7-704 0 0,1 0 0 0 0,0-1-1 0 0,0 1 1 0 0,0 0 0 0 0,0 0-1 0 0,-1 0 1 0 0,1 0 0 0 0,0 0-1 0 0,0 0 1 0 0,0 0-1 0 0,-1-1 1 0 0,1 1 0 0 0,0 0-1 0 0,0 0 1 0 0,-1 0 0 0 0,1 0-1 0 0,0 0 1 0 0,0 0 0 0 0,-1 0-1 0 0,1 0 1 0 0,0 0-1 0 0,0 0 1 0 0,0 0 0 0 0,-1 0-1 0 0,1 0 1 0 0,0 0 0 0 0,0 0-1 0 0,-1 1 1 0 0,1-1 0 0 0,0 0-1 0 0,0 0 1 0 0,-1 0 0 0 0,-7 4 539 0 0,-18 14 113 0 0,0 1 0 0 0,1 1 1 0 0,-37 39-1 0 0,36-34-532 0 0,21-19-175 0 0,-16 13 35 0 0,0 2-1 0 0,2 0 0 0 0,-33 47 0 0 0,52-67-58 0 0,-1-1 0 0 0,1 1 0 0 0,-1 0-1 0 0,1-1 1 0 0,-1 1 0 0 0,1 0 0 0 0,0 0 0 0 0,-1 0 0 0 0,1 0 0 0 0,0-1-1 0 0,0 1 1 0 0,0 0 0 0 0,0 0 0 0 0,-1 0 0 0 0,1 0 0 0 0,0 0 0 0 0,1 1-1 0 0,3 1-16 0 0,-3-3 9 0 0,0 1-17 0 0,1 0 1 0 0,0 0-1 0 0,0 0 0 0 0,0-1 0 0 0,0 1 1 0 0,0-1-1 0 0,0 1 0 0 0,0-1 0 0 0,0 0 1 0 0,0 0-1 0 0,0 0 0 0 0,0 0 1 0 0,0 0-1 0 0,0 0 0 0 0,0 0 0 0 0,3-1 1 0 0,2-1-58 0 0,0 0 0 0 0,0 0 0 0 0,8-4 0 0 0,6-4-72 0 0,-1-1 1 0 0,0-1-1 0 0,-1-1 1 0 0,0 0-1 0 0,-1-2 0 0 0,-1 0 1 0 0,29-33-1 0 0,0-9-66 0 0,44-69 0 0 0,-90 126 220 0 0,108-189-66 0 0,-100 173 65 0 0,2-6 21 0 0,-9 20 288 0 0,-3 5-200 0 0,-23 45 262 0 0,-32 90 0 0 0,49-113-314 0 0,1 0 1 0 0,1 1-1 0 0,1 0 0 0 0,2 0 1 0 0,0 0-1 0 0,2 0 0 0 0,3 35 1 0 0,-2-54-49 0 0,1 0 1 0 0,0-1-1 0 0,1 1 1 0 0,0 0-1 0 0,0 0 1 0 0,0-1-1 0 0,1 1 1 0 0,0-1-1 0 0,0 0 1 0 0,0 0-1 0 0,5 6 1 0 0,-5-8-19 0 0,1 0 1 0 0,-1-1-1 0 0,1 1 1 0 0,-1-1 0 0 0,1 0-1 0 0,0 0 1 0 0,0 0-1 0 0,1-1 1 0 0,-1 1-1 0 0,1-1 1 0 0,-1 0-1 0 0,1 0 1 0 0,0-1-1 0 0,-1 1 1 0 0,1-1-1 0 0,5 1 1 0 0,3-1-30 0 0,-1 0 1 0 0,0 0-1 0 0,1-2 0 0 0,-1 1 0 0 0,1-1 1 0 0,-1-1-1 0 0,0 0 0 0 0,0-1 1 0 0,0 0-1 0 0,0-1 0 0 0,0-1 0 0 0,-1 1 1 0 0,18-11-1 0 0,-15 6-9 0 0,-1-1 0 0 0,1 0-1 0 0,-1 0 1 0 0,-1-1 0 0 0,0-1 0 0 0,-1 0 0 0 0,0-1-1 0 0,-1 0 1 0 0,14-23 0 0 0,-12 15-25 0 0,0 0 0 0 0,-2-1 0 0 0,-1 0 0 0 0,0-1 1 0 0,7-34-1 0 0,-14 33 50 0 0,-2 24 22 0 0,0-1-1 0 0,0 1 1 0 0,0 0 0 0 0,0-1-1 0 0,0 1 1 0 0,0-1 0 0 0,0 1-1 0 0,0-1 1 0 0,0 1-1 0 0,0-1 1 0 0,0 1 0 0 0,0 0-1 0 0,0-1 1 0 0,0 1 0 0 0,-1-1-1 0 0,1 1 1 0 0,0-1 0 0 0,0 1-1 0 0,0 0 1 0 0,-1-1-1 0 0,1 1 1 0 0,0 0 0 0 0,-1-1-1 0 0,1 1 1 0 0,0 0 0 0 0,-1-1-1 0 0,1 1 1 0 0,0 0 0 0 0,-1 0-1 0 0,1-1 1 0 0,-1 1-1 0 0,1 0 1 0 0,0 0 0 0 0,-1 0-1 0 0,1 0 1 0 0,-1 0 0 0 0,1-1-1 0 0,-1 1 1 0 0,1 0 0 0 0,0 0-1 0 0,-1 0 1 0 0,0 0-1 0 0,-12 7 63 0 0,13-7-56 0 0,-7 6 12 0 0,0 0 1 0 0,1 1 0 0 0,0 0-1 0 0,0 0 1 0 0,0 0 0 0 0,1 0-1 0 0,0 1 1 0 0,1 0 0 0 0,0 0-1 0 0,0 1 1 0 0,0-1 0 0 0,1 1-1 0 0,1-1 1 0 0,-1 1 0 0 0,1 0-1 0 0,1 0 1 0 0,0 0 0 0 0,0 0-1 0 0,0 0 1 0 0,2 0 0 0 0,0 12-1 0 0,0-12-31 0 0,0-1-1 0 0,0 0 0 0 0,1 0 1 0 0,0 0-1 0 0,0 0 1 0 0,1-1-1 0 0,0 1 0 0 0,1-1 1 0 0,0 1-1 0 0,0-1 0 0 0,0 0 1 0 0,1-1-1 0 0,0 1 0 0 0,0-1 1 0 0,0 0-1 0 0,1 0 1 0 0,0 0-1 0 0,1-1 0 0 0,-1 0 1 0 0,1 0-1 0 0,0-1 0 0 0,0 0 1 0 0,15 7-1 0 0,-10-7-15 0 0,1-1 1 0 0,0 0-1 0 0,0-1 1 0 0,0 0-1 0 0,0-1 1 0 0,0-1-1 0 0,0 0 1 0 0,0 0-1 0 0,0-1 1 0 0,16-4-1 0 0,-8 1 17 0 0,-1-2 1 0 0,0 0 0 0 0,0-1-1 0 0,0-1 1 0 0,29-17-1 0 0,-35 16 13 0 0,0 0 0 0 0,-2-1 0 0 0,1 0 0 0 0,-1-1 0 0 0,-1 0 0 0 0,0-1 0 0 0,0 0 0 0 0,17-27 0 0 0,-18 23 1 0 0,-4 7 3 0 0,0 0 0 0 0,7-16 0 0 0,-12 23 7 0 0,0 0 0 0 0,-1-1 0 0 0,1 1-1 0 0,0 0 1 0 0,-1-1 0 0 0,1 1 0 0 0,-1-1-1 0 0,0 1 1 0 0,0 0 0 0 0,0-1 0 0 0,0 1-1 0 0,0-1 1 0 0,0 1 0 0 0,-1-1 0 0 0,1 1-1 0 0,-2-5 1 0 0,1 6 4 0 0,0 0 0 0 0,1 0-1 0 0,-1 0 1 0 0,0 0 0 0 0,0 0 0 0 0,1 0-1 0 0,-1 0 1 0 0,0 0 0 0 0,0 0 0 0 0,0 0 0 0 0,0 0-1 0 0,-1 0 1 0 0,1 1 0 0 0,0-1 0 0 0,0 0 0 0 0,0 1-1 0 0,0-1 1 0 0,-3 0 0 0 0,1 1 25 0 0,0-1 0 0 0,0 1 0 0 0,-1-1 0 0 0,1 1 0 0 0,0 0 0 0 0,0 0 0 0 0,-5 1 0 0 0,-1 1 50 0 0,1 0 0 0 0,0 0 0 0 0,-1 1-1 0 0,1 0 1 0 0,-8 4 0 0 0,-8 6 45 0 0,0 1 1 0 0,-38 29-1 0 0,52-34-126 0 0,0-1 1 0 0,1 1-1 0 0,0 1 0 0 0,1-1 0 0 0,0 2 0 0 0,0-1 0 0 0,1 1 0 0 0,-6 13 0 0 0,11-19-12 0 0,0 0-1 0 0,0 1 1 0 0,0-1-1 0 0,0 9 1 0 0,2-12-81 0 0,1-1-6 0 0,1 1 58 0 0,0 0 0 0 0,0 0-1 0 0,0-1 1 0 0,0 1 0 0 0,0-1-1 0 0,1 0 1 0 0,-1 0 0 0 0,0 0-1 0 0,1 0 1 0 0,-1 0 0 0 0,1 0-1 0 0,0 0 1 0 0,-1-1 0 0 0,5 1-1 0 0,-1-1-19 0 0,-1 0-1 0 0,0 0 0 0 0,0-1 1 0 0,1 0-1 0 0,-1 0 1 0 0,10-3-1 0 0,1-3-68 0 0,1 0 0 0 0,-1-1 0 0 0,21-15 0 0 0,-13 6 32 0 0,-1-1 0 0 0,0-1 0 0 0,28-32 0 0 0,-43 43 79 0 0,-1-1 0 0 0,0 1 0 0 0,0-2 1 0 0,6-12-1 0 0,-15 27 56 0 0,0 0 1 0 0,0-1-1 0 0,0 1 1 0 0,1 0-1 0 0,0 0 1 0 0,0 0-1 0 0,0 0 1 0 0,0 0-1 0 0,1 0 0 0 0,0 0 1 0 0,0 0-1 0 0,0 1 1 0 0,2 4-1 0 0,-1 1-38 0 0,2 0-1 0 0,-1 0 0 0 0,1-1 0 0 0,1 1 0 0 0,5 9 0 0 0,-7-16-4 0 0,0 0 0 0 0,1 0 0 0 0,-1-1 0 0 0,1 1-1 0 0,0-1 1 0 0,0 0 0 0 0,1 0 0 0 0,-1 0 0 0 0,0 0 0 0 0,1-1 0 0 0,0 1 0 0 0,-1-1 0 0 0,1 0-1 0 0,0 0 1 0 0,0 0 0 0 0,0-1 0 0 0,1 0 0 0 0,7 2 0 0 0,-4-1-1 0 0,1-1 0 0 0,-1 0 0 0 0,1 0 0 0 0,-1-1-1 0 0,1 0 1 0 0,-1-1 0 0 0,1 0 0 0 0,15-3 0 0 0,-12 0 3 0 0,0 0-1 0 0,-1 0 1 0 0,1-1-1 0 0,-1-1 1 0 0,0 0-1 0 0,-1 0 1 0 0,1-1 0 0 0,-1 0-1 0 0,10-10 1 0 0,-6 3 1 0 0,0-1-1 0 0,-1-1 1 0 0,0 0 0 0 0,18-32 0 0 0,-6 4-37 0 0,31-82 1 0 0,6-50-191 0 0,-39 106 168 0 0,-19 59 48 0 0,0-1 0 0 0,2-22 1 0 0,-5 30 5 0 0,-1 0 0 0 0,1 0 1 0 0,-1 0-1 0 0,0 0 1 0 0,-1 1-1 0 0,1-1 1 0 0,-1 0-1 0 0,0 0 0 0 0,1 0 1 0 0,-2 1-1 0 0,1-1 1 0 0,-3-6-1 0 0,3 9 9 0 0,0 0 1 0 0,1 0-1 0 0,-1 0 0 0 0,1 1 1 0 0,-1-1-1 0 0,0 0 1 0 0,0 1-1 0 0,1-1 0 0 0,-1 1 1 0 0,0-1-1 0 0,0 1 0 0 0,0-1 1 0 0,0 1-1 0 0,1 0 0 0 0,-1-1 1 0 0,0 1-1 0 0,0 0 0 0 0,0 0 1 0 0,0-1-1 0 0,0 1 0 0 0,0 0 1 0 0,0 0-1 0 0,0 0 1 0 0,0 0-1 0 0,0 0 0 0 0,0 0 1 0 0,0 1-1 0 0,0-1 0 0 0,0 0 1 0 0,0 0-1 0 0,0 1 0 0 0,1-1 1 0 0,-1 1-1 0 0,0-1 0 0 0,-1 1 1 0 0,-2 1 51 0 0,0 1 0 0 0,0-1 0 0 0,1 1 1 0 0,-1 0-1 0 0,1 0 0 0 0,-5 4 0 0 0,-6 10 45 0 0,1 0 1 0 0,1 1-1 0 0,0 1 0 0 0,1 0 1 0 0,-12 30-1 0 0,-31 105 377 0 0,46-123-343 0 0,1-1 0 0 0,-6 62 0 0 0,12-78-132 0 0,1 1 0 0 0,0-1 0 0 0,1 1 0 0 0,0-1-1 0 0,2 0 1 0 0,-1 1 0 0 0,2-1 0 0 0,8 22 0 0 0,-9-29-217 0 0,1 1 0 0 0,0 0 0 0 0,1-1 0 0 0,0 0 1 0 0,0 0-1 0 0,1-1 0 0 0,-1 1 0 0 0,1-1 0 0 0,1 0 1 0 0,-1-1-1 0 0,1 0 0 0 0,0 0 0 0 0,15 8 0 0 0,1-1-1049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29 5527 0 0,'-13'-29'21730'0'0,"14"35"-20633"0"0,-1 0-4311 0 0,7 118 5151 0 0,-10 135 0 0 0,0-193-1569 0 0,-2-1 1 0 0,-18 86-1 0 0,20-141-301 0 0,3-8 10 0 0,-5-32-212 0 0,5 17 95 0 0,2 0-1 0 0,-1-1 0 0 0,2 1 0 0 0,0 0 1 0 0,0 0-1 0 0,1 1 0 0 0,1-1 0 0 0,0 1 1 0 0,0 0-1 0 0,14-20 0 0 0,-9 17 8 0 0,1 0 1 0 0,0 0-1 0 0,2 1 0 0 0,-1 1 0 0 0,2 0 0 0 0,0 0 1 0 0,18-11-1 0 0,-26 19 17 0 0,0 1 1 0 0,1 1 0 0 0,0-1 0 0 0,-1 1-1 0 0,1 0 1 0 0,0 1 0 0 0,1-1-1 0 0,-1 1 1 0 0,0 1 0 0 0,1 0 0 0 0,-1 0-1 0 0,0 0 1 0 0,1 1 0 0 0,9 0-1 0 0,-15 0 14 0 0,0 1-1 0 0,1-1 0 0 0,-1 1 0 0 0,0 0 0 0 0,0-1 1 0 0,0 1-1 0 0,1 0 0 0 0,-1 0 0 0 0,0 0 0 0 0,0 1 1 0 0,0-1-1 0 0,0 0 0 0 0,-1 1 0 0 0,1 0 0 0 0,1 1 1 0 0,0 0 17 0 0,0 1 1 0 0,-1-1-1 0 0,0 1 1 0 0,0 0-1 0 0,0-1 1 0 0,0 1-1 0 0,2 8 1 0 0,-1-4 35 0 0,-1 1 1 0 0,-1 0-1 0 0,0 0 0 0 0,0 0 1 0 0,0 0-1 0 0,-1 0 1 0 0,-2 12-1 0 0,-1-7 15 0 0,0 0 0 0 0,-1 0 0 0 0,-1-1 0 0 0,0 1-1 0 0,-13 23 1 0 0,-42 60 85 0 0,59-95-150 0 0,-5 6 8 0 0,-1 1 1 0 0,0-1 0 0 0,0 0 0 0 0,-1-1 0 0 0,0 0-1 0 0,-11 8 1 0 0,13-11-45 0 0,0 0 1 0 0,0 0-1 0 0,-1-1 0 0 0,1 0 1 0 0,-1 0-1 0 0,0 0 0 0 0,0-1 0 0 0,0 0 1 0 0,-14 2-1 0 0,19-4-5 0 0,0 0-1 0 0,0 0 1 0 0,1 0-1 0 0,-1-1 1 0 0,0 1-1 0 0,0 0 1 0 0,0-1-1 0 0,0 0 1 0 0,0 1-1 0 0,-2-3 1 0 0,3 3-111 0 0,0-3-25 0 0,1 0 153 0 0,0 0-1 0 0,0 0 0 0 0,1 0 1 0 0,-1 0-1 0 0,1 0 0 0 0,-1 0 0 0 0,1 0 1 0 0,0 0-1 0 0,0 0 0 0 0,0 0 1 0 0,0 0-1 0 0,1 0 0 0 0,-1 1 1 0 0,1-1-1 0 0,0 1 0 0 0,0-1 0 0 0,0 1 1 0 0,0 0-1 0 0,0 0 0 0 0,0 0 1 0 0,0 0-1 0 0,1 0 0 0 0,-1 0 0 0 0,1 0 1 0 0,5-2-1 0 0,100-69 35 0 0,18-9 298 0 0,-10 9-87 0 0,-41 23-152 0 0,-9 8 50 0 0,-60 36-88 0 0,-4 5 63 0 0,-8 11 78 0 0,-6 5-56 0 0,-1 0 0 0 0,-1-1 0 0 0,-16 14 0 0 0,-10 10 46 0 0,18-16-127 0 0,2-2 41 0 0,-21 27-1 0 0,36-41-67 0 0,1 0 1 0 0,0 0-1 0 0,0 1 0 0 0,0 0 0 0 0,1 0 0 0 0,0 0 0 0 0,0 0 1 0 0,0 1-1 0 0,-1 9 0 0 0,4-15-18 0 0,-1-1 0 0 0,1 1 1 0 0,0 0-1 0 0,0 0 0 0 0,0 0 0 0 0,0 0 0 0 0,0-1 0 0 0,0 1 1 0 0,1 0-1 0 0,-1 0 0 0 0,1 0 0 0 0,-1-1 0 0 0,1 1 0 0 0,-1 0 1 0 0,1 0-1 0 0,0-1 0 0 0,0 1 0 0 0,0-1 0 0 0,0 1 1 0 0,1 1-1 0 0,0-1-22 0 0,0-1 1 0 0,0 1-1 0 0,0-1 1 0 0,0 0-1 0 0,1 0 1 0 0,-1 0 0 0 0,0 0-1 0 0,1 0 1 0 0,-1 0-1 0 0,0 0 1 0 0,1-1-1 0 0,-1 1 1 0 0,3 0-1 0 0,6-1-102 0 0,0 0 0 0 0,-1 0 1 0 0,1-1-1 0 0,0 0 0 0 0,17-5 0 0 0,-19 4 17 0 0,29-7-795 0 0,44-16 0 0 0,-70 20 621 0 0,-1 0 1 0 0,1 0-1 0 0,-1-1 1 0 0,-1-1-1 0 0,1 1 0 0 0,-1-2 1 0 0,-1 0-1 0 0,10-9 1 0 0,0-4-341 0 0,-1-2 0 0 0,-1 0-1 0 0,-1-1 1 0 0,-1 0 0 0 0,-1-2 0 0 0,-1 0 0 0 0,-2 0 0 0 0,0-1 0 0 0,13-54 0 0 0,-17 54 552 0 0,-1 4 14 0 0,4-28 0 0 0,-10 43 584 0 0,1 0-1 0 0,-1 0 1 0 0,0 1 0 0 0,0-1-1 0 0,-1 0 1 0 0,0 0 0 0 0,-4-11-1 0 0,5 18-425 0 0,0 1-1 0 0,0-1 0 0 0,0 1 0 0 0,0-1 0 0 0,0 1 0 0 0,0-1 0 0 0,0 1 0 0 0,-1-1 0 0 0,1 1 1 0 0,0 0-1 0 0,0-1 0 0 0,0 1 0 0 0,-1-1 0 0 0,1 1 0 0 0,0 0 0 0 0,0-1 0 0 0,-1 1 0 0 0,1 0 1 0 0,0-1-1 0 0,-1 1 0 0 0,1 0 0 0 0,-1 0 0 0 0,1-1 0 0 0,0 1 0 0 0,-1 0 0 0 0,0-1 0 0 0,1 2 49 0 0,-1-1-1 0 0,1 0 0 0 0,-1 1 1 0 0,1-1-1 0 0,-1 0 0 0 0,1 1 1 0 0,0-1-1 0 0,-1 1 0 0 0,1-1 1 0 0,0 0-1 0 0,-1 1 1 0 0,1-1-1 0 0,0 1 0 0 0,0-1 1 0 0,-1 1-1 0 0,1-1 0 0 0,0 2 1 0 0,-9 28 1805 0 0,9-29-2083 0 0,-4 22 507 0 0,1 1 0 0 0,0-1 0 0 0,2 25 1 0 0,8 73 241 0 0,-1-20-270 0 0,2-12-211 0 0,0-12-56 0 0,-4-52-16 0 0,-4-17-37 0 0,0-6 9 0 0,1-4-114 0 0,-1-1 48 0 0,1 1 1 0 0,-1 0-1 0 0,1 0 0 0 0,0 0 1 0 0,0 0-1 0 0,1-2 0 0 0,3-9-51 0 0,4-18-209 0 0,1 0 0 0 0,2 1 0 0 0,0 0 0 0 0,2 1 1 0 0,2 1-1 0 0,22-33 0 0 0,-28 48 120 0 0,36-47-557 0 0,-42 55 637 0 0,1 0-1 0 0,0 0 1 0 0,0 1-1 0 0,1 0 1 0 0,-1 0-1 0 0,1 0 1 0 0,0 1 0 0 0,10-5-1 0 0,-15 7 83 0 0,1 1 0 0 0,-1-1 0 0 0,0 1 0 0 0,0 0 0 0 0,1-1 0 0 0,-1 1 0 0 0,0 0 0 0 0,1 0 0 0 0,-1 0 0 0 0,0 0 0 0 0,1 0 0 0 0,-1 0 0 0 0,0 0 0 0 0,1 0-1 0 0,-1 1 1 0 0,0-1 0 0 0,1 1 0 0 0,-1-1 0 0 0,0 1 0 0 0,0-1 0 0 0,2 2 0 0 0,-1-1 13 0 0,0 1 0 0 0,-1 0 0 0 0,1-1 0 0 0,-1 1 0 0 0,1 0 0 0 0,-1 0 1 0 0,0 0-1 0 0,0 0 0 0 0,0 0 0 0 0,0 0 0 0 0,1 3 0 0 0,1 6 60 0 0,0 0 1 0 0,-1-1-1 0 0,0 1 0 0 0,0 12 1 0 0,-1 25 232 0 0,-1-28-196 0 0,1-1 0 0 0,0 0-1 0 0,7 26 1 0 0,-6-33-88 0 0,2 1-1 0 0,0-1 1 0 0,0 0-1 0 0,7 12 1 0 0,-9-20-9 0 0,0-1 0 0 0,0 0 0 0 0,1 1 0 0 0,-1-1 0 0 0,1 0-1 0 0,-1 0 1 0 0,1-1 0 0 0,0 1 0 0 0,0-1 0 0 0,0 1 0 0 0,1-1 0 0 0,-1 0 0 0 0,1 0 0 0 0,-1 0-1 0 0,1-1 1 0 0,-1 1 0 0 0,7 1 0 0 0,1-1-30 0 0,-1-1-1 0 0,0 0 1 0 0,1 0-1 0 0,-1-1 0 0 0,1 0 1 0 0,-1-1-1 0 0,1 0 1 0 0,17-5-1 0 0,-7 1-42 0 0,-1-2 1 0 0,0-1-1 0 0,24-12 0 0 0,-30 12 67 0 0,-1 0 0 0 0,0-1-1 0 0,0-1 1 0 0,0 0 0 0 0,-2-1 0 0 0,1 0 0 0 0,-1-1 0 0 0,-1 0 0 0 0,0-1 0 0 0,-1 0 0 0 0,0-1 0 0 0,-1 1-1 0 0,-1-2 1 0 0,0 1 0 0 0,-1-1 0 0 0,6-21 0 0 0,-11 33 22 0 0,0 0-1 0 0,-1 0 1 0 0,1-1-1 0 0,-1 1 1 0 0,0 0-1 0 0,0 0 1 0 0,0 0-1 0 0,0 0 1 0 0,-1-1-1 0 0,1 1 1 0 0,-1 0-1 0 0,0 0 1 0 0,0 0-1 0 0,-1-4 1 0 0,1 6-6 0 0,0-1 1 0 0,0 1-1 0 0,0 0 1 0 0,0 0-1 0 0,0-1 1 0 0,0 1-1 0 0,0 0 1 0 0,0 0-1 0 0,-1 0 1 0 0,1 0-1 0 0,0 0 1 0 0,-1 1 0 0 0,1-1-1 0 0,-1 0 1 0 0,1 1-1 0 0,-1-1 1 0 0,1 1-1 0 0,-1-1 1 0 0,1 1-1 0 0,-1 0 1 0 0,0-1-1 0 0,1 1 1 0 0,-1 0-1 0 0,1 0 1 0 0,-1 0-1 0 0,0 0 1 0 0,1 1-1 0 0,-1-1 1 0 0,-2 1-1 0 0,-9 2 69 0 0,-1 2-1 0 0,0-1 0 0 0,1 2 0 0 0,0 0 0 0 0,0 0 0 0 0,0 1 0 0 0,1 1 1 0 0,0 0-1 0 0,1 0 0 0 0,-14 13 0 0 0,15-10-133 0 0,-1-1-1 0 0,2 1 1 0 0,0 1-1 0 0,-15 23 1 0 0,21-30 30 0 0,1 0 0 0 0,-1 0 0 0 0,1 0 0 0 0,0 1 0 0 0,0-1 0 0 0,1 1 0 0 0,0-1 0 0 0,0 1 0 0 0,0 0 0 0 0,0-1 0 0 0,1 1 0 0 0,0 0 0 0 0,0 0 0 0 0,1-1 0 0 0,1 9 0 0 0,-2-12-50 0 0,1 0-1 0 0,0 0 1 0 0,0 1-1 0 0,0-1 1 0 0,0 0 0 0 0,0 0-1 0 0,0 0 1 0 0,0 0-1 0 0,1 0 1 0 0,-1 0 0 0 0,1 0-1 0 0,-1-1 1 0 0,1 1-1 0 0,0 0 1 0 0,0-1-1 0 0,3 3 1 0 0,-2-2-18 0 0,1-1-1 0 0,-1 0 1 0 0,0 1-1 0 0,1-1 1 0 0,-1 0-1 0 0,1-1 1 0 0,-1 1-1 0 0,1-1 1 0 0,-1 1-1 0 0,5-1 1 0 0,0-1-69 0 0,-1 1 1 0 0,0-1-1 0 0,0 0 1 0 0,0-1-1 0 0,0 0 1 0 0,0 0-1 0 0,0-1 1 0 0,-1 1-1 0 0,1-1 1 0 0,7-6-1 0 0,-2 0 35 0 0,-1-1-1 0 0,0 0 1 0 0,0-1-1 0 0,-1 0 1 0 0,-1-1 0 0 0,0 0-1 0 0,-1-1 1 0 0,0 0-1 0 0,-1 0 1 0 0,11-26-1 0 0,-17 36 210 0 0,0 0-1 0 0,0 0 0 0 0,0 0 0 0 0,0 1 0 0 0,0-1 0 0 0,0-6 2480 0 0,-6 26-1685 0 0,5-7-823 0 0,1 0 0 0 0,0 0-1 0 0,0 0 1 0 0,1 0 0 0 0,0-1-1 0 0,1 1 1 0 0,0-1-1 0 0,7 15 1 0 0,-8-19-358 0 0,0 0 0 0 0,1 0 0 0 0,0-1 0 0 0,0 1 0 0 0,0-1 0 0 0,1 0 0 0 0,-1 0 0 0 0,1 0 0 0 0,0-1 0 0 0,0 1 0 0 0,0-1 0 0 0,0 0 0 0 0,1 0 0 0 0,-1 0 0 0 0,1-1 0 0 0,8 4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14767 0 0,'10'-12'679'0'0,"-10"12"-644"0"0,0-1 1 0 0,0 1 0 0 0,1 0-1 0 0,-1 0 1 0 0,0-1-1 0 0,0 1 1 0 0,0 0-1 0 0,0-1 1 0 0,1 1-1 0 0,-1-1 1 0 0,0 1-1 0 0,0 0 1 0 0,0-1 0 0 0,0 1-1 0 0,0 0 1 0 0,0-1-1 0 0,0 1 1 0 0,0 0-1 0 0,0-1 1 0 0,0 1-1 0 0,0-1 1 0 0,-1 1-1 0 0,1 0 1 0 0,0-1 0 0 0,0 0-1 0 0,0 1-27 0 0,-1 0-1 0 0,1-1 0 0 0,0 1 1 0 0,0 0-1 0 0,0-1 1 0 0,0 1-1 0 0,0 0 1 0 0,0-1-1 0 0,0 1 1 0 0,0 0-1 0 0,0-1 0 0 0,0 1 1 0 0,0 0-1 0 0,0-1 1 0 0,0 1-1 0 0,0 0 1 0 0,0-1-1 0 0,0 1 1 0 0,0-1-1 0 0,1 1 1 0 0,-1 0-1 0 0,0 0 0 0 0,0-1 1 0 0,0 1-1 0 0,0 0 1 0 0,1-1-1 0 0,-1 1 1 0 0,0 0-1 0 0,0 0 1 0 0,1-1-1 0 0,-1 1 0 0 0,0 0 1 0 0,1 0-1 0 0,-1-1 1 0 0,0 1-1 0 0,1 0 1 0 0,1-1 1485 0 0,-2 1-1043 0 0,1 0 0 0 0,0 0 0 0 0,-1 1 0 0 0,1-1 0 0 0,0 0 0 0 0,-1 0-1 0 0,1 0 1 0 0,0 1 0 0 0,-1-1 0 0 0,1 0 0 0 0,-1 1 0 0 0,1-1 0 0 0,0 0 0 0 0,-1 1 0 0 0,1 0 449 0 0,0 0-449 0 0,8 13 2256 0 0,3 21-2923 0 0,-10-27 1041 0 0,7 27-164 0 0,-6-21-508 0 0,1 1 0 0 0,0-1 0 0 0,1 0 0 0 0,1 0 1 0 0,0 0-1 0 0,11 18 0 0 0,-14-28-135 0 0,-1 1-1 0 0,0-1 1 0 0,0 1 0 0 0,0 0-1 0 0,-1 0 1 0 0,0 0 0 0 0,2 10-1 0 0,-2-10-3 0 0,-1 0 1 0 0,1 0-1 0 0,1 0 0 0 0,-1 0 0 0 0,1 0 0 0 0,0 0 1 0 0,0 0-1 0 0,3 4 0 0 0,-4-8-12 0 0,0 0 0 0 0,0 0-1 0 0,0 0 1 0 0,0 0 0 0 0,0 0 0 0 0,0 0 0 0 0,0-1 0 0 0,1 1-1 0 0,-1-1 1 0 0,0 1 0 0 0,0-1 0 0 0,3 1 0 0 0,-4 0 0 0 0,1-1 0 0 0,0 0 1 0 0,-1 0-1 0 0,1-1 1 0 0,-1 1-1 0 0,1 0 1 0 0,0 0-1 0 0,-1 0 0 0 0,1 0 1 0 0,-1 0-1 0 0,1-1 1 0 0,-1 1-1 0 0,1 0 0 0 0,-1-1 1 0 0,1 1-1 0 0,-1 0 1 0 0,1-1-1 0 0,-1 1 0 0 0,1 0 1 0 0,-1-1-1 0 0,0 1 1 0 0,1-1-1 0 0,-1 1 0 0 0,0-1 1 0 0,1 1-1 0 0,-1-1 1 0 0,0 1-1 0 0,1-1 0 0 0,-1 1 1 0 0,0-1-1 0 0,0 1 1 0 0,0-1-1 0 0,0 0 0 0 0,1 1 1 0 0,-1-1-1 0 0,0 0 1 0 0,0 0-1 0 0,2-3-8 0 0,0 0-1 0 0,1 0 1 0 0,-1 1 0 0 0,1-1-1 0 0,0 1 1 0 0,0-1-1 0 0,0 1 1 0 0,0 0 0 0 0,5-3-1 0 0,-5 4 2 0 0,-1-1-1 0 0,0 1-1 0 0,0 0 1 0 0,0-1 0 0 0,-1 1 0 0 0,1-1-1 0 0,-1 1 1 0 0,1-1 0 0 0,-1 0 0 0 0,0 0-1 0 0,0 0 1 0 0,0 0 0 0 0,0-5-1 0 0,9-21-73 0 0,-1 13 39 0 0,0 0 0 0 0,2 1 1 0 0,0 0-1 0 0,1 1 0 0 0,16-16 0 0 0,-24 25 27 0 0,1 0-1 0 0,-1-1 1 0 0,0 1-1 0 0,0-1 0 0 0,4-9 1 0 0,-2 5 15 0 0,-6 10-10 0 0,0-1-1 0 0,0 1 1 0 0,0 0-1 0 0,0-1 1 0 0,1 1-1 0 0,-1 0 1 0 0,0-1-1 0 0,0 1 1 0 0,1 0-1 0 0,-1-1 1 0 0,0 1-1 0 0,1 0 1 0 0,-1 0-1 0 0,0 0 1 0 0,1-1-1 0 0,-1 1 1 0 0,0 0-1 0 0,1 0 1 0 0,-1 0-1 0 0,0 0 1 0 0,1 0 0 0 0,-1-1-1 0 0,1 1 1 0 0,-1 0-1 0 0,0 0 1 0 0,1 0-1 0 0,-1 0 1 0 0,1 0-1 0 0,10 7 53 0 0,-9-5 2 0 0,0 0 0 0 0,-1 0 0 0 0,1 0 0 0 0,-1 0 0 0 0,1 0 0 0 0,-1 1-1 0 0,0-1 1 0 0,0 0 0 0 0,1 4 0 0 0,19 65 315 0 0,-20-63-350 0 0,15 69 87 0 0,-14-66-137 0 0,2-1 1 0 0,-1 1-1 0 0,1-1 0 0 0,1 0 0 0 0,6 10 0 0 0,-11-18-50 0 0,1-1-1 0 0,0 1 1 0 0,0-1-1 0 0,0 0 1 0 0,0 1 0 0 0,1-1-1 0 0,-1 0 1 0 0,0 1 0 0 0,0-1-1 0 0,1 0 1 0 0,-1 0-1 0 0,1 0 1 0 0,-1 0 0 0 0,4 1-1 0 0,4-1-3155 0 0,3-2-3768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 3223 0 0,'-2'-8'19728'0'0,"13"15"-20568"0"0,-1 3 344 0 0,2-2-5336 0 0,1 1-1072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72 2303 0 0,'5'8'12852'0'0,"-13"15"-5388"0"0,-5 0-3792 0 0,-19 21-1709 0 0,20-29-1075 0 0,-7 9-120 0 0,10-13-568 0 0,1 0-1 0 0,-1 1 1 0 0,2-1 0 0 0,-1 2-1 0 0,2-1 1 0 0,-10 24-1 0 0,15-32-186 0 0,0-3-11 0 0,1 1 1 0 0,0 0-1 0 0,-1 0 1 0 0,1-1-1 0 0,0 1 1 0 0,0 0-1 0 0,0 0 1 0 0,0-1-1 0 0,0 1 1 0 0,1 0-1 0 0,-1-1 1 0 0,1 4-1 0 0,-1-4-19 0 0,1-1 0 0 0,-1 1 0 0 0,0-1 0 0 0,1 1 0 0 0,-1-1 0 0 0,0 1 0 0 0,1-1 0 0 0,-1 1 0 0 0,1-1 0 0 0,-1 1 0 0 0,0-1 0 0 0,1 1 0 0 0,-1-1 0 0 0,1 0 0 0 0,-1 1 0 0 0,1-1 0 0 0,0 0 0 0 0,-1 1 0 0 0,1-1 0 0 0,-1 0 0 0 0,1 0 0 0 0,-1 0 0 0 0,1 1 0 0 0,1-1 0 0 0,14 1-375 0 0,-11-1 219 0 0,0-1 1 0 0,0 1-1 0 0,0-1 1 0 0,0-1-1 0 0,-1 1 1 0 0,1-1-1 0 0,0 0 1 0 0,0 0-1 0 0,-1 0 0 0 0,1 0 1 0 0,-1-1-1 0 0,0 0 1 0 0,0 0-1 0 0,0 0 1 0 0,0 0-1 0 0,0-1 0 0 0,-1 1 1 0 0,0-1-1 0 0,1 0 1 0 0,2-6-1 0 0,3-5-167 0 0,-2-1 0 0 0,1 0 0 0 0,-2 0-1 0 0,7-26 1 0 0,6-14 1196 0 0,-19 55-781 0 0,0 1 0 0 0,0 0 0 0 0,0 0 0 0 0,0-1 0 0 0,0 1 0 0 0,0 0 0 0 0,0-1 0 0 0,0 1 0 0 0,0 0 0 0 0,1 0 0 0 0,-1-1 0 0 0,0 1-1 0 0,0 0 1 0 0,0 0 0 0 0,0-1 0 0 0,1 1 0 0 0,-1 0 0 0 0,0 0 0 0 0,0 0 0 0 0,0-1 0 0 0,1 1 0 0 0,-1 0 0 0 0,0 0 0 0 0,0 0 0 0 0,1 0 0 0 0,-1-1 0 0 0,0 1 0 0 0,1 0 0 0 0,-1 0 0 0 0,0 0 0 0 0,0 0 0 0 0,1 0 0 0 0,-1 0 0 0 0,6 9 896 0 0,4 29-910 0 0,-8-25 335 0 0,32 131 544 0 0,-21-115 171 0 0,-1-47-750 0 0,6-14-311 0 0,-4 6 2 0 0,1 2 1 0 0,0-1-1 0 0,2 2 1 0 0,31-34-1 0 0,-43 53-52 0 0,18-20-47 0 0,2 1-1 0 0,0 1 1 0 0,2 2 0 0 0,31-19 0 0 0,-32 25-205 0 0,4 0-4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55 8287 0 0,'4'-10'1877'0'0,"2"-8"-4586"0"0,-6-9 23026 0 0,3 33-20051 0 0,-1 0 0 0 0,0-1-1 0 0,0 1 1 0 0,0 0 0 0 0,0 0-1 0 0,-1 0 1 0 0,0 0 0 0 0,-1 0-1 0 0,1 11 1 0 0,-5 58 434 0 0,4-71-679 0 0,-32 242 495 0 0,26-220-585 0 0,4-20-135 0 0,0 0-1 0 0,1 0 0 0 0,0 0 0 0 0,-1 7 1 0 0,2-11-464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 11975 0 0,'-5'-5'13856'0'0,"20"10"-14560"0"0,1 2-176 0 0,2 2-40 0 0,3-1-8 0 0,5-1-1288 0 0,1-1-264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6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19319 0 0,'-5'7'1751'0'0,"0"0"-1335"0"0,-1 0 0 0 0,0 0 1 0 0,0 0-1 0 0,0-1 0 0 0,-1 0 1 0 0,0-1-1 0 0,-15 10 0 0 0,-31 17 4354 0 0,-25 20-2462 0 0,75-50-2249 0 0,-3 2-4 0 0,0 0-1 0 0,1 1 1 0 0,-1 0-1 0 0,1-1 1 0 0,0 1-1 0 0,-6 8 1 0 0,11-12-55 0 0,-1-1 1 0 0,1 0-1 0 0,0 1 0 0 0,0-1 1 0 0,-1 1-1 0 0,1 0 0 0 0,0-1 1 0 0,0 1-1 0 0,0-1 0 0 0,0 1 1 0 0,-1-1-1 0 0,1 1 0 0 0,0-1 1 0 0,0 1-1 0 0,0-1 0 0 0,0 1 1 0 0,0 0-1 0 0,0-1 0 0 0,1 1 1 0 0,-1-1-1 0 0,0 1 0 0 0,0-1 1 0 0,0 1-1 0 0,0-1 0 0 0,1 1 1 0 0,-1-1-1 0 0,0 1 0 0 0,1-1 1 0 0,-1 1-1 0 0,0-1 0 0 0,1 1 1 0 0,-1-1-1 0 0,0 1 0 0 0,1-1 1 0 0,-1 0-1 0 0,1 1 0 0 0,-1-1 1 0 0,1 0-1 0 0,-1 0 0 0 0,1 1 1 0 0,-1-1-1 0 0,1 0 0 0 0,0 1 1 0 0,1-1 0 0 0,3 4-8 0 0,1-1 0 0 0,0 0 0 0 0,0-1 0 0 0,0 0 0 0 0,0 0 0 0 0,0 0 0 0 0,1 0 0 0 0,8 0 0 0 0,56 1-144 0 0,-25-2 74 0 0,-31 1 61 0 0,0-1 0 0 0,0 2 0 0 0,-1 0 0 0 0,19 7 0 0 0,-28-9 12 0 0,0 1 0 0 0,0 0 0 0 0,0 1 1 0 0,0-1-1 0 0,-1 1 0 0 0,1 0 0 0 0,-1 0 0 0 0,0 0 1 0 0,0 1-1 0 0,0 0 0 0 0,0-1 0 0 0,0 1 0 0 0,-1 1 1 0 0,0-1-1 0 0,4 6 0 0 0,-6-8 12 0 0,0 0 0 0 0,0 1 0 0 0,0-1 0 0 0,-1 0 0 0 0,1 1 0 0 0,0-1 0 0 0,-1 1-1 0 0,0-1 1 0 0,1 1 0 0 0,-1-1 0 0 0,0 1 0 0 0,0-1 0 0 0,-1 1 0 0 0,1-1 0 0 0,0 1 0 0 0,-2 3 0 0 0,0-2 22 0 0,1-1 0 0 0,-1 1 0 0 0,0-1-1 0 0,0 0 1 0 0,0 0 0 0 0,0 0 0 0 0,-1 0 0 0 0,1 0 0 0 0,-7 5 0 0 0,-1 0 46 0 0,-1-1 0 0 0,1 0 0 0 0,-2-1-1 0 0,1 0 1 0 0,-18 6 0 0 0,5-4-390 0 0,-1-1-1 0 0,0-1 0 0 0,0-2 1 0 0,-36 3-1 0 0,33-5-825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20159 0 0,'0'0'1826'0'0,"-1"1"-1504"0"0,-6 9 406 0 0,-1-1 0 0 0,1 1 0 0 0,1 1 0 0 0,0-1-1 0 0,0 1 1 0 0,-4 12 0 0 0,-8 15 645 0 0,11-23-1157 0 0,0 0-1 0 0,1 0 1 0 0,1 1 0 0 0,0 0-1 0 0,1-1 1 0 0,1 2 0 0 0,-2 21-1 0 0,6-16-268 0 0,-1-21-287 0 0,8 3-645 0 0,-8-4 937 0 0,1 1-1 0 0,-1-1 1 0 0,1 0 0 0 0,-1 1-1 0 0,1-1 1 0 0,0 0 0 0 0,-1 1-1 0 0,1-1 1 0 0,-1 0-1 0 0,1 0 1 0 0,0 0 0 0 0,-1 1-1 0 0,1-1 1 0 0,1 0-1 0 0,0-1-307 0 0,1 1-1 0 0,-1-1 1 0 0,0 0-1 0 0,1 0 0 0 0,-1 0 1 0 0,0 0-1 0 0,0 0 1 0 0,3-1-1 0 0,-5 1 316 0 0,14-8-1810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7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11055 0 0,'0'0'12769'0'0,"2"1"-12577"0"0,63 29 76 0 0,-20-11-17 0 0,-28-12-122 0 0,11 6 825 0 0,-26-12-453 0 0,-1 1 15 0 0,1 1-255 0 0,0 0 1 0 0,0 0-1 0 0,0 1 0 0 0,-1-1 0 0 0,1 1 0 0 0,-1-1 1 0 0,0 1-1 0 0,0-1 0 0 0,1 5 0 0 0,-2-5-138 0 0,0-1 0 0 0,0 1 0 0 0,0-1 0 0 0,0 1-1 0 0,-1 0 1 0 0,1-1 0 0 0,-1 1 0 0 0,0-1 0 0 0,0 1 0 0 0,0-1-1 0 0,0 1 1 0 0,0-1 0 0 0,0 0 0 0 0,-4 5 0 0 0,-4 5 178 0 0,-1-1 1 0 0,0 1-1 0 0,-18 13 1 0 0,15-13-192 0 0,8-7-76 0 0,0 1 0 0 0,1-1 1 0 0,0 1-1 0 0,-6 8 1 0 0,10-11 7 0 0,0-2-41 0 0,0 1-1 0 0,0-1 1 0 0,0 0-1 0 0,0 0 0 0 0,1 1 1 0 0,-1-1-1 0 0,0 0 0 0 0,1 0 1 0 0,-1 1-1 0 0,1-1 1 0 0,0 0-1 0 0,-1 0 0 0 0,1 0 1 0 0,0 0-1 0 0,-1 0 1 0 0,1 0-1 0 0,0 0 0 0 0,0 0 1 0 0,0 0-1 0 0,0 0 1 0 0,0 0-1 0 0,0-1 0 0 0,0 1 1 0 0,2 0-1 0 0,2 3 1 0 0,5 3-1 0 0,1 0 0 0 0,0-1 0 0 0,0-1 0 0 0,0 0 0 0 0,0 0 0 0 0,1-1 0 0 0,0 0 0 0 0,12 1 0 0 0,30 12-12 0 0,-38-10-49 0 0,-14-4 60 0 0,-1 0-8 0 0,0-2 8 0 0,0 0-1 0 0,-1 0 0 0 0,1 0 0 0 0,-1 0 1 0 0,1 1-1 0 0,-1-1 0 0 0,1 0 0 0 0,-1 0 1 0 0,0 1-1 0 0,1-1 0 0 0,-1 0 0 0 0,0 1 0 0 0,0-1 1 0 0,0 0-1 0 0,0 0 0 0 0,0 1 0 0 0,0-1 1 0 0,-1 0-1 0 0,1 1 0 0 0,0-1 0 0 0,-1 0 1 0 0,1 0-1 0 0,-1 0 0 0 0,1 1 0 0 0,-1-1 1 0 0,1 0-1 0 0,-1 0 0 0 0,0 0 0 0 0,0 0 1 0 0,0 0-1 0 0,-1 2 0 0 0,-4 3 28 0 0,0 0 0 0 0,0-1 0 0 0,-13 9 0 0 0,15-11 1 0 0,-11 8 2 0 0,0-2 0 0 0,-1 0-1 0 0,0 0 1 0 0,-25 9 0 0 0,56-26-29 0 0,23-17 0 0 0,-2 2 0 0 0,35-24 0 0 0,125-110 0 0 0,-162 128 0 0 0,-7 4-39 0 0,44-54 1 0 0,-70 78-29 0 0,-2 1-36 0 0,-11 7 124 0 0,1 0 0 0 0,0 1 1 0 0,0 0-1 0 0,1 0 0 0 0,-15 17 0 0 0,3-1 39 0 0,-22 33 0 0 0,37-47-60 0 0,1 0 0 0 0,0 0 0 0 0,0 1 0 0 0,-7 20 0 0 0,12-28 0 0 0,-1 0 0 0 0,1 1 0 0 0,0 0 0 0 0,1-1 0 0 0,-1 1 0 0 0,1-1 0 0 0,-1 1 0 0 0,1 0 0 0 0,0-1 0 0 0,1 1 0 0 0,-1 0 0 0 0,1-1 0 0 0,-1 1 0 0 0,1-1 0 0 0,0 1 0 0 0,0-1 0 0 0,0 1 0 0 0,1-1 0 0 0,3 6 0 0 0,-3-6-40 0 0,0-1 1 0 0,1 0-1 0 0,-1 1 1 0 0,1-1-1 0 0,0-1 1 0 0,-1 1-1 0 0,1 0 0 0 0,0-1 1 0 0,0 1-1 0 0,0-1 1 0 0,0 0-1 0 0,0 0 1 0 0,1 0-1 0 0,-1 0 1 0 0,0-1-1 0 0,0 1 0 0 0,0-1 1 0 0,6 0-1 0 0,6 0-324 0 0,1-1-1 0 0,22-4 0 0 0,-36 5 346 0 0,14-3-520 0 0,0 0-1 0 0,0-2 1 0 0,0 0 0 0 0,-1 0 0 0 0,17-10 0 0 0,-16 7-650 0 0,-1-1 1 0 0,0 0 0 0 0,0-1 0 0 0,-1-1 0 0 0,-1 0-1 0 0,0-1 1 0 0,0-1 0 0 0,-1 0 0 0 0,-1 0-1 0 0,0-1 1 0 0,-1 0 0 0 0,0-1 0 0 0,12-27-1 0 0,-11 16-625 0 0,9-35 0 0 0,-15 39 3131 0 0,0-2 4082 0 0,-1 0 5729 0 0,-17 83-6445 0 0,1-8-3585 0 0,8-29-934 0 0,2-1 0 0 0,0 0-1 0 0,1 1 1 0 0,1-1 0 0 0,1 1-1 0 0,1-1 1 0 0,5 24 0 0 0,-5-35-135 0 0,-2-6-24 0 0,1 0 0 0 0,0 0 0 0 0,0 0-1 0 0,3 7 1 0 0,-4-10-9 0 0,0 0 1 0 0,1 0-1 0 0,0 0 1 0 0,-1 0-1 0 0,1 0 1 0 0,-1 0-1 0 0,1 0 1 0 0,0-1-1 0 0,0 1 1 0 0,-1 0-1 0 0,1 0 1 0 0,0 0-1 0 0,0-1 0 0 0,0 1 1 0 0,0-1-1 0 0,0 1 1 0 0,0 0-1 0 0,0-1 1 0 0,0 1-1 0 0,0-1 1 0 0,0 0-1 0 0,0 1 1 0 0,0-1-1 0 0,1 0 1 0 0,-1 0-1 0 0,0 0 1 0 0,0 0-1 0 0,0 0 0 0 0,0 0 1 0 0,2 0-1 0 0,0-1-16 0 0,-1 1-1 0 0,0-1 1 0 0,0 0-1 0 0,0 0 0 0 0,0 0 1 0 0,0 0-1 0 0,0-1 1 0 0,0 1-1 0 0,0 0 1 0 0,3-3-1 0 0,7-10-56 0 0,-1 0 0 0 0,16-25 1 0 0,-9 12 29 0 0,136-174-407 0 0,-142 185 424 0 0,2 0 0 0 0,0 0 0 0 0,1 1-1 0 0,0 1 1 0 0,25-17 0 0 0,-40 31 31 0 0,0-1 0 0 0,1 1 0 0 0,-1 0 1 0 0,0 0-1 0 0,1-1 0 0 0,-1 1 0 0 0,1 0 0 0 0,-1 0 0 0 0,1-1 1 0 0,-1 1-1 0 0,0 0 0 0 0,1 0 0 0 0,-1 0 0 0 0,1 0 0 0 0,-1 0 0 0 0,1 0 1 0 0,-1 0-1 0 0,1 0 0 0 0,-1 0 0 0 0,1 0 0 0 0,-1 0 0 0 0,1 0 1 0 0,-1 0-1 0 0,1 0 0 0 0,-1 0 0 0 0,1 0 0 0 0,-1 0 0 0 0,1 1 1 0 0,0-1-1 0 0,1 5 31 0 0,0-1 0 0 0,0 0 1 0 0,-1 0 0 0 0,1 0-1 0 0,-1 0 1 0 0,0 1 0 0 0,0-1-1 0 0,-1 0 1 0 0,1 0 0 0 0,-1 7-1 0 0,-3 42 297 0 0,0-19-267 0 0,3-33-75 0 0,1 102 28 0 0,0-92-316 0 0,1 0 0 0 0,0 0 0 0 0,0 0 1 0 0,1-1-1 0 0,0 1 0 0 0,1-1 0 0 0,7 14 0 0 0,-1-10-2206 0 0,1-4-4034 0 0,2-3-2294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36 10591 0 0,'3'-5'1945'0'0,"14"-26"13034"0"0,-16 35-14607 0 0,0-1 0 0 0,0 1 1 0 0,0 0-1 0 0,0-1 0 0 0,-1 1 0 0 0,1 0 0 0 0,-1-1 1 0 0,0 6-1 0 0,-3 33-41 0 0,1-27 57 0 0,-17 135 211 0 0,12-72-4134 0 0,-3 0-1 0 0,-30 108 1 0 0,37-173 1173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8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5 313 6447 0 0,'-1'-4'-34'0'0,"0"0"-1"0"0,0 0 1 0 0,0 0-1 0 0,1 0 0 0 0,0 0 1 0 0,-1 0-1 0 0,1-1 1 0 0,1 1-1 0 0,0-5 0 0 0,0 3 641 0 0,1-1 0 0 0,0 0-1 0 0,0 1 1 0 0,1 0 0 0 0,3-7 0 0 0,0 1 2165 0 0,2 0 0 0 0,0 0 0 0 0,0 1 0 0 0,20-19 0 0 0,-16 19-2156 0 0,1 1-1 0 0,0 0 0 0 0,0 1 1 0 0,1 1-1 0 0,1 0 1 0 0,-1 1-1 0 0,1 0 0 0 0,1 1 1 0 0,-1 1-1 0 0,32-6 1 0 0,-40 9-504 0 0,1 1 1 0 0,0 0-1 0 0,0 1 0 0 0,0 0 1 0 0,-1 0-1 0 0,1 0 1 0 0,0 1-1 0 0,0 1 1 0 0,-1-1-1 0 0,1 1 0 0 0,-1 0 1 0 0,13 6-1 0 0,-15-6-86 0 0,0 1-1 0 0,0 0 1 0 0,0 0-1 0 0,-1 0 1 0 0,1 1-1 0 0,-1-1 0 0 0,0 1 1 0 0,0 0-1 0 0,0 0 1 0 0,0 1-1 0 0,-1-1 1 0 0,1 1-1 0 0,-1 0 1 0 0,-1 0-1 0 0,1 0 1 0 0,-1 0-1 0 0,1 0 1 0 0,0 6-1 0 0,2 7 23 0 0,-2 0 1 0 0,0 1-1 0 0,-1-1 0 0 0,-1 1 1 0 0,-1 21-1 0 0,-3-11-21 0 0,0 0 0 0 0,-11 45 1 0 0,11-65 15 0 0,2-2-20 0 0,0-5 24 0 0,1-4-42 0 0,-1 1-1 0 0,1-1 1 0 0,-1 0-1 0 0,1 1 0 0 0,0-1 1 0 0,-1 0-1 0 0,1 1 1 0 0,0-4-1 0 0,1-1-11 0 0,0 1 1 0 0,0-1-1 0 0,1 1 0 0 0,-1-1 1 0 0,1 1-1 0 0,0 0 1 0 0,1 0-1 0 0,3-7 0 0 0,6-5-55 0 0,13-16-1 0 0,5-8-1 0 0,-15 17-23 0 0,37-42 1 0 0,-41 54 18 0 0,0 1-1 0 0,1 0 0 0 0,1 0 1 0 0,25-16-1 0 0,-33 25 33 0 0,1-1 0 0 0,-1 0 0 0 0,1 1 1 0 0,0 0-1 0 0,-1 1 0 0 0,1-1 0 0 0,0 1 0 0 0,0 0 0 0 0,0 0 1 0 0,0 1-1 0 0,0 0 0 0 0,0 0 0 0 0,7 1 0 0 0,-10-1 23 0 0,-1 1-1 0 0,1-1 1 0 0,0 1 0 0 0,-1 0-1 0 0,1 0 1 0 0,-1 0-1 0 0,0 0 1 0 0,1 0 0 0 0,-1 0-1 0 0,0 1 1 0 0,1-1 0 0 0,-1 1-1 0 0,0-1 1 0 0,0 1-1 0 0,0 0 1 0 0,-1 0 0 0 0,1 0-1 0 0,0 0 1 0 0,-1 0 0 0 0,1 0-1 0 0,-1 1 1 0 0,0-1-1 0 0,0 0 1 0 0,0 1 0 0 0,0-1-1 0 0,0 1 1 0 0,0-1 0 0 0,-1 1-1 0 0,1 0 1 0 0,-1-1-1 0 0,1 4 1 0 0,-2 9-53 0 0,1 0-1 0 0,-2 0 1 0 0,0-1 0 0 0,-1 1-1 0 0,0-1 1 0 0,-2 1 0 0 0,-9 23-1 0 0,13-36-82 0 0,4 0-837 0 0,-3-2 973 0 0,0 0 0 0 0,0 0 1 0 0,0 0-1 0 0,1 1 0 0 0,-1-1 1 0 0,0 0-1 0 0,0 0 0 0 0,0 0 0 0 0,0 0 1 0 0,0 1-1 0 0,0-1 0 0 0,1 0 1 0 0,-1 0-1 0 0,0 0 0 0 0,0 0 0 0 0,0 0 1 0 0,0 0-1 0 0,1 0 0 0 0,-1 0 1 0 0,0 1-1 0 0,0-1 0 0 0,0 0 0 0 0,1 0 1 0 0,-1 0-1 0 0,0 0 0 0 0,0 0 1 0 0,0 0-1 0 0,1 0 0 0 0,-1 0 0 0 0,0 0 1 0 0,3 0-13 0 0,-1 0 1 0 0,0 0-1 0 0,1-1 1 0 0,-1 1-1 0 0,0 0 1 0 0,1-1-1 0 0,-1 0 0 0 0,0 1 1 0 0,0-1-1 0 0,0 0 1 0 0,0 0-1 0 0,0 0 1 0 0,3-2-1 0 0,-2 0 3 0 0,0 0-1 0 0,0 0 1 0 0,0 0-1 0 0,-1 0 1 0 0,1 0-1 0 0,-1-1 1 0 0,2-3-1 0 0,7-10-241 0 0,20-24 0 0 0,-20 29-167 0 0,-2 0-1 0 0,0-1 1 0 0,14-27-1 0 0,-22 38 406 0 0,1-1 18 0 0,-1 0 0 0 0,1-1 0 0 0,-1 1 0 0 0,1 0 0 0 0,0 1 0 0 0,0-1 1 0 0,0 0-1 0 0,1 1 0 0 0,-1-1 0 0 0,0 1 0 0 0,1-1 0 0 0,0 1 0 0 0,3-2 0 0 0,-4 2 46 0 0,1 1 0 0 0,-1-1 0 0 0,0 1-1 0 0,1 0 1 0 0,-1 0 0 0 0,1 0 0 0 0,0 0-1 0 0,-1 0 1 0 0,1 1 0 0 0,0-1 0 0 0,-1 1-1 0 0,1 0 1 0 0,0-1 0 0 0,0 1-1 0 0,-1 0 1 0 0,1 1 0 0 0,0-1 0 0 0,0 0-1 0 0,-1 1 1 0 0,1 0 0 0 0,0 0 0 0 0,-1-1-1 0 0,1 1 1 0 0,-1 1 0 0 0,1-1 0 0 0,-1 0-1 0 0,1 1 1 0 0,-1-1 0 0 0,0 1 0 0 0,0 0-1 0 0,0-1 1 0 0,0 1 0 0 0,0 0-1 0 0,3 5 1 0 0,1 1 154 0 0,-1 0-1 0 0,0 0 1 0 0,-1 1 0 0 0,0 0-1 0 0,0 0 1 0 0,-1 0 0 0 0,0 0-1 0 0,3 16 1 0 0,16 137 1672 0 0,-4-23-1074 0 0,-17-135-787 0 0,20 160 116 0 0,-20-147-109 0 0,-1 0 1 0 0,-1 1 0 0 0,0-1-1 0 0,-1 0 1 0 0,-1 0 0 0 0,-1 0-1 0 0,-8 24 1 0 0,10-35-10 0 0,-1 0 1 0 0,0 0-1 0 0,0 0 0 0 0,-1 0 1 0 0,0 0-1 0 0,0-1 0 0 0,0 0 1 0 0,-1 0-1 0 0,-6 6 0 0 0,9-9 0 0 0,1-1-1 0 0,-1 0 1 0 0,0 1-1 0 0,1-1 1 0 0,-1 0-1 0 0,0 0 1 0 0,0 0-1 0 0,0 0 1 0 0,0-1-1 0 0,0 1 1 0 0,0 0-1 0 0,0-1 1 0 0,0 1-1 0 0,0-1 1 0 0,0 0-1 0 0,0 0 1 0 0,-1 0-1 0 0,1 0 1 0 0,0 0-1 0 0,0 0 1 0 0,0-1-1 0 0,0 1 1 0 0,0-1-1 0 0,0 1 1 0 0,0-1-1 0 0,0 0 1 0 0,0 1-1 0 0,0-1 1 0 0,0 0-1 0 0,0-1 1 0 0,1 1-1 0 0,-4-3 1 0 0,0 0-34 0 0,1-1 1 0 0,0 0-1 0 0,0 0 0 0 0,1 0 1 0 0,-1 0-1 0 0,1-1 1 0 0,0 1-1 0 0,1-1 1 0 0,-1 0-1 0 0,1 0 1 0 0,0 0-1 0 0,-1-6 0 0 0,-2-12-199 0 0,-3-41 0 0 0,8 63 221 0 0,-2-29-86 0 0,2 0-1 0 0,1-1 1 0 0,2 1 0 0 0,1 0-1 0 0,1 1 1 0 0,2-1 0 0 0,0 1 0 0 0,15-34-1 0 0,-1 11 28 0 0,3 1 1 0 0,3 1-1 0 0,48-72 0 0 0,-25 56 65 0 0,-43 60 17 0 0,0-1-1 0 0,0 1 0 0 0,1 1 1 0 0,0 0-1 0 0,0 0 0 0 0,9-5 1 0 0,-16 10-6 0 0,0 0 0 0 0,1 1 1 0 0,-1-1-1 0 0,0 1 0 0 0,0-1 0 0 0,0 1 1 0 0,1 0-1 0 0,-1-1 0 0 0,0 1 0 0 0,0 0 1 0 0,1 0-1 0 0,-1 0 0 0 0,0 0 1 0 0,1 0-1 0 0,-1 0 0 0 0,0 0 0 0 0,0 1 1 0 0,1-1-1 0 0,-1 0 0 0 0,2 2 1 0 0,-1-1 12 0 0,-1 0 0 0 0,1 0 0 0 0,0 0 0 0 0,-1 1 0 0 0,1-1 0 0 0,-1 1 1 0 0,1-1-1 0 0,-1 1 0 0 0,0-1 0 0 0,0 1 0 0 0,2 3 0 0 0,0 1 21 0 0,0-1 0 0 0,-1 1-1 0 0,0 0 1 0 0,0 0-1 0 0,-1 0 1 0 0,0 0-1 0 0,1 10 1 0 0,-2 8-22 0 0,-1-1 0 0 0,-2 1 0 0 0,0-1 0 0 0,-2 0 0 0 0,0 0 0 0 0,-2 0 0 0 0,-12 29 0 0 0,8-18-65 0 0,11-32-203 0 0,11-9-2098 0 0,-3 0 1953 0 0,1 0 0 0 0,-1 0 0 0 0,-1-1 0 0 0,1 0 0 0 0,-2-1 0 0 0,10-12 0 0 0,0-1-147 0 0,32-51-692 0 0,-15 23 932 0 0,-10 15 228 0 0,-14 19 743 0 0,1 1 1 0 0,1 0-1 0 0,14-14 1656 0 0,-24 30-2150 0 0,1-1-1 0 0,0 1 1 0 0,-1 0-1 0 0,1 0 0 0 0,-1 1 1 0 0,1-1-1 0 0,-1 0 0 0 0,0 0 1 0 0,1 1-1 0 0,-1-1 0 0 0,0 1 1 0 0,0-1-1 0 0,0 1 1 0 0,0-1-1 0 0,0 1 0 0 0,0 0 1 0 0,-1-1-1 0 0,1 1 0 0 0,0 0 1 0 0,-1 0-1 0 0,1 2 1 0 0,1 4-79 0 0,0 1 0 0 0,-1-1 1 0 0,1 11-1 0 0,-2 44 108 0 0,-1-41-505 0 0,1 0 0 0 0,4 29-1 0 0,-4-49-207 0 0,6 5-3382 0 0,0 0 2073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31 8287 0 0,'0'0'816'0'0,"-2"-7"-728"0"0,5-6 9264 0 0,4 9-5960 0 0,2 0-3056 0 0,3 3-608 0 0,1-1-120 0 0,3 2-24 0 0,7 0-1688 0 0,-1 2-328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4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5983 0 0,'7'5'17799'0'0,"-9"3"-17104"0"0,0-1 0 0 0,-1 0 0 0 0,0 0-1 0 0,0 0 1 0 0,-1 0 0 0 0,0-1 0 0 0,-5 7 0 0 0,-38 44 855 0 0,27-34-849 0 0,-40 37 36 0 0,0 0-383 0 0,53-51-350 0 0,0 0-1 0 0,0 0 0 0 0,1 1 0 0 0,0 0 1 0 0,-5 11-1 0 0,9-17-3 0 0,0-1-1 0 0,1 1 1 0 0,0 0 0 0 0,0-1-1 0 0,0 1 1 0 0,0 0 0 0 0,1 0 0 0 0,-1 0-1 0 0,1 0 1 0 0,0 0 0 0 0,0 0-1 0 0,1 0 1 0 0,-1 0 0 0 0,2 5-1 0 0,-1-5 5 0 0,1-1-1 0 0,-1 0 1 0 0,1 0-1 0 0,0 0 0 0 0,0 0 1 0 0,0 0-1 0 0,0 0 1 0 0,1 0-1 0 0,-1 0 0 0 0,1-1 1 0 0,-1 0-1 0 0,1 1 1 0 0,0-1-1 0 0,0 0 1 0 0,0 0-1 0 0,4 1 0 0 0,6 3-1 0 0,-1 0 0 0 0,2-2-1 0 0,-1 1 1 0 0,1-2 0 0 0,-1 0-1 0 0,1 0 1 0 0,22 0 0 0 0,4-1-4 0 0,56-6 1 0 0,4-10 136 0 0,-65 8-1780 0 0,64-3 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6 179 25799 0 0,'-1'0'2337'0'0,"-3"-1"-1867"0"0,18-11 515 0 0,0 5-648 0 0,-1 2-1 0 0,1-1 1 0 0,0 1-1 0 0,23-4 1 0 0,61-5 102 0 0,-66 10-428 0 0,66-10 20 0 0,86-10 13 0 0,66-7-813 0 0,-57 6-122 0 0,-128 17-370 0 0,28-3-2935 0 0,-59 9 2153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12439 0 0,'-10'1'14959'0'0,"23"15"-12283"0"0,-8-12-2534 0 0,1-1 0 0 0,0 0 0 0 0,0 0 0 0 0,0-1 0 0 0,14 4 0 0 0,-4-1-45 0 0,34 9-18 0 0,-39-12-79 0 0,0 1 0 0 0,0 0 0 0 0,0 1 0 0 0,-1 0 1 0 0,1 0-1 0 0,-1 1 0 0 0,15 10 0 0 0,-23-13 2 0 0,0-1 0 0 0,0 1 0 0 0,0 0 0 0 0,0 0-1 0 0,-1 0 1 0 0,1 0 0 0 0,0 0 0 0 0,-1 0 0 0 0,0 0 0 0 0,0 1 0 0 0,0-1 0 0 0,0 0-1 0 0,0 1 1 0 0,0-1 0 0 0,0 1 0 0 0,-1-1 0 0 0,1 3 0 0 0,-1-1 10 0 0,0 0 1 0 0,0 0-1 0 0,0 1 1 0 0,-1-1-1 0 0,0 0 1 0 0,1 0-1 0 0,-1 0 1 0 0,-1 0-1 0 0,-2 6 1 0 0,-3 3 50 0 0,0 0 0 0 0,-1 0 0 0 0,-1-1 1 0 0,-17 19-1 0 0,-70 71-1327 0 0,86-89-1275 0 0,7-3-3894 0 0,4 1-2766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3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108 169 24623 0 0,'-2'0'129'0'0,"1"0"-1"0"0,-1 0 1 0 0,1 0-1 0 0,0 0 1 0 0,-1 0-1 0 0,1 1 0 0 0,0-1 1 0 0,-1 1-1 0 0,1-1 1 0 0,0 1-1 0 0,-1-1 1 0 0,1 1-1 0 0,0 0 1 0 0,0 0-1 0 0,-1-1 1 0 0,1 1-1 0 0,0 0 1 0 0,0 0-1 0 0,0 0 1 0 0,0 0-1 0 0,0 0 1 0 0,1 1-1 0 0,-1-1 1 0 0,0 0-1 0 0,0 0 1 0 0,1 1-1 0 0,-2 1 1 0 0,-2 6 389 0 0,1 0 0 0 0,-6 19 1 0 0,6-15 124 0 0,-13 40 417 0 0,-16 105 0 0 0,28-124-1318 0 0,1 0-1 0 0,2 1 1 0 0,2-1-1 0 0,5 42 1 0 0,-6-74-513 0 0</inkml:trace>
  <inkml:trace contextRef="#ctx0" brushRef="#br0" timeOffset="1">239 0 18255 0 0,'0'0'1976'0'0,"-5"8"-1976"0"0,2 0 264 0 0,0 4 16 0 0,1 2 0 0 0,2 2 0 0 0,2 4-1016 0 0,1 4-192 0 0,2 5-48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269 572 15983 0 0,'0'0'730'0'0,"0"-1"-14"0"0,8-13 309 0 0,0 0 0 0 0,-2 0 1 0 0,8-22-1 0 0,-12 31-519 0 0,-1-1 0 0 0,1 1 0 0 0,-1-1 0 0 0,0 0 0 0 0,-1 1 0 0 0,1-1 1 0 0,-1 0-1 0 0,0 1 0 0 0,-1-1 0 0 0,1 0 0 0 0,-1 1 0 0 0,0-1 0 0 0,-2-5 0 0 0,3 10-465 0 0,-1 0 0 0 0,1 0 0 0 0,-1 0 0 0 0,0 1 0 0 0,1-1 1 0 0,-1 0-1 0 0,0 1 0 0 0,1-1 0 0 0,-1 0 0 0 0,0 1 0 0 0,0-1 0 0 0,0 1 0 0 0,1-1 0 0 0,-1 1 0 0 0,0-1 0 0 0,0 1 0 0 0,0 0 1 0 0,0-1-1 0 0,0 1 0 0 0,0 0 0 0 0,0 0 0 0 0,0 0 0 0 0,0-1 0 0 0,0 1 0 0 0,0 0 0 0 0,0 0 0 0 0,0 1 0 0 0,0-1 0 0 0,0 0 1 0 0,0 0-1 0 0,-1 1 0 0 0,-5 0 118 0 0,1 1 1 0 0,0 0 0 0 0,-9 5 0 0 0,14-7-130 0 0,-15 9 112 0 0,1 1 1 0 0,0 0-1 0 0,0 1 1 0 0,-21 20-1 0 0,12-10-14 0 0,-39 38 93 0 0,54-50-200 0 0,1 1-1 0 0,1-1 1 0 0,-1 1-1 0 0,-10 21 1 0 0,16-28-19 0 0,1 1 0 0 0,-1-1 0 0 0,1 1 0 0 0,0-1-1 0 0,0 1 1 0 0,1 0 0 0 0,-1-1 0 0 0,0 1 0 0 0,1 0 0 0 0,0 0 0 0 0,0 3 0 0 0,1-5-21 0 0,-1 0 0 0 0,0-1 0 0 0,1 1 0 0 0,-1-1 0 0 0,1 1 0 0 0,0-1 0 0 0,-1 1 0 0 0,1-1 0 0 0,0 1 0 0 0,0-1 1 0 0,0 0-1 0 0,0 1 0 0 0,0-1 0 0 0,0 0 0 0 0,0 0 0 0 0,1 0 0 0 0,-1 0 0 0 0,0 0 0 0 0,1 0 0 0 0,-1 0 0 0 0,1 0 1 0 0,-1 0-1 0 0,1-1 0 0 0,-1 1 0 0 0,1 0 0 0 0,2 0 0 0 0,3 0-96 0 0,1 0 1 0 0,-1 0-1 0 0,0-1 0 0 0,1 1 1 0 0,-1-2-1 0 0,1 1 1 0 0,-1-1-1 0 0,1 0 0 0 0,12-4 1 0 0,-6 1-43 0 0,-1-1 1 0 0,0 0 0 0 0,0-1-1 0 0,17-10 1 0 0,-17 7 106 0 0,0-1 0 0 0,0 0 0 0 0,0-1 0 0 0,-2 0 0 0 0,1-1 0 0 0,-1 0 0 0 0,-1-1 0 0 0,14-24 0 0 0,2-8 164 0 0,27-68 1 0 0,3-6 586 0 0,-40 78-493 0 0,-15 39 372 0 0,-2 4-428 0 0,-24 62 281 0 0,5-17-321 0 0,-14 57 1 0 0,30-89-84 0 0,1 0 0 0 0,0 1 0 0 0,1-1 0 0 0,1 1 0 0 0,0-1 1 0 0,1 1-1 0 0,1-1 0 0 0,3 19 0 0 0,-2-27-38 0 0,-1-1-1 0 0,1 0 0 0 0,0 0 1 0 0,0 0-1 0 0,0 0 1 0 0,1 0-1 0 0,0-1 1 0 0,1 1-1 0 0,-1-1 1 0 0,1 1-1 0 0,0-1 1 0 0,0 0-1 0 0,0-1 1 0 0,1 1-1 0 0,8 5 1 0 0,-9-7-65 0 0,1 0 0 0 0,0 0 0 0 0,0-1 0 0 0,0 0 0 0 0,0 0 0 0 0,0 0 0 0 0,0-1 0 0 0,0 1 0 0 0,1-1 0 0 0,-1-1 0 0 0,1 1 0 0 0,-1-1 0 0 0,0 0-1 0 0,1 0 1 0 0,-1 0 0 0 0,1-1 0 0 0,-1 0 0 0 0,9-2 0 0 0,0-2 49 0 0,-1 0-1 0 0,1-1 0 0 0,-1-1 0 0 0,-1 1 0 0 0,0-2 0 0 0,0 0 0 0 0,0-1 0 0 0,-1 0 1 0 0,0 0-1 0 0,-1-1 0 0 0,17-21 0 0 0,-6 4 126 0 0,-2 0 0 0 0,0-2 0 0 0,27-59 0 0 0,-40 74-73 0 0,0 3 3 0 0,-2 0 0 0 0,1 0-1 0 0,-1 0 1 0 0,3-19 0 0 0,-21 44 159 0 0,4-2-172 0 0,1 1-1 0 0,1-1 1 0 0,0 2-1 0 0,1-1 1 0 0,0 1 0 0 0,1 0-1 0 0,1 1 1 0 0,0-1 0 0 0,1 1-1 0 0,1 0 1 0 0,0 0-1 0 0,-1 31 1 0 0,4-39-61 0 0,0 0 0 0 0,1 0-1 0 0,-1 1 1 0 0,2-1 0 0 0,-1 0 0 0 0,1 0-1 0 0,0 0 1 0 0,0 0 0 0 0,1 0 0 0 0,0-1-1 0 0,0 1 1 0 0,1-1 0 0 0,-1 0 0 0 0,1 0-1 0 0,1 0 1 0 0,-1 0 0 0 0,1-1 0 0 0,0 1-1 0 0,1-1 1 0 0,-1-1 0 0 0,1 1 0 0 0,0-1-1 0 0,0 0 1 0 0,0 0 0 0 0,0-1 0 0 0,1 1-1 0 0,-1-2 1 0 0,1 1 0 0 0,0-1 0 0 0,0 0-1 0 0,12 2 1 0 0,-4-3-21 0 0,0-1 1 0 0,0 0-1 0 0,0-1 0 0 0,0-1 1 0 0,-1 0-1 0 0,1-1 0 0 0,-1 0 0 0 0,0-2 1 0 0,1 1-1 0 0,-2-2 0 0 0,1 0 1 0 0,-1 0-1 0 0,0-2 0 0 0,14-9 0 0 0,-8 4 136 0 0,0-2-1 0 0,-1 0 1 0 0,0-1-1 0 0,-2-1 1 0 0,0 0 0 0 0,0-1-1 0 0,-2-1 1 0 0,14-23-1 0 0,-25 37-33 0 0,0-1-1 0 0,0 1 0 0 0,-1-1 1 0 0,0 0-1 0 0,0 0 1 0 0,0 0-1 0 0,-1 0 1 0 0,2-8-1 0 0,-3 13-15 0 0,0-1 0 0 0,0 1 0 0 0,0-1 0 0 0,0 1 0 0 0,0-1 0 0 0,0 1 0 0 0,-1 0 0 0 0,1-1 0 0 0,0 1 0 0 0,-1-1 0 0 0,1 1 0 0 0,-1 0 0 0 0,0-1 0 0 0,1 1 0 0 0,-1 0 0 0 0,0 0 0 0 0,0 0 0 0 0,0-1 0 0 0,0 1 0 0 0,0 0 0 0 0,0 0 0 0 0,0 0 0 0 0,0 0 0 0 0,0 1 0 0 0,0-1 0 0 0,0 0 0 0 0,-1 0 0 0 0,1 1 0 0 0,0-1 0 0 0,-1 0 0 0 0,1 1 0 0 0,0 0 0 0 0,-1-1 0 0 0,1 1 0 0 0,-1 0 0 0 0,1 0 0 0 0,-1-1 0 0 0,1 1 0 0 0,-3 1 0 0 0,-3-1 38 0 0,-1 0-1 0 0,1 1 1 0 0,0 0 0 0 0,0 1-1 0 0,-1 0 1 0 0,1 0 0 0 0,1 0-1 0 0,-1 1 1 0 0,0 0 0 0 0,0 0-1 0 0,1 1 1 0 0,-11 7 0 0 0,-1 3-27 0 0,0 1 0 0 0,-28 28 0 0 0,35-31-3 0 0,0 1 0 0 0,-16 23 1 0 0,24-32 6 0 0,1 1 1 0 0,-1-1-1 0 0,1 1 1 0 0,0-1-1 0 0,0 1 1 0 0,1 0 0 0 0,-1-1-1 0 0,1 1 1 0 0,0 0-1 0 0,1 0 1 0 0,-1 0 0 0 0,1 0-1 0 0,0 8 1 0 0,0-12-84 0 0,1 1 0 0 0,-1-1 0 0 0,1 1 0 0 0,-1-1 0 0 0,1 1 0 0 0,-1-1 0 0 0,1 1 0 0 0,0-1 0 0 0,0 1 0 0 0,0-1 0 0 0,0 0 0 0 0,0 0 0 0 0,0 1 0 0 0,0-1 0 0 0,1 0-1 0 0,-1 0 1 0 0,0 0 0 0 0,0 0 0 0 0,1-1 0 0 0,-1 1 0 0 0,1 0 0 0 0,-1 0 0 0 0,1-1 0 0 0,-1 1 0 0 0,1-1 0 0 0,-1 1 0 0 0,1-1 0 0 0,0 0 0 0 0,-1 0 0 0 0,1 0 0 0 0,-1 0 0 0 0,3 0 0 0 0,3 0-99 0 0,1 0 1 0 0,-1 0-1 0 0,0-1 0 0 0,1-1 0 0 0,12-3 0 0 0,-6 0-4 0 0,-1 0 0 0 0,1-1-1 0 0,-1-1 1 0 0,0 0 0 0 0,-1-1 0 0 0,1 0 0 0 0,-2-1-1 0 0,1-1 1 0 0,11-12 0 0 0,-3 1 116 0 0,-1-1 0 0 0,-1-1 1 0 0,24-41-1 0 0,-41 63 271 0 0,-2 2-53 0 0,-8 8 1 0 0,1 0-1 0 0,1 1 1 0 0,0 0-1 0 0,0 0 1 0 0,0 0-1 0 0,-5 16 1 0 0,10-22-164 0 0,0 0 1 0 0,0 1-1 0 0,0-1 0 0 0,1 0 0 0 0,0 1 1 0 0,0 0-1 0 0,0-1 0 0 0,1 1 0 0 0,-1 0 1 0 0,1-1-1 0 0,0 1 0 0 0,0 0 1 0 0,1-1-1 0 0,0 1 0 0 0,-1-1 0 0 0,2 1 1 0 0,-1 0-1 0 0,0-1 0 0 0,4 8 0 0 0,-3-9-26 0 0,1 0-1 0 0,-1 0 0 0 0,1-1 0 0 0,0 1 0 0 0,0-1 1 0 0,0 1-1 0 0,0-1 0 0 0,0 0 0 0 0,0 0 0 0 0,0 0 1 0 0,1-1-1 0 0,-1 1 0 0 0,1-1 0 0 0,-1 1 0 0 0,1-1 1 0 0,0-1-1 0 0,-1 1 0 0 0,1 0 0 0 0,0-1 0 0 0,0 0 1 0 0,4 0-1 0 0,6 0-67 0 0,-1-1 0 0 0,0 0 0 0 0,0-1 0 0 0,23-6 0 0 0,-20 3 76 0 0,0-1 0 0 0,-1 0 0 0 0,0-1-1 0 0,0 0 1 0 0,-1-2 0 0 0,0 1 0 0 0,0-2 0 0 0,20-17-1 0 0,-20 12 51 0 0,1 0-1 0 0,-2 0 0 0 0,0-1 0 0 0,-1-1 1 0 0,0 0-1 0 0,13-28 0 0 0,19-40 86 0 0,29-59-22 0 0,-63 120-83 0 0,-1 0-1 0 0,-1-1 0 0 0,-1 0 1 0 0,5-30-1 0 0,-12 51-8 0 0,1 0 0 0 0,-1-1 0 0 0,1 1 0 0 0,-1 0 0 0 0,-2-9 1 0 0,2 12-8 0 0,0 0 0 0 0,0 1 1 0 0,0-1-1 0 0,-1 0 0 0 0,1 1 0 0 0,0-1 1 0 0,-1 0-1 0 0,1 1 0 0 0,0-1 1 0 0,-1 0-1 0 0,1 1 0 0 0,-1-1 1 0 0,1 0-1 0 0,-1 1 0 0 0,1-1 1 0 0,-1 1-1 0 0,0-1 0 0 0,1 1 1 0 0,-1 0-1 0 0,0-1 0 0 0,1 1 1 0 0,-1 0-1 0 0,0-1 0 0 0,1 1 1 0 0,-1 0-1 0 0,0 0 0 0 0,0-1 1 0 0,1 1-1 0 0,-1 0 0 0 0,0 0 1 0 0,0 0-1 0 0,1 0 0 0 0,-1 0 0 0 0,0 0 1 0 0,0 0-1 0 0,1 0 0 0 0,-1 1 1 0 0,0-1-1 0 0,0 0 0 0 0,1 0 1 0 0,-2 1-1 0 0,-3 1 19 0 0,1 0-1 0 0,0 0 1 0 0,-1 0-1 0 0,1 1 1 0 0,0-1 0 0 0,0 1-1 0 0,1 0 1 0 0,-1 0 0 0 0,0 0-1 0 0,1 1 1 0 0,-4 4-1 0 0,-6 8 141 0 0,-13 23-1 0 0,18-26-153 0 0,-20 29 101 0 0,2 2 0 0 0,-26 59 0 0 0,45-86-84 0 0,0 1-1 0 0,2-1 1 0 0,0 1-1 0 0,0 1 1 0 0,2-1 0 0 0,0 0-1 0 0,2 1 1 0 0,0 0-1 0 0,2 28 1 0 0,0-39-30 0 0,0-1 0 0 0,0 0 0 0 0,1 1 0 0 0,0-1 0 0 0,1 0 0 0 0,0 0 0 0 0,0-1 0 0 0,0 1 0 0 0,1 0 0 0 0,8 10 1 0 0,-9-12-57 0 0,1-1 0 0 0,0 0 1 0 0,0 0-1 0 0,1 0 1 0 0,-1 0-1 0 0,1-1 1 0 0,0 0-1 0 0,0 0 0 0 0,0 0 1 0 0,0-1-1 0 0,1 1 1 0 0,-1-1-1 0 0,1 0 1 0 0,6 1-1 0 0,6 0-598 0 0,-1 0 0 0 0,1-1 0 0 0,-1-1 0 0 0,26-2 0 0 0,-12-2-686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60 16583 0 0,'0'0'1730'0'0,"1"-1"-1226"0"0,2-3 819 0 0,-1 1 0 0 0,1 0 1 0 0,0 1-1 0 0,1-1 1 0 0,-1 1-1 0 0,0-1 0 0 0,8-3 1 0 0,-5 3-425 0 0,1 1 0 0 0,0-1 0 0 0,14-2 1 0 0,2 1-1440 0 0,44-1 1 0 0,-39 4 1299 0 0,-18 0-890 0 0,129-7 270 0 0,-80 7-3257 0 0,-44 4-4184 0 0,-2 4-2286 0 0</inkml:trace>
  <inkml:trace contextRef="#ctx0" brushRef="#br0" timeOffset="1">0 285 9671 0 0,'0'0'875'0'0,"2"1"-84"0"0,2 1 1644 0 0,0 0 0 0 0,0-1 1 0 0,0 0-1 0 0,8 2 0 0 0,20-1 3419 0 0,-10-4-4918 0 0,21-4 0 0 0,-15 2-507 0 0,108-16-344 0 0,-45 5-2959 0 0,-45 6-7510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5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37 14743 0 0,'-4'2'10676'0'0,"2"2"-10295"0"0,-1 5 930 0 0,0 0 0 0 0,-2 13-1 0 0,-3 45 153 0 0,4-35-1099 0 0,-8 135 570 0 0,10-132-868 0 0,3 74 75 0 0,11-124-151 0 0,19-55-157 0 0,-19 41 273 0 0,31-54 0 0 0,0 18-971 0 0,4 3 0 0 0,62-67 0 0 0,-86 107-673 0 0,-1 4-57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1 572 15663 0 0,'0'-2'3704'0'0,"5"-6"-2414"0"0,-1 1 1 0 0,1 0-1 0 0,0 0 0 0 0,1 0 0 0 0,0 0 1 0 0,8-7-1 0 0,46-34 316 0 0,-7 7-1101 0 0,-35 26-450 0 0,74-74 74 0 0,-84 80-137 0 0,0-1 1 0 0,0 0-1 0 0,-1-1 1 0 0,0 0-1 0 0,-1 0 1 0 0,0 0-1 0 0,7-22 1 0 0,-9 18-20 0 0,-4 14 24 0 0,0 0 1 0 0,1 0-1 0 0,-1 0 1 0 0,0 0-1 0 0,0 0 1 0 0,0 0-1 0 0,0 0 1 0 0,0 0-1 0 0,-1 0 1 0 0,1-1-1 0 0,0 1 1 0 0,-1-1-1 0 0,1 2 1 0 0,0-1 0 0 0,0 1 0 0 0,-1 0 0 0 0,1-1 0 0 0,0 1 1 0 0,0 0-1 0 0,-1 0 0 0 0,1-1 0 0 0,0 1 0 0 0,0 0 0 0 0,-1 0 0 0 0,1-1 0 0 0,0 1 0 0 0,-1 0 0 0 0,1 0 0 0 0,0 0 0 0 0,-1 0 0 0 0,1 0 0 0 0,0-1 0 0 0,-1 1 1 0 0,1 0-1 0 0,-1 0 0 0 0,0 0-5 0 0,-1 0 1 0 0,1 0-1 0 0,-1 1 1 0 0,1-1-1 0 0,-1 0 1 0 0,1 1-1 0 0,-1-1 1 0 0,1 1-1 0 0,-2 0 1 0 0,2-1 4 0 0,-11 6 7 0 0,1 0 1 0 0,-1 0-1 0 0,1 1 0 0 0,0 0 1 0 0,-17 16-1 0 0,-45 50 27 0 0,50-48 1 0 0,2 0 1 0 0,-18 29-1 0 0,32-43-20 0 0,0 1-1 0 0,1 0 1 0 0,0 0-1 0 0,1 1 1 0 0,1-1-1 0 0,0 1 1 0 0,-5 24-1 0 0,9-33-9 0 0,-1-1 0 0 0,1 1 0 0 0,0-1 0 0 0,0 0 0 0 0,0 1 0 0 0,0-1 0 0 0,1 1 0 0 0,-1-1 0 0 0,1 0 0 0 0,0 1 0 0 0,0-1 0 0 0,0 0 0 0 0,0 0 0 0 0,1 0 0 0 0,-1 0 0 0 0,4 5 0 0 0,-2-5-19 0 0,0 0 0 0 0,0 0 0 0 0,0 0 0 0 0,0-1 0 0 0,0 1-1 0 0,1-1 1 0 0,-1 0 0 0 0,1 0 0 0 0,0 0 0 0 0,-1-1 0 0 0,1 1 0 0 0,0-1-1 0 0,7 1 1 0 0,2 1-67 0 0,1-1 0 0 0,-1-1 0 0 0,1 0 0 0 0,-1-1 0 0 0,1 0 0 0 0,-1-1 0 0 0,0-1-1 0 0,1 0 1 0 0,-1-1 0 0 0,0 0 0 0 0,0-1 0 0 0,0-1 0 0 0,19-9 0 0 0,-17 6-16 0 0,-1 0 0 0 0,0 0 1 0 0,-1-2-1 0 0,0 0 0 0 0,0 0 1 0 0,-1-1-1 0 0,-1-1 0 0 0,0 0 0 0 0,0 0 1 0 0,17-28-1 0 0,-13 14 75 0 0,0 0 0 0 0,19-51 0 0 0,-27 58 30 0 0,25-79 157 0 0,-28 81-112 0 0,0 0-1 0 0,-1 0 0 0 0,1-33 1 0 0,-6 38 569 0 0,2 12-594 0 0,-1 0 0 0 0,1 0-1 0 0,0 0 1 0 0,0-1 0 0 0,0 1-1 0 0,0 0 1 0 0,0 0 0 0 0,-1 0-1 0 0,1 0 1 0 0,0-1 0 0 0,0 1-1 0 0,0 0 1 0 0,-1 0 0 0 0,1 0-1 0 0,0 0 1 0 0,0 0 0 0 0,0 0-1 0 0,-1 0 1 0 0,1 0 0 0 0,0-1-1 0 0,0 1 1 0 0,-1 0 0 0 0,1 0-1 0 0,0 0 1 0 0,0 0-1 0 0,0 0 1 0 0,-1 0 0 0 0,1 0-1 0 0,0 0 1 0 0,-1 1 0 0 0,0-1 44 0 0,0 1-11 0 0,-3 3-35 0 0,3-3 37 0 0,0 3 16 0 0,-2-3-80 0 0,-2 11 245 0 0,2 0-189 0 0,1-1 0 0 0,1 1 0 0 0,0-1-1 0 0,0 1 1 0 0,2 20 0 0 0,0-2 20 0 0,1 66 165 0 0,14 99 0 0 0,-16-191-219 0 0,5 13 104 0 0,-5-15-83 0 0,1 2-54 0 0,9 1 371 0 0,-9-5-349 0 0,0 0 0 0 0,0 0 0 0 0,0 0 0 0 0,0 0 0 0 0,-1 0 0 0 0,1 0 0 0 0,0 0 0 0 0,0 0 0 0 0,0 0 0 0 0,0-1 0 0 0,0 1 0 0 0,-1 0 0 0 0,1-1 0 0 0,0 1 0 0 0,0-1 0 0 0,0 1 0 0 0,-1-1 0 0 0,1 1 0 0 0,1-2 0 0 0,11-11 104 0 0,-13 13-109 0 0,21-28 98 0 0,-1 0 1 0 0,24-47 0 0 0,6-8-102 0 0,110-207-999 0 0,-139 247-405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22575 0 0,'0'0'2047'0'0,"2"-2"-1686"0"0,23-16 959 0 0,-1-1 0 0 0,-1-2 0 0 0,30-33 0 0 0,-15 17-485 0 0,-24 25-793 0 0,-1-1 0 0 0,12-17-1 0 0,-11 12-15 0 0,-1 0 0 0 0,0-2-1 0 0,-2 0 1 0 0,0 0 0 0 0,8-23 0 0 0,-19 43-26 0 0,0 0 0 0 0,-1 0 0 0 0,1 0 0 0 0,0 0 1 0 0,0 0-1 0 0,0 0 0 0 0,-1 1 0 0 0,1-1 1 0 0,0 0-1 0 0,0 0 0 0 0,-1 0 0 0 0,1 0 0 0 0,0 0 1 0 0,0 0-1 0 0,0 0 0 0 0,-1 0 0 0 0,1 0 0 0 0,0 0 1 0 0,0 0-1 0 0,-1 0 0 0 0,1 0 0 0 0,0 0 0 0 0,0-1 1 0 0,0 1-1 0 0,-1 0 0 0 0,1 0 0 0 0,0 0 0 0 0,0 0 1 0 0,0 0-1 0 0,0 0 0 0 0,-1 0 0 0 0,1-1 0 0 0,0 1 1 0 0,0 0-1 0 0,0 0 0 0 0,0 0 0 0 0,-1 0 0 0 0,1-1 1 0 0,0 1-1 0 0,0 0 0 0 0,0 0 0 0 0,0 0 0 0 0,0-1 1 0 0,0 1-1 0 0,0 0 0 0 0,0 0 0 0 0,0 0 0 0 0,0-1 1 0 0,0 1-1 0 0,0 0 0 0 0,0 0 0 0 0,0-1 0 0 0,0 1 1 0 0,0 0-1 0 0,0 0 0 0 0,0 0 0 0 0,0-1 0 0 0,0 1 1 0 0,0 0-1 0 0,0 0 0 0 0,0-1 0 0 0,0 1 0 0 0,0 0 1 0 0,0 0-1 0 0,1-1 0 0 0,-5 3 0 0 0,-1 0 0 0 0,1 1 0 0 0,0-1 0 0 0,0 1 0 0 0,0 0 0 0 0,1 0 0 0 0,-1 0 0 0 0,-3 5 0 0 0,-28 33 0 0 0,17-18 0 0 0,8-11 17 0 0,-73 95 238 0 0,75-95-276 0 0,1 0 0 0 0,0 1 0 0 0,1 0 0 0 0,0 0-1 0 0,1 0 1 0 0,1 1 0 0 0,-5 18 0 0 0,9-28-55 0 0,-1 0 0 0 0,1 0 1 0 0,-1 1-1 0 0,1-1 0 0 0,0 0 1 0 0,0 0-1 0 0,1 0 0 0 0,0 0 1 0 0,-1 0-1 0 0,1 0 0 0 0,0 0 1 0 0,1 0-1 0 0,-1-1 0 0 0,4 7 1 0 0,-4-8-96 0 0,1 1 0 0 0,0-1 1 0 0,1 1-1 0 0,-1-1 0 0 0,0 0 0 0 0,1 0 1 0 0,-1 0-1 0 0,1 0 0 0 0,0 0 1 0 0,-1 0-1 0 0,1-1 0 0 0,0 1 0 0 0,0-1 1 0 0,0 0-1 0 0,0 0 0 0 0,1 0 1 0 0,-1 0-1 0 0,5 0 0 0 0,3 0-1081 0 0,0 0-1 0 0,1-1 1 0 0,-1 0-1 0 0,21-3 1 0 0,-4-2-6554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7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15519 0 0,'3'-34'1119'0'0,"7"-69"2634"0"0,-9 90 36 0 0,-1 19 636 0 0,0 10-1452 0 0,-1-2-3536 0 0,-3 23 992 0 0,-4 64 295 0 0,8-86-659 0 0,1 0 0 0 0,0 0 0 0 0,0 0-1 0 0,7 22 1 0 0,-9-36-64 0 0,1 0 0 0 0,1 0-1 0 0,-1-1 1 0 0,0 1 0 0 0,0 0 0 0 0,0 0-1 0 0,0-1 1 0 0,0 1 0 0 0,1 0-1 0 0,-1-1 1 0 0,0 1 0 0 0,1 0 0 0 0,-1-1-1 0 0,1 1 1 0 0,-1 0 0 0 0,0-1-1 0 0,1 1 1 0 0,0 0 0 0 0,2 1 49 0 0,-2-1-49 0 0,-1-1-1 0 0,0 0 0 0 0,1 1 0 0 0,-1-1 1 0 0,0 0-1 0 0,1 1 0 0 0,-1-1 0 0 0,0 0 1 0 0,1 0-1 0 0,-1 1 0 0 0,1-1 0 0 0,-1 0 1 0 0,0 0-1 0 0,1 0 0 0 0,-1 0 0 0 0,1 0 1 0 0,-1 1-1 0 0,1-1 0 0 0,-1 0 0 0 0,1 0 1 0 0,-1 0-1 0 0,0 0 0 0 0,1 0 0 0 0,-1 0 1 0 0,1-1-1 0 0,-1 1 0 0 0,1 0 0 0 0,-1 0 1 0 0,1 0-1 0 0,-1 0 0 0 0,0 0 0 0 0,1-1 1 0 0,-1 1-1 0 0,1 0 0 0 0,-1 0 0 0 0,0-1 1 0 0,1 1-1 0 0,0-1 0 0 0,-1 1 1 0 0,9-6-2 0 0,-1 1 1 0 0,0-1-1 0 0,0-1 0 0 0,-1 1 1 0 0,11-13-1 0 0,6-5-118 0 0,58-47-612 0 0,128-83 0 0 0,-200 147 704 0 0,1 1 0 0 0,14-7 1 0 0,-23 13 344 0 0,-4 11 125 0 0,0-6-367 0 0,0 0-1 0 0,-1 0 1 0 0,1 0 0 0 0,-1 0 0 0 0,0 0-1 0 0,0-1 1 0 0,0 1 0 0 0,-5 4-1 0 0,-34 31 52 0 0,33-32-90 0 0,-29 21 29 0 0,28-23-65 0 0,1 1 1 0 0,1 0-1 0 0,-1 0 1 0 0,1 1 0 0 0,-13 15-1 0 0,21-22-1 0 0,-1-1 0 0 0,1 1 0 0 0,0-1 0 0 0,-1 1 0 0 0,1-1 0 0 0,0 1 0 0 0,-1 0 0 0 0,1-1 0 0 0,0 1 0 0 0,0-1 0 0 0,-1 1 0 0 0,1 0 0 0 0,0-1 0 0 0,0 1 0 0 0,0 0 0 0 0,0-1 0 0 0,0 1 0 0 0,0 1 0 0 0,4 2 0 0 0,-3-3 0 0 0,0 0-2 0 0,1 1 0 0 0,0 0 0 0 0,0-1 0 0 0,0 1 1 0 0,0-1-1 0 0,0 0 0 0 0,1 0 0 0 0,-1 0 0 0 0,0 0 0 0 0,1 0 0 0 0,-1 0 0 0 0,0-1 0 0 0,1 1 0 0 0,-1-1 1 0 0,4 0-1 0 0,7 1-48 0 0,22-1 1 0 0,-17-1 15 0 0,14 1 10 0 0,106 5-141 0 0,-136-5 165 0 0,0 1 0 0 0,0-1 0 0 0,0 1 0 0 0,0-1 0 0 0,1 1 0 0 0,-1 0 0 0 0,0-1 0 0 0,-1 1 0 0 0,1 0 0 0 0,0 1 0 0 0,0-1 0 0 0,0 0 0 0 0,2 2 0 0 0,5 9 0 0 0,-10-7 0 0 0,1-4 0 0 0,-1 2 0 0 0,0 1 0 0 0,0-1-1 0 0,0 0 1 0 0,0 1 0 0 0,0-1 0 0 0,-1 0 0 0 0,1 0-1 0 0,-1 0 1 0 0,0 0 0 0 0,0 0 0 0 0,0-1 0 0 0,-3 4-1 0 0,-6 5 6 0 0,-16 13 0 0 0,22-19-1 0 0,-10 6-14 0 0,1 0 0 0 0,-1-1 0 0 0,-1 0 0 0 0,0-2 0 0 0,0 1 0 0 0,-1-2 0 0 0,0 0 0 0 0,-24 5 0 0 0,34-10-386 0 0,1-1 0 0 0,-1 0 0 0 0,0-1-1 0 0,0 0 1 0 0,0 0 0 0 0,1 0 0 0 0,-1-1-1 0 0,0 0 1 0 0,0 0 0 0 0,-10-4 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7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23903 0 0,'0'0'2165'0'0,"1"2"-1637"0"0,2 3-129 0 0,-1 1 0 0 0,1-1 0 0 0,-2 1 0 0 0,1-1 0 0 0,0 1 0 0 0,-1 0-1 0 0,0 0 1 0 0,-1-1 0 0 0,1 1 0 0 0,-1 10 0 0 0,-2 7 201 0 0,-7 33-1 0 0,0 11-439 0 0,6-41-138 0 0,2-19-328 0 0,0 1 1 0 0,0-1 0 0 0,1 0-1 0 0,1 10 1 0 0,-1-16-447 0 0,7 4-4719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7831 0 0,'5'-12'382'0'0,"11"-26"1110"0"0,-3 14 2841 0 0,4-1 1064 0 0,6 3-3287 0 0,-21 20-1987 0 0,0 0 0 0 0,1 0 0 0 0,-1 0 1 0 0,1 0-1 0 0,0 1 0 0 0,-1 0 0 0 0,1-1 1 0 0,0 1-1 0 0,0 0 0 0 0,0 0 0 0 0,0 1 1 0 0,0-1-1 0 0,0 0 0 0 0,0 1 0 0 0,0 0 1 0 0,0 0-1 0 0,6 0 0 0 0,-8 1-41 0 0,0-1 0 0 0,0 0-1 0 0,0 1 1 0 0,0-1 0 0 0,1 1-1 0 0,-1 0 1 0 0,0-1 0 0 0,0 1-1 0 0,0 0 1 0 0,0 0 0 0 0,-1 0-1 0 0,1 0 1 0 0,0-1 0 0 0,0 1 0 0 0,0 0-1 0 0,-1 0 1 0 0,2 2 0 0 0,6 16 651 0 0,-6-11-383 0 0,-1-1 1 0 0,0 0-1 0 0,0 0 0 0 0,-1 1 0 0 0,0-1 0 0 0,-1 12 1 0 0,-11 44 947 0 0,6-34-937 0 0,-27 123 1067 0 0,18-86-1047 0 0,3 16-11 0 0,1-10-212 0 0,6-42-111 0 0,-1 46-1 0 0,1-14-3 0 0,9-70-71 0 0,0 0 1 0 0,10-15-1 0 0,0-1-57 0 0,3-7 4 0 0,3 1 0 0 0,0 0 0 0 0,2 2 0 0 0,1 0 1 0 0,35-33-1 0 0,-45 50 70 0 0,0 0 1 0 0,21-13-1 0 0,-27 20 4 0 0,0 0 1 0 0,0 0-1 0 0,0 1 0 0 0,0 0 0 0 0,1 1 1 0 0,-1-1-1 0 0,13-1 0 0 0,-18 4 6 0 0,0 0 0 0 0,0 0 0 0 0,0-1 0 0 0,0 2 0 0 0,1-1 0 0 0,-1 0 0 0 0,0 0 0 0 0,0 1 0 0 0,0-1 0 0 0,0 1 0 0 0,0-1 0 0 0,0 1 0 0 0,0 0 0 0 0,0 0 1 0 0,0 0-1 0 0,0 0 0 0 0,-1 0 0 0 0,1 0 0 0 0,0 1 0 0 0,-1-1 0 0 0,1 1 0 0 0,-1-1 0 0 0,1 1 0 0 0,-1-1 0 0 0,0 1 0 0 0,0 0 0 0 0,1 0 0 0 0,-1 0 0 0 0,0-1 0 0 0,-1 1 0 0 0,1 0 0 0 0,0 0 0 0 0,-1 0 0 0 0,2 4 0 0 0,-1 1-1 0 0,0-1 0 0 0,0 1 0 0 0,-1 0 0 0 0,1 0 0 0 0,-1 0 0 0 0,-1 0 1 0 0,0-1-1 0 0,0 1 0 0 0,-3 11 0 0 0,-2 1 2 0 0,-2-1 0 0 0,0 1 0 0 0,-1-1 0 0 0,-1-1 0 0 0,0 0 1 0 0,-2 0-1 0 0,-17 19 0 0 0,-103 97-132 0 0,125-125-276 0 0,-1-1 0 0 0,1-1-1 0 0,-1 1 1 0 0,-1-1-1 0 0,1-1 1 0 0,-1 1 0 0 0,0-2-1 0 0,0 1 1 0 0,-12 3-1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6:5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22687 0 0,'0'0'2061'0'0,"-8"4"-1658"0"0,0 1 54 0 0,1 0-1 0 0,0 1 0 0 0,0 0 1 0 0,1 0-1 0 0,-1 1 1 0 0,2 0-1 0 0,-1 0 1 0 0,-7 12-1 0 0,5-8-49 0 0,-21 32 402 0 0,3 1 0 0 0,-37 81 1 0 0,59-116-784 0 0,0-1 1 0 0,1 1 0 0 0,1 0 0 0 0,0-1 0 0 0,0 1-1 0 0,0 0 1 0 0,1 1 0 0 0,0-1 0 0 0,1 0-1 0 0,1 10 1 0 0,0-13-27 0 0,0-1 1 0 0,0 1-1 0 0,0-1 0 0 0,1 0 1 0 0,0 0-1 0 0,0 0 0 0 0,0 0 1 0 0,1 0-1 0 0,-1 0 0 0 0,1 0 1 0 0,1-1-1 0 0,-1 1 0 0 0,0-1 0 0 0,1 0 1 0 0,0 0-1 0 0,0 0 0 0 0,9 6 1 0 0,-7-6-28 0 0,1 0 0 0 0,0 0 1 0 0,0-1-1 0 0,1 1 1 0 0,-1-1-1 0 0,0-1 0 0 0,1 0 1 0 0,0 0-1 0 0,15 2 1 0 0,-11-3 1 0 0,-1-1 0 0 0,1 0 1 0 0,-1-1-1 0 0,1-1 1 0 0,-1 1-1 0 0,16-5 1 0 0,-9 0 15 0 0,0-1 1 0 0,0 0-1 0 0,0-1 1 0 0,-1-1-1 0 0,-1-1 1 0 0,1 0-1 0 0,-1-1 1 0 0,15-14-1 0 0,-14 10 9 0 0,-1 0 0 0 0,-1-1 0 0 0,0 0 0 0 0,-1-2 0 0 0,-1 1 0 0 0,0-2 0 0 0,-1 1 0 0 0,10-25 0 0 0,-21 41 4 0 0,0 0 0 0 0,0-1 0 0 0,0 1 0 0 0,-1-1 0 0 0,1 0-1 0 0,-1 1 1 0 0,0-1 0 0 0,1 1 0 0 0,-1-1 0 0 0,0 0 0 0 0,-1-2 0 0 0,1 4 1 0 0,0 0-1 0 0,-1 0 1 0 0,1 1-1 0 0,0-1 1 0 0,-1 0 0 0 0,1 0-1 0 0,-1 0 1 0 0,1 0-1 0 0,-1 1 1 0 0,0-1 0 0 0,1 0-1 0 0,-1 1 1 0 0,0-1-1 0 0,1 0 1 0 0,-1 1 0 0 0,0-1-1 0 0,0 1 1 0 0,1-1-1 0 0,-1 1 1 0 0,0-1 0 0 0,0 1-1 0 0,0 0 1 0 0,0-1-1 0 0,0 1 1 0 0,1 0 0 0 0,-1 0-1 0 0,0-1 1 0 0,0 1-1 0 0,0 0 1 0 0,0 0 0 0 0,0 0-1 0 0,0 0 1 0 0,0 1-1 0 0,-1-1 1 0 0,-2 1 14 0 0,0-1 0 0 0,0 1 0 0 0,0 1 0 0 0,1-1-1 0 0,-1 0 1 0 0,1 1 0 0 0,-1 0 0 0 0,1 0 0 0 0,-1 0 0 0 0,1 0 0 0 0,0 1 0 0 0,0-1 0 0 0,0 1 0 0 0,0 0-1 0 0,-4 5 1 0 0,-5 6 82 0 0,-18 32 0 0 0,25-38-96 0 0,0 0 6 0 0,0 0 0 0 0,0 0-1 0 0,1 1 1 0 0,0 0-1 0 0,1 0 1 0 0,0 0-1 0 0,1 0 1 0 0,-3 11 0 0 0,5-14-6 0 0,0 0 0 0 0,0 0 0 0 0,0 0 0 0 0,0 0 0 0 0,1 0 0 0 0,0 0 0 0 0,0 0 0 0 0,1 0 0 0 0,0-1 0 0 0,0 1 0 0 0,0-1 0 0 0,0 1 0 0 0,1-1 0 0 0,4 6 0 0 0,0-1-31 0 0,0-1 0 0 0,1 0 0 0 0,0 0 1 0 0,0-1-1 0 0,1 0 0 0 0,0 0 0 0 0,0-1 0 0 0,1-1 0 0 0,0 1 0 0 0,15 6 1 0 0,12 3-238 0 0,66 20 0 0 0,-87-31 208 0 0,16 5-424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5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5 117 15663 0 0,'-5'-36'14879'0'0,"7"39"-14577"0"0,4 12-76 0 0,-1 0-1 0 0,0 0 1 0 0,4 26-1 0 0,0 2-12 0 0,28 129 285 0 0,16 53-348 0 0,-47-204-150 0 0,2 0 0 0 0,1-1 0 0 0,0 0 0 0 0,2 0 0 0 0,0-1 0 0 0,1-1 0 0 0,1 0 0 0 0,24 27 0 0 0,-35-43-2 0 0,0 0 1 0 0,1 0-1 0 0,-1 0 1 0 0,1-1-1 0 0,-1 1 1 0 0,5 1-1 0 0,-7-2-1 0 0,1-1 0 0 0,-1 0 0 0 0,1 1-1 0 0,-1-1 1 0 0,1 0 0 0 0,-1 1 0 0 0,1-1-1 0 0,0 0 1 0 0,-1 0 0 0 0,1 0 0 0 0,-1 0-1 0 0,1 0 1 0 0,0 1 0 0 0,-1-1 0 0 0,1 0-1 0 0,-1 0 1 0 0,1-1 0 0 0,0 1 0 0 0,-1 0 0 0 0,1 0-1 0 0,0 0 1 0 0,-1 0 0 0 0,1 0 0 0 0,-1-1-1 0 0,1 1 1 0 0,-1 0 0 0 0,1-1 0 0 0,-1 1-1 0 0,1 0 1 0 0,-1-1 0 0 0,1 1 0 0 0,-1 0-1 0 0,1-1 1 0 0,-1 1 0 0 0,1-1 0 0 0,-1 1-1 0 0,0-1 1 0 0,1 1 0 0 0,0-2 0 0 0,0 1-1 0 0,2-4-2 0 0,0 1 0 0 0,-1-1 0 0 0,1 0 0 0 0,-1 0 0 0 0,0 0 0 0 0,0 0 0 0 0,0 0 0 0 0,-1-1 0 0 0,0 1 0 0 0,1-6 0 0 0,0-11 8 0 0,0-27 1 0 0,-2 9-6 0 0,5-43 3 0 0,7-98 0 0 0,-5 122 0 0 0,15-61 0 0 0,-20 111 0 0 0,0 0 0 0 0,7-15 0 0 0,-2 15 0 0 0,-7 9 0 0 0,1 0 0 0 0,-1 0 0 0 0,1 0 0 0 0,0 0 0 0 0,-1 0 0 0 0,1 0 0 0 0,0 0 0 0 0,-1 0 0 0 0,1 1 0 0 0,0-1 0 0 0,-1 0 0 0 0,1 0 0 0 0,0 0 0 0 0,-1 1 0 0 0,1-1 0 0 0,-1 0 0 0 0,1 1 0 0 0,-1-1 0 0 0,1 1 0 0 0,-1-1 0 0 0,1 0 0 0 0,-1 1 0 0 0,1-1 0 0 0,-1 1 0 0 0,1-1 0 0 0,-1 1 0 0 0,0-1 0 0 0,1 2 0 0 0,10 18 0 0 0,5 27 23 0 0,-2 1 0 0 0,9 60 0 0 0,5 16 29 0 0,-21-97-50 0 0,2-1 1 0 0,18 40-1 0 0,-17-46-1 0 0,24 35-1 0 0,-30-50-1 0 0,0 1 0 0 0,0-1-1 0 0,1 0 1 0 0,-1-1 0 0 0,1 1-1 0 0,0-1 1 0 0,1 0 0 0 0,-1 0-1 0 0,1 0 1 0 0,9 4 0 0 0,-13-7-7 0 0,0 0 1 0 0,0-1-1 0 0,0 1 0 0 0,0-1 1 0 0,0 1-1 0 0,0-1 1 0 0,0 0-1 0 0,0 0 0 0 0,0 0 1 0 0,0 0-1 0 0,0 0 1 0 0,0 0-1 0 0,0-1 1 0 0,0 1-1 0 0,0-1 0 0 0,0 1 1 0 0,3-2-1 0 0,-2 0 6 0 0,0 1 0 0 0,-1-1 0 0 0,1 0 0 0 0,-1 0 0 0 0,1 0-1 0 0,-1 0 1 0 0,0-1 0 0 0,0 1 0 0 0,0-1 0 0 0,3-3 0 0 0,-1-3 5 0 0,0 1 1 0 0,0-1-1 0 0,0 0 0 0 0,-1 0 1 0 0,-1 0-1 0 0,4-16 1 0 0,13-140-243 0 0,-3-256 0 0 0,-17 385-238 0 0,0 5-5267 0 0,1 41 3400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111 295 21335 0 0,'-2'-7'2007'0'0,"-3"-17"-1576"0"0,4 14 3332 0 0,-8 13-1675 0 0,7-2-1945 0 0,-1 1 0 0 0,0 0 0 0 0,1 0 0 0 0,-1 0 0 0 0,1 1 0 0 0,-1-1 0 0 0,1 0 1 0 0,0 1-1 0 0,0 0 0 0 0,0-1 0 0 0,-2 6 0 0 0,-17 37 190 0 0,16-32-264 0 0,-5 10-12 0 0,-10 36-1 0 0,18-50-70 0 0,0 0-1 0 0,1 0 0 0 0,-1 0 1 0 0,2-1-1 0 0,-1 2 0 0 0,1-1 1 0 0,2 13-1 0 0,-2-21-169 0 0,1 0 120 0 0,1 0 0 0 0,-1 0 0 0 0,1 0 0 0 0,-1 0 0 0 0,1 0 0 0 0,-1 0 0 0 0,1-1 0 0 0,-1 1 0 0 0,1 0 0 0 0,1-1 0 0 0,-1 1-3 0 0,1-1-1 0 0,-1 0 1 0 0,0-1 0 0 0,0 1-1 0 0,0 0 1 0 0,0-1 0 0 0,1 1-1 0 0,-1-1 1 0 0,0 1-1 0 0,0-1 1 0 0,0 0 0 0 0,0 0-1 0 0,0 0 1 0 0,-1 0 0 0 0,1-1-1 0 0,0 1 1 0 0,0 0 0 0 0,2-4-1 0 0,3-2-164 0 0,0-1 0 0 0,10-14-1 0 0,-9 11 118 0 0,69-111-234 0 0,-75 118 346 0 0,8-13 407 0 0,16-18 0 0 0,-25 33 165 0 0,1 3-249 0 0,0 1-244 0 0,0 0-1 0 0,0 0 0 0 0,0 0 1 0 0,0 1-1 0 0,0-1 0 0 0,0 0 1 0 0,-1 1-1 0 0,1-1 1 0 0,-1 1-1 0 0,1-1 0 0 0,0 4 1 0 0,11 37 331 0 0,-7-23-216 0 0,14 59 137 0 0,-13-46-233 0 0,15 40-1 0 0,-7-32-83 0 0,-15-41-12 0 0,0 0 0 0 0,0 1 1 0 0,0-1-1 0 0,0 0 0 0 0,0 0 0 0 0,1 1 0 0 0,-1-1 0 0 0,0 0 1 0 0,0 0-1 0 0,0 1 0 0 0,0-1 0 0 0,0 0 0 0 0,0 0 1 0 0,1 1-1 0 0,-1-1 0 0 0,0 0 0 0 0,0 0 0 0 0,0 0 0 0 0,1 1 1 0 0,-1-1-1 0 0,0 0 0 0 0,0 0 0 0 0,0 0 0 0 0,1 0 1 0 0,-1 1-1 0 0,0-1 0 0 0,0 0 0 0 0,1 0 0 0 0,-1 0 0 0 0,0 0 1 0 0,1 0-1 0 0,-1 0 0 0 0,0 0 0 0 0,0 0 0 0 0,1 0 0 0 0,-1 0 1 0 0,0 0-1 0 0,0 0 0 0 0,1 0 0 0 0,-1 0 0 0 0,0 0 1 0 0,1 0-1 0 0,-1 0 0 0 0,0 0 0 0 0,0 0 0 0 0,1-1 0 0 0,-1 1 1 0 0,0 0-1 0 0,0 0 0 0 0,1 0 0 0 0,-1 0 0 0 0,0 0 1 0 0,0-1-1 0 0,0 1 0 0 0,1 0 0 0 0,-1 0 0 0 0,0-1 0 0 0,0 1 1 0 0,0 0-1 0 0,0 0 0 0 0,1 0 0 0 0,-1-1 0 0 0,0 1 1 0 0,0-1-1 0 0,5-6-28 0 0,-1-1 1 0 0,1 1 0 0 0,-1-1 0 0 0,-1 0-1 0 0,0 0 1 0 0,0-1 0 0 0,0 1 0 0 0,2-16-1 0 0,-1 6 9 0 0,49-179-231 0 0,-22 103 198 0 0,-11 37 42 0 0,-19 56 10 0 0,29-78-66 0 0,-27 71 86 0 0,1 1 0 0 0,-1 0 0 0 0,2 0 0 0 0,-1 0-1 0 0,1 0 1 0 0,0 1 0 0 0,11-11 0 0 0,-15 16-11 0 0,-1 1 0 0 0,1 0 0 0 0,-1 0 0 0 0,1-1 0 0 0,-1 1 1 0 0,1 0-1 0 0,0 0 0 0 0,-1 0 0 0 0,1 0 0 0 0,-1 0 0 0 0,1-1 0 0 0,0 1 0 0 0,-1 0 0 0 0,1 1 0 0 0,-1-1 0 0 0,1 0 1 0 0,0 0-1 0 0,-1 0 0 0 0,1 0 0 0 0,-1 0 0 0 0,1 1 0 0 0,0-1 0 0 0,-1 0 0 0 0,1 0 0 0 0,-1 1 0 0 0,1-1 0 0 0,-1 0 1 0 0,1 1-1 0 0,-1-1 0 0 0,1 1 0 0 0,-1-1 0 0 0,0 0 0 0 0,1 2 0 0 0,12 14 125 0 0,-8-7-80 0 0,0 1 1 0 0,-1 0-1 0 0,0 0 1 0 0,-1 0-1 0 0,4 16 0 0 0,6 58 81 0 0,-8-44-105 0 0,27 212-208 0 0,-29-238-326 0 0,7 24 0 0 0,-5-23-349 0 0,-5-13 85 0 0,4-3-2357 0 0,-3 1 2522 0 0,1 0 0 0 0,-1-1 0 0 0,0 1-1 0 0,0-1 1 0 0,0 1 0 0 0,1-1 0 0 0,-1 1 0 0 0,0-1 0 0 0,0 0-1 0 0,0 1 1 0 0,0-1 0 0 0,0 0 0 0 0,2-2 0 0 0,9-10-7219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 19087 0 0,'0'0'1735'0'0,"-13"-2"-1126"0"0,10 3-140 0 0,0 0 0 0 0,0 0 0 0 0,1 0 0 0 0,-1 1 1 0 0,0-1-1 0 0,1 1 0 0 0,-1 0 0 0 0,1 0 0 0 0,0 0 0 0 0,-1 0 0 0 0,1 0 0 0 0,-2 3 0 0 0,-22 32 2112 0 0,22-32-2484 0 0,-12 22 173 0 0,1 1-1 0 0,1 1 1 0 0,1 0 0 0 0,2 1-1 0 0,1 0 1 0 0,1 0-1 0 0,2 1 1 0 0,-4 32 0 0 0,10-54-259 0 0,0-1 1 0 0,1 0 0 0 0,0 1-1 0 0,0-1 1 0 0,1 0 0 0 0,0 1-1 0 0,0-1 1 0 0,6 16 0 0 0,-6-21-26 0 0,0-1 1 0 0,0 1 0 0 0,1 0-1 0 0,-1-1 1 0 0,1 1 0 0 0,0-1-1 0 0,0 1 1 0 0,0-1 0 0 0,0 0-1 0 0,0 0 1 0 0,0 0 0 0 0,1 0-1 0 0,-1 0 1 0 0,1 0 0 0 0,-1-1 0 0 0,1 1-1 0 0,0-1 1 0 0,0 0 0 0 0,-1 0-1 0 0,1 0 1 0 0,0 0 0 0 0,0 0-1 0 0,0 0 1 0 0,0-1 0 0 0,0 0-1 0 0,0 1 1 0 0,5-1 0 0 0,3-1-163 0 0,0 0 0 0 0,0 0 0 0 0,-1-1 1 0 0,1-1-1 0 0,-1 1 0 0 0,1-2 0 0 0,-1 1 1 0 0,11-7-1 0 0,7-4-1963 0 0,40-30 0 0 0,-36 22 352 0 0</inkml:trace>
  <inkml:trace contextRef="#ctx0" brushRef="#br0" timeOffset="1">734 0 25135 0 0,'0'0'2284'0'0,"-1"2"-1747"0"0,-4 13 128 0 0,2-1-1 0 0,-1 1 0 0 0,2 0 1 0 0,0 0-1 0 0,1 0 0 0 0,1 29 1 0 0,3-5-603 0 0,12 59 0 0 0,-9-67-411 0 0,1-1 0 0 0,2-1 0 0 0,17 41 0 0 0,-25-68 100 0 0,0 0-1 0 0,0-1 1 0 0,0 1-1 0 0,0-1 1 0 0,0 1-1 0 0,0-1 1 0 0,0 1 0 0 0,0-1-1 0 0,0 1 1 0 0,1-1-1 0 0,-1 0 1 0 0,1 0-1 0 0,-1 0 1 0 0,1 0-1 0 0,-1 0 1 0 0,1 0 0 0 0,0 0-1 0 0,-1 0 1 0 0,1-1-1 0 0,0 1 1 0 0,0-1-1 0 0,0 1 1 0 0,-1-1 0 0 0,4 0-1 0 0,8-2-9010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 14279 0 0,'-15'-2'1427'0'0,"10"1"2669"0"0,15 4-3035 0 0,12 9-4113 0 0,14 5-3202 0 0,-26-10 3246 0 0,4 10 3426 0 0,-12-13 506 0 0,0 1 0 0 0,0-1 0 0 0,-1 1 0 0 0,1-1 0 0 0,0 7 0 0 0,0 4 4249 0 0,0 29-1 0 0,-1-30-4556 0 0,0 60 3470 0 0,6 77-1433 0 0,-2-105-2330 0 0,8 60-94 0 0,-10-100-225 0 0,-1-7-3 0 0,1-5-2 0 0,22-81-277 0 0,-18 57 85 0 0,15-38 0 0 0,3 2-9 0 0,-14 34 137 0 0,1 1 0 0 0,2 0 1 0 0,30-49-1 0 0,-42 76 58 0 0,10-8 14 0 0,-11 10 135 0 0,4 16 49 0 0,-3 0-125 0 0,0-1 0 0 0,-1 1 1 0 0,-1 0-1 0 0,0 0 0 0 0,0 0 0 0 0,-4 16 1 0 0,2-7-51 0 0,-1 6-337 0 0,1 1 0 0 0,2 0 0 0 0,1 0-1 0 0,1 0 1 0 0,2 0 0 0 0,11 45 0 0 0,-14-73 5 0 0,0 1 0 0 0,-1-1 0 0 0,1 1 0 0 0,0-1 0 0 0,0 1 0 0 0,1-1 0 0 0,-1 0 0 0 0,0 1 0 0 0,1-1 0 0 0,-1 0 0 0 0,1 0 0 0 0,0 0 0 0 0,2 2 0 0 0,5 1-1708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86 11055 0 0,'2'-18'13506'0'0,"-2"25"-10127"0"0,-8 121-965 0 0,10 147-1 0 0,2-198-2413 0 0,5 55 0 0 0,-7-95-809 0 0,-2-35 361 0 0,3-25-8942 0 0,-4 6 7029 0 0</inkml:trace>
  <inkml:trace contextRef="#ctx0" brushRef="#br0" timeOffset="1">0 105 6911 0 0,'8'-23'503'0'0,"0"-3"3421"0"0,4 10 5077 0 0,-8 13-7681 0 0,0-1 0 0 0,0 1-1 0 0,1 0 1 0 0,-1 0 0 0 0,1 0-1 0 0,9-3 1 0 0,-7 3-851 0 0,1 0-1 0 0,0 1 1 0 0,0 0-1 0 0,10-1 1 0 0,-9 2-483 0 0,0 1 0 0 0,0-1 1 0 0,0 2-1 0 0,-1-1 0 0 0,1 1 1 0 0,0 1-1 0 0,0-1 0 0 0,0 2 1 0 0,9 2-1 0 0,-15-3 16 0 0,1 0 0 0 0,0-1 0 0 0,0 2 0 0 0,-1-1 0 0 0,1 0 0 0 0,-1 1 0 0 0,1-1 1 0 0,-1 1-1 0 0,0 0 0 0 0,0 0 0 0 0,0 0 0 0 0,-1 1 0 0 0,1-1 0 0 0,3 7 0 0 0,-4-4 2 0 0,1 0-1 0 0,-1 0 1 0 0,0 0 0 0 0,-1 0 0 0 0,0 0-1 0 0,1 0 1 0 0,-2 1 0 0 0,1-1-1 0 0,-1 7 1 0 0,-2 8 5 0 0,0 0 0 0 0,-2 1-1 0 0,0-2 1 0 0,-13 36 0 0 0,-29 60-1394 0 0,31-81 867 0 0,11-27-712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7 470 9215 0 0,'4'-10'301'0'0,"5"-22"12114"0"0,-12 73-5173 0 0,-4-1-4657 0 0,4-26-2490 0 0,0 0-1 0 0,2 0 1 0 0,-1 1 0 0 0,2-1-1 0 0,0 17 1 0 0,1-23-83 0 0,0 0 0 0 0,1 0 1 0 0,0 0-1 0 0,0 0 1 0 0,0-1-1 0 0,1 1 0 0 0,0-1 1 0 0,7 12-1 0 0,-8-16-30 0 0,0-1 0 0 0,0 1 0 0 0,0-1-1 0 0,0 0 1 0 0,1 0 0 0 0,-1 1 0 0 0,1-1 0 0 0,-1-1 0 0 0,1 1-1 0 0,0 0 1 0 0,-1-1 0 0 0,1 1 0 0 0,0-1 0 0 0,0 0 0 0 0,0 0-1 0 0,0 0 1 0 0,0 0 0 0 0,1-1 0 0 0,-1 1 0 0 0,0-1 0 0 0,0 0 0 0 0,0 0-1 0 0,1 0 1 0 0,3-1 0 0 0,-1 0-27 0 0,1 0 1 0 0,-1-1-1 0 0,1 0 1 0 0,-1 0-1 0 0,0-1 0 0 0,0 1 1 0 0,0-1-1 0 0,0-1 0 0 0,0 1 1 0 0,-1-1-1 0 0,1 0 0 0 0,-1 0 1 0 0,0-1-1 0 0,-1 0 1 0 0,1 0-1 0 0,-1 0 0 0 0,0 0 1 0 0,5-7-1 0 0,5-12-28 0 0,0 0-1 0 0,-2-1 0 0 0,10-27 1 0 0,-16 38 47 0 0,35-103-110 0 0,-40 115 296 0 0,-2 5-128 0 0,1 1 1 0 0,-1-1-1 0 0,0 0 1 0 0,0 0-1 0 0,0 0 0 0 0,-3 4 1 0 0,-2 8 36 0 0,2 2-36 0 0,0-1-1 0 0,1 1 1 0 0,0 0-1 0 0,2 0 1 0 0,0 0-1 0 0,1 0 1 0 0,2 20-1 0 0,-1-30-104 0 0,0 0-1 0 0,0 0 0 0 0,1 0 0 0 0,0 0 1 0 0,0-1-1 0 0,1 1 0 0 0,-1-1 0 0 0,1 1 1 0 0,1-1-1 0 0,-1 0 0 0 0,1 0 0 0 0,0 0 1 0 0,1-1-1 0 0,-1 1 0 0 0,1-1 0 0 0,0 0 1 0 0,0-1-1 0 0,1 1 0 0 0,11 7 0 0 0,-13-10-177 0 0,1 0 0 0 0,0 0 0 0 0,-1-1 0 0 0,1 1 0 0 0,0-1 0 0 0,0 0-1 0 0,0 0 1 0 0,0-1 0 0 0,0 1 0 0 0,0-1 0 0 0,0 0 0 0 0,0 0 0 0 0,0-1-1 0 0,0 0 1 0 0,0 0 0 0 0,-1 0 0 0 0,1 0 0 0 0,0-1 0 0 0,0 1 0 0 0,-1-1 0 0 0,1-1-1 0 0,-1 1 1 0 0,0 0 0 0 0,1-1 0 0 0,5-5 0 0 0,-2 1-241 0 0,-1 1 0 0 0,1-1-1 0 0,-2-1 1 0 0,1 1 0 0 0,-1-1 0 0 0,0 0 0 0 0,0-1 0 0 0,-1 1 0 0 0,-1-1-1 0 0,1 0 1 0 0,5-18 0 0 0,-2-4-382 0 0,-1 0 0 0 0,3-48 0 0 0,-4-66 1036 0 0,-1 12 2067 0 0,-3 108-1561 0 0,4-61 2466 0 0,-4 27 4638 0 0,-3 61-7621 0 0,-1 0 1 0 0,1 0 0 0 0,0-1 0 0 0,0 1-1 0 0,0 0 1 0 0,0 0 0 0 0,0 0 0 0 0,0 1-1 0 0,1-1 1 0 0,-1 2 0 0 0,-9 49 274 0 0,2 1 1 0 0,-1 58-1 0 0,7-74-375 0 0,0 47-721 0 0,3 1 1 0 0,19 118-1 0 0,-19-156-3861 0 0,-1-42 2605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23119 0 0,'0'0'3587'0'0,"2"0"-2401"0"0,152-5 3558 0 0,80-22-6026 0 0,-189 21 191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32 20671 0 0,'-7'-12'2211'0'0,"7"11"-2014"0"0,-1 0 1 0 0,0-1-1 0 0,0 1 1 0 0,0 0-1 0 0,0-1 0 0 0,0 1 1 0 0,0 0-1 0 0,0 0 1 0 0,-1 0-1 0 0,1 0 1 0 0,0 0-1 0 0,0 0 0 0 0,-1 0 1 0 0,1 1-1 0 0,-1-1 1 0 0,1 0-1 0 0,-1 1 1 0 0,1-1-1 0 0,-1 1 1 0 0,1 0-1 0 0,-3-1 0 0 0,2 1-18 0 0,0 0-1 0 0,0 1 0 0 0,-1-1 0 0 0,1 1 0 0 0,0-1 1 0 0,0 1-1 0 0,0 0 0 0 0,0 0 0 0 0,0 0 0 0 0,0 0 1 0 0,0 0-1 0 0,0 0 0 0 0,-2 2 0 0 0,-5 5 94 0 0,1 0-1 0 0,0 0 1 0 0,0 1-1 0 0,-11 16 1 0 0,1 3-44 0 0,2 1-1 0 0,-24 54 1 0 0,-15 66 70 0 0,47-127-255 0 0,-89 298 387 0 0,90-291-404 0 0,2 1-1 0 0,0-1 1 0 0,1 45 0 0 0,3-60-27 0 0,2-1 0 0 0,0 1 1 0 0,1-1-1 0 0,0 1 0 0 0,1-1 0 0 0,0 0 1 0 0,1 0-1 0 0,1 0 0 0 0,0-1 1 0 0,7 13-1 0 0,-9-20-42 0 0,0-1 0 0 0,0 1-1 0 0,0-1 1 0 0,1 0 0 0 0,0 1 0 0 0,0-2 0 0 0,0 1 0 0 0,0 0-1 0 0,0-1 1 0 0,1 0 0 0 0,0 0 0 0 0,-1 0 0 0 0,1 0-1 0 0,0-1 1 0 0,7 2 0 0 0,-4-2-208 0 0,0 0-1 0 0,0-1 1 0 0,0 0-1 0 0,-1 0 1 0 0,1-1-1 0 0,0 0 1 0 0,0 0-1 0 0,0-1 1 0 0,0 0-1 0 0,8-3 1 0 0,-2 1-999 0 0,0-1 1 0 0,0-1-1 0 0,0 0 1 0 0,-1 0-1 0 0,0-2 1 0 0,23-14-1 0 0,-15 5-6430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2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235 121 8287 0 0,'-1'-7'108'0'0,"1"1"0"0"0,0-1-1 0 0,0 0 1 0 0,1 0-1 0 0,1-9 1 0 0,2-10 1984 0 0,-6 0 5765 0 0,2 25-7554 0 0,0 1 0 0 0,0-1 0 0 0,0 0 0 0 0,0 0 0 0 0,0 0 1 0 0,0 0-1 0 0,-1 1 0 0 0,1-1 0 0 0,0 0 0 0 0,-1 0 0 0 0,1 0 0 0 0,-1 1 0 0 0,1-1 1 0 0,-1 0-1 0 0,1 1 0 0 0,-1-1 0 0 0,1 0 0 0 0,-1 1 0 0 0,1-1 0 0 0,-1 1 0 0 0,0-1 1 0 0,0 1-1 0 0,1-1 0 0 0,-1 1 0 0 0,0-1 0 0 0,-1 0 0 0 0,1 1-118 0 0,0 0 0 0 0,-1 0-1 0 0,1 1 1 0 0,0-1 0 0 0,-1 0 0 0 0,1 0-1 0 0,0 1 1 0 0,-1-1 0 0 0,1 0-1 0 0,0 1 1 0 0,0-1 0 0 0,0 1 0 0 0,-1 0-1 0 0,1-1 1 0 0,-1 2 0 0 0,-4 2-24 0 0,1 1 1 0 0,-1 0-1 0 0,1 0 1 0 0,0 0-1 0 0,-5 7 1 0 0,-37 63 576 0 0,19-30-512 0 0,10-16-125 0 0,1 0-1 0 0,-12 32 1 0 0,23-48-112 0 0,1 0-1 0 0,1 0 1 0 0,0 1 0 0 0,1-1 0 0 0,1 1-1 0 0,0 0 1 0 0,0 23 0 0 0,2-33-55 0 0,0-1-1 0 0,1 1 1 0 0,-1 0-1 0 0,1 0 1 0 0,0-1-1 0 0,0 1 1 0 0,0 0 0 0 0,1-1-1 0 0,-1 1 1 0 0,1-1-1 0 0,0 1 1 0 0,0-1-1 0 0,0 0 1 0 0,0 0 0 0 0,3 3-1 0 0,-3-4-92 0 0,0 0-1 0 0,1 0 1 0 0,-1-1-1 0 0,0 1 1 0 0,1-1-1 0 0,-1 0 1 0 0,0 1-1 0 0,1-1 1 0 0,0 0-1 0 0,-1 0 1 0 0,1-1-1 0 0,0 1 1 0 0,-1-1-1 0 0,1 1 1 0 0,0-1-1 0 0,0 0 1 0 0,-1 0-1 0 0,1 0 1 0 0,0 0-1 0 0,0 0 1 0 0,4-2-1 0 0,44-15-3945 0 0,-22 6 1838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0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81 6447 0 0,'-1'-4'259'0'0,"-1"0"0"0"0,0 1 0 0 0,0-1 0 0 0,-1 0 0 0 0,1 1 0 0 0,-5-6 0 0 0,6 9 101 0 0,1-1 0 0 0,-1 0-1 0 0,0 1 1 0 0,0-1 0 0 0,0 1-1 0 0,0-1 1 0 0,0 0 0 0 0,0 1-1 0 0,0 0 1 0 0,0-1 0 0 0,0 1-1 0 0,0 0 1 0 0,0 0 0 0 0,0-1 0 0 0,0 1-1 0 0,0 0 1 0 0,-1 0 0 0 0,1 0-1 0 0,0 0 1 0 0,0 0 0 0 0,0 1-1 0 0,0-1 1 0 0,0 0 0 0 0,0 0-1 0 0,0 1 1 0 0,0-1 0 0 0,0 0-1 0 0,0 1 1 0 0,0-1 0 0 0,0 1-1 0 0,0 0 1 0 0,-1 0 0 0 0,-7 6 862 0 0,0 0 0 0 0,1 0 1 0 0,0 1-1 0 0,1 0 0 0 0,0 0 1 0 0,-10 14-1 0 0,-32 61 712 0 0,30-49-1172 0 0,1-3-567 0 0,-26 50 253 0 0,40-73-416 0 0,1 1 1 0 0,-1 0 0 0 0,2 0 0 0 0,0 0 0 0 0,0 0-1 0 0,0 0 1 0 0,0 15 0 0 0,2-23-43 0 0,0 1 1 0 0,0-1-1 0 0,0 1 1 0 0,0-1-1 0 0,1 0 1 0 0,-1 1-1 0 0,0-1 1 0 0,1 0-1 0 0,-1 1 1 0 0,0-1-1 0 0,1 0 1 0 0,0 0-1 0 0,-1 1 1 0 0,1-1-1 0 0,0 0 1 0 0,-1 0-1 0 0,1 0 1 0 0,0 0-1 0 0,2 1 1 0 0,-2-1-19 0 0,1 0 1 0 0,0 0 0 0 0,0 0 0 0 0,-1 0 0 0 0,1 0 0 0 0,0-1-1 0 0,0 1 1 0 0,0-1 0 0 0,0 1 0 0 0,0-1 0 0 0,0 0 0 0 0,0 0-1 0 0,2 0 1 0 0,3-1-97 0 0,0 0 0 0 0,0 0 0 0 0,0 0 0 0 0,0-1 0 0 0,-1 0 0 0 0,1 0-1 0 0,-1-1 1 0 0,0 0 0 0 0,1 0 0 0 0,-1 0 0 0 0,-1-1 0 0 0,1 0 0 0 0,0 0 0 0 0,-1-1 0 0 0,6-5-1 0 0,5-6-115 0 0,0-2-1 0 0,-1 0 0 0 0,14-22 0 0 0,-12 12 208 0 0,-2-1-1 0 0,-1 0 1 0 0,-1-1 0 0 0,12-43-1 0 0,19-43 521 0 0,-44 116-466 0 0,0 0-1 0 0,0 0 1 0 0,0 0-1 0 0,0 0 1 0 0,0 0 0 0 0,0 0-1 0 0,0 0 1 0 0,1 1-1 0 0,-1-1 1 0 0,0 0 0 0 0,0 0-1 0 0,0 0 1 0 0,0 0-1 0 0,0 0 1 0 0,0 0 0 0 0,0 0-1 0 0,0 0 1 0 0,0 0-1 0 0,0 0 1 0 0,0 0 0 0 0,1 0-1 0 0,-1 0 1 0 0,0 0-1 0 0,0 0 1 0 0,0 0 0 0 0,0 0-1 0 0,0 0 1 0 0,0 0-1 0 0,0 0 1 0 0,0 0 0 0 0,1 0-1 0 0,-1 0 1 0 0,0 0-1 0 0,0 0 1 0 0,0 0-1 0 0,0 0 1 0 0,0 0 0 0 0,0 0-1 0 0,0 0 1 0 0,0 0-1 0 0,0 0 1 0 0,1 0 0 0 0,-1 0-1 0 0,0 0 1 0 0,0 0-1 0 0,0 0 1 0 0,0 0 0 0 0,0 0-1 0 0,0 0 1 0 0,0 0-1 0 0,0-1 1 0 0,0 1 0 0 0,0 0-1 0 0,0 0 1 0 0,0 0-1 0 0,0 0 1 0 0,0 0 0 0 0,0 0-1 0 0,0 0 1 0 0,0 0-1 0 0,0 0 1 0 0,1-1 0 0 0,-1 1-1 0 0,0 0 1 0 0,0 0-1 0 0,2 14 387 0 0,1 18-149 0 0,-12 107 153 0 0,1-16 70 0 0,8-97-402 0 0,0-1-1 0 0,8 45 1 0 0,-6-58-79 0 0,-2-12 0 0 0,0 1 0 0 0,1-1 0 0 0,-1 1 0 0 0,0 0 1 0 0,0-1-1 0 0,0 1 0 0 0,0-1 0 0 0,1 1 0 0 0,-1-1 0 0 0,0 1 0 0 0,0-1 0 0 0,1 1 0 0 0,-1-1 1 0 0,0 1-1 0 0,1-1 0 0 0,-1 1 0 0 0,1-1 0 0 0,-1 1 0 0 0,0-1 0 0 0,1 0 0 0 0,-1 1 0 0 0,1-1 1 0 0,0 1-1 0 0,4-2-14 0 0,-3 1 1 0 0,0-1 0 0 0,0 1 0 0 0,0-1 0 0 0,0 1 0 0 0,1-1 0 0 0,-1 0-1 0 0,0 0 1 0 0,0 0 0 0 0,-1 0 0 0 0,1 0 0 0 0,0 0 0 0 0,0 0 0 0 0,0-1-1 0 0,-1 1 1 0 0,1-1 0 0 0,-1 1 0 0 0,1-1 0 0 0,-1 1 0 0 0,1-1 0 0 0,1-4 0 0 0,3-4-45 0 0,-1 0 0 0 0,8-20 0 0 0,-7 15 5 0 0,42-105-260 0 0,19-39 70 0 0,-59 143 206 0 0,0 1 0 0 0,1 1 1 0 0,15-20-1 0 0,-24 34 37 0 0,1 0 1 0 0,-1-1-1 0 0,0 1 1 0 0,0 0-1 0 0,0 0 0 0 0,0-1 1 0 0,0 1-1 0 0,1 0 0 0 0,-1 0 1 0 0,0-1-1 0 0,0 1 1 0 0,1 0-1 0 0,-1 0 0 0 0,0-1 1 0 0,0 1-1 0 0,1 0 0 0 0,-1 0 1 0 0,0 0-1 0 0,0 0 1 0 0,1-1-1 0 0,-1 1 0 0 0,0 0 1 0 0,1 0-1 0 0,-1 0 0 0 0,0 0 1 0 0,1 0-1 0 0,-1 0 1 0 0,0 0-1 0 0,1 0 0 0 0,-1 0 1 0 0,0 0-1 0 0,1 0 0 0 0,-1 0 1 0 0,0 0-1 0 0,1 0 1 0 0,-1 0-1 0 0,0 0 0 0 0,1 1 1 0 0,2 5 43 0 0,-3-6-39 0 0,2 10 41 0 0,0 0 0 0 0,0 1 0 0 0,-1-1 0 0 0,-1 0 0 0 0,1 1 0 0 0,-2-1 0 0 0,-1 15-1 0 0,0-4 36 0 0,-2 39 84 0 0,1-32-125 0 0,1 1 1 0 0,1 0 0 0 0,7 55 0 0 0,-1-63-56 0 0,-4-20-55 0 0,11 2-198 0 0,-9-4 230 0 0,1-1 1 0 0,-1 1-1 0 0,1-1 1 0 0,-1 0-1 0 0,1 0 1 0 0,-1-1-1 0 0,0 1 1 0 0,0-1-1 0 0,0 1 1 0 0,-1-1-1 0 0,1 0 1 0 0,-1 0-1 0 0,3-4 1 0 0,5-8-47 0 0,13-28 0 0 0,-12 22 31 0 0,38-90-74 0 0,-37 81 120 0 0,0 1 1 0 0,2 0-1 0 0,34-51 0 0 0,-47 79 201 0 0,0 3-63 0 0,1 2-108 0 0,-1 0 0 0 0,1 0 0 0 0,0 0 0 0 0,-1 1 0 0 0,0-1 0 0 0,0 1 0 0 0,0-1 0 0 0,-1 6 0 0 0,1 42 231 0 0,-1-21-187 0 0,1-10-128 0 0,-1 18-688 0 0,2-1 0 0 0,2 1 0 0 0,12 53 0 0 0,-15-89 275 0 0,0 1 0 0 0,0-1 0 0 0,1 0 0 0 0,-1 0 0 0 0,1 1 0 0 0,0-1 0 0 0,0 0 0 0 0,0-1 0 0 0,3 4 0 0 0,5 4-1537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55 9671 0 0,'0'2'9907'0'0,"3"22"-4747"0"0,-7 20-2401 0 0,1-19-1398 0 0,-19 151 1512 0 0,-3 42-2170 0 0,13-116-637 0 0,5-47-671 0 0,10-111-27 0 0,0-7 20 0 0,12-67 0 0 0,30-59 37 0 0,-33 154 538 0 0,0 0 1 0 0,3 2 0 0 0,22-42 0 0 0,-32 67 75 0 0,1 0 0 0 0,-1 1 0 0 0,1-1 0 0 0,1 1 1 0 0,-1 0-1 0 0,1 1 0 0 0,15-11 0 0 0,-19 15 8 0 0,1-1 0 0 0,0 1 1 0 0,-1 1-1 0 0,1-1 0 0 0,0 0 1 0 0,0 1-1 0 0,0 0 0 0 0,0 0 1 0 0,4 0-1 0 0,-5 0-6 0 0,0 1-1 0 0,-1 0 1 0 0,1 1 0 0 0,-1-1-1 0 0,1 0 1 0 0,0 1 0 0 0,-1-1 0 0 0,1 1-1 0 0,-1 0 1 0 0,1 0 0 0 0,-1 0-1 0 0,0 0 1 0 0,1 0 0 0 0,-1 1 0 0 0,3 1-1 0 0,-2 0-14 0 0,0 0-1 0 0,-1 0 1 0 0,1 0-1 0 0,-1 0 1 0 0,0 0-1 0 0,0 0 0 0 0,0 0 1 0 0,-1 1-1 0 0,1-1 1 0 0,-1 1-1 0 0,0-1 1 0 0,0 1-1 0 0,0 0 1 0 0,0 0-1 0 0,0-1 0 0 0,-1 1 1 0 0,0 5-1 0 0,1 6 8 0 0,-2 0-1 0 0,0 0 0 0 0,-3 15 0 0 0,0-9 27 0 0,-1 0 0 0 0,-1 0 0 0 0,-1-1-1 0 0,-1 0 1 0 0,-11 20 0 0 0,4-12-233 0 0,-2 0-1 0 0,-34 43 0 0 0,48-67-158 0 0,-1 0 0 0 0,1-1 0 0 0,-1 1 0 0 0,1-1 0 0 0,-1 0-1 0 0,0 0 1 0 0,-5 2 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9215 0 0,'0'0'831'0'0,"5"6"-526"0"0,-3-2 3194 0 0,10 39 7525 0 0,-5 4-6085 0 0,-2 49-3937 0 0,-4-42 149 0 0,1-33-965 0 0,-1 149 8 0 0,44-260 227 0 0,33-62-2360 0 0,-62 126 1295 0 0,0 1-1 0 0,2 1 0 0 0,35-38 1 0 0,-51 60 290 0 0,0 0 1 0 0,0 0 0 0 0,0 1-1 0 0,0-1 1 0 0,1 0 0 0 0,-1 1-1 0 0,0 0 1 0 0,1-1 0 0 0,-1 1-1 0 0,1 0 1 0 0,5-1 0 0 0,-8 2 174 0 0,0 0 0 0 0,1 0 0 0 0,-1 0 0 0 0,1 0 0 0 0,-1 1 0 0 0,0-1 0 0 0,1 0 0 0 0,-1 0 0 0 0,0 1 0 0 0,1-1 0 0 0,-1 0 0 0 0,0 1 0 0 0,1-1 0 0 0,-1 0 0 0 0,0 1 0 0 0,1-1 0 0 0,-1 0 0 0 0,0 1 0 0 0,0-1 0 0 0,0 1 1 0 0,0-1-1 0 0,1 0 0 0 0,-1 1 0 0 0,4 11-2897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1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2 367 6447 0 0,'-2'68'15426'0'0,"3"-67"-15020"0"0,10-3 2398 0 0,12-10-2612 0 0,-12 3 172 0 0,-1-1 0 0 0,0 1 0 0 0,0-2 0 0 0,-1 1 0 0 0,13-20 0 0 0,33-65 234 0 0,-14 21-323 0 0,-30 57-252 0 0,-1 2 26 0 0,-1-1 0 0 0,0 0-1 0 0,-1-1 1 0 0,8-23 0 0 0,-33 47 599 0 0,8 1-466 0 0,0 1 1 0 0,1-1-1 0 0,0 2 0 0 0,0-1 1 0 0,-11 20-1 0 0,-26 58 449 0 0,36-68-573 0 0,-4 7 103 0 0,-12 37-1 0 0,22-55-170 0 0,0 1 0 0 0,1-1-1 0 0,1 1 1 0 0,-1 0 0 0 0,1-1 0 0 0,1 1-1 0 0,0 0 1 0 0,0 0 0 0 0,2 9-1 0 0,-2-16-46 0 0,0 0-1 0 0,1 0 1 0 0,-1 1-1 0 0,1-1 0 0 0,0 0 1 0 0,0 0-1 0 0,0 0 0 0 0,0 0 1 0 0,0 0-1 0 0,0 0 1 0 0,0 0-1 0 0,1 0 0 0 0,-1 0 1 0 0,1 0-1 0 0,-1-1 1 0 0,1 1-1 0 0,0-1 0 0 0,-1 1 1 0 0,1-1-1 0 0,0 1 0 0 0,0-1 1 0 0,0 0-1 0 0,0 0 1 0 0,3 1-1 0 0,-1-1-417 0 0,-1 0 0 0 0,1 0 0 0 0,0-1 0 0 0,0 1 0 0 0,6-1 0 0 0,21-2-6824 0 0,-4-3-1185 0 0</inkml:trace>
  <inkml:trace contextRef="#ctx0" brushRef="#br0" timeOffset="1">693 1 10135 0 0,'-1'0'778'0'0,"-16"2"-1255"0"0,-11-3 6774 0 0,-2 1 2298 0 0,11 2-5963 0 0,3 3-2238 0 0,0 0 1 0 0,0 0-1 0 0,1 2 0 0 0,0 0 0 0 0,0 0 0 0 0,1 2 0 0 0,0 0 0 0 0,0 0 0 0 0,1 1 0 0 0,-12 13 0 0 0,19-18-385 0 0,1 0 0 0 0,0 1-1 0 0,1 0 1 0 0,-1 0 0 0 0,1 0 0 0 0,0 1 0 0 0,1-1 0 0 0,-1 1-1 0 0,1 0 1 0 0,-3 13 0 0 0,5-17-22 0 0,0 0 0 0 0,1 0-1 0 0,-1 0 1 0 0,1 0 0 0 0,0-1 0 0 0,0 1 0 0 0,0 0-1 0 0,0 0 1 0 0,1 0 0 0 0,-1 0 0 0 0,1 0 0 0 0,0-1-1 0 0,-1 1 1 0 0,1 0 0 0 0,1-1 0 0 0,-1 1 0 0 0,0 0 0 0 0,1-1-1 0 0,-1 1 1 0 0,1-1 0 0 0,0 0 0 0 0,-1 0 0 0 0,1 1-1 0 0,0-1 1 0 0,0-1 0 0 0,1 1 0 0 0,-1 0 0 0 0,0 0-1 0 0,1-1 1 0 0,3 3 0 0 0,8 1-32 0 0,-1 1 1 0 0,1-2-1 0 0,0 0 1 0 0,22 3-1 0 0,-7-1 12 0 0,-6-1 26 0 0,-10-3-4 0 0,0 1-1 0 0,13 4 0 0 0,-23-6 12 0 0,0 1-1 0 0,0-1 0 0 0,0 0 1 0 0,0 1-1 0 0,0 0 1 0 0,0 0-1 0 0,-1-1 0 0 0,1 2 1 0 0,-1-1-1 0 0,1 0 0 0 0,-1 0 1 0 0,0 1-1 0 0,3 3 0 0 0,-4-4 4 0 0,0-1-1 0 0,-1 0 0 0 0,1 0 0 0 0,-1 0 0 0 0,1 1 1 0 0,-1-1-1 0 0,1 0 0 0 0,-1 1 0 0 0,0-1 0 0 0,0 0 1 0 0,0 1-1 0 0,0-1 0 0 0,0 0 0 0 0,0 1 0 0 0,0-1 1 0 0,0 0-1 0 0,0 1 0 0 0,0-1 0 0 0,-1 0 0 0 0,1 1 1 0 0,-1-1-1 0 0,1 0 0 0 0,-1 0 0 0 0,1 0 0 0 0,-1 1 1 0 0,0-1-1 0 0,-1 2 0 0 0,0-1 27 0 0,-1 3-1 0 0,0-1 0 0 0,0 0 0 0 0,0 0 0 0 0,-1-1 0 0 0,0 1 0 0 0,0-1 0 0 0,-6 4 0 0 0,-31 18-12 0 0,33-20-221 0 0,-1-1 0 0 0,1 0 0 0 0,-1-1 0 0 0,1 0 0 0 0,-1 0-1 0 0,0-1 1 0 0,0 0 0 0 0,0-1 0 0 0,-1 0 0 0 0,-14 0 0 0 0,15-3-402 0 0,9 2 522 0 0,0 0 1 0 0,0 0 0 0 0,0 0-1 0 0,-1 0 1 0 0,1 0 0 0 0,0 0-1 0 0,0 0 1 0 0,0 0-1 0 0,0 0 1 0 0,-1 0 0 0 0,1 0-1 0 0,0 0 1 0 0,0 0 0 0 0,0 0-1 0 0,-1 0 1 0 0,1 0 0 0 0,0 0-1 0 0,0-1 1 0 0,0 1 0 0 0,0 0-1 0 0,0 0 1 0 0,-1 0-1 0 0,1 0 1 0 0,0 0 0 0 0,0-1-1 0 0,0 1 1 0 0,0 0 0 0 0,0 0-1 0 0,0 0 1 0 0,0 0 0 0 0,0-1-1 0 0,0 1 1 0 0,-1 0-1 0 0,1 0 1 0 0,0 0 0 0 0,0-1-1 0 0,0 1 1 0 0,0 0 0 0 0,0 0-1 0 0,0 0 1 0 0,0 0 0 0 0,0-1-1 0 0,0 1 1 0 0,0 0-1 0 0,1-1 1 0 0,5-7-1908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1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24 20303 0 0,'0'0'928'0'0,"1"-2"-17"0"0,11-11 4106 0 0,-12 13-4924 0 0,-1-1 1 0 0,1 1-1 0 0,0-1 0 0 0,0 1 0 0 0,0 0 1 0 0,0-1-1 0 0,0 1 0 0 0,-1-1 0 0 0,1 1 1 0 0,0 0-1 0 0,0-1 0 0 0,-1 1 0 0 0,1-1 1 0 0,0 1-1 0 0,-1 0 0 0 0,1 0 0 0 0,0-1 1 0 0,-1 1-1 0 0,1 0 0 0 0,0 0 0 0 0,-1-1 1 0 0,1 1-1 0 0,-1 0 0 0 0,1 0 1 0 0,0 0-1 0 0,-1-1 0 0 0,1 1 0 0 0,-1 0 1 0 0,1 0-1 0 0,-1 0 0 0 0,1 0 0 0 0,-1 0 1 0 0,1 0-1 0 0,-1 0 0 0 0,1 0 0 0 0,0 0 1 0 0,-1 0-1 0 0,1 0 0 0 0,-1 1 0 0 0,1-1 1 0 0,-1 0-1 0 0,-19 7 625 0 0,4 2-638 0 0,0 1 1 0 0,0 0 0 0 0,1 2-1 0 0,1-1 1 0 0,0 2 0 0 0,0 0-1 0 0,-18 24 1 0 0,28-32-81 0 0,0 1 1 0 0,1 0-1 0 0,0 0 1 0 0,0 0-1 0 0,0 0 1 0 0,0 1-1 0 0,1-1 1 0 0,0 1-1 0 0,-1 12 1 0 0,3-17-3 0 0,-1 1 0 0 0,1-1 0 0 0,0 1 0 0 0,0 0 0 0 0,1-1 0 0 0,-1 1 0 0 0,1-1 0 0 0,-1 1 0 0 0,1-1 0 0 0,0 1 0 0 0,0-1 0 0 0,0 1 0 0 0,0-1 0 0 0,0 1 0 0 0,0-1 0 0 0,1 0 0 0 0,-1 0 0 0 0,1 0 0 0 0,0 0 0 0 0,-1 0 0 0 0,1 0 0 0 0,0 0 0 0 0,0-1 0 0 0,0 1 0 0 0,0-1 0 0 0,1 1 0 0 0,-1-1 0 0 0,4 2 0 0 0,10 3-11 0 0,0 0 0 0 0,1-1 0 0 0,24 4 0 0 0,-25-7 5 0 0,0 2 0 0 0,-1 0 1 0 0,1 1-1 0 0,15 7 0 0 0,-28-10 8 0 0,-2-2 0 0 0,0 0 0 0 0,0 1 0 0 0,1 0 0 0 0,-1-1 0 0 0,0 1 0 0 0,0-1 0 0 0,-1 1 0 0 0,1 0 0 0 0,0 0 0 0 0,0 0 0 0 0,0-1 0 0 0,0 1 0 0 0,-1 0 0 0 0,1 0 0 0 0,0 0 0 0 0,-1 0 0 0 0,1 0 0 0 0,-1 0 0 0 0,1 1 0 0 0,-1-1 0 0 0,1 1 0 0 0,-1 0 0 0 0,1 0 0 0 0,-1 0 0 0 0,0 0 0 0 0,1 0 0 0 0,-1 0 0 0 0,0 0 0 0 0,0 0 0 0 0,-1 0 0 0 0,1 0 0 0 0,0 0 0 0 0,-1 0 0 0 0,1 0 0 0 0,-1 0 0 0 0,1 0 0 0 0,-1 0 0 0 0,0 0 0 0 0,0 0 0 0 0,0 0 0 0 0,0-1 0 0 0,0 1 0 0 0,-1 0 0 0 0,1-1 0 0 0,0 1 0 0 0,-3 1 0 0 0,-4 6 0 0 0,-1-1 0 0 0,-16 13 0 0 0,22-19 0 0 0,-8 5-343 0 0,0 0 0 0 0,0 0 0 0 0,0-1 0 0 0,-1-1 0 0 0,0 0 0 0 0,-24 7 0 0 0,35-12-628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163 203 17103 0 0,'9'-6'2853'0'0,"-23"22"2813"0"0,2-4-4301 0 0,-52 75 2414 0 0,49-63-3468 0 0,2 0-1 0 0,0 1 0 0 0,-17 49 0 0 0,27-65-290 0 0,1-1 0 0 0,0 1 0 0 0,-1 14 0 0 0,4-8-27 0 0,3-11-34 0 0,-3-3-4 0 0,1 0 1 0 0,-1 0 1 0 0,0 1 0 0 0,1-1-1 0 0,-1 0 1 0 0,1 0 0 0 0,0 0-1 0 0,-1 0 1 0 0,1 0-1 0 0,0 0 1 0 0,0 0 0 0 0,0-1-1 0 0,-1 1 1 0 0,1 0 0 0 0,0-1-1 0 0,4 1 1 0 0,-2-1-51 0 0,0 0 0 0 0,-1-1-1 0 0,1 1 1 0 0,0-1 0 0 0,-1 1 0 0 0,1-1 0 0 0,-1 0 0 0 0,5-2-1 0 0,-1 0-170 0 0,1-1 0 0 0,-1 0 1 0 0,1 0-1 0 0,-1-1 0 0 0,0 0 0 0 0,11-11 0 0 0,-8 5-82 0 0,-1 0 1 0 0,0-1 0 0 0,0 0-1 0 0,7-15 1 0 0,26-58-386 0 0,-18 34 653 0 0,-12 26 91 0 0,-5 10 179 0 0,0 0 0 0 0,16-22 1272 0 0,-23 39-1056 0 0,-6 118 1909 0 0,1-86-2088 0 0,2 0 0 0 0,1 0-1 0 0,2 0 1 0 0,1 0 0 0 0,6 35 0 0 0,-7-68-227 0 0,0-1 1 0 0,0 1-1 0 0,0-1 1 0 0,0 0-1 0 0,0 1 1 0 0,1-1-1 0 0,-1 1 1 0 0,0-1-1 0 0,0 0 1 0 0,0 1-1 0 0,1-1 0 0 0,-1 1 1 0 0,0-1-1 0 0,1 0 1 0 0,-1 1-1 0 0,0-1 1 0 0,1 0-1 0 0,-1 1 1 0 0,0-1-1 0 0,1 0 1 0 0,-1 0-1 0 0,0 0 1 0 0,1 1-1 0 0,-1-1 1 0 0,1 0-1 0 0,-1 0 1 0 0,1 0-1 0 0,-1 0 1 0 0,0 0-1 0 0,1 1 1 0 0,-1-1-1 0 0,1 0 1 0 0,-1 0-1 0 0,1 0 1 0 0,-1 0-1 0 0,1 0 1 0 0,-1-1-1 0 0,0 1 0 0 0,1 0 1 0 0,-1 0-1 0 0,1 0 1 0 0,-1 0-1 0 0,1 0 1 0 0,0-1-1 0 0,16-9 50 0 0,-12 5-48 0 0,-1-1 0 0 0,1 0 0 0 0,-1 0-1 0 0,0 0 1 0 0,0-1 0 0 0,-1 0 0 0 0,5-11 0 0 0,12-53 31 0 0,-11 36-27 0 0,4-8-302 0 0,3 0 0 0 0,1 1-1 0 0,2 1 1 0 0,2 0 0 0 0,1 2 0 0 0,39-52-1 0 0,-58 87 141 0 0,-1 1-196 0 0,0-1 0 0 0,1 1-1 0 0,-1 0 1 0 0,1 0-1 0 0,0 0 1 0 0,0 0 0 0 0,0 1-1 0 0,0-1 1 0 0,0 1-1 0 0,1-1 1 0 0,-1 1 0 0 0,1 0-1 0 0,3-1 1 0 0,6 1-1596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2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0 14743 0 0,'0'2'4107'0'0,"-1"1"-3092"0"0,0 1-1 0 0,0-1 1 0 0,-1 1-1 0 0,0-1 1 0 0,1 0 0 0 0,-1 0-1 0 0,0 1 1 0 0,-1-1 0 0 0,-2 3-1 0 0,-26 27 1320 0 0,25-28-1966 0 0,-18 19-104 0 0,-2-2 1 0 0,-1-1 0 0 0,-56 35-1 0 0,82-56-320 0 0,2 2-224 0 0,1-1 239 0 0,0 1 1 0 0,0-1-1 0 0,-1 0 0 0 0,1 0 1 0 0,0 0-1 0 0,0 0 1 0 0,3 1-1 0 0,5-1 21 0 0,0 1 0 0 0,0-2 0 0 0,0 1 0 0 0,0-1 0 0 0,0-1 0 0 0,0 0-1 0 0,0 0 1 0 0,10-3 0 0 0,16-1 14 0 0,-21 3-10 0 0,0 1-1 0 0,0 1 0 0 0,25 2 0 0 0,-35-1 20 0 0,-1 0 0 0 0,0 0 0 0 0,1 0 0 0 0,-1 0 0 0 0,0 1 0 0 0,0 0-1 0 0,6 3 1 0 0,-8-4 3 0 0,0 1 0 0 0,0-1-1 0 0,0 1 1 0 0,0-1 0 0 0,-1 1 0 0 0,1 0 0 0 0,-1 0-1 0 0,1 0 1 0 0,-1 0 0 0 0,0 0 0 0 0,0 0-1 0 0,0 0 1 0 0,0 0 0 0 0,0 0 0 0 0,1 3-1 0 0,-2-1 12 0 0,1 0-1 0 0,-1 0 1 0 0,0 0-1 0 0,0 0 1 0 0,0-1-1 0 0,0 1 1 0 0,-1 0-1 0 0,0 0 1 0 0,0 0-1 0 0,0-1 1 0 0,0 1-1 0 0,0 0 0 0 0,-1-1 1 0 0,0 1-1 0 0,1-1 1 0 0,-4 4-1 0 0,-1 2 15 0 0,0 0 0 0 0,0-1 0 0 0,-1 0 0 0 0,-14 12 0 0 0,-14 6-218 0 0,27-21-707 0 0,0 1 1 0 0,0 0-1 0 0,0 0 1 0 0,-8 11-1 0 0</inkml:trace>
  <inkml:trace contextRef="#ctx0" brushRef="#br0" timeOffset="1">427 376 15663 0 0,'-8'16'1510'0'0,"0"1"1"0"0,-6 21-1 0 0,-5 14 6419 0 0,14-39-7303 0 0,0-1 1 0 0,1 0-1 0 0,0 1 0 0 0,1 0 0 0 0,1 0 1 0 0,-2 14-1 0 0,3-2-528 0 0,0-7-309 0 0,0-1 1 0 0,1 0-1 0 0,4 27 1 0 0,0-28-354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3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10591 0 0,'2'1'7522'0'0,"0"0"-6847"0"0,0 1 1 0 0,1-1-1 0 0,-1 0 1 0 0,0 1 0 0 0,0-1-1 0 0,0 1 1 0 0,0 0 0 0 0,-1 0-1 0 0,1 0 1 0 0,2 3-1 0 0,-1-1-200 0 0,0 1 1 0 0,0 0-1 0 0,-1 0 0 0 0,3 8 0 0 0,0 5-296 0 0,6 37 1 0 0,-9-46 388 0 0,15 122 992 0 0,2 230 0 0 0,-24-275-1663 0 0,5-85 6 0 0,-5-26-5888 0 0,3 10 3770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9215 0 0,'0'0'707'0'0,"7"-13"122"0"0,-3 9 1286 0 0,0 0 0 0 0,0 0 0 0 0,1 0 0 0 0,0 1-1 0 0,9-6 1 0 0,-4 4-509 0 0,-1 1 1 0 0,18-6-1 0 0,1 3-867 0 0,39-5 0 0 0,-67 12-720 0 0,22-3 105 0 0,1 1 0 0 0,25 1 0 0 0,-40 1-100 0 0,0 1 1 0 0,0 0 0 0 0,0 0 0 0 0,0 0-1 0 0,-1 1 1 0 0,1 0 0 0 0,0 1 0 0 0,-1 0-1 0 0,11 5 1 0 0,-15-6-19 0 0,1 1 0 0 0,-1-1 0 0 0,0 0 0 0 0,0 1 0 0 0,-1-1 0 0 0,1 1 0 0 0,0 0 0 0 0,-1 0 0 0 0,0 0 0 0 0,0 0 0 0 0,0 1 0 0 0,0-1 0 0 0,0 1 0 0 0,2 5 0 0 0,-3-3 15 0 0,0-1 0 0 0,0 0 0 0 0,0 0-1 0 0,-1 1 1 0 0,0-1 0 0 0,0 0 0 0 0,0 0-1 0 0,0 1 1 0 0,-3 7 0 0 0,-1 3 43 0 0,-1-1 0 0 0,-1 0 0 0 0,0 0-1 0 0,-1 0 1 0 0,-17 26 0 0 0,5-13 67 0 0,-1 0-1 0 0,-2-2 1 0 0,0 0-1 0 0,-2-1 1 0 0,-40 31-1 0 0,51-45-418 0 0,-20 10 0 0 0,29-18 206 0 0,0-1-1 0 0,0 0 1 0 0,-1 0-1 0 0,1 0 1 0 0,-1 0 0 0 0,1-1-1 0 0,-1 0 1 0 0,0 0-1 0 0,-5 1 1 0 0,8-2-587 0 0,3-3 39 0 0,0 1 1 0 0,0-1-1 0 0,0 1 0 0 0,0 0 1 0 0,0 0-1 0 0,0 0 1 0 0,1 0-1 0 0,-1-1 0 0 0,4-2 1 0 0,10-12-8110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3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19951 0 0,'0'0'2341'0'0,"2"2"-1222"0"0,1 3-427 0 0,0 1-1 0 0,-1-1 1 0 0,1 1-1 0 0,-1 0 1 0 0,0 0-1 0 0,0 0 1 0 0,1 9-1 0 0,3 48 1112 0 0,-3-19-1279 0 0,2 4-204 0 0,-4-28-273 0 0,1 1 1 0 0,1-1 0 0 0,1 0 0 0 0,7 22-1 0 0,-6-31-47 0 0,1-4-60 0 0,-5-7 41 0 0,0 0-1 0 0,0 0 0 0 0,0 1 1 0 0,1-1-1 0 0,-1 0 1 0 0,0 0-1 0 0,0 0 0 0 0,1 0 1 0 0,-1 0-1 0 0,0 0 0 0 0,0-1 1 0 0,0 1-1 0 0,1 0 1 0 0,-1-1-1 0 0,0 1 0 0 0,0-1 1 0 0,2 0-1 0 0,0-1-19 0 0,0 0 1 0 0,0 0-1 0 0,0 0 0 0 0,0 0 0 0 0,-1-1 1 0 0,1 1-1 0 0,-1-1 0 0 0,1 1 0 0 0,-1-1 1 0 0,3-5-1 0 0,17-35-271 0 0,-16 31 223 0 0,48-129-567 0 0,-40 97 416 0 0,34-70 1 0 0,-43 105 87 0 0,0-3 593 0 0,-2 13-152 0 0,-2 6-91 0 0,2 84 631 0 0,7 67-614 0 0,-7-138-332 0 0,0-1 0 0 0,11 32 0 0 0,-14-49-99 0 0,1-1 0 0 0,-1 0 0 0 0,1 0 0 0 0,0 0 0 0 0,-1 1 0 0 0,1-1 0 0 0,0 0 0 0 0,0 0 0 0 0,0 0 1 0 0,0 0-1 0 0,0 0 0 0 0,0-1 0 0 0,0 1 0 0 0,0 0 0 0 0,0 0 0 0 0,0-1 0 0 0,0 1 0 0 0,0 0 0 0 0,1-1 0 0 0,-1 1 1 0 0,0-1-1 0 0,0 0 0 0 0,1 1 0 0 0,-1-1 0 0 0,0 0 0 0 0,1 0 0 0 0,-1 0 0 0 0,0 0 0 0 0,1 0 0 0 0,-1 0 0 0 0,0 0 1 0 0,1 0-1 0 0,-1-1 0 0 0,0 1 0 0 0,1-1 0 0 0,-1 1 0 0 0,0 0 0 0 0,3-2 0 0 0,6-4-2106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4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 16815 0 0,'1'-5'9373'0'0,"-5"14"-8555"0"0,0 0 0 0 0,1 1 0 0 0,1-1 0 0 0,-3 17 0 0 0,-3 42 333 0 0,7-60-1038 0 0,-8 203 1024 0 0,9-204-1156 0 0,0 0-1 0 0,1 1 1 0 0,2 7-1 0 0,0 5-31 0 0,-3-18 172 0 0,2-2-120 0 0,0-1-1 0 0,-1 1 1 0 0,1 0-1 0 0,-1 0 1 0 0,1-1 0 0 0,-1 1-1 0 0,1-1 1 0 0,2 0-1 0 0,-1-1-10 0 0,0-1 1 0 0,0 1-1 0 0,0-1 0 0 0,0 1 0 0 0,-1-1 0 0 0,1 0 0 0 0,-1 0 0 0 0,1 0 0 0 0,-1 0 0 0 0,2-4 0 0 0,17-38-119 0 0,-18 38 77 0 0,26-63-293 0 0,49-104-441 0 0,-74 167 704 0 0,0-1 1 0 0,0 1-1 0 0,1 0 1 0 0,11-12-1 0 0,-15 18 10 0 0,-1 3 71 0 0,2 11 76 0 0,0 0 0 0 0,-2-1 1 0 0,0 1-1 0 0,0 0 0 0 0,-1 0 1 0 0,-4 19-1 0 0,-1 27 100 0 0,5-47-156 0 0,1-1 0 0 0,0 1 0 0 0,1 0 0 0 0,0-1 0 0 0,1 1 0 0 0,0-1 0 0 0,1 0 0 0 0,8 22 0 0 0,-3-20-32 0 0,-3-12-25 0 0,-3-1 12 0 0,0 1 7 0 0,1-1-1 0 0,-1 0 1 0 0,1 0 0 0 0,-1 0 0 0 0,1 0 0 0 0,-1 0 0 0 0,1 0 0 0 0,-1-1-1 0 0,1 1 1 0 0,-1-1 0 0 0,0 0 0 0 0,1 0 0 0 0,-1 0 0 0 0,0 0 0 0 0,1 0-1 0 0,-1 0 1 0 0,0 0 0 0 0,0-1 0 0 0,0 1 0 0 0,0-1 0 0 0,0 0 0 0 0,2-2-1 0 0,1-1-52 0 0,1-2 0 0 0,0 1-1 0 0,-1 0 1 0 0,0-1-1 0 0,5-11 1 0 0,6-16-161 0 0,15-46-1 0 0,11-24 101 0 0,-19 53 84 0 0,-27 61 141 0 0,2 0 1 0 0,-3 15 0 0 0,1-4-26 0 0,-5 26 74 0 0,2 2-1 0 0,-2 55 1 0 0,9-81-548 0 0,0 0 0 0 0,2-1 1 0 0,0 1-1 0 0,2-1 0 0 0,0 0 0 0 0,15 42 1 0 0,-19-62 196 0 0,1 0-1 0 0,-1-1 1 0 0,1 1 0 0 0,0 0 0 0 0,0-1-1 0 0,0 1 1 0 0,0 0 0 0 0,0-1 0 0 0,0 1-1 0 0,0-1 1 0 0,1 0 0 0 0,-1 1 0 0 0,0-1-1 0 0,1 0 1 0 0,-1 0 0 0 0,1 0 0 0 0,-1 0-1 0 0,1 0 1 0 0,0 0 0 0 0,-1 0 0 0 0,1-1 0 0 0,0 1-1 0 0,3 0 1 0 0,-3-1-169 0 0,1 0-1 0 0,0 0 1 0 0,-1 0 0 0 0,1-1-1 0 0,0 1 1 0 0,-1-1 0 0 0,1 0-1 0 0,-1 0 1 0 0,1 0 0 0 0,-1 0-1 0 0,1 0 1 0 0,-1 0 0 0 0,0-1-1 0 0,0 1 1 0 0,1-1 0 0 0,1-1-1 0 0,8-8-1748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4143 0 0,'4'-28'1784'0'0,"11"-40"0"0"0,5 7 17272 0 0,-20 73-17240 0 0,-11 123 679 0 0,3-54-2105 0 0,5-51-362 0 0,-12 362 675 0 0,15-383-701 0 0,0-5-4 0 0,0-1-1 0 0,1 1 0 0 0,-1 0 1 0 0,1 0-1 0 0,0 0 1 0 0,2 6-1 0 0,-3-8-77 0 0,1-3-120 0 0,3-4 136 0 0,0 1 1 0 0,-1-1-1 0 0,0 0 1 0 0,0 0-1 0 0,-1 0 0 0 0,1-1 1 0 0,-1 1-1 0 0,0 0 1 0 0,-1-1-1 0 0,2-8 0 0 0,8-62-457 0 0,-11 68 462 0 0,7-65-282 0 0,18-165-727 0 0,-15 175 740 0 0,30-106 1 0 0,-38 161 347 0 0,1 0-1 0 0,0 0 1 0 0,1 0-1 0 0,-1 0 1 0 0,2 1-1 0 0,-1 0 1 0 0,7-8-1 0 0,-9 13 19 0 0,0-1 0 0 0,0 1 0 0 0,1-1 0 0 0,-1 1 0 0 0,1 0 0 0 0,0 0 0 0 0,0 0 0 0 0,0 1-1 0 0,0-1 1 0 0,0 1 0 0 0,0-1 0 0 0,0 1 0 0 0,0 0 0 0 0,1 0 0 0 0,-1 0 0 0 0,0 1-1 0 0,1-1 1 0 0,-1 1 0 0 0,0 0 0 0 0,6 0 0 0 0,-8 0 1 0 0,1 0 0 0 0,0 1 0 0 0,0-1 0 0 0,-1 0 1 0 0,1 1-1 0 0,0-1 0 0 0,0 1 0 0 0,-1 0 0 0 0,1 0 0 0 0,-1-1 0 0 0,1 1 0 0 0,-1 0 0 0 0,1 0 0 0 0,-1 0 1 0 0,1 1-1 0 0,1 1 0 0 0,-1 0-8 0 0,0-1 0 0 0,-1 1 0 0 0,1 0 0 0 0,-1 0 0 0 0,1-1 1 0 0,-1 1-1 0 0,0 0 0 0 0,0 0 0 0 0,0 4 0 0 0,1 5 21 0 0,0 0 0 0 0,-2 0 0 0 0,1 0 0 0 0,-1 0 0 0 0,-1 0 1 0 0,0 0-1 0 0,-1-1 0 0 0,0 1 0 0 0,-1 0 0 0 0,-5 13 0 0 0,-7 14 23 0 0,-30 59 0 0 0,23-56-46 0 0,-14 32-925 0 0,35-73 464 0 0,12-9-4128 0 0,2-3 2268 0 0,2-2-392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12 12439 0 0,'-4'-10'10259'0'0,"0"9"-9518"0"0,0 1 1 0 0,1 0-1 0 0,-1 0 1 0 0,1 0-1 0 0,-1 0 1 0 0,0 0-1 0 0,1 1 1 0 0,-5 1-1 0 0,1 0-202 0 0,0 0 0 0 0,0 1 0 0 0,-9 5 0 0 0,0 1-358 0 0,0 1 0 0 0,-18 16 0 0 0,18-13-135 0 0,2 1-1 0 0,-15 16 1 0 0,22-23-32 0 0,2 0 0 0 0,-1 1-1 0 0,1 0 1 0 0,0 0 0 0 0,1 0-1 0 0,-7 15 1 0 0,11-21-14 0 0,-1-1 0 0 0,1 1 0 0 0,0-1 0 0 0,0 1 0 0 0,-1-1 0 0 0,1 1 0 0 0,0 0 0 0 0,0-1 0 0 0,0 1 0 0 0,1 2 0 0 0,4 5 0 0 0,-3-6-4 0 0,1 0-1 0 0,1 0 1 0 0,-1 0 0 0 0,0-1 0 0 0,0 0-1 0 0,1 1 1 0 0,0-1 0 0 0,-1 0 0 0 0,1-1-1 0 0,0 1 1 0 0,0-1 0 0 0,5 2 0 0 0,7 1-34 0 0,27 3 0 0 0,4-3-38 0 0,-25-3 59 0 0,-1 1-1 0 0,0 2 0 0 0,30 7 1 0 0,-50-11 21 0 0,-1 1-1 0 0,0-1 1 0 0,1 0 0 0 0,-1 0 0 0 0,0 1 0 0 0,1-1-1 0 0,-1 0 1 0 0,0 1 0 0 0,1-1 0 0 0,-1 0 0 0 0,0 1-1 0 0,0-1 1 0 0,1 0 0 0 0,-1 1 0 0 0,0-1 0 0 0,0 0 0 0 0,0 1-1 0 0,0-1 1 0 0,1 1 0 0 0,-1-1 0 0 0,0 1 0 0 0,0-1-1 0 0,0 0 1 0 0,0 1 0 0 0,0-1 0 0 0,0 1 0 0 0,0-1-1 0 0,0 1 1 0 0,0-1 0 0 0,0 0 0 0 0,-1 2 0 0 0,-2 10 143 0 0,0-7-114 0 0,1 0-1 0 0,-1 0 1 0 0,0-1-1 0 0,-1 0 1 0 0,1 1-1 0 0,-1-1 1 0 0,0 0-1 0 0,0-1 1 0 0,-8 7-1 0 0,-4 0-903 0 0,-25 13 0 0 0,8-4-8082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25799 0 0,'0'2'1183'0'0,"-18"101"1286"0"0,8-53-1383 0 0,2 1 1 0 0,-1 66 0 0 0,9-111-1667 0 0,1 32 1004 0 0,1-26-3293 0 0,1 0-3945 0 0,2-1-3027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6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310 203 6447 0 0,'2'-8'21'0'0,"0"1"-1"0"0,0-1 1 0 0,-1-1-1 0 0,1-12 1 0 0,-2 12 1314 0 0,0 0 0 0 0,-1 0 1 0 0,0 0-1 0 0,0 0 0 0 0,-1 0 1 0 0,-1 1-1 0 0,-4-15 0 0 0,5 18-538 0 0,0 1 0 0 0,-1 0 0 0 0,1-1-1 0 0,-1 1 1 0 0,1 0 0 0 0,-1 1 0 0 0,-1-1-1 0 0,1 0 1 0 0,0 1 0 0 0,-1 0 0 0 0,-7-6-1 0 0,8 7-706 0 0,-1 1 0 0 0,1-1 0 0 0,-1 0 0 0 0,0 1 0 0 0,1 0 0 0 0,-1 0 0 0 0,0 0 0 0 0,0 0 0 0 0,0 1 0 0 0,0-1 0 0 0,0 1 0 0 0,0 0 0 0 0,0 0 0 0 0,0 1-1 0 0,-8 1 1 0 0,6 0-28 0 0,0 0-1 0 0,0 0 0 0 0,0 1 0 0 0,0-1 0 0 0,1 2 0 0 0,-1-1 0 0 0,1 0 0 0 0,0 1 0 0 0,0 0 1 0 0,0 1-1 0 0,0-1 0 0 0,1 1 0 0 0,0-1 0 0 0,0 1 0 0 0,-6 10 0 0 0,-3 7 93 0 0,0 0-1 0 0,-13 35 1 0 0,15-32-23 0 0,2 1-1 0 0,1 0 1 0 0,1 1-1 0 0,-4 39 1 0 0,7-27 35 0 0,1 1-1 0 0,5 57 1 0 0,9 4 43 0 0,36 147 0 0 0,-43-233-350 0 0,-1 0 0 0 0,-1 0 0 0 0,-1 1 0 0 0,0-1-1 0 0,-2 27 1 0 0,0-40-26 0 0,0 1-1 0 0,1-1 0 0 0,-1 0 0 0 0,0 0 1 0 0,0 0-1 0 0,0 0 0 0 0,0 0 0 0 0,-2 2 1 0 0,-3 6-3508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6911 0 0,'0'0'623'0'0,"1"-1"172"0"0,19-3 9130 0 0,2 2-3558 0 0,23 3-1205 0 0,-13 0-4855 0 0,12-2-45 0 0,1-3 0 0 0,-1-1 0 0 0,48-12 0 0 0,125-44-347 0 0,-203 57 111 0 0,14-4-26 0 0,-28 8 0 0 0,0 0 1 0 0,0 0-1 0 0,0 0 0 0 0,0 0 1 0 0,-1 0-1 0 0,1 0 0 0 0,0 1 1 0 0,0-1-1 0 0,0 0 0 0 0,0 0 1 0 0,0 0-1 0 0,0 0 0 0 0,0 0 0 0 0,0 1 1 0 0,0-1-1 0 0,0 0 0 0 0,0 0 1 0 0,0 0-1 0 0,0 0 0 0 0,0 0 1 0 0,0 1-1 0 0,0-1 0 0 0,0 0 1 0 0,0 0-1 0 0,0 0 0 0 0,0 0 1 0 0,0 0-1 0 0,0 1 0 0 0,0-1 1 0 0,0 0-1 0 0,0 0 0 0 0,0 0 0 0 0,0 0 1 0 0,0 0-1 0 0,0 0 0 0 0,0 1 1 0 0,1-1-1 0 0,-1 0 0 0 0,0 0 1 0 0,0 0-1 0 0,0 0 0 0 0,0 0 1 0 0,0 0-1 0 0,0 0 0 0 0,0 0 1 0 0,1 0-1 0 0,-1 1 0 0 0,0-1 1 0 0,0 0-1 0 0,0 0 0 0 0,0 0 0 0 0,0 0 1 0 0,1 0-1 0 0,-1 0 0 0 0,0 0 1 0 0,0 0-1 0 0,0 0 0 0 0,0 0 1 0 0,0 0-1 0 0,1 0 0 0 0,-1 0 1 0 0,0 0-1 0 0,0 0 0 0 0,0 0 1 0 0,-9 11 65 0 0,9-10-48 0 0,-57 62 381 0 0,33-39-223 0 0,-30 42 0 0 0,44-52-177 0 0,5-7 0 0 0,0-1-1 0 0,1 1 1 0 0,0-1 0 0 0,0 1-1 0 0,1 1 1 0 0,-5 12-1 0 0,7-18-58 0 0,4-3-421 0 0,5-2 398 0 0,-1 0 0 0 0,1 0 0 0 0,0-1 1 0 0,-1 0-1 0 0,0 0 0 0 0,0-1 0 0 0,0 0 0 0 0,0 0 0 0 0,7-8 0 0 0,53-61-357 0 0,-58 63 373 0 0,41-50-217 0 0,46-52-24 0 0,-89 105 333 0 0,-6 7 98 0 0,5 8 141 0 0,-4-4-182 0 0,-1 1 0 0 0,1-1 0 0 0,-1 1 0 0 0,0 0 0 0 0,-1-1 0 0 0,1 1 0 0 0,-1 0-1 0 0,1 6 1 0 0,1 9 68 0 0,5 26 5 0 0,12 47-393 0 0,-18-89 36 0 0,1 1-1 0 0,-1-1 1 0 0,1 1-1 0 0,0-1 1 0 0,0 0 0 0 0,0 0-1 0 0,0 0 1 0 0,1 0-1 0 0,3 3 1 0 0,2-4-3196 0 0,10 0 888 0 0,-6-7-3080 0 0,3-7 2824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69 7367 0 0,'-2'-9'15539'0'0,"-4"45"-9875"0"0,3-24-4916 0 0,1-1 1 0 0,-1 24-1 0 0,3-30-613 0 0,-1 22 221 0 0,2-1 0 0 0,0 1 0 0 0,2-1 1 0 0,7 31-1 0 0,-6-46-344 0 0,1-4-12 0 0,-4-6-1 0 0,0-1 0 0 0,0 1 1 0 0,0-1-1 0 0,0 0 0 0 0,0 0 0 0 0,0 0 1 0 0,0 1-1 0 0,0-1 0 0 0,0 0 0 0 0,0 0 1 0 0,0 0-1 0 0,0 0 0 0 0,0-1 0 0 0,0 1 1 0 0,0 0-1 0 0,0 0 0 0 0,0-1 0 0 0,0 1 0 0 0,0 0 1 0 0,0-1-1 0 0,0 1 0 0 0,0-1 0 0 0,0 0 1 0 0,0 1-1 0 0,0-1 0 0 0,-1 1 0 0 0,1-1 1 0 0,0 0-1 0 0,1-1 0 0 0,2-4-14 0 0,1 1 0 0 0,-1-1 0 0 0,5-8 0 0 0,-5 6-7 0 0,39-66-308 0 0,-27 44 150 0 0,2 1 0 0 0,36-48-1 0 0,-43 64 132 0 0,-4 5-11 0 0,-1 0 0 0 0,1 0 0 0 0,0 0-1 0 0,1 1 1 0 0,0 1 0 0 0,0-1 0 0 0,0 1 0 0 0,13-7-1 0 0,-20 13 55 0 0,-1 0-1 0 0,1 0 0 0 0,-1 0 1 0 0,1 1-1 0 0,-1-1 0 0 0,1 0 1 0 0,0 0-1 0 0,-1 0 0 0 0,1 0 0 0 0,-1 0 1 0 0,1 1-1 0 0,-1-1 0 0 0,1 0 1 0 0,-1 1-1 0 0,1-1 0 0 0,-1 0 1 0 0,1 1-1 0 0,-1-1 0 0 0,1 0 1 0 0,-1 1-1 0 0,1 0 0 0 0,8 9 21 0 0,-9-10-13 0 0,5 8 53 0 0,-1 0 0 0 0,0 0-1 0 0,0 1 1 0 0,-1-1-1 0 0,0 1 1 0 0,-1 0 0 0 0,3 16-1 0 0,4 12 54 0 0,-6-28-104 0 0,2 9-138 0 0,1 0 0 0 0,1 0 0 0 0,16 29 0 0 0,-21-42-77 0 0,1-1 1 0 0,0 0-1 0 0,1 0 0 0 0,-1 0 0 0 0,1 0 1 0 0,0 0-1 0 0,8 5 0 0 0,-9-7-38 0 0,-1-1-1 0 0,1 1 0 0 0,0-1 1 0 0,1 1-1 0 0,-1-1 1 0 0,0 0-1 0 0,0 0 1 0 0,0-1-1 0 0,1 1 1 0 0,-1-1-1 0 0,0 1 1 0 0,1-1-1 0 0,4-1 1 0 0,2 0-1033 0 0,-1 0 0 0 0,13-5 1 0 0,2-1-825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7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51 1839 0 0,'0'-3'310'0'0,"0"1"0"0"0,-1 0 0 0 0,1 0 0 0 0,-1-1-1 0 0,0 1 1 0 0,0 0 0 0 0,0 0 0 0 0,0 0 0 0 0,0 0-1 0 0,0 0 1 0 0,-1 0 0 0 0,1 1 0 0 0,-1-1 0 0 0,1 0 0 0 0,-1 0-1 0 0,0 1 1 0 0,0 0 0 0 0,-2-2 0 0 0,1 1 912 0 0,-1 0 0 0 0,1 1 0 0 0,-1-1-1 0 0,1 1 1 0 0,-1 0 0 0 0,0 0 0 0 0,0 0 0 0 0,0 1 0 0 0,-7-1 0 0 0,0 1 1024 0 0,1 1 1 0 0,0 0-1 0 0,0 0 1 0 0,-10 3-1 0 0,-14 6-3537 0 0,27-7 1418 0 0,1-1-1 0 0,-1 1 1 0 0,1 0 0 0 0,0 0 0 0 0,0 0 0 0 0,0 1 0 0 0,0 0 0 0 0,1 0 0 0 0,-1 1-1 0 0,1 0 1 0 0,0 0 0 0 0,-8 10 0 0 0,12-14-123 0 0,1 1 0 0 0,-1 0 0 0 0,0-1 1 0 0,1 1-1 0 0,-1 0 0 0 0,1 0 0 0 0,-1-1 0 0 0,1 1 0 0 0,0 0 0 0 0,0 0 1 0 0,0-1-1 0 0,0 1 0 0 0,0 0 0 0 0,0 0 0 0 0,0 0 0 0 0,1-1 0 0 0,-1 1 1 0 0,0 0-1 0 0,1 0 0 0 0,0-1 0 0 0,-1 1 0 0 0,1-1 0 0 0,0 1 0 0 0,0 0 1 0 0,0-1-1 0 0,0 1 0 0 0,2 1 0 0 0,0 1 8 0 0,1 0-1 0 0,0 0 1 0 0,0-1-1 0 0,0 1 1 0 0,0-1-1 0 0,1 0 1 0 0,6 4-1 0 0,14 4-11 0 0,1-1 0 0 0,49 14 0 0 0,-54-19 0 0 0,0 1 0 0 0,0 1 0 0 0,0 1 0 0 0,-1 1 0 0 0,30 17 0 0 0,-48-24 1 0 0,0-1 0 0 0,0 1 0 0 0,0-1 0 0 0,0 1 0 0 0,0 0 0 0 0,0 0 0 0 0,-1 0 0 0 0,1 0 0 0 0,0 0 0 0 0,-1 0 0 0 0,0 0 0 0 0,1 0 0 0 0,-1 1 0 0 0,0-1 0 0 0,0 0 0 0 0,0 1-1 0 0,-1-1 1 0 0,1 1 0 0 0,-1-1 0 0 0,1 1 0 0 0,-1-1 0 0 0,0 1 0 0 0,0 0 0 0 0,0-1 0 0 0,0 1 0 0 0,0-1 0 0 0,-1 1 0 0 0,1-1 0 0 0,-1 1 0 0 0,0-1 0 0 0,1 1 0 0 0,-3 3 0 0 0,0-1 1 0 0,0 1 1 0 0,0-1-1 0 0,0 0 0 0 0,-1-1 0 0 0,0 1 1 0 0,1-1-1 0 0,-2 0 0 0 0,1 1 1 0 0,0-2-1 0 0,-1 1 0 0 0,0-1 0 0 0,0 1 1 0 0,-7 3-1 0 0,0-2-175 0 0,0 0 0 0 0,1-1 1 0 0,-20 5-1 0 0,26-8-147 0 0,0 0 0 0 0,-1-1 0 0 0,1 1 0 0 0,0-1 0 0 0,0 0 0 0 0,-1 0 0 0 0,1-1 0 0 0,0 1 0 0 0,0-1 0 0 0,0 0 0 0 0,-7-3 0 0 0,1-1-9597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3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25279 0 0,'0'0'2292'0'0,"1"1"-1885"0"0,43 70 1407 0 0,-8-14-518 0 0,-6-3-978 0 0,-2 2 1 0 0,-2 1-1 0 0,-3 0 0 0 0,27 111 0 0 0,5 151-274 0 0,-48-243-29 0 0,-4 0-1 0 0,-8 96 1 0 0,-34 138-15 0 0,28-261 0 0 0,-33 95 0 0 0,31-110 0 0 0,-2-2 0 0 0,-1 1 0 0 0,-32 45 0 0 0,39-65 0 0 0,0 0 0 0 0,-1-1 0 0 0,-1 0 0 0 0,0-1 0 0 0,0 0 0 0 0,-20 15 0 0 0,22-24-139 0 0,7-7-205 0 0,3-5-520 0 0,3-1 75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41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72 234 10135 0 0,'-5'-8'440'0'0,"1"1"0"0"0,-1 0 1 0 0,-1 0-1 0 0,1 0 0 0 0,-1 1 0 0 0,0 0 0 0 0,-11-8 0 0 0,14 11 307 0 0,-12-15 13606 0 0,18 16-14199 0 0,-1 0-1 0 0,0 0 0 0 0,1 1 1 0 0,-1-1-1 0 0,1 1 0 0 0,0 0 0 0 0,-1 0 1 0 0,1 0-1 0 0,0 0 0 0 0,0 0 1 0 0,5-1-1 0 0,36-1 117 0 0,-22 2-77 0 0,111-10 222 0 0,54-4-66 0 0,166-15-40 0 0,-124 11-178 0 0,435-16 61 0 0,180 26-75 0 0,-798 9-112 0 0,504 1 1 0 0,-208 8-6 0 0,-128-1 0 0 0,-127-9 0 0 0,-87 1 0 0 0,1 0 0 0 0,0 0 0 0 0,-1 0 0 0 0,1 0 0 0 0,0 0 0 0 0,0 0 0 0 0,-1 0 0 0 0,1-1 0 0 0,0 1 0 0 0,-1 0 0 0 0,1 0 0 0 0,0 0 0 0 0,-1-1 0 0 0,1 1 0 0 0,0 0 0 0 0,-1-1 0 0 0,1 1 0 0 0,-1-1 0 0 0,1 1 0 0 0,-1 0 0 0 0,1-1-1 0 0,0 0 1 0 0,0-6 7 0 0,-1 6-2 0 0,0-1 37 0 0,-1-3-31 0 0,1-1-66 0 0,0 5-223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0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35 103 12671 0 0,'-6'-10'502'0'0,"0"1"-147"0"0,1 0 0 0 0,-6-13 0 0 0,9 19 198 0 0,1 0-1 0 0,0 0 0 0 0,1 0 0 0 0,-1 0 1 0 0,1 0-1 0 0,-1 0 0 0 0,1 0 1 0 0,0 0-1 0 0,0 0 0 0 0,0 0 0 0 0,0 0 1 0 0,2-6 1345 0 0,-2 8-1480 0 0,1 0-1 0 0,0 1 0 0 0,0-1 0 0 0,0 1 0 0 0,0-1 0 0 0,-1 1 0 0 0,1-1 0 0 0,0 1 0 0 0,0-1 0 0 0,0 1 0 0 0,0 0 0 0 0,0-1 0 0 0,0 1 1 0 0,0 0-1 0 0,2 0 0 0 0,0 3-284 0 0,0-1 1 0 0,0 1 0 0 0,0 1 0 0 0,0-1-1 0 0,-1 0 1 0 0,1 1 0 0 0,-1-1 0 0 0,0 1-1 0 0,0 0 1 0 0,0-1 0 0 0,-1 1 0 0 0,1 0-1 0 0,-1 0 1 0 0,1 5 0 0 0,3 13 136 0 0,2 32 1 0 0,-4-32-110 0 0,10 83 139 0 0,32 216-67 0 0,-26-235-189 0 0,-15-74-35 0 0,0 1 0 0 0,1-1-1 0 0,0 0 1 0 0,11 18 0 0 0,-15-29-11 0 0,0 0 1 0 0,0 1-1 0 0,0-1 1 0 0,0 0-1 0 0,0 0 1 0 0,0 0-1 0 0,0 0 1 0 0,0 0-1 0 0,0 0 1 0 0,1 0-1 0 0,-1 0 1 0 0,2 1-1 0 0,-2-2 0 0 0,-1 0 0 0 0,1 1 0 0 0,-1-1 0 0 0,1 0 0 0 0,0 0 0 0 0,-1 0 0 0 0,1 0 0 0 0,-1 0 0 0 0,1 0 0 0 0,-1 0 0 0 0,1 0 0 0 0,0 0 0 0 0,-1-1 0 0 0,1 1 0 0 0,-1 0 0 0 0,1 0 0 0 0,-1 0 0 0 0,1-1 0 0 0,-1 1 0 0 0,1 0 0 0 0,0-1 0 0 0,0 0-4 0 0,1-1 0 0 0,-1 1 1 0 0,0 0-1 0 0,1-1 0 0 0,-1 0 0 0 0,0 1 0 0 0,0-1 0 0 0,0 0 1 0 0,0 1-1 0 0,0-4 0 0 0,7-22-16 0 0,-1-1-1 0 0,-2 0 1 0 0,-1 0 0 0 0,1-31-1 0 0,3-22-13 0 0,14-57-3 0 0,-16 110 32 0 0,2 0 0 0 0,20-49 0 0 0,-21 64 7 0 0,0 7-15 0 0,-6 7 12 0 0,0-1 0 0 0,-1 0-1 0 0,1 0 1 0 0,0 0 0 0 0,0 1 0 0 0,0-1-1 0 0,0 0 1 0 0,0 1 0 0 0,0-1-1 0 0,-1 1 1 0 0,1-1 0 0 0,0 1 0 0 0,0 0-1 0 0,-1-1 1 0 0,1 1 0 0 0,0 0-1 0 0,-1-1 1 0 0,1 1 0 0 0,-1 0 0 0 0,1 0-1 0 0,-1-1 1 0 0,1 2 0 0 0,10 21 5 0 0,23 93-2 0 0,-16-45 0 0 0,-6-33 1 0 0,29 95 53 0 0,-32-107-52 0 0,2-1 0 0 0,1-1 1 0 0,15 25-1 0 0,-23-42-2 0 0,1-1 0 0 0,-1 0 0 0 0,1 0 0 0 0,1 0 0 0 0,-1-1 0 0 0,1 0 0 0 0,0 0 0 0 0,12 8 0 0 0,-15-11 0 0 0,-1-1 0 0 0,1 0 0 0 0,-1 0 0 0 0,1 0 0 0 0,0 0 0 0 0,0 0 0 0 0,-1 0 0 0 0,1-1 0 0 0,0 1 0 0 0,0-1 0 0 0,0 0 0 0 0,0 0 0 0 0,-1 0 0 0 0,1 0 0 0 0,0 0 0 0 0,0-1 0 0 0,0 1 0 0 0,0-1 0 0 0,-1 0 0 0 0,1 0 0 0 0,0 0 0 0 0,-1 0 0 0 0,1 0 0 0 0,-1-1 0 0 0,1 1 0 0 0,3-4 0 0 0,0 0 8 0 0,-1 0 0 0 0,0 0 0 0 0,0-1 0 0 0,0 0 0 0 0,-1 0 1 0 0,0 0-1 0 0,0-1 0 0 0,0 1 0 0 0,-1-1 0 0 0,3-8 0 0 0,3-10 11 0 0,7-39 0 0 0,-12 49-18 0 0,83-398-18 0 0,-65 274-1918 0 0,-22 135 1574 0 0,1 1 0 0 0,0-1 0 0 0,0 1-1 0 0,0-1 1 0 0,0 1 0 0 0,3-5 0 0 0,1-1-1687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0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12 116 24335 0 0,'-11'1'1604'0'0,"18"4"948"0"0,20 5-833 0 0,-4-4-1443 0 0,1-1 0 0 0,38 2 0 0 0,50-3-578 0 0,-67-3 52 0 0,46-6-2000 0 0,-77 3 1680 0 0,23-1-865 0 0</inkml:trace>
  <inkml:trace contextRef="#ctx0" brushRef="#br0" timeOffset="1">904 85 13823 0 0,'2'0'4418'0'0,"28"-4"5569"0"0,19-13-6687 0 0,-10 2-2822 0 0,106-20-398 0 0,-47 22-2796 0 0,-76 12 636 0 0,0 3-483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0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13823 0 0,'0'0'1247'0'0,"0"2"-1023"0"0,-10 20 1053 0 0,6 4 4751 0 0,2-13-3384 0 0,1 4-723 0 0,0 1 0 0 0,2 23-1 0 0,15 75-997 0 0,-9-90-839 0 0,0 2-390 0 0,-5-9-4252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1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10135 0 0,'0'0'14880'0'0,"-1"10"-14352"0"0,2 1-96 0 0,1 4-16 0 0,0 1-1208 0 0,3 2-232 0 0,1 0-56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1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255 356 7367 0 0,'-1'-3'288'0'0,"0"0"-1"0"0,0 1 1 0 0,0-1-1 0 0,1 0 1 0 0,0 0-1 0 0,-1 0 1 0 0,1 0-1 0 0,0 1 1 0 0,0-1-1 0 0,1 0 1 0 0,-1 0-1 0 0,0 0 1 0 0,1 0-1 0 0,0 1 1 0 0,1-5-1 0 0,2-13 3291 0 0,-2 10-2435 0 0,-1-1 0 0 0,-1 0 0 0 0,0 0 1 0 0,0 0-1 0 0,-1 0 0 0 0,0 0 0 0 0,-1 1 1 0 0,-6-22-1 0 0,7 32-1084 0 0,1-1 1 0 0,0 0-1 0 0,-1 0 0 0 0,1 0 1 0 0,-1 0-1 0 0,1 0 0 0 0,-1 0 1 0 0,0 0-1 0 0,1 1 1 0 0,-1-1-1 0 0,0 0 0 0 0,1 0 1 0 0,-1 1-1 0 0,0-1 1 0 0,0 1-1 0 0,0-1 0 0 0,0 0 1 0 0,0 1-1 0 0,1 0 1 0 0,-1-1-1 0 0,0 1 0 0 0,0 0 1 0 0,0-1-1 0 0,0 1 0 0 0,0 0 1 0 0,0 0-1 0 0,0 0 1 0 0,0 0-1 0 0,0 0 0 0 0,0 0 1 0 0,-1 0-1 0 0,1 0 1 0 0,0 0-1 0 0,0 0 0 0 0,0 1 1 0 0,1-1-1 0 0,-1 0 1 0 0,0 1-1 0 0,0-1 0 0 0,0 0 1 0 0,0 1-1 0 0,0 0 0 0 0,-1 0 1 0 0,-4 3 135 0 0,-1 0 0 0 0,1 0 1 0 0,0 1-1 0 0,-8 8 0 0 0,-12 12 49 0 0,2 1 1 0 0,0 1-1 0 0,2 1 0 0 0,-31 51 0 0 0,49-72-232 0 0,1-1 0 0 0,0 1-1 0 0,0-1 1 0 0,1 1-1 0 0,-1 0 1 0 0,2 0-1 0 0,-1 0 1 0 0,0 8 0 0 0,2-13-27 0 0,0 0 1 0 0,0 0 0 0 0,0-1 0 0 0,0 1 0 0 0,1 0 0 0 0,-1 0 0 0 0,0 0 0 0 0,1-1 0 0 0,-1 1-1 0 0,1 0 1 0 0,0-1 0 0 0,0 1 0 0 0,0 0 0 0 0,0-1 0 0 0,1 3 0 0 0,-1-3-30 0 0,1 0 0 0 0,0 1 0 0 0,-1-1 0 0 0,1 0 0 0 0,0 0 0 0 0,-1 0 0 0 0,1 0 0 0 0,0 0 0 0 0,0-1 0 0 0,0 1 0 0 0,0 0 0 0 0,0-1 0 0 0,0 0 0 0 0,0 1 0 0 0,0-1 0 0 0,3 0 0 0 0,7 0-212 0 0,0 0 0 0 0,0-2 0 0 0,-1 1 0 0 0,1-1 0 0 0,-1-1 0 0 0,1 0 0 0 0,-1 0-1 0 0,0-1 1 0 0,0-1 0 0 0,-1 0 0 0 0,1 0 0 0 0,15-12 0 0 0,-14 9 93 0 0,0-2-1 0 0,-1 1 1 0 0,0-1-1 0 0,0-1 1 0 0,-1 0-1 0 0,0 0 1 0 0,-1-1-1 0 0,-1-1 1 0 0,11-19-1 0 0,3-16 573 0 0,-2-2 0 0 0,-2 0 0 0 0,-2-1-1 0 0,9-56 1 0 0,-25 106 271 0 0,-13 18 496 0 0,6-1-913 0 0,0 0 1 0 0,0 0-1 0 0,-5 28 0 0 0,-6 53 99 0 0,15-81-298 0 0,-8 66 133 0 0,10-69-170 0 0,1 0 0 0 0,0-1 0 0 0,1 1 0 0 0,3 17 0 0 0,-3-26-54 0 0,0 1 0 0 0,0-1 0 0 0,1 0 0 0 0,0 1 1 0 0,0-1-1 0 0,0 0 0 0 0,0 0 0 0 0,0 0 0 0 0,1-1 1 0 0,0 1-1 0 0,0-1 0 0 0,0 1 0 0 0,0-1 0 0 0,0 0 0 0 0,1 0 1 0 0,-1 0-1 0 0,1 0 0 0 0,0-1 0 0 0,0 0 0 0 0,0 0 1 0 0,0 0-1 0 0,0 0 0 0 0,0 0 0 0 0,1-1 0 0 0,5 2 0 0 0,-4-2-92 0 0,-1 0 0 0 0,1-1 0 0 0,0 0 0 0 0,0 0-1 0 0,0 0 1 0 0,0 0 0 0 0,0-1 0 0 0,0 0-1 0 0,0 0 1 0 0,-1-1 0 0 0,1 1 0 0 0,-1-1-1 0 0,1-1 1 0 0,-1 1 0 0 0,1-1 0 0 0,-1 0 0 0 0,0 0-1 0 0,9-8 1 0 0,-8 6 83 0 0,0 0-1 0 0,0 0 1 0 0,-1-1-1 0 0,0 0 1 0 0,0 0 0 0 0,0-1-1 0 0,-1 1 1 0 0,0-1-1 0 0,5-12 1 0 0,0-3 153 0 0,-1-1 0 0 0,0 0 1 0 0,-2-1-1 0 0,-1 0 0 0 0,-1 0 0 0 0,1-37 0 0 0,-11 34 1471 0 0,-12 43-864 0 0,13-10-651 0 0,-1 0 1 0 0,2 0-1 0 0,-1 1 0 0 0,1 0 0 0 0,-6 12 1 0 0,-15 41 57 0 0,16-36-46 0 0,4-11-41 0 0,1-1 1 0 0,0 1-1 0 0,1 0 0 0 0,0 0 1 0 0,1 0-1 0 0,-1 23 0 0 0,2-33-85 0 0,1 0-1 0 0,1 0 1 0 0,-1 0-1 0 0,0 0 1 0 0,1 0-1 0 0,-1 0 1 0 0,1 0-1 0 0,0 0 0 0 0,0 0 1 0 0,0 0-1 0 0,0-1 1 0 0,1 1-1 0 0,-1 0 1 0 0,1-1-1 0 0,0 1 1 0 0,-1-1-1 0 0,1 1 1 0 0,0-1-1 0 0,1 0 0 0 0,-1 0 1 0 0,0 0-1 0 0,1 0 1 0 0,-1 0-1 0 0,1-1 1 0 0,-1 1-1 0 0,1-1 1 0 0,0 1-1 0 0,-1-1 1 0 0,1 0-1 0 0,0 0 0 0 0,0 0 1 0 0,0-1-1 0 0,0 1 1 0 0,0-1-1 0 0,4 1 1 0 0,51-2-3453 0 0,-35 1 1877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1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292 232 13359 0 0,'0'-14'1424'0'0,"0"10"-229"0"0,-1-1-1 0 0,1 0 1 0 0,-1 0-1 0 0,0 0 1 0 0,-3-9-1 0 0,4 13-947 0 0,0 0 0 0 0,-1 0 0 0 0,1-1-1 0 0,-1 1 1 0 0,1 0 0 0 0,-1 0 0 0 0,1 0 0 0 0,-1 0 0 0 0,0 0-1 0 0,0 0 1 0 0,1 1 0 0 0,-1-1 0 0 0,0 0 0 0 0,0 0 0 0 0,0 0-1 0 0,0 1 1 0 0,0-1 0 0 0,0 0 0 0 0,0 1 0 0 0,0-1 0 0 0,0 1-1 0 0,0-1 1 0 0,0 1 0 0 0,-1 0 0 0 0,1 0 0 0 0,0-1 0 0 0,0 1-1 0 0,0 0 1 0 0,-3 0 0 0 0,-1 1-108 0 0,0 0 1 0 0,0 0-1 0 0,0 1 1 0 0,0-1-1 0 0,0 1 0 0 0,0 1 1 0 0,0-1-1 0 0,1 1 1 0 0,-1-1-1 0 0,1 1 1 0 0,-8 7-1 0 0,-3 4 33 0 0,-23 27 0 0 0,22-23-28 0 0,-14 16 74 0 0,-46 67-1 0 0,73-96-194 0 0,1 0-1 0 0,0 0 1 0 0,0 1 0 0 0,0-1-1 0 0,0 1 1 0 0,1-1 0 0 0,-2 12-1 0 0,3-16-30 0 0,0 0 0 0 0,0-1-1 0 0,0 1 1 0 0,1 0 0 0 0,-1 0-1 0 0,0 0 1 0 0,0 0-1 0 0,1-1 1 0 0,-1 1 0 0 0,0 0-1 0 0,1 0 1 0 0,-1 0 0 0 0,1-1-1 0 0,-1 1 1 0 0,1 0 0 0 0,-1-1-1 0 0,1 1 1 0 0,-1-1-1 0 0,1 1 1 0 0,0 0 0 0 0,14 9-279 0 0,-10-8 195 0 0,-1-1 0 0 0,1 0 0 0 0,-1 1 0 0 0,1-1 0 0 0,-1-1 0 0 0,1 1 0 0 0,0-1 0 0 0,0 0 0 0 0,-1 0 0 0 0,1 0 0 0 0,0-1 0 0 0,0 1 0 0 0,-1-1 0 0 0,7-2 1 0 0,-1 0-151 0 0,1-1 0 0 0,-1 0 0 0 0,0-1 1 0 0,0 0-1 0 0,10-6 0 0 0,-12 5 154 0 0,-1 0-1 0 0,0 0 1 0 0,0 0-1 0 0,0-1 1 0 0,-1 0-1 0 0,0-1 1 0 0,-1 1 0 0 0,1-1-1 0 0,-2 0 1 0 0,1 0-1 0 0,-1-1 1 0 0,6-17-1 0 0,-2 3 284 0 0,-2-1 0 0 0,-1 0 0 0 0,4-44 0 0 0,-9 68-175 0 0,0 0 1 0 0,0 0-1 0 0,0 0 0 0 0,1 0 1 0 0,-1-1-1 0 0,0 1 0 0 0,0 0 1 0 0,0 0-1 0 0,0 0 1 0 0,0 0-1 0 0,0 0 0 0 0,0 0 1 0 0,0 0-1 0 0,0 0 1 0 0,0-1-1 0 0,0 1 0 0 0,0 0 1 0 0,0 0-1 0 0,0 0 1 0 0,0 0-1 0 0,0 0 0 0 0,0 0 1 0 0,0-1-1 0 0,0 1 0 0 0,0 0 1 0 0,0 0-1 0 0,0 0 1 0 0,0 0-1 0 0,0 0 0 0 0,0 0 1 0 0,0 0-1 0 0,0-1 1 0 0,0 1-1 0 0,0 0 0 0 0,0 0 1 0 0,0 0-1 0 0,0 0 1 0 0,-1 0-1 0 0,1 0 0 0 0,0 0 1 0 0,0 0-1 0 0,0 0 1 0 0,0 0-1 0 0,0-1 0 0 0,0 1 1 0 0,0 0-1 0 0,0 0 0 0 0,-1 0 1 0 0,1 0-1 0 0,0 0 1 0 0,0 0-1 0 0,0 0 0 0 0,0 0 1 0 0,0 0-1 0 0,-5 7 268 0 0,-5 16-209 0 0,5-8-27 0 0,1 0 1 0 0,0 1-1 0 0,1 0 1 0 0,-2 26-1 0 0,5-37-51 0 0,-1 0 1 0 0,1 0-1 0 0,1 0 0 0 0,-1 0 1 0 0,1 0-1 0 0,0 0 0 0 0,0-1 1 0 0,0 1-1 0 0,1 0 1 0 0,0 0-1 0 0,0-1 0 0 0,0 1 1 0 0,0-1-1 0 0,1 1 0 0 0,-1-1 1 0 0,1 0-1 0 0,0 0 0 0 0,1 0 1 0 0,3 3-1 0 0,-4-5-34 0 0,-1 0-1 0 0,1-1 1 0 0,0 0 0 0 0,-1 0-1 0 0,1 0 1 0 0,0 0 0 0 0,0 0-1 0 0,-1 0 1 0 0,1-1 0 0 0,0 0-1 0 0,0 1 1 0 0,0-1 0 0 0,0 0-1 0 0,0 0 1 0 0,0-1-1 0 0,0 1 1 0 0,0 0 0 0 0,0-1-1 0 0,-1 0 1 0 0,1 0 0 0 0,0 0-1 0 0,2-1 1 0 0,6-3-181 0 0,0 0 0 0 0,-1 0 0 0 0,1-1 0 0 0,10-8 0 0 0,-15 9 174 0 0,-1 0 1 0 0,1-1 0 0 0,-1 0-1 0 0,0 1 1 0 0,0-2 0 0 0,0 1-1 0 0,-1-1 1 0 0,0 1 0 0 0,4-10-1 0 0,1-5-96 0 0,11-41-1 0 0,-12 31 357 0 0,-1-1-1 0 0,-2 1 0 0 0,-2-1 1 0 0,1-38-1 0 0,-4 67-137 0 0,0 0 0 0 0,0 0-1 0 0,0 1 1 0 0,0-1 0 0 0,-1 0 0 0 0,1 0-1 0 0,-1 0 1 0 0,1 1 0 0 0,-1-1-1 0 0,0 0 1 0 0,0 1 0 0 0,-1-1-1 0 0,1 1 1 0 0,-2-3 0 0 0,2 5-16 0 0,0-1 1 0 0,-1 1-1 0 0,1 0 1 0 0,0 1-1 0 0,0-1 1 0 0,-1 0-1 0 0,1 0 1 0 0,0 0-1 0 0,0 1 1 0 0,0-1-1 0 0,-1 1 1 0 0,1-1-1 0 0,0 1 1 0 0,-2 1-1 0 0,-1 1 8 0 0,1 0 0 0 0,-1 1 1 0 0,1 0-1 0 0,0 0 0 0 0,0 0 0 0 0,1 0 0 0 0,-1 0 1 0 0,1 0-1 0 0,0 1 0 0 0,-2 6 0 0 0,-2 1 38 0 0,-6 14 14 0 0,1 0 0 0 0,-13 50 0 0 0,20-64-134 0 0,2 0-1 0 0,0 0 1 0 0,1 0-1 0 0,0 1 1 0 0,0-1 0 0 0,2 0-1 0 0,-1 1 1 0 0,6 23 0 0 0,-5-30-201 0 0,1-1 1 0 0,0 0 0 0 0,0 0-1 0 0,1 0 1 0 0,-1 0 0 0 0,1 0 0 0 0,0 0-1 0 0,1 0 1 0 0,-1-1 0 0 0,1 0-1 0 0,0 1 1 0 0,5 3 0 0 0,3 0-1019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11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28 12439 0 0,'2'-1'11864'0'0,"-1"1"-11612"0"0,1-1 0 0 0,-1 1-1 0 0,1 0 1 0 0,-1-1 0 0 0,1 1 0 0 0,-1 0-1 0 0,1 0 1 0 0,-1 0 0 0 0,1 0 0 0 0,-1 0-1 0 0,1 0 1 0 0,-1 1 0 0 0,1-1-1 0 0,-1 0 1 0 0,3 2 0 0 0,-3-2-188 0 0,0 1 1 0 0,0 0-1 0 0,0-1 1 0 0,-1 1-1 0 0,1 0 1 0 0,0 0-1 0 0,-1-1 1 0 0,1 1-1 0 0,0 0 0 0 0,-1 0 1 0 0,1 0-1 0 0,-1 0 1 0 0,1 0-1 0 0,-1 0 1 0 0,0 0-1 0 0,1 0 1 0 0,-1 0-1 0 0,0 0 0 0 0,0 0 1 0 0,1 0-1 0 0,-1 0 1 0 0,0 0-1 0 0,0 0 1 0 0,0 0-1 0 0,0 0 1 0 0,-1 2-1 0 0,1 0-3 0 0,-1 0 0 0 0,1 1 0 0 0,-1-1 0 0 0,0 0 0 0 0,0 0 0 0 0,0 0 0 0 0,-1 0 0 0 0,1 0 0 0 0,-1 0 0 0 0,0 0 1 0 0,1 0-1 0 0,-1-1 0 0 0,0 1 0 0 0,-1-1 0 0 0,1 1 0 0 0,0-1 0 0 0,-1 0 0 0 0,1 0 0 0 0,-1 0 0 0 0,0 0 0 0 0,0 0 0 0 0,-4 1 0 0 0,4-2-13 0 0,2-1-46 0 0,1 0 0 0 0,-1-1 0 0 0,0 1 0 0 0,0 0 0 0 0,1 0 0 0 0,-1-1 0 0 0,0 1 0 0 0,1 0 0 0 0,-1-1 0 0 0,0 1 0 0 0,1-1 0 0 0,-1 1 0 0 0,1-1 0 0 0,-1 1 0 0 0,0-1 0 0 0,1 1 0 0 0,-1-1 0 0 0,1 1 0 0 0,0-1 0 0 0,-1 0 0 0 0,1 1 0 0 0,-1-1-1 0 0,1 0 1 0 0,0 1 0 0 0,0-1 0 0 0,-1 0 0 0 0,1 0 0 0 0,0 1 0 0 0,0-2 0 0 0,2-17-22 0 0,-2 18 4 0 0,2-5-13 0 0,1-1 0 0 0,-1 1 1 0 0,1 0-1 0 0,0 0 0 0 0,1 0 0 0 0,-1 1 1 0 0,1-1-1 0 0,0 1 0 0 0,1 0 1 0 0,-1 0-1 0 0,1 0 0 0 0,10-7 0 0 0,-14 11 233 0 0,-6 21 56 0 0,-22 33-2485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16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8 9215 0 0,'-7'-1'950'0'0,"-1"0"-1564"0"0,-6-2 4082 0 0,9 2-734 0 0,0 0 0 0 0,0 1 0 0 0,1 0 0 0 0,-1-1 0 0 0,-6 2 0 0 0,0 2-449 0 0,-1 1-3489 0 0,-2 3 1659 0 0,1 2 0 0 0,-1 0 0 0 0,-17 15 1 0 0,6-5-458 0 0,6-5 114 0 0,-52 37 215 0 0,-31 6-322 0 0,69-40-5 0 0,1 2 0 0 0,-49 38 0 0 0,75-50 0 0 0,5-7 0 0 0,1 0 0 0 0,0 1 0 0 0,0-1 0 0 0,0 0 0 0 0,-1 0 0 0 0,1 1 0 0 0,0-1 0 0 0,0 0 0 0 0,0 0 0 0 0,0 1 0 0 0,0-1 0 0 0,-1 0 0 0 0,1 1 0 0 0,0-1 0 0 0,0 0 0 0 0,0 1 0 0 0,0-1 0 0 0,0 0 0 0 0,0 0 0 0 0,0 1 0 0 0,0-1 0 0 0,0 0 0 0 0,0 1 0 0 0,0-1 0 0 0,0 0 0 0 0,0 1 0 0 0,1-1 0 0 0,-1 0 0 0 0,0 0 0 0 0,0 1 0 0 0,0-1 0 0 0,0 0 0 0 0,0 1 0 0 0,1-1 0 0 0,-1 0 0 0 0,0 0 0 0 0,0 0 0 0 0,0 1 0 0 0,1-1 0 0 0,-1 0 0 0 0,0 0 0 0 0,0 0 0 0 0,1 1 0 0 0,-1-1 0 0 0,0 0 0 0 0,0 0 0 0 0,1 0 0 0 0,-1 0 0 0 0,0 0 0 0 0,1 0 0 0 0,-1 0 0 0 0,0 0 0 0 0,1 0 0 0 0,-1 1 0 0 0,1-1 0 0 0,10 3 0 0 0,0-1 0 0 0,1 0 0 0 0,0 0 0 0 0,-1-1 0 0 0,1 0 0 0 0,19-2 0 0 0,-11 1 0 0 0,24 0 0 0 0,58 8 0 0 0,-83-5 0 0 0,1 1 0 0 0,-1 1 0 0 0,0 0 0 0 0,0 1 0 0 0,23 12 0 0 0,-27-12 24 0 0,-11-4-39 0 0,-1-1-1 0 0,1 1 1 0 0,0 0 0 0 0,-1 0 0 0 0,1 0 0 0 0,-1 1-1 0 0,0-1 1 0 0,0 1 0 0 0,0 0 0 0 0,0 0 0 0 0,3 4-1 0 0,8 8-1894 0 0,-6-7 771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1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42 13823 0 0,'0'0'1062'0'0,"0"-1"-693"0"0,1-19 635 0 0,6-1 7058 0 0,3 29-6706 0 0,-7-5-1211 0 0,-1 0-1 0 0,0 0 1 0 0,0 0-1 0 0,0 0 1 0 0,0 1-1 0 0,0-1 1 0 0,-1 1-1 0 0,1 0 1 0 0,-1-1-1 0 0,1 6 1 0 0,6 42 758 0 0,-8-47-837 0 0,4 82 758 0 0,-15 165 0 0 0,7-190-637 0 0,-22 254 467 0 0,-11 179-267 0 0,34-427-1123 0 0,-2-1-1 0 0,-18 81 1 0 0,18-110-2903 0 0,3-24-5585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1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95 14743 0 0,'-12'-15'612'0'0,"0"0"0"0"0,0 0-1 0 0,-1 1 1 0 0,-18-14 0 0 0,31 28-314 0 0,-1-1-1 0 0,0 0 1 0 0,0 0 0 0 0,0 1 0 0 0,0-1-1 0 0,0 1 1 0 0,0-1 0 0 0,0 1-1 0 0,0-1 1 0 0,0 1 0 0 0,0 0 0 0 0,0-1-1 0 0,0 1 1 0 0,0 0 0 0 0,0 0-1 0 0,-1 0 1 0 0,1 0-186 0 0,1 0 0 0 0,-1 0 0 0 0,1 0 0 0 0,-1 0 0 0 0,1 1 0 0 0,-1-1 0 0 0,1 0 0 0 0,-1 1 0 0 0,1-1 0 0 0,-1 0 0 0 0,1 1 0 0 0,-1-1 0 0 0,1 0 0 0 0,0 1-1 0 0,-1-1 1 0 0,1 1 0 0 0,0-1 0 0 0,-1 1 0 0 0,1-1 0 0 0,0 1 0 0 0,0-1 0 0 0,-1 1 0 0 0,0 4 91 0 0,0 1 0 0 0,0-1 0 0 0,0 0 0 0 0,0 0 0 0 0,1 8 0 0 0,0-4-55 0 0,2 177 1082 0 0,2-76-957 0 0,25 823 1195 0 0,7-490-1372 0 0,-33-424-889 0 0,10 33-1 0 0,-13-50-610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78 3223 0 0,'-4'-14'85'0'0,"-10"-27"-1"0"0,3 18 19048 0 0,-7 114-13233 0 0,6 1-4010 0 0,0 93-1957 0 0,10-147 575 0 0,-8 272 380 0 0,25 0-582 0 0,-11-270-319 0 0,6 47-1263 0 0,-9-85 671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19351 0 0,'0'0'3556'0'0,"-5"5"-253"0"0,3-1-2858 0 0,0 1 0 0 0,0-1 0 0 0,0 0 1 0 0,1 1-1 0 0,-1-1 0 0 0,1 1 0 0 0,-1 6 0 0 0,-1 35 759 0 0,2 75-695 0 0,5-1 1 0 0,23 134-1 0 0,-17-206-445 0 0,-6-39-64 0 0,-1-9 0 0 0,1-4 0 0 0,1-5 0 0 0,0 0 0 0 0,0 0 0 0 0,-1-1 0 0 0,0 1 0 0 0,0-1 0 0 0,2-15 0 0 0,-2 10 0 0 0,13-41 0 0 0,33-106 0 0 0,-37 127 0 0 0,1 1 0 0 0,29-50 0 0 0,-34 69 0 0 0,-9 15 0 0 0,1-1 0 0 0,-1 0 0 0 0,1 1 0 0 0,-1-1 0 0 0,1 1 0 0 0,-1-1 0 0 0,1 1 0 0 0,-1-1 0 0 0,1 1 0 0 0,-1-1 0 0 0,1 1 0 0 0,0 0 0 0 0,-1-1 0 0 0,2 0 0 0 0,-1 2 0 0 0,0-1 0 0 0,0 0 0 0 0,0 0 0 0 0,0 0 0 0 0,1 1 0 0 0,-1-1 0 0 0,0 0 0 0 0,0 1 0 0 0,0-1 0 0 0,0 1 0 0 0,0-1 0 0 0,-1 1 0 0 0,1 0 0 0 0,0-1 0 0 0,0 1 0 0 0,0 0 0 0 0,0 0 0 0 0,-1 0 0 0 0,2 1 0 0 0,13 21 0 0 0,0 10 0 0 0,10 37 0 0 0,8 18 0 0 0,23 26 0 0 0,-46-98 0 0 0,0 0 0 0 0,1-1 0 0 0,0 0 0 0 0,24 23 0 0 0,-33-36 2 0 0,0 0 0 0 0,0 0 0 0 0,0-1 0 0 0,0 1-1 0 0,1-1 1 0 0,-1 1 0 0 0,1-1 0 0 0,-1 0 0 0 0,1 1 0 0 0,-1-1 0 0 0,1-1 0 0 0,0 1 0 0 0,-1 0 0 0 0,1-1-1 0 0,0 1 1 0 0,0-1 0 0 0,0 0 0 0 0,-1 0 0 0 0,1 0 0 0 0,0 0 0 0 0,4-1 0 0 0,-4 0 2 0 0,0 0 0 0 0,0-1 0 0 0,0 1 0 0 0,0-1 0 0 0,0 1 0 0 0,-1-1 0 0 0,1 0 0 0 0,-1 0 0 0 0,1 0 0 0 0,-1 0 0 0 0,1-1-1 0 0,-1 1 1 0 0,0 0 0 0 0,0-1 0 0 0,-1 0 0 0 0,1 1 0 0 0,0-1 0 0 0,1-4 0 0 0,10-26 15 0 0,-1 0-1 0 0,-2-1 0 0 0,7-44 1 0 0,-5 21-10 0 0,36-158-5378 0 0,-43 198-4622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1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16583 0 0,'2'-1'4134'0'0,"1"-2"-2902"0"0,0 0 0 0 0,1 0 0 0 0,-1 1 1 0 0,7-4-1 0 0,19-6 1569 0 0,32-5-1511 0 0,-50 14-979 0 0,209-33 62 0 0,-72 22-3238 0 0,-105 11 1064 0 0,-4-1-699 0 0</inkml:trace>
  <inkml:trace contextRef="#ctx0" brushRef="#br0" timeOffset="1">950 108 22031 0 0,'0'0'1995'0'0,"2"-1"-1487"0"0,44-21 4162 0 0,29-6-2686 0 0,-11 5-1916 0 0,20-11-4001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69 17967 0 0,'-1'1'1387'0'0,"-23"0"-629"0"0,20-1 19 0 0,0 0 0 0 0,0 0-1 0 0,1 1 1 0 0,-1-1 0 0 0,0 1 0 0 0,1-1 0 0 0,-1 1 0 0 0,0 1 0 0 0,-4 1-1 0 0,5-1-559 0 0,0-1-1 0 0,0 1 0 0 0,0 0 0 0 0,0 1 0 0 0,1-1 1 0 0,-1 0-1 0 0,1 1 0 0 0,0-1 0 0 0,-1 1 0 0 0,1 0 0 0 0,0 0 1 0 0,0 0-1 0 0,1 0 0 0 0,-1 0 0 0 0,1 0 0 0 0,0 1 1 0 0,-1-1-1 0 0,1 0 0 0 0,1 1 0 0 0,-2 5 0 0 0,2-7-5 0 0,1 0-200 0 0,0 0 0 0 0,0 0 0 0 0,0 0 0 0 0,0 0 0 0 0,1 0 0 0 0,-1 0 0 0 0,2 2 0 0 0,0-3-16 0 0,-1 1 0 0 0,0-1 0 0 0,1 1 0 0 0,-1-1-1 0 0,1 0 1 0 0,-1 0 0 0 0,1 0 0 0 0,0 0 0 0 0,-1 0 0 0 0,1 0 0 0 0,0-1 0 0 0,0 1-1 0 0,-1-1 1 0 0,1 0 0 0 0,0 0 0 0 0,5-1 0 0 0,-1 1 6 0 0,0-1 0 0 0,1 0 0 0 0,-1-1 1 0 0,0 0-1 0 0,9-4 0 0 0,-5 2 0 0 0,0-2 0 0 0,-1 1 0 0 0,0-1-1 0 0,12-10 1 0 0,-18 13-5 0 0,0 0-1 0 0,-1 0 1 0 0,0 0-1 0 0,0 0 1 0 0,0-1-1 0 0,0 1 0 0 0,0-1 1 0 0,-1 0-1 0 0,1 0 1 0 0,-1 0-1 0 0,0 0 1 0 0,0 0-1 0 0,-1-1 1 0 0,2-4-1 0 0,-3 7 6 0 0,1 1 0 0 0,-1-1 0 0 0,0 1 1 0 0,0-1-1 0 0,0 1 0 0 0,0-1 0 0 0,-1 0 0 0 0,1 1 0 0 0,0-1 1 0 0,-1 1-1 0 0,1-1 0 0 0,-1 1 0 0 0,1-1 0 0 0,-1 1 0 0 0,1 0 1 0 0,-1-1-1 0 0,-2-1 0 0 0,1 0-3 0 0,0 1 0 0 0,0 0 1 0 0,0 0-1 0 0,-1 0 0 0 0,1 0 1 0 0,-1 1-1 0 0,1-1 0 0 0,-6-2 1 0 0,0 1-143 0 0,-1 0 0 0 0,0 0 1 0 0,1 1-1 0 0,-1 0 1 0 0,-12-1-1 0 0,11 3-495 0 0,0 0-1 0 0,1 0 1 0 0,-15 2 0 0 0,8 1-1324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6911 0 0,'0'-6'18652'0'0,"6"21"-16389"0"0,0-4-1677 0 0,1 20 257 0 0,-1 0-1 0 0,-2 0 1 0 0,1 32-1 0 0,-5-59-826 0 0,0-4-4 0 0,0 0 1 0 0,0 0-1 0 0,0 0 0 0 0,0 0 1 0 0,0 0-1 0 0,0 0 1 0 0,0 0-1 0 0,0 0 0 0 0,0 0 1 0 0,0 0-1 0 0,0 0 1 0 0,0 0-1 0 0,0 0 1 0 0,0 0-1 0 0,-3-15 317 0 0,-2-24 125 0 0,6 27-508 0 0,0-1 1 0 0,0 0-1 0 0,1 0 0 0 0,1 1 1 0 0,0-1-1 0 0,1 1 0 0 0,0 0 0 0 0,1 0 1 0 0,0 0-1 0 0,1 1 0 0 0,0 0 1 0 0,1 0-1 0 0,0 0 0 0 0,1 1 1 0 0,0 0-1 0 0,1 1 0 0 0,-1-1 1 0 0,2 2-1 0 0,0-1 0 0 0,0 1 0 0 0,0 1 1 0 0,1 0-1 0 0,0 0 0 0 0,0 1 1 0 0,18-6-1 0 0,-22 9-216 0 0,32-9-2107 0 0,-12 10-5009 0 0,-1 7-1817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3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13 329 6911 0 0,'-11'3'16884'0'0,"9"-10"-12773"0"0,9-10-3510 0 0,12-17 125 0 0,45-59 1 0 0,-40 60-288 0 0,29-51 1 0 0,-34 51-429 0 0,-18 25 31 0 0,-5 4-20 0 0,3 4-17 0 0,0 1 1 0 0,-1-1-1 0 0,1 0 1 0 0,0 0-1 0 0,0 1 1 0 0,-1-1-1 0 0,1 1 1 0 0,0-1-1 0 0,0 1 1 0 0,0 0-1 0 0,0-1 1 0 0,-1 1-1 0 0,1 0 1 0 0,0 0-1 0 0,-1 1 1 0 0,-15 15 47 0 0,4-1 4 0 0,1 0 0 0 0,0 0 1 0 0,-12 25-1 0 0,18-29-58 0 0,1-1 1 0 0,0 0-1 0 0,0 1 1 0 0,2 0-1 0 0,-1 0 1 0 0,-2 21-1 0 0,6-30-92 0 0,0 0 0 0 0,-1 0 0 0 0,1 0 0 0 0,0 0 1 0 0,1 0-1 0 0,-1 0 0 0 0,1 0 0 0 0,-1 0 0 0 0,1 0 0 0 0,0 0 0 0 0,0 0 0 0 0,0-1 0 0 0,0 1 0 0 0,0 0 0 0 0,1-1 0 0 0,0 1 0 0 0,-1-1 0 0 0,1 1 0 0 0,0-1 0 0 0,0 0 0 0 0,0 1 0 0 0,0-1 0 0 0,4 2 0 0 0,-2-1-181 0 0,0-1 0 0 0,0-1 0 0 0,0 1 0 0 0,0 0-1 0 0,0-1 1 0 0,0 0 0 0 0,0 0 0 0 0,1 0 0 0 0,-1-1 0 0 0,0 1 0 0 0,1-1 0 0 0,-1 0-1 0 0,0 0 1 0 0,1 0 0 0 0,6-2 0 0 0,5-2-799 0 0,1 0 1 0 0,-1-1-1 0 0,-1 0 0 0 0,1-2 1 0 0,-1 0-1 0 0,0 0 0 0 0,-1-1 1 0 0,26-19-1 0 0,-25 15 531 0 0,-1-1 0 0 0,22-24 0 0 0,-23 21 1556 0 0,0-1 0 0 0,13-23 0 0 0,-24 37-389 0 0,0 0 1 0 0,0 0-1 0 0,0 0 1 0 0,-1-1 0 0 0,1 1-1 0 0,-1-1 1 0 0,0 1 0 0 0,0-1-1 0 0,0 1 1 0 0,-1-1 0 0 0,1 1-1 0 0,-1-8 1 0 0,0 11-515 0 0,-1-1 0 0 0,1 1 0 0 0,0 0 0 0 0,0-1 0 0 0,-1 1 0 0 0,1 0 0 0 0,0-1 0 0 0,-1 1 0 0 0,1 0 1 0 0,-1 0-1 0 0,1-1 0 0 0,0 1 0 0 0,-1 0 0 0 0,1 0 0 0 0,-1 0 0 0 0,1-1 0 0 0,0 1 0 0 0,-1 0 0 0 0,1 0 0 0 0,-1 0 0 0 0,1 0 0 0 0,-1 0 1 0 0,1 0-1 0 0,-1 0 0 0 0,1 0 0 0 0,0 0 0 0 0,-1 0 0 0 0,0 0 0 0 0,-12 3 956 0 0,5 0-771 0 0,1 0 0 0 0,-1 0 0 0 0,1 1 0 0 0,0 1 0 0 0,0-1 0 0 0,0 1 0 0 0,-10 9 0 0 0,0 2-28 0 0,-21 27 0 0 0,30-33-240 0 0,1-1 1 0 0,0 2-1 0 0,0-1 1 0 0,1 1 0 0 0,0 0-1 0 0,1 0 1 0 0,0 0-1 0 0,-5 22 1 0 0,9-32-41 0 0,1 0 0 0 0,0 0 0 0 0,-1 1 0 0 0,1-1-1 0 0,0 1 1 0 0,0-1 0 0 0,0 0 0 0 0,0 1 0 0 0,0-1 0 0 0,0 0 0 0 0,0 1 0 0 0,0-1 0 0 0,1 0-1 0 0,-1 1 1 0 0,1-1 0 0 0,-1 0 0 0 0,1 1 0 0 0,-1-1 0 0 0,1 0 0 0 0,0 0 0 0 0,-1 0 0 0 0,1 1 0 0 0,0-1-1 0 0,2 1 1 0 0,-2-1-40 0 0,1 0-1 0 0,0 0 1 0 0,-1 0-1 0 0,1-1 1 0 0,0 1-1 0 0,0 0 1 0 0,0-1-1 0 0,0 0 1 0 0,0 1-1 0 0,0-1 1 0 0,0 0-1 0 0,0 0 1 0 0,-1 0-1 0 0,1 0 1 0 0,0-1-1 0 0,0 1 1 0 0,2-1-1 0 0,4 0-72 0 0,0-1 1 0 0,-1 0-1 0 0,1 0 0 0 0,0-1 1 0 0,-1 0-1 0 0,0 0 0 0 0,0-1 0 0 0,0 0 1 0 0,0 0-1 0 0,-1 0 0 0 0,1-1 1 0 0,-1 0-1 0 0,0 0 0 0 0,-1-1 0 0 0,1 0 1 0 0,6-9-1 0 0,0-2 57 0 0,-1 0 0 0 0,0 0 0 0 0,15-36 0 0 0,-14 17 220 0 0,-11 35 716 0 0,-3 2-820 0 0,1 0 1 0 0,0 0-1 0 0,-1 0 0 0 0,1 0 1 0 0,0 1-1 0 0,0-1 1 0 0,0 0-1 0 0,0 1 0 0 0,0-1 1 0 0,0 1-1 0 0,-1 2 0 0 0,-7 21 118 0 0,7-19-135 0 0,-1 1-12 0 0,1 1-1 0 0,0 0 1 0 0,1 0-1 0 0,-1 1 0 0 0,2-1 1 0 0,-1 0-1 0 0,1 0 0 0 0,0 0 1 0 0,1 0-1 0 0,1 11 1 0 0,-1-16-41 0 0,0-1 1 0 0,-1 1 0 0 0,1-1 0 0 0,0 1-1 0 0,0-1 1 0 0,0 0 0 0 0,0 1 0 0 0,1-1-1 0 0,-1 0 1 0 0,0 0 0 0 0,1 1 0 0 0,0-1-1 0 0,-1-1 1 0 0,1 1 0 0 0,0 0 0 0 0,0 0-1 0 0,0-1 1 0 0,1 1 0 0 0,-1-1 0 0 0,0 1-1 0 0,0-1 1 0 0,1 0 0 0 0,-1 0 0 0 0,1 0-1 0 0,-1 0 1 0 0,1-1 0 0 0,-1 1 0 0 0,1-1-1 0 0,-1 1 1 0 0,1-1 0 0 0,0 0 0 0 0,-1 0-1 0 0,1 0 1 0 0,0 0 0 0 0,3-1 0 0 0,3-1-91 0 0,-1 0-1 0 0,1 0 1 0 0,-1-1 0 0 0,1 0 0 0 0,-1 0 0 0 0,0-1 0 0 0,-1 0 0 0 0,1 0-1 0 0,-1-1 1 0 0,1 0 0 0 0,-2 0 0 0 0,1-1 0 0 0,0 0 0 0 0,-1 0-1 0 0,0 0 1 0 0,-1-1 0 0 0,7-9 0 0 0,-1-1 135 0 0,0-1 0 0 0,-2 0 0 0 0,0-1-1 0 0,-1 1 1 0 0,0-2 0 0 0,5-24 0 0 0,-12 39 63 0 0,0 1 0 0 0,-1-1-1 0 0,1 1 1 0 0,-1 0 0 0 0,0-1-1 0 0,0 1 1 0 0,0-1 0 0 0,-1 1 0 0 0,-1-6-1 0 0,2 9 850 0 0,-8 3-330 0 0,5 0-539 0 0,0 0 0 0 0,0 0-1 0 0,0 0 1 0 0,0 0-1 0 0,0 0 1 0 0,0 1-1 0 0,1-1 1 0 0,-1 1-1 0 0,1 0 1 0 0,-1 0 0 0 0,1 0-1 0 0,0 0 1 0 0,1 0-1 0 0,-1 0 1 0 0,0 0-1 0 0,1 1 1 0 0,-2 6 0 0 0,-2 6 23 0 0,1 0 1 0 0,-2 27-1 0 0,5-39-55 0 0,0 8-77 0 0,1-1-1 0 0,-1 1 1 0 0,2 0 0 0 0,-1-1-1 0 0,2 1 1 0 0,3 14-1 0 0,-4-22-279 0 0,0 1-1 0 0,0 0 1 0 0,1-1-1 0 0,0 1 1 0 0,0-1-1 0 0,0 1 1 0 0,0-1-1 0 0,1 0 1 0 0,0 0-1 0 0,0 0 1 0 0,0 0-1 0 0,0-1 1 0 0,0 1-1 0 0,1-1 1 0 0,0 0-1 0 0,0 0 1 0 0,7 5-1 0 0,7-1-1517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4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 9671 0 0,'-4'-3'22068'0'0,"5"8"-21294"0"0,-1 2-3684 0 0,2 38 4335 0 0,-6 75 0 0 0,-15 47-1236 0 0,9-99-73 0 0,5-24-113 0 0,-69 483 3 0 0,22-227-6 0 0,36-171-20 0 0,16-128-73 0 0,8-7-2930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6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24 21247 0 0,'0'0'976'0'0,"-3"-8"315"0"0,-2-8 499 0 0,5 27-748 0 0,1-7-829 0 0,8 499 3643 0 0,-10-474-3847 0 0,1-7-12 0 0,-4 32 0 0 0,4-53-64 0 0,2-13-642 0 0,2-5 661 0 0,0-1 0 0 0,2 1 0 0 0,0 0 0 0 0,1 1 0 0 0,1-1 0 0 0,18-27 0 0 0,-13 25 37 0 0,0 2 1 0 0,1-1-1 0 0,1 2 0 0 0,1 0 0 0 0,20-16 1 0 0,-28 25-4 0 0,1 0 1 0 0,1 1 0 0 0,17-9-1 0 0,-25 14 13 0 0,0 0-1 0 0,1 0 1 0 0,-1 0-1 0 0,0 0 0 0 0,1 0 1 0 0,-1 0-1 0 0,1 1 0 0 0,-1-1 1 0 0,0 1-1 0 0,1 0 1 0 0,-1 0-1 0 0,1 0 0 0 0,-1 0 1 0 0,1 0-1 0 0,-1 1 0 0 0,1-1 1 0 0,-1 1-1 0 0,1-1 1 0 0,-1 1-1 0 0,0 0 0 0 0,1 0 1 0 0,3 2-1 0 0,-4-1 15 0 0,-1 0 0 0 0,1 0 1 0 0,0-1-1 0 0,-1 1 0 0 0,0 1 0 0 0,0-1 0 0 0,1 0 0 0 0,-1 0 1 0 0,0 0-1 0 0,-1 1 0 0 0,1-1 0 0 0,0 0 0 0 0,-1 1 0 0 0,1-1 1 0 0,-1 0-1 0 0,0 1 0 0 0,0-1 0 0 0,0 1 0 0 0,0-1 0 0 0,0 1 1 0 0,0-1-1 0 0,-1 0 0 0 0,0 4 0 0 0,-1 5 80 0 0,-1-1 0 0 0,-1 1 0 0 0,-7 17 0 0 0,6-18-59 0 0,-1 0-1 0 0,0 0 1 0 0,-1-1-1 0 0,0 1 1 0 0,0-1-1 0 0,-1-1 1 0 0,-14 13-1 0 0,2-4 38 0 0,-1-2-1 0 0,-30 18 1 0 0,38-26-471 0 0,0 0-1 0 0,-1-1 0 0 0,1-1 1 0 0,-1 0-1 0 0,0-1 1 0 0,0 0-1 0 0,-1-1 1 0 0,1 0-1 0 0,-17 0 1 0 0,18-5-6171 0 0,3-2-1941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0 20879 0 0,'0'0'2384'0'0,"0"2"-1536"0"0,-61 185 5672 0 0,-12 44-5413 0 0,44-127-972 0 0,-14 60-52 0 0,33-118-283 0 0,-6 74 0 0 0,16-79-981 0 0,0-37 751 0 0,0-1-1 0 0,0 1 0 0 0,1-1 1 0 0,0 1-1 0 0,0 0 0 0 0,0-1 1 0 0,0 0-1 0 0,3 7 0 0 0,-1-8-1650 0 0,7 0-58 0 0</inkml:trace>
  <inkml:trace contextRef="#ctx0" brushRef="#br0" timeOffset="1">415 462 7831 0 0,'0'-1'603'0'0,"-4"-12"10448"0"0,-8 15-5797 0 0,6 0-4500 0 0,0 0 0 0 0,1 1-1 0 0,0 0 1 0 0,-1 0 0 0 0,1 0-1 0 0,1 1 1 0 0,-8 6 0 0 0,-30 32 276 0 0,40-40-943 0 0,-69 84 624 0 0,60-71-690 0 0,2 0 0 0 0,0 0 0 0 0,0 0 1 0 0,-7 23-1 0 0,14-34-19 0 0,1-1 0 0 0,0 1 0 0 0,0-1 0 0 0,1 1-1 0 0,-1 0 1 0 0,1-1 0 0 0,-1 1 0 0 0,1 0 0 0 0,0-1 0 0 0,1 1 0 0 0,-1 0 0 0 0,1-1-1 0 0,-1 1 1 0 0,1-1 0 0 0,0 1 0 0 0,2 3 0 0 0,-2-4 0 0 0,1 0-1 0 0,0-1 1 0 0,-1 1-1 0 0,1-1 1 0 0,0 0 0 0 0,0 1-1 0 0,1-1 1 0 0,-1 0-1 0 0,0 0 1 0 0,1-1 0 0 0,-1 1-1 0 0,1 0 1 0 0,-1-1-1 0 0,1 1 1 0 0,0-1 0 0 0,0 0-1 0 0,-1 0 1 0 0,1 0-1 0 0,5 1 1 0 0,9 0-69 0 0,-1 0-1 0 0,1-1 1 0 0,0-1 0 0 0,-1 0-1 0 0,1-1 1 0 0,24-5 0 0 0,96-28-753 0 0,-107 24 119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7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20 6447 0 0,'-5'-7'586'0'0,"-14"-6"14321"0"0,18 28-8747 0 0,-2 7-3781 0 0,-1 9-1778 0 0,3 135 435 0 0,2-140-1122 0 0,1 0 0 0 0,2 0 0 0 0,1-1 1 0 0,9 32-1 0 0,-10-50-728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30 5527 0 0,'-21'-27'22162'0'0,"27"25"-20877"0"0,-2 2-1193 0 0,-1 0 1 0 0,0 1 0 0 0,0 0 0 0 0,1 0-1 0 0,-1 0 1 0 0,0 0 0 0 0,0 0 0 0 0,0 1-1 0 0,0-1 1 0 0,0 1 0 0 0,0 0 0 0 0,-1 0-1 0 0,1 0 1 0 0,-1 0 0 0 0,1 0 0 0 0,-1 1-1 0 0,0-1 1 0 0,1 1 0 0 0,-1-1 0 0 0,-1 1-1 0 0,1 0 1 0 0,3 6 0 0 0,2 6 22 0 0,0 1 1 0 0,0 1 0 0 0,4 18-1 0 0,-9-28-16 0 0,5 23 84 0 0,-1 1 1 0 0,-2 0-1 0 0,-1 0 0 0 0,-1 0 0 0 0,-4 55 0 0 0,1-79-183 0 0,3 29 0 0 0,-2-48 0 0 0,0 0 0 0 0,1 0 0 0 0,0 0 0 0 0,1 0 0 0 0,1 0 0 0 0,6-19 0 0 0,-1 7 0 0 0,2 0 0 0 0,18-32 0 0 0,-26 51 0 0 0,13-21-10 0 0,18-25 0 0 0,-28 44 7 0 0,1 0-1 0 0,0 0 0 0 0,0 1 0 0 0,1-1 1 0 0,0 2-1 0 0,0-1 0 0 0,0 1 0 0 0,9-5 1 0 0,-15 9 1 0 0,1 0 0 0 0,-1 0 0 0 0,1 1 0 0 0,-1-1 0 0 0,1 0 0 0 0,0 1 0 0 0,-1-1 0 0 0,1 1 1 0 0,0 0-1 0 0,-1-1 0 0 0,1 1 0 0 0,0 0 0 0 0,0 0 0 0 0,-1 0 0 0 0,1 0 0 0 0,0 1 0 0 0,0-1 0 0 0,-1 0 1 0 0,1 1-1 0 0,0-1 0 0 0,-1 1 0 0 0,1-1 0 0 0,0 1 0 0 0,-1 0 0 0 0,1 0 0 0 0,-1 0 0 0 0,1 0 1 0 0,-1 0-1 0 0,0 0 0 0 0,3 2 0 0 0,-1 1 1 0 0,-1 0-1 0 0,1-1 1 0 0,-1 1 0 0 0,0 0-1 0 0,0 0 1 0 0,0 0 0 0 0,0 1-1 0 0,-1-1 1 0 0,0 0 0 0 0,0 0-1 0 0,1 6 1 0 0,1 19 1 0 0,-1 1 0 0 0,-3 43 0 0 0,-1 3 0 0 0,3-40-7 0 0,-2-17 27 0 0,2 1 1 0 0,0-1-1 0 0,5 22 1 0 0,-5-41-18 0 0,-1 0 0 0 0,1 0 1 0 0,-1 0-1 0 0,1 0 0 0 0,0 0 1 0 0,-1 0-1 0 0,1 0 0 0 0,-1 0 1 0 0,1 0-1 0 0,0 0 0 0 0,-1-1 1 0 0,1 1-1 0 0,-1 0 0 0 0,1 0 1 0 0,0-1-1 0 0,3-2-3 0 0,0 0 0 0 0,0 0 0 0 0,-1 0 0 0 0,0-1 0 0 0,1 1 0 0 0,-1-1 0 0 0,0 0 0 0 0,0 0 0 0 0,2-5 0 0 0,20-43 0 0 0,-19 40 0 0 0,105-256-113 0 0,-109 262 40 0 0,18-38-435 0 0,-18 41 58 0 0,0-1 0 0 0,0 1 1 0 0,0 0-1 0 0,1 0 0 0 0,-1 1 0 0 0,4-4 0 0 0,4 1-6725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1 460 22087 0 0,'0'0'2497'0'0,"2"-1"-1718"0"0,9-5 98 0 0,0-1 1 0 0,0-1-1 0 0,-1 0 0 0 0,0 0 0 0 0,15-17 1 0 0,41-53-215 0 0,-54 62-635 0 0,3-3 12 0 0,0-1 0 0 0,-1-1 0 0 0,-1 0 1 0 0,-1 0-1 0 0,10-25 0 0 0,-21 44-25 0 0,0-1 1 0 0,-1 0-1 0 0,1 1 1 0 0,0-1-1 0 0,-1 0 1 0 0,0 1-1 0 0,1-1 1 0 0,-1 0-1 0 0,-1-4 1 0 0,0 7-11 0 0,1-1 0 0 0,-1 1 0 0 0,0 0-1 0 0,0 0 1 0 0,1 0 0 0 0,-1 0 0 0 0,0 0 0 0 0,0 0 0 0 0,1 1 0 0 0,-1-1 0 0 0,0 0 0 0 0,0 0 0 0 0,-1 1 0 0 0,2-1-5 0 0,-5 2 4 0 0,1 0 0 0 0,-1 1 1 0 0,1-1-1 0 0,-1 1 0 0 0,1 0 0 0 0,0 0 1 0 0,0 0-1 0 0,-5 6 0 0 0,-28 34 60 0 0,25-27-49 0 0,-2 1 1 0 0,1 1 0 0 0,1 1-1 0 0,1 0 1 0 0,-10 22 0 0 0,16-30-40 0 0,0 1 1 0 0,1-1-1 0 0,1 0 1 0 0,0 1 0 0 0,1 0-1 0 0,0 0 1 0 0,1 0-1 0 0,0 0 1 0 0,1 15-1 0 0,0-23-75 0 0,1 0-1 0 0,0 0 1 0 0,-1 0-1 0 0,2 0 1 0 0,-1 0-1 0 0,0-1 1 0 0,1 1-1 0 0,0 0 1 0 0,0 0-1 0 0,0-1 1 0 0,0 1-1 0 0,0-1 1 0 0,1 0-1 0 0,0 0 1 0 0,-1 0-1 0 0,1 0 1 0 0,5 4-1 0 0,-5-6-113 0 0,0 1-1 0 0,-1 0 0 0 0,1-1 1 0 0,0 1-1 0 0,0-1 0 0 0,0 0 0 0 0,1 0 1 0 0,-1 0-1 0 0,0 0 0 0 0,0-1 0 0 0,1 1 1 0 0,-1-1-1 0 0,0 0 0 0 0,1 0 1 0 0,-1 0-1 0 0,0 0 0 0 0,0-1 0 0 0,1 1 1 0 0,-1-1-1 0 0,0 0 0 0 0,0 0 1 0 0,4-1-1 0 0,2-2-803 0 0,-1-1 0 0 0,0 1 0 0 0,1-1-1 0 0,-2 0 1 0 0,1-1 0 0 0,-1 0 0 0 0,9-8 0 0 0,-8 5 112 0 0,0-1-1 0 0,0 0 1 0 0,-1 0-1 0 0,10-20 1 0 0,-2-3 930 0 0,-1-1 1 0 0,16-63 0 0 0,-20 60 1412 0 0,8-41 10708 0 0,-21 98-9225 0 0,-4 27-1445 0 0,-2 77 0 0 0,9-107-1388 0 0,0 1-1 0 0,2-1 0 0 0,3 20 1 0 0,-3-27-62 0 0,0 0 0 0 0,1 0-1 0 0,1-1 1 0 0,-1 0 0 0 0,1 1 0 0 0,10 15 0 0 0,-14-24-26 0 0,1 0 0 0 0,0 1 0 0 0,0-1-1 0 0,0 1 1 0 0,0-1 0 0 0,0 0 0 0 0,1 0 0 0 0,-1 1 0 0 0,0-1 0 0 0,0 0 0 0 0,1 0-1 0 0,-1 0 1 0 0,1-1 0 0 0,-1 1 0 0 0,1 0 0 0 0,-1 0 0 0 0,1-1 0 0 0,-1 1-1 0 0,1-1 1 0 0,0 1 0 0 0,-1-1 0 0 0,1 0 0 0 0,0 0 0 0 0,-1 0 0 0 0,1 0 0 0 0,0 0-1 0 0,-1 0 1 0 0,1 0 0 0 0,0 0 0 0 0,-1-1 0 0 0,1 1 0 0 0,0-1 0 0 0,-1 1-1 0 0,3-2 1 0 0,0 0 5 0 0,0-1 0 0 0,0 0 0 0 0,0 1 0 0 0,0-1-1 0 0,-1-1 1 0 0,1 1 0 0 0,-1-1 0 0 0,0 1 0 0 0,0-1 0 0 0,0 0 0 0 0,2-4-1 0 0,12-26 16 0 0,-1-1 0 0 0,-2-1 0 0 0,15-55 0 0 0,-26 81-25 0 0,81-229-1463 0 0,-82 235 1127 0 0,-1 0-1 0 0,1 0 0 0 0,1 0 1 0 0,-1 0-1 0 0,1 1 1 0 0,2-4-1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2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18223 0 0,'0'0'2140'0'0,"2"0"-1096"0"0,1 1-741 0 0,0-1-1 0 0,1 1 1 0 0,-1-1-1 0 0,0 0 1 0 0,0 0-1 0 0,0 0 1 0 0,1-1-1 0 0,-1 1 1 0 0,0-1 0 0 0,0 0-1 0 0,0 0 1 0 0,0 0-1 0 0,0 0 1 0 0,0 0-1 0 0,0-1 1 0 0,0 1-1 0 0,0-1 1 0 0,-1 0-1 0 0,4-3 1 0 0,8-6 192 0 0,-1 0 0 0 0,16-18 0 0 0,-24 24-304 0 0,16-19 9 0 0,-2 0 0 0 0,0-1 1 0 0,-2-1-1 0 0,0-1 1 0 0,-2 0-1 0 0,17-43 0 0 0,-25 45-57 0 0,-7 23-71 0 0,-8 3 131 0 0,5 0-174 0 0,1 0-1 0 0,-1 0 1 0 0,1 0 0 0 0,-1 1 0 0 0,1-1 0 0 0,0 1-1 0 0,0-1 1 0 0,-1 1 0 0 0,1 0 0 0 0,-2 2 0 0 0,-19 24 169 0 0,17-21-148 0 0,-75 106 357 0 0,71-96-407 0 0,-1 1 0 0 0,2 0 1 0 0,1 1-1 0 0,-11 34 0 0 0,17-47-40 0 0,0 1 0 0 0,1-1-1 0 0,0 1 1 0 0,0 0 0 0 0,1-1 0 0 0,0 1-1 0 0,0 0 1 0 0,0-1 0 0 0,1 1 0 0 0,2 9-1 0 0,-2-13-80 0 0,0 0-1 0 0,1 0 0 0 0,-1 0 1 0 0,1 0-1 0 0,-1 0 1 0 0,1-1-1 0 0,0 1 0 0 0,0 0 1 0 0,0-1-1 0 0,0 1 1 0 0,1-1-1 0 0,-1 0 0 0 0,1 0 1 0 0,-1 0-1 0 0,1 0 0 0 0,0 0 1 0 0,0 0-1 0 0,0-1 1 0 0,0 1-1 0 0,0-1 0 0 0,0 0 1 0 0,5 1-1 0 0,-2 0-416 0 0,0-1-1 0 0,1 0 1 0 0,-1-1 0 0 0,0 1-1 0 0,0-1 1 0 0,0 0-1 0 0,0-1 1 0 0,0 1 0 0 0,0-1-1 0 0,0 0 1 0 0,0-1 0 0 0,0 0-1 0 0,0 0 1 0 0,0 0-1 0 0,0 0 1 0 0,-1-1 0 0 0,0 0-1 0 0,1 0 1 0 0,-1-1 0 0 0,0 1-1 0 0,-1-1 1 0 0,1 0-1 0 0,7-9 1 0 0,-3 3-682 0 0,0-1-1 0 0,-1 0 0 0 0,14-23 1 0 0,-12 14 1133 0 0,12-32 0 0 0,7-44 2056 0 0,-8-2 11007 0 0,-21 99-12735 0 0,-1 1-1 0 0,1-1 1 0 0,-1 0-1 0 0,1 1 1 0 0,0-1-1 0 0,-1 1 1 0 0,1-1 0 0 0,0 1-1 0 0,0 2 1 0 0,0 0 117 0 0,-8 51 1563 0 0,-3 37-847 0 0,10-72-1005 0 0,2 0-1 0 0,0 0 1 0 0,1 0 0 0 0,1 0 0 0 0,7 23 0 0 0,-7-34-9 0 0,2-3 11 0 0,-3-6-67 0 0,-1 0 0 0 0,0 0 1 0 0,1 0-1 0 0,-1 0 0 0 0,0-1 1 0 0,1 1-1 0 0,-1-1 1 0 0,0 1-1 0 0,1-1 0 0 0,-1 1 1 0 0,0-1-1 0 0,0 0 0 0 0,0 1 1 0 0,2-2-1 0 0,1-1-4 0 0,0-1 0 0 0,0 1 0 0 0,-1-1 0 0 0,1 1 0 0 0,-1-1 0 0 0,0 0 0 0 0,0 0 0 0 0,5-9 0 0 0,0-4 0 0 0,7-20 0 0 0,2-3-23 0 0,3 0-366 0 0,38-54 0 0 0,-42 70 150 0 0,2 1 1 0 0,22-21-1 0 0,-30 34 156 0 0,0 1 1 0 0,1 0-1 0 0,1 0 1 0 0,-1 1-1 0 0,2 1 1 0 0,14-8-1 0 0,-19 12 71 0 0,0-1-1 0 0,1 1 0 0 0,-1 0 0 0 0,1 0 1 0 0,-1 1-1 0 0,1 0 0 0 0,0 1 0 0 0,9-1 1 0 0,-17 3 41 0 0,0-1-1 0 0,-1 0 1 0 0,1 0 0 0 0,-1 0 0 0 0,1 0 0 0 0,0 0 0 0 0,-1 0-1 0 0,1 1 1 0 0,-1-1 0 0 0,1 0 0 0 0,-1 0 0 0 0,1 1 0 0 0,-1-1-1 0 0,1 1 1 0 0,-1-1 0 0 0,1 0 0 0 0,-1 1 0 0 0,1-1 0 0 0,-1 1 0 0 0,0-1-1 0 0,1 1 1 0 0,-1-1 0 0 0,0 1 0 0 0,1-1 0 0 0,-1 1 0 0 0,0-1-1 0 0,0 1 1 0 0,1-1 0 0 0,-1 1 0 0 0,0 0 0 0 0,0-1 0 0 0,0 1-1 0 0,0-1 1 0 0,0 1 0 0 0,0 1 0 0 0,0 0 30 0 0,0 0 0 0 0,0 0 0 0 0,0 1 0 0 0,0-1 0 0 0,-1 0 0 0 0,1 0 0 0 0,-2 3 0 0 0,-1 3 60 0 0,-1 0-1 0 0,-1 0 0 0 0,1-1 1 0 0,-1 1-1 0 0,-1-1 0 0 0,-6 7 1 0 0,-43 38 120 0 0,27-26-163 0 0,-85 68-1 0 0,105-88-75 0 0,4 1-13 0 0,10 0-51 0 0,2-3 48 0 0,1-2 1 0 0,-1 1-1 0 0,1-1 1 0 0,0 0 0 0 0,0-1-1 0 0,0 0 1 0 0,0 0-1 0 0,10-1 1 0 0,6-1 9 0 0,-8 0-13 0 0,33 3-1 0 0,-46-1 18 0 0,0-1 0 0 0,0 1 0 0 0,-1 0 1 0 0,1 0-1 0 0,0 0 0 0 0,-1 1 0 0 0,1-1 1 0 0,-1 1-1 0 0,1 0 0 0 0,-1-1 0 0 0,0 2 0 0 0,1-1 1 0 0,-1 0-1 0 0,3 4 0 0 0,-5-5 2 0 0,0 1 0 0 0,0-1 0 0 0,0 1 0 0 0,0-1 0 0 0,0 1 0 0 0,0-1 0 0 0,0 1 0 0 0,-1 0 0 0 0,1-1 0 0 0,-1 1 0 0 0,1 0 0 0 0,-1-1 0 0 0,0 1 0 0 0,0 0 0 0 0,1 0 0 0 0,-1 0 0 0 0,-1 2 0 0 0,1 0 0 0 0,-1 0 0 0 0,0 0 0 0 0,0-1 0 0 0,0 1 0 0 0,-1-1 0 0 0,1 1 0 0 0,-5 6 0 0 0,-2 1 0 0 0,0 0 0 0 0,-1 0 0 0 0,-14 13 0 0 0,22-23 0 0 0,-13 12-467 0 0,0 0 0 0 0,-1 0 0 0 0,-33 19-1 0 0,38-26 179 0 0,0-1-1 0 0,0 0 0 0 0,0-1 0 0 0,-1 0 0 0 0,0-1 0 0 0,1 0 0 0 0,-1-1 1 0 0,-14 2-1 0 0,15-4-1201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21 307 12895 0 0,'0'2'7184'0'0,"-2"69"1773"0"0,-9 37-6773 0 0,3-23-1781 0 0,8-15-3214 0 0,1-68 1391 0 0,5 5-53 0 0</inkml:trace>
  <inkml:trace contextRef="#ctx0" brushRef="#br0" timeOffset="1">104 85 22895 0 0,'-1'-2'1049'0'0,"-3"-8"121"0"0,2 7-1123 0 0,1 0-1 0 0,0 0 1 0 0,-1-1 0 0 0,1 1-1 0 0,0 0 1 0 0,1-1-1 0 0,-2-6 1 0 0,2 9 529 0 0,1-8 1675 0 0,-1 7-2197 0 0,0 1-1 0 0,1 0 1 0 0,-1 0 0 0 0,1-1 0 0 0,0 1 0 0 0,-1 0 0 0 0,1 0 0 0 0,0 0-1 0 0,0 0 1 0 0,-1 0 0 0 0,1 0 0 0 0,0 0 0 0 0,0 0 0 0 0,0 0-1 0 0,1 0 1 0 0,-1 0 0 0 0,0 0 0 0 0,0 1 0 0 0,2-2 0 0 0,1 1-619 0 0,0-1 1 0 0,-1 1 0 0 0,1 0-1 0 0,0 0 1 0 0,0 0 0 0 0,5 0-1 0 0,0 1-1900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0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15199 0 0,'0'2'3832'0'0,"-2"46"4221"0"0,-7 25-4147 0 0,0 18-2933 0 0,-12 101-413 0 0,5-55-316 0 0,-23 148-244 0 0,33-259 0 0 0,2-21-5 0 0,2-8-8 0 0,-1-6-22 0 0,3 9 35 0 0,0-5-33 0 0,0 0-1 0 0,0 0 1 0 0,0 0 0 0 0,0 0 0 0 0,1 0 0 0 0,0 0 0 0 0,0 0 0 0 0,0 1 0 0 0,1-1 0 0 0,2-6 0 0 0,4-7-128 0 0,11-20 0 0 0,-18 36 156 0 0,66-110-295 0 0,-52 88 216 0 0,1 2 0 0 0,33-35 0 0 0,-45 53 98 0 0,0 0 0 0 0,0 0 1 0 0,0 1-1 0 0,1-1 0 0 0,-1 1 0 0 0,1 0 1 0 0,0 0-1 0 0,0 1 0 0 0,0-1 0 0 0,0 1 0 0 0,1 0 1 0 0,-1 1-1 0 0,0-1 0 0 0,12-1 0 0 0,-16 4-5 0 0,0-1-1 0 0,-1 0 0 0 0,1 0 1 0 0,0 0-1 0 0,0 1 0 0 0,0-1 0 0 0,0 1 1 0 0,0-1-1 0 0,-1 0 0 0 0,1 1 1 0 0,0-1-1 0 0,0 1 0 0 0,-1 0 0 0 0,1-1 1 0 0,0 1-1 0 0,-1 0 0 0 0,1-1 1 0 0,0 1-1 0 0,-1 0 0 0 0,1 0 0 0 0,7 16 77 0 0,-7-10-68 0 0,1 0 1 0 0,-2-1-1 0 0,1 1 1 0 0,-1 0-1 0 0,0 0 1 0 0,0-1-1 0 0,-1 1 1 0 0,0 0-1 0 0,0 0 1 0 0,0-1-1 0 0,-1 1 1 0 0,0-1-1 0 0,0 1 0 0 0,-5 7 1 0 0,-4 9-25 0 0,-2 0-1 0 0,-21 27 1 0 0,27-40 10 0 0,-55 74-120 0 0,51-72-505 0 0,0 0 0 0 0,-1-1 0 0 0,0 0 0 0 0,-17 12 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33 8287 0 0,'15'-32'18653'0'0,"-15"34"-17398"0"0,1 24-703 0 0,-2-1 0 0 0,0 1 0 0 0,-2 0 0 0 0,-10 43 0 0 0,1 0-20 0 0,9-52-802 0 0,0 0-836 0 0,1 0 1 0 0,1 0-1 0 0,0 20 1 0 0,11-37-7253 0 0,0-3 392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92 14279 0 0,'4'-16'1389'0'0,"7"-26"0"0"0,-6 25 2903 0 0,0 0 4795 0 0,-4 23-8936 0 0,0 0 0 0 0,-1 0 0 0 0,1 0-1 0 0,-1 0 1 0 0,0 1 0 0 0,-1-1 0 0 0,0 6 0 0 0,-12 44-59 0 0,7-33 19 0 0,-17 67-56 0 0,-4 14 94 0 0,-19 149 0 0 0,41-207-159 0 0,1-21-9 0 0,2 0-1 0 0,0 0 1 0 0,3 35-1 0 0,3-37-85 0 0,-4-22-18 0 0,3-1-183 0 0,-1 0 252 0 0,0 0 1 0 0,1 0-1 0 0,-1 0 0 0 0,1-1 0 0 0,-1 0 1 0 0,0 1-1 0 0,1-1 0 0 0,-1 0 0 0 0,0 0 0 0 0,0 0 1 0 0,4-2-1 0 0,-2 0-20 0 0,-1-1 0 0 0,1 1-1 0 0,0-1 1 0 0,-1 0 0 0 0,4-5 0 0 0,16-25-352 0 0,34-64 0 0 0,6-12 337 0 0,-44 81 255 0 0,-18 28 688 0 0,7 50-4 0 0,-17 63-358 0 0,0-4-773 0 0,9-106-302 0 0,0-1 370 0 0,0 0-1 0 0,1-1 0 0 0,-1 1 0 0 0,0 0 1 0 0,0 0-1 0 0,0-1 0 0 0,0 1 0 0 0,1 0 1 0 0,-1 0-1 0 0,0-1 0 0 0,1 1 0 0 0,-1 0 1 0 0,0-1-1 0 0,1 1 0 0 0,-1 0 0 0 0,1-1 1 0 0,-1 1-1 0 0,1-1 0 0 0,-1 1 0 0 0,1-1 1 0 0,1 2-1 0 0,6 2-2321 0 0</inkml:trace>
  <inkml:trace contextRef="#ctx0" brushRef="#br0" timeOffset="1">393 169 12439 0 0,'-8'-19'1972'0'0,"8"17"-1383"0"0,0 1 1 0 0,0-1-1 0 0,0 1 1 0 0,0-1-1 0 0,0 1 1 0 0,0-1-1 0 0,0 0 1 0 0,0 1 0 0 0,1-1-1 0 0,-1 1 1 0 0,0-1-1 0 0,1 1 1 0 0,1-3-1 0 0,-1 3 29 0 0,0-1 0 0 0,0 0 0 0 0,0 0 0 0 0,1 1 0 0 0,-1-1 0 0 0,1 1 0 0 0,-1-1 0 0 0,1 1 0 0 0,3-3 0 0 0,13-5-2335 0 0,17-1-147 0 0,-11 7-6606 0 0,-12 3 1212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2303 0 0,'0'0'22532'0'0,"0"2"-20943"0"0,-4 22 205 0 0,-23 137 1930 0 0,-46 171-3019 0 0,67-304-1404 0 0,-2-1 0 0 0,-21 52 0 0 0,15-59-2069 0 0</inkml:trace>
  <inkml:trace contextRef="#ctx0" brushRef="#br0" timeOffset="1">0 426 7831 0 0,'0'0'356'0'0,"5"-7"122"0"0,-1 4-97 0 0,-1-1 1 0 0,1 1 0 0 0,0 0 0 0 0,7-5 0 0 0,-3 4 2175 0 0,0 0 0 0 0,0 0 1 0 0,16-5-1 0 0,29-4 6497 0 0,-21 9-9237 0 0,-28 3 297 0 0,1 0 1 0 0,0 1 0 0 0,0 0 0 0 0,-1 0-1 0 0,1 0 1 0 0,0 1 0 0 0,-1-1-1 0 0,1 1 1 0 0,0 0 0 0 0,-1 1 0 0 0,0-1-1 0 0,1 1 1 0 0,-1 0 0 0 0,0 0 0 0 0,1 0-1 0 0,-1 1 1 0 0,0-1 0 0 0,3 4-1 0 0,-3-2-70 0 0,0 0 1 0 0,0 0-1 0 0,-1 1 0 0 0,0 0 0 0 0,0-1 0 0 0,0 1 0 0 0,0 0 0 0 0,-1 0 0 0 0,0 0 0 0 0,0 1 1 0 0,0-1-1 0 0,-1 1 0 0 0,1-1 0 0 0,0 11 0 0 0,-1 6-45 0 0,-1 0 1 0 0,-1 0-1 0 0,-1 0 0 0 0,-1-1 1 0 0,-7 31-1 0 0,-1 0-1951 0 0,8-43-909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10135 0 0,'7'-20'448'0'0,"-4"12"96"0"0,0-2-440 0 0,2 1-104 0 0,2 1 0 0 0,-2 1 0 0 0,11-4 10288 0 0,-8 6-4608 0 0,2 8-5296 0 0,-1 2-816 0 0,0 3-160 0 0,-1 0-32 0 0</inkml:trace>
  <inkml:trace contextRef="#ctx0" brushRef="#br0" timeOffset="1">91 434 2303 0 0,'2'0'4559'0'0,"21"2"4934"0"0,-1-4-3726 0 0,24-8-2063 0 0,-29 5-3158 0 0,0-1 1 0 0,-1 0-1 0 0,0-1 1 0 0,0-1-1 0 0,0-1 1 0 0,-1 0-1 0 0,0-1 1 0 0,-1-1 0 0 0,22-20-1 0 0,-19 16-407 0 0,-13 12-119 0 0,-1 0 1 0 0,1 0 0 0 0,-1 0-1 0 0,1 0 1 0 0,-1-1-1 0 0,0 1 1 0 0,0-1 0 0 0,-1 1-1 0 0,1-1 1 0 0,-1 0-1 0 0,0 0 1 0 0,3-8 0 0 0,-5 12-20 0 0,0 0 0 0 0,0-1 0 0 0,0 1 0 0 0,0 0 0 0 0,0 0 0 0 0,0-1 0 0 0,1 1 0 0 0,-1 0 0 0 0,0-1 0 0 0,0 1 0 0 0,0 0 0 0 0,-1-1 1 0 0,1 1-1 0 0,0 0 0 0 0,0 0 0 0 0,0-1 0 0 0,0 1 0 0 0,0 0 0 0 0,0-1 0 0 0,0 1 0 0 0,0 0 0 0 0,-1 0 0 0 0,1-1 0 0 0,0 1 0 0 0,0 0 0 0 0,0 0 0 0 0,0-1 1 0 0,-1 1-1 0 0,1 0 0 0 0,0 0 0 0 0,0 0 0 0 0,-1 0 0 0 0,1-1 0 0 0,0 1 0 0 0,0 0 0 0 0,-1 0 0 0 0,1 0 0 0 0,0 0 0 0 0,-1 0 0 0 0,1 0 0 0 0,0 0 0 0 0,0-1 1 0 0,-1 1-1 0 0,1 0 0 0 0,0 0 0 0 0,-1 0 0 0 0,1 0 0 0 0,0 0 0 0 0,-1 1 0 0 0,-2-2 3 0 0,0 1 0 0 0,0 0 0 0 0,0 1 0 0 0,0-1 0 0 0,0 0 0 0 0,0 1-1 0 0,0 0 1 0 0,0-1 0 0 0,1 1 0 0 0,-1 0 0 0 0,0 1 0 0 0,0-1 0 0 0,1 0 0 0 0,-4 3 0 0 0,-6 4 42 0 0,-18 15 0 0 0,21-15-32 0 0,-17 15 36 0 0,2 0 0 0 0,1 2 0 0 0,-34 45 0 0 0,50-62-122 0 0,1 1-1 0 0,0 1 0 0 0,1-1 0 0 0,0 1 0 0 0,1-1 1 0 0,-5 16-1 0 0,8-23-34 0 0,0 0 1 0 0,1 0-1 0 0,-1 0 1 0 0,1 1 0 0 0,0-1-1 0 0,0 0 1 0 0,0 0-1 0 0,0 0 1 0 0,0 1-1 0 0,0-1 1 0 0,1 0-1 0 0,-1 0 1 0 0,1 0 0 0 0,-1 0-1 0 0,1 1 1 0 0,0-1-1 0 0,0 0 1 0 0,0 0-1 0 0,0 0 1 0 0,0-1-1 0 0,0 1 1 0 0,0 0-1 0 0,1 0 1 0 0,-1-1 0 0 0,1 1-1 0 0,0 0 1 0 0,-1-1-1 0 0,1 0 1 0 0,0 1-1 0 0,0-1 1 0 0,-1 0-1 0 0,1 0 1 0 0,0 0 0 0 0,0 0-1 0 0,1 0 1 0 0,-1-1-1 0 0,3 2 1 0 0,28 4-3060 0 0,-20-5 2050 0 0,17 4-1285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88 10135 0 0,'4'-4'323'0'0,"0"-1"-1"0"0,-1 1 1 0 0,1 0 0 0 0,-1-1-1 0 0,0 0 1 0 0,0 0-1 0 0,3-6 1 0 0,-2-10 8262 0 0,-4 20-8194 0 0,0 1 0 0 0,-1-1 1 0 0,1 1-1 0 0,0-1 0 0 0,0 1 1 0 0,0-1-1 0 0,-1 0 1 0 0,1 1-1 0 0,0-1 0 0 0,-1 1 1 0 0,1-1-1 0 0,-1 0 783 0 0,0 1-782 0 0,0-1-1 0 0,-14-9 1903 0 0,11 9-2118 0 0,1 0 0 0 0,0 0 0 0 0,-1 1 0 0 0,1-1 0 0 0,-1 1 0 0 0,1 0 0 0 0,0 0 0 0 0,-1 0 0 0 0,-5 1-1 0 0,-31 7 377 0 0,27-4-531 0 0,0 0 0 0 0,0 1-1 0 0,1 1 1 0 0,0 0 0 0 0,0 0 0 0 0,1 1 0 0 0,-1 1-1 0 0,1 0 1 0 0,-17 16 0 0 0,26-22-21 0 0,-1 1 0 0 0,1-1 0 0 0,0 0 0 0 0,0 1 0 0 0,1-1 0 0 0,-1 1 0 0 0,0 0 0 0 0,1 0 0 0 0,-1 0 0 0 0,1 0 0 0 0,0 0 0 0 0,0 0 0 0 0,0 0 0 0 0,1 0 0 0 0,-1 0 0 0 0,1 0 0 0 0,-1 0 0 0 0,1 0 0 0 0,0 1 0 0 0,0-1 0 0 0,1 0 0 0 0,-1 0 0 0 0,1 4 0 0 0,1-1 0 0 0,1 0 0 0 0,-1-1 0 0 0,1 1 0 0 0,0-1 0 0 0,0 0 0 0 0,1 1 0 0 0,-1-2 0 0 0,1 1 0 0 0,0 0 0 0 0,1-1 0 0 0,5 6 0 0 0,92 70 0 0 0,-64-51 0 0 0,64 59 0 0 0,-97-83 0 0 0,0 1 0 0 0,0 0 0 0 0,0 0 0 0 0,-1 1 0 0 0,0 0 0 0 0,4 8 0 0 0,-7-14 0 0 0,0 1 0 0 0,-1 0 0 0 0,1 0 0 0 0,0-1 0 0 0,-1 1 0 0 0,0 0 0 0 0,1 0 0 0 0,-1 0 0 0 0,0 0 0 0 0,0 0 0 0 0,0 0 0 0 0,0-1 0 0 0,0 1 0 0 0,0 0 0 0 0,-1 0 0 0 0,1 0 0 0 0,-1 0 0 0 0,1-1 0 0 0,-1 1 0 0 0,0 0 0 0 0,1 0 0 0 0,-1-1 0 0 0,0 1 0 0 0,0 0 0 0 0,0-1 0 0 0,-1 1 0 0 0,1-1 0 0 0,0 0 0 0 0,0 1 0 0 0,-3 1 0 0 0,-2 1 0 0 0,0 0 0 0 0,-1 0 0 0 0,1-1 0 0 0,-1 0 0 0 0,0 0 0 0 0,0 0 0 0 0,-1-1 0 0 0,1 0 0 0 0,-13 2 0 0 0,-5-2 0 0 0,-39 1 0 0 0,48-4-731 0 0,0 0 0 0 0,-29-7 1 0 0,-31-13-6245 0 0,50 13-3162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38 384 17047 0 0,'-1'-1'779'0'0,"-1"-3"-433"0"0,-2 0-205 0 0,1-1-1 0 0,-1 1 1 0 0,0 0 0 0 0,0 0 0 0 0,0 0 0 0 0,-7-4 9118 0 0,16 18-8319 0 0,7 19-171 0 0,15 62 0 0 0,-3-10-456 0 0,-21-69-301 0 0,-1-7 2 0 0,-1 0-1 0 0,1-1 1 0 0,0 1 0 0 0,0-1 0 0 0,5 8 0 0 0,-7-12-13 0 0,0 0 1 0 0,1 1 0 0 0,-1-1 0 0 0,0 0-1 0 0,1 0 1 0 0,-1 1 0 0 0,0-1 0 0 0,1 0 0 0 0,-1 0-1 0 0,0 0 1 0 0,1 1 0 0 0,-1-1 0 0 0,1 0-1 0 0,-1 0 1 0 0,0 0 0 0 0,1 0 0 0 0,-1 0-1 0 0,1 0 1 0 0,-1 0 0 0 0,1 0 0 0 0,-1 0-1 0 0,0 0 1 0 0,1 0 0 0 0,-1 0 0 0 0,1 0-1 0 0,-1 0 1 0 0,1 0 0 0 0,-1 0 0 0 0,0-1-1 0 0,1 1 1 0 0,-1 0 0 0 0,1-1 0 0 0,11-6-7 0 0,-6-1 1 0 0,-1-1 0 0 0,0 0 0 0 0,0 0 0 0 0,-1 0-1 0 0,0 0 1 0 0,3-11 0 0 0,-3 9-20 0 0,96-237-283 0 0,-73 188 254 0 0,3 2-1 0 0,40-58 1 0 0,-66 110 53 0 0,15-17 11 0 0,-17 20 42 0 0,0 6 11 0 0,2 2-33 0 0,-1 1 1 0 0,1-1-1 0 0,-1 1 0 0 0,0 0 1 0 0,-1 1-1 0 0,1-1 0 0 0,-1 0 1 0 0,0 1-1 0 0,-1-1 0 0 0,0 1 1 0 0,1 8-1 0 0,1 17 112 0 0,-3 33 0 0 0,0-58-124 0 0,9 672 884 0 0,19-346-790 0 0,-5-61-114 0 0,-14-98-176 0 0,-7-161 1015 0 0,-1-8-2853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11975 0 0,'0'0'923'0'0,"0"2"-182"0"0,1 46 8056 0 0,1 2-4434 0 0,15 100-1003 0 0,-15-136-3339 0 0,1 1 0 0 0,1-1 0 0 0,1 0 0 0 0,0 0-1 0 0,13 25 1 0 0,-17-37-307 0 0,9-1-2664 0 0,1-1 1501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3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 22775 0 0,'-4'-1'344'0'0,"3"0"-232"0"0,0 1 0 0 0,0 0 0 0 0,0-1 0 0 0,0 1 0 0 0,1 0 0 0 0,-1 0 0 0 0,0 0 0 0 0,0 0 0 0 0,0-1 0 0 0,0 1 0 0 0,0 1 0 0 0,0-1 0 0 0,0 0 0 0 0,0 0 0 0 0,1 0 0 0 0,-1 0 0 0 0,0 1 0 0 0,-1-1 0 0 0,1 1 632 0 0,1 1-691 0 0,1 0-1 0 0,-1 0 1 0 0,1 0 0 0 0,0 0-1 0 0,0 1 1 0 0,0-1 0 0 0,0 0-1 0 0,0 0 1 0 0,0-1-1 0 0,0 1 1 0 0,1 0 0 0 0,-1 0-1 0 0,4 3 1 0 0,22 18-13 0 0,-11-13-212 0 0,-1-2-1 0 0,1 0 0 0 0,1-1 0 0 0,-1 0 1 0 0,24 5-1 0 0,30 13-624 0 0,-61-21 736 0 0,1 0 0 0 0,-1 1-1 0 0,0 1 1 0 0,-1-1 0 0 0,9 8-1 0 0,-14-11 219 0 0,0 1 0 0 0,-1-1 0 0 0,1 1 0 0 0,-1-1 0 0 0,0 1 0 0 0,0 0 0 0 0,0 0 0 0 0,0 0 0 0 0,0 0 0 0 0,-1 0 0 0 0,1 0 0 0 0,-1 1 0 0 0,0-1 0 0 0,0 0 0 0 0,0 1 0 0 0,-1-1 0 0 0,1 1 0 0 0,-1-1 0 0 0,1 1-1 0 0,-1-1 1 0 0,0 1 0 0 0,-1 4 0 0 0,0-3 107 0 0,-1 0-1 0 0,1 1 0 0 0,-1-1 0 0 0,0 0 0 0 0,-1 0 0 0 0,1 0 1 0 0,-1-1-1 0 0,0 1 0 0 0,0-1 0 0 0,0 1 0 0 0,-1-1 0 0 0,1 0 1 0 0,-8 6-1 0 0,10-9-220 0 0,0-1-32 0 0,1 0 0 0 0,0 0 1 0 0,-1 0-1 0 0,1 1 1 0 0,0-1-1 0 0,-1 0 1 0 0,1 0-1 0 0,0 1 1 0 0,0-1-1 0 0,-1 0 0 0 0,1 1 1 0 0,0-1-1 0 0,0 0 1 0 0,-1 1-1 0 0,1-1 1 0 0,0 0-1 0 0,0 1 1 0 0,0-1-1 0 0,0 0 0 0 0,-1 1 1 0 0,1 0-1 0 0,0 0-10 0 0,0 0 0 0 0,1 1-1 0 0,-1-1 1 0 0,0 0 0 0 0,1 1-1 0 0,-1-1 1 0 0,0 0 0 0 0,1 0-1 0 0,0 1 1 0 0,-1-1 0 0 0,1 0-1 0 0,0 0 1 0 0,-1 0 0 0 0,1 0-1 0 0,0 0 1 0 0,0 0 0 0 0,0 0-1 0 0,0 0 1 0 0,2 1 0 0 0,15 7-4 0 0,-17-8 3 0 0,26 9-73 0 0,-19-8 30 0 0,1 2 0 0 0,0-1 1 0 0,7 5-1 0 0,-3 1-19 0 0,-11-6 52 0 0,-2-3 8 0 0,1 0 0 0 0,-1 1 0 0 0,1-1 1 0 0,-1 1-1 0 0,0-1 0 0 0,1 0 0 0 0,-1 1 0 0 0,1-1 0 0 0,-1 1 0 0 0,0-1 0 0 0,0 1 1 0 0,1-1-1 0 0,-1 1 0 0 0,0-1 0 0 0,0 1 0 0 0,1-1 0 0 0,-1 1 0 0 0,0 0 1 0 0,0-1-1 0 0,0 1 0 0 0,0-1 0 0 0,0 1 0 0 0,0-1 0 0 0,0 1 0 0 0,0 0 0 0 0,0-1 1 0 0,0 1-1 0 0,0-1 0 0 0,-1 2 0 0 0,1 0-2 0 0,-1 4 1 0 0,0 0 0 0 0,0 0 0 0 0,-1-1 0 0 0,0 1 0 0 0,0 0-1 0 0,-5 11 1 0 0,-23 31-31 0 0,14-23 26 0 0,12-19 19 0 0,3-4 106 0 0,3-3-64 0 0,18-12-51 0 0,-1-2 0 0 0,-1 1-1 0 0,0-2 1 0 0,-1-1 0 0 0,0 0-1 0 0,-1-1 1 0 0,13-20 0 0 0,-4 1-3 0 0,0-2 0 0 0,32-71 0 0 0,-57 108 1 0 0,22-53 0 0 0,-21 46 5 0 0,-6 10 8 0 0,-5 7 21 0 0,10-8-33 0 0,-10 10 28 0 0,1 0 0 0 0,1 0 0 0 0,0 1 0 0 0,0 0 0 0 0,1 1-1 0 0,-10 23 1 0 0,5-7 62 0 0,-16 58 0 0 0,27-79-82 0 0,-1 0-1 0 0,1 0 0 0 0,0 1 0 0 0,0-1 0 0 0,1 0 1 0 0,0 1-1 0 0,1-1 0 0 0,-1 0 0 0 0,3 11 0 0 0,-2-16-41 0 0,-1 0 0 0 0,1 0 0 0 0,0 1-1 0 0,0-1 1 0 0,0 0 0 0 0,0 0 0 0 0,0 0-1 0 0,1 0 1 0 0,-1 0 0 0 0,0 0-1 0 0,1-1 1 0 0,-1 1 0 0 0,1 0 0 0 0,0-1-1 0 0,0 1 1 0 0,0-1 0 0 0,-1 1-1 0 0,1-1 1 0 0,0 0 0 0 0,1 0 0 0 0,-1 0-1 0 0,0 0 1 0 0,0 0 0 0 0,0-1 0 0 0,1 1-1 0 0,-1-1 1 0 0,0 1 0 0 0,0-1-1 0 0,1 0 1 0 0,-1 0 0 0 0,1 0 0 0 0,3 0-1 0 0,0-1-264 0 0,1 0-1 0 0,-1 0 0 0 0,0-1 1 0 0,0 1-1 0 0,0-1 0 0 0,0-1 1 0 0,0 1-1 0 0,0-1 0 0 0,0 0 1 0 0,-1 0-1 0 0,9-7 0 0 0,-3 0-1244 0 0,0 1 0 0 0,-1-2 1 0 0,0 1-1 0 0,9-14 0 0 0,-6 7-1188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0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6447 0 0,'0'0'586'0'0,"-1"2"124"0"0,-6 32 11996 0 0,6 3-6837 0 0,7 38-2409 0 0,-5-60-3174 0 0,1 1 1 0 0,1-1-1 0 0,0 1 1 0 0,1-1-1 0 0,1 0 1 0 0,0 0-1 0 0,1-1 1 0 0,14 25-1 0 0,-14-32-275 0 0,2-6-11 0 0,-6-2-2 0 0,0 0 0 0 0,0 0 1 0 0,0-1-1 0 0,-1 1 0 0 0,1 0 0 0 0,0-1 1 0 0,0 1-1 0 0,-1-1 0 0 0,1 1 0 0 0,-1-1 1 0 0,1 0-1 0 0,0-2 0 0 0,17-26-73 0 0,-16 24 56 0 0,13-26-68 0 0,14-40 0 0 0,-21 47 21 0 0,0 1-1 0 0,2 1 0 0 0,1 0 1 0 0,16-23-1 0 0,-20 36 51 0 0,-8 10 16 0 0,1-1 0 0 0,-1 1 0 0 0,0 0 0 0 0,0 0 0 0 0,1-1 0 0 0,-1 1 0 0 0,0 0 0 0 0,0 0 0 0 0,1 0 0 0 0,-1-1 0 0 0,0 1 0 0 0,1 0 0 0 0,-1 0 0 0 0,0 0 0 0 0,1 0 0 0 0,-1 0 0 0 0,0-1 0 0 0,1 1 0 0 0,-1 0 0 0 0,0 0 0 0 0,1 0 0 0 0,-1 0 0 0 0,1 0 0 0 0,0 1 2 0 0,0 0 0 0 0,0 0 0 0 0,0 0 0 0 0,0 0 0 0 0,-1 0 0 0 0,1 0 0 0 0,0 1 0 0 0,-1-1-1 0 0,1 0 1 0 0,-1 0 0 0 0,1 0 0 0 0,-1 1 0 0 0,1-1 0 0 0,-1 0 0 0 0,1 3 0 0 0,3 23 59 0 0,2 71 216 0 0,3 22-571 0 0,-5-98-1984 0 0,9 35 0 0 0,-9-47-4541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0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14279 0 0,'0'0'1103'0'0,"0"2"-720"0"0,-3 76 10255 0 0,0-32-7965 0 0,3 37-838 0 0,1-31-5204 0 0,-1-41-6582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126 111 7367 0 0,'0'-2'568'0'0,"6"-17"-700"0"0,1-12 5220 0 0,6-22 9800 0 0,-13 52-14856 0 0,0 1 0 0 0,0 0 0 0 0,-1 0-1 0 0,1-1 1 0 0,0 1 0 0 0,0 0 0 0 0,0 0 0 0 0,0 0 0 0 0,0-1 0 0 0,0 1-1 0 0,-1 0 1 0 0,1 0 0 0 0,0-1 0 0 0,0 1 0 0 0,0 0 0 0 0,0 0 0 0 0,-1 0-1 0 0,1 0 1 0 0,0-1 0 0 0,0 1 0 0 0,-1 0 0 0 0,1 0 0 0 0,0 0 0 0 0,0 0-1 0 0,0 0 1 0 0,-1 0 0 0 0,1 0 0 0 0,0 0 0 0 0,0 0 0 0 0,-1 0 0 0 0,1 0-1 0 0,0 0 1 0 0,0 0 0 0 0,-1 0 0 0 0,1 0 0 0 0,0 0 0 0 0,-1 0 0 0 0,1 0-1 0 0,0 0 1 0 0,-1 0 0 0 0,-8 5 326 0 0,9-5-358 0 0,-5 3 88 0 0,1 1 0 0 0,0 0 0 0 0,0-1 0 0 0,1 1 0 0 0,-1 0 0 0 0,1 1 0 0 0,0-1 0 0 0,-3 6 0 0 0,-20 43 278 0 0,13-24-208 0 0,-25 56 39 0 0,33-72-194 0 0,1 0-1 0 0,1 0 0 0 0,0 0 0 0 0,-2 26 0 0 0,5-36-100 0 0,0 0-1 0 0,0-1 1 0 0,0 1 0 0 0,0 0-1 0 0,1-1 1 0 0,-1 1-1 0 0,1 0 1 0 0,0-1 0 0 0,0 1-1 0 0,0-1 1 0 0,0 1-1 0 0,0-1 1 0 0,0 0 0 0 0,0 1-1 0 0,1-1 1 0 0,0 0 0 0 0,-1 0-1 0 0,1 0 1 0 0,0 0-1 0 0,0 0 1 0 0,0 0 0 0 0,0-1-1 0 0,0 1 1 0 0,0-1 0 0 0,1 1-1 0 0,-1-1 1 0 0,0 0-1 0 0,1 0 1 0 0,-1 0 0 0 0,1 0-1 0 0,-1 0 1 0 0,1 0 0 0 0,0-1-1 0 0,-1 0 1 0 0,1 1-1 0 0,-1-1 1 0 0,1 0 0 0 0,0 0-1 0 0,-1 0 1 0 0,1 0-1 0 0,4-2 1 0 0,8-1-2010 0 0,1-1 0 0 0,-1-1 1 0 0,26-12-1 0 0,-35 14 1053 0 0,11-5-5575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190 177 5527 0 0,'2'-5'179'0'0,"-1"-1"0"0"0,0 1 0 0 0,0-1 0 0 0,0 1 0 0 0,0-1 0 0 0,-1-5 0 0 0,0 9 269 0 0,0 0-1 0 0,0 0 1 0 0,0 0-1 0 0,0 0 0 0 0,-1 1 1 0 0,1-1-1 0 0,-1 0 1 0 0,1 0-1 0 0,-1 0 1 0 0,0 1-1 0 0,0-1 1 0 0,0 0-1 0 0,0 1 1 0 0,0-1-1 0 0,0 1 1 0 0,0-1-1 0 0,0 1 1 0 0,0 0-1 0 0,-1-1 1 0 0,1 1-1 0 0,-3-2 1 0 0,2 3-76 0 0,1-1 1 0 0,-1 0-1 0 0,0 1 1 0 0,1 0-1 0 0,-1-1 1 0 0,0 1-1 0 0,0 0 1 0 0,1 0-1 0 0,-1-1 1 0 0,0 1-1 0 0,0 1 1 0 0,0-1-1 0 0,1 0 1 0 0,-1 0 0 0 0,0 1-1 0 0,0-1 1 0 0,1 1-1 0 0,-3 0 1 0 0,-1 1 168 0 0,0 1 1 0 0,1-1 0 0 0,-1 1-1 0 0,-7 5 1 0 0,0 3-53 0 0,0 1 0 0 0,1 0 0 0 0,0 0-1 0 0,1 1 1 0 0,0 1 0 0 0,1 0 0 0 0,-9 19 0 0 0,15-26-430 0 0,0-1 0 0 0,0 1 0 0 0,1 0 0 0 0,0 0-1 0 0,0 0 1 0 0,1 0 0 0 0,-1 13 0 0 0,1-18-77 0 0,1 1 1 0 0,0-1-1 0 0,0 0 0 0 0,1 0 0 0 0,-1 0 0 0 0,0 1 0 0 0,1-1 0 0 0,-1 0 1 0 0,1 0-1 0 0,0 0 0 0 0,0 0 0 0 0,0 0 0 0 0,0 0 0 0 0,0 0 1 0 0,0 0-1 0 0,0-1 0 0 0,0 1 0 0 0,1 0 0 0 0,-1-1 0 0 0,1 1 0 0 0,-1-1 1 0 0,1 1-1 0 0,0-1 0 0 0,0 0 0 0 0,-1 1 0 0 0,1-1 0 0 0,0 0 0 0 0,0 0 1 0 0,4 1-1 0 0,-2-1-107 0 0,0 0-1 0 0,0 0 1 0 0,0-1 0 0 0,0 1 0 0 0,0-1 0 0 0,0 0 0 0 0,0 0-1 0 0,0 0 1 0 0,0 0 0 0 0,0-1 0 0 0,0 0 0 0 0,-1 1 0 0 0,1-2-1 0 0,7-1 1 0 0,-5 0 26 0 0,-1 0-1 0 0,0-1 0 0 0,1 1 1 0 0,-1-1-1 0 0,-1 0 1 0 0,1 0-1 0 0,0-1 0 0 0,6-7 1 0 0,0-5 45 0 0,1 0 0 0 0,-2 0 1 0 0,-1-1-1 0 0,14-35 0 0 0,-6 8 60 0 0,-8 19 126 0 0,1 1 1 0 0,19-35 1236 0 0,-28 62-1146 0 0,4 18-23 0 0,-1-1 0 0 0,-1 0 1 0 0,2 32-1 0 0,-4-32-38 0 0,0 0-1 0 0,2 0 1 0 0,1 0-1 0 0,8 27 1 0 0,-4-23-151 0 0,-3-15 31 0 0,2-4-31 0 0,-6-3-25 0 0,1-1-1 0 0,-1 0 1 0 0,1 0-1 0 0,0 0 1 0 0,-1-1-1 0 0,1 1 1 0 0,-1 0-1 0 0,1 0 1 0 0,-1-1-1 0 0,1 1 1 0 0,-1-1-1 0 0,1 0 1 0 0,-1 1-1 0 0,0-1 1 0 0,1 0-1 0 0,-1 0 1 0 0,0 0-1 0 0,1 0 1 0 0,-1 0 0 0 0,0 0-1 0 0,0 0 1 0 0,0 0-1 0 0,0 0 1 0 0,0 0-1 0 0,1-2 1 0 0,3-4-62 0 0,0-1 0 0 0,-1 1 0 0 0,5-10 0 0 0,32-91-269 0 0,-29 73 162 0 0,26-54-1 0 0,-33 78 173 0 0,-4 10-21 0 0,0 2 64 0 0,0 16 116 0 0,-1-1-1 0 0,0 1 0 0 0,-1 0 0 0 0,0-1 0 0 0,-5 20 0 0 0,-2 17 141 0 0,7-41-232 0 0,0 0 1 0 0,1 0-1 0 0,1-1 1 0 0,0 1-1 0 0,0 0 0 0 0,4 13 1 0 0,-4-21-62 0 0,1 0 1 0 0,-1 0 0 0 0,1 0 0 0 0,0 0-1 0 0,0 0 1 0 0,0 0 0 0 0,0-1 0 0 0,6 7 0 0 0,-6-8-31 0 0,0 0 1 0 0,0 0-1 0 0,0-1 1 0 0,0 1-1 0 0,1 0 1 0 0,-1-1-1 0 0,1 0 1 0 0,-1 0 0 0 0,1 1-1 0 0,-1-1 1 0 0,1-1-1 0 0,0 1 1 0 0,-1 0-1 0 0,7 0 1 0 0,-7-1-25 0 0,1 0 1 0 0,0-1-1 0 0,-1 1 0 0 0,1-1 1 0 0,0 1-1 0 0,-1-1 0 0 0,1 0 1 0 0,-1 0-1 0 0,1 0 1 0 0,-1-1-1 0 0,0 1 0 0 0,1 0 1 0 0,-1-1-1 0 0,0 0 0 0 0,0 1 1 0 0,0-1-1 0 0,0 0 0 0 0,0 0 1 0 0,0 0-1 0 0,-1 0 0 0 0,3-4 1 0 0,3-5-50 0 0,0 0 0 0 0,-1 0-1 0 0,6-14 1 0 0,15-48-68 0 0,-17 45 164 0 0,0 1 0 0 0,2 0-1 0 0,16-26 1 0 0,-28 52 212 0 0,2 2-77 0 0,1 3-82 0 0,0 0 1 0 0,0-1 0 0 0,-1 1-1 0 0,1 0 1 0 0,-1 0 0 0 0,0 1-1 0 0,0-1 1 0 0,0 0 0 0 0,1 6-1 0 0,8 47 102 0 0,-2-12-149 0 0,-5-33-173 0 0,0-1-1 0 0,0 0 1 0 0,1 0-1 0 0,9 16 1 0 0,-10-20-830 0 0,1-1 1 0 0,0 0-1 0 0,0 1 1 0 0,9 7-1 0 0,-6-7-1203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3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29 6911 0 0,'0'0'528'0'0,"-2"0"-341"0"0,-1 3 550 0 0,1-1 1 0 0,-1 0-1 0 0,0 1 1 0 0,1 0-1 0 0,-1-1 0 0 0,1 1 1 0 0,0 0-1 0 0,0 0 1 0 0,0 0-1 0 0,0 0 0 0 0,1 1 1 0 0,-3 5-1 0 0,-1 7 3966 0 0,-6 24 0 0 0,7-21-4973 0 0,-3 13 1263 0 0,1-1-1 0 0,2 1 0 0 0,0 58 0 0 0,16 96-142 0 0,-1-114-784 0 0,-6-46-208 0 0,-1 1 0 0 0,0 27 0 0 0,-4-53-85 0 0,-2-2-2106 0 0,1 1 2195 0 0,0 0 0 0 0,0-1 0 0 0,0 1 0 0 0,0-1 0 0 0,0 1 0 0 0,0-1 0 0 0,1 0 0 0 0,-1 1-1 0 0,0-1 1 0 0,0 0 0 0 0,1 0 0 0 0,-1 1 0 0 0,0-1 0 0 0,1 0 0 0 0,-1-1 0 0 0,-9-17-1097 0 0,1-6-473 0 0,1 0-1 0 0,1 0 0 0 0,-7-52 1 0 0,6 30 765 0 0,-10-97-502 0 0,11 47 3609 0 0,6 85-1419 0 0,1 0 1 0 0,1-1 0 0 0,0 1-1 0 0,0 0 1 0 0,1 0 0 0 0,1 0-1 0 0,0 0 1 0 0,0 0 0 0 0,2 1-1 0 0,6-15 1 0 0,-8 21-554 0 0,0 1-1 0 0,0-1 1 0 0,1 1-1 0 0,-1 0 0 0 0,1 0 1 0 0,0 1-1 0 0,0-1 1 0 0,1 1-1 0 0,-1 0 1 0 0,1 0-1 0 0,-1 0 1 0 0,1 1-1 0 0,8-4 1 0 0,4 0 83 0 0,1 0 1 0 0,28-5 0 0 0,-40 9-246 0 0,0 1 0 0 0,1 1-1 0 0,-1-1 1 0 0,0 1 0 0 0,0 0 0 0 0,0 0 0 0 0,0 1-1 0 0,0 0 1 0 0,1 0 0 0 0,-1 0 0 0 0,0 1 0 0 0,-1 0 0 0 0,1 0-1 0 0,7 4 1 0 0,-9-4-17 0 0,0 1-1 0 0,-1-1 1 0 0,1 1 0 0 0,-1 0-1 0 0,0 0 1 0 0,0 0-1 0 0,0 0 1 0 0,0 0 0 0 0,-1 1-1 0 0,1 0 1 0 0,-1-1 0 0 0,0 1-1 0 0,0 0 1 0 0,0 0-1 0 0,0 0 1 0 0,-1 0 0 0 0,0 0-1 0 0,0 0 1 0 0,0 1-1 0 0,1 7 1 0 0,-2-4 46 0 0,0 0-1 0 0,0 0 0 0 0,-1 0 1 0 0,0 0-1 0 0,0 0 1 0 0,-1 0-1 0 0,0-1 1 0 0,0 1-1 0 0,-1-1 1 0 0,0 1-1 0 0,0-1 1 0 0,-1 0-1 0 0,-8 12 1 0 0,5-8-217 0 0,-1-1 0 0 0,-18 17 0 0 0,14-16-1786 0 0,-25 17 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4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71 2759 0 0,'-13'-5'119'0'0,"-16"-10"24974"0"0,37 12-24903 0 0,-8 3 132 0 0,17-4 340 0 0,1 0 1 0 0,-1 0-1 0 0,1 2 1 0 0,29-1-1 0 0,11-1-370 0 0,-30 1-300 0 0,157-17 386 0 0,-128 16-1169 0 0,70 5 0 0 0,-119-1-171 0 0,1 1 0 0 0,-1 0 0 0 0,1 1 0 0 0,-1 0 0 0 0,14 5 0 0 0,-6 1-8310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62 3223 0 0,'-16'2'1478'0'0,"-9"-1"-4092"0"0,-14 4 30371 0 0,176-29-26323 0 0,-55 11-1357 0 0,130-16-2240 0 0,-177 26 562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24 15199 0 0,'2'-8'1379'0'0,"-4"0"-1136"0"0,1 0 4879 0 0,0 183 3821 0 0,21 0-7104 0 0,-5-92-1951 0 0,4-1 1 0 0,35 91 0 0 0,-52-165 105 0 0,23 53 44 0 0,-22-54-33 0 0,0 0-1 0 0,1-1 1 0 0,0 0-1 0 0,0 0 1 0 0,1 0-1 0 0,8 9 1 0 0,-12-14-4 0 0,0 0 1 0 0,0 0-1 0 0,0 0 0 0 0,0-1 0 0 0,0 1 1 0 0,0 0-1 0 0,0 0 0 0 0,0-1 0 0 0,0 1 1 0 0,0-1-1 0 0,0 1 0 0 0,0-1 1 0 0,1 0-1 0 0,-1 1 0 0 0,0-1 0 0 0,0 0 1 0 0,0 0-1 0 0,1 0 0 0 0,-1 0 1 0 0,0 0-1 0 0,0 0 0 0 0,1 0 0 0 0,-1 0 1 0 0,0 0-1 0 0,0 0 0 0 0,0-1 0 0 0,1 1 1 0 0,-1-1-1 0 0,0 1 0 0 0,0-1 1 0 0,0 1-1 0 0,0-1 0 0 0,0 1 0 0 0,0-1 1 0 0,0 0-1 0 0,1-1 0 0 0,2-2 1 0 0,0 0 0 0 0,-1-1 0 0 0,0 1 1 0 0,1-1-1 0 0,-2 0 0 0 0,1 0 0 0 0,2-5 0 0 0,21-60 14 0 0,-2-1 1 0 0,18-87-1 0 0,-21 71-65 0 0,-9 40 23 0 0,38-124-20 0 0,-46 160 46 0 0,0 6 0 0 0,-2 6 0 0 0,0 6 0 0 0,-1-7 0 0 0,32 140 44 0 0,4 14 75 0 0,-26-120-69 0 0,1 0-1 0 0,23 46 1 0 0,-30-71-47 0 0,2 6-1 0 0,1-1 1 0 0,14 20-1 0 0,-20-31-2 0 0,1 1 0 0 0,0-1 0 0 0,0 0-1 0 0,0 0 1 0 0,0 0 0 0 0,1 0 0 0 0,-1-1 0 0 0,1 1 0 0 0,0-1 0 0 0,0 0 0 0 0,0 0-1 0 0,0 0 1 0 0,0-1 0 0 0,5 2 0 0 0,-7-3 0 0 0,0 0 0 0 0,0 0 0 0 0,1 0 0 0 0,-1 0 0 0 0,0 0 0 0 0,0-1 0 0 0,0 1 0 0 0,1-1 0 0 0,-1 1 0 0 0,0-1 0 0 0,0 0 0 0 0,0 0 0 0 0,0 0 0 0 0,0 0 0 0 0,0 0 0 0 0,0 0 0 0 0,-1 0 0 0 0,1-1 0 0 0,0 1 0 0 0,2-4 0 0 0,2-2 0 0 0,0 0 0 0 0,0 0 0 0 0,7-12 0 0 0,1-5 0 0 0,-1-1 0 0 0,-1 0 0 0 0,-1-1 0 0 0,12-43 0 0 0,17-113 0 0 0,-28 118 0 0 0,-9 51-13 0 0,14-95-680 0 0,-15 95 558 0 0,-2 0-1 0 0,1 0 0 0 0,-2 0 0 0 0,0 0 1 0 0,0 0-1 0 0,-5-15 0 0 0,4 22-410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87 12895 0 0,'-26'-14'1164'0'0,"8"6"13747"0"0,20 7-14785 0 0,-1-1 1 0 0,0 1-1 0 0,1 0 1 0 0,-1 0-1 0 0,1 0 1 0 0,-1 0 0 0 0,1 1-1 0 0,0-1 1 0 0,-1 0-1 0 0,1 1 1 0 0,3-1-1 0 0,21-5 114 0 0,0 1-1 0 0,1 2 0 0 0,0 1 1 0 0,39 1-1 0 0,-21 1-117 0 0,253-1-5682 0 0,-254 2-4072 0 0</inkml:trace>
  <inkml:trace contextRef="#ctx0" brushRef="#br0" timeOffset="1">1074 68 14279 0 0,'0'0'1298'0'0,"7"-5"-633"0"0,0 0 2682 0 0,0 0 1 0 0,16-6 0 0 0,17-4 961 0 0,46-4-6223 0 0,-52 13-442 0 0,-23 4-4238 0 0,1 4-1921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6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40 21535 0 0,'-5'-3'331'0'0,"0"0"0"0"0,0 1 0 0 0,-1 0 0 0 0,1 0 0 0 0,0 0 0 0 0,-1 1 0 0 0,0-1 1 0 0,1 1-1 0 0,-1 1 0 0 0,1-1 0 0 0,-1 1 0 0 0,0 0 0 0 0,1 0 0 0 0,-1 1 0 0 0,0 0 0 0 0,1 0 0 0 0,-9 2 0 0 0,3 0 191 0 0,0 1 0 0 0,1 0 0 0 0,0 1 1 0 0,-1 0-1 0 0,2 0 0 0 0,-1 1 0 0 0,-17 14 0 0 0,24-17-456 0 0,-1 1 1 0 0,1-1-1 0 0,0 1 1 0 0,0 0-1 0 0,-3 4 1 0 0,5-7-2 0 0,1 1-12 0 0,1 4-42 0 0,4 2-11 0 0,-3-7 0 0 0,0 0 0 0 0,0 0 0 0 0,1 0 0 0 0,-1 0 0 0 0,0-1 0 0 0,1 1 0 0 0,-1-1 0 0 0,1 1 0 0 0,-1-1 0 0 0,1 0 0 0 0,-1 0 0 0 0,0 0 0 0 0,5 0 0 0 0,0-1 0 0 0,0 0 0 0 0,-1 0 0 0 0,12-4 0 0 0,-3 0-5 0 0,1-1-35 0 0,26-11 1 0 0,-38 14 33 0 0,0 1 1 0 0,1-1-1 0 0,-1 0 1 0 0,0 0 0 0 0,0 0-1 0 0,0 0 1 0 0,-1-1-1 0 0,1 0 1 0 0,-1 1-1 0 0,3-6 1 0 0,-5 8-11 0 0,0 0 0 0 0,-1 0 1 0 0,1 0-1 0 0,-1 0 0 0 0,1-1 0 0 0,-1 1 0 0 0,1 0 1 0 0,-1 0-1 0 0,0 0 0 0 0,0 0 0 0 0,1-1 0 0 0,-1 1 1 0 0,0 0-1 0 0,0 0 0 0 0,0 0 0 0 0,0-1 0 0 0,-1 1 1 0 0,1 0-1 0 0,0 0 0 0 0,0 0 0 0 0,-1-1 0 0 0,1 1 0 0 0,-1 0 1 0 0,1 0-1 0 0,-1 0 0 0 0,1 0 0 0 0,-1 0 0 0 0,0 0 1 0 0,1 0-1 0 0,-1 0 0 0 0,0 0 0 0 0,-1-1 0 0 0,0 0-242 0 0,0 1-1 0 0,0 0 0 0 0,1-1 1 0 0,-1 1-1 0 0,0 0 1 0 0,0 0-1 0 0,0 0 0 0 0,0 0 1 0 0,0 0-1 0 0,-1 1 0 0 0,1-1 1 0 0,-4 0-1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7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126 447 5527 0 0,'-21'-36'17612'0'0,"16"39"-16751"0"0,1 0-348 0 0,0 1-1 0 0,1 0 0 0 0,0-1 0 0 0,0 1 1 0 0,0 0-1 0 0,1 1 0 0 0,-4 5 0 0 0,-13 35 958 0 0,12-28-1015 0 0,-3 8-449 0 0,2 2-1 0 0,0-1 1 0 0,2 1-1 0 0,1 0 1 0 0,1 1-1 0 0,0 50 1 0 0,4-77-746 0 0</inkml:trace>
  <inkml:trace contextRef="#ctx0" brushRef="#br0" timeOffset="1">236 49 11055 0 0,'0'-12'984'0'0,"0"3"-792"0"0,-2-1-192 0 0,-1-8 10880 0 0,1 28-10760 0 0,1 4-1376 0 0,1 4-280 0 0,1 3-48 0 0,1 4-16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250 428 9671 0 0,'2'-41'2571'0'0,"0"0"6520"0"0,-1 39-8886 0 0,-1 1 1 0 0,0 0 0 0 0,0-1 0 0 0,0 1 0 0 0,-1 0 0 0 0,1-1 0 0 0,0 1 0 0 0,0 0 0 0 0,-1-1 0 0 0,1 1-1 0 0,-1 0 1 0 0,1 0 0 0 0,-1-1 0 0 0,0 1 0 0 0,1 0 0 0 0,-3-2 0 0 0,3 3-122 0 0,-1-1 0 0 0,0 1 0 0 0,0 0 0 0 0,0-1 0 0 0,0 1 0 0 0,1 0 0 0 0,-1 0 0 0 0,0-1 0 0 0,0 1 0 0 0,0 0 0 0 0,0 0 0 0 0,0 0 0 0 0,0 0 0 0 0,1 0 0 0 0,-1 0 0 0 0,0 0 0 0 0,0 1 0 0 0,0-1 0 0 0,0 0 0 0 0,0 0 1 0 0,1 1-1 0 0,-1-1 0 0 0,0 1 0 0 0,0-1 0 0 0,1 0 0 0 0,-2 2 0 0 0,-19 10 297 0 0,1 1 0 0 0,0 2 1 0 0,1 0-1 0 0,1 0 0 0 0,0 2 1 0 0,1 0-1 0 0,1 2 0 0 0,-27 38 1 0 0,38-50-368 0 0,1 1 0 0 0,0-1 1 0 0,0 1-1 0 0,0-1 0 0 0,1 1 1 0 0,1 0-1 0 0,-3 12 0 0 0,5-18-39 0 0,1-1-1 0 0,-1 1 0 0 0,1-1 0 0 0,-1 1 1 0 0,1-1-1 0 0,0 0 0 0 0,0 1 0 0 0,0-1 1 0 0,0 0-1 0 0,0 0 0 0 0,0 1 0 0 0,0-1 1 0 0,0 0-1 0 0,0 0 0 0 0,0 0 0 0 0,0 0 1 0 0,1-1-1 0 0,1 2 0 0 0,1 0-38 0 0,-1-2-1 0 0,0 1 1 0 0,0 0 0 0 0,0 0-1 0 0,1-1 1 0 0,-1 0-1 0 0,0 0 1 0 0,0 0 0 0 0,1 0-1 0 0,-1 0 1 0 0,0-1 0 0 0,1 1-1 0 0,-1-1 1 0 0,0 0-1 0 0,3-1 1 0 0,5-2-110 0 0,-1 0-1 0 0,1-1 1 0 0,9-6-1 0 0,-6 2 126 0 0,-1-1-1 0 0,0 0 1 0 0,0 0-1 0 0,-1-2 1 0 0,-1 1 0 0 0,19-26-1 0 0,51-87-288 0 0,-62 93 318 0 0,72-140 542 0 0,-79 147-460 0 0,-11 23 341 0 0,-3 2-341 0 0,1 1 1 0 0,0-1-1 0 0,0 0 1 0 0,0 1-1 0 0,0-1 1 0 0,0 1-1 0 0,0 0 1 0 0,-1 2-1 0 0,1-2 21 0 0,-61 116 721 0 0,52-95-733 0 0,1 0 1 0 0,2 0 0 0 0,-8 35 0 0 0,11-38-36 0 0,1 1 1 0 0,-1 30 0 0 0,4-44-42 0 0,0 0 0 0 0,1 0 0 0 0,-1 0 0 0 0,2 0 0 0 0,-1 0 1 0 0,1 0-1 0 0,0 0 0 0 0,0 0 0 0 0,1-1 0 0 0,0 1 1 0 0,4 6-1 0 0,-6-10-19 0 0,1 0 1 0 0,0-1 0 0 0,1 1 0 0 0,-1-1-1 0 0,0 1 1 0 0,1-1 0 0 0,0 0-1 0 0,-1 0 1 0 0,1 0 0 0 0,0 0-1 0 0,0 0 1 0 0,0 0 0 0 0,0-1 0 0 0,0 0-1 0 0,6 2 1 0 0,-4-2-37 0 0,0 0 1 0 0,0-1-1 0 0,-1 1 0 0 0,1-1 1 0 0,0 0-1 0 0,0-1 0 0 0,0 1 0 0 0,0-1 1 0 0,-1 0-1 0 0,6-2 0 0 0,1-1-14 0 0,-1 0-1 0 0,0 0 0 0 0,0-1 1 0 0,-1-1-1 0 0,1 0 0 0 0,-1 0 1 0 0,-1 0-1 0 0,1-1 0 0 0,8-10 1 0 0,-2 1 52 0 0,-2-1 0 0 0,1 0 0 0 0,-2-1-1 0 0,0 0 1 0 0,-2-1 0 0 0,0-1 0 0 0,-1 0 0 0 0,8-23 0 0 0,-17 41 40 0 0,1 0 1 0 0,0-1-1 0 0,-1 1 0 0 0,1-1 0 0 0,-1 1 1 0 0,0-1-1 0 0,0 1 0 0 0,0-1 1 0 0,0 1-1 0 0,0-1 0 0 0,-1 1 0 0 0,1 0 1 0 0,-2-4-1 0 0,2 5 111 0 0,-2 1-114 0 0,-1 1-1 0 0,1-1 1 0 0,0 1-1 0 0,-1-1 0 0 0,1 1 1 0 0,0 0-1 0 0,0 0 1 0 0,0 0-1 0 0,0 0 1 0 0,0 1-1 0 0,0-1 0 0 0,0 0 1 0 0,0 1-1 0 0,1 0 1 0 0,-1-1-1 0 0,1 1 0 0 0,-1 0 1 0 0,1 0-1 0 0,-1 0 1 0 0,0 2-1 0 0,-5 6 1 0 0,1 1-1 0 0,-6 17 1 0 0,10-24-7 0 0,-4 8 4 0 0,2 0 0 0 0,0 1-1 0 0,0 0 1 0 0,1-1 0 0 0,0 1 0 0 0,1 0-1 0 0,0 22 1 0 0,2-31-26 0 0,0 1 1 0 0,0-1-1 0 0,1 1 0 0 0,0-1 1 0 0,-1 0-1 0 0,1 1 0 0 0,1-1 0 0 0,-1 0 1 0 0,1 0-1 0 0,-1 0 0 0 0,1 0 1 0 0,1 0-1 0 0,-1 0 0 0 0,0 0 1 0 0,1-1-1 0 0,0 1 0 0 0,0-1 0 0 0,0 0 1 0 0,0 0-1 0 0,0 0 0 0 0,1 0 1 0 0,-1-1-1 0 0,1 1 0 0 0,0-1 0 0 0,0 0 1 0 0,5 3-1 0 0,1-2-52 0 0,1 0-1 0 0,0 0 1 0 0,0-1 0 0 0,-1-1-1 0 0,1 0 1 0 0,0 0 0 0 0,0-1-1 0 0,0 0 1 0 0,0-1 0 0 0,0 0-1 0 0,0-1 1 0 0,0 0 0 0 0,0-1-1 0 0,11-5 1 0 0,-2 1 77 0 0,-1-1-1 0 0,0-1 1 0 0,0-1 0 0 0,-1 0 0 0 0,0-2-1 0 0,25-20 1 0 0,26-33 109 0 0,-59 55-101 0 0,-1-1 0 0 0,0 0 1 0 0,-1-1-1 0 0,11-19 0 0 0,-18 30-16 0 0,-1 1 0 0 0,0 0 0 0 0,0 0 1 0 0,0 0-1 0 0,0 0 0 0 0,0-1 0 0 0,0 1 0 0 0,1 0 0 0 0,-1 0 0 0 0,0-1 0 0 0,0 1 1 0 0,0 0-1 0 0,0 0 0 0 0,0 0 0 0 0,0-1 0 0 0,0 1 0 0 0,0 0 0 0 0,0 0 0 0 0,0-1 1 0 0,0 1-1 0 0,0 0 0 0 0,0 0 0 0 0,0 0 0 0 0,0-1 0 0 0,0 1 0 0 0,-1 0 0 0 0,1 0 1 0 0,0 0-1 0 0,0-1 0 0 0,0 1 0 0 0,0 0 0 0 0,0 0 0 0 0,0 0 0 0 0,-1-1 0 0 0,1 1 0 0 0,0 0 1 0 0,0 0-1 0 0,0 0 0 0 0,0 0 0 0 0,-1 0 0 0 0,1-1 0 0 0,0 1 0 0 0,0 0 0 0 0,0 0 1 0 0,-1 0-1 0 0,1 0 0 0 0,-16 0 330 0 0,-17 10 251 0 0,22-4-529 0 0,0 1 0 0 0,1-1 0 0 0,-1 2-1 0 0,2-1 1 0 0,-1 2 0 0 0,1-1 0 0 0,0 1 0 0 0,1 1 0 0 0,0-1 0 0 0,0 1-1 0 0,1 1 1 0 0,0-1 0 0 0,-6 16 0 0 0,13-25-64 0 0,-1 0 0 0 0,1 0 1 0 0,-1 0-1 0 0,1 0 0 0 0,0 0 0 0 0,-1 0 0 0 0,1 0 1 0 0,0 0-1 0 0,0 0 0 0 0,0 0 0 0 0,0 0 0 0 0,0 0 1 0 0,0 0-1 0 0,0 1 0 0 0,0-1 0 0 0,0 0 0 0 0,0 0 0 0 0,1 0 1 0 0,-1 0-1 0 0,0 0 0 0 0,1 0 0 0 0,-1 0 0 0 0,1 0 1 0 0,0 0-1 0 0,-1 0 0 0 0,1 0 0 0 0,-1 0 0 0 0,1-1 1 0 0,0 1-1 0 0,0 0 0 0 0,0 0 0 0 0,-1-1 0 0 0,3 2 1 0 0,-2-1 3 0 0,1 0-37 0 0,0 1-1 0 0,0-1 1 0 0,0 0 0 0 0,0 0-1 0 0,1 0 1 0 0,-1-1-1 0 0,0 1 1 0 0,0 0 0 0 0,1-1-1 0 0,-1 1 1 0 0,1-1 0 0 0,-1 0-1 0 0,0 0 1 0 0,1 0 0 0 0,-1 0-1 0 0,0 0 1 0 0,1-1-1 0 0,-1 1 1 0 0,0-1 0 0 0,5-1-1 0 0,4-2-124 0 0,-1 0-1 0 0,0-1 0 0 0,11-7 0 0 0,-12 7 105 0 0,0 0-16 0 0,-1-1 1 0 0,0-1-1 0 0,0 1 0 0 0,13-15 0 0 0,23-33-567 0 0,-43 53 531 0 0,-1-5-31 0 0,-4 9 193 0 0,0 0-1 0 0,1 0 1 0 0,-1 1 0 0 0,1-1 0 0 0,0 1-1 0 0,0 0 1 0 0,0 0 0 0 0,0 0 0 0 0,0 0-1 0 0,1 1 1 0 0,0-1 0 0 0,0 0 0 0 0,0 1 0 0 0,1 0-1 0 0,-1-1 1 0 0,1 1 0 0 0,0 0 0 0 0,1 0-1 0 0,-1 0 1 0 0,1 0 0 0 0,0 0 0 0 0,0 0-1 0 0,0-1 1 0 0,1 1 0 0 0,1 6 0 0 0,-1-9-44 0 0,1 0 1 0 0,0 0-1 0 0,-1 0 1 0 0,1 0 0 0 0,0 0-1 0 0,0 0 1 0 0,0-1-1 0 0,1 1 1 0 0,-1-1-1 0 0,0 1 1 0 0,1-1-1 0 0,-1 0 1 0 0,1 0 0 0 0,2 1-1 0 0,0 0-13 0 0,0-1 1 0 0,0 0-1 0 0,-1 0 0 0 0,1-1 0 0 0,0 1 1 0 0,0-1-1 0 0,0 0 0 0 0,0 0 1 0 0,0-1-1 0 0,0 1 0 0 0,-1-1 0 0 0,1 0 1 0 0,6-3-1 0 0,7-2-58 0 0,34-18 0 0 0,-34 15 86 0 0,0-2-1 0 0,-2 0 1 0 0,1-1 0 0 0,-1-1 0 0 0,-1-1-1 0 0,23-26 1 0 0,-1-5 44 0 0,33-52 0 0 0,-47 61-46 0 0,-2-1 0 0 0,-2-1 0 0 0,23-61 0 0 0,-39 92 60 0 0,-1 0 1 0 0,0-1-1 0 0,1-11 0 0 0,-2 18-61 0 0,-1-1-1 0 0,0 1 1 0 0,0 0-1 0 0,1 0 1 0 0,-1-1-1 0 0,0 1 1 0 0,-1 0-1 0 0,1 0 0 0 0,0-1 1 0 0,0 1-1 0 0,0 0 1 0 0,-1 0-1 0 0,1-1 1 0 0,-1 1-1 0 0,1 0 1 0 0,-1 0-1 0 0,1 0 0 0 0,-1 0 1 0 0,0 0-1 0 0,1 0 1 0 0,-1 0-1 0 0,0 0 1 0 0,0 0-1 0 0,0 0 1 0 0,0 0-1 0 0,0 0 0 0 0,0 0 1 0 0,0 1-1 0 0,-1-2 1 0 0,0 2 27 0 0,1 0 1 0 0,-1-1 0 0 0,1 1 0 0 0,-1 0 0 0 0,0 0-1 0 0,1 1 1 0 0,-1-1 0 0 0,1 0 0 0 0,-1 0 0 0 0,1 1-1 0 0,0-1 1 0 0,-1 1 0 0 0,1-1 0 0 0,-1 1-1 0 0,1 0 1 0 0,0-1 0 0 0,-1 1 0 0 0,0 1 0 0 0,-25 19 458 0 0,23-17-405 0 0,-16 15 25 0 0,1 0-1 0 0,1 1 1 0 0,1 1-1 0 0,1 0 1 0 0,1 2-1 0 0,1 0 0 0 0,0 0 1 0 0,2 1-1 0 0,1 1 1 0 0,1 0-1 0 0,-7 27 1 0 0,13-31-235 0 0,0 1 1 0 0,2 0 0 0 0,0 0-1 0 0,2 0 1 0 0,0-1 0 0 0,2 1-1 0 0,6 34 1 0 0,-7-44-437 0 0,0 0 0 0 0,-1 1 0 0 0,-1-1 1 0 0,-2 18-1 0 0,0-4-757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8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41 25743 0 0,'-39'-7'2545'0'0,"23"4"-2223"0"0,14 3 531 0 0,17-4 252 0 0,-6 1-863 0 0,33-3 286 0 0,0 3 0 0 0,74 1 0 0 0,-33 2-298 0 0,645-13-87 0 0,-24 26-143 0 0,-1 21 0 0 0,-210-23 0 0 0,-460-11 0 0 0,0-2 0 0 0,47-9 0 0 0,-69 9-105 0 0,-29-2-3874 0 0,-3 2-6417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9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12895 0 0,'1'-1'998'0'0,"9"-5"7216"0"0,0 13-6727 0 0,-8-5-1295 0 0,0 0 0 0 0,1 1 0 0 0,-1-1 0 0 0,0 1-1 0 0,-1 0 1 0 0,1 0 0 0 0,0-1 0 0 0,-1 1 0 0 0,0 0 0 0 0,1 0 0 0 0,-1 1 0 0 0,0-1 0 0 0,0 4 0 0 0,2 7 358 0 0,1 24 1 0 0,-3-24-198 0 0,11 180 2298 0 0,-8-90-2007 0 0,19 105 0 0 0,-23-209-633 0 0,0 0 0 0 0,0 1 0 0 0,0-1 0 0 0,0 1 0 0 0,0-1 0 0 0,0 0 0 0 0,0 1 0 0 0,0-1 0 0 0,0 1 0 0 0,0-1 1 0 0,0 0-1 0 0,0 1 0 0 0,0-1 0 0 0,1 0 0 0 0,-1 1 0 0 0,0-1 0 0 0,0 0 0 0 0,0 1 0 0 0,1-1 0 0 0,-1 0 0 0 0,0 0 0 0 0,0 1 1 0 0,1-1-1 0 0,-1 0 0 0 0,0 0 0 0 0,1 1 0 0 0,-1-1 0 0 0,9-6 201 0 0,-8 5-262 0 0,2-2 56 0 0,0-1 1 0 0,0 1 0 0 0,-1 0-1 0 0,1-1 1 0 0,-1 0 0 0 0,0 0-1 0 0,0 0 1 0 0,3-8 0 0 0,7-36-40 0 0,-8 30-1 0 0,64-230-213 0 0,-65 239 239 0 0,-2 5-4 0 0,1 0 1 0 0,-1-1-1 0 0,1 1 1 0 0,0 0-1 0 0,0 0 1 0 0,0 0-1 0 0,1 1 1 0 0,-1-1-1 0 0,1 1 0 0 0,0-1 1 0 0,0 1-1 0 0,4-4 1 0 0,-6 8 6 0 0,0-1 0 0 0,0 1 1 0 0,-1-1-1 0 0,1 1 0 0 0,0-1 0 0 0,0 1 1 0 0,-1-1-1 0 0,1 1 0 0 0,0 0 1 0 0,-1 0-1 0 0,1-1 0 0 0,-1 1 0 0 0,1 0 1 0 0,0 1-1 0 0,-1-2 5 0 0,5 10 8 0 0,-1-1 0 0 0,0 1 0 0 0,-1 1 0 0 0,0-1 0 0 0,0 0 0 0 0,-1 1 0 0 0,1 10 0 0 0,1 5 16 0 0,4 17 35 0 0,20 90 94 0 0,-22-110-113 0 0,1 0 1 0 0,2-1-1 0 0,18 36 0 0 0,-25-54-35 0 0,0 0 0 0 0,1 0 0 0 0,0 0 0 0 0,-1 0 0 0 0,2 0 0 0 0,-1-1 0 0 0,0 0 1 0 0,1 1-1 0 0,-1-1 0 0 0,1-1 0 0 0,0 1 0 0 0,0 0 0 0 0,0-1 0 0 0,0 0 0 0 0,1 0 0 0 0,6 2 0 0 0,-9-3-1 0 0,0-1 1 0 0,0 0-1 0 0,0 0 1 0 0,0 0-1 0 0,0 0 1 0 0,0-1-1 0 0,0 1 1 0 0,-1 0-1 0 0,1-1 1 0 0,0 1-1 0 0,0-1 1 0 0,0 0-1 0 0,0 1 0 0 0,-1-1 1 0 0,1 0-1 0 0,0 0 1 0 0,-1 0-1 0 0,1-1 1 0 0,1 0-1 0 0,1-2 13 0 0,1-1-1 0 0,-1 1 0 0 0,0-1 0 0 0,5-6 0 0 0,-4 3-1 0 0,0-1 0 0 0,0 1-1 0 0,-1-1 1 0 0,0 0-1 0 0,2-10 1 0 0,11-50 38 0 0,-9 36-35 0 0,10-40-40 0 0,43-215-1124 0 0,-61 281 323 0 0,1-1 0 0 0,-1 1 0 0 0,0-1 0 0 0,-3-14 0 0 0,2 12-818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4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2 177 25943 0 0,'0'0'1191'0'0,"-1"-2"-30"0"0,1 2-1148 0 0,0-1 1 0 0,0 1-1 0 0,0-1 0 0 0,0 1 1 0 0,0-1-1 0 0,-1 1 1 0 0,1-1-1 0 0,0 1 0 0 0,1-1 1 0 0,-1 0-1 0 0,0 1 0 0 0,0-1 1 0 0,0 1-1 0 0,0-1 0 0 0,0 1 1 0 0,0-1-1 0 0,1 1 0 0 0,-1-1 1 0 0,0 1-1 0 0,0-1 1 0 0,1 1-1 0 0,-1 0 0 0 0,0-1 1 0 0,1 1-1 0 0,-1-1 0 0 0,0 1 1 0 0,1 0-1 0 0,-1-1 0 0 0,1 1 1 0 0,-1 0-1 0 0,0-1 0 0 0,1 1 1 0 0,-1 0-1 0 0,2-1 1 0 0,-1 1 53 0 0,9-8 199 0 0,0 1 1 0 0,0 0-1 0 0,1 1 1 0 0,0 0-1 0 0,0 1 1 0 0,0 0-1 0 0,16-4 1 0 0,87-16 664 0 0,-84 19-784 0 0,17-3-129 0 0,1 3 0 0 0,0 1 0 0 0,0 3 0 0 0,85 6 0 0 0,-66 2-284 0 0,27 4-1070 0 0,-32-3-2522 0 0,-31-3-5901 0 0</inkml:trace>
  <inkml:trace contextRef="#ctx0" brushRef="#br0" timeOffset="1">1020 141 9215 0 0,'0'0'831'0'0,"1"-7"-533"0"0,1 3 3025 0 0,1-1-2769 0 0,1 1 0 0 0,0 0-1 0 0,1-1 1 0 0,-1 2 0 0 0,1-1 0 0 0,0 1-1 0 0,0-1 1 0 0,0 1 0 0 0,0 1 0 0 0,0-1-1 0 0,10-2 1 0 0,8-3 3605 0 0,38-6-1 0 0,-12 3-2100 0 0,-27 5-2953 0 0,44-18-1 0 0,-63 23 32 0 0,-21-20-10537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5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44 9215 0 0,'-18'-12'-588'0'0,"10"6"2687"0"0,-1 1 0 0 0,-18-10 0 0 0,24 14-1480 0 0,0 0 0 0 0,1 0 1 0 0,-1 0-1 0 0,0 1 0 0 0,0-1 1 0 0,0 1-1 0 0,0 0 0 0 0,0 0 1 0 0,0 0-1 0 0,0 0 0 0 0,0 0 1 0 0,0 0-1 0 0,0 1 0 0 0,-4 1 1 0 0,-2 1 202 0 0,1 0 1 0 0,0 1-1 0 0,0 0 1 0 0,1 0-1 0 0,-15 11 1 0 0,14-8-578 0 0,1 0 0 0 0,-1 0 0 0 0,1 1 0 0 0,1 0 0 0 0,0 0 0 0 0,0 0 1 0 0,-10 18-1 0 0,13-13 20 0 0,2-10-172 0 0,1-3-89 0 0,0 0-1 0 0,1 0 0 0 0,-1 0 1 0 0,0 0-1 0 0,0 0 0 0 0,0 0 1 0 0,0 1-1 0 0,0-1 0 0 0,1 0 1 0 0,-1 0-1 0 0,0 0 0 0 0,0 0 1 0 0,0 1-1 0 0,0-1 0 0 0,0 0 0 0 0,0 0 1 0 0,0 0-1 0 0,0 0 0 0 0,0 1 1 0 0,0-1-1 0 0,0 0 0 0 0,0 0 1 0 0,0 0-1 0 0,0 1 0 0 0,0-1 1 0 0,0 0-1 0 0,0 0 0 0 0,0 0 1 0 0,0 1-1 0 0,0-1 0 0 0,0 0 1 0 0,0 0-1 0 0,0 1 1 0 0,0-1 0 0 0,0 1 1 0 0,0-1-1 0 0,0 0 0 0 0,0 1 0 0 0,0-1 1 0 0,0 1-1 0 0,0-1 0 0 0,0 1 0 0 0,0-1 1 0 0,0 0-1 0 0,0 1 0 0 0,0-1 0 0 0,0 1 1 0 0,0-1-1 0 0,0 0 0 0 0,1 1 0 0 0,-1-1 1 0 0,0 0-1 0 0,0 1 0 0 0,1-1 0 0 0,-1 0 1 0 0,0 1-1 0 0,0-1 0 0 0,1 1 0 0 0,15 10 111 0 0,-9-10-101 0 0,-2-1 3 0 0,3 1-10 0 0,1 0 0 0 0,-1-1 0 0 0,1 0 0 0 0,-1-1 0 0 0,1 0 0 0 0,-1 0 0 0 0,0-1 0 0 0,1 0 0 0 0,-1 0 0 0 0,0-1 0 0 0,12-6 0 0 0,-7 3-41 0 0,0-1 1 0 0,-1 0-1 0 0,0-1 0 0 0,0-1 1 0 0,20-19-1 0 0,-31 26 12 0 0,1 0-1 0 0,-1 0 1 0 0,1 0-1 0 0,-1 0 1 0 0,0 0-1 0 0,0 0 0 0 0,0 0 1 0 0,0-1-1 0 0,0 1 1 0 0,-1 0-1 0 0,1-1 1 0 0,0-2-1 0 0,-1 6-16 0 0,-1-1-1 0 0,1 0 1 0 0,0 0-1 0 0,0 0 1 0 0,0 0-1 0 0,0 1 1 0 0,-1-1 0 0 0,1 0-1 0 0,0 0 1 0 0,0 0-1 0 0,0 0 1 0 0,-1 0-1 0 0,1 0 1 0 0,0 0 0 0 0,0 0-1 0 0,0 0 1 0 0,-1 1-1 0 0,1-1 1 0 0,0 0-1 0 0,0 0 1 0 0,-1 0 0 0 0,1 0-1 0 0,0 0 1 0 0,0 0-1 0 0,-1-1 1 0 0,1 1-1 0 0,0 0 1 0 0,0 0 0 0 0,0 0-1 0 0,-1 0 1 0 0,1 0-1 0 0,0 0 1 0 0,0 0-1 0 0,0 0 1 0 0,-1 0 0 0 0,1-1-1 0 0,0 1 1 0 0,0 0-1 0 0,0 0 1 0 0,0 0-1 0 0,-1 0 1 0 0,1-1 0 0 0,0 1-1 0 0,0 0 1 0 0,0 0-1 0 0,0 0 1 0 0,0-1-1 0 0,0 1 1 0 0,0 0 0 0 0,-1 0-1 0 0,1 0 1 0 0,0-1-1 0 0,0 1 1 0 0,0 0-1 0 0,0 0 1 0 0,0-1-1 0 0,0 1 1 0 0,0 0 0 0 0,0 0-1 0 0,0 0 1 0 0,0-1-1 0 0,0 1 1 0 0,0 0-1 0 0,1 0 1 0 0,-1-1 0 0 0,0 1-1 0 0,0 0 1 0 0,0 0-1 0 0,0-1 1 0 0,-13 11-2968 0 0,4 0 1086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5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8 235 5983 0 0,'-2'-9'419'0'0,"0"1"1"0"0,1-1-1 0 0,0 0 0 0 0,0 1 0 0 0,1-1 0 0 0,1-15 0 0 0,4 0 5402 0 0,3-1 4993 0 0,-8 25-10725 0 0,0 0-1 0 0,0-1 0 0 0,0 1 0 0 0,0 0 1 0 0,0 0-1 0 0,0 0 0 0 0,0 0 0 0 0,0 0 0 0 0,0 0 1 0 0,2-2 1322 0 0,-2 2-1322 0 0,0 0-1 0 0,0 0 0 0 0,0 0 0 0 0,0 0 1 0 0,0 0-1 0 0,0-1 0 0 0,0 1 0 0 0,1 0 0 0 0,-1 0 1 0 0,0 0-1 0 0,0 0 0 0 0,0 0 0 0 0,0 0 1 0 0,0 0-1 0 0,0 0 0 0 0,1 0 0 0 0,-1 0 0 0 0,0 0 1 0 0,0 0-1 0 0,0 0 0 0 0,0 1 0 0 0,0-1 1 0 0,0 0-1 0 0,1 0 0 0 0,-1 0 530 0 0,0 0-530 0 0,6 12 1052 0 0,0 15-1162 0 0,0 19 263 0 0,-2 1-1 0 0,-3 51 0 0 0,-2-66-201 0 0,4-15-56 0 0,-2-14 5 0 0,-1 0 1 0 0,1-1 0 0 0,-1 1-1 0 0,0 0 1 0 0,0-1 0 0 0,0 1 0 0 0,0 4-1 0 0,16-53 251 0 0,-8 16-327 0 0,1 1-1 0 0,2 1 1 0 0,26-52-1 0 0,-9 31-218 0 0,41-54 0 0 0,-65 97-317 0 0,1-1-1 0 0,0 1 1 0 0,0 0-1 0 0,1 0 1 0 0,9-7-1 0 0,-6 11-6364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5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1 640 17247 0 0,'0'0'2040'0'0,"2"-1"-981"0"0,-1 1-906 0 0,3-2 352 0 0,0 0-1 0 0,0 1 0 0 0,0-2 1 0 0,0 1-1 0 0,-1 0 1 0 0,1-1-1 0 0,-1 1 0 0 0,1-1 1 0 0,5-6-1 0 0,43-54 2529 0 0,54-70-1563 0 0,-95 118-1445 0 0,-2 4-5 0 0,-1 0 1 0 0,-1 0-1 0 0,0-1 1 0 0,-1 0 0 0 0,0 0-1 0 0,8-26 1 0 0,-13 28-21 0 0,-1 10 0 0 0,0 0 0 0 0,0 0 0 0 0,0-1 0 0 0,0 1 0 0 0,0 0 0 0 0,0 0 0 0 0,0 0 0 0 0,0-1 0 0 0,0 1 0 0 0,0 0 0 0 0,0 0 0 0 0,-1 0 0 0 0,1-1 0 0 0,0 1 0 0 0,0 0 0 0 0,0 0 0 0 0,0 0 0 0 0,0 0 0 0 0,0-1 0 0 0,-1 1 0 0 0,1 0 0 0 0,0 0 0 0 0,0 0 0 0 0,0 0 0 0 0,-1 0 0 0 0,1-1 0 0 0,0 1 0 0 0,0 0 0 0 0,0 0 0 0 0,-1 0 0 0 0,1 0 0 0 0,0 0 0 0 0,0 0 0 0 0,0 0 0 0 0,-1 0 0 0 0,1 0 0 0 0,0 0 0 0 0,0 0 0 0 0,-1 0 0 0 0,1 0 0 0 0,0 0 0 0 0,-5 2 0 0 0,1 0 3 0 0,0 0-1 0 0,1 0 1 0 0,-1 1 0 0 0,0 0-1 0 0,1-1 1 0 0,-1 1 0 0 0,1 1-1 0 0,0-1 1 0 0,0 0 0 0 0,0 1-1 0 0,-4 7 1 0 0,0 0 8 0 0,0 1-1 0 0,-8 21 1 0 0,10-19-30 0 0,0-1 1 0 0,1 1-1 0 0,1 0 0 0 0,0 0 0 0 0,1 0 1 0 0,0 0-1 0 0,1 21 0 0 0,1-31 11 0 0,0 1 0 0 0,0 0 0 0 0,1 0 0 0 0,0 0 0 0 0,0 0 0 0 0,0-1-1 0 0,1 1 1 0 0,-1 0 0 0 0,1-1 0 0 0,0 1 0 0 0,1-1 0 0 0,-1 0 0 0 0,1 0-1 0 0,0 0 1 0 0,0 0 0 0 0,0 0 0 0 0,0-1 0 0 0,1 1 0 0 0,-1-1 0 0 0,1 0-1 0 0,0 0 1 0 0,0 0 0 0 0,0 0 0 0 0,0-1 0 0 0,5 2 0 0 0,-1-1-62 0 0,0 0 0 0 0,0-1 0 0 0,0-1 0 0 0,0 1 1 0 0,1-1-1 0 0,-1-1 0 0 0,0 1 0 0 0,0-2 0 0 0,1 1 0 0 0,-1-1 1 0 0,13-3-1 0 0,3-1-261 0 0,1-2 1 0 0,34-15-1 0 0,-40 13 292 0 0,-1 0-1 0 0,-1-1 0 0 0,0-1 1 0 0,0-1-1 0 0,-1 0 1 0 0,-1-1-1 0 0,0-1 0 0 0,0 0 1 0 0,-2-1-1 0 0,17-23 0 0 0,-25 32 76 0 0,-1-1 0 0 0,0 0 0 0 0,0 0 0 0 0,0-1 0 0 0,-1 1 0 0 0,3-10 0 0 0,-6 14 219 0 0,-7-4 133 0 0,5 6-344 0 0,0 0 0 0 0,0 0-1 0 0,1 0 1 0 0,-1 1 0 0 0,0-1 0 0 0,-1 1-1 0 0,1-1 1 0 0,0 1 0 0 0,0 0 0 0 0,0-1-1 0 0,0 1 1 0 0,0 0 0 0 0,0 1-1 0 0,0-1 1 0 0,0 0 0 0 0,0 1 0 0 0,0-1-1 0 0,0 1 1 0 0,0-1 0 0 0,0 1 0 0 0,0 0-1 0 0,0 0 1 0 0,-3 2 0 0 0,-6 3 99 0 0,0 1 0 0 0,-16 12 0 0 0,26-18-122 0 0,-14 11 5 0 0,1 0 0 0 0,0 1-1 0 0,1 0 1 0 0,0 1 0 0 0,-20 31 0 0 0,26-32 16 0 0,4-1-42 0 0,3-12-5 0 0,0 1-1 0 0,0 0 0 0 0,1-1 0 0 0,-1 1 0 0 0,0 0 1 0 0,0-1-1 0 0,0 1 0 0 0,1-1 0 0 0,-1 1 0 0 0,0 0 1 0 0,1-1-1 0 0,-1 1 0 0 0,0-1 0 0 0,1 1 0 0 0,-1-1 1 0 0,1 1-1 0 0,-1-1 0 0 0,1 0 0 0 0,-1 1 1 0 0,1-1-1 0 0,-1 1 0 0 0,2-1 0 0 0,-1 1-15 0 0,0 0 0 0 0,1 1 0 0 0,-1-1 1 0 0,1 0-1 0 0,-1 0 1 0 0,1 0-1 0 0,0 0 0 0 0,0 0 1 0 0,-1-1-1 0 0,1 1 1 0 0,0-1-1 0 0,0 1 0 0 0,0-1 1 0 0,0 1-1 0 0,0-1 0 0 0,0 0 1 0 0,2 0-1 0 0,0 0-15 0 0,-1-1 0 0 0,1 1-1 0 0,0-1 1 0 0,-1 0 0 0 0,1 0-1 0 0,-1 0 1 0 0,1-1 0 0 0,3-1-1 0 0,2-3-61 0 0,0 1-1 0 0,0-2 0 0 0,0 1 1 0 0,14-15-1 0 0,-12 8-63 0 0,-1 0 1 0 0,17-27-1 0 0,-6 9-162 0 0,-20 29 181 0 0,-2 5-40 0 0,-2 5 254 0 0,-3 9 242 0 0,-8 32 0 0 0,13-44-283 0 0,0 0 1 0 0,1 0-1 0 0,-1 1 1 0 0,1-1-1 0 0,0 0 1 0 0,1 1-1 0 0,-1-1 1 0 0,1 0-1 0 0,0 0 1 0 0,0 0 0 0 0,3 7-1 0 0,5 7 80 0 0,-4-15-96 0 0,-1-2 2 0 0,-2 1-10 0 0,1-1 1 0 0,0 0-1 0 0,0 0 0 0 0,-1 0 0 0 0,1 0 1 0 0,1-1-1 0 0,-1 1 0 0 0,0-1 0 0 0,0 0 1 0 0,0 0-1 0 0,1 0 0 0 0,-1 0 0 0 0,7 0 1 0 0,-5-1-3 0 0,0 0 1 0 0,0 0 0 0 0,1-1 0 0 0,-1 1 0 0 0,0-1 0 0 0,0 0-1 0 0,0-1 1 0 0,6-2 0 0 0,4-3 9 0 0,-1 0 0 0 0,0-1 0 0 0,0-1 0 0 0,22-18 0 0 0,-18 11 25 0 0,-1-1 0 0 0,0 0 0 0 0,-1-2 0 0 0,-1 0 0 0 0,-1 0-1 0 0,-1-2 1 0 0,15-28 0 0 0,-9 6 66 0 0,-2-1 1 0 0,20-77-1 0 0,-32 98-36 0 0,4-24 1 0 0,-8 40-21 0 0,0-1 0 0 0,0 1 1 0 0,-1-1-1 0 0,-1 1 0 0 0,1-1 1 0 0,-1 1-1 0 0,-2-9 0 0 0,2 14 170 0 0,0 2 5 0 0,-1 0-185 0 0,0 0-1 0 0,0 0 1 0 0,0 0-1 0 0,0 0 1 0 0,0 1-1 0 0,0-1 1 0 0,1 1-1 0 0,-1-1 1 0 0,0 1-1 0 0,0-1 0 0 0,1 1 1 0 0,-1 0-1 0 0,0 0 1 0 0,1 0-1 0 0,-1 0 1 0 0,1 0-1 0 0,-1 1 1 0 0,1-1-1 0 0,0 0 1 0 0,-1 1-1 0 0,1-1 1 0 0,0 1-1 0 0,0-1 1 0 0,0 1-1 0 0,-2 3 1 0 0,-3 6 69 0 0,1 0 0 0 0,-8 22 1 0 0,10-24-92 0 0,-4 13 35 0 0,1 0-1 0 0,1 1 1 0 0,1 0 0 0 0,1-1 0 0 0,1 1 0 0 0,1 0 0 0 0,1 1 0 0 0,1-1 0 0 0,1 0 0 0 0,1-1-1 0 0,9 38 1 0 0,-3-32-48 0 0,2-1-1 0 0,23 46 1 0 0,-29-63-305 0 0,0 0 1 0 0,1-1-1 0 0,0 0 0 0 0,1 0 1 0 0,0 0-1 0 0,0-1 0 0 0,13 12 1 0 0,-6-9-847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54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19 24247 0 0,'0'0'1109'0'0,"-1"-2"-23"0"0,1 1-1025 0 0,0 0 0 0 0,0 1 1 0 0,0-1-1 0 0,0 0 1 0 0,0 1-1 0 0,0-1 0 0 0,-1 0 1 0 0,1 0-1 0 0,0 1 0 0 0,-1-1 1 0 0,1 0-1 0 0,0 1 0 0 0,-1-1 1 0 0,1 1-1 0 0,-1-1 0 0 0,1 0 1 0 0,-1 1-1 0 0,1-1 0 0 0,-1 1 1 0 0,1-1-1 0 0,-1 1 0 0 0,0 0 1 0 0,1-1-1 0 0,-1 1 1 0 0,0 0-1 0 0,1-1 0 0 0,-1 1 1 0 0,0 0-1 0 0,0 0 0 0 0,1-1 1 0 0,-1 1-1 0 0,0 0 0 0 0,1 0 1 0 0,-1 0-1 0 0,0 0 0 0 0,0 0 1 0 0,1 0-1 0 0,-3 0 1 0 0,1 1 54 0 0,0 0 1 0 0,-1 0 0 0 0,1 1-1 0 0,0-1 1 0 0,0 0 0 0 0,0 1 0 0 0,-3 2-1 0 0,3-3 43 0 0,-20 18 250 0 0,1 2-1 0 0,-20 24 1 0 0,-6 6 2 0 0,27-32-192 0 0,-43 28 0 0 0,43-33-93 0 0,1 1 0 0 0,-32 31 0 0 0,44-39-104 0 0,5-6 162 0 0,4 1-120 0 0,0 0-61 0 0,0 0 0 0 0,0-1 1 0 0,1 1-1 0 0,-1 0 0 0 0,1-1 1 0 0,-1 0-1 0 0,1 1 0 0 0,-1-1 1 0 0,1 0-1 0 0,0 0 0 0 0,0-1 1 0 0,-1 1-1 0 0,1-1 1 0 0,0 1-1 0 0,0-1 0 0 0,0 0 1 0 0,0 0-1 0 0,2 0 0 0 0,11-1 15 0 0,0-1-1 0 0,16-4 1 0 0,-24 5-17 0 0,302-52-1 0 0,-287 50-260 0 0,47-1 0 0 0,-58 4-201 0 0,-1 1-1 0 0,1 0 1 0 0,0 1-1 0 0,-1 1 0 0 0,20 5 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54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12895 0 0,'1'-1'4508'0'0,"3"-2"-2995"0"0,-1 0-1 0 0,1 0 1 0 0,0 0-1 0 0,0 0 1 0 0,4-1-1 0 0,24-9 2413 0 0,-10 8-3432 0 0,27-3 1 0 0,-23 4 340 0 0,102-13-770 0 0,212-2 0 0 0,-280 21-1968 0 0,-32 0 727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8:5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48 107 9671 0 0,'7'-107'18549'0'0,"-7"114"-14423"0"0,-2 3-5324 0 0,-15 59 1602 0 0,4 1 0 0 0,2 1-1 0 0,-1 104 1 0 0,23 75-399 0 0,19-2-6 0 0,-15-132 1 0 0,-13-103-339 0 0,0 3-4435 0 0,-1 32 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30 17967 0 0,'-87'4'2216'0'0,"45"-1"672"0"0,2-2 5920 0 0,214 3-8437 0 0,113-3 146 0 0,-68-10-572 0 0,78-5-207 0 0,-242 12-275 0 0,118-13-3981 0 0,-159 13 2693 0 0,0 2-58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2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23927 0 0,'0'0'1093'0'0,"-2"0"-21"0"0,1-1-818 0 0,1 1-1 0 0,-1 0 1 0 0,0 0-1 0 0,0 0 1 0 0,0 0 0 0 0,0 0-1 0 0,0 1 1 0 0,0-1-1 0 0,0 0 1 0 0,1 0-1 0 0,-1 1 1 0 0,0-1-1 0 0,0 0 1 0 0,0 1-1 0 0,1-1 1 0 0,-1 1-1 0 0,0-1 1 0 0,0 1-1 0 0,1-1 1 0 0,-2 2-1 0 0,2-2-198 0 0,0 1 1 0 0,-1 0-1 0 0,1-1 0 0 0,0 1 0 0 0,0-1 0 0 0,0 1 1 0 0,0 0-1 0 0,0-1 0 0 0,0 1 0 0 0,0 0 0 0 0,0-1 1 0 0,0 1-1 0 0,0 0 0 0 0,0-1 0 0 0,0 1 0 0 0,0 0 1 0 0,0-1-1 0 0,1 1 0 0 0,-1 1 0 0 0,2 1-82 0 0,-1-1-1 0 0,1 1 0 0 0,0 0 1 0 0,0 0-1 0 0,0-1 1 0 0,4 5-1 0 0,7 2 37 0 0,0-1-1 0 0,1 0 1 0 0,-1-1-1 0 0,2-1 1 0 0,-1 0 0 0 0,18 4-1 0 0,7 4-4 0 0,-37-13-4 0 0,0-1 0 0 0,-1 1 0 0 0,1 0 0 0 0,0 0 0 0 0,-1 0 0 0 0,1 0 0 0 0,-1 0 0 0 0,3 2 0 0 0,5 9 0 0 0,-10-6 0 0 0,1-4 0 0 0,-1 2 0 0 0,1 1 0 0 0,-1-1 0 0 0,0 1 0 0 0,-1-1 0 0 0,1 0 0 0 0,-1 0 0 0 0,0 0 0 0 0,0 0 0 0 0,0 0 0 0 0,0 0 0 0 0,-1 0 0 0 0,1-1 0 0 0,-1 1 0 0 0,-5 4 0 0 0,-5 5 0 0 0,-30 24 0 0 0,-91 58-2573 0 0,144-91-3390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355 529 11975 0 0,'-2'-1'923'0'0,"-18"-8"15"0"0,16 6 716 0 0,1 0 0 0 0,-1 0 1 0 0,0 0-1 0 0,1 0 0 0 0,0-1 0 0 0,0 1 0 0 0,0-1 1 0 0,0 0-1 0 0,-3-5 0 0 0,-3-9-1473 0 0,4 2 250 0 0,4 12-387 0 0,0 0 0 0 0,-1 0 0 0 0,1 0 0 0 0,-5-7 0 0 0,6 10-40 0 0,-1 0 1 0 0,0 0-1 0 0,1 0 1 0 0,-1 0-1 0 0,0 0 1 0 0,1 0-1 0 0,-1 1 1 0 0,0-1-1 0 0,0 0 1 0 0,0 0-1 0 0,0 1 1 0 0,0-1-1 0 0,0 1 1 0 0,0-1-1 0 0,0 1 1 0 0,0-1-1 0 0,0 1 1 0 0,0 0-1 0 0,0-1 1 0 0,0 1-1 0 0,-2 0 1 0 0,0-1 16 0 0,-1 1-8 0 0,0-1 0 0 0,0 1 0 0 0,0 0 0 0 0,1 0 0 0 0,-1 0 1 0 0,0 0-1 0 0,0 1 0 0 0,0 0 0 0 0,0 0 0 0 0,1 0 0 0 0,-1 0 1 0 0,-4 2-1 0 0,-5 3 76 0 0,-24 14 0 0 0,23-10-73 0 0,1 0 0 0 0,0 1 0 0 0,0 0 0 0 0,1 1 0 0 0,1 0 0 0 0,0 1 0 0 0,1 1 0 0 0,-12 19 0 0 0,18-27-28 0 0,1 0 1 0 0,0 1-1 0 0,0-1 1 0 0,1 1-1 0 0,0 0 0 0 0,0-1 1 0 0,0 1-1 0 0,1 0 1 0 0,-1 11-1 0 0,2-16 7 0 0,0 0 0 0 0,0 0 0 0 0,0 0 0 0 0,0 0 0 0 0,0 0 0 0 0,1 0-1 0 0,-1 0 1 0 0,1 0 0 0 0,-1 0 0 0 0,1 0 0 0 0,0 0 0 0 0,0 0 0 0 0,-1-1 0 0 0,1 1 0 0 0,1 0 0 0 0,-1 0 0 0 0,0-1 0 0 0,0 1-1 0 0,1-1 1 0 0,-1 1 0 0 0,1-1 0 0 0,-1 0 0 0 0,1 1 0 0 0,-1-1 0 0 0,1 0 0 0 0,0 0 0 0 0,0 0 0 0 0,-1 0 0 0 0,1 0 0 0 0,0-1-1 0 0,0 1 1 0 0,0-1 0 0 0,0 1 0 0 0,0-1 0 0 0,0 0 0 0 0,3 1 0 0 0,5-1-72 0 0,-1 0 0 0 0,0-1 1 0 0,1 1-1 0 0,-1-2 0 0 0,0 0 0 0 0,0 0 0 0 0,0 0 1 0 0,0-1-1 0 0,0 0 0 0 0,11-7 0 0 0,4-3-137 0 0,0-1 0 0 0,26-21 0 0 0,-23 15 166 0 0,-2-2 0 0 0,0 0 0 0 0,-2-2 0 0 0,0 0 0 0 0,-2-1 0 0 0,-1-2-1 0 0,-1 0 1 0 0,-1-1 0 0 0,17-36 0 0 0,-15 20 171 0 0,-1-1 0 0 0,-3-1 1 0 0,-2 0-1 0 0,17-93 0 0 0,-31 137 349 0 0,-7 27-119 0 0,-20 43 1 0 0,1-6-245 0 0,10-17-66 0 0,2 2-1 0 0,-8 50 1 0 0,20-81-34 0 0,0 0-1 0 0,0 0 1 0 0,2 0 0 0 0,0-1 0 0 0,1 1-1 0 0,0 0 1 0 0,1 0 0 0 0,1 0 0 0 0,1-1-1 0 0,6 20 1 0 0,-7-27-55 0 0,1-1 0 0 0,-1 0 0 0 0,1 0 0 0 0,1-1 0 0 0,-1 1 0 0 0,1-1 0 0 0,0 0 0 0 0,0 0 0 0 0,12 9 0 0 0,-13-12 15 0 0,0 0 0 0 0,0 0 0 0 0,0-1 0 0 0,0 1 1 0 0,0-1-1 0 0,1 0 0 0 0,-1-1 0 0 0,1 1 0 0 0,0-1 0 0 0,-1 0 0 0 0,1 0 0 0 0,0 0 0 0 0,0-1 1 0 0,-1 1-1 0 0,1-1 0 0 0,0 0 0 0 0,5-1 0 0 0,-1-1 11 0 0,0 0 0 0 0,1 0 1 0 0,-1-1-1 0 0,0 0 0 0 0,-1-1 0 0 0,1 0 1 0 0,0 0-1 0 0,-1-1 0 0 0,13-10 0 0 0,-10 6-24 0 0,-1 0 0 0 0,0 0-1 0 0,-1-1 1 0 0,0-1 0 0 0,-1 1-1 0 0,9-15 1 0 0,-4 2-15 0 0,-2 0 0 0 0,0 0 0 0 0,-1-1 1 0 0,-2 0-1 0 0,0-1 0 0 0,7-44 0 0 0,-10 31 120 0 0,-5 34-50 0 0,0 1 0 0 0,0 0 1 0 0,0 0-1 0 0,-1-1 0 0 0,1 1 0 0 0,-1 0 1 0 0,1 0-1 0 0,-1-1 0 0 0,-2-2 0 0 0,3 5 88 0 0,-2 2-3 0 0,-5 7-52 0 0,0 1 0 0 0,1 0 0 0 0,0 0 0 0 0,0 0 0 0 0,1 1 0 0 0,1 0 0 0 0,-1 0 0 0 0,-2 11 0 0 0,1-3 43 0 0,1 1 0 0 0,1 0 0 0 0,-4 35 0 0 0,8-43-186 0 0,0-1 1 0 0,1 1-1 0 0,0-1 0 0 0,0 1 0 0 0,1-1 1 0 0,7 20-1 0 0,-8-25 34 0 0,1 0 0 0 0,0-1 0 0 0,0 1 0 0 0,0-1 0 0 0,1 1 0 0 0,-1-1 0 0 0,1 0 0 0 0,0 0 0 0 0,1 0 0 0 0,-1 0 0 0 0,1 0 0 0 0,-1-1 0 0 0,1 1 0 0 0,0-1 0 0 0,1 0 0 0 0,5 3 0 0 0,-6-5-94 0 0,-1 0 0 0 0,1 0 0 0 0,-1 0 0 0 0,1-1 0 0 0,0 1 0 0 0,0-1 0 0 0,-1 0 0 0 0,1 0 0 0 0,0 0 0 0 0,-1-1 0 0 0,1 1 0 0 0,0-1 0 0 0,-1 0 0 0 0,1 0 0 0 0,-1 0 0 0 0,1-1 0 0 0,-1 1 0 0 0,6-4 0 0 0,0 0-166 0 0,-1-1 0 0 0,0 1-1 0 0,0-1 1 0 0,0-1 0 0 0,11-12 0 0 0,2-5-259 0 0,-2 0 0 0 0,23-40 0 0 0,24-58 2236 0 0,-45 81-615 0 0,-19 36-711 0 0,1 0 0 0 0,0 0-1 0 0,0 0 1 0 0,1 1-1 0 0,4-6 1374 0 0,-7 11-1565 0 0,0 0 0 0 0,0 1 0 0 0,1-1 0 0 0,-2 0 0 0 0,1 1 0 0 0,0 0 0 0 0,0-1 0 0 0,0 1 1 0 0,-1-1-1 0 0,1 1 0 0 0,-1 0 0 0 0,1 2 0 0 0,3 16 259 0 0,-1 0 0 0 0,-1 0 1 0 0,-1 1-1 0 0,-2 32 0 0 0,0-33-316 0 0,0 0 1 0 0,2 0-1 0 0,0 1 1 0 0,8 35-1 0 0,-7-49-77 0 0,0 0 0 0 0,1 0-1 0 0,-1 0 1 0 0,2 0 0 0 0,-1 0 0 0 0,6 7 0 0 0,-8-12 0 0 0,0-1 1 0 0,0 1-1 0 0,0-1 1 0 0,0 0-1 0 0,0 1 1 0 0,1-1-1 0 0,-1 0 1 0 0,1 0-1 0 0,-1 0 1 0 0,1 0-1 0 0,-1 0 1 0 0,1 0-1 0 0,-1-1 1 0 0,1 1 0 0 0,0-1-1 0 0,-1 1 1 0 0,1-1-1 0 0,0 1 1 0 0,0-1-1 0 0,-1 0 1 0 0,1 0-1 0 0,0 0 1 0 0,0 0-1 0 0,0 0 1 0 0,-1 0-1 0 0,1 0 1 0 0,0 0-1 0 0,0-1 1 0 0,-1 1-1 0 0,1-1 1 0 0,0 0-1 0 0,1 0 1 0 0,5-3 18 0 0,0-1 0 0 0,-1 1 0 0 0,1-1 0 0 0,-1-1 0 0 0,0 0 0 0 0,-1 0 0 0 0,1 0 0 0 0,-1 0 0 0 0,0-1 0 0 0,-1 0 1 0 0,6-9-1 0 0,6-12-122 0 0,22-50 1 0 0,-33 66 110 0 0,-4 8-12 0 0,57-115 12 0 0,-47 97-158 0 0,2 0-1 0 0,0 1 0 0 0,21-22 0 0 0,-35 42 145 0 0,0 1 0 0 0,0-1 0 0 0,1 1 0 0 0,-1 0 0 0 0,0-1-1 0 0,1 1 1 0 0,-1-1 0 0 0,0 1 0 0 0,1-1 0 0 0,-1 1 0 0 0,1 0-1 0 0,-1-1 1 0 0,1 1 0 0 0,-1 0 0 0 0,1 0 0 0 0,-1-1 0 0 0,1 1-1 0 0,-1 0 1 0 0,1 0 0 0 0,-1 0 0 0 0,1-1 0 0 0,-1 1 0 0 0,1 0 0 0 0,-1 0-1 0 0,1 0 1 0 0,0 0 0 0 0,-1 0 0 0 0,1 0 0 0 0,-1 0 0 0 0,1 0-1 0 0,-1 1 1 0 0,2-1 0 0 0,-1 1 12 0 0,0 1 0 0 0,0-1 0 0 0,0 0 0 0 0,0 1 0 0 0,0-1 0 0 0,0 1 0 0 0,-1-1 0 0 0,1 1 0 0 0,0-1 0 0 0,0 3 0 0 0,2 7 46 0 0,0 0 0 0 0,0 1 0 0 0,-1-1 1 0 0,-1 1-1 0 0,0 16 0 0 0,-5 59 189 0 0,1-60-193 0 0,2 1-1 0 0,2 35 0 0 0,1-53-48 0 0,-2 2-1 0 0,2 1-1 0 0,0-1 1 0 0,0 0 0 0 0,1 0 0 0 0,6 17-1 0 0,-8-27-119 0 0,10 1-758 0 0,-11-3 840 0 0,1 1 0 0 0,0-1 0 0 0,-1 0 0 0 0,1 0 0 0 0,0 1 0 0 0,-1-1 0 0 0,1 0 0 0 0,0 0 0 0 0,0 0 0 0 0,-1 0 0 0 0,1 0 0 0 0,0 0 0 0 0,0 0 0 0 0,-1 0 0 0 0,1 0 0 0 0,0 0 0 0 0,0 0 0 0 0,-1-1 0 0 0,1 1 0 0 0,0 0 0 0 0,-1 0 0 0 0,2-1 0 0 0,1-1-492 0 0,0 0 0 0 0,0 0 1 0 0,-1 0-1 0 0,1 0 0 0 0,-1 0 0 0 0,1 0 1 0 0,-1-1-1 0 0,0 1 0 0 0,3-4 0 0 0,4-8-8733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 19007 0 0,'0'0'870'0'0,"0"-2"-20"0"0,-5-14 5815 0 0,19 32-6398 0 0,-14-15-275 0 0,8 9-977 0 0,0-1 0 0 0,0 0 0 0 0,1 0 0 0 0,12 8 0 0 0,-3-4-990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57 8751 0 0,'-1'-16'15879'0'0,"-5"20"-15407"0"0,0 0 1 0 0,0 0-1 0 0,1 0 0 0 0,0 0 1 0 0,0 1-1 0 0,0 0 0 0 0,0 0 1 0 0,-5 9-1 0 0,-31 50 758 0 0,34-51-1039 0 0,-6 9 80 0 0,-2 4 136 0 0,-16 33 0 0 0,28-50-363 0 0,-1 0 1 0 0,2-1-1 0 0,-1 1 1 0 0,1 0-1 0 0,0 1 1 0 0,1-1-1 0 0,0 0 1 0 0,0 12-1 0 0,2-18-43 0 0,-1 0-1 0 0,0-1 0 0 0,0 1 1 0 0,1 0-1 0 0,0-1 1 0 0,-1 1-1 0 0,1-1 1 0 0,0 1-1 0 0,0-1 1 0 0,0 1-1 0 0,1-1 1 0 0,-1 0-1 0 0,0 1 1 0 0,1-1-1 0 0,0 0 1 0 0,0 0-1 0 0,2 3 1 0 0,-1-3-22 0 0,0 0-1 0 0,1 0 1 0 0,-1 0 0 0 0,0 0 0 0 0,1-1 0 0 0,-1 1 0 0 0,1-1-1 0 0,-1 0 1 0 0,1 0 0 0 0,0-1 0 0 0,5 2 0 0 0,0-2-46 0 0,0 0 0 0 0,1 0-1 0 0,-1-1 1 0 0,1 0 0 0 0,-1 0 0 0 0,0-1 0 0 0,0 0 0 0 0,0-1 0 0 0,11-4 0 0 0,2-4-60 0 0,-1-1 1 0 0,0 0-1 0 0,-1-2 0 0 0,0 0 1 0 0,-1-1-1 0 0,-1-1 0 0 0,33-36 1 0 0,-34 31 73 0 0,0-1 0 0 0,-1-1 0 0 0,-2 0 0 0 0,0-1 0 0 0,-2 0 0 0 0,18-49 0 0 0,-30 71 56 0 0,2-1 16 0 0,-1 0-1 0 0,0-1 0 0 0,0 1 0 0 0,0-1 0 0 0,0 1 1 0 0,-1-1-1 0 0,1 0 0 0 0,-1 1 0 0 0,0-1 0 0 0,0 1 1 0 0,0-1-1 0 0,-1-4 0 0 0,0 7-7 0 0,1 1 1 0 0,0 0-1 0 0,0-1 1 0 0,0 1-1 0 0,0 0 0 0 0,-1 0 1 0 0,1-1-1 0 0,0 1 0 0 0,0 0 1 0 0,0-1-1 0 0,-1 1 1 0 0,1 0-1 0 0,0 0 0 0 0,-1-1 1 0 0,1 1-1 0 0,0 0 1 0 0,0 0-1 0 0,-1 0 0 0 0,1 0 1 0 0,0-1-1 0 0,-1 1 0 0 0,1 0 1 0 0,0 0-1 0 0,-1 0 1 0 0,1 0-1 0 0,-1 0 0 0 0,1 0 1 0 0,0 0-1 0 0,-1 0 0 0 0,-13 5 224 0 0,-9 12 85 0 0,1 6-157 0 0,0 1-1 0 0,2 1 1 0 0,1 1 0 0 0,1 1-1 0 0,-24 48 1 0 0,38-68-142 0 0,1 0 0 0 0,0 0-1 0 0,1 0 1 0 0,-1 0 0 0 0,1 1 0 0 0,1-1-1 0 0,0 1 1 0 0,0-1 0 0 0,0 1-1 0 0,1 0 1 0 0,0 9 0 0 0,1-12-20 0 0,0 0-1 0 0,0-1 1 0 0,0 1-1 0 0,1 0 1 0 0,0 0-1 0 0,0-1 1 0 0,0 1-1 0 0,0-1 1 0 0,1 0-1 0 0,-1 1 1 0 0,1-1-1 0 0,0 0 1 0 0,1-1-1 0 0,-1 1 1 0 0,1 0-1 0 0,-1-1 1 0 0,1 0-1 0 0,4 3 1 0 0,1-1-72 0 0,-1 0 1 0 0,1 0 0 0 0,0-1-1 0 0,1 0 1 0 0,-1-1 0 0 0,1 0-1 0 0,0 0 1 0 0,18 2-1 0 0,3-3-674 0 0,49-1 0 0 0,-49-3-1102 0 0,49-10 0 0 0,-39 4 134 0 0</inkml:trace>
  <inkml:trace contextRef="#ctx0" brushRef="#br0" timeOffset="1">1039 40 23695 0 0,'0'0'2152'0'0,"19"-7"-868"0"0,5 2-25 0 0,1 1-1 0 0,0 2 1 0 0,36-1-1 0 0,-14 2-956 0 0,105-1-192 0 0,-96 2-745 0 0,-48 0 141 0 0,1 0 1 0 0,-1 1-1 0 0,1-1 1 0 0,-1 2-1 0 0,1-1 1 0 0,-1 1-1 0 0,9 4 1 0 0,-5 0-1230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6447 0 0,'2'0'9474'0'0,"49"-8"1563"0"0,1-2-7449 0 0,77-12-3104 0 0,-41 10-587 0 0,-59 8-2370 0 0,0-2-3409 0 0,9-1-3803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5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530 582 16127 0 0,'-6'-25'1778'0'0,"-3"-16"-422"0"0,6 6 1018 0 0,-2 0 1 0 0,-1 1-1 0 0,-13-40 1 0 0,18 68-2244 0 0,-1 1 0 0 0,-1-1 0 0 0,1 1 0 0 0,-1 0 0 0 0,0 0 0 0 0,0 0 0 0 0,-1 0 0 0 0,-4-5 0 0 0,6 7-86 0 0,-1 1 0 0 0,1 0 0 0 0,-1 0 0 0 0,0 0 0 0 0,1 0 0 0 0,-1 1 0 0 0,0-1 0 0 0,0 1 0 0 0,0-1 0 0 0,0 1 0 0 0,-1 0 0 0 0,1 0 0 0 0,0 1 0 0 0,0-1 0 0 0,-1 1 0 0 0,-3-1 0 0 0,-4 2 22 0 0,-1-1 0 0 0,1 2 0 0 0,-1 0 0 0 0,1 0-1 0 0,0 1 1 0 0,0 0 0 0 0,0 1 0 0 0,1 0 0 0 0,-1 1 0 0 0,1 0 0 0 0,-13 9-1 0 0,-8 6 51 0 0,2 2 0 0 0,-33 31-1 0 0,38-31-78 0 0,-27 32 1 0 0,44-44-49 0 0,-1 0 0 0 0,1 0 0 0 0,1 0 1 0 0,0 1-1 0 0,0-1 0 0 0,-7 20 0 0 0,12-27 9 0 0,1-1 0 0 0,-1 0-1 0 0,0 1 1 0 0,1-1 0 0 0,-1 1 0 0 0,1-1-1 0 0,0 1 1 0 0,0-1 0 0 0,0 1 0 0 0,0 0-1 0 0,0-1 1 0 0,0 1 0 0 0,1-1 0 0 0,-1 1-1 0 0,1-1 1 0 0,0 1 0 0 0,0-1 0 0 0,0 0-1 0 0,0 1 1 0 0,3 3 0 0 0,-3-4-13 0 0,2 0 1 0 0,-1 0-1 0 0,0-1 1 0 0,0 1-1 0 0,0-1 1 0 0,1 1-1 0 0,-1-1 1 0 0,1 0-1 0 0,-1 1 1 0 0,1-1-1 0 0,0-1 1 0 0,-1 1-1 0 0,1 0 1 0 0,0-1-1 0 0,0 1 1 0 0,0-1-1 0 0,-1 0 1 0 0,6 0-1 0 0,4-1-81 0 0,0 0-1 0 0,0 0 0 0 0,0-2 1 0 0,-1 1-1 0 0,19-7 1 0 0,-5-1-85 0 0,33-18 0 0 0,-39 17 99 0 0,0 0 0 0 0,-1-2 0 0 0,-1 0 0 0 0,0-1 0 0 0,0-1 0 0 0,19-23 0 0 0,-15 12 41 0 0,-1 0-1 0 0,-1-2 0 0 0,28-55 1 0 0,-46 81 114 0 0,-9 104 181 0 0,8-85-249 0 0,1 0 0 0 0,0 0 0 0 0,2-1 0 0 0,0 1 0 0 0,8 24 0 0 0,-9-34-4 0 0,0-1 1 0 0,1 1-1 0 0,0-1 0 0 0,0 0 0 0 0,1 1 1 0 0,-1-2-1 0 0,1 1 0 0 0,1 0 0 0 0,-1-1 1 0 0,1 0-1 0 0,0 0 0 0 0,0 0 0 0 0,1-1 1 0 0,-1 0-1 0 0,12 7 0 0 0,-4-5-17 0 0,-1-2 1 0 0,1 0-1 0 0,-1 0 0 0 0,1-1 1 0 0,0-1-1 0 0,1 0 0 0 0,-1-1 1 0 0,0 0-1 0 0,0-1 0 0 0,1 0 1 0 0,15-4-1 0 0,7-1-44 0 0,0-3 1 0 0,64-21-1 0 0,-85 24 62 0 0,0-2 0 0 0,0 1-1 0 0,-1-2 1 0 0,0 1 0 0 0,0-2 0 0 0,-1 0-1 0 0,16-14 1 0 0,-23 17 13 0 0,0 0 0 0 0,-1 0-1 0 0,1 0 1 0 0,-1 0-1 0 0,0-1 1 0 0,-1 0 0 0 0,0 0-1 0 0,0 0 1 0 0,0-1 0 0 0,-1 1-1 0 0,0-1 1 0 0,0 0-1 0 0,-1 0 1 0 0,0 0 0 0 0,-1 0-1 0 0,1-9 1 0 0,-1 15-7 0 0,-1 0-1 0 0,0 0 1 0 0,0 0-1 0 0,0 0 1 0 0,0 0-1 0 0,-1 0 1 0 0,1 0-1 0 0,0 0 1 0 0,-1 0-1 0 0,0 0 1 0 0,1 1 0 0 0,-1-1-1 0 0,0 0 1 0 0,0 0-1 0 0,0 0 1 0 0,0 1-1 0 0,0-1 1 0 0,0 0-1 0 0,-1 1 1 0 0,-1-3-1 0 0,1 3 6 0 0,-1 0 0 0 0,1-1-1 0 0,0 1 1 0 0,-1 0 0 0 0,1 0-1 0 0,-1 0 1 0 0,1 0 0 0 0,-1 1-1 0 0,1-1 1 0 0,-1 1 0 0 0,1 0-1 0 0,-1-1 1 0 0,-4 2 0 0 0,-3-1 15 0 0,0 2 1 0 0,-1-1 0 0 0,1 2 0 0 0,0-1-1 0 0,1 1 1 0 0,-18 8 0 0 0,13-4-22 0 0,0 0 0 0 0,1 1 1 0 0,0 1-1 0 0,1 0 1 0 0,0 1-1 0 0,0 0 0 0 0,1 1 1 0 0,0 0-1 0 0,1 0 1 0 0,0 1-1 0 0,1 1 0 0 0,0 0 1 0 0,-10 21-1 0 0,18-32-35 0 0,0 0-1 0 0,0 0 1 0 0,0 0-1 0 0,1 0 1 0 0,-1 0-1 0 0,1 1 1 0 0,-1-1-1 0 0,1 0 1 0 0,0 1-1 0 0,0-1 1 0 0,-1 0-1 0 0,2 1 1 0 0,-1-1-1 0 0,0 0 1 0 0,0 1-1 0 0,1-1 1 0 0,-1 0-1 0 0,1 0 1 0 0,1 4-1 0 0,0-4-1 0 0,-1-1 1 0 0,0 1-1 0 0,0-1 0 0 0,1 0 0 0 0,-1 1 1 0 0,1-1-1 0 0,-1 0 0 0 0,1 0 0 0 0,0 0 1 0 0,0 0-1 0 0,-1 0 0 0 0,1 0 0 0 0,0-1 1 0 0,0 1-1 0 0,0 0 0 0 0,0-1 0 0 0,0 0 1 0 0,-1 1-1 0 0,1-1 0 0 0,0 0 0 0 0,0 0 1 0 0,0 0-1 0 0,4-1 0 0 0,6 0-115 0 0,0 0 0 0 0,-1-1 0 0 0,1-1 0 0 0,0 0 0 0 0,-1 0 0 0 0,0-1 0 0 0,0-1 0 0 0,12-6 0 0 0,-7 2 52 0 0,0-1 0 0 0,-1-1 0 0 0,0 0 0 0 0,20-22 0 0 0,-2-2 83 0 0,-3-2 0 0 0,-1-1 0 0 0,27-48 0 0 0,-10 12 46 0 0,59-136 1 0 0,-97 188 170 0 0,-7 20 133 0 0,-3 4-146 0 0,-6 5 25 0 0,0 2 0 0 0,0-1 0 0 0,1 1 1 0 0,-8 13-1 0 0,-23 42 163 0 0,22-33-268 0 0,1 0 0 0 0,2 1 0 0 0,-14 50 0 0 0,20-59-73 0 0,2 1 1 0 0,2 0 0 0 0,0 0-1 0 0,1 0 1 0 0,2 45 0 0 0,1-62-56 0 0,0 0 0 0 0,0 1 0 0 0,0-1 0 0 0,1 0 0 0 0,0 0 0 0 0,1 0 0 0 0,-1 0 0 0 0,1 0 0 0 0,7 10 0 0 0,-8-14-20 0 0,0-1-1 0 0,-1 0 1 0 0,1 0-1 0 0,1 1 1 0 0,-1-1-1 0 0,0 0 0 0 0,0-1 1 0 0,1 1-1 0 0,-1 0 1 0 0,1-1-1 0 0,0 1 1 0 0,-1-1-1 0 0,1 0 1 0 0,0 0-1 0 0,0 0 1 0 0,-1 0-1 0 0,1 0 1 0 0,0-1-1 0 0,0 1 1 0 0,0-1-1 0 0,0 0 1 0 0,0 0-1 0 0,0 0 1 0 0,0 0-1 0 0,0-1 1 0 0,4 0-1 0 0,1-1-2 0 0,-1 0 0 0 0,0-1 1 0 0,0 0-1 0 0,-1 0 0 0 0,1 0 0 0 0,-1-1 0 0 0,0 0 1 0 0,1 0-1 0 0,-2-1 0 0 0,1 0 0 0 0,0 0 1 0 0,7-9-1 0 0,4-7-115 0 0,0-1 1 0 0,13-25 0 0 0,-21 34 138 0 0,49-94 73 0 0,-14 25-5 0 0,-15 35 324 0 0,-28 46 190 0 0,-2 12-387 0 0,-1 0 0 0 0,0-1 0 0 0,0 1 0 0 0,-7 18 0 0 0,0 1-77 0 0,-4 25-491 0 0,-9 91 1 0 0,22-143 161 0 0,0 1 1 0 0,0-1 0 0 0,0 0-1 0 0,0 0 1 0 0,0 0 0 0 0,1 1-1 0 0,-1-1 1 0 0,2 3-1 0 0,4 6-1622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16 213 23583 0 0,'-5'-6'173'0'0,"-3"-7"4431"0"0,15 17-4552 0 0,14 10-1309 0 0,0-1-1 0 0,2-1 1 0 0,-1-1-1 0 0,36 11 1 0 0,-35-13 27 0 0,1-1-93 0 0,32 7-1 0 0,-11-4 1655 0 0,-44-11 123 0 0,3 3 495 0 0,-4-3-846 0 0,0 0 1 0 0,1 0-1 0 0,-1 0 1 0 0,0 0 0 0 0,0 0-1 0 0,0 1 1 0 0,0-1 0 0 0,1 0-1 0 0,-1 0 1 0 0,0 0 0 0 0,0 0-1 0 0,0 0 1 0 0,1 0 0 0 0,-1 0-1 0 0,0 0 1 0 0,0 1 0 0 0,0-1-1 0 0,0 0 1 0 0,0 0-1 0 0,0 0 1 0 0,1 0 0 0 0,-1 1-1 0 0,0-1 1 0 0,0 0 0 0 0,0 0-1 0 0,0 0 1 0 0,0 0 0 0 0,0 1-1 0 0,0-1 1 0 0,0 0 0 0 0,0 0-1 0 0,0 0 1 0 0,0 1 0 0 0,0-1-1 0 0,0 0 1 0 0,0 1-1 0 0,-1 3 292 0 0,0 0-1 0 0,0 0 0 0 0,-1 0 1 0 0,1 0-1 0 0,-1 0 0 0 0,0-1 0 0 0,-1 1 1 0 0,1 0-1 0 0,0-1 0 0 0,-1 0 0 0 0,-5 6 1 0 0,-5 3 308 0 0,-22 17 0 0 0,12-11-263 0 0,-14 12-45 0 0,1 2 0 0 0,2 2 1 0 0,-48 59-1 0 0,65-66-379 0 0,10-11-17 0 0,9-13-5 0 0,-1-2-2 0 0,-1 0-68 0 0,2 0-26 0 0,1 0 62 0 0,1 0 1 0 0,-1-1 0 0 0,1 1 0 0 0,0-1 0 0 0,-1 0-1 0 0,1 0 1 0 0,-1 0 0 0 0,1-1 0 0 0,-1 1 0 0 0,1-1-1 0 0,-1 0 1 0 0,1 0 0 0 0,-1 0 0 0 0,1 0-1 0 0,-1 0 1 0 0,6-5 0 0 0,5-1-106 0 0,-1-1-1 0 0,21-16 1 0 0,5-11 26 0 0,-2-1 0 0 0,-1-2-1 0 0,35-50 1 0 0,-22 29 60 0 0,-31 39 72 0 0,-17 32 142 0 0,-2 4-85 0 0,-1 4-13 0 0,1 0-1 0 0,1 1 1 0 0,1-1 0 0 0,1 0 0 0 0,8 40 0 0 0,-9-57-65 0 0,0 0 0 0 0,0 0-1 0 0,0 0 1 0 0,0 0 0 0 0,0-1 0 0 0,1 1 0 0 0,0-1 0 0 0,-1 1 0 0 0,1-1 0 0 0,0 1 0 0 0,0-1 0 0 0,0 0 0 0 0,0 0 0 0 0,1 0 0 0 0,-1 0-1 0 0,1 0 1 0 0,-1-1 0 0 0,1 1 0 0 0,-1-1 0 0 0,1 1 0 0 0,0-1 0 0 0,0 0 0 0 0,0 0 0 0 0,4 0 0 0 0,-4 0-67 0 0,1-1 1 0 0,0 0-1 0 0,0 0 1 0 0,0 0-1 0 0,-1-1 1 0 0,1 1-1 0 0,0-1 1 0 0,-1 0-1 0 0,1 0 1 0 0,0 0-1 0 0,-1 0 1 0 0,1-1-1 0 0,-1 1 1 0 0,0-1-1 0 0,1 0 1 0 0,-1 0-1 0 0,0 0 1 0 0,0-1-1 0 0,3-2 1 0 0,3-5-145 0 0,0 0 0 0 0,0-1 0 0 0,-1 1 0 0 0,0-2 0 0 0,-1 1 0 0 0,7-16 0 0 0,28-78-67 0 0,-27 65 293 0 0,100-238 1549 0 0,-90 233-499 0 0,-24 44-161 0 0,4 13-400 0 0,-2 2-376 0 0,-1 0-1 0 0,0-1 1 0 0,0 1 0 0 0,-2 23 0 0 0,-7 58 180 0 0,3-58-190 0 0,1 2-52 0 0,-13 105 96 0 0,-2 0-143 0 0,17-125-13 0 0,-3 18 79 0 0,16-52-24 0 0,-3-2-46 0 0,60-105-91 0 0,-52 96 27 0 0,1 0 0 0 0,32-34 0 0 0,-26 35 24 0 0,58-58-187 0 0,-72 74 192 0 0,1 1-1 0 0,0-1 0 0 0,0 2 1 0 0,1-1-1 0 0,0 2 0 0 0,16-7 1 0 0,-23 11 20 0 0,-1 1 0 0 0,1-1 0 0 0,0 1 1 0 0,0 0-1 0 0,1 0 0 0 0,-1 1 1 0 0,0-1-1 0 0,0 1 0 0 0,6 1 0 0 0,-9-1 6 0 0,-1 0 0 0 0,1 0 0 0 0,0 1 0 0 0,0-1 0 0 0,-1 1 0 0 0,1 0 0 0 0,0 0-1 0 0,-1-1 1 0 0,1 1 0 0 0,-1 0 0 0 0,1 0 0 0 0,-1 0 0 0 0,0 0 0 0 0,1 1 0 0 0,-1-1 0 0 0,0 0-1 0 0,0 1 1 0 0,1-1 0 0 0,-1 1 0 0 0,0-1 0 0 0,-1 1 0 0 0,1-1 0 0 0,0 1 0 0 0,0-1-1 0 0,-1 1 1 0 0,1 0 0 0 0,-1 0 0 0 0,1 3 0 0 0,0 3 4 0 0,0 1 1 0 0,-1-1-1 0 0,0 1 1 0 0,-1-1-1 0 0,0 1 1 0 0,0-1-1 0 0,-1 1 1 0 0,0-1-1 0 0,0 0 1 0 0,-1 0-1 0 0,0 0 1 0 0,-6 12-1 0 0,-2 0 6 0 0,-1 1 0 0 0,-1-2 0 0 0,-21 26 0 0 0,-4-1-261 0 0,-2-2-1 0 0,-2-1 1 0 0,-74 54 0 0 0,89-72-2321 0 0,40-30-4980 0 0,5-4 5250 0 0,4-3-115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185 522 7367 0 0,'16'-17'732'0'0,"20"-23"-394"0"0,-22 18 3248 0 0,-5-1 7186 0 0,-24 30-6235 0 0,12-6-3931 0 0,-16 8 440 0 0,0 1 0 0 0,-28 19 0 0 0,29-15-930 0 0,1 0 1 0 0,0 1-1 0 0,1 1 0 0 0,-22 26 1 0 0,38-41-119 0 0,-9 10 31 0 0,0 1-1 0 0,-13 24 0 0 0,20-33-56 0 0,1 0 0 0 0,0-1 0 0 0,0 1 0 0 0,0 0 0 0 0,0 0 0 0 0,0 0-1 0 0,0-1 1 0 0,1 1 0 0 0,-1 0 0 0 0,1 0 0 0 0,0 0 0 0 0,0 0 0 0 0,0 0 0 0 0,0 0 0 0 0,1 0 0 0 0,-1 0-1 0 0,1 0 1 0 0,-1 0 0 0 0,1 0 0 0 0,3 5 0 0 0,-3-7-22 0 0,0 0 0 0 0,0 0 0 0 0,0 0 0 0 0,0 0 0 0 0,0 0 0 0 0,0 0-1 0 0,1 0 1 0 0,-1 0 0 0 0,0-1 0 0 0,1 1 0 0 0,-1-1 0 0 0,0 1 0 0 0,1-1 0 0 0,-1 1 0 0 0,1-1 0 0 0,-1 0 0 0 0,1 0 0 0 0,-1 0-1 0 0,1 1 1 0 0,-1-1 0 0 0,1-1 0 0 0,-1 1 0 0 0,3 0 0 0 0,2-1-95 0 0,0 0 0 0 0,0-1-1 0 0,0 1 1 0 0,8-4 0 0 0,5-4-132 0 0,0-1 1 0 0,-1-1-1 0 0,0 0 1 0 0,0-1-1 0 0,19-18 1 0 0,-6 1-67 0 0,44-53 1 0 0,-55 60 257 0 0,-13 16 49 0 0,0-2 1 0 0,-1 1-1 0 0,0-1 1 0 0,0 1-1 0 0,8-17 0 0 0,-13 23 334 0 0,-3 3-207 0 0,0 1 1 0 0,0-1-1 0 0,0 1 1 0 0,1-1 0 0 0,-1 1-1 0 0,1 0 1 0 0,0 0-1 0 0,0-1 1 0 0,-1 5-1 0 0,2-6-65 0 0,-2 3 6 0 0,1 0 1 0 0,0 0-1 0 0,1 0 1 0 0,-1 0-1 0 0,1 0 0 0 0,-1 0 1 0 0,1 0-1 0 0,0 0 1 0 0,1 0-1 0 0,-1 0 0 0 0,1 0 1 0 0,0 0-1 0 0,0 0 1 0 0,0 0-1 0 0,0 0 0 0 0,1 0 1 0 0,-1-1-1 0 0,1 1 1 0 0,0 0-1 0 0,0-1 0 0 0,1 1 1 0 0,-1-1-1 0 0,1 0 1 0 0,-1 0-1 0 0,1 0 0 0 0,0 0 1 0 0,0-1-1 0 0,0 1 1 0 0,1-1-1 0 0,-1 1 0 0 0,1-1 1 0 0,-1 0-1 0 0,1-1 1 0 0,0 1-1 0 0,-1-1 0 0 0,1 1 1 0 0,0-1-1 0 0,0 0 1 0 0,7 0-1 0 0,0-1-23 0 0,0 0 0 0 0,0-1 0 0 0,-1-1 0 0 0,1 1-1 0 0,0-2 1 0 0,-1 0 0 0 0,0 0 0 0 0,1-1 0 0 0,-1 0 0 0 0,0 0 0 0 0,-1-1 0 0 0,16-11-1 0 0,-2-1 17 0 0,-1 0-1 0 0,-1-2 0 0 0,32-36 0 0 0,-34 32 0 0 0,-1-1 0 0 0,-1 0 0 0 0,20-39 1 0 0,33-86 107 0 0,-48 101-17 0 0,-4 0 129 0 0,-16 44-156 0 0,-1-1-1 0 0,1 1 1 0 0,-2-1-1 0 0,1 1 1 0 0,0-1-1 0 0,-1 0 1 0 0,0 1-1 0 0,0-9 1 0 0,-1 12 368 0 0,0 2-432 0 0,0-1 1 0 0,0 1-1 0 0,0 0 0 0 0,0-1 1 0 0,0 1-1 0 0,0 0 0 0 0,0 0 1 0 0,0 0-1 0 0,0 0 0 0 0,0 0 1 0 0,0 0-1 0 0,1 0 0 0 0,-1 0 1 0 0,0 0-1 0 0,0 2 0 0 0,0-2 2 0 0,-12 24 4 0 0,0 0 1 0 0,2 1 0 0 0,-11 37-1 0 0,0 0-7 0 0,-22 62-422 0 0,-41 94-850 0 0,74-199-79 0 0,-15 23 0 0 0,7-18-7201 0 0,11-15 378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6911 0 0,'2'-8'715'0'0,"-1"7"-464"0"0,-1-1-1 0 0,1 1 0 0 0,0-1 1 0 0,-1 1-1 0 0,1 0 1 0 0,0-1-1 0 0,0 1 1 0 0,0 0-1 0 0,2-2 1 0 0,-1 1 964 0 0,1-1 1 0 0,0 1 0 0 0,0 0-1 0 0,0 0 1 0 0,0 1-1 0 0,5-3 1 0 0,23-6 6688 0 0,-12 5-6476 0 0,-14 4-1892 0 0,49-9 1745 0 0,1 2 0 0 0,74-1 0 0 0,-120 9-1245 0 0,-1 0-1 0 0,1 1 1 0 0,0 0-1 0 0,0 0 1 0 0,-1 1-1 0 0,1 0 1 0 0,-1 0-1 0 0,1 1 1 0 0,-1 0-1 0 0,13 8 1 0 0,-16-9-24 0 0,0 1-1 0 0,-1 0 1 0 0,1 1 0 0 0,-1-1 0 0 0,0 1 0 0 0,0 0 0 0 0,0 0 0 0 0,-1 0-1 0 0,1 1 1 0 0,-1-1 0 0 0,0 1 0 0 0,0 0 0 0 0,-1 0 0 0 0,1 0-1 0 0,-1 0 1 0 0,0 0 0 0 0,2 11 0 0 0,-2-3-37 0 0,0 0-1 0 0,-1 1 1 0 0,-1-1 0 0 0,0 1-1 0 0,-1-1 1 0 0,0 0-1 0 0,-1 1 1 0 0,-1-1 0 0 0,-7 24-1 0 0,3-18-1587 0 0,-12 24-1 0 0,15-36 283 0 0</inkml:trace>
  <inkml:trace contextRef="#ctx0" brushRef="#br0" timeOffset="1">589 53 16127 0 0,'0'-8'1432'0'0,"1"-1"-1144"0"0,3 0-288 0 0,-1 1 0 0 0,5-9 8176 0 0,0 16-7504 0 0,3 2-376 0 0,1 4-680 0 0,1 3-128 0 0,0 2-32 0 0,0 1-8 0 0,1 2-1400 0 0,4 2-272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7:0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15 11519 0 0,'9'-15'15987'0'0,"-9"15"-15792"0"0,-10 1 2770 0 0,-13 7-2719 0 0,-6 6 196 0 0,1 2 0 0 0,1 1-1 0 0,-44 36 1 0 0,55-40-428 0 0,1 0-1 0 0,0 1 1 0 0,1 1-1 0 0,-17 22 1 0 0,27-31-13 0 0,-1 0 0 0 0,1 1 0 0 0,0 0 0 0 0,1 0 0 0 0,-1 0 0 0 0,2 0 0 0 0,-1 0 0 0 0,1 1 1 0 0,0 0-1 0 0,0-1 0 0 0,1 1 0 0 0,0 0 0 0 0,0 0 0 0 0,1 9 0 0 0,1-13-1 0 0,-1-1 1 0 0,1 0-1 0 0,0 0 0 0 0,0 1 1 0 0,0-1-1 0 0,0 0 0 0 0,0 0 0 0 0,1 0 1 0 0,-1 0-1 0 0,1 0 0 0 0,0 0 1 0 0,4 4-1 0 0,-2-3 0 0 0,1 1 0 0 0,-1-1 0 0 0,1-1 1 0 0,0 1-1 0 0,0-1 0 0 0,9 5 0 0 0,-2-3 0 0 0,0 0 0 0 0,0 0 0 0 0,1-2-1 0 0,0 1 1 0 0,-1-2 0 0 0,15 2 0 0 0,3-2 2 0 0,-1-2 1 0 0,1-1-1 0 0,-1-1 0 0 0,49-10 1 0 0,-18-1-1636 0 0,70-27-1 0 0,-115 33-8999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43 359 6447 0 0,'-2'-6'172'0'0,"0"-1"0"0"0,0 1 0 0 0,-1 0 0 0 0,1 0 0 0 0,-2 0 0 0 0,-3-7 0 0 0,-9-16 6522 0 0,15 27-6536 0 0,0 0 1 0 0,1 1 0 0 0,-1-1 0 0 0,1 0-1 0 0,-1 1 1 0 0,1-1 0 0 0,0 0 0 0 0,-1 1-1 0 0,1-1 1 0 0,0 0 0 0 0,0 0 0 0 0,0 1-1 0 0,1-1 1 0 0,-1 0 0 0 0,0 1 0 0 0,1-1-1 0 0,-1 0 1 0 0,1 1 0 0 0,0-4 0 0 0,1 3-64 0 0,0 0 0 0 0,-1-1 1 0 0,1 1-1 0 0,0 0 1 0 0,0 0-1 0 0,0 0 0 0 0,1 0 1 0 0,-1 0-1 0 0,0 0 1 0 0,5-2-1 0 0,2 0 153 0 0,0-1 1 0 0,1 2-1 0 0,-1 0 0 0 0,1 0 1 0 0,17-3-1 0 0,30-1 788 0 0,0 2-1 0 0,1 3 1 0 0,73 6 0 0 0,271-4 66 0 0,1-32-965 0 0,-187 12 117 0 0,686-52 1051 0 0,-365 43-461 0 0,-254 16-625 0 0,71 9-78 0 0,-128 4-111 0 0,76-1 62 0 0,30 0-3 0 0,-174-9 67 0 0,-145 9-108 0 0,0 1-36 0 0,-3 0-75 0 0,-9 0-10 0 0,0 0 0 0 0,-1 0-1 0 0,1 0 1 0 0,0 0-1 0 0,-1 0 1 0 0,1 1 0 0 0,0-1-1 0 0,-1 0 1 0 0,1 0-1 0 0,-1 0 1 0 0,1 1 0 0 0,0-1-1 0 0,-1 0 1 0 0,1 1-1 0 0,-1-1 1 0 0,1 1-1 0 0,-1-1 1 0 0,1 0 0 0 0,-1 1-1 0 0,0-1 1 0 0,1 1-1 0 0,-1-1 1 0 0,1 1 0 0 0,-1 0-1 0 0,0-1 1 0 0,1 1-1 0 0,-1-1 1 0 0,0 1 0 0 0,0 0-1 0 0,0-1 1 0 0,1 1-1 0 0,-1-1 1 0 0,0 1 0 0 0,0 0-1 0 0,0-1 1 0 0,0 1-1 0 0,0 0 1 0 0,0-1-1 0 0,0 1 1 0 0,0 0 0 0 0,0-1-1 0 0,-1 2 1 0 0,1 1-31 0 0,-1 18-1589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593 463 3679 0 0,'0'0'284'0'0,"1"-1"-186"0"0,0-1-96 0 0,1 0-1 0 0,-1 0 1 0 0,1 0 0 0 0,-1 1-1 0 0,1-1 1 0 0,0 0 0 0 0,0 1 0 0 0,-1-1-1 0 0,1 1 1 0 0,0 0 0 0 0,0 0 0 0 0,0-1-1 0 0,3 0 1 0 0,30-6-52 0 0,-29 7 109 0 0,-1 0 0 0 0,1 0 0 0 0,-1-1-1 0 0,1 1 1 0 0,-1-1 0 0 0,0 0 0 0 0,7-4 0 0 0,-11 5-1 0 0,0 0-1 0 0,0 0 1 0 0,0 1 0 0 0,0-1-1 0 0,0 0 1 0 0,0 0-1 0 0,-1 0 1 0 0,1 0 0 0 0,0 0-1 0 0,-1 0 1 0 0,1 0-1 0 0,-1-1 1 0 0,1 1 0 0 0,-1 0-1 0 0,1 0 1 0 0,-1 0-1 0 0,0 0 1 0 0,1-1 0 0 0,-1 1-1 0 0,0 0 1 0 0,0 0-1 0 0,0-1 1 0 0,0 1 0 0 0,0 0-1 0 0,0 0 1 0 0,-1-1-1 0 0,1 1 1 0 0,0 0 0 0 0,0 0-1 0 0,-1 0 1 0 0,1-1-1 0 0,-1 1 1 0 0,1 0 0 0 0,-2-2-1 0 0,-3-4 298 0 0,1-1 0 0 0,-1 1 0 0 0,-12-13 1 0 0,8 11 352 0 0,-4-8 902 0 0,1 1 0 0 0,0-2 0 0 0,2 0 0 0 0,0 0 0 0 0,0-1 0 0 0,2 0 0 0 0,-7-24 0 0 0,11 33-1177 0 0,0-7 568 0 0,-2 1 0 0 0,0 0 0 0 0,-1 1 0 0 0,-14-25 0 0 0,19 37-867 0 0,1 0 0 0 0,-1 0 0 0 0,-1 1 1 0 0,1-1-1 0 0,0 0 0 0 0,-1 1 0 0 0,1 0 1 0 0,-1-1-1 0 0,0 1 0 0 0,0 0 0 0 0,1 0 1 0 0,-1 1-1 0 0,-1-1 0 0 0,1 1 0 0 0,0-1 1 0 0,0 1-1 0 0,0 0 0 0 0,-1 0 1 0 0,1 1-1 0 0,-1-1 0 0 0,1 0 0 0 0,-1 1 1 0 0,1 0-1 0 0,0 0 0 0 0,-1 0 0 0 0,1 0 1 0 0,-1 1-1 0 0,1 0 0 0 0,-5 1 0 0 0,-3 1-19 0 0,1 1-1 0 0,0 1 1 0 0,0 0 0 0 0,1 0-1 0 0,0 1 1 0 0,0 0-1 0 0,-16 14 1 0 0,-51 59 217 0 0,74-76-323 0 0,-32 36 68 0 0,2 2 0 0 0,2 1 1 0 0,2 1-1 0 0,2 2 0 0 0,-25 57 0 0 0,37-69-82 0 0,1 1 0 0 0,3 0-1 0 0,0 1 1 0 0,2 0 0 0 0,2 0 0 0 0,1 1-1 0 0,2 0 1 0 0,2 50 0 0 0,1-76-9 0 0,1-1 1 0 0,0 1-1 0 0,1-1 1 0 0,0 0 0 0 0,0 1-1 0 0,1-1 1 0 0,0 0-1 0 0,1 0 1 0 0,0-1 0 0 0,6 9-1 0 0,-6-11-53 0 0,0 0 0 0 0,0 0-1 0 0,1-1 1 0 0,0 0-1 0 0,1 0 1 0 0,-1 0 0 0 0,1-1-1 0 0,0 1 1 0 0,0-1 0 0 0,0-1-1 0 0,0 1 1 0 0,1-1-1 0 0,12 4 1 0 0,-8-4-611 0 0,0 0 0 0 0,0-1 0 0 0,0-1 0 0 0,0 1 0 0 0,1-2 0 0 0,-1 0 0 0 0,0 0 0 0 0,1-1 0 0 0,-1 0 0 0 0,16-5-1 0 0,1 0-1626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35 16127 0 0,'-1'-12'-1434'0'0,"0"1"3417"0"0,-1-1 7781 0 0,-9 32-4414 0 0,-5 25-5166 0 0,2-1 1 0 0,-9 50-1 0 0,-11 95 216 0 0,-3 103-467 0 0,37-231-2959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0 426 17503 0 0,'2'0'7851'0'0,"30"8"-4929"0"0,47 3 1 0 0,-54-9-2631 0 0,0-1 0 0 0,0-1 1 0 0,1-1-1 0 0,44-9 0 0 0,51-25-492 0 0,-90 24 255 0 0,1 2-1 0 0,0 1 1 0 0,63-8 0 0 0,-94 16-54 0 0,0 0-1 0 0,0 0 1 0 0,1 0-1 0 0,-1 0 1 0 0,0 0-1 0 0,0 0 1 0 0,1 0 0 0 0,-1 0-1 0 0,0 1 1 0 0,0-1-1 0 0,0 0 1 0 0,0 1-1 0 0,1-1 1 0 0,-1 1 0 0 0,0-1-1 0 0,0 1 1 0 0,0 0-1 0 0,0-1 1 0 0,0 1-1 0 0,0 0 1 0 0,0 0 0 0 0,-1 0-1 0 0,3 2 1 0 0,-2-1 1 0 0,0-1 0 0 0,-1 1 1 0 0,1 0-1 0 0,-1 1 0 0 0,1-1 1 0 0,-1 0-1 0 0,1 0 0 0 0,-1 0 1 0 0,0 0-1 0 0,0 0 0 0 0,0 0 1 0 0,-1 4-1 0 0,-1 5 9 0 0,0 1 0 0 0,-2-1 0 0 0,-7 20 0 0 0,-25 52-11 0 0,13-30 0 0 0,-27 88 0 0 0,49-131 0 0 0,1-9 0 0 0,0-1 0 0 0,1 1 0 0 0,-1-1 0 0 0,0 1 0 0 0,0-1 0 0 0,1 1 0 0 0,-1-1 0 0 0,0 0 0 0 0,0 1 0 0 0,1-1 0 0 0,-1 0 0 0 0,1 1 0 0 0,-1-1 0 0 0,0 0 0 0 0,1 1 0 0 0,-1-1 0 0 0,1 0 0 0 0,-1 0 0 0 0,1 1 0 0 0,-1-1 0 0 0,0 0 0 0 0,1 0 0 0 0,-1 0 0 0 0,1 0 0 0 0,-1 0 0 0 0,2 1 0 0 0,-1-2 0 0 0,0 1 0 0 0,1 0 0 0 0,-1 0 0 0 0,1 0 0 0 0,-1-1 0 0 0,0 1 0 0 0,1-1 0 0 0,-1 1 0 0 0,2-2 0 0 0,2-1 0 0 0,0 0 0 0 0,0-1 0 0 0,6-5 0 0 0,3-6 0 0 0,0 1 0 0 0,-2-2 0 0 0,15-20 0 0 0,27-56 0 0 0,-16 27 0 0 0,-37 63 0 0 0,98-145-144 0 0,-99 147 144 0 0,0 1 0 0 0,0-1 0 0 0,0 0 0 0 0,0 0 0 0 0,0 0 0 0 0,0 0 0 0 0,0 0 0 0 0,0 0 0 0 0,0 1 0 0 0,0-1 0 0 0,0 0 0 0 0,0 0 0 0 0,0 0 0 0 0,0 0 0 0 0,0 0 0 0 0,0 0 0 0 0,0 1 0 0 0,0-1 0 0 0,0 0 0 0 0,0 0 0 0 0,0 0 0 0 0,0 0 0 0 0,0 0 0 0 0,0 0 0 0 0,0 0 0 0 0,1 1 0 0 0,-1-1 0 0 0,0 0 0 0 0,0 0 0 0 0,0 0 0 0 0,0 0 0 0 0,0 0 0 0 0,0 0 0 0 0,0 0 0 0 0,1 0 0 0 0,-1 0 0 0 0,0 0 0 0 0,0 0 0 0 0,0 0 0 0 0,0 0 0 0 0,0 0 0 0 0,0 0 0 0 0,1 0 0 0 0,-1 0 0 0 0,0 0 0 0 0,0 0 0 0 0,0 0 0 0 0,0 0 0 0 0,0 0 0 0 0,0 0 0 0 0,1 0 0 0 0,-1 0 0 0 0,0 0 0 0 0,0 0 0 0 0,0 0 0 0 0,0 0 0 0 0,0 0 0 0 0,0 0 0 0 0,0 0 0 0 0,1-1 0 0 0,-1 1 0 0 0,0 0 0 0 0,0 0 0 0 0,0 13 0 0 0,0-13 0 0 0,-11 93 39 0 0,6-69-25 0 0,2 0 0 0 0,1 0-1 0 0,0 0 1 0 0,4 43 0 0 0,-1-64-93 0 0,-1-1 0 0 0,1 1 0 0 0,-1 0 1 0 0,1 0-1 0 0,0-1 0 0 0,0 1 0 0 0,0 0 0 0 0,0-1 0 0 0,1 1 1 0 0,-1-1-1 0 0,1 0 0 0 0,-1 1 0 0 0,1-1 0 0 0,0 0 0 0 0,0 0 0 0 0,0 0 1 0 0,0 0-1 0 0,0 0 0 0 0,4 2 0 0 0,-3-3-224 0 0,0 0 0 0 0,-1 0 1 0 0,1 0-1 0 0,-1 0 0 0 0,1-1 0 0 0,0 1 0 0 0,-1-1 1 0 0,1 0-1 0 0,0 0 0 0 0,0 0 0 0 0,-1 0 0 0 0,1 0 1 0 0,0-1-1 0 0,-1 1 0 0 0,1-1 0 0 0,0 0 0 0 0,-1 0 1 0 0,1 0-1 0 0,-1 0 0 0 0,5-2 0 0 0,-1-1-537 0 0,0 0 0 0 0,-1 0 0 0 0,1 0 0 0 0,-1-1 0 0 0,0 1 0 0 0,-1-1 0 0 0,1 0-1 0 0,-1-1 1 0 0,0 1 0 0 0,0-1 0 0 0,4-7 0 0 0,3-10-1243 0 0,14-41-1 0 0,-11 26 2030 0 0,22-49 2688 0 0,-9 30 10493 0 0,-27 59-11622 0 0,0 8-998 0 0,0 0 0 0 0,0 0-1 0 0,-1 0 1 0 0,-1 0 0 0 0,0-1 0 0 0,-3 11 0 0 0,-2 10-80 0 0,-8 79 170 0 0,14-95-524 0 0,1 0 0 0 0,0 0-1 0 0,1 0 1 0 0,1 0-1 0 0,5 25 1 0 0,-7-39-73 0 0,1 1 0 0 0,-1 0 0 0 0,0 0 0 0 0,0-1 0 0 0,0 1 0 0 0,1 0 0 0 0,-1-1 0 0 0,0 1 0 0 0,1 0 0 0 0,-1-1 0 0 0,1 1 0 0 0,-1 0 0 0 0,1-1 0 0 0,-1 1 0 0 0,1-1 0 0 0,0 2 0 0 0,5-3 0 0 0,-6 1 0 0 0,3 0-2 0 0,0-1 1 0 0,0 1-1 0 0,0-1 0 0 0,-1 0 1 0 0,1 0-1 0 0,0 0 0 0 0,-1 0 1 0 0,1-1-1 0 0,-1 1 0 0 0,1-1 0 0 0,-1 1 1 0 0,0-1-1 0 0,0 0 0 0 0,0 0 1 0 0,0 0-1 0 0,0 0 0 0 0,0 0 1 0 0,2-3-1 0 0,2-3-6 0 0,0-1 0 0 0,-1 0 0 0 0,8-15 0 0 0,57-145-168 0 0,24-47 45 0 0,-93 213 127 0 0,24-47-31 0 0,1 1 0 0 0,38-51 0 0 0,-63 99 38 0 0,-1 1-1 0 0,0-1 1 0 0,0 1-1 0 0,1-1 1 0 0,-1 1-1 0 0,1-1 1 0 0,-1 1 0 0 0,0-1-1 0 0,1 1 1 0 0,-1-1-1 0 0,1 1 1 0 0,-1 0-1 0 0,1-1 1 0 0,-1 1 0 0 0,1 0-1 0 0,-1 0 1 0 0,1-1-1 0 0,0 1 1 0 0,-1 0-1 0 0,1 0 1 0 0,-1 0 0 0 0,1-1-1 0 0,1 1 1 0 0,-2 1 4 0 0,1-1 0 0 0,-1 0 0 0 0,1 1 0 0 0,-1-1 0 0 0,0 0 0 0 0,1 1 0 0 0,-1-1 0 0 0,1 1 0 0 0,-1-1 0 0 0,0 1 0 0 0,1-1 0 0 0,-1 1 0 0 0,0-1 0 0 0,0 1 0 0 0,1-1 0 0 0,-1 1 0 0 0,0-1 0 0 0,0 1 0 0 0,0 1 0 0 0,2 5 75 0 0,-1 1 0 0 0,0 14 0 0 0,-1-18-74 0 0,-1 80-3 0 0,-12 89 0 0 0,0-27 5 0 0,11-109-8 0 0,-8 99 1 0 0,7-108-3 0 0,-2 1-1 0 0,-14 45 1 0 0,19-74 0 0 0,0 0 0 0 0,0 0 0 0 0,0 0 0 0 0,-1 0 0 0 0,1 0 0 0 0,0 0 0 0 0,0-1 0 0 0,0 1 0 0 0,0 0 0 0 0,0 0 0 0 0,0 0 0 0 0,0 0 0 0 0,0 0 0 0 0,0 0 0 0 0,-1 0 0 0 0,1 0 0 0 0,0 0 0 0 0,0 0 0 0 0,0 0 0 0 0,0 0 0 0 0,0 0 0 0 0,0 0 0 0 0,-1-1 0 0 0,1 1 0 0 0,0 0 0 0 0,0 0 0 0 0,0 0 0 0 0,0 0 0 0 0,0 0 0 0 0,0 0 0 0 0,-1 1 0 0 0,1-1 0 0 0,0 0 0 0 0,0 0 0 0 0,0 0 0 0 0,0 0 0 0 0,0 0 0 0 0,0 0 0 0 0,-1 0 0 0 0,1 0 0 0 0,0 0 0 0 0,0 0 0 0 0,0 0 0 0 0,0 0 0 0 0,0 0 0 0 0,0 0 0 0 0,0 1 0 0 0,0-1 0 0 0,-1 0 0 0 0,1 0 0 0 0,0 0 0 0 0,0 0 0 0 0,-2-11 0 0 0,2 1 0 0 0,0 0 1 0 0,1 0-1 0 0,1 0 1 0 0,-1 1-1 0 0,1-1 0 0 0,1 0 1 0 0,4-10-1 0 0,31-65-14 0 0,-36 81 12 0 0,11-20-20 0 0,0 1 0 0 0,2 0 1 0 0,0 1-1 0 0,2 0 1 0 0,0 1-1 0 0,1 1 0 0 0,1 1 1 0 0,33-25-1 0 0,-47 41 22 0 0,-1-1 0 0 0,2 2 0 0 0,-1-1 0 0 0,0 0 0 0 0,0 1 0 0 0,1 0 0 0 0,0 0 0 0 0,7-1 0 0 0,-11 3 0 0 0,-1 0 0 0 0,0-1 0 0 0,1 1 0 0 0,-1 0 0 0 0,0 0 0 0 0,1 0 0 0 0,-1 0 0 0 0,0 0 0 0 0,0 1 0 0 0,1-1 0 0 0,-1 0 0 0 0,0 0 0 0 0,1 1 0 0 0,-1-1 0 0 0,0 1 0 0 0,0-1 0 0 0,0 1 0 0 0,0 0 0 0 0,1-1 0 0 0,-1 1 0 0 0,0 0 0 0 0,0 0 0 0 0,0 0 0 0 0,0 0 0 0 0,-1 0 0 0 0,1 0 0 0 0,0 0 0 0 0,0 0 0 0 0,-1 0 0 0 0,1 0 0 0 0,0 0 0 0 0,-1 1 0 0 0,1-1 0 0 0,-1 0 0 0 0,1 0 0 0 0,-1 1 0 0 0,0-1 0 0 0,0 0 0 0 0,0 0 0 0 0,1 1 0 0 0,-1-1 0 0 0,0 2 0 0 0,0 6 4 0 0,-1 1 0 0 0,0-1 0 0 0,0 1-1 0 0,0-1 1 0 0,-1 0 0 0 0,-1 0 0 0 0,-3 11 0 0 0,-31 61 110 0 0,14-34-107 0 0,10-14-39 0 0,3-9-96 0 0,-1 0 0 0 0,-1-1-1 0 0,-1 0 1 0 0,-16 23 0 0 0,28-45-214 0 0,10-13-5823 0 0,2-4 3232 0 0,3-5-5450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54 2303 0 0,'0'0'5'0'0,"5"-7"198"0"0,-1 0 1 0 0,1-1-1 0 0,8-23 25029 0 0,-11 36-24812 0 0,-1 0 1 0 0,1 0 0 0 0,-1 0-1 0 0,-1 0 1 0 0,1 0 0 0 0,-1 7-1 0 0,1 4-107 0 0,1 2-216 0 0,-2-1 0 0 0,0 0 0 0 0,-1 1-1 0 0,0-1 1 0 0,-5 20 0 0 0,-26 83-463 0 0,24-94 68 0 0,-6 19-636 0 0,4-18-2865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2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22807 0 0,'3'-8'2063'0'0,"0"3"-1715"0"0,0 1 0 0 0,0-1 0 0 0,0 1 0 0 0,0 0 1 0 0,1 0-1 0 0,0 0 0 0 0,0 0 0 0 0,0 1 0 0 0,0-1 0 0 0,0 1 1 0 0,1 0-1 0 0,-1 0 0 0 0,9-3 0 0 0,-11 5-148 0 0,1 0 0 0 0,-1 0 0 0 0,0 1 0 0 0,1-1 1 0 0,-1 1-1 0 0,1-1 0 0 0,-1 1 0 0 0,1 0 0 0 0,-1 0 0 0 0,1 0 0 0 0,0 0 0 0 0,-1 1 1 0 0,0-1-1 0 0,1 1 0 0 0,-1-1 0 0 0,5 2 0 0 0,-5 0-248 0 0,0-1 1 0 0,1 0-1 0 0,-1 1 1 0 0,0 0-1 0 0,0-1 1 0 0,0 1-1 0 0,0 0 0 0 0,-1 0 1 0 0,1 0-1 0 0,0 0 1 0 0,2 4-1 0 0,-1 0 58 0 0,-1 1 1 0 0,1-1-1 0 0,-1 0 0 0 0,0 1 0 0 0,0 0 1 0 0,-1-1-1 0 0,0 1 0 0 0,0 0 1 0 0,0 11-1 0 0,-2 9 33 0 0,-4 27 1 0 0,4-42-42 0 0,-23 163-2 0 0,14-114 0 0 0,9-47 0 0 0,3-7 0 0 0,2-10 0 0 0,4-9 0 0 0,110-209-67 0 0,-58 124-167 0 0,-47 79 110 0 0,0 1-1 0 0,1 1 0 0 0,21-19 0 0 0,-29 30 46 0 0,-2 15 6 0 0,-3-1 92 0 0,-1 0-1 0 0,0 0 1 0 0,0 1 0 0 0,0-1 0 0 0,-1 0-1 0 0,-3 12 1 0 0,-2 24 55 0 0,6-30-62 0 0,0 1 0 0 0,1-1-1 0 0,1 0 1 0 0,0 0 0 0 0,1 0-1 0 0,0 0 1 0 0,8 19 0 0 0,-9-28-9 0 0,0-1 0 0 0,0 0 0 0 0,1 0 1 0 0,-1-1-1 0 0,1 1 0 0 0,0-1 0 0 0,1 1 0 0 0,-1-1 1 0 0,1 0-1 0 0,0 0 0 0 0,0 0 0 0 0,0-1 1 0 0,0 1-1 0 0,1-1 0 0 0,0 0 0 0 0,-1-1 0 0 0,1 1 1 0 0,0-1-1 0 0,0 0 0 0 0,0 0 0 0 0,1 0 1 0 0,-1-1-1 0 0,9 2 0 0 0,-4-2-3 0 0,0-1 0 0 0,1 1 0 0 0,-1-2 0 0 0,0 0 0 0 0,0 0 0 0 0,0-1 0 0 0,0 0 0 0 0,13-5 0 0 0,-9 2 0 0 0,0-1 0 0 0,0-1 0 0 0,-1 0 0 0 0,0-1 0 0 0,13-10 0 0 0,-1-3 0 0 0,0-1 0 0 0,-1-2 0 0 0,-1 0 0 0 0,27-39 0 0 0,-42 52-12 0 0,0-1-1 0 0,9-17 1 0 0,-15 24 7 0 0,0 1 0 0 0,0-1 0 0 0,0 0 0 0 0,-1 1 0 0 0,0-1 1 0 0,0 0-1 0 0,0 0 0 0 0,0 0 0 0 0,-1 0 0 0 0,0-6 0 0 0,0 9 3 0 0,0 0-1 0 0,-1 0 1 0 0,1 1 0 0 0,0-1-1 0 0,-1 0 1 0 0,0 1-1 0 0,1-1 1 0 0,-1 0-1 0 0,0 1 1 0 0,0-1-1 0 0,0 1 1 0 0,0-1 0 0 0,0 1-1 0 0,0 0 1 0 0,0-1-1 0 0,-1 1 1 0 0,1 0-1 0 0,0 0 1 0 0,-1 0-1 0 0,1 0 1 0 0,-1 0 0 0 0,1 0-1 0 0,-1 0 1 0 0,0 0-1 0 0,1 1 1 0 0,-1-1-1 0 0,0 1 1 0 0,1-1-1 0 0,-1 1 1 0 0,0 0-1 0 0,0-1 1 0 0,1 1 0 0 0,-1 0-1 0 0,-4 0 1 0 0,-1 1 7 0 0,1-1-1 0 0,-1 1 1 0 0,0 0 0 0 0,0 1 0 0 0,0-1 0 0 0,1 1 0 0 0,-12 5 0 0 0,3 1 20 0 0,1 0 0 0 0,0 1 0 0 0,0 0 0 0 0,1 1 0 0 0,0 1 0 0 0,1 0 0 0 0,0 0 0 0 0,-16 22 0 0 0,21-23-13 0 0,1-1 1 0 0,0 1 0 0 0,0 0 0 0 0,1 1 0 0 0,-7 17 0 0 0,10-20-6 0 0,0-1 0 0 0,0 0-1 0 0,1 1 1 0 0,0-1 0 0 0,0 1-1 0 0,1-1 1 0 0,0 1 0 0 0,0 0-1 0 0,2 9 1 0 0,-1-13-5 0 0,0 1 1 0 0,1-1-1 0 0,-1 0 1 0 0,1 0-1 0 0,-1 0 1 0 0,1 0-1 0 0,0 0 1 0 0,1 0-1 0 0,-1 0 0 0 0,1-1 1 0 0,0 1-1 0 0,5 5 1 0 0,-3-5-34 0 0,0 1 0 0 0,1-2 0 0 0,-1 1 1 0 0,1 0-1 0 0,0-1 0 0 0,0 0 0 0 0,12 4 1 0 0,-6-4-117 0 0,0 0 1 0 0,0-1 0 0 0,0 0 0 0 0,0 0-1 0 0,0-2 1 0 0,1 1 0 0 0,-1-2 0 0 0,23-2-1 0 0,-18-1-446 0 0,-1 0 0 0 0,1-1 0 0 0,-1-1 1 0 0,0 0-1 0 0,-1-1 0 0 0,0-1 0 0 0,0 0 0 0 0,0-1 0 0 0,-1-1 0 0 0,15-13 0 0 0,0-3-1202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7831 0 0,'-7'-5'16060'0'0,"7"6"-15741"0"0,1 0 0 0 0,-1 1-1 0 0,0-1 1 0 0,0 0 0 0 0,1 1-1 0 0,-1-1 1 0 0,1 0 0 0 0,-1 0-1 0 0,1 0 1 0 0,0 1 0 0 0,0 0-1 0 0,20 21 1280 0 0,-10-11-1056 0 0,40 51 162 0 0,-3 2 0 0 0,-3 2 0 0 0,67 133 0 0 0,-85-139-671 0 0,33 105 0 0 0,-50-130-27 0 0,-1 1 0 0 0,-3 0 0 0 0,0 0 0 0 0,-1 55 0 0 0,-5-76-109 0 0,-1 1 1 0 0,0-1-1 0 0,-2 0 0 0 0,0 1 1 0 0,-1-1-1 0 0,0-1 0 0 0,-1 1 1 0 0,-1-1-1 0 0,-1 0 0 0 0,-16 29 1 0 0,16-34-10 0 0,0 0 1 0 0,0-1-1 0 0,-1 0 0 0 0,0 0 1 0 0,-1 0-1 0 0,0-1 1 0 0,0-1-1 0 0,-1 1 0 0 0,0-2 1 0 0,0 1-1 0 0,-1-1 1 0 0,0-1-1 0 0,0 0 1 0 0,0 0-1 0 0,-18 4 0 0 0,-23 2-2678 0 0,25-9 1359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43 28767 0 0,'-23'-10'1280'0'0,"17"5"256"0"0,-1 1-624 0 0,17-1-720 0 0,3 0-192 0 0,3 2 0 0 0,4-2 0 0 0,2 2 64 0 0,4 1-536 0 0,2 2-104 0 0,3 0-16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6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13359 0 0,'0'0'612'0'0,"0"-1"-14"0"0,3-11 9500 0 0,-2 15-8602 0 0,6 13-674 0 0,-1 2 0 0 0,-1-1 0 0 0,-1 0-1 0 0,3 23 1 0 0,4 74-304 0 0,-7-53-78 0 0,2 12-328 0 0,17 145 474 0 0,-16-171-463 0 0,2-1-1 0 0,26 73 0 0 0,-17-78-58 0 0,-12-34-64 0 0,2-5 0 0 0,0-5 0 0 0,-6 1 0 0 0,0 1 0 0 0,0-1 0 0 0,-1 0 0 0 0,1 0-1 0 0,-1 0 1 0 0,1 0 0 0 0,-1 0 0 0 0,0 0 0 0 0,0 0 0 0 0,0 0 0 0 0,0-1 0 0 0,0 1 0 0 0,0-4-1 0 0,6-35 24 0 0,-5 28 9 0 0,20-157-20 0 0,14-93-13 0 0,-33 246 1 0 0,-1 0 0 0 0,2 1 0 0 0,5-18 0 0 0,-9 34 0 0 0,0 0 0 0 0,0-1 0 0 0,0 1 0 0 0,0 0 0 0 0,0 0 0 0 0,0 0 0 0 0,0-1 0 0 0,0 1 0 0 0,0 0 0 0 0,0 0 0 0 0,0-1 0 0 0,0 1 0 0 0,0 0 0 0 0,1 0 0 0 0,-1 0 0 0 0,0-1 0 0 0,0 1 0 0 0,0 0 0 0 0,0 0 0 0 0,1 0 0 0 0,-1 0 0 0 0,0 0 0 0 0,0-1 0 0 0,0 1 0 0 0,0 0 0 0 0,1 0 0 0 0,-1 0 0 0 0,0 0 0 0 0,0 0 0 0 0,1 0 0 0 0,-1 0 0 0 0,0 0 0 0 0,1-1 0 0 0,0 3 0 0 0,1-1 0 0 0,0 0 0 0 0,0 1 0 0 0,-1-1 0 0 0,1 1 0 0 0,-1-1 0 0 0,1 1 0 0 0,-1 0 0 0 0,0-1 0 0 0,1 1 0 0 0,-1 0 0 0 0,1 3 0 0 0,13 27 0 0 0,-15-32 0 0 0,48 127 0 0 0,0 3 0 0 0,-37-105 0 0 0,1-1 0 0 0,1 0 0 0 0,16 23 0 0 0,-20-35 0 0 0,1 0 0 0 0,0-1 0 0 0,0 0-1 0 0,1 0 1 0 0,20 14 0 0 0,-26-22 0 0 0,0 0 0 0 0,0 0 1 0 0,0 0-1 0 0,0-1 0 0 0,1 0 0 0 0,-1 0 0 0 0,0 0 0 0 0,7 1 1 0 0,-9-3-1 0 0,1 0 1 0 0,-1 1 0 0 0,0-1-1 0 0,1-1 1 0 0,-1 1 0 0 0,0 0-1 0 0,1-1 1 0 0,-1 0 0 0 0,0 1-1 0 0,1-1 1 0 0,-1 0 0 0 0,0-1-1 0 0,0 1 1 0 0,5-3 0 0 0,-5 1 10 0 0,0 1 0 0 0,0-1 0 0 0,0 0 0 0 0,0 0 1 0 0,0 0-1 0 0,-1 0 0 0 0,1 0 0 0 0,-1 0 0 0 0,0-1 0 0 0,0 1 1 0 0,0-1-1 0 0,-1 0 0 0 0,2-3 0 0 0,2-9 24 0 0,5-29 0 0 0,-8 38-36 0 0,8-58 60 0 0,4-103 0 0 0,-14-67-80 0 0,-2 197-848 0 0,-2 1 0 0 0,-9-42-1 0 0,15 90-6234 0 0,1 6-1541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7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75 312 1839 0 0,'2'-1'650'0'0,"4"-2"1326"0"0,-1 0 0 0 0,1-1 0 0 0,-1 1 0 0 0,0-1 1 0 0,0 0-1 0 0,0 0 0 0 0,7-10 0 0 0,-2 3 487 0 0,-1-2 0 0 0,10-16 2224 0 0,-28 36-3439 0 0,-4 6-1044 0 0,0 0 0 0 0,1 0 0 0 0,0 1 0 0 0,1 1 0 0 0,1-1 0 0 0,-14 26 0 0 0,12-16 83 0 0,0 1 0 0 0,2 1 0 0 0,-12 44 0 0 0,21-67-288 0 0,0 0 0 0 0,1 0 0 0 0,-1 0 0 0 0,1 0 0 0 0,0 0 0 0 0,0 0 0 0 0,0 0 0 0 0,0 0 0 0 0,0 0 0 0 0,1 0-1 0 0,0 0 1 0 0,-1 0 0 0 0,3 5 0 0 0,-2-7-15 0 0,0 0-1 0 0,0 0 0 0 0,1-1 0 0 0,-1 1 1 0 0,0 0-1 0 0,0-1 0 0 0,1 1 0 0 0,-1-1 1 0 0,0 1-1 0 0,1-1 0 0 0,-1 0 0 0 0,0 0 1 0 0,1 0-1 0 0,-1 0 0 0 0,0 0 0 0 0,1 0 1 0 0,-1 0-1 0 0,3 0 0 0 0,-2 0-10 0 0,4-1-13 0 0,0 0-1 0 0,0 0 1 0 0,0 0-1 0 0,0-1 1 0 0,0 1-1 0 0,0-2 1 0 0,0 1-1 0 0,-1 0 1 0 0,1-1-1 0 0,9-7 1 0 0,-7 5-87 0 0,-1-2 0 0 0,0 1 1 0 0,0-1-1 0 0,0 0 0 0 0,-1 0 1 0 0,8-13-1 0 0,-5 7-13 0 0,-2 0 0 0 0,0-1 0 0 0,0 0 0 0 0,-2 0 0 0 0,0-1 0 0 0,0 1 0 0 0,-1-1 0 0 0,3-25 0 0 0,-7-24 533 0 0,0 63 166 0 0,2 1-495 0 0,2 3-53 0 0,1 0 1 0 0,-1 0-1 0 0,0 0 0 0 0,1 0 0 0 0,-2 0 1 0 0,1 1-1 0 0,0 0 0 0 0,-1 0 0 0 0,1 0 1 0 0,-1 0-1 0 0,0 1 0 0 0,-1-1 0 0 0,1 1 1 0 0,-1-1-1 0 0,0 1 0 0 0,0 0 1 0 0,3 10-1 0 0,-1 1 20 0 0,-1 0 1 0 0,0 0-1 0 0,-1 0 1 0 0,0 26-1 0 0,4 90 476 0 0,-7-125-411 0 0,1-14-35 0 0,19-88-113 0 0,-8 39-24 0 0,19-61 0 0 0,-19 82 42 0 0,3 0 0 0 0,0 1 0 0 0,2 1 0 0 0,2 0 0 0 0,33-47 0 0 0,-47 75 64 0 0,0 0 1 0 0,1 0-1 0 0,-1 1 0 0 0,1-1 0 0 0,0 1 0 0 0,10-7 1 0 0,-13 10-24 0 0,-1 1 1 0 0,0-1 0 0 0,0 1 0 0 0,1-1-1 0 0,-1 1 1 0 0,0-1 0 0 0,1 1 0 0 0,-1-1-1 0 0,0 1 1 0 0,1 0 0 0 0,-1 0-1 0 0,1 0 1 0 0,-1 0 0 0 0,0 0 0 0 0,1 0-1 0 0,-1 0 1 0 0,1 0 0 0 0,-1 1 0 0 0,0-1-1 0 0,1 1 1 0 0,-1-1 0 0 0,0 1-1 0 0,1-1 1 0 0,-1 1 0 0 0,0-1 0 0 0,0 1-1 0 0,0 0 1 0 0,0 0 0 0 0,1 0 0 0 0,-1 0-1 0 0,0 0 1 0 0,0 0 0 0 0,-1 0-1 0 0,1 0 1 0 0,0 0 0 0 0,0 0 0 0 0,0 2-1 0 0,3 4 80 0 0,0 0-1 0 0,-1 0 0 0 0,0 0 0 0 0,0 0 1 0 0,-1 1-1 0 0,3 13 0 0 0,3 50 265 0 0,-5-34-196 0 0,9 140-125 0 0,2 9-43 0 0,-14-181-211 0 0,0 0 0 0 0,1 0 1 0 0,0-1-1 0 0,0 1 0 0 0,0 0 0 0 0,1 0 1 0 0,-1-1-1 0 0,1 1 0 0 0,0-1 0 0 0,0 0 0 0 0,5 6 1 0 0,-7-9 73 0 0,1-1 0 0 0,0 0 0 0 0,0 0 0 0 0,0 0 0 0 0,0 0 0 0 0,0-1 0 0 0,0 1 1 0 0,0 0-1 0 0,0 0 0 0 0,0 0 0 0 0,0-1 0 0 0,0 1 0 0 0,0-1 0 0 0,0 1 0 0 0,0-1 0 0 0,-1 1 0 0 0,1-1 1 0 0,1 0-1 0 0,-2 1 50 0 0,5-4-334 0 0,-1 1-1 0 0,-1-1 1 0 0,1 1 0 0 0,0-1 0 0 0,-1 0-1 0 0,0 0 1 0 0,0-1 0 0 0,3-4 0 0 0,18-42-1490 0 0,-18 38 1632 0 0,45-117-1517 0 0,-43 102 2845 0 0,6-34 0 0 0,-14 60-682 0 0,1 1 1 0 0,-1-1 0 0 0,0 0-1 0 0,0 0 1 0 0,0 0 0 0 0,0 0-1 0 0,0 0 1 0 0,0 0 0 0 0,-1 0-1 0 0,0-3 1 0 0,1 5-227 0 0,0-1 0 0 0,0 1-1 0 0,0 0 1 0 0,-1 0 0 0 0,1-1 0 0 0,0 1 0 0 0,0 0 0 0 0,-1-1 0 0 0,1 1-1 0 0,0 0 1 0 0,0 0 0 0 0,-1 0 0 0 0,1-1 0 0 0,0 1 0 0 0,-1 0-1 0 0,1 0 1 0 0,0 0 0 0 0,0 0 0 0 0,-1 0 0 0 0,1 0 0 0 0,0-1-1 0 0,-1 1 1 0 0,0 0 0 0 0,0 0-39 0 0,0 0 0 0 0,0 1 0 0 0,0-1 0 0 0,0 0-1 0 0,0 0 1 0 0,0 1 0 0 0,0-1 0 0 0,0 1 0 0 0,0-1 0 0 0,0 1 0 0 0,-1 0-1 0 0,-4 3 223 0 0,0 1-1 0 0,0 0 0 0 0,1 0 0 0 0,0 0 0 0 0,0 1 0 0 0,0-1 0 0 0,0 1 0 0 0,-5 11 0 0 0,-27 55 233 0 0,29-52-242 0 0,2-7-199 0 0,0 0 1 0 0,2 0-1 0 0,-6 22 1 0 0,9-30-109 0 0,0 0 0 0 0,1 0 0 0 0,-1 0 0 0 0,1 0 0 0 0,0 0 0 0 0,0 0 0 0 0,1-1 0 0 0,-1 1-1 0 0,1 0 1 0 0,0 0 0 0 0,1 0 0 0 0,-1 0 0 0 0,4 6 0 0 0,2-1 17 0 0,-3-7-36 0 0,0-1 0 0 0,0 1 1 0 0,0-1-1 0 0,0 0 0 0 0,0 0 0 0 0,1 0 0 0 0,-1 0 0 0 0,1-1 1 0 0,0 0-1 0 0,-1 0 0 0 0,1 0 0 0 0,0 0 0 0 0,7-1 1 0 0,1 1-497 0 0,0-2 1 0 0,0 0-1 0 0,25-5 1 0 0,-7-2-1011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77 13823 0 0,'0'-2'630'0'0,"-11"-22"-804"0"0,-5 3 4022 0 0,15 19-3289 0 0,-1 1 1 0 0,0-1-1 0 0,-1 1 1 0 0,1-1-1 0 0,0 1 1 0 0,0 0-1 0 0,-1-1 1 0 0,1 1 0 0 0,0 1-1 0 0,-1-1 1 0 0,1 0-1 0 0,-1 0 1 0 0,0 1-1 0 0,1 0 1 0 0,-1-1-1 0 0,1 1 1 0 0,-1 0-1 0 0,-4 1 1 0 0,0 0-317 0 0,0 1 1 0 0,1 0-1 0 0,-1 0 0 0 0,1 1 1 0 0,-1-1-1 0 0,1 2 1 0 0,0-1-1 0 0,0 1 0 0 0,0-1 1 0 0,1 2-1 0 0,-1-1 1 0 0,1 1-1 0 0,-7 7 0 0 0,-7 9-42 0 0,-30 44-1 0 0,32-41-150 0 0,2 0 0 0 0,0 1 1 0 0,-19 45-1 0 0,33-65-50 0 0,-1 0 0 0 0,1 0 0 0 0,0 0 0 0 0,0 0 0 0 0,0 0 0 0 0,0 0 0 0 0,1 0 0 0 0,0 0 0 0 0,0 0 0 0 0,2 9 0 0 0,-2-12 0 0 0,1 0 0 0 0,-1 0 0 0 0,1 0 0 0 0,0 0 0 0 0,0 0 0 0 0,0 0 0 0 0,0-1 0 0 0,0 1 0 0 0,0 0 0 0 0,0 0 0 0 0,1-1 0 0 0,-1 1 0 0 0,1-1 0 0 0,-1 1 0 0 0,1-1 0 0 0,0 0 0 0 0,-1 1 0 0 0,1-1 0 0 0,0 0 0 0 0,0 0 0 0 0,0 0 0 0 0,0 0 0 0 0,0-1 0 0 0,0 1 0 0 0,0-1 0 0 0,0 1 0 0 0,4 0 0 0 0,3-1-23 0 0,1 1 0 0 0,0-1 0 0 0,-1-1 0 0 0,1 0 0 0 0,-1 0 0 0 0,1-1 0 0 0,13-4 0 0 0,-5 0-49 0 0,0 0 0 0 0,31-18 0 0 0,-38 18 57 0 0,0-1-1 0 0,-1 0 1 0 0,0-1-1 0 0,0-1 1 0 0,-1 1-1 0 0,0-1 1 0 0,-1-1-1 0 0,0 1 1 0 0,0-2-1 0 0,-1 1 1 0 0,0-1-1 0 0,-1 0 1 0 0,7-17-1 0 0,-7 14-280 0 0,-2 1 1 0 0,0-1-1 0 0,0 0 0 0 0,-1-1 1 0 0,-1 1-1 0 0,0 0 0 0 0,-1-1 1 0 0,-1 1-1 0 0,0-1 0 0 0,-1 1 0 0 0,-4-21 1 0 0,5 33-600 0 0,4-2-2316 0 0,-2 3 2789 0 0,-1 0-1 0 0,1 0 1 0 0,0 0-1 0 0,-1 0 1 0 0,1 0 0 0 0,0 0-1 0 0,0 0 1 0 0,0 1 0 0 0,0-1-1 0 0,0 1 1 0 0,0-1-1 0 0,2 1 1 0 0,-2 0 263 0 0,1 0-1 0 0,-1 0 1 0 0,0 0 0 0 0,1 1 0 0 0,-1-1-1 0 0,0 1 1 0 0,0-1 0 0 0,0 1-1 0 0,0 0 1 0 0,0 0 0 0 0,4 2 0 0 0,-2 0 307 0 0,-1-1 0 0 0,0 1 0 0 0,1 0 1 0 0,-1 0-1 0 0,-1 0 0 0 0,1 0 1 0 0,0 0-1 0 0,-1 1 0 0 0,1-1 0 0 0,-1 1 1 0 0,0 0-1 0 0,-1-1 0 0 0,1 1 1 0 0,1 5-1 0 0,2 14 1535 0 0,-1 1-1 0 0,-2 0 1 0 0,1 30-1 0 0,-2-23 1 0 0,6 39 0 0 0,-5-60-1456 0 0,0-1 1 0 0,0 1 0 0 0,1-1 0 0 0,1 0-1 0 0,-1 0 1 0 0,1 0 0 0 0,1-1-1 0 0,6 11 1 0 0,-9-17-221 0 0,0 0 0 0 0,-1 0 1 0 0,1 0-1 0 0,0 0 0 0 0,0-1 0 0 0,0 1 0 0 0,0-1 1 0 0,0 1-1 0 0,0-1 0 0 0,0 0 0 0 0,0 1 0 0 0,1-1 0 0 0,-1 0 1 0 0,0-1-1 0 0,1 1 0 0 0,-1 0 0 0 0,1-1 0 0 0,-1 1 1 0 0,1-1-1 0 0,-1 0 0 0 0,1 0 0 0 0,-1 0 0 0 0,1 0 1 0 0,-1 0-1 0 0,1-1 0 0 0,-1 1 0 0 0,1-1 0 0 0,-1 1 0 0 0,0-1 1 0 0,1 0-1 0 0,3-2 0 0 0,-1 0 3 0 0,0 1-1 0 0,-1-1 1 0 0,1 0 0 0 0,-1 0 0 0 0,0 0-1 0 0,1-1 1 0 0,-2 1 0 0 0,1-1 0 0 0,0 0-1 0 0,-1 0 1 0 0,0-1 0 0 0,0 1 0 0 0,0-1-1 0 0,3-5 1 0 0,1-11-495 0 0,-1 0 0 0 0,0-1 0 0 0,-2 0 0 0 0,3-36-1 0 0,-3 27-667 0 0,9-41-1 0 0,-8 57-817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7 12439 0 0,'-3'0'641'0'0,"-9"-6"6577"0"0,10 16-638 0 0,-6 8-4476 0 0,2-5-1335 0 0,-3 19-283 0 0,2 0-1 0 0,0 0 1 0 0,3 1-1 0 0,-2 40 1 0 0,3-32-370 0 0,-3 130 154 0 0,-1 6-2828 0 0,4-154 1281 0 0,1-10-1119 0 0,1-1-3751 0 0,1 0-2561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22199 0 0,'0'0'2011'0'0,"1"-1"-1654"0"0,7-4-157 0 0,1 1 0 0 0,-1 0 0 0 0,1 0-1 0 0,0 1 1 0 0,14-4 0 0 0,52-8 1961 0 0,-39 9-2002 0 0,158-22-35 0 0,-64 18-4298 0 0,-62 1-910 0 0,-45 5 3053 0 0,37-1 1 0 0,-59 5 2236 0 0,1 1-1 0 0,-1-1 1 0 0,0 1-1 0 0,0 0 1 0 0,1-1-1 0 0,-1 1 1 0 0,0 0-1 0 0,0 0 1 0 0,0 0-1 0 0,0 0 1 0 0,0 0-1 0 0,0 0 1 0 0,0 0-1 0 0,0 0 1 0 0,0 0-1 0 0,-1 0 1 0 0,1 1-1 0 0,0-1 1 0 0,-1 0-1 0 0,1 0 1 0 0,-1 1-1 0 0,1 2 1 0 0,3 9 1122 0 0,-2 0 1 0 0,0 0 0 0 0,0 0-1 0 0,-1 1 1 0 0,-1 14-1 0 0,1 5-55 0 0,4 57 750 0 0,3 253-317 0 0,-8-320-1827 0 0,-8-46-230 0 0,2-12 96 0 0,2 1-1 0 0,1-1 1 0 0,3-44 0 0 0,2 40-47 0 0,1 0-1 0 0,17-76 1 0 0,-14 90 256 0 0,2 1-1 0 0,0-1 0 0 0,2 1 0 0 0,1 1 1 0 0,20-34-1 0 0,-26 50 85 0 0,0-1-1 0 0,1 1 1 0 0,0 0 0 0 0,1 1-1 0 0,-1 0 1 0 0,1 0 0 0 0,0 0 0 0 0,1 1-1 0 0,8-5 1 0 0,-12 7 1 0 0,1 1-1 0 0,-1 0 1 0 0,1 0-1 0 0,0 0 1 0 0,0 1 0 0 0,-1-1-1 0 0,1 1 1 0 0,0 0-1 0 0,0 1 1 0 0,0-1 0 0 0,1 1-1 0 0,-1 0 1 0 0,0 0 0 0 0,0 0-1 0 0,0 1 1 0 0,0 0-1 0 0,9 3 1 0 0,-11-3-23 0 0,0 1 1 0 0,1 0-1 0 0,-1-1 0 0 0,-1 1 1 0 0,1 1-1 0 0,0-1 0 0 0,0 0 1 0 0,-1 1-1 0 0,1-1 0 0 0,-1 1 1 0 0,0 0-1 0 0,0 0 0 0 0,0 0 0 0 0,0 0 1 0 0,0 0-1 0 0,-1 0 0 0 0,1 0 1 0 0,-1 1-1 0 0,0-1 0 0 0,0 0 1 0 0,0 1-1 0 0,-1-1 0 0 0,1 1 1 0 0,0 6-1 0 0,-1 3 5 0 0,0-1 0 0 0,-1 0 0 0 0,0 1 0 0 0,-1-1-1 0 0,-6 24 1 0 0,3-19-12 0 0,-1-1 0 0 0,-1 1-1 0 0,0-1 1 0 0,-1-1-1 0 0,-1 1 1 0 0,-1-1-1 0 0,0-1 1 0 0,-23 27 0 0 0,19-27-864 0 0,0-1 0 0 0,-20 14 1 0 0,31-24 513 0 0,-5 3-2632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82 375 10135 0 0,'0'1'5306'0'0,"-3"5"-2825"0"0,-11 23-1395 0 0,-2 7 2883 0 0,-20 59 0 0 0,32-84-3503 0 0,2 0 0 0 0,-1 0-1 0 0,2 0 1 0 0,-1 0 0 0 0,1 1 0 0 0,1-1 0 0 0,0 0 0 0 0,1 0 0 0 0,0 1 0 0 0,4 14 0 0 0,-5-24-484 0 0,1 1-1 0 0,-1 0 1 0 0,1-1-1 0 0,0 1 1 0 0,1-1-1 0 0,-1 1 1 0 0,0-1-1 0 0,1 1 1 0 0,-1-1-1 0 0,1 0 1 0 0,-1 0-1 0 0,1 0 1 0 0,0 0-1 0 0,0 0 1 0 0,0 0 0 0 0,0 0-1 0 0,1-1 1 0 0,-1 1-1 0 0,0-1 1 0 0,1 1-1 0 0,-1-1 1 0 0,1 0-1 0 0,-1 0 1 0 0,1 0-1 0 0,0-1 1 0 0,-1 1-1 0 0,1 0 1 0 0,0-1-1 0 0,4 1 1 0 0,-2-2-22 0 0,0 1-1 0 0,0-1 1 0 0,0 1 0 0 0,0-1-1 0 0,0-1 1 0 0,-1 1-1 0 0,1-1 1 0 0,0 0 0 0 0,0 0-1 0 0,-1 0 1 0 0,1 0 0 0 0,-1-1-1 0 0,0 0 1 0 0,0 0-1 0 0,6-5 1 0 0,-1-2-68 0 0,0 0 1 0 0,-1 0-1 0 0,0-1 1 0 0,-1 0-1 0 0,0 0 0 0 0,6-13 1 0 0,28-77-353 0 0,-35 85 401 0 0,-3 7 29 0 0,19-55-257 0 0,-21 57 260 0 0,1 0-1 0 0,-1 1 0 0 0,0-1 0 0 0,-1 0 1 0 0,1 0-1 0 0,-1 0 0 0 0,-2-10 0 0 0,2 16 43 0 0,-1-2 198 0 0,-2 6-7 0 0,-1 5-85 0 0,1 5-139 0 0,1-1 0 0 0,0 1 1 0 0,1 0-1 0 0,1 0 0 0 0,0 0 0 0 0,0-1 1 0 0,1 1-1 0 0,1 0 0 0 0,0 0 0 0 0,1-1 1 0 0,0 0-1 0 0,1 1 0 0 0,0-1 0 0 0,1 0 0 0 0,1-1 1 0 0,0 1-1 0 0,12 17 0 0 0,-14-24-152 0 0,0 0 0 0 0,0-1 0 0 0,0 0 0 0 0,1 1-1 0 0,0-1 1 0 0,-1-1 0 0 0,1 1 0 0 0,1-1 0 0 0,-1 0 0 0 0,0 0 0 0 0,1-1 0 0 0,0 1 0 0 0,0-1-1 0 0,-1 0 1 0 0,1-1 0 0 0,0 0 0 0 0,0 0 0 0 0,1 0 0 0 0,-1 0 0 0 0,0-1 0 0 0,0 0 0 0 0,8-1-1 0 0,-3-1-5 0 0,0 0 0 0 0,-1 0 0 0 0,1-1 0 0 0,-1-1 0 0 0,0 0-1 0 0,0 0 1 0 0,0-1 0 0 0,0 0 0 0 0,-1-1 0 0 0,0 0 0 0 0,16-13-1 0 0,-10 4 126 0 0,-1 0-1 0 0,0-1 1 0 0,-1-1-1 0 0,-1 0 1 0 0,-1 0-1 0 0,0-1 1 0 0,-1-1-1 0 0,8-21 1 0 0,8-27 309 0 0,16-72 1 0 0,-18 56 453 0 0,-24 82-708 0 0,12-36 1595 0 0,11-60 2266 0 0,-32 126-2952 0 0,3 0-639 0 0,-3 5-140 0 0,-6 67-1 0 0,12-27-153 0 0,9 120 0 0 0,-2-135-503 0 0,2 15-736 0 0,2-25-2868 0 0,-5-36-5009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2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17047 0 0,'0'0'1543'0'0,"3"0"-895"0"0,7-1 1140 0 0,72-7 6427 0 0,44-1-6165 0 0,225-9-1434 0 0,-202 7-9449 0 0,-66 3-1074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1 404 13823 0 0,'1'-1'630'0'0,"9"-20"-158"0"0,-9 18 568 0 0,1-1 0 0 0,-1 0 0 0 0,1 0 1 0 0,0 1-1 0 0,1-1 0 0 0,-1 1 0 0 0,1-1 1 0 0,-1 1-1 0 0,6-5 0 0 0,2 2-478 0 0,-1-1 1 0 0,1 1-1 0 0,0 1 0 0 0,1 0 0 0 0,-1 0 1 0 0,12-3-1 0 0,69-14 1046 0 0,165-11-942 0 0,3 20-199 0 0,-165 10-411 0 0,859-30 151 0 0,666-32 177 0 0,-912 35-412 0 0,-393 19 28 0 0,183-9 0 0 0,-406 17 20 0 0,60-6 57 0 0,-121 6-65 0 0,-1-1-1 0 0,0-2 1 0 0,29-10 0 0 0,-55 16-12 0 0,-2 0 0 0 0,0 0 0 0 0,0-1 0 0 0,0 1 0 0 0,-1 0 0 0 0,1 0 0 0 0,0 0 0 0 0,0-1 0 0 0,0 1 0 0 0,-1-1 0 0 0,1 1 0 0 0,0 0 0 0 0,-1-1 0 0 0,1 1 0 0 0,0-1 0 0 0,-1 0 0 0 0,1 1 0 0 0,-1-1 0 0 0,1 1 0 0 0,-1-1 0 0 0,1-1 0 0 0,3-3-11 0 0,-4 5 4 0 0,0 0-1 0 0,0-1 1 0 0,0 1-1 0 0,0-1 1 0 0,-1 1-1 0 0,1 0 1 0 0,0-1-1 0 0,0 1 1 0 0,0 0-1 0 0,0-1 1 0 0,-1 1-1 0 0,1 0 1 0 0,0-1-1 0 0,0 1 1 0 0,0 0-1 0 0,-1-1 1 0 0,1 1-1 0 0,0 0 1 0 0,-1 0-1 0 0,1-1 0 0 0,0 1 1 0 0,-1 0-1 0 0,1 0 1 0 0,0-1-1 0 0,-1 1 1 0 0,1 0-1 0 0,0 0 1 0 0,-1 0-1 0 0,-11-5-1046 0 0,12 5 897 0 0,-8 2-1569 0 0,6-1 1268 0 0,-6 3-1422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5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18575 0 0,'1'-2'852'0'0,"1"-4"-590"0"0,0 0-1 0 0,0 0 1 0 0,1-1-1 0 0,0 1 1 0 0,0 1-1 0 0,0-1 1 0 0,8-9-1 0 0,-10 14 775 0 0,-1 1-940 0 0,1 0 0 0 0,-1-1 0 0 0,0 1 0 0 0,0 0 0 0 0,1 0 0 0 0,-1 0-1 0 0,0 0 1 0 0,0-1 0 0 0,1 1 0 0 0,-1 0 0 0 0,0 0 0 0 0,1 0 0 0 0,-1 0 0 0 0,0 0 0 0 0,1 0-1 0 0,-1 0 1 0 0,0 0 0 0 0,1 0 0 0 0,-1 0 0 0 0,0 0 0 0 0,0 0 0 0 0,1 0 0 0 0,-1 0 0 0 0,0 0-1 0 0,1 0 1 0 0,-1 0 0 0 0,0 0 0 0 0,1 0 0 0 0,-1 1 0 0 0,0-1 0 0 0,0 0 0 0 0,1 0 0 0 0,-1 0 0 0 0,0 1-1 0 0,0-1 1 0 0,1 0 0 0 0,9 9 1512 0 0,-7-4-1378 0 0,-1 0 1 0 0,1 0-1 0 0,-1 1 0 0 0,0-1 1 0 0,-1 1-1 0 0,1-1 0 0 0,0 8 1 0 0,3 42 170 0 0,-4-38-185 0 0,5 185 658 0 0,9 103-360 0 0,5-183-178 0 0,-13-99-283 0 0,-7-23-52 0 0,0 0-1 0 0,1 0 0 0 0,-1 1 0 0 0,0-1 0 0 0,0 0 1 0 0,0 1-1 0 0,0-1 0 0 0,0 0 0 0 0,1 0 0 0 0,-1 1 1 0 0,0-1-1 0 0,0 0 0 0 0,0 0 0 0 0,1 0 0 0 0,-1 1 1 0 0,0-1-1 0 0,0 0 0 0 0,1 0 0 0 0,-1 0 0 0 0,0 0 0 0 0,1 1 1 0 0,-1-1-1 0 0,0 0 0 0 0,0 0 0 0 0,1 0 0 0 0,-1 0 1 0 0,0 0-1 0 0,1 0 0 0 0,-1 0 0 0 0,0 0 0 0 0,1 0 1 0 0,-1 0-1 0 0,0 0 0 0 0,0 0 0 0 0,1 0 0 0 0,-1 0 1 0 0,0 0-1 0 0,1 0 0 0 0,-1-1 0 0 0,0 1 0 0 0,0 0 1 0 0,1 0-1 0 0,-1 0 0 0 0,0 0 0 0 0,1-1 0 0 0,-1 1 1 0 0,0 0-1 0 0,0 0 0 0 0,0 0 0 0 0,1-1 0 0 0,-1 1 1 0 0,0-1-1 0 0,0 1 0 0 0,3-2 0 0 0,0 0 0 0 0,0-1 0 0 0,-1 1 0 0 0,1-1 0 0 0,-1 0 0 0 0,1 0 0 0 0,-1 0 0 0 0,0 0 0 0 0,2-5 0 0 0,13-32 0 0 0,-15 36 0 0 0,50-148 0 0 0,-11 31 0 0 0,-30 88-10 0 0,35-85-117 0 0,-37 98 103 0 0,0 0 0 0 0,2 1 1 0 0,22-30-1 0 0,-31 46 17 0 0,1 0-1 0 0,0 0 0 0 0,-1 1 1 0 0,1-1-1 0 0,0 0 1 0 0,0 1-1 0 0,1 0 1 0 0,-1 0-1 0 0,0 0 1 0 0,6-2-1 0 0,-8 3 6 0 0,0 1-1 0 0,1 0 0 0 0,-1-1 0 0 0,0 1 0 0 0,0 0 0 0 0,1 0 1 0 0,-1 0-1 0 0,0 0 0 0 0,1 0 0 0 0,-1 0 0 0 0,0 0 1 0 0,0 1-1 0 0,1-1 0 0 0,-1 0 0 0 0,0 1 0 0 0,0-1 0 0 0,1 1 1 0 0,-1-1-1 0 0,0 1 0 0 0,0 0 0 0 0,0-1 0 0 0,0 1 1 0 0,0 0-1 0 0,0 0 0 0 0,0 0 0 0 0,0-1 0 0 0,0 1 0 0 0,0 0 1 0 0,-1 1-1 0 0,1-1 0 0 0,0 0 0 0 0,-1 0 0 0 0,1 0 1 0 0,0 2-1 0 0,5 14 18 0 0,0-1 1 0 0,-1 1-1 0 0,-1 0 1 0 0,-1 0 0 0 0,2 21-1 0 0,1 4 52 0 0,-5-32-53 0 0,7 37 52 0 0,20 68 1 0 0,-23-102-59 0 0,0 1 0 0 0,0-1 1 0 0,2 0-1 0 0,-1 0 0 0 0,2 0 0 0 0,-1-1 0 0 0,2 0 1 0 0,0-1-1 0 0,14 15 0 0 0,-21-23-6 0 0,1-1 0 0 0,-1 0 0 0 0,1 0 0 0 0,0 0 0 0 0,0 0-1 0 0,-1-1 1 0 0,1 1 0 0 0,0-1 0 0 0,0 1 0 0 0,1-1 0 0 0,-1 0 0 0 0,0 0 0 0 0,0-1 0 0 0,0 1 0 0 0,1-1 0 0 0,-1 1 0 0 0,0-1-1 0 0,1 0 1 0 0,-1 0 0 0 0,0 0 0 0 0,0-1 0 0 0,1 1 0 0 0,-1-1 0 0 0,0 0 0 0 0,0 0 0 0 0,0 0 0 0 0,1 0 0 0 0,-1-1 0 0 0,0 1-1 0 0,-1-1 1 0 0,1 0 0 0 0,0 0 0 0 0,0 0 0 0 0,-1 0 0 0 0,1 0 0 0 0,-1 0 0 0 0,0-1 0 0 0,3-3 0 0 0,5-8 17 0 0,-1 0-1 0 0,-1-1 1 0 0,0 0 0 0 0,-1 0 0 0 0,-1-1 0 0 0,0 0 0 0 0,4-18-1 0 0,18-119 117 0 0,16-97-2472 0 0,-41 241 1443 0 0,0-1 0 0 0,7-13 0 0 0,-9 20 537 0 0,8-19-2099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36 9215 0 0,'-9'-2'831'0'0,"-19"-3"14271"0"0,36 4-12362 0 0,245-24 1723 0 0,-125 22-5973 0 0,0 3-5658 0 0,-96 0 4124 0 0,15 0-5850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254 379 23551 0 0,'0'0'2137'0'0,"1"0"-1655"0"0,41-19 2003 0 0,-30 13-1781 0 0,25-10 0 0 0,-2 5-608 0 0,41-21 0 0 0,-6-3-6712 0 0,-62 31 5116 0 0</inkml:trace>
  <inkml:trace contextRef="#ctx0" brushRef="#br0" timeOffset="1">234 97 11055 0 0,'-5'-5'-47'0'0,"-1"1"0"0"0,0 0 0 0 0,-8-5 0 0 0,9 6 1195 0 0,0 1-1 0 0,-1-1 1 0 0,1 1 0 0 0,0 1 0 0 0,-1-1-1 0 0,0 1 1 0 0,1 0 0 0 0,-1 0 0 0 0,0 1-1 0 0,0-1 1 0 0,1 1 0 0 0,-1 1 0 0 0,0-1-1 0 0,-11 3 1 0 0,9-1-453 0 0,1 0-1 0 0,-1 1 1 0 0,-11 6 0 0 0,12-6-553 0 0,0 0 0 0 0,1 0 1 0 0,0 1-1 0 0,0 0 1 0 0,0 1-1 0 0,0-1 0 0 0,1 1 1 0 0,-9 10-1 0 0,13-14-140 0 0,1-1 1 0 0,0 0-1 0 0,0 0 1 0 0,0 1-1 0 0,0-1 1 0 0,-1 0-1 0 0,1 1 1 0 0,0-1-1 0 0,0 0 1 0 0,0 0-1 0 0,0 1 1 0 0,0-1-1 0 0,0 0 1 0 0,0 1-1 0 0,0-1 1 0 0,0 0-1 0 0,0 1 1 0 0,0-1-1 0 0,0 0 0 0 0,0 1 1 0 0,0-1-1 0 0,0 0 1 0 0,0 1-1 0 0,0-1 1 0 0,0 0-1 0 0,0 1 1 0 0,1-1-1 0 0,-1 0 1 0 0,0 0-1 0 0,0 1 1 0 0,0-1-1 0 0,1 0 1 0 0,-1 0-1 0 0,0 1 1 0 0,0-1-1 0 0,0 0 0 0 0,1 0 1 0 0,-1 1-1 0 0,0-1 1 0 0,1 0-1 0 0,-1 0 1 0 0,0 0-1 0 0,0 0 1 0 0,1 0-1 0 0,-1 1 1 0 0,0-1-1 0 0,1 0 1 0 0,-1 0-1 0 0,0 0 1 0 0,1 0-1 0 0,-1 0 1 0 0,0 0-1 0 0,1 0 1 0 0,-1 0-1 0 0,5 1-4 0 0,-1-1 0 0 0,0 1 0 0 0,0-1 0 0 0,1 0 0 0 0,-1 0-1 0 0,0 0 1 0 0,1 0 0 0 0,3-2 0 0 0,37-8-35 0 0,-41 9 33 0 0,9-2-18 0 0,-1-1 0 0 0,0-1-1 0 0,0 0 1 0 0,-1 0 0 0 0,1-1 0 0 0,-1-1 0 0 0,0 1 0 0 0,-1-2-1 0 0,0 0 1 0 0,12-11 0 0 0,-21 19 21 0 0,-1-1 0 0 0,1 0 0 0 0,0 1 0 0 0,-1-1 0 0 0,1 0-1 0 0,-1 0 1 0 0,1 1 0 0 0,-1-1 0 0 0,1 0 0 0 0,-1 0 0 0 0,1 0 0 0 0,-1 0 0 0 0,0 0 0 0 0,1 1 0 0 0,-1-1 0 0 0,0 0-1 0 0,0 0 1 0 0,0 0 0 0 0,0 0 0 0 0,0 0 0 0 0,0 0 0 0 0,0 0 0 0 0,0 0 0 0 0,0 0 0 0 0,0 0 0 0 0,-1 0 0 0 0,1 0-1 0 0,0 0 1 0 0,-1 1 0 0 0,1-1 0 0 0,0 0 0 0 0,-1 0 0 0 0,0-1 0 0 0,0 1-18 0 0,-1-1 0 0 0,1 1-1 0 0,-1-1 1 0 0,0 1 0 0 0,1 0 0 0 0,-1 0-1 0 0,0-1 1 0 0,0 1 0 0 0,-3-1 0 0 0,2 1-90 0 0,0 0 0 0 0,0 0 0 0 0,-1 0 0 0 0,1 1-1 0 0,0-1 1 0 0,0 1 0 0 0,-1 0 0 0 0,1 0 0 0 0,-1 0 0 0 0,-3 0 0 0 0,4 1-614 0 0,-1 0-1 0 0,1 0 0 0 0,-1 0 1 0 0,1 0-1 0 0,-6 3 0 0 0,-3 4-8881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30 11519 0 0,'-10'-8'1224'0'0,"-10"-13"10267"0"0,13 21-7791 0 0,5 3-3518 0 0,0-1 0 0 0,0 1 0 0 0,1 0 0 0 0,-1 0 0 0 0,1-1-1 0 0,0 1 1 0 0,-1 0 0 0 0,1 0 0 0 0,0 0 0 0 0,1 0 0 0 0,-2 5 0 0 0,-2 41 124 0 0,3-28-58 0 0,-2 16-35 0 0,-4 63-890 0 0,7-98 220 0 0,3 4-4870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8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16127 0 0,'0'0'8304'0'0,"8"12"-8064"0"0,0-1-888 0 0,0 4-184 0 0,-2 2-32 0 0,2 4 0 0 0,2 4-728 0 0,-2-1-136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3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289 510 14279 0 0,'1'-13'1527'0'0,"-1"10"-1200"0"0,-1-1-1 0 0,1 0 1 0 0,-1 1-1 0 0,0-1 1 0 0,-1 0 0 0 0,1 1-1 0 0,-1 0 1 0 0,1-1-1 0 0,-5-5 1 0 0,5 7-85 0 0,0 1 0 0 0,0 0-1 0 0,-1 0 1 0 0,1-1 0 0 0,0 1 0 0 0,0 0 0 0 0,-1 0 0 0 0,1 1-1 0 0,-1-1 1 0 0,1 0 0 0 0,-1 0 0 0 0,1 1 0 0 0,-1-1 0 0 0,1 1-1 0 0,-1-1 1 0 0,1 1 0 0 0,-1-1 0 0 0,0 1 0 0 0,1 0 0 0 0,-1 0-1 0 0,0 0 1 0 0,1 0 0 0 0,-1 0 0 0 0,-2 1 0 0 0,-3 1 56 0 0,0 0 0 0 0,0 0 0 0 0,0 1 0 0 0,1 0 0 0 0,0 0 0 0 0,-1 1 0 0 0,1 0 0 0 0,0 0 0 0 0,1 0 0 0 0,-7 6 0 0 0,-7 9 134 0 0,-23 27 0 0 0,33-36-278 0 0,-41 54 289 0 0,43-55-416 0 0,1 1 0 0 0,1 0 0 0 0,-1 1-1 0 0,-6 19 1 0 0,8-14-91 0 0,6-12 16 0 0,-1-4 13 0 0,0 1 15 0 0,-1 0 0 0 0,1 0 0 0 0,-1 0 0 0 0,1 0 0 0 0,-1-1 0 0 0,1 1 0 0 0,0 0 0 0 0,-1-1 0 0 0,1 1 0 0 0,0 0 0 0 0,0-1 0 0 0,-1 1 0 0 0,1-1 0 0 0,0 1 0 0 0,0-1-1 0 0,0 1 1 0 0,0-1 0 0 0,-1 0 0 0 0,1 1 0 0 0,0-1 0 0 0,2 0 0 0 0,17 2-332 0 0,-10-3 197 0 0,1 0 0 0 0,-1 0-1 0 0,0-1 1 0 0,0-1 0 0 0,0 0 0 0 0,0 0 0 0 0,0-1-1 0 0,-1 0 1 0 0,1 0 0 0 0,-1-1 0 0 0,0-1-1 0 0,-1 0 1 0 0,1 0 0 0 0,-1 0 0 0 0,8-9 0 0 0,3-4-8 0 0,-1-1 0 0 0,-1 0 0 0 0,0-1 1 0 0,22-40-1 0 0,-15 14 141 0 0,-1-2 0 0 0,28-93 0 0 0,-44 120 21 0 0,-1 6 93 0 0,-3 9 34 0 0,-1 0-1 0 0,1-1 1 0 0,-1 1-1 0 0,-1 0 1 0 0,2-13-1 0 0,-11 35 720 0 0,3-7-620 0 0,-10 25 149 0 0,1 1 0 0 0,2 0 1 0 0,-10 44-1 0 0,18-61-339 0 0,1 0 0 0 0,1 0 0 0 0,1 0 0 0 0,0 1 1 0 0,1-1-1 0 0,1 0 0 0 0,0 0 0 0 0,8 34 0 0 0,-8-46-43 0 0,1-1-1 0 0,-1 0 1 0 0,1 0-1 0 0,-1 0 1 0 0,1 0 0 0 0,1 0-1 0 0,-1-1 1 0 0,0 1-1 0 0,1 0 1 0 0,0-1 0 0 0,0 0-1 0 0,0 0 1 0 0,0 0-1 0 0,4 3 1 0 0,-4-4-28 0 0,0 0 0 0 0,0-1 0 0 0,1 1-1 0 0,-1-1 1 0 0,0 0 0 0 0,1 0 0 0 0,-1 0 0 0 0,1 0 0 0 0,0 0 0 0 0,-1-1 0 0 0,1 0 0 0 0,-1 0 0 0 0,1 0-1 0 0,0 0 1 0 0,-1 0 0 0 0,1-1 0 0 0,4 0 0 0 0,1-2-42 0 0,0 0-1 0 0,0-1 1 0 0,0 1-1 0 0,-1-2 1 0 0,0 1 0 0 0,0-1-1 0 0,0 0 1 0 0,0-1-1 0 0,-1 0 1 0 0,0 0-1 0 0,0-1 1 0 0,0 1 0 0 0,-1-1-1 0 0,0-1 1 0 0,7-12-1 0 0,-4 5 81 0 0,0 0-1 0 0,-1 0 1 0 0,-1-1-1 0 0,-1 0 1 0 0,0 0-1 0 0,-2-1 1 0 0,6-28-1 0 0,-9 42 11 0 0,-1 1-1 0 0,1-1 1 0 0,-1 1-1 0 0,0-1 0 0 0,0 0 1 0 0,0 1-1 0 0,0-1 0 0 0,0 0 1 0 0,0 1-1 0 0,-1-1 1 0 0,0 1-1 0 0,1-1 0 0 0,-1 1 1 0 0,-2-5-1 0 0,3 7-1 0 0,-1-1 1 0 0,1 1-1 0 0,-1 0 0 0 0,1 0 1 0 0,-1-1-1 0 0,1 1 0 0 0,-1 0 1 0 0,1 0-1 0 0,-1 0 0 0 0,1-1 0 0 0,-1 1 1 0 0,1 0-1 0 0,-1 0 0 0 0,1 0 1 0 0,-1 0-1 0 0,1 0 0 0 0,-1 0 1 0 0,0 0-1 0 0,1 0 0 0 0,-1 0 1 0 0,1 1-1 0 0,-1-1 0 0 0,1 0 1 0 0,-1 0-1 0 0,1 0 0 0 0,-2 1 0 0 0,-11 6 187 0 0,7-3-154 0 0,1 1 0 0 0,0-1 0 0 0,0 1 0 0 0,1 0 0 0 0,0 0 1 0 0,-1 1-1 0 0,1-1 0 0 0,1 1 0 0 0,-1 0 0 0 0,-3 9 0 0 0,2-2 54 0 0,0 0 0 0 0,0 1-1 0 0,-4 27 1 0 0,7-32-118 0 0,1 0 0 0 0,1 0 0 0 0,-1 1 0 0 0,1-1 0 0 0,1 0 0 0 0,0 0 0 0 0,0 0 0 0 0,1 0 0 0 0,3 11 0 0 0,-4-16 7 0 0,1 0 1 0 0,0 1-1 0 0,0-1 1 0 0,0 0-1 0 0,0-1 0 0 0,1 1 1 0 0,-1 0-1 0 0,1-1 1 0 0,0 1-1 0 0,0-1 0 0 0,0 0 1 0 0,1 0-1 0 0,-1 0 0 0 0,1-1 1 0 0,0 1-1 0 0,0-1 1 0 0,-1 0-1 0 0,1 0 0 0 0,1 0 1 0 0,6 2-1 0 0,2-1-105 0 0,0 0 0 0 0,1-1 0 0 0,-1-1-1 0 0,0 0 1 0 0,0-1 0 0 0,1 0 0 0 0,-1-1 0 0 0,0-1-1 0 0,0 0 1 0 0,0-1 0 0 0,0 0 0 0 0,0-1 0 0 0,0 0 0 0 0,-1-1-1 0 0,0 0 1 0 0,22-14 0 0 0,-19 9-31 0 0,0 0 0 0 0,-1 0 0 0 0,-1-1 0 0 0,1-1 0 0 0,-2-1 0 0 0,0 0 0 0 0,0 0 0 0 0,-1-1 0 0 0,-1 0 0 0 0,-1-1 0 0 0,0 0 0 0 0,9-21 0 0 0,-15 29 215 0 0,0-1 0 0 0,0 1 1 0 0,-1 0-1 0 0,0 0 0 0 0,-1-1 0 0 0,1 1 0 0 0,-1-9 0 0 0,-1 14 187 0 0,-15 3 594 0 0,-4 2-358 0 0,10 1-327 0 0,1 0 1 0 0,0 1-1 0 0,0 0 1 0 0,0 0-1 0 0,0 1 1 0 0,1 0-1 0 0,0 0 1 0 0,0 1 0 0 0,1 0-1 0 0,-8 10 1 0 0,-2 5-31 0 0,1 1 0 0 0,-16 31 0 0 0,29-50-136 0 0,0 1-1 0 0,0 0 0 0 0,0-1 0 0 0,1 1 0 0 0,-1 0 0 0 0,1 0 0 0 0,0 0 1 0 0,1 0-1 0 0,-1 0 0 0 0,1 7 0 0 0,0-10-25 0 0,0 0-1 0 0,1-1 0 0 0,-1 1 1 0 0,0-1-1 0 0,1 1 1 0 0,-1-1-1 0 0,1 1 1 0 0,-1-1-1 0 0,1 1 0 0 0,0-1 1 0 0,0 1-1 0 0,-1-1 1 0 0,1 0-1 0 0,0 0 1 0 0,0 1-1 0 0,0-1 1 0 0,1 0-1 0 0,-1 0 0 0 0,0 0 1 0 0,0 0-1 0 0,1 0 1 0 0,-1 0-1 0 0,0 0 1 0 0,1-1-1 0 0,-1 1 1 0 0,1 0-1 0 0,-1-1 0 0 0,1 1 1 0 0,-1-1-1 0 0,1 0 1 0 0,-1 1-1 0 0,1-1 1 0 0,-1 0-1 0 0,1 0 1 0 0,0 0-1 0 0,1 0 0 0 0,3 0-128 0 0,0-1-1 0 0,1 1 0 0 0,-1-1 1 0 0,0 0-1 0 0,0-1 0 0 0,0 0 0 0 0,-1 1 1 0 0,1-2-1 0 0,0 1 0 0 0,-1-1 1 0 0,1 0-1 0 0,-1 0 0 0 0,0 0 1 0 0,0-1-1 0 0,7-5 0 0 0,-6 2 25 0 0,1 0 0 0 0,-1-1 0 0 0,0 1-1 0 0,-1-1 1 0 0,1 0 0 0 0,-2-1 0 0 0,1 1 0 0 0,-1-1-1 0 0,3-10 1 0 0,-1 3 80 0 0,-3 10 25 0 0,0 0 0 0 0,-1 0 0 0 0,0 0 0 0 0,1-13 0 0 0,-2 18 155 0 0,-15 21 351 0 0,11-14-370 0 0,0 0 0 0 0,0 1 0 0 0,0 0 0 0 0,1 0 0 0 0,0 0 0 0 0,0 0 0 0 0,1 0-1 0 0,-1 0 1 0 0,2 0 0 0 0,-1 0 0 0 0,1 0 0 0 0,0 1 0 0 0,1-1 0 0 0,-1 0 0 0 0,4 12 0 0 0,-3-16-107 0 0,0-1-1 0 0,0 0 1 0 0,0 0 0 0 0,0 0 0 0 0,0 0-1 0 0,0 0 1 0 0,1 0 0 0 0,-1 0 0 0 0,1 0 0 0 0,-1 0-1 0 0,1 0 1 0 0,0-1 0 0 0,0 1 0 0 0,0-1-1 0 0,0 1 1 0 0,0-1 0 0 0,0 0 0 0 0,0 0-1 0 0,0 0 1 0 0,0 0 0 0 0,1 0 0 0 0,-1 0 0 0 0,0-1-1 0 0,1 1 1 0 0,-1-1 0 0 0,0 0 0 0 0,1 0-1 0 0,-1 1 1 0 0,1-1 0 0 0,-1-1 0 0 0,0 1 0 0 0,1 0-1 0 0,3-2 1 0 0,2 1-65 0 0,-1-1 0 0 0,0-1 0 0 0,1 0 0 0 0,-1 0 0 0 0,0 0 0 0 0,-1-1 0 0 0,1 0 0 0 0,-1 0 0 0 0,8-7 0 0 0,8-8-4 0 0,-2-1-1 0 0,-1-1 0 0 0,0-1 0 0 0,-2 0 1 0 0,22-37-1 0 0,-16 18 130 0 0,-2-2 0 0 0,24-66 0 0 0,-35 81 23 0 0,8-22 538 0 0,19-83 0 0 0,-36 131-573 0 0,-1 0 0 0 0,1 1 0 0 0,-1-1 0 0 0,0 1 0 0 0,0-1 0 0 0,0 1 0 0 0,0-1 0 0 0,0 0 0 0 0,0 1 0 0 0,0-1 0 0 0,-1 1 0 0 0,1-1 1 0 0,-1 1-1 0 0,1-1 0 0 0,-1 1 0 0 0,1-1 0 0 0,-2-2 0 0 0,1 4-13 0 0,1 0 1 0 0,0 0-1 0 0,-1-1 1 0 0,1 1 0 0 0,0 0-1 0 0,-1 0 1 0 0,1-1-1 0 0,-1 1 1 0 0,1 0-1 0 0,0 0 1 0 0,-1 0-1 0 0,1 0 1 0 0,-1 0 0 0 0,1-1-1 0 0,-1 1 1 0 0,1 0-1 0 0,0 0 1 0 0,-1 0-1 0 0,1 0 1 0 0,-1 0 0 0 0,1 0-1 0 0,-1 1 1 0 0,-1-1 32 0 0,1 1 0 0 0,-1-1 0 0 0,1 1 1 0 0,0 0-1 0 0,-1 0 0 0 0,1-1 0 0 0,0 1 0 0 0,-1 0 1 0 0,-1 2-1 0 0,-6 7 194 0 0,-1 1 1 0 0,1 0-1 0 0,1 0 1 0 0,0 0 0 0 0,1 1-1 0 0,-8 15 1 0 0,-29 80 304 0 0,42-101-533 0 0,-10 26 114 0 0,1 0 0 0 0,2 1-1 0 0,-4 35 1 0 0,11-54-97 0 0,0 1 1 0 0,1-1-1 0 0,1 1 0 0 0,0 0 1 0 0,1-1-1 0 0,1 1 0 0 0,0-1 0 0 0,1 1 1 0 0,8 22-1 0 0,-9-31-294 0 0,0-1 0 0 0,1 1 0 0 0,0-1-1 0 0,0 1 1 0 0,1-1 0 0 0,-1 0 0 0 0,1 0 0 0 0,0-1 0 0 0,8 7-1 0 0,-8-8 20 0 0,-1 0 0 0 0,1 0 0 0 0,0-1 0 0 0,0 0 0 0 0,0 0 0 0 0,1 0 0 0 0,-1 0-1 0 0,1-1 1 0 0,-1 0 0 0 0,1 0 0 0 0,-1 0 0 0 0,1 0 0 0 0,5 0 0 0 0,13-1-1205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4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8287 0 0,'0'-14'1975'0'0,"1"-39"-3541"0"0,-1 36 7934 0 0,0-1 8554 0 0,5 37-13459 0 0,0-6-1334 0 0,0 19 75 0 0,-2-1-1 0 0,0 1 1 0 0,-3 33 0 0 0,1 19 41 0 0,-1-79-243 0 0,29 326 125 0 0,-28-319-127 0 0,2 0 0 0 0,-1-1 0 0 0,2 1 0 0 0,0-1 0 0 0,0 0 0 0 0,8 15 0 0 0,-12-26 0 0 0,0 0 0 0 0,0 1 0 0 0,0-1 0 0 0,1 0 0 0 0,-1 0 0 0 0,0 1 0 0 0,0-1 0 0 0,0 0 0 0 0,0 1 0 0 0,1-1 0 0 0,-1 0 0 0 0,0 0 0 0 0,0 1 0 0 0,1-1 0 0 0,-1 0 0 0 0,0 0 0 0 0,0 1 0 0 0,1-1 0 0 0,-1 0 0 0 0,0 0 0 0 0,1 0 0 0 0,-1 0 0 0 0,0 0 0 0 0,1 1 0 0 0,-1-1 0 0 0,0 0 0 0 0,1 0 0 0 0,-1 0 0 0 0,0 0 0 0 0,1 0 0 0 0,-1 0 0 0 0,0 0 0 0 0,1 0 0 0 0,3-5 0 0 0,-4 5 0 0 0,4-4 0 0 0,0-1 0 0 0,-1 1 0 0 0,1-1 0 0 0,-1 0 0 0 0,-1 0 0 0 0,5-9 0 0 0,10-36 0 0 0,-9 26 0 0 0,8-19 0 0 0,1 2 0 0 0,1 0 0 0 0,3 1 0 0 0,1 1 0 0 0,41-55 0 0 0,-60 91 0 0 0,0 0 0 0 0,0 0 0 0 0,0 0 0 0 0,0 0 0 0 0,6-5 0 0 0,-8 8 0 0 0,0-1 0 0 0,0 1 0 0 0,0-1 0 0 0,0 1 0 0 0,0-1 0 0 0,0 1 0 0 0,0 0 0 0 0,0-1 0 0 0,0 1 0 0 0,0 0 0 0 0,0 0 0 0 0,0 0 0 0 0,1-1 0 0 0,2 5 0 0 0,-3-4 0 0 0,1 2 0 0 0,0 0 0 0 0,0 1 0 0 0,0-1 0 0 0,0 0 0 0 0,0 0 0 0 0,0 1 0 0 0,-1-1 0 0 0,1 1 0 0 0,-1 0 0 0 0,0-1 0 0 0,0 1 0 0 0,1 3 0 0 0,8 38 0 0 0,-7-28 0 0 0,7 42 0 0 0,-1-8 0 0 0,2 0 0 0 0,23 64 0 0 0,-31-107 0 0 0,1 0 0 0 0,-1 0 0 0 0,1 0 0 0 0,0 0 0 0 0,1-1 0 0 0,-1 1 0 0 0,7 5 0 0 0,-10-10 0 0 0,1-1 0 0 0,-1 1 0 0 0,0-1 0 0 0,1 0 0 0 0,-1 0 0 0 0,1 0 0 0 0,0 0 0 0 0,-1 0 0 0 0,1 0 0 0 0,0 0 0 0 0,-1 0 0 0 0,1-1 0 0 0,0 1 0 0 0,0-1 0 0 0,0 1 0 0 0,-1-1 0 0 0,1 0 0 0 0,0 1 0 0 0,0-1 0 0 0,0 0 0 0 0,0 0 0 0 0,0-1 0 0 0,0 1 0 0 0,0 0 0 0 0,-1-1 0 0 0,1 1 0 0 0,0-1 0 0 0,0 1 0 0 0,0-1 0 0 0,-1 0 0 0 0,1 0 0 0 0,0 0 0 0 0,-1 0 0 0 0,4-2 0 0 0,2-3 0 0 0,-1-1 0 0 0,1 0 0 0 0,-1 0 0 0 0,0 0 0 0 0,-1-1 0 0 0,7-10 0 0 0,23-53 0 0 0,27-87 0 0 0,-2 0 0 0 0,12-23 0 0 0,-65 168-62 0 0,46-90-2509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4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31 153 26519 0 0,'-5'-1'406'0'0,"3"1"-219"0"0,1-1-1 0 0,-1 1 1 0 0,1-1 0 0 0,0 1-1 0 0,0-1 1 0 0,-1 0-1 0 0,1 0 1 0 0,0 1 0 0 0,0-1-1 0 0,0 0 1 0 0,0 0-1 0 0,-2-1 1 0 0,3 1-144 0 0,-1 1-1 0 0,1 0 1 0 0,-1 0-1 0 0,1-1 1 0 0,-1 1-1 0 0,1-1 1 0 0,-1 1 0 0 0,1-1-1 0 0,0 1 1 0 0,-1-1-1 0 0,1 1 1 0 0,-1-1-1 0 0,1 1 1 0 0,0-1-1 0 0,0 1 1 0 0,-1-1 0 0 0,1 1-1 0 0,0-1 1 0 0,0 1-1 0 0,0-1 1 0 0,0 0-1 0 0,-1 0 1 0 0,6-6 861 0 0,-3 6-988 0 0,1-2 190 0 0,1-1 0 0 0,0 1 1 0 0,0 0-1 0 0,0 0 0 0 0,0 1 1 0 0,0-1-1 0 0,9-2 0 0 0,35-12 225 0 0,-19 8-319 0 0,2 0 25 0 0,1 0 1 0 0,1 2-1 0 0,-1 2 1 0 0,1 0-1 0 0,64 1 0 0 0,-16 8-2751 0 0,101 17-1 0 0,-150-16 328 0 0</inkml:trace>
  <inkml:trace contextRef="#ctx0" brushRef="#br0" timeOffset="1">911 92 22399 0 0,'0'0'2032'0'0,"10"-13"-845"0"0,-2 8-656 0 0,-1 0 0 0 0,1 1 1 0 0,0-1-1 0 0,0 2 0 0 0,1-1 1 0 0,9-1-1 0 0,-5 0-174 0 0,65-21 183 0 0,-26 12-2968 0 0,-51 13 1859 0 0,4 0 595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41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31 12895 0 0,'-6'-4'1339'0'0,"3"3"-770"0"0,0-1 1 0 0,0 1 0 0 0,-1 0-1 0 0,1 0 1 0 0,0 0-1 0 0,0 0 1 0 0,-1 1-1 0 0,1-1 1 0 0,0 1-1 0 0,-1 0 1 0 0,1 0-1 0 0,0 0 1 0 0,-5 1-1 0 0,3 0 79 0 0,-1 0 0 0 0,0 1 0 0 0,1 0 0 0 0,-1 0 0 0 0,1 0 0 0 0,0 1 0 0 0,-6 3 0 0 0,3-1-231 0 0,0 1 0 0 0,0 0 0 0 0,0 1-1 0 0,1-1 1 0 0,1 1 0 0 0,-1 0 0 0 0,1 1 0 0 0,-10 16 0 0 0,13-19-316 0 0,0 0-1 0 0,1 1 1 0 0,0-1-1 0 0,-1 8 1 0 0,1-4-17 0 0,5 1-20 0 0,-2-9-64 0 0,0 0 1 0 0,1 1 0 0 0,-1-1 0 0 0,1 0-1 0 0,-1 0 1 0 0,1 0 0 0 0,0 0 0 0 0,0 0 0 0 0,-1 0-1 0 0,1-1 1 0 0,0 1 0 0 0,0 0 0 0 0,0-1-1 0 0,-1 0 1 0 0,1 1 0 0 0,0-1 0 0 0,0 0-1 0 0,0 0 1 0 0,0 0 0 0 0,0 0 0 0 0,2 0-1 0 0,4-1 0 0 0,0 0-1 0 0,0-1 0 0 0,13-3 0 0 0,-4-1-58 0 0,-1 0 0 0 0,0-1 0 0 0,0 0 0 0 0,0-1 0 0 0,-1-1 0 0 0,0-1 0 0 0,-1 0 0 0 0,24-21 0 0 0,-34 27 63 0 0,0-1-1 0 0,-1 1 0 0 0,1-1 1 0 0,-1 0-1 0 0,4-9 0 0 0,-6 13-207 0 0,0-1 1 0 0,-1 0-1 0 0,1 1 0 0 0,-1-1 0 0 0,1 0 0 0 0,-1 1 0 0 0,0-1 0 0 0,1 0 0 0 0,-1 0 1 0 0,0 0-1 0 0,0 1 0 0 0,0-1 0 0 0,-1 0 0 0 0,1 0 0 0 0,0 1 0 0 0,-1-1 0 0 0,1 0 1 0 0,-1 0-1 0 0,0 1 0 0 0,1-1 0 0 0,-3-2 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4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17503 0 0,'0'-2'2179'0'0,"5"-12"6514"0"0,-1 19-8389 0 0,0 0 0 0 0,0 0-1 0 0,-1 1 1 0 0,1-1 0 0 0,-1 1-1 0 0,-1 0 1 0 0,1 0 0 0 0,-1 0 0 0 0,0 0-1 0 0,0 0 1 0 0,1 10 0 0 0,1 12-94 0 0,1 39-1 0 0,-3-34 23 0 0,1 76-160 0 0,-2-100-68 0 0,0-12-2 0 0,-1-1 0 0 0,1 1 0 0 0,0 0 0 0 0,0 0 0 0 0,0-1 0 0 0,1 1 0 0 0,-1 0 0 0 0,3-3 0 0 0,1-5 0 0 0,9-21-178 0 0,2 1 0 0 0,2 0 0 0 0,25-34 0 0 0,-8 19-328 0 0,47-47 0 0 0,-54 68-1167 0 0,-26 23 1255 0 0,0 1 1 0 0,0 0 0 0 0,0 0 0 0 0,0 0 0 0 0,1 0-1 0 0,-1 0 1 0 0,0 0 0 0 0,1 0 0 0 0,-1 1-1 0 0,0-1 1 0 0,1 1 0 0 0,2 0 0 0 0,6 1-8500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4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1 758 20095 0 0,'0'0'1826'0'0,"1"-1"-1344"0"0,53-50 4515 0 0,-23 20-3534 0 0,62-68 145 0 0,-52 53-1480 0 0,-30 34-125 0 0,-1 0-1 0 0,0 0 1 0 0,-1-1 0 0 0,-1 0-1 0 0,10-19 1 0 0,-17 32-3 0 0,-1-1 0 0 0,0 1 0 0 0,0-1 0 0 0,0 1 0 0 0,0 0 0 0 0,1-1 0 0 0,-1 1 0 0 0,0-1 0 0 0,0 1 0 0 0,0-1 0 0 0,0 1 0 0 0,0 0 0 0 0,0-1 0 0 0,0 1 0 0 0,0-1 0 0 0,0 1 0 0 0,0-1 0 0 0,0 1 0 0 0,0-1 0 0 0,0 1 0 0 0,-1 0 0 0 0,1-1 0 0 0,-8 0 0 0 0,-11 10 0 0 0,5 2 3 0 0,1-1 0 0 0,0 2 1 0 0,1 0-1 0 0,1 0 0 0 0,-1 1 0 0 0,-15 24 1 0 0,20-25-81 0 0,0 0 0 0 0,1 0 1 0 0,0 1-1 0 0,1-1 1 0 0,0 1-1 0 0,1 0 1 0 0,0 1-1 0 0,-2 24 0 0 0,5-32-124 0 0,1-1 0 0 0,0 1-1 0 0,0-1 1 0 0,0 1 0 0 0,1-1 0 0 0,0 1-1 0 0,0-1 1 0 0,0 1 0 0 0,4 8-1 0 0,-4-11 28 0 0,0-1-1 0 0,1 1 1 0 0,-1-1-1 0 0,1 0 1 0 0,0 1-1 0 0,-1-1 1 0 0,1 0-1 0 0,0 0 1 0 0,0 0 0 0 0,0 0-1 0 0,1-1 1 0 0,-1 1-1 0 0,0-1 1 0 0,1 1-1 0 0,-1-1 1 0 0,1 0-1 0 0,-1 1 1 0 0,1-1-1 0 0,0-1 1 0 0,4 2-1 0 0,3 0-357 0 0,0-2-1 0 0,0 1 1 0 0,0-1 0 0 0,0-1 0 0 0,-1 1-1 0 0,1-2 1 0 0,0 1 0 0 0,15-6-1 0 0,-2 0-233 0 0,0-2 0 0 0,29-14 0 0 0,-35 14 787 0 0,0 0 1 0 0,-1-1-1 0 0,-1-1 0 0 0,18-15 1 0 0,-25 19 756 0 0,0-2 1 0 0,0 1 0 0 0,-1-1 0 0 0,0 0 0 0 0,0-1-1 0 0,-1 1 1 0 0,10-22 0 0 0,-16 31-699 0 0,0 0-1 0 0,1-1 1 0 0,-1 1-1 0 0,0 0 1 0 0,0-1-1 0 0,0 1 1 0 0,0-1-1 0 0,0 1 1 0 0,1 0-1 0 0,-1-1 1 0 0,0 1-1 0 0,0-1 1 0 0,0 1 0 0 0,0 0-1 0 0,0-1 1 0 0,0 1-1 0 0,0-1 1 0 0,0 1-1 0 0,0-1 1 0 0,-1 1-1 0 0,1 0 1 0 0,0-1-1 0 0,0 1 1 0 0,0-1-1 0 0,0 1 1 0 0,-1 0-1 0 0,1-1 1 0 0,0 1-1 0 0,0 0 1 0 0,0-1-1 0 0,-1 1 1 0 0,1 0 0 0 0,0-1-1 0 0,-1 1 1 0 0,1 0-1 0 0,0 0 1 0 0,-1-1-1 0 0,1 1 1 0 0,0 0-1 0 0,-1 0 1 0 0,1 0-1 0 0,-1-1 1 0 0,1 1-1 0 0,0 0 1 0 0,-1 0-1 0 0,1 0 1 0 0,-1 0-1 0 0,1 0 1 0 0,-1 0-1 0 0,1 0 1 0 0,0 0 0 0 0,-1 0-1 0 0,1 0 1 0 0,-1 0-1 0 0,1 0 1 0 0,-1 0-1 0 0,1 0 1 0 0,-4 1 109 0 0,1-1 1 0 0,0 1-1 0 0,0-1 1 0 0,-1 1-1 0 0,-3 2 0 0 0,-8 5-12 0 0,1 1 1 0 0,0 1-1 0 0,0 0 0 0 0,1 1 0 0 0,1 0 0 0 0,0 1 0 0 0,0 0 0 0 0,1 1 0 0 0,-14 23 0 0 0,12-12-177 0 0,12-23-3 0 0,1 0-1 0 0,-1 0 1 0 0,1 0-1 0 0,0 0 1 0 0,-1-1-1 0 0,1 1 1 0 0,0 0-1 0 0,0 0 1 0 0,0 0-1 0 0,0 0 1 0 0,-1 0-1 0 0,1 0 1 0 0,1 0-1 0 0,-1-1 1 0 0,0 1 0 0 0,0 0-1 0 0,0 0 1 0 0,0 0-1 0 0,1 0 1 0 0,-1 0-1 0 0,0 0 1 0 0,1-1-1 0 0,-1 1 1 0 0,1 1-1 0 0,0-1-14 0 0,0 0 0 0 0,0-1 0 0 0,0 1 0 0 0,0-1 0 0 0,0 1 0 0 0,0-1 0 0 0,0 1 0 0 0,0-1 0 0 0,0 0 0 0 0,0 1 0 0 0,0-1 0 0 0,1 0 0 0 0,0 1-22 0 0,4 0-59 0 0,-1-1 1 0 0,1 1 0 0 0,0-1-1 0 0,0 0 1 0 0,0-1-1 0 0,-1 1 1 0 0,1-1 0 0 0,0 0-1 0 0,0-1 1 0 0,-1 1 0 0 0,1-1-1 0 0,-1 0 1 0 0,0 0-1 0 0,1-1 1 0 0,-1 0 0 0 0,0 0-1 0 0,5-4 1 0 0,2-2-85 0 0,-1 0-1 0 0,0-1 1 0 0,-1 0 0 0 0,0-1-1 0 0,15-19 1 0 0,-22 25 154 0 0,6-6 15 0 0,-2-1 0 0 0,12-24 0 0 0,-30 58 630 0 0,7-15-501 0 0,0 0-1 0 0,0 0 1 0 0,0 1-1 0 0,1 0 1 0 0,1-1-1 0 0,-3 13 1 0 0,4-16-102 0 0,0-1 1 0 0,1 1 0 0 0,0 0 0 0 0,0-1-1 0 0,0 1 1 0 0,0 0 0 0 0,0-1-1 0 0,1 1 1 0 0,0 0 0 0 0,0-1 0 0 0,0 1-1 0 0,0-1 1 0 0,0 1 0 0 0,1-1-1 0 0,-1 0 1 0 0,1 1 0 0 0,0-1 0 0 0,3 4-1 0 0,-2-4-3 0 0,-1-1-1 0 0,1 0 0 0 0,0 0 0 0 0,-1 0 0 0 0,1 0 0 0 0,0 0 1 0 0,0-1-1 0 0,1 1 0 0 0,-1-1 0 0 0,0 0 0 0 0,0 0 0 0 0,1 0 1 0 0,-1 0-1 0 0,0-1 0 0 0,1 0 0 0 0,-1 1 0 0 0,1-1 1 0 0,-1 0-1 0 0,1 0 0 0 0,3-1 0 0 0,3-1-9 0 0,-1 0 0 0 0,1 0 0 0 0,0-1 0 0 0,-1 0 0 0 0,0 0 0 0 0,0-1 0 0 0,17-10 0 0 0,56-45 0 0 0,-62 44 0 0 0,-2 0 11 0 0,0 0 0 0 0,-1-1 0 0 0,-1-1 0 0 0,-1-1-1 0 0,23-33 1 0 0,-21 24 10 0 0,-2-1-1 0 0,0 0 0 0 0,17-51 1 0 0,11-63 147 0 0,-36 112-38 0 0,-1 0 1 0 0,2-56 0 0 0,-7 83-112 0 0,-1-6 59 0 0,0 0-1 0 0,-2-15 1 0 0,2 22-55 0 0,-1 1 0 0 0,1-1 0 0 0,0 0 0 0 0,0 1 0 0 0,-1-1 0 0 0,1 1 0 0 0,-1 0 0 0 0,1-1 0 0 0,-1 1 0 0 0,0-1 0 0 0,1 1 0 0 0,-1 0 1 0 0,0 0-1 0 0,0-1 0 0 0,0 1 0 0 0,0 0 0 0 0,0 0 0 0 0,0 0 0 0 0,-1 0 0 0 0,1 0 0 0 0,0 0 0 0 0,0 0 0 0 0,-3-1 0 0 0,2 2-3 0 0,1 0-1 0 0,0 0 1 0 0,-1 0-1 0 0,1 0 1 0 0,0 0-1 0 0,-1 1 1 0 0,1-1-1 0 0,0 0 1 0 0,-1 1-1 0 0,1-1 1 0 0,0 1 0 0 0,0-1-1 0 0,-1 1 1 0 0,1 0-1 0 0,0-1 1 0 0,0 1-1 0 0,0 0 1 0 0,0 0-1 0 0,0 0 1 0 0,0 0-1 0 0,0 0 1 0 0,-1 2 0 0 0,-20 28 148 0 0,19-27-138 0 0,-15 27 80 0 0,1 1 0 0 0,2 0 0 0 0,1 1 0 0 0,1 1 0 0 0,-10 45 0 0 0,17-49-73 0 0,0-1 1 0 0,3 1 0 0 0,0 0-1 0 0,2 0 1 0 0,1 0-1 0 0,7 53 1 0 0,-5-67-4 0 0,1 0 0 0 0,1-1 1 0 0,1 1-1 0 0,0-1 0 0 0,12 23 1 0 0,-12-28-189 0 0,0-1 1 0 0,1-1 0 0 0,0 1 0 0 0,0-1-1 0 0,1 0 1 0 0,1-1 0 0 0,-1 1 0 0 0,1-1-1 0 0,14 9 1 0 0,-8-6-627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09:4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21191 0 0,'-2'0'167'0'0,"1"1"-1"0"0,0 0 1 0 0,0 0-1 0 0,0 0 1 0 0,0 1-1 0 0,0-1 1 0 0,0 0-1 0 0,0 0 1 0 0,0 0-1 0 0,0 1 1 0 0,0-1-1 0 0,1 0 1 0 0,-1 1-1 0 0,0-1 1 0 0,1 1-1 0 0,0-1 1 0 0,-1 1-1 0 0,1-1 1 0 0,0 1-1 0 0,-1 2 1 0 0,2-2 133 0 0,-1 1 1 0 0,0-1-1 0 0,1 0 1 0 0,0 0-1 0 0,-1 1 0 0 0,1-1 1 0 0,0 0-1 0 0,0 0 1 0 0,0 0-1 0 0,0 0 1 0 0,1 0-1 0 0,1 3 1 0 0,2 0 82 0 0,0 0 0 0 0,0 0 1 0 0,0 0-1 0 0,1-1 1 0 0,0 0-1 0 0,-1 0 0 0 0,2 0 1 0 0,6 3-1 0 0,3-1-285 0 0,-1 0-1 0 0,1-2 0 0 0,0 0 1 0 0,28 3-1 0 0,68-1-96 0 0,-67-5 10 0 0,25 1-22 0 0,40 2 58 0 0,-87-2-38 0 0,0 1 1 0 0,38 11-1 0 0,-61-15-8 0 0,0 1 0 0 0,1 0 0 0 0,-1 0 0 0 0,1 0 0 0 0,-1 1 0 0 0,0-1 0 0 0,1 0 0 0 0,-1 0-1 0 0,1 0 1 0 0,-1 0 0 0 0,0 0 0 0 0,1 0 0 0 0,-1 1 0 0 0,1-1 0 0 0,-1 0 0 0 0,0 0 0 0 0,1 1 0 0 0,-1-1 0 0 0,0 0 0 0 0,0 0 0 0 0,1 1 0 0 0,-1-1 0 0 0,0 0 0 0 0,0 1 0 0 0,1-1-1 0 0,-1 0 1 0 0,0 1 0 0 0,0-1 0 0 0,0 0 0 0 0,1 1 0 0 0,-1-1 0 0 0,0 1 0 0 0,0-1 0 0 0,0 1 0 0 0,-4 3 19 0 0,1 0-14 0 0,0-1-1 0 0,0 1 1 0 0,0-1-1 0 0,-1 0 0 0 0,1-1 1 0 0,-1 1-1 0 0,0-1 1 0 0,-7 4-1 0 0,-37 14 46 0 0,29-14-44 0 0,-182 75-7 0 0,7 16 0 0 0,190-95-161 0 0,3-2 69 0 0,0 0 0 0 0,0 1 0 0 0,0-1 0 0 0,1 0 0 0 0,-1 1 0 0 0,0-1 0 0 0,0 1 0 0 0,0 0 0 0 0,1-1 0 0 0,-1 1 0 0 0,0 0 0 0 0,0-1 0 0 0,1 1 0 0 0,-2 1 0 0 0,-1 5-767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1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90 139 3679 0 0,'-1'2'15932'0'0,"-18"47"-14803"0"0,2 0-1 0 0,2 1 0 0 0,3 0 1 0 0,2 1-1 0 0,-5 64 1 0 0,14-103-975 0 0,1-1 0 0 0,1 1 1 0 0,2 15-1 0 0,-3-24 98 0 0,3-3-145 0 0,1-1-96 0 0,0 0 0 0 0,0 0 0 0 0,-1-1 0 0 0,1 1 0 0 0,0-1 0 0 0,-1 0 0 0 0,1 0 0 0 0,-1 0 0 0 0,1 0 0 0 0,-1 0 0 0 0,0-1 0 0 0,0 0 1 0 0,0 0-1 0 0,0 1 0 0 0,-1-2 0 0 0,5-5 0 0 0,4-7 43 0 0,-1-1 0 0 0,10-21 0 0 0,-16 30-51 0 0,213-390-83 0 0,-209 384 161 0 0,17-21-1 0 0,-24 34 287 0 0,0 2-343 0 0,-1 0-1 0 0,1 0 0 0 0,0 0 1 0 0,-1 0-1 0 0,1 0 1 0 0,-1 0-1 0 0,0 1 1 0 0,1-1-1 0 0,-1 0 0 0 0,0 0 1 0 0,0 2-1 0 0,1 0 24 0 0,1 8 44 0 0,-1-1 0 0 0,0 0-1 0 0,0 0 1 0 0,-1 1 0 0 0,-1 15 0 0 0,-12 53 269 0 0,8-54-270 0 0,-12 63 190 0 0,-105 643 984 0 0,104-557-1179 0 0,-2 18-677 0 0,17-168-820 0 0,3-23 583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17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9215 0 0,'-1'2'422'0'0,"-11"24"138"0"0,-17 42 2 0 0,17-32 7034 0 0,-11 53-1 0 0,19-65-6821 0 0,1 0 0 0 0,1 0 0 0 0,1 34 0 0 0,1-52-1430 0 0,1-1 0 0 0,0 0 0 0 0,0 1 1 0 0,1-1-1 0 0,3 9 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1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27 13359 0 0,'-15'-8'1108'0'0,"-10"-6"2967"0"0,10 10 3202 0 0,13 16-7222 0 0,2-6-136 0 0,1 0-1 0 0,-1 0 1 0 0,1 0 0 0 0,0-1 0 0 0,1 1 0 0 0,-1 0 0 0 0,1 0-1 0 0,0 0 1 0 0,1-1 0 0 0,3 8 0 0 0,6 7-696 0 0,17 24 1 0 0,-24-37 610 0 0,48 55-1321 0 0,-36-43 1439 0 0,22 30 0 0 0,-38-47 251 0 0,0 0 0 0 0,0 0 1 0 0,0 0-1 0 0,0 0 0 0 0,0 1 0 0 0,-1-1 0 0 0,1 0 0 0 0,-1 1 0 0 0,1-1 0 0 0,-1 0 1 0 0,0 1-1 0 0,0-1 0 0 0,0 0 0 0 0,0 1 0 0 0,-1-1 0 0 0,1 0 0 0 0,-1 1 0 0 0,1-1 0 0 0,-1 0 1 0 0,0 0-1 0 0,0 1 0 0 0,-1 1 0 0 0,-1 2 283 0 0,-1 1 0 0 0,0-2-1 0 0,0 1 1 0 0,0 0 0 0 0,-9 9 0 0 0,3-7-244 0 0,-1 0 1 0 0,1-1 0 0 0,-1 0-1 0 0,-1 0 1 0 0,-23 9 0 0 0,28-13-201 0 0,0 0-20 0 0,45-6-41 0 0,-17 0 12 0 0,-1-2 1 0 0,0 0-1 0 0,0-1 0 0 0,-1-1 1 0 0,0-1-1 0 0,0-1 0 0 0,25-14 1 0 0,4-14-6 0 0,-42 33 12 0 0,0-1 0 0 0,-1 0 1 0 0,0-1-1 0 0,0 1 0 0 0,-1-1 0 0 0,5-7 0 0 0,-8 13 11 0 0,-1-1-1 0 0,0 1 1 0 0,1-1-1 0 0,-1 1 1 0 0,0-1-1 0 0,1 1 1 0 0,-1-1-1 0 0,0 1 1 0 0,0-1-1 0 0,0 1 1 0 0,1-1-1 0 0,-1 0 1 0 0,0 1-1 0 0,0-1 1 0 0,0 1-1 0 0,0-1 1 0 0,0 1-1 0 0,0-1 1 0 0,0 0-1 0 0,0 1 1 0 0,0-1-1 0 0,0 1 1 0 0,0-1-1 0 0,0 1 1 0 0,-1-1-1 0 0,1 1 1 0 0,0-1-1 0 0,-1 0 1 0 0,0 0 2 0 0,1 1 0 0 0,-1 0 1 0 0,0-1-1 0 0,0 1 0 0 0,1 0 0 0 0,-1 0 0 0 0,0 0 1 0 0,0 0-1 0 0,0 0 0 0 0,0 0 0 0 0,1 0 1 0 0,-1 0-1 0 0,0 0 0 0 0,0 0 0 0 0,0 0 1 0 0,-1 1-1 0 0,-5 1 63 0 0,0 0 1 0 0,0 1-1 0 0,-9 4 1 0 0,-1 3 27 0 0,1 1 0 0 0,0 0 1 0 0,-17 17-1 0 0,-40 43 76 0 0,65-62-167 0 0,0 1 0 0 0,0 0-1 0 0,-11 18 1 0 0,17-25-12 0 0,0 0 0 0 0,1-1 1 0 0,-1 1-1 0 0,1 0 0 0 0,0 0 1 0 0,0 0-1 0 0,0 0 0 0 0,0 0 1 0 0,1 0-1 0 0,-1 0 1 0 0,1 0-1 0 0,0 0 0 0 0,-1 0 1 0 0,1 0-1 0 0,1 0 0 0 0,-1 0 1 0 0,0 1-1 0 0,1-1 0 0 0,0 0 1 0 0,1 4-1 0 0,0-4-14 0 0,0 0 0 0 0,0-1 0 0 0,0 0 0 0 0,1 1 1 0 0,-1-1-1 0 0,1 0 0 0 0,-1 0 0 0 0,1 0 0 0 0,0 0 0 0 0,-1-1 0 0 0,1 1 0 0 0,0-1 1 0 0,0 0-1 0 0,0 0 0 0 0,1 0 0 0 0,4 1 0 0 0,0 0-35 0 0,-1-1 0 0 0,1 0 0 0 0,0 0-1 0 0,-1-1 1 0 0,1 0 0 0 0,8-1 0 0 0,2-2-436 0 0,-1-1-1 0 0,1-1 1 0 0,-1 0-1 0 0,-1-1 1 0 0,1-1 0 0 0,-1 0-1 0 0,0-2 1 0 0,22-14 0 0 0,-20 10-855 0 0,0-1 1 0 0,-1 0 0 0 0,-1-2 0 0 0,0 0 0 0 0,-1 0 0 0 0,18-27 0 0 0,-27 33 544 0 0,1-1 1 0 0,-1 0 0 0 0,-1 0 0 0 0,5-14-1 0 0,-7 16 730 0 0,0-1 0 0 0,-1 1-1 0 0,0-1 1 0 0,0 0 0 0 0,-1-16 0 0 0,-1 24 162 0 0,0 1 0 0 0,0 0 1 0 0,0-1-1 0 0,0 1 1 0 0,0 0-1 0 0,-1-1 1 0 0,1 1-1 0 0,0-1 1 0 0,-1 1-1 0 0,1 0 0 0 0,-2-2 1 0 0,2 3 78 0 0,0-1 0 0 0,-1 1 0 0 0,1-1 0 0 0,0 1-1 0 0,-1 0 1 0 0,1-1 0 0 0,-1 1 0 0 0,1 0 0 0 0,0-1 0 0 0,-1 1 0 0 0,1 0 0 0 0,-1 0 0 0 0,1-1 0 0 0,-1 1 0 0 0,1 0 0 0 0,-1 0-1 0 0,1 0 1 0 0,-1 0 0 0 0,1 0 0 0 0,-1-1 0 0 0,0 1 0 0 0,-1 1 183 0 0,1-1 0 0 0,-1 0 0 0 0,1 1 0 0 0,-1 0 0 0 0,0-1 0 0 0,1 1 0 0 0,0 0 0 0 0,-1-1 0 0 0,1 1 0 0 0,-1 0 0 0 0,1 0 0 0 0,0 0 0 0 0,0 0 0 0 0,-1 1 0 0 0,1-1 0 0 0,0 0 0 0 0,-1 2 0 0 0,-4 5 52 0 0,1 0 0 0 0,0 1 0 0 0,1-1 0 0 0,0 1 0 0 0,0-1 0 0 0,1 1 0 0 0,0 0 1 0 0,1 1-1 0 0,0-1 0 0 0,0 0 0 0 0,0 13 0 0 0,1-7-265 0 0,1 0 1 0 0,1 0-1 0 0,0 0 1 0 0,1 0-1 0 0,1 0 1 0 0,5 20-1 0 0,-6-30-125 0 0,-1 0 1 0 0,1-1-1 0 0,0 1 1 0 0,0 0-1 0 0,1-1 0 0 0,-1 1 1 0 0,1-1-1 0 0,0 0 1 0 0,7 7-1 0 0,-7-9 31 0 0,-3-2-52 0 0,1 0-1 0 0,0 0 0 0 0,0 0 1 0 0,0 0-1 0 0,0 0 0 0 0,0 0 1 0 0,0 0-1 0 0,0 0 1 0 0,0-1-1 0 0,0 1 0 0 0,-1 0 1 0 0,1-1-1 0 0,0 1 0 0 0,0 0 1 0 0,0-1-1 0 0,-1 1 0 0 0,1-1 1 0 0,0 1-1 0 0,0-1 0 0 0,-1 1 1 0 0,1-1-1 0 0,0 0 0 0 0,-1 1 1 0 0,1-1-1 0 0,-1 0 0 0 0,1 0 1 0 0,0-1-1 0 0,1-1 1 0 0,5-8 0 0 0,0 0-1 0 0,-1-1 1 0 0,0 1-1 0 0,5-20 1 0 0,9-15-77 0 0,3-3-9 0 0,16-30-48 0 0,-32 67 120 0 0,0 0 1 0 0,1 0-1 0 0,0 1 0 0 0,13-12 0 0 0,-21 22 16 0 0,1 1 0 0 0,-1-1-1 0 0,1 1 1 0 0,-1-1 0 0 0,1 1 0 0 0,-1-1-1 0 0,1 1 1 0 0,-1-1 0 0 0,1 1-1 0 0,0 0 1 0 0,-1-1 0 0 0,1 1-1 0 0,0 0 1 0 0,-1 0 0 0 0,1-1 0 0 0,0 1-1 0 0,-1 0 1 0 0,1 0 0 0 0,0 0-1 0 0,-1 0 1 0 0,1 0 0 0 0,0 0-1 0 0,0 0 1 0 0,0 0 0 0 0,0 0 3 0 0,0 1 0 0 0,-1-1 0 0 0,1 1 1 0 0,0-1-1 0 0,-1 1 0 0 0,1-1 0 0 0,-1 1 0 0 0,1 0 1 0 0,-1-1-1 0 0,1 1 0 0 0,-1 0 0 0 0,1 0 0 0 0,-1-1 1 0 0,0 1-1 0 0,1 0 0 0 0,-1 0 0 0 0,0 1 0 0 0,2 5 51 0 0,-1 0 0 0 0,0 0-1 0 0,1 12 1 0 0,-2-18-52 0 0,1 58 99 0 0,3 43 40 0 0,-3-84-646 0 0,1-1-1 0 0,0 1 1 0 0,2-1 0 0 0,0 0 0 0 0,1 0-1 0 0,8 18 1 0 0,-8-26-1687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1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14743 0 0,'-8'4'1526'0'0,"-10"8"-657"0"0,14-7 488 0 0,0-1 0 0 0,0 1 0 0 0,-6 10 0 0 0,1 3 2106 0 0,-9 18-1 0 0,17-32-3589 0 0,-9 18 1219 0 0,-11 44 0 0 0,19-56-1095 0 0,0-1 0 0 0,0 1 0 0 0,1-1 0 0 0,0 1 0 0 0,1 0 0 0 0,0 0 0 0 0,2 14 0 0 0,-1-19-542 0 0,0 0 0 0 0,1 0 0 0 0,0-1 0 0 0,0 1 0 0 0,0-1 0 0 0,0 1 0 0 0,1-1 0 0 0,-1 0 0 0 0,7 7 0 0 0,-1-4-1906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19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10591 0 0,'0'0'16023'0'0,"0"2"-14673"0"0,1 18-697 0 0,-1 0 0 0 0,0 0 1 0 0,-2 0-1 0 0,-8 38 0 0 0,3-14-460 0 0,-1 17-290 0 0,-14 77 467 0 0,17-111-1219 0 0,-2 0-1 0 0,-21 51 0 0 0,26-74 361 0 0,0 1 0 0 0,0-1 0 0 0,-1 0 0 0 0,-3 4-1 0 0,-8 6-7694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1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10591 0 0,'0'-1'5077'0'0,"6"-5"-2762"0"0,-3 4-1155 0 0,0-1-1 0 0,0 1 0 0 0,0 0 1 0 0,0 0-1 0 0,0 0 1 0 0,4-1-1 0 0,4-1 1 0 0,22-7 1 0 0,0 2-189 0 0,176-50 325 0 0,-180 52-1259 0 0,-9 2-43 0 0,-6 0 16 0 0,1 2 1 0 0,-1 0-1 0 0,1 1 1 0 0,0 0-1 0 0,-1 1 0 0 0,17 1 1 0 0,-29 0-10 0 0,-1 0 0 0 0,1 0 0 0 0,0 1 0 0 0,-1-1 0 0 0,1 1 0 0 0,0-1 0 0 0,-1 1 0 0 0,1 0 0 0 0,-1 0 0 0 0,1-1 0 0 0,-1 1 0 0 0,0 0 0 0 0,1 0 0 0 0,-1 0 0 0 0,0 1 1 0 0,1-1-1 0 0,-1 0 0 0 0,1 2 0 0 0,0 0 1 0 0,-1-1 0 0 0,0 1 1 0 0,0-1-1 0 0,1 1 0 0 0,-1 0 1 0 0,-1 0-1 0 0,1 0 0 0 0,0 0 1 0 0,0 5-1 0 0,-1 4 33 0 0,0 1 0 0 0,-1-1 0 0 0,-4 24 0 0 0,4-30-12 0 0,-7 31 53 0 0,4-21-32 0 0,1-1-1 0 0,1 1 1 0 0,0-1-1 0 0,1 1 1 0 0,0 0-1 0 0,2 17 1 0 0,1-26-60 0 0,-2-5-61 0 0,1-2-45 0 0,0 0 102 0 0,0 0 0 0 0,0 0 0 0 0,0 0 0 0 0,0 0 0 0 0,0 0 0 0 0,0 0 0 0 0,0-1 0 0 0,-1 1 0 0 0,1 0 0 0 0,0-1 0 0 0,0 1 0 0 0,0 0 0 0 0,0-1 0 0 0,1 0 0 0 0,13-9-116 0 0,-9 6 86 0 0,-1-2-1 0 0,1 1 1 0 0,-1 0-1 0 0,0-1 1 0 0,0 0 0 0 0,-1 0-1 0 0,7-12 1 0 0,21-51-149 0 0,-25 54 151 0 0,12-28-108 0 0,31-50 1 0 0,-45 84 154 0 0,-5 8 54 0 0,2 14 89 0 0,-1 31 96 0 0,-1-22-147 0 0,1 0 1 0 0,5 28-1 0 0,-3-37-115 0 0,-1-1 12 0 0,0 0-1 0 0,6 15 1 0 0,-6-24-142 0 0,-1 0 1 0 0,0 0-1 0 0,1 0 0 0 0,-1 0 1 0 0,1-1-1 0 0,0 1 1 0 0,0 0-1 0 0,0-1 1 0 0,0 1-1 0 0,1-1 0 0 0,-1 0 1 0 0,1 0-1 0 0,3 3 1 0 0,-4-5-428 0 0,0 1 0 0 0,0-1 0 0 0,0 1 0 0 0,0-1 0 0 0,0 0 0 0 0,0 0 0 0 0,0 0 0 0 0,0 0 0 0 0,0 0 0 0 0,1 0 0 0 0,-1 0 0 0 0,0-1 0 0 0,0 1 0 0 0,0-1 0 0 0,3-1 1 0 0,-4 2 234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0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0 366 5527 0 0,'7'-17'17516'0'0,"-7"19"-16057"0"0,8 38 1858 0 0,-7-31-3062 0 0,0 0 1 0 0,1 0-1 0 0,0 0 0 0 0,0 0 0 0 0,1 0 1 0 0,1-1-1 0 0,-1 1 0 0 0,10 14 0 0 0,-7-15-180 0 0,6 0-55 0 0,-7-9-23 0 0,-4 1 2 0 0,1-1-25 0 0,0 1 0 0 0,0-1 0 0 0,1 0 0 0 0,-1 0 0 0 0,0 0-1 0 0,0 0 1 0 0,0 0 0 0 0,0-1 0 0 0,-1 1 0 0 0,1-1 0 0 0,0 1 0 0 0,-1-1 0 0 0,1 1 0 0 0,0-1-1 0 0,-1 0 1 0 0,0 0 0 0 0,1 0 0 0 0,1-4 0 0 0,2-3-177 0 0,-1 0 1 0 0,6-18-1 0 0,52-146-597 0 0,32-37 1336 0 0,-90 202-368 0 0,0 0 1 0 0,0 0-1 0 0,7-8 0 0 0,-10 15 604 0 0,0 2-569 0 0,1 7-97 0 0,0-1-1 0 0,-1 1 0 0 0,1-1 1 0 0,-1 1-1 0 0,-1-1 1 0 0,0 1-1 0 0,0 0 1 0 0,-1 9-1 0 0,0 9 82 0 0,0 54-117 0 0,2 80 20 0 0,-2-85-90 0 0,0-48 0 0 0,2 1 0 0 0,3 28 0 0 0,-2-46 0 0 0,-2-10 0 0 0,0 0 0 0 0,0-1-1 0 0,0 1 1 0 0,0 0 0 0 0,0 0 0 0 0,0 0 0 0 0,0-1-1 0 0,0 1 1 0 0,0 0 0 0 0,0 0 0 0 0,0 0 0 0 0,1 0-1 0 0,-1-1 1 0 0,0 1 0 0 0,0 0 0 0 0,0 0-1 0 0,0 0 1 0 0,0 0 0 0 0,0-1 0 0 0,1 1 0 0 0,-1 0-1 0 0,0 0 1 0 0,0 0 0 0 0,0 0 0 0 0,1 0 0 0 0,-1 0-1 0 0,0 0 1 0 0,0 0 0 0 0,0 0 0 0 0,1 0 0 0 0,-1-1-1 0 0,0 1 1 0 0,0 0 0 0 0,0 0 0 0 0,1 0-1 0 0,-1 0 1 0 0,0 0 0 0 0,0 0 0 0 0,0 1 0 0 0,1-1-1 0 0,-1 0 1 0 0,0 0 0 0 0,0 0 0 0 0,0 0 0 0 0,1 0-1 0 0,-1 0 1 0 0,0 0 0 0 0,0 0 0 0 0,0 0 0 0 0,0 0-1 0 0,1 1 1 0 0,-1-1 0 0 0,0 0 0 0 0,0 0 0 0 0,0 0-1 0 0,0 0 1 0 0,0 0 0 0 0,0 1 0 0 0,1-1-1 0 0,-1 0 1 0 0,0 0 0 0 0,0 0 0 0 0,0 1 0 0 0,0-1-1 0 0,0 0 1 0 0,0 0 0 0 0,0 0 0 0 0,0 1 0 0 0,0-1-1 0 0,36-54-200 0 0,-27 38 173 0 0,0 2 1 0 0,1-1 0 0 0,1 1-1 0 0,0 1 1 0 0,1 0-1 0 0,19-17 1 0 0,-24 25 33 0 0,1 0 0 0 0,-1 0 0 0 0,1 1 0 0 0,1 0 0 0 0,-1 0 0 0 0,1 0-1 0 0,-1 1 1 0 0,1 1 0 0 0,10-2 0 0 0,-15 3-1 0 0,0 0 1 0 0,0 1-1 0 0,0 0 0 0 0,1 0 1 0 0,-1 0-1 0 0,0 0 0 0 0,0 1 1 0 0,0-1-1 0 0,0 1 0 0 0,0 0 1 0 0,0 0-1 0 0,0 1 0 0 0,0-1 1 0 0,-1 1-1 0 0,1 0 0 0 0,0 0 0 0 0,-1 0 1 0 0,1 0-1 0 0,-1 1 0 0 0,0-1 1 0 0,0 1-1 0 0,5 5 0 0 0,-7-6 0 0 0,1 0 0 0 0,-1 0 0 0 0,0 0 0 0 0,0 0 0 0 0,0 0-1 0 0,0 0 1 0 0,0 0 0 0 0,0 0 0 0 0,0 1 0 0 0,-1-1 0 0 0,1 0-1 0 0,-1 0 1 0 0,0 1 0 0 0,1-1 0 0 0,-1 0 0 0 0,0 3 0 0 0,-1-1 2 0 0,0 0 0 0 0,0 0 0 0 0,0 0 0 0 0,0-1 0 0 0,0 1 0 0 0,-1 0 0 0 0,1-1 0 0 0,-5 7 0 0 0,-1-1 16 0 0,0 0-1 0 0,0 0 0 0 0,-1-1 1 0 0,0 0-1 0 0,-15 11 0 0 0,10-10-142 0 0,0-1 0 0 0,-1 0 0 0 0,-1-1 0 0 0,1 0 0 0 0,-1-2 0 0 0,-18 6 0 0 0,16-6-672 0 0,-4 3-85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11975 0 0,'2'-1'7898'0'0,"7"-4"-5985"0"0,0 1 1 0 0,0 0 0 0 0,0 0 0 0 0,19-5-1 0 0,-13 6-1055 0 0,1 0-1 0 0,23 0 0 0 0,5 3-1335 0 0,55 6 0 0 0,-88-5 743 0 0,-1-1-697 0 0,0 1 1 0 0,0 1-1 0 0,0-1 1 0 0,0 1-1 0 0,0 1 1 0 0,-1 0-1 0 0,1 0 1 0 0,-1 1 0 0 0,14 8-1 0 0,-5 2-1312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17503 0 0,'2'0'7035'0'0,"22"-7"-5522"0"0,0 1 0 0 0,47-5 1 0 0,54 4-2294 0 0,-106 6 617 0 0,72-3-1885 0 0,-28 0 992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27 16127 0 0,'-7'-26'6983'0'0,"17"29"-942"0"0,-3 4-4273 0 0,4 11-2264 0 0,-9-14 1143 0 0,9 21-360 0 0,0 2 1 0 0,-2-1-1 0 0,8 34 0 0 0,11 87 4 0 0,-14-64-151 0 0,2 14-98 0 0,-9-47-5 0 0,22 81 1 0 0,-24-117-38 0 0,-5-14 0 0 0,0 0 0 0 0,0 1 0 0 0,0-1 0 0 0,0 0 0 0 0,0 1 0 0 0,0-1 0 0 0,1 0 0 0 0,-1 1 0 0 0,0-1 0 0 0,0 0 0 0 0,0 0 0 0 0,0 1 0 0 0,0-1 0 0 0,1 0 0 0 0,-1 1 0 0 0,0-1 0 0 0,0 0 0 0 0,0 0 0 0 0,1 0 0 0 0,-1 1 0 0 0,0-1 0 0 0,1 0 0 0 0,-1 0 0 0 0,0 0 0 0 0,0 1 0 0 0,1-1 0 0 0,-1 0 0 0 0,0 0 0 0 0,1 0 0 0 0,-1 0 0 0 0,0 0 0 0 0,1 0 0 0 0,-1 0 0 0 0,0 0 0 0 0,1 0 0 0 0,-1 0 0 0 0,0 0 0 0 0,1 0 0 0 0,-1 0 0 0 0,4-4 0 0 0,0-1 0 0 0,0 1 0 0 0,-1-1 0 0 0,0 0 0 0 0,0 0 0 0 0,0 0 0 0 0,0 0 0 0 0,-1 0 0 0 0,2-7 0 0 0,12-48 0 0 0,-11 37 0 0 0,131-431 0 0 0,-130 439 0 0 0,-4 7 0 0 0,1-1 0 0 0,1 1 0 0 0,-1 1 0 0 0,7-10 0 0 0,-10 16 0 0 0,0 1 0 0 0,0 0 0 0 0,0 0 0 0 0,0 0 0 0 0,0 0 0 0 0,0-1 0 0 0,0 1 0 0 0,0 0 0 0 0,0 0 0 0 0,0 0 0 0 0,1 0 0 0 0,-1 0 0 0 0,0-1 0 0 0,0 1 0 0 0,0 0 0 0 0,0 0 0 0 0,0 0 0 0 0,0 0 0 0 0,0 0 0 0 0,1 0 0 0 0,-1 0 0 0 0,0 0 0 0 0,0 0 0 0 0,0-1 0 0 0,0 1 0 0 0,1 0 0 0 0,-1 0 0 0 0,0 0 0 0 0,0 0 0 0 0,0 0 0 0 0,0 0 0 0 0,0 0 0 0 0,1 0 0 0 0,-1 0 0 0 0,0 0 0 0 0,0 0 0 0 0,0 0 0 0 0,0 0 0 0 0,1 0 0 0 0,-1 0 0 0 0,0 0 0 0 0,0 0 0 0 0,0 1 0 0 0,0-1 0 0 0,1 0 0 0 0,-1 0 0 0 0,0 0 0 0 0,0 0 0 0 0,0 0 0 0 0,0 0 0 0 0,0 0 0 0 0,0 0 0 0 0,1 1 0 0 0,-1-1 0 0 0,0 0 0 0 0,0 0 0 0 0,0 0 0 0 0,3 8 0 0 0,-3-7 0 0 0,2 15 0 0 0,1 1 0 0 0,-2-1 0 0 0,0 1 0 0 0,-2 17 0 0 0,0 17 0 0 0,5-1 0 0 0,1-1 0 0 0,3 1 0 0 0,22 77 0 0 0,-25-110 0 0 0,1 0 0 0 0,0-1 0 0 0,12 21 0 0 0,-15-32 0 0 0,0 0 0 0 0,0 0 0 0 0,1 0 0 0 0,0-1 0 0 0,-1 1 0 0 0,2-1 0 0 0,-1 0 0 0 0,0 0 0 0 0,1-1 0 0 0,-1 1 0 0 0,1-1 0 0 0,0 0 0 0 0,10 4 0 0 0,-13-6 0 0 0,1-1 0 0 0,-1 1 0 0 0,0-1 0 0 0,1 0 0 0 0,-1 1 0 0 0,0-1 0 0 0,1 0 0 0 0,-1-1 0 0 0,1 1 0 0 0,-1 0 0 0 0,0-1 0 0 0,1 1 0 0 0,-1-1 0 0 0,0 0 0 0 0,0 1 0 0 0,1-1 0 0 0,-1 0 0 0 0,0-1 0 0 0,0 1 0 0 0,0 0 0 0 0,0-1 0 0 0,0 1 0 0 0,-1-1 0 0 0,1 1 0 0 0,2-4 0 0 0,4-3 0 0 0,-1-1 0 0 0,0 0 0 0 0,-1 0 0 0 0,6-11 0 0 0,16-36 0 0 0,-3-1 0 0 0,29-93 0 0 0,-51 142 0 0 0,4-15-277 0 0,-1-1 0 0 0,-1 1 1 0 0,-1-1-1 0 0,1-28 0 0 0,-5 48-197 0 0,1 1 0 0 0,-2 0 0 0 0,1 0 0 0 0,0 0 0 0 0,-1 0 0 0 0,1-1 0 0 0,-2-2 0 0 0,-4-11-9582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19 122 21655 0 0,'-2'-1'195'0'0,"1"0"1"0"0,-1 0-1 0 0,1 0 0 0 0,0-1 0 0 0,-1 1 1 0 0,1 0-1 0 0,0-1 0 0 0,0 1 0 0 0,0-1 1 0 0,0 1-1 0 0,0-1 0 0 0,0 0 0 0 0,1 1 1 0 0,-1-1-1 0 0,0-3 0 0 0,1 4-54 0 0,0 0 0 0 0,0 0 0 0 0,0 0-1 0 0,0 0 1 0 0,1-1 0 0 0,-1 1 0 0 0,1 0 0 0 0,-1 0-1 0 0,0 0 1 0 0,1 0 0 0 0,-1 0 0 0 0,1 0-1 0 0,0 0 1 0 0,-1 0 0 0 0,1 1 0 0 0,0-1 0 0 0,0 0-1 0 0,0 0 1 0 0,-1 0 0 0 0,1 1 0 0 0,0-1-1 0 0,0 1 1 0 0,0-1 0 0 0,0 0 0 0 0,0 1 0 0 0,2-1-1 0 0,4-2 130 0 0,-1 1 0 0 0,1 0-1 0 0,-1 0 1 0 0,1 0 0 0 0,0 1 0 0 0,10-1-1 0 0,46 1 202 0 0,-38 1-455 0 0,182 9-233 0 0,-68 2-5330 0 0,-103-8-3725 0 0</inkml:trace>
  <inkml:trace contextRef="#ctx0" brushRef="#br0" timeOffset="1">948 77 21223 0 0,'0'0'969'0'0,"1"-1"-18"0"0,14-8-168 0 0,1 1-1 0 0,-1 0 0 0 0,1 1 1 0 0,0 1-1 0 0,1 1 0 0 0,0 0 1 0 0,0 1-1 0 0,34-3 0 0 0,-18 4-649 0 0,-18 2-719 0 0,0-1 1 0 0,-1 0-1 0 0,19-6 1 0 0,-31 8-455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11519 0 0,'0'1'7735'0'0,"-7"2"-5627"0"0,-26 19 5112 0 0,-9 17-4487 0 0,40-37-2561 0 0,0 0-74 0 0,-1 3 28 0 0,-1 6 47 0 0,4-10-164 0 0,1 1 1 0 0,-1-1-1 0 0,1 1 0 0 0,0-1 0 0 0,0 0 0 0 0,-1 1 0 0 0,1-1 0 0 0,0 0 1 0 0,0 0-1 0 0,0 0 0 0 0,0 1 0 0 0,0-1 0 0 0,2 1 0 0 0,0 0-8 0 0,0 0 0 0 0,-1 0 0 0 0,1-1 0 0 0,0 1 0 0 0,1-1 0 0 0,-1 1 0 0 0,0-1 0 0 0,0 0-1 0 0,1 0 1 0 0,-1-1 0 0 0,0 1 0 0 0,7 0 0 0 0,4-1-2 0 0,24-2 0 0 0,-32 2 2 0 0,12-2-61 0 0,0-1 0 0 0,0-1 0 0 0,-1-1 0 0 0,1 0 0 0 0,22-11 0 0 0,-35 14-13 0 0,0-1-1 0 0,-1 0 1 0 0,1 0 0 0 0,-1-1-1 0 0,8-7 1 0 0,-11 10-72 0 0,-1 0 8 0 0,1 1 0 0 0,-1-1 0 0 0,0 0-1 0 0,0 1 1 0 0,0-1 0 0 0,0 0 0 0 0,0 0 0 0 0,0 1 0 0 0,0-1 0 0 0,0 0 0 0 0,0 0 0 0 0,0 1 0 0 0,0-1 0 0 0,-1-1 0 0 0,-16 14-3833 0 0,5-1-5219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32 123 5983 0 0,'-10'-20'20208'0'0,"6"31"-16794"0"0,-5 16-2384 0 0,5 11-566 0 0,1 1 1 0 0,2-1-1 0 0,4 49 0 0 0,-2-82-445 0 0,-1 1-18 0 0,0-2 9 0 0,0 0 1 0 0,1-1-1 0 0,0 1 1 0 0,-1 0 0 0 0,1-1-1 0 0,3 7 1 0 0,-4-9 42 0 0,2-2-41 0 0,-1 0-1 0 0,0-1 1 0 0,0 1-1 0 0,0 0 1 0 0,0-1-1 0 0,0 1 1 0 0,0-1 0 0 0,-1 0-1 0 0,1 1 1 0 0,1-4-1 0 0,-2 4-10 0 0,23-71-1 0 0,-16 47 0 0 0,1 1 0 0 0,1 1 0 0 0,19-38 0 0 0,-24 54-5 0 0,48-75-562 0 0,-45 73 462 0 0,-1 1-1 0 0,1 1 1 0 0,0-1-1 0 0,0 1 1 0 0,1 0-1 0 0,0 1 1 0 0,12-8-1 0 0,-19 13-89 0 0,1 0 0 0 0,0 1 0 0 0,-1-1 0 0 0,1 0 0 0 0,0 1 0 0 0,0-1 0 0 0,-1 1-1 0 0,1-1 1 0 0,0 1 0 0 0,0 0 0 0 0,0 0 0 0 0,3 0 0 0 0,-4 0-286 0 0,-1 0 0 0 0,1 1 0 0 0,0-1-1 0 0,0 0 1 0 0,0 1 0 0 0,0-1 0 0 0,-1 0 0 0 0,1 1-1 0 0,0-1 1 0 0,0 1 0 0 0,-1-1 0 0 0,1 1 0 0 0,0-1 0 0 0,-1 1-1 0 0,1 0 1 0 0,0-1 0 0 0,0 3 0 0 0,6 10-8218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0 683 12895 0 0,'0'0'1172'0'0,"2"0"-608"0"0,43-10 8176 0 0,0-6-4766 0 0,-29 9-3730 0 0,-1-1 0 0 0,-1 0 1 0 0,1-2-1 0 0,-1 1 0 0 0,-1-2 1 0 0,19-17-1 0 0,-30 27-241 0 0,10-11 39 0 0,0 0 1 0 0,-1 0-1 0 0,-1-1 0 0 0,1-1 0 0 0,9-17 0 0 0,-5 6-57 0 0,-14 24-55 0 0,-1 0 63 0 0,0 1-1 0 0,-1 0 1 0 0,1-1 0 0 0,0 1 0 0 0,0 0 0 0 0,-1-1-1 0 0,1 1 1 0 0,0 0 0 0 0,-1-1 0 0 0,1 1-1 0 0,0 0 1 0 0,-1 0 0 0 0,1-1 0 0 0,0 1 0 0 0,-1 0-1 0 0,1 0 1 0 0,-1 0 0 0 0,1 0 0 0 0,0 0 0 0 0,-1-1-1 0 0,1 1 1 0 0,-1 0 0 0 0,1 0 0 0 0,-1 0 0 0 0,-12 0-48 0 0,8 1 36 0 0,0 1-1 0 0,0 0 1 0 0,1 0-1 0 0,-1 0 1 0 0,0 0 0 0 0,1 1-1 0 0,-1 0 1 0 0,1 0 0 0 0,-6 5-1 0 0,-5 6-52 0 0,-13 16 0 0 0,25-27 58 0 0,-3 4-5 0 0,1 0 1 0 0,0 0-1 0 0,0 0 1 0 0,0 1-1 0 0,1-1 0 0 0,0 1 1 0 0,1 0-1 0 0,-6 15 1 0 0,9-20-15 0 0,-1-1 0 0 0,0 1 1 0 0,1-1-1 0 0,0 1 0 0 0,0-1 0 0 0,-1 1 1 0 0,1 0-1 0 0,1-1 0 0 0,-1 1 1 0 0,0-1-1 0 0,1 1 0 0 0,-1-1 1 0 0,1 1-1 0 0,0-1 0 0 0,0 1 0 0 0,0-1 1 0 0,0 0-1 0 0,0 1 0 0 0,0-1 1 0 0,1 0-1 0 0,-1 0 0 0 0,1 0 1 0 0,-1 0-1 0 0,1 0 0 0 0,0 0 0 0 0,0-1 1 0 0,0 1-1 0 0,0 0 0 0 0,0-1 1 0 0,0 0-1 0 0,0 1 0 0 0,1-1 0 0 0,-1 0 1 0 0,4 1-1 0 0,1 0-159 0 0,1 0 1 0 0,-1 0-1 0 0,1-1 0 0 0,0 0 0 0 0,-1 0 1 0 0,1-1-1 0 0,0 0 0 0 0,15-2 0 0 0,65-15-1274 0 0,-75 14 1274 0 0,9-3 207 0 0,0-1 1 0 0,-1-1-1 0 0,0-1 0 0 0,-1-1 1 0 0,0-1-1 0 0,0-1 0 0 0,-1 0 1 0 0,-1-2-1 0 0,0 0 0 0 0,-1-1 1 0 0,18-19-1 0 0,-34 33 25 0 0,17-21 366 0 0,-17 21-343 0 0,0 0 0 0 0,0-1 0 0 0,-1 1 0 0 0,1-1 0 0 0,0 1 0 0 0,-1-1 1 0 0,1 0-1 0 0,0 1 0 0 0,-1-1 0 0 0,0 1 0 0 0,1-1 0 0 0,-1 0 0 0 0,0-2 0 0 0,0 4-29 0 0,0 0-1 0 0,0-1 0 0 0,0 1 0 0 0,0-1 0 0 0,0 1 0 0 0,-1-1 1 0 0,1 1-1 0 0,0-1 0 0 0,0 1 0 0 0,0 0 0 0 0,-1-1 0 0 0,1 1 1 0 0,0 0-1 0 0,-1-1 0 0 0,1 1 0 0 0,0-1 0 0 0,-1 1 0 0 0,1 0 1 0 0,0 0-1 0 0,-1-1 0 0 0,1 1 0 0 0,0 0 0 0 0,-1 0 0 0 0,1-1 1 0 0,-1 1-1 0 0,1 0 0 0 0,-1 0 0 0 0,-17 0 646 0 0,13 1-447 0 0,-1 1 0 0 0,0 0 0 0 0,-9 4 0 0 0,5-1-156 0 0,0 1-1 0 0,1 0 1 0 0,0 0-1 0 0,0 1 1 0 0,0 0-1 0 0,0 0 1 0 0,1 1-1 0 0,1 1 1 0 0,-1-1-1 0 0,1 1 1 0 0,1 0-1 0 0,0 0 1 0 0,0 1-1 0 0,0 0 1 0 0,2 0-1 0 0,-1 0 1 0 0,-3 12-1 0 0,7-7-76 0 0,4-12-8 0 0,-2-2 2 0 0,-1 0-9 0 0,1-1 1 0 0,0 1-1 0 0,0 0 1 0 0,0 0-1 0 0,0 0 1 0 0,0-1-1 0 0,0 1 0 0 0,1 0 1 0 0,-1-1-1 0 0,0 1 1 0 0,0-1-1 0 0,0 1 1 0 0,1-1-1 0 0,-1 0 1 0 0,0 0-1 0 0,0 1 1 0 0,2-1-1 0 0,21-1-184 0 0,-18-1 136 0 0,0 0-1 0 0,0 0 1 0 0,1 0 0 0 0,-1-1 0 0 0,-1 0 0 0 0,1 0 0 0 0,5-5-1 0 0,37-29-343 0 0,-38 28 331 0 0,-1 0-37 0 0,0 0-1 0 0,13-18 0 0 0,-13 15 66 0 0,-7 11-31 0 0,-4 2 87 0 0,0 0 0 0 0,0 1 0 0 0,0-1 0 0 0,1 1 0 0 0,-1-1 0 0 0,0 1 0 0 0,1 0 0 0 0,0-1 0 0 0,-1 1 0 0 0,1 0 0 0 0,0 0 0 0 0,0 0 0 0 0,-1 2 0 0 0,-1 2 17 0 0,1-2-2 0 0,-1 1-1 0 0,1 0 0 0 0,0 0 0 0 0,0 0 0 0 0,1 1 0 0 0,0-1 0 0 0,0 0 0 0 0,0 1 0 0 0,0-1 0 0 0,1 0 1 0 0,0 1-1 0 0,0-1 0 0 0,0 0 0 0 0,3 11 0 0 0,-2-13-17 0 0,-1 0 0 0 0,1-1 0 0 0,0 1 0 0 0,0 0 0 0 0,0-1 0 0 0,1 1 0 0 0,-1-1 1 0 0,1 1-1 0 0,-1-1 0 0 0,1 1 0 0 0,0-1 0 0 0,0 0 0 0 0,0 0 0 0 0,0 0 0 0 0,0 0 0 0 0,0 0 0 0 0,1-1 0 0 0,-1 1 0 0 0,1-1 0 0 0,-1 1 0 0 0,1-1 1 0 0,0 0-1 0 0,-1 0 0 0 0,1 0 0 0 0,0 0 0 0 0,0-1 0 0 0,-1 1 0 0 0,1-1 0 0 0,4 1 0 0 0,1-1 10 0 0,0-1-1 0 0,1 0 1 0 0,-1 0-1 0 0,0-1 0 0 0,0 0 1 0 0,0-1-1 0 0,-1 1 1 0 0,1-1-1 0 0,-1-1 1 0 0,1 1-1 0 0,-1-2 1 0 0,12-8-1 0 0,1-2 43 0 0,0-1-1 0 0,32-35 0 0 0,-29 24-23 0 0,-1-1 0 0 0,-1 0 0 0 0,-2-2 0 0 0,21-40 0 0 0,-15 18 70 0 0,32-101-1 0 0,-36 74 32 0 0,-19 68-82 0 0,0 0-1 0 0,-1 0 1 0 0,0-1 0 0 0,-1 1 0 0 0,-1-14-1 0 0,1 23-21 0 0,0 1 0 0 0,-1-1-1 0 0,1 0 1 0 0,0 1 0 0 0,-1-1-1 0 0,1 0 1 0 0,-1 1-1 0 0,0-1 1 0 0,0 1 0 0 0,1-1-1 0 0,-1 1 1 0 0,0-1 0 0 0,0 1-1 0 0,-2-2 1 0 0,2 2-2 0 0,0 0-1 0 0,0 1 1 0 0,0-1-1 0 0,1 1 1 0 0,-1-1 0 0 0,0 1-1 0 0,0 0 1 0 0,0-1 0 0 0,0 1-1 0 0,0 0 1 0 0,0-1-1 0 0,0 1 1 0 0,0 0 0 0 0,-1 0-1 0 0,1 0 1 0 0,0 0-1 0 0,-2 0 1 0 0,0 1 26 0 0,0 0 1 0 0,-1 0-1 0 0,1 0 1 0 0,0 1-1 0 0,0-1 0 0 0,0 1 1 0 0,0 0-1 0 0,0 0 1 0 0,0 0-1 0 0,1 0 0 0 0,-1 0 1 0 0,-4 5-1 0 0,-13 19 195 0 0,1 1-1 0 0,1 0 1 0 0,-19 38 0 0 0,24-40-183 0 0,0 1 0 0 0,2 0-1 0 0,1 0 1 0 0,1 1 0 0 0,1 0 0 0 0,1 1 0 0 0,2 0 0 0 0,1 0 0 0 0,-1 55 0 0 0,5-65-181 0 0,2-1 1 0 0,0 0-1 0 0,1 0 0 0 0,0 1 1 0 0,2-2-1 0 0,0 1 1 0 0,0 0-1 0 0,2-1 0 0 0,0 0 1 0 0,10 15-1 0 0,-6-12-1115 0 0,-3 0-58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3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62 14743 0 0,'-1'-1'672'0'0,"-1"1"-460"0"0,-1-1 13 0 0,-8-10 240 0 0,6 1 6673 0 0,9 3-5031 0 0,-2 5-1644 0 0,0 0-1 0 0,0 1 1 0 0,0-1 0 0 0,0 1 0 0 0,1 0 0 0 0,-1-1-1 0 0,0 1 1 0 0,1 0 0 0 0,-1 0 0 0 0,0 1 0 0 0,5-2 0 0 0,29-3 35 0 0,-25 4-4 0 0,244-8 127 0 0,-224 9-615 0 0,336 15-6 0 0,-278-10 0 0 0,225 20 0 0 0,-22-3 0 0 0,35 4 0 0 0,73 5 5 0 0,-334-27 5 0 0,-24 0-5 0 0,0-3 1 0 0,54-4 0 0 0,-87 0-82 0 0,-10-2-114 0 0,-8-2-294 0 0,9 7 455 0 0,-12-7-2101 0 0,-2 1-4917 0 0,-5 2-2765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4143 0 0,'21'-42'508'0'0,"-10"22"14153"0"0,-1 15-9670 0 0,-8 5-4824 0 0,-1 1 0 0 0,1-1 0 0 0,-1 0 0 0 0,1 0 0 0 0,-1 1 0 0 0,1-1 0 0 0,-1 1 0 0 0,1-1 0 0 0,-1 1 0 0 0,0 0 0 0 0,1-1 0 0 0,-1 1 0 0 0,0 0 0 0 0,1 0 0 0 0,-1 0 0 0 0,0 0 0 0 0,0 0 0 0 0,0 0 0 0 0,0 1 0 0 0,0-1 0 0 0,0 0 0 0 0,0 0 0 0 0,-1 1 0 0 0,1-1 0 0 0,0 0 0 0 0,-1 1 0 0 0,1 1 0 0 0,2 4 102 0 0,-1 1 0 0 0,0 0 0 0 0,1 15 0 0 0,-2-19-118 0 0,7 197 1847 0 0,-4-40-1506 0 0,-2-117-464 0 0,-2-24-17 0 0,1 0-1 0 0,1 0 1 0 0,9 37 0 0 0,-11-57-11 0 0,0 1 0 0 0,1 0 0 0 0,-1-1 0 0 0,0 1 0 0 0,0 0 0 0 0,1-1 0 0 0,-1 1 0 0 0,0 0 0 0 0,1-1 0 0 0,-1 1 0 0 0,0-1 0 0 0,1 1 0 0 0,-1-1 0 0 0,1 1 0 0 0,0 0 0 0 0,0-1 0 0 0,-1 1 0 0 0,1-1 0 0 0,-1 0 0 0 0,1 0 0 0 0,0 0 0 0 0,-1 0 0 0 0,1 0 0 0 0,0 0 0 0 0,-1 0 0 0 0,1 0 0 0 0,-1 0 0 0 0,1 0 0 0 0,0 0 0 0 0,-1 0 0 0 0,1 0 0 0 0,-1-1 0 0 0,1 1 0 0 0,0 0 0 0 0,0-1 0 0 0,1 0 0 0 0,0 0 0 0 0,0-1 0 0 0,0 1 0 0 0,0-1 0 0 0,-1 1 0 0 0,1-1 0 0 0,0 0 0 0 0,-1 0 0 0 0,1 0 0 0 0,-1 0 0 0 0,0 0 0 0 0,2-4 0 0 0,12-31 0 0 0,-6 14 0 0 0,18-41 0 0 0,27-56 0 0 0,-30 73 0 0 0,-6 12 0 0 0,29-45 0 0 0,-34 64 0 0 0,-13 16 0 0 0,0-1 0 0 0,1 1 0 0 0,-1 0 0 0 0,0-1 0 0 0,0 1 0 0 0,1-1 0 0 0,-1 1 0 0 0,1 0 0 0 0,-1-1 0 0 0,0 1 0 0 0,1 0 0 0 0,-1-1 0 0 0,1 1 0 0 0,-1 0 0 0 0,1 0 0 0 0,-1 0 0 0 0,1-1 0 0 0,-1 1 0 0 0,1 0 0 0 0,-1 0 0 0 0,1 0 0 0 0,0 0 0 0 0,0 1 0 0 0,0 0 0 0 0,0 0 0 0 0,0 0 0 0 0,0 0 0 0 0,-1 0 0 0 0,1 0 0 0 0,0 0 0 0 0,0 0 0 0 0,-1 0 0 0 0,1 1 0 0 0,-1-1 0 0 0,1 0 0 0 0,-1 1 0 0 0,0-1 0 0 0,1 0 0 0 0,-1 1 0 0 0,0 0 0 0 0,5 29 0 0 0,-5-28 0 0 0,5 113 0 0 0,-5-112 0 0 0,1 9 0 0 0,1 0 0 0 0,0 0 0 0 0,0 0 0 0 0,1 0 0 0 0,7 17 0 0 0,-4-16 0 0 0,-3-5 0 0 0,0-1 0 0 0,1 0 0 0 0,5 9 0 0 0,0-7 0 0 0,3-4 0 0 0,3-2 0 0 0,0-5 0 0 0,-12 0 0 0 0,1 0 0 0 0,0-1 0 0 0,-1 0 0 0 0,1 1 0 0 0,-1-1 0 0 0,1 0 0 0 0,-1-1 0 0 0,0 1 0 0 0,0-1 0 0 0,0 1 0 0 0,0-1 0 0 0,-1 0 0 0 0,1 0 0 0 0,-1 0 0 0 0,4-6 0 0 0,3-6 0 0 0,-1 0 0 0 0,8-21 0 0 0,-8 17 0 0 0,97-203 0 0 0,-48 95-2353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27527 0 0,'0'0'1259'0'0,"0"-2"-26"0"0,1 0-1192 0 0,0-1 0 0 0,0 0 1 0 0,0 1-1 0 0,0-1 0 0 0,1 1 0 0 0,-1-1 1 0 0,1 1-1 0 0,-1 0 0 0 0,1-1 0 0 0,0 1 0 0 0,0 0 1 0 0,0 0-1 0 0,0 0 0 0 0,0 1 0 0 0,1-1 1 0 0,-1 0-1 0 0,1 1 0 0 0,-1-1 0 0 0,1 1 1 0 0,-1 0-1 0 0,4-1 0 0 0,9-3 162 0 0,-1 0-1 0 0,27-4 1 0 0,-31 7-114 0 0,38-6-218 0 0,0 2 1 0 0,0 2-1 0 0,0 3 0 0 0,1 1 1 0 0,94 14-1 0 0,-107-7-2025 0 0,-3 4-4829 0 0,1 3-2372 0 0</inkml:trace>
  <inkml:trace contextRef="#ctx0" brushRef="#br0" timeOffset="1">891 99 5063 0 0,'8'-11'182'0'0,"-5"8"-150"0"0,-1-1-1 0 0,1 1 1 0 0,-1 0-1 0 0,1-1 0 0 0,0 1 1 0 0,0 0-1 0 0,1 1 1 0 0,-1-1-1 0 0,5-2 0 0 0,10-3 7509 0 0,30-11 0 0 0,25 2 972 0 0,1 8-5497 0 0,-2 8-4429 0 0,-70 1 1202 0 0,0 0-1 0 0,0 0 0 0 0,0 0 1 0 0,0 1-1 0 0,0-1 0 0 0,0 1 0 0 0,0 0 1 0 0,0-1-1 0 0,0 1 0 0 0,0 0 1 0 0,0 0-1 0 0,0 0 0 0 0,-1 0 1 0 0,1 0-1 0 0,0 1 0 0 0,-1-1 0 0 0,1 1 1 0 0,1 1-1 0 0,4 7-1291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 14279 0 0,'0'0'1298'0'0,"-1"1"-1069"0"0,-10 3 7005 0 0,6 0-4894 0 0,4-3-1975 0 0,0 0 0 0 0,0 0 0 0 0,1 0 0 0 0,-1 1 0 0 0,0-1 0 0 0,1 0 0 0 0,-1 0 0 0 0,1 0 0 0 0,-1 1 0 0 0,1-1 0 0 0,-1 2 0 0 0,1 1-26 0 0,-1 1 0 0 0,1-1 1 0 0,0 1-1 0 0,1 6 0 0 0,-1-11-330 0 0,0 1-1 0 0,-1 0 0 0 0,1-1 0 0 0,0 1 0 0 0,0 0 0 0 0,1-1 0 0 0,-1 1 1 0 0,0 0-1 0 0,0 0 0 0 0,0-1 0 0 0,0 1 0 0 0,0 0 0 0 0,1-1 0 0 0,-1 1 1 0 0,0-1-1 0 0,1 1 0 0 0,-1 0 0 0 0,0-1 0 0 0,1 1 0 0 0,0 0 1 0 0,1 1 5 0 0,6 9 41 0 0,-4-10-55 0 0,-1 0 9 0 0,11 3 18 0 0,-10-6-6 0 0,-2 1-16 0 0,18-5-5 0 0,-17 4-48 0 0,0 1 0 0 0,-1-1 1 0 0,1 1-1 0 0,-1-1 0 0 0,1 0 0 0 0,-1 0 1 0 0,0 0-1 0 0,1-1 0 0 0,-1 1 0 0 0,2-4 1 0 0,17-28-1113 0 0,-1 1-52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76 325 5527 0 0,'9'-79'27805'0'0,"-9"82"-25326"0"0,-1 2-6566 0 0,-5 25 4419 0 0,-2 0 0 0 0,-24 58 0 0 0,28-76-293 0 0,3-12-43 0 0,-7 21-312 0 0,1-1 0 0 0,-10 43 0 0 0,17-62-373 0 0,14-4-5974 0 0,0-3 4503 0 0</inkml:trace>
  <inkml:trace contextRef="#ctx0" brushRef="#br0" timeOffset="1">228 103 7367 0 0,'3'-35'234'0'0,"1"1"792"0"0,-3 1 13191 0 0,0 36-13929 0 0,10 70-3617 0 0,-8-51-1683 0 0,2 1-1372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184 686 3223 0 0,'28'-37'807'0'0,"-21"30"1412"0"0,-1-1 1 0 0,0 0 0 0 0,0 0-1 0 0,-1 0 1 0 0,0-1 0 0 0,6-16-1 0 0,-10 24-1895 0 0,0-1 0 0 0,-1 0-1 0 0,1 1 1 0 0,-1-1 0 0 0,0 0-1 0 0,1 0 1 0 0,-1 0 0 0 0,0 1 0 0 0,0-1-1 0 0,0 0 1 0 0,0 0 0 0 0,0 0-1 0 0,-1 1 1 0 0,1-1 0 0 0,0 0 0 0 0,-2-2-1 0 0,1 3-208 0 0,0 0 0 0 0,1 0 0 0 0,-1 0 0 0 0,0 0 0 0 0,0 0 0 0 0,0 1 0 0 0,0-1 0 0 0,-1 0 0 0 0,1 1 0 0 0,0-1 0 0 0,0 0 1 0 0,0 1-1 0 0,0 0 0 0 0,-1-1 0 0 0,1 1 0 0 0,0 0 0 0 0,0-1 0 0 0,-1 1 0 0 0,1 0 0 0 0,0 0 0 0 0,-1 0 0 0 0,1 0 0 0 0,0 0 0 0 0,-2 1 0 0 0,-6 1 151 0 0,0 0 0 0 0,0 1-1 0 0,1-1 1 0 0,-1 2 0 0 0,1 0 0 0 0,-1 0 0 0 0,1 0 0 0 0,-9 7 0 0 0,5-4-79 0 0,-2 2-23 0 0,-1 1 1 0 0,1 0-1 0 0,1 1 1 0 0,-1 1-1 0 0,2 0 1 0 0,0 1-1 0 0,-13 17 1 0 0,23-28-162 0 0,1 1 0 0 0,0-1 0 0 0,-1 1 0 0 0,1 0 0 0 0,0-1 0 0 0,0 1 0 0 0,0 0-1 0 0,1 0 1 0 0,-1 0 0 0 0,1-1 0 0 0,0 1 0 0 0,-1 4 0 0 0,2-7-14 0 0,-1 1 0 0 0,0 0-1 0 0,0-1 1 0 0,1 1 0 0 0,-1 0-1 0 0,0 0 1 0 0,1-1-1 0 0,-1 1 1 0 0,0 0 0 0 0,1-1-1 0 0,-1 1 1 0 0,1-1 0 0 0,-1 1-1 0 0,1-1 1 0 0,0 1 0 0 0,-1-1-1 0 0,1 1 1 0 0,0-1 0 0 0,-1 1-1 0 0,1-1 1 0 0,0 0-1 0 0,-1 1 1 0 0,1-1 0 0 0,0 0-1 0 0,-1 0 1 0 0,1 1 0 0 0,1-1-1 0 0,20 3-271 0 0,-15-3 206 0 0,0-1 1 0 0,0 0-1 0 0,-1 0 0 0 0,1-1 1 0 0,0 0-1 0 0,0 0 0 0 0,-1-1 1 0 0,0 1-1 0 0,1-1 0 0 0,6-5 1 0 0,8-6-182 0 0,28-24 1 0 0,-39 30 198 0 0,15-14-48 0 0,-1 0 0 0 0,-1-1-1 0 0,21-29 1 0 0,57-92-263 0 0,-157 261 1890 0 0,51-103-1433 0 0,0 0-1 0 0,1 0 1 0 0,1 0-1 0 0,-2 22 1 0 0,4-30-77 0 0,0 1 1 0 0,1-1-1 0 0,1 1 1 0 0,-1-1 0 0 0,1 0-1 0 0,0 1 1 0 0,0-1 0 0 0,1 0-1 0 0,-1 1 1 0 0,2-1-1 0 0,-1 0 1 0 0,5 8 0 0 0,-5-11-8 0 0,-1-1 1 0 0,1 1-1 0 0,0-1 0 0 0,0 1 1 0 0,1-1-1 0 0,-1 0 1 0 0,0 0-1 0 0,1 0 1 0 0,-1 0-1 0 0,1-1 0 0 0,0 1 1 0 0,-1-1-1 0 0,1 1 1 0 0,4 0-1 0 0,-2 0-12 0 0,0-1 0 0 0,0 0-1 0 0,1 0 1 0 0,-1-1 0 0 0,0 1 0 0 0,1-1 0 0 0,8-1-1 0 0,0-1-37 0 0,0-1 0 0 0,0 0-1 0 0,-1-1 1 0 0,0-1-1 0 0,19-8 1 0 0,-23 8 37 0 0,-1 0 0 0 0,1-1 0 0 0,-1 0 1 0 0,0 0-1 0 0,0-1 0 0 0,-1 0 0 0 0,10-13 0 0 0,41-59-14 0 0,-48 66-6 0 0,-2 0 0 0 0,0-1 0 0 0,0 0-1 0 0,-1 0 1 0 0,-1 0 0 0 0,7-24-1 0 0,-13 37 30 0 0,1 1-1 0 0,-1-1 0 0 0,0 0 1 0 0,0 0-1 0 0,0 1 0 0 0,0-1 1 0 0,0 0-1 0 0,0 0 0 0 0,0 1 1 0 0,0-1-1 0 0,0 0 0 0 0,0 0 0 0 0,0 0 1 0 0,0 1-1 0 0,-1-1 0 0 0,1 0 1 0 0,0 1-1 0 0,-1-2 0 0 0,-4 0-18 0 0,4 2 19 0 0,-1 0 4 0 0,0 0 0 0 0,0 0 1 0 0,0 0-1 0 0,0 0 0 0 0,-1 0 0 0 0,1 0 0 0 0,0 1 1 0 0,0-1-1 0 0,0 1 0 0 0,0 0 0 0 0,0-1 1 0 0,0 1-1 0 0,0 0 0 0 0,0 0 0 0 0,0 0 0 0 0,0 1 1 0 0,1-1-1 0 0,-1 0 0 0 0,0 1 0 0 0,-2 2 0 0 0,-4 4 26 0 0,0 0 1 0 0,-10 15-1 0 0,13-16-22 0 0,1 0 1 0 0,0 0-1 0 0,0 0 1 0 0,1 1 0 0 0,0 0-1 0 0,0-1 1 0 0,0 1 0 0 0,1 0-1 0 0,1 1 1 0 0,-1-1-1 0 0,1 0 1 0 0,1 0 0 0 0,-1 1-1 0 0,2 9 1 0 0,0-13-16 0 0,-1 1 1 0 0,1-1-1 0 0,0 0 1 0 0,1 0 0 0 0,-1 0-1 0 0,1-1 1 0 0,0 1-1 0 0,0 0 1 0 0,0 0 0 0 0,1-1-1 0 0,0 0 1 0 0,-1 1-1 0 0,2-1 1 0 0,-1 0-1 0 0,0 0 1 0 0,1-1 0 0 0,0 1-1 0 0,0-1 1 0 0,0 0-1 0 0,0 0 1 0 0,0 0 0 0 0,1 0-1 0 0,7 3 1 0 0,-1-3-48 0 0,0 0 0 0 0,-1 0 0 0 0,1-1 1 0 0,0 0-1 0 0,0-1 0 0 0,1 0 0 0 0,-1-1 1 0 0,0 0-1 0 0,0 0 0 0 0,0-2 0 0 0,0 1 0 0 0,18-6 1 0 0,4-3 26 0 0,0-2 1 0 0,53-26-1 0 0,-75 32 29 0 0,0 0 0 0 0,0-1 0 0 0,0 0 1 0 0,10-9-1 0 0,-16 11 6 0 0,0 0 0 0 0,0 0-1 0 0,-1 0 1 0 0,1 0 0 0 0,-1-1 0 0 0,0 1 0 0 0,-1-1 0 0 0,1 0 0 0 0,2-8 0 0 0,-5 13-1 0 0,-1 0-1 0 0,0 0 1 0 0,1-1 0 0 0,-1 1 0 0 0,0 0 0 0 0,1 0 0 0 0,-1 0 0 0 0,0 0 0 0 0,0 0-1 0 0,0-1 1 0 0,0 1 0 0 0,0 0 0 0 0,0 0 0 0 0,-1 0 0 0 0,1 0 0 0 0,0 0-1 0 0,0 0 1 0 0,-1-1 0 0 0,1 1 0 0 0,-1 0 0 0 0,1 0 0 0 0,-1 0 0 0 0,1 0 0 0 0,-1 0-1 0 0,0 0 1 0 0,0 1 0 0 0,1-1 0 0 0,-1 0 0 0 0,0 0 0 0 0,0 0 0 0 0,0 1 0 0 0,0-1-1 0 0,0 0 1 0 0,0 1 0 0 0,0-1 0 0 0,0 1 0 0 0,0-1 0 0 0,0 1 0 0 0,0-1-1 0 0,0 1 1 0 0,0 0 0 0 0,-2-1 0 0 0,-2 0 40 0 0,0 1 0 0 0,0-1 1 0 0,0 1-1 0 0,0-1 0 0 0,0 1 0 0 0,0 1 0 0 0,0-1 1 0 0,-8 3-1 0 0,1-1 14 0 0,0 2 1 0 0,1 0-1 0 0,-1 0 1 0 0,1 1-1 0 0,0 0 1 0 0,0 1-1 0 0,1 0 1 0 0,0 1-1 0 0,0 0 1 0 0,-12 11-1 0 0,10-8-12 0 0,9-8-45 0 0,-1 1 0 0 0,1 0 0 0 0,0 0 0 0 0,0 1 0 0 0,0-1 0 0 0,0 1 0 0 0,1-1-1 0 0,-1 1 1 0 0,1 0 0 0 0,-3 7 0 0 0,-3 7-4 0 0,8-14-3 0 0,1-2-4 0 0,-1 0-56 0 0,28 6-236 0 0,-23-9 251 0 0,0 1 1 0 0,1-1-1 0 0,-1 0 0 0 0,0 0 1 0 0,0-1-1 0 0,0 0 1 0 0,0 0-1 0 0,5-2 0 0 0,3-3-156 0 0,20-14 0 0 0,-10 1-121 0 0,0-1 1 0 0,-2 0 0 0 0,36-47-1 0 0,-56 67 237 0 0,-8 11 97 0 0,0 1 108 0 0,1 1-1 0 0,-1-1 0 0 0,-4 15 1 0 0,10-22-90 0 0,-1 0 1 0 0,1 0-1 0 0,0 1 0 0 0,0-1 1 0 0,0 0-1 0 0,1 1 0 0 0,0-1 1 0 0,-1 1-1 0 0,2-1 0 0 0,-1 0 1 0 0,0 1-1 0 0,1-1 0 0 0,1 5 1 0 0,4 5 74 0 0,-3-11-90 0 0,0-2 3 0 0,-1 1-11 0 0,1 0 1 0 0,0-1-1 0 0,-1 1 0 0 0,1 0 0 0 0,0-1 0 0 0,0 0 0 0 0,0 0 0 0 0,0 1 0 0 0,0-2 0 0 0,0 1 0 0 0,1 0 0 0 0,-1-1 1 0 0,0 1-1 0 0,5-1 0 0 0,-2 0 6 0 0,-1-1 0 0 0,0 0 0 0 0,1 0 0 0 0,-1 0 0 0 0,0-1 1 0 0,0 0-1 0 0,10-4 0 0 0,1-3 22 0 0,0-1-1 0 0,0-1 1 0 0,25-23 0 0 0,-24 19-3 0 0,-2-1 1 0 0,0-1-1 0 0,-1 0 0 0 0,18-29 0 0 0,40-80 126 0 0,-68 118-153 0 0,125-255-1 0 0,-116 227 14 0 0,-12 34-9 0 0,0-1 1 0 0,-1 0-1 0 0,1 0 0 0 0,-1 1 1 0 0,0-1-1 0 0,0 0 1 0 0,0 0-1 0 0,0 1 1 0 0,0-1-1 0 0,-2-4 0 0 0,2 6 4 0 0,0 1-1 0 0,-1 0 0 0 0,1-1 1 0 0,0 1-1 0 0,0 0 0 0 0,-1 0 1 0 0,1-1-1 0 0,0 1 0 0 0,-1 0 1 0 0,1 0-1 0 0,0 0 1 0 0,-1 0-1 0 0,1-1 0 0 0,-1 1 1 0 0,1 0-1 0 0,0 0 0 0 0,-1 0 1 0 0,1 0-1 0 0,0 0 0 0 0,-1 0 1 0 0,1 0-1 0 0,-1 0 0 0 0,1 0 1 0 0,0 0-1 0 0,-1 0 0 0 0,1 0 1 0 0,-1 0-1 0 0,1 1 0 0 0,-12 2 132 0 0,4 1-46 0 0,1 0 0 0 0,-1 1 0 0 0,1 0 0 0 0,0 0 0 0 0,0 1 1 0 0,1-1-1 0 0,-1 1 0 0 0,1 1 0 0 0,-9 13 0 0 0,-3 5 130 0 0,-19 40 0 0 0,33-59-204 0 0,-6 15 59 0 0,1 0 1 0 0,0 0-1 0 0,2 0 0 0 0,0 1 1 0 0,2 0-1 0 0,-4 25 0 0 0,7-30-65 0 0,0 0 0 0 0,1 0 0 0 0,1 0 0 0 0,1 0 0 0 0,0 0-1 0 0,1 0 1 0 0,1 0 0 0 0,9 28 0 0 0,-7-33-97 0 0,0 0 0 0 0,1 0-1 0 0,1-1 1 0 0,-1 0 0 0 0,2 0 0 0 0,0-1 0 0 0,0 0-1 0 0,1 0 1 0 0,15 13 0 0 0,1-3-877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23727 0 0,'0'0'3304'0'0,"-2"1"-2508"0"0,-15 15 314 0 0,1 1 0 0 0,-14 18 0 0 0,-11 12-189 0 0,-57 46-518 0 0,80-78-331 0 0,-1-1-1 0 0,0 0 1 0 0,-37 18-1 0 0,-31 10-71 0 0,83-39 0 0 0,7 0 0 0 0,8-1 0 0 0,-10-2 0 0 0,46 6 0 0 0,85-2 0 0 0,47-13 0 0 0,-104 4 0 0 0,5 3-2738 0 0,-65 3 901 0 0,0 0-1 0 0,-1 1 1 0 0,21 5-1 0 0,-15-1-7914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25975 0 0,'0'0'2877'0'0,"2"0"-2277"0"0,33-5 405 0 0,0 2 0 0 0,58 2-1 0 0,-25 1-714 0 0,176 3-267 0 0,-141 6-9484 0 0,-76-5-562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0:28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26 22111 0 0,'0'-11'-323'0'0,"4"-3"10309"0"0,0 24-9282 0 0,0 4-671 0 0,-1 0 1 0 0,-1 1 0 0 0,0-1 0 0 0,0 18 0 0 0,-4 63 72 0 0,1-52-92 0 0,-34 584-14 0 0,5-334 0 0 0,12-151-20 0 0,18-140-83 0 0,-3-13-1841 0 0,0 2-5321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3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33 10135 0 0,'0'-4'173'0'0,"-1"3"-114"0"0,1 0 1 0 0,0 0-1 0 0,0 0 0 0 0,0 0 1 0 0,-1 0-1 0 0,1 0 0 0 0,-1 0 1 0 0,1 1-1 0 0,0-1 0 0 0,-1 0 1 0 0,1 0-1 0 0,-1 1 0 0 0,0-1 1 0 0,1 0-1 0 0,-1 0 0 0 0,0 1 1 0 0,1-1-1 0 0,-1 1 0 0 0,0-1 1 0 0,0 1-1 0 0,1-1 0 0 0,-2 0 1 0 0,13 5 7183 0 0,12-3-3353 0 0,-21-1-3074 0 0,159-1 1712 0 0,-50-2-2127 0 0,132-4 92 0 0,123 3-1558 0 0,-285 14-653 0 0,-53-4-650 0 0,0 0 0 0 0,29 13 0 0 0,-36-9-278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3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42 6911 0 0,'-142'6'2199'0'0,"95"-1"2173"0"0,0 1 7441 0 0,49-5-11040 0 0,9 3-447 0 0,1 0 0 0 0,-1-1-1 0 0,1-1 1 0 0,0 1-1 0 0,0-2 1 0 0,16 1-1 0 0,78-4-189 0 0,-84 1-28 0 0,215-17-78 0 0,-60 4-813 0 0,5-4-1128 0 0,-61 1-6387 0 0,-64 8 684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39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 14279 0 0,'-4'-2'499'0'0,"-6"-3"393"0"0,-12 1 11314 0 0,32 17-10100 0 0,18 15-2738 0 0,-2-10 655 0 0,2 0 1 0 0,31 15-1 0 0,-34-21-16 0 0,-1 2 0 0 0,0 1-1 0 0,31 25 1 0 0,-43-27-7 0 0,-4 1 0 0 0,-7-11 5 0 0,0 0-1 0 0,0-1 1 0 0,-1 1 0 0 0,0 0 0 0 0,1 0-1 0 0,-1 0 1 0 0,0 0 0 0 0,-1 0-1 0 0,1 0 1 0 0,0 0 0 0 0,-1 0 0 0 0,0 0-1 0 0,1 0 1 0 0,-1-1 0 0 0,0 1-1 0 0,-1 0 1 0 0,1-1 0 0 0,0 1 0 0 0,-1 0-1 0 0,1-1 1 0 0,-1 0 0 0 0,0 1-1 0 0,-2 2 1 0 0,-6 5 36 0 0,-1 0 1 0 0,0 0-1 0 0,-19 12 0 0 0,14-9-20 0 0,-47 34-701 0 0,51-34-240 0 0,1 6-51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9:2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4143 0 0,'8'-16'71'0'0,"0"1"-1"0"0,1 0 0 0 0,0 1 0 0 0,14-16 1 0 0,-16 22-27 0 0,0 1 1 0 0,1 0 0 0 0,-1 0 0 0 0,1 1 0 0 0,1 0 0 0 0,-1 1-1 0 0,1-1 1 0 0,15-5 0 0 0,15-3 3003 0 0,1 2 0 0 0,80-12-1 0 0,-70 15-2451 0 0,497-55 563 0 0,5 49 188 0 0,197 25-249 0 0,-373-2-726 0 0,557 26 149 0 0,-573-19-536 0 0,-28 2 69 0 0,118 4 108 0 0,-327-18-124 0 0,675 6-12 0 0,-217-25-26 0 0,-535 16-368 0 0,-47 2 184 0 0,-5 5-282 0 0,0 0-1 0 0,0-1 1 0 0,0 0-1 0 0,-8 6 1 0 0,-9 8-931 0 0,4-1 126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3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 18431 0 0,'0'0'844'0'0,"1"-1"-20"0"0,4-7-332 0 0,-4 6 574 0 0,0 4 307 0 0,1 1-1103 0 0,0 0 0 0 0,0 0 1 0 0,-1 0-1 0 0,1 0 0 0 0,-1 0 1 0 0,0 1-1 0 0,0-1 0 0 0,0 0 0 0 0,0 1 1 0 0,-1-1-1 0 0,1 1 0 0 0,-1-1 1 0 0,0 6-1 0 0,0 7 255 0 0,-5 26 1 0 0,3-33-280 0 0,-39 210 2127 0 0,0-6-1171 0 0,28-107-969 0 0,13-104-162 0 0,1-13-59 0 0,1 0 0 0 0,0 0 0 0 0,0 0-1 0 0,8-20 1 0 0,-5 16-6 0 0,13-34-123 0 0,46-83 1 0 0,-45 93 46 0 0,139-247-674 0 0,-127 241 582 0 0,-31 45 162 0 0,0 0 0 0 0,0-1-1 0 0,0 1 1 0 0,0 0 0 0 0,1 0 0 0 0,-1-1 0 0 0,0 1 0 0 0,0 0 0 0 0,0 0 0 0 0,0-1 0 0 0,0 1 0 0 0,1 0 0 0 0,-1 0 0 0 0,0 0 0 0 0,0-1 0 0 0,0 1-1 0 0,1 0 1 0 0,-1 0 0 0 0,0 0 0 0 0,0 0 0 0 0,1-1 0 0 0,-1 1 0 0 0,0 0 0 0 0,0 0 0 0 0,1 0 0 0 0,-1 0 0 0 0,0 0 0 0 0,1 0 0 0 0,-1 0 0 0 0,0 0-1 0 0,0 0 1 0 0,1 0 0 0 0,-1 0 0 0 0,0 0 0 0 0,1 0 0 0 0,-1 0 0 0 0,1 5 8 0 0,0 0 0 0 0,0-1 0 0 0,0 1 1 0 0,-1 0-1 0 0,0 0 0 0 0,0 0 0 0 0,0 0 0 0 0,-2 6 0 0 0,-6 42 162 0 0,-2-1-1 0 0,-19 56 0 0 0,10-41-1 0 0,1 1 12 0 0,-53 231 303 0 0,18-37-407 0 0,12-70-80 0 0,38-173-130 0 0,0 0 0 0 0,1 24-1 0 0,2-41-102 0 0,3-2-1471 0 0,3 0 1341 0 0,0-1 1 0 0,0 0-1 0 0,1-1 0 0 0,-1 0 0 0 0,0 0 1 0 0,0 0-1 0 0,-1 0 0 0 0,11-7 0 0 0,-3 2-1155 0 0,0-2 0 0 0,19-15 0 0 0,-3-7-6719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10135 0 0,'0'0'919'0'0,"-2"2"-264"0"0,-2 4 1166 0 0,0 0 0 0 0,0 0 1 0 0,0 0-1 0 0,1 0 1 0 0,-5 13-1 0 0,-10 40 3190 0 0,4-13-4069 0 0,6-21-741 0 0,1 0 0 0 0,1 1 0 0 0,2-1 0 0 0,0 1 0 0 0,1 0 0 0 0,2 1 0 0 0,1-1 0 0 0,3 31 0 0 0,-1-47-740 0 0,0 0 0 0 0,6 14 0 0 0,-7-21-215 0 0,2-3-616 0 0,-2 0 1028 0 0,2 1-87 0 0,-1 0-1 0 0,0-1 0 0 0,1 0 1 0 0,-1 0-1 0 0,0 0 0 0 0,1 0 0 0 0,-1 0 1 0 0,1 0-1 0 0,2-1 0 0 0,9-7-7774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94 4143 0 0,'-16'-28'469'0'0,"-2"-6"-115"0"0,9 7 19805 0 0,8 23-19787 0 0,17 8 2753 0 0,-7 0-3146 0 0,0 1 1 0 0,0 0 0 0 0,0 1-1 0 0,-1 0 1 0 0,0 0 0 0 0,13 13-1 0 0,-8-6-35 0 0,-1 1 0 0 0,20 30 0 0 0,-23-31 56 0 0,-2 0 0 0 0,1 0 0 0 0,-2 1 0 0 0,0 1 1 0 0,0-1-1 0 0,-2 1 0 0 0,1-1 0 0 0,-2 1 0 0 0,0 1 0 0 0,-1-1 0 0 0,-1 0 0 0 0,0 29 0 0 0,-2-34 127 0 0,0 0-1 0 0,0 0 0 0 0,-1 0 0 0 0,-1 0 0 0 0,0-1 1 0 0,0 1-1 0 0,-1-1 0 0 0,0 0 0 0 0,0 0 0 0 0,-1 0 0 0 0,0-1 1 0 0,-1 1-1 0 0,-9 11 0 0 0,7-12-48 0 0,0 1-1 0 0,0-1 1 0 0,0 0 0 0 0,-1-1-1 0 0,0 0 1 0 0,-1 0-1 0 0,1-1 1 0 0,-16 7 0 0 0,21-11-36 0 0,-3 0-20 0 0,5-1 31 0 0,17-5 64 0 0,14-5-95 0 0,-1-1-1 0 0,0-1 0 0 0,0-1 1 0 0,-1-2-1 0 0,35-23 0 0 0,-10 6-6 0 0,-31 19-66 0 0,-1 0 0 0 0,36-29 0 0 0,-39 26 42 0 0,-10 10 10 0 0,-1-1 0 0 0,1 1 0 0 0,-1-1 0 0 0,-1-1 0 0 0,1 1 0 0 0,-1-1 1 0 0,8-14-1 0 0,-13 21 3 0 0,0-1 1 0 0,0 1 0 0 0,0 0 0 0 0,0-1-1 0 0,0 1 1 0 0,0-1 0 0 0,0 1 0 0 0,0 0-1 0 0,0-1 1 0 0,0 1 0 0 0,0-1-1 0 0,0 1 1 0 0,0 0 0 0 0,0-1 0 0 0,0 1-1 0 0,-1 0 1 0 0,1-1 0 0 0,0 1 0 0 0,0 0-1 0 0,0-1 1 0 0,-1 1 0 0 0,1 0-1 0 0,0 0 1 0 0,0-1 0 0 0,-1 1 0 0 0,1 0-1 0 0,0 0 1 0 0,-1-1 0 0 0,1 1 0 0 0,0 0-1 0 0,-1 0 1 0 0,-10-6 90 0 0,9 5-78 0 0,0 1 0 0 0,-1 0 0 0 0,1-1 0 0 0,-1 1 0 0 0,1 0 0 0 0,-1 0 0 0 0,1 1 0 0 0,-1-1 0 0 0,1 0 0 0 0,-1 1-1 0 0,1 0 1 0 0,0-1 0 0 0,-1 1 0 0 0,1 0 0 0 0,-3 2 0 0 0,-36 21 151 0 0,30-17-112 0 0,-15 10 54 0 0,-39 35 0 0 0,56-45-88 0 0,0 2-1 0 0,1-1 1 0 0,1 1-1 0 0,-1 0 1 0 0,1 1-1 0 0,1 0 1 0 0,-9 17-1 0 0,13-23-17 0 0,1 0 0 0 0,0-1 0 0 0,0 1 0 0 0,0 0 0 0 0,0 0 0 0 0,0-1 0 0 0,1 1 0 0 0,0 0 0 0 0,0 0 0 0 0,0 0 0 0 0,0 0 0 0 0,1-1 0 0 0,-1 1 0 0 0,1 0 0 0 0,1 4 0 0 0,4 7-4 0 0,-4-12-29 0 0,0 0 0 0 0,0-1 1 0 0,0 1-1 0 0,0 0 0 0 0,0-1 0 0 0,1 1 0 0 0,0-1 0 0 0,-1 0 1 0 0,1 0-1 0 0,0 0 0 0 0,0 0 0 0 0,0 0 0 0 0,5 1 0 0 0,-3-1-86 0 0,1 0-1 0 0,0 0 0 0 0,0-1 0 0 0,0 0 1 0 0,0 0-1 0 0,0 0 0 0 0,8-1 0 0 0,-3-1-74 0 0,-1 0 0 0 0,1 0 0 0 0,-1-1 0 0 0,1 0-1 0 0,-1-1 1 0 0,0 0 0 0 0,0-1 0 0 0,15-7 0 0 0,29-23-3197 0 0,-1-2 0 0 0,52-48 0 0 0,-94 75 1912 0 0,0-1 1 0 0,-1 0 0 0 0,-1-1 0 0 0,13-17 0 0 0,-19 24 1144 0 0,0-1-1 0 0,0 0 1 0 0,0 0 0 0 0,0 0-1 0 0,-1-1 1 0 0,0 1 0 0 0,0 0-1 0 0,-1-1 1 0 0,1 0-1 0 0,-1 1 1 0 0,-1-1 0 0 0,1 0-1 0 0,-1-10 1 0 0,0 14 514 0 0,0 1 0 0 0,0 0 1 0 0,0-1-1 0 0,-1 1 0 0 0,1 0 0 0 0,0-1 1 0 0,-1 1-1 0 0,1 0 0 0 0,-1-1 0 0 0,1 1 1 0 0,-1 0-1 0 0,0 0 0 0 0,0 0 0 0 0,1 0 1 0 0,-1 0-1 0 0,0 0 0 0 0,-2-1 0 0 0,3 1 260 0 0,-1 0 0 0 0,0 1 0 0 0,0 0 0 0 0,0-1 0 0 0,0 1 0 0 0,0 0 0 0 0,0-1-1 0 0,0 1 1 0 0,0 0 0 0 0,0 0 0 0 0,0 0 0 0 0,0 0 0 0 0,0 0 0 0 0,-1 0-1 0 0,1 0 1 0 0,0 0 0 0 0,-1 1 0 0 0,-1-1 479 0 0,0 1-1 0 0,1 0 1 0 0,-1 1-1 0 0,1-1 1 0 0,-1 0-1 0 0,1 1 1 0 0,-1-1 0 0 0,-2 3-1 0 0,-8 10-400 0 0,8-5-122 0 0,1 0 0 0 0,0 0 0 0 0,0 0 0 0 0,0 0 0 0 0,1 1 0 0 0,1-1 0 0 0,-3 16 0 0 0,3-8-132 0 0,0 1 1 0 0,2-1-1 0 0,1 27 1 0 0,0-33-195 0 0,-1-6-42 0 0,1 1-1 0 0,0-1 1 0 0,0 0 0 0 0,0 1-1 0 0,1-1 1 0 0,3 10 0 0 0,-3-11 36 0 0,3 5-44 0 0,-2-8 18 0 0,8-4-31 0 0,-9 1-11 0 0,1 0 0 0 0,0 0 0 0 0,-1 0 0 0 0,1-1 0 0 0,-1 1 0 0 0,0-1 0 0 0,1 1 0 0 0,-1-1 0 0 0,1-3 0 0 0,17-32 0 0 0,-11 21 0 0 0,7-15-13 0 0,114-197-339 0 0,-127 224 342 0 0,11-12-87 0 0,-14 17 96 0 0,0 0 0 0 0,0 0 0 0 0,0 0-1 0 0,0 0 1 0 0,0 0 0 0 0,0 0 0 0 0,0 0 0 0 0,0 0 0 0 0,0 0-1 0 0,1 0 1 0 0,-1 0 0 0 0,0 0 0 0 0,0 0 0 0 0,0 0 0 0 0,0 0-1 0 0,0 0 1 0 0,0 0 0 0 0,0 0 0 0 0,0 0 0 0 0,0 0 0 0 0,0 0-1 0 0,0 0 1 0 0,0 0 0 0 0,0 0 0 0 0,0 0 0 0 0,0 0 0 0 0,1 0 0 0 0,-1 0-1 0 0,0 0 1 0 0,0 0 0 0 0,0 0 0 0 0,0 0 0 0 0,0 0 0 0 0,0 0-1 0 0,0 0 1 0 0,0 0 0 0 0,0 0 0 0 0,0 0 0 0 0,0 0 0 0 0,0 0-1 0 0,0 0 1 0 0,0 0 0 0 0,0 0 0 0 0,0 0 0 0 0,1 0 0 0 0,-1 0-1 0 0,0 0 1 0 0,0 0 0 0 0,0 0 0 0 0,0 0 0 0 0,0 0 0 0 0,0 0 0 0 0,0 0-1 0 0,0 1 1 0 0,0-1 0 0 0,0 0 0 0 0,0 0 0 0 0,0 0 0 0 0,0 0-1 0 0,0 0 1 0 0,0 0 0 0 0,0 0 0 0 0,0 0 0 0 0,0 0 0 0 0,0 0-1 0 0,0 0 1 0 0,0 0 0 0 0,0 1 0 0 0,4 7 25 0 0,-1 0 0 0 0,0 1 0 0 0,0-1 1 0 0,0 1-1 0 0,-1 0 0 0 0,-1 0 0 0 0,2 12 0 0 0,-2 70 291 0 0,-1-56-271 0 0,1-8-44 0 0,8 45 0 0 0,-8-63 0 0 0,-1-7-14 0 0,1 1 0 0 0,-1-1-1 0 0,0 1 1 0 0,1 0 0 0 0,-1-1-1 0 0,1 1 1 0 0,0-1 0 0 0,0 1 0 0 0,0-1-1 0 0,0 0 1 0 0,2 5 0 0 0,1-3-54 0 0,-3-2-108 0 0,11 7-1642 0 0,-10-9 1516 0 0,1 1 0 0 0,-1-1 0 0 0,1 0 1 0 0,-1 0-1 0 0,0 0 0 0 0,1 0 0 0 0,-1 0 0 0 0,1-1 1 0 0,-1 1-1 0 0,1-1 0 0 0,-1 0 0 0 0,1 1 0 0 0,-1-1 1 0 0,0 0-1 0 0,0 0 0 0 0,1-1 0 0 0,-1 1 0 0 0,0 0 1 0 0,3-4-1 0 0,14-7-8389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11055 0 0,'0'0'19333'0'0,"-2"1"-18802"0"0,-23 29 298 0 0,11-11-612 0 0,-2 0 0 0 0,-20 17 0 0 0,-87 79 151 0 0,98-96-368 0 0,17-13 0 0 0,1 0 0 0 0,0 0 0 0 0,0 0 0 0 0,0 1 0 0 0,-7 8 0 0 0,7-5 0 0 0,7-10 0 0 0,0 1 0 0 0,-1-1 0 0 0,1 0 0 0 0,0 1 0 0 0,0-1 0 0 0,0 1 0 0 0,0-1 0 0 0,-1 1 0 0 0,1-1 0 0 0,0 1 0 0 0,0-1 0 0 0,0 0 0 0 0,0 1 0 0 0,0-1 0 0 0,0 1 0 0 0,0-1 0 0 0,0 1 0 0 0,0-1 0 0 0,0 1 0 0 0,1 0 0 0 0,0 0 0 0 0,0 0 0 0 0,0 0 0 0 0,0 0 0 0 0,0 0 0 0 0,1-1 0 0 0,-1 1 0 0 0,0 0 0 0 0,0 0 0 0 0,1-1 0 0 0,-1 1 0 0 0,1-1 0 0 0,1 1 0 0 0,23 5 0 0 0,-19-5 0 0 0,56 13-45 0 0,98 34 1 0 0,-134-39-733 0 0,41 10 0 0 0,-26-12-8624 0 0,-22-5 45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21 14743 0 0,'0'0'672'0'0,"-1"-2"-9"0"0,-5-17 13249 0 0,5 21-13151 0 0,-12 19-410 0 0,1 1-1 0 0,0-1 0 0 0,2 2 1 0 0,-11 35-1 0 0,11-30-241 0 0,-15 43-65 0 0,-30 142 0 0 0,45-155-28 0 0,3 0 1 0 0,2 1 0 0 0,3 60 0 0 0,3-109-19 0 0,-1 2-20 0 0,1-1 0 0 0,0 1-1 0 0,1-1 1 0 0,5 18 0 0 0,-1-16-1821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11975 0 0,'1'1'12517'0'0,"0"1"-11789"0"0,0 1 0 0 0,0-1-1 0 0,0 0 1 0 0,-1 0 0 0 0,1 0-1 0 0,-1 0 1 0 0,1 4 0 0 0,-2 21 1004 0 0,-9 25-1327 0 0,-3-10-273 0 0,-20 45 0 0 0,10-30-80 0 0,-2 8-173 0 0,3-12-434 0 0,3 0 0 0 0,-18 79-1 0 0,32-97-825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342 262 17135 0 0,'1'-23'731'0'0,"-1"-1"-1"0"0,-1 1 1 0 0,-2-1-1 0 0,0 1 1 0 0,-1 0-1 0 0,-12-36 0 0 0,15 55-395 0 0,0 0 0 0 0,-1 0-1 0 0,0 0 1 0 0,0 0-1 0 0,0 0 1 0 0,-1 0-1 0 0,1 1 1 0 0,-1-1-1 0 0,0 1 1 0 0,0 0-1 0 0,0-1 1 0 0,0 1-1 0 0,0 1 1 0 0,-1-1-1 0 0,0 0 1 0 0,-5-2-1 0 0,7 4 111 0 0,0 2-27 0 0,-7 2-132 0 0,6-2-240 0 0,1-1 0 0 0,-1 1 0 0 0,1 0 1 0 0,-1 0-1 0 0,1 0 0 0 0,-1 0 0 0 0,1 1 0 0 0,0-1 0 0 0,0 1 0 0 0,-1-1 1 0 0,1 1-1 0 0,0 0 0 0 0,0 0 0 0 0,1 0 0 0 0,-1 0 0 0 0,0 0 1 0 0,1 0-1 0 0,-1 0 0 0 0,-1 4 0 0 0,-2 6 5 0 0,1 1 0 0 0,0 0 0 0 0,1-1 1 0 0,0 2-1 0 0,-1 16 0 0 0,0 69 107 0 0,4-83-127 0 0,1 72 168 0 0,4-1 0 0 0,31 159 0 0 0,71 252 100 0 0,-98-454-283 0 0,9 87 0 0 0,-17-114-12 0 0,-1 0-1 0 0,0 1 1 0 0,-2-1-1 0 0,0 0 1 0 0,0 1-1 0 0,-2-1 1 0 0,0 0-1 0 0,-7 16 1 0 0,7-25-26 0 0,0 0-1 0 0,-1 0 1 0 0,0 0-1 0 0,0-1 1 0 0,0 1-1 0 0,-1-1 1 0 0,0-1-1 0 0,-1 1 1 0 0,0-1-1 0 0,0 0 1 0 0,0-1-1 0 0,0 0 1 0 0,-1 0-1 0 0,0 0 1 0 0,-12 5-1 0 0,11-6-16 0 0,-1-1-1 0 0,1 0 1 0 0,-1 0-1 0 0,0-1 1 0 0,0 0-1 0 0,0 0 1 0 0,0-1 0 0 0,0-1-1 0 0,0 1 1 0 0,0-2-1 0 0,0 1 1 0 0,0-2-1 0 0,-18-3 1 0 0,24 3-173 0 0,-1 1-1 0 0,1-1 1 0 0,0 0 0 0 0,0 0-1 0 0,0 0 1 0 0,1 0-1 0 0,-1-1 1 0 0,0 0 0 0 0,1 0-1 0 0,0 0 1 0 0,0 0 0 0 0,0 0-1 0 0,-4-5 1 0 0,-5-11-1191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30 19895 0 0,'0'0'911'0'0,"-2"-2"-19"0"0,-14-10-535 0 0,13 10-255 0 0,0 0 0 0 0,0 0-1 0 0,0 0 1 0 0,-1 1 0 0 0,1 0 0 0 0,0-1-1 0 0,-1 1 1 0 0,1 1 0 0 0,-1-1 0 0 0,1 0-1 0 0,-1 1 1 0 0,1 0 0 0 0,-6 0 0 0 0,3 0 290 0 0,0 1 0 0 0,0 0 0 0 0,1 1 1 0 0,-1-1-1 0 0,0 1 0 0 0,1 0 0 0 0,-8 4 1 0 0,-1 1 374 0 0,1 2 0 0 0,0-1 0 0 0,1 2 0 0 0,-1 0 0 0 0,-12 13 0 0 0,19-17-760 0 0,1 0-1 0 0,-1 0 0 0 0,1 1 0 0 0,0-1 0 0 0,1 1 0 0 0,0 0 1 0 0,0 1-1 0 0,0-1 0 0 0,1 0 0 0 0,0 1 0 0 0,0 0 0 0 0,1 0 1 0 0,0 0-1 0 0,1 0 0 0 0,-2 16 0 0 0,4-10-6 0 0,4 2 0 0 0,-4-14-2 0 0,1 0 0 0 0,-1 0 1 0 0,1 1-1 0 0,0-1 0 0 0,-1 0 0 0 0,1 0 1 0 0,0 0-1 0 0,0-1 0 0 0,0 1 0 0 0,0 0 0 0 0,0-1 1 0 0,1 1-1 0 0,-1-1 0 0 0,1 0 0 0 0,3 2 0 0 0,-1-2-16 0 0,-1 0 0 0 0,1 0 0 0 0,0 0 0 0 0,-1 0 0 0 0,1-1 0 0 0,0 0 0 0 0,0 0 0 0 0,5-1 0 0 0,5-1-56 0 0,0-1 0 0 0,-1-1 0 0 0,0-1 1 0 0,22-9-1 0 0,26-16-284 0 0,-55 25 226 0 0,0 1-1 0 0,1-1 1 0 0,-2-1-1 0 0,1 1 0 0 0,9-11 1 0 0,-15 14 21 0 0,0 1 1 0 0,-1-1-1 0 0,1 1 0 0 0,0-1 1 0 0,0 0-1 0 0,-1 1 1 0 0,1-1-1 0 0,-1 0 1 0 0,1 0-1 0 0,-1 0 1 0 0,0 1-1 0 0,0-1 0 0 0,0 0 1 0 0,0 0-1 0 0,0 0 1 0 0,0 0-1 0 0,0 1 1 0 0,-1-1-1 0 0,1 0 0 0 0,-1 0 1 0 0,1 1-1 0 0,-1-1 1 0 0,0 0-1 0 0,1 0 1 0 0,-2-1-1 0 0,0 1-1154 0 0,-10 1-6850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254 106 13823 0 0,'-2'-8'283'0'0,"0"1"0"0"0,-1-1 0 0 0,0 1 0 0 0,0-1 0 0 0,-1 1 0 0 0,-5-9 0 0 0,6 13 201 0 0,1 0-1 0 0,-1-1 1 0 0,0 2 0 0 0,0-1-1 0 0,-5-4 1 0 0,3 4 895 0 0,1 0 0 0 0,-1 1 0 0 0,0-1 0 0 0,-8-2-1 0 0,7 4-862 0 0,0-1-1 0 0,-1 1 1 0 0,1 0-1 0 0,0 0 0 0 0,-1 1 1 0 0,1 0-1 0 0,-13 1 1 0 0,11 0-389 0 0,0 0 1 0 0,0 1-1 0 0,0 0 1 0 0,0 0-1 0 0,1 0 1 0 0,-1 1 0 0 0,1 1-1 0 0,0-1 1 0 0,-1 1-1 0 0,-6 5 1 0 0,4 2-13 0 0,3 0-73 0 0,6-6-41 0 0,1 0 0 0 0,-1-1 0 0 0,1 1-1 0 0,0 0 1 0 0,0 0 0 0 0,0 0-1 0 0,1-1 1 0 0,0 1 0 0 0,0 0 0 0 0,0 0-1 0 0,0-1 1 0 0,1 1 0 0 0,0-1 0 0 0,0 1-1 0 0,4 6 1 0 0,4 6-1 0 0,0-1-1 0 0,20 24 1 0 0,50 47 0 0 0,13 16 0 0 0,-75-81 0 0 0,-7-8 0 0 0,0 0 0 0 0,9 17 0 0 0,-18-27 0 0 0,1 0 0 0 0,-1 0 0 0 0,-1 0 0 0 0,1 0 0 0 0,0 1 0 0 0,-1-1 0 0 0,0 1 0 0 0,0-1 0 0 0,-1 1 0 0 0,1 0 0 0 0,-1-1 0 0 0,0 10 0 0 0,-5-3 0 0 0,3-9 6 0 0,0 1 0 0 0,-1-1 0 0 0,1 1-1 0 0,-1-1 1 0 0,0 0 0 0 0,0 0 0 0 0,0 0 0 0 0,0-1-1 0 0,0 1 1 0 0,0-1 0 0 0,0 1 0 0 0,-1-1 0 0 0,1 0 0 0 0,0-1-1 0 0,-1 1 1 0 0,1 0 0 0 0,-1-1 0 0 0,1 0 0 0 0,-5 0-1 0 0,-4 0 23 0 0,0 0-1 0 0,0-2 1 0 0,-1 1-1 0 0,-12-4 0 0 0,9 1-5 0 0,0-1 0 0 0,0-1 0 0 0,1 0 0 0 0,-25-14 0 0 0,34 18-17 0 0,1-1 1 0 0,1 0-1 0 0,-1-1 1 0 0,0 1-1 0 0,1-1 1 0 0,-1 0-1 0 0,1 0 1 0 0,0-1-1 0 0,1 1 1 0 0,-1-1-1 0 0,1 0 1 0 0,0 0-1 0 0,0 0 1 0 0,0 0-1 0 0,1 0 1 0 0,-4-10-1 0 0,6 11-27 0 0,-1 0-1 0 0,1 0 1 0 0,0 0-1 0 0,0 0 1 0 0,0 0 0 0 0,1 0-1 0 0,0 0 1 0 0,-1 0 0 0 0,1 0-1 0 0,0 0 1 0 0,1 0-1 0 0,-1 0 1 0 0,1 1 0 0 0,0-1-1 0 0,0 1 1 0 0,0-1-1 0 0,0 1 1 0 0,0 0 0 0 0,1-1-1 0 0,0 1 1 0 0,-1 0-1 0 0,1 1 1 0 0,5-4 0 0 0,2-3-112 0 0,0 2 1 0 0,1-1-1 0 0,1 2 0 0 0,-1-1 1 0 0,25-8-1 0 0,-6 5-767 0 0,1 2-1 0 0,50-7 1 0 0,-50 10 165 0 0,73-8-2269 0 0,-69 11 839 0 0,-1-2 1 0 0,0-2-1 0 0,60-18 1 0 0,-89 23 2027 0 0,1-2 0 0 0,0 1 1 0 0,-1 0-1 0 0,0-1 0 0 0,0 0 1 0 0,0-1-1 0 0,0 1 0 0 0,0-1 1 0 0,0 0-1 0 0,-1 0 0 0 0,7-8 1 0 0,-9 10 1195 0 0,-2 0 441 0 0,1-1-965 0 0,-1 1-1 0 0,0-1 1 0 0,0 1 0 0 0,0-1-1 0 0,0 1 1 0 0,0-1 0 0 0,0 1 0 0 0,-1-1-1 0 0,1 1 1 0 0,-2-5 0 0 0,1 6-305 0 0,1-1 1 0 0,-1 1 0 0 0,0 0 0 0 0,1 0-1 0 0,-1 0 1 0 0,0 0 0 0 0,0 0-1 0 0,0 0 1 0 0,0 0 0 0 0,0 0 0 0 0,0 0-1 0 0,0 0 1 0 0,0 0 0 0 0,0 1 0 0 0,0-1-1 0 0,-1 0 1 0 0,1 1 0 0 0,0-1 0 0 0,0 1-1 0 0,-1-1 1 0 0,1 1 0 0 0,0 0 0 0 0,-1-1-1 0 0,1 1 1 0 0,-3 0 0 0 0,0 0-70 0 0,-1 1-1 0 0,0-1 1 0 0,1 1 0 0 0,-1 0 0 0 0,1 0 0 0 0,-1 1 0 0 0,1-1-1 0 0,-1 1 1 0 0,1 0 0 0 0,0 0 0 0 0,0 1 0 0 0,-4 2 0 0 0,-8 7 263 0 0,-21 19 0 0 0,25-20-282 0 0,0 1 1 0 0,1 0-1 0 0,1 1 1 0 0,0 0-1 0 0,-12 23 1 0 0,17-27-94 0 0,0 0 0 0 0,1 1 0 0 0,0-1 0 0 0,1 1-1 0 0,0 0 1 0 0,0 0 0 0 0,1 0 0 0 0,0 0 0 0 0,1 0 0 0 0,0 11 0 0 0,1-15-46 0 0,1-1 1 0 0,-1 1-1 0 0,1-1 1 0 0,0 1 0 0 0,1-1-1 0 0,-1 0 1 0 0,1 0-1 0 0,0 0 1 0 0,0 0-1 0 0,1 0 1 0 0,-1 0 0 0 0,1 0-1 0 0,0-1 1 0 0,7 8-1 0 0,-6-7-9 0 0,2-1-1 0 0,-1 1 0 0 0,0-1 0 0 0,1 0 1 0 0,0-1-1 0 0,0 1 0 0 0,0-1 0 0 0,0 0 1 0 0,1 0-1 0 0,10 2 0 0 0,-6-2-30 0 0,1-1 1 0 0,0 0-1 0 0,0-1 0 0 0,1 0 0 0 0,-1-1 1 0 0,0 0-1 0 0,0-1 0 0 0,0 0 0 0 0,0-1 1 0 0,0 0-1 0 0,0-1 0 0 0,22-9 0 0 0,-20 6-16 0 0,0-2 0 0 0,-1 0-1 0 0,1 0 1 0 0,-1-1-1 0 0,-1-1 1 0 0,0 0 0 0 0,0-1-1 0 0,-1 0 1 0 0,-1-1 0 0 0,0 0-1 0 0,0 0 1 0 0,8-16-1 0 0,-12 18 26 0 0,0 0-1 0 0,-1-1 0 0 0,-1 0 1 0 0,0 1-1 0 0,0-2 0 0 0,-1 1 1 0 0,0 0-1 0 0,-1-1 0 0 0,0 1 1 0 0,-1-1-1 0 0,-1 1 0 0 0,0-1 0 0 0,0 0 1 0 0,-1 1-1 0 0,0-1 0 0 0,-1 1 1 0 0,-4-13-1 0 0,5 20 12 0 0,0 0-1 0 0,-1 0 1 0 0,1 0-1 0 0,-1 0 1 0 0,0 0 0 0 0,-1 1-1 0 0,1-1 1 0 0,-1 0-1 0 0,1 1 1 0 0,-1 0-1 0 0,0-1 1 0 0,0 1 0 0 0,-1 0-1 0 0,1 1 1 0 0,-1-1-1 0 0,1 1 1 0 0,-1-1 0 0 0,0 1-1 0 0,0 0 1 0 0,0 1-1 0 0,-5-3 1 0 0,4 3-125 0 0,0 0-1 0 0,0 0 1 0 0,0 0 0 0 0,0 1 0 0 0,-1 0-1 0 0,1 0 1 0 0,0 0 0 0 0,0 1-1 0 0,-1 0 1 0 0,1 0 0 0 0,0 0 0 0 0,0 0-1 0 0,0 1 1 0 0,0 0 0 0 0,0 0 0 0 0,1 0-1 0 0,-7 4 1 0 0,3-1-499 0 0,0 1 0 0 0,0-1 0 0 0,1 1 0 0 0,-1 1 0 0 0,1-1 0 0 0,-8 11-1 0 0,0 7-1310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3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37 4143 0 0,'-24'-16'256'0'0,"-13"-4"19745"0"0,33 21-17897 0 0,4-1-1960 0 0,-1 0 0 0 0,1 0 0 0 0,-1 0 1 0 0,1 0-1 0 0,-1 1 0 0 0,1-1 0 0 0,-1 0 1 0 0,1 0-1 0 0,-1 0 0 0 0,1 0 0 0 0,0 0 1 0 0,-1 1-1 0 0,1-1 0 0 0,-1 0 0 0 0,1 0 1 0 0,0 1-1 0 0,-1-1 0 0 0,0 1 0 0 0,0 2-79 0 0,-1 1 1 0 0,0 0-1 0 0,1-1 0 0 0,0 1 0 0 0,0 0 0 0 0,0 0 0 0 0,0-1 0 0 0,1 1 0 0 0,-1 0 0 0 0,1 0 0 0 0,0 0 0 0 0,0 0 0 0 0,1 0 0 0 0,-1 0 0 0 0,1 0 0 0 0,0-1 1 0 0,0 1-1 0 0,0 0 0 0 0,3 6 0 0 0,1 3 125 0 0,1-1-1 0 0,0-1 1 0 0,1 1 0 0 0,13 17 0 0 0,20 19-887 0 0,-23-30-139 0 0,-2 1 0 0 0,0 1 0 0 0,23 40 0 0 0,-31-40-1070 0 0,-1 2-315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27183 0 0,'1'-2'1248'0'0,"0"-1"-1138"0"0,0 0 0 0 0,1 0 0 0 0,-1 0 0 0 0,1 0 0 0 0,0 1 0 0 0,0-1 0 0 0,0 0 1 0 0,0 1-1 0 0,0 0 0 0 0,1-1 0 0 0,-1 1 0 0 0,1 0 0 0 0,-1 0 0 0 0,1 0 0 0 0,0 1 0 0 0,0-1 0 0 0,3-1 0 0 0,9-3-49 0 0,0 0 0 0 0,21-5 0 0 0,-22 7 231 0 0,26-6 24 0 0,0 2-1 0 0,55-4 1 0 0,86 2-47 0 0,-124 8-309 0 0,23 0-250 0 0,-1 4-1 0 0,0 3 1 0 0,81 16 0 0 0,-141-17-386 0 0,1 1 0 0 0,-1 1 1 0 0,21 9-1 0 0,22 16-9017 0 0,-39-18 1690 0 0</inkml:trace>
  <inkml:trace contextRef="#ctx0" brushRef="#br0" timeOffset="1">332 438 18399 0 0,'0'0'9277'0'0,"1"2"-8419"0"0,6 14-643 0 0,-1 0 1 0 0,0 1-1 0 0,-2 0 0 0 0,1-1 1 0 0,-2 2-1 0 0,-1-1 1 0 0,0 0-1 0 0,-1 0 1 0 0,0 1-1 0 0,-2-1 1 0 0,-4 33-1 0 0,3-34-251 0 0,-5 26-889 0 0,6-40 203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15 643 3679 0 0,'-4'-13'535'0'0,"-6"-34"-972"0"0,10 43 1290 0 0,-1 0-1 0 0,1 0 1 0 0,0 0 0 0 0,0 0-1 0 0,6-13 9579 0 0,2 10-4705 0 0,13-4-1618 0 0,-15 8-3689 0 0,12-4 18 0 0,0 1-1 0 0,0 0 1 0 0,0 1-1 0 0,0 1 1 0 0,29-2-1 0 0,-10 1-175 0 0,144-17-151 0 0,-45 7-368 0 0,-7-2-1080 0 0,-85 12-1503 0 0,-1 1-3519 0 0,4-1-2654 0 0</inkml:trace>
  <inkml:trace contextRef="#ctx0" brushRef="#br0" timeOffset="1">1391 89 11055 0 0,'0'-2'506'0'0,"0"-8"-10"0"0,2-1-318 0 0,-1 9-202 0 0,0 0-1 0 0,0 0 0 0 0,0 0 1 0 0,0 0-1 0 0,1 0 0 0 0,-1 1 1 0 0,3-4-1 0 0,0 2 1244 0 0,0 0-1 0 0,1-1 1 0 0,-1 1-1 0 0,1 1 1 0 0,4-3 0 0 0,27-9 7126 0 0,-14 8-6705 0 0,3 3-1453 0 0,0 0 1 0 0,0 2-1 0 0,1 1 1 0 0,-1 1-1 0 0,0 1 0 0 0,0 1 1 0 0,0 1-1 0 0,29 9 1 0 0,-40-9-1020 0 0,-1 1 0 0 0,-1 1 0 0 0,1 0 0 0 0,-1 0 1 0 0,0 1-1 0 0,0 1 0 0 0,10 8 0 0 0,-18-12-1280 0 0</inkml:trace>
  <inkml:trace contextRef="#ctx0" brushRef="#br0" timeOffset="2">1419 280 12439 0 0,'2'-1'12248'0'0,"16"-5"-11446"0"0,1 0 0 0 0,0 2-1 0 0,36-5 1 0 0,3-1-761 0 0,134-24-3338 0 0,-137 28 1546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17 13359 0 0,'-3'-3'163'0'0,"-1"1"0"0"0,0 0 0 0 0,0 1-1 0 0,-1-1 1 0 0,1 1 0 0 0,0-1 0 0 0,0 1-1 0 0,-1 0 1 0 0,1 1 0 0 0,-1-1 0 0 0,1 1-1 0 0,0 0 1 0 0,-1 0 0 0 0,1 0 0 0 0,-1 1-1 0 0,-4 1 1 0 0,-5 1 1816 0 0,0 2 1 0 0,0 0-1 0 0,-20 11 0 0 0,9-5 1286 0 0,7-3-2724 0 0,0 1 0 0 0,1 1-1 0 0,0 1 1 0 0,1 0 0 0 0,0 1-1 0 0,0 0 1 0 0,2 1 0 0 0,-23 26-1 0 0,30-31-507 0 0,1 1-1 0 0,-1 0 0 0 0,2 0 0 0 0,-1 1 1 0 0,2 0-1 0 0,-1-1 0 0 0,1 1 0 0 0,0 1 1 0 0,1-1-1 0 0,1 1 0 0 0,-1-1 0 0 0,2 1 1 0 0,-1 0-1 0 0,2 0 0 0 0,-1-1 0 0 0,1 1 1 0 0,3 15-1 0 0,-2-16-31 0 0,0 0-1 0 0,2-1 1 0 0,-1 1-1 0 0,1-1 1 0 0,0 1-1 0 0,1-1 1 0 0,0 0 0 0 0,0 0-1 0 0,1-1 1 0 0,0 1-1 0 0,1-1 1 0 0,0 0-1 0 0,0 0 1 0 0,1-1 0 0 0,0 0-1 0 0,0 0 1 0 0,0-1-1 0 0,1 0 1 0 0,0 0-1 0 0,15 8 1 0 0,-1-2-1 0 0,0-1 0 0 0,1-1 0 0 0,1-2 0 0 0,43 12 0 0 0,-35-14-45 0 0,-1-2 0 0 0,1 0 1 0 0,0-3-1 0 0,0 0 0 0 0,61-8 0 0 0,-76 4 23 0 0,0 0 0 0 0,0-1 0 0 0,-1-1 0 0 0,1 0 0 0 0,-1-1 0 0 0,0-1-1 0 0,-1-1 1 0 0,0 0 0 0 0,0-1 0 0 0,0 0 0 0 0,-1-1 0 0 0,20-19 0 0 0,-28 22 16 0 0,0 0-1 0 0,0 0 1 0 0,0-1-1 0 0,-1 1 1 0 0,0-1-1 0 0,-1 0 1 0 0,1 0 0 0 0,-2-1-1 0 0,1 0 1 0 0,-1 1-1 0 0,0-1 1 0 0,-1 0-1 0 0,0 0 1 0 0,-1 0 0 0 0,0-1-1 0 0,0 1 1 0 0,-1 0-1 0 0,0 0 1 0 0,0-1-1 0 0,-1 1 1 0 0,-1 0 0 0 0,0 0-1 0 0,0 0 1 0 0,0 0-1 0 0,-1 0 1 0 0,0 1-1 0 0,-8-14 1 0 0,3 7 24 0 0,-2 0-1 0 0,0 1 1 0 0,0 1-1 0 0,-1-1 1 0 0,-1 2 0 0 0,-1-1-1 0 0,1 2 1 0 0,-2 0-1 0 0,1 0 1 0 0,-2 1-1 0 0,-15-8 1 0 0,-4 0-301 0 0,-1 2 1 0 0,0 1-1 0 0,-72-19 0 0 0,69 26-2193 0 0,3 5-7856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678 55 17047 0 0,'0'0'1311'0'0,"-1"-2"-846"0"0,1-1 116 0 0,-1 0-1 0 0,0 1 1 0 0,-1-1 0 0 0,1 0-1 0 0,0 0 1 0 0,-1 1 0 0 0,0-1-1 0 0,1 0 1 0 0,-1 1 0 0 0,-5-5-1 0 0,5 5-288 0 0,0 1 0 0 0,-1-1 1 0 0,1 0-1 0 0,-1 1 0 0 0,1-1 0 0 0,-1 1 0 0 0,0 0 0 0 0,0 0 0 0 0,-4-1 0 0 0,-2 1-75 0 0,0 0 0 0 0,0 0 0 0 0,0 1 0 0 0,0 0 0 0 0,-15 2 0 0 0,6 0 349 0 0,-94 11 487 0 0,98-10-935 0 0,-1 1 0 0 0,0 0-1 0 0,1 1 1 0 0,0 0 0 0 0,-17 10 0 0 0,30-14-107 0 0,0-1-1 0 0,0 1 1 0 0,0 0-1 0 0,0-1 1 0 0,0 1-1 0 0,1 0 1 0 0,-1 0-1 0 0,0 0 1 0 0,0 0-1 0 0,1-1 1 0 0,-1 1-1 0 0,1 0 1 0 0,-1 0-1 0 0,1 0 1 0 0,-1 0-1 0 0,1 0 1 0 0,-1 1-1 0 0,1-1 1 0 0,0 0-1 0 0,0 0 1 0 0,0 0 0 0 0,-1 0-1 0 0,1 0 1 0 0,0 0-1 0 0,0 0 1 0 0,1 1-1 0 0,-1-1 1 0 0,0 0-1 0 0,0 0 1 0 0,0 0-1 0 0,1 0 1 0 0,-1 0-1 0 0,1 0 1 0 0,-1 0-1 0 0,1 0 1 0 0,-1 0-1 0 0,1 0 1 0 0,-1 0-1 0 0,2 1 1 0 0,2 4 5 0 0,0 0 0 0 0,1-1-1 0 0,-1 0 1 0 0,10 9 0 0 0,-4-7 7 0 0,-1 1-1 0 0,2-1 1 0 0,-1-1 0 0 0,20 9-1 0 0,49 15 58 0 0,-11-4 30 0 0,-51-19-81 0 0,-1 0 0 0 0,0 1 1 0 0,-1 1-1 0 0,0 0 0 0 0,0 2 1 0 0,22 19-1 0 0,-35-28-29 0 0,0-1 0 0 0,0 1 0 0 0,-1 0 0 0 0,1 0 0 0 0,-1 1 0 0 0,1-1 0 0 0,-1 0 0 0 0,1 0 0 0 0,-1 1 0 0 0,0-1 0 0 0,0 1 0 0 0,-1-1 0 0 0,1 1 0 0 0,0-1 0 0 0,-1 1 0 0 0,1 0 0 0 0,-1-1 0 0 0,0 1 0 0 0,0-1 0 0 0,0 1 0 0 0,0 0 0 0 0,-1-1 0 0 0,1 1 0 0 0,-1 0 0 0 0,1-1 0 0 0,-1 1 0 0 0,0-1 0 0 0,0 1 0 0 0,0-1 0 0 0,0 0 0 0 0,0 1 0 0 0,-3 3 0 0 0,-2 0 0 0 0,1 1 0 0 0,-1 0 0 0 0,0-1 0 0 0,0 0 0 0 0,-1-1 0 0 0,0 0 0 0 0,0 0 0 0 0,-14 8 0 0 0,-3-2 0 0 0,-1 0 0 0 0,0-1 0 0 0,-1-2 0 0 0,0-1 0 0 0,-41 7 0 0 0,-136 5 0 0 0,199-19 0 0 0,-41 2 0 0 0,-1-1 0 0 0,-84-12 0 0 0,118 9-91 0 0,10 1-378 0 0,5-1-160 0 0,5-3 158 0 0,0 1 1 0 0,0 0 0 0 0,0 0-1 0 0,0 1 1 0 0,1 0 0 0 0,0 1-1 0 0,10-3 1 0 0,23-2-2178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20015 0 0,'0'0'1811'0'0,"1"-1"-1490"0"0,9-3 1489 0 0,0-1 0 0 0,19-4 0 0 0,-18 6-1184 0 0,7-2-74 0 0,1 1-1 0 0,-1 0 1 0 0,0 2 0 0 0,1 0-1 0 0,-1 1 1 0 0,22 2 0 0 0,-11 2-505 0 0,1 0-1 0 0,-1 2 1 0 0,32 10 0 0 0,-55-13-42 0 0,-1 0-1 0 0,1 0 0 0 0,0 0 0 0 0,10 7 1 0 0,-16-8 3 0 0,1 0-1 0 0,0 0 1 0 0,-1 0 0 0 0,1 1 0 0 0,-1-1 0 0 0,0 0 0 0 0,1 0 0 0 0,-1 0 0 0 0,0 1-1 0 0,0-1 1 0 0,0 0 0 0 0,0 0 0 0 0,0 1 0 0 0,0-1 0 0 0,0 0 0 0 0,0 1 0 0 0,0-1-1 0 0,0 0 1 0 0,-1 0 0 0 0,0 2 0 0 0,0 0 6 0 0,0 0 1 0 0,-1 0-1 0 0,1 0 1 0 0,-1 0-1 0 0,0 0 1 0 0,0 0-1 0 0,0 0 1 0 0,0 0-1 0 0,-1-1 1 0 0,1 1-1 0 0,-1-1 1 0 0,1 0-1 0 0,-5 3 1 0 0,-5 3 38 0 0,-24 12 0 0 0,27-16-38 0 0,-24 14-12 0 0,-105 56-2 0 0,114-56-1 0 0,16-8 0 0 0,3 1 0 0 0,6 2 0 0 0,5 0 0 0 0,-2-9 0 0 0,0 0 0 0 0,0-1 0 0 0,0 0 0 0 0,0 0 0 0 0,0 0 0 0 0,1 0 0 0 0,-1-1 0 0 0,1 1 0 0 0,-1-1 0 0 0,1 0 0 0 0,0-1 0 0 0,0 1 0 0 0,0-1 0 0 0,7 1 0 0 0,8 1 0 0 0,1-1 0 0 0,25-2 0 0 0,-39 0 0 0 0,39-2-170 0 0,0-2 0 0 0,-1-3-1 0 0,1-1 1 0 0,-2-2 0 0 0,49-18 0 0 0,23-15-5138 0 0,-76 26-4403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3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 14743 0 0,'-10'-6'16568'0'0,"13"6"-16412"0"0,0 1 0 0 0,0 0 1 0 0,0-1-1 0 0,0 1 0 0 0,-1 0 0 0 0,4 2 0 0 0,5 2-54 0 0,145 32 35 0 0,-105-27-75 0 0,92 31 0 0 0,-130-35-62 0 0,-13-6 0 0 0,1 0 0 0 0,-1 1 0 0 0,1-1 0 0 0,-1 0 0 0 0,1 1 0 0 0,-1-1 0 0 0,1 0 0 0 0,-1 1 0 0 0,1-1 0 0 0,-1 1 0 0 0,0-1 0 0 0,1 0 0 0 0,-1 1 0 0 0,0-1 0 0 0,0 1 0 0 0,1-1 0 0 0,-1 1 0 0 0,0 0 0 0 0,0 1 0 0 0,0-1 0 0 0,0 1 0 0 0,0-1 0 0 0,-1 1 0 0 0,1-1 0 0 0,-1 0 0 0 0,1 1 0 0 0,-1-1 0 0 0,1 0 0 0 0,-1 0 0 0 0,0 1 0 0 0,0-1 0 0 0,1 0 0 0 0,-1 0 0 0 0,0 0 0 0 0,0 0 0 0 0,0 0 0 0 0,0 0 0 0 0,0 0 0 0 0,-1 0 0 0 0,1 0 0 0 0,-2 0 0 0 0,-3 4 0 0 0,-1-1 0 0 0,-13 5 0 0 0,-11 2 0 0 0,-62 15 0 0 0,66-21 0 0 0,1 2 0 0 0,0 1 0 0 0,-47 21 0 0 0,48-17 3 0 0,17-8-6 0 0,0-1 0 0 0,1 1 0 0 0,-1 1 0 0 0,1-1 0 0 0,0 1 0 0 0,0 1 0 0 0,0-1 0 0 0,1 1 0 0 0,-10 12 0 0 0,15-18-11 0 0,1 1 0 0 0,0 0 0 0 0,-1 0 0 0 0,1-1 0 0 0,0 1 0 0 0,0 0 0 0 0,-1 0 0 0 0,1 0 0 0 0,0-1 0 0 0,0 1 0 0 0,0 0 0 0 0,0 0 0 0 0,0 0 0 0 0,0 0 0 0 0,0-1 0 0 0,1 1 0 0 0,-1 0 0 0 0,0 0 0 0 0,1 1 0 0 0,-1 0-32 0 0,1 0-35 0 0,0 1 0 0 0,0 0 1 0 0,0-1-1 0 0,0 1 1 0 0,0-1-1 0 0,1 1 1 0 0,-1-1-1 0 0,1 0 0 0 0,-1 1 1 0 0,1-1-1 0 0,0 0 1 0 0,0 0-1 0 0,0 0 0 0 0,0 0 1 0 0,0-1-1 0 0,1 1 1 0 0,-1-1-1 0 0,0 1 0 0 0,1-1 1 0 0,-1 0-1 0 0,5 2 1 0 0,26 8-2898 0 0,-2-5-3760 0 0,6-1-2284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528 150 3223 0 0,'0'-3'240'0'0,"-3"-19"-1768"0"0,-7-17 10846 0 0,8 31-5185 0 0,-1 0-1 0 0,-7-14 1 0 0,-4 2-186 0 0,10 17-3708 0 0,1 1 1 0 0,-1-1 0 0 0,0 0-1 0 0,0 1 1 0 0,0 0 0 0 0,0 0-1 0 0,0 0 1 0 0,0 0 0 0 0,-1 0-1 0 0,1 1 1 0 0,0 0 0 0 0,-1 0-1 0 0,1 0 1 0 0,-8 0 0 0 0,-6 1-16 0 0,1 1 1 0 0,-26 3 0 0 0,29-2-61 0 0,-10 1-59 0 0,0 2 0 0 0,0 1 0 0 0,1 0 1 0 0,-1 2-1 0 0,1 1 0 0 0,-30 15 0 0 0,49-21-105 0 0,0-1 0 0 0,0 1 0 0 0,0-1 0 0 0,1 1 0 0 0,-1 0 0 0 0,1 0 0 0 0,0 0 0 0 0,-1 1 0 0 0,-2 4 0 0 0,-4 8 0 0 0,10-10 0 0 0,0-2 0 0 0,0 1 0 0 0,0-1 0 0 0,0 1 0 0 0,0-1 0 0 0,0 1 0 0 0,1-1 0 0 0,0 1 0 0 0,0-1 0 0 0,0 0 0 0 0,0 0 0 0 0,1 1 0 0 0,-1-1 0 0 0,4 5 0 0 0,-1-3 0 0 0,0 0 0 0 0,0-1 0 0 0,0 0 0 0 0,1 0 0 0 0,-1 0 0 0 0,1 0 0 0 0,8 5 0 0 0,7 2 0 0 0,0 0 0 0 0,0-1 0 0 0,39 14 0 0 0,-43-18 0 0 0,72 28 0 0 0,90 53 0 0 0,-165-80 0 0 0,0 0 0 0 0,18 16 0 0 0,-26-19 0 0 0,0-1 0 0 0,-1 1 0 0 0,1 0 0 0 0,-1 0 0 0 0,0 0 0 0 0,-1 1 0 0 0,1 0 0 0 0,3 8 0 0 0,-3 1 0 0 0,-5 0 0 0 0,0-11 0 0 0,0-1 0 0 0,0 1 0 0 0,-1 0 0 0 0,1 0 0 0 0,-1-1 0 0 0,0 1 0 0 0,0-1 0 0 0,-1 1 0 0 0,1-1 0 0 0,-1 0 0 0 0,1 0 0 0 0,-1 0 0 0 0,0 0 0 0 0,0 0 0 0 0,-1-1 0 0 0,1 0 0 0 0,0 1 0 0 0,-6 1 0 0 0,-3 2 0 0 0,0 0 0 0 0,0-1 0 0 0,0-1 0 0 0,-19 5 0 0 0,8-4 0 0 0,0-1 0 0 0,-1-1 0 0 0,-33 0 0 0 0,-72-11 0 0 0,113 6-2 0 0,-101-13-111 0 0,96 11 69 0 0,0-1 1 0 0,0-1 0 0 0,-28-12 0 0 0,46 17-117 0 0,1-2-273 0 0,1 2 402 0 0,1 1-1 0 0,0 0 0 0 0,0 0 0 0 0,0 0 0 0 0,-1 0 0 0 0,1 0 1 0 0,0-1-1 0 0,0 1 0 0 0,0 0 0 0 0,0 0 0 0 0,-1 0 0 0 0,1-1 1 0 0,0 1-1 0 0,0 0 0 0 0,0 0 0 0 0,0-1 0 0 0,0 1 0 0 0,0 0 1 0 0,0 0-1 0 0,0 0 0 0 0,0-1 0 0 0,0 1 0 0 0,0 0 0 0 0,-1 0 1 0 0,1-1-1 0 0,0 1 0 0 0,1 0 0 0 0,-1 0 0 0 0,0-1 0 0 0,0 1 1 0 0,0 0-1 0 0,0 0 0 0 0,0-1 0 0 0,0 1 0 0 0,0 0 0 0 0,3-3-190 0 0,-1 1-1 0 0,1-1 0 0 0,-1 1 0 0 0,1 0 1 0 0,0 0-1 0 0,0 0 0 0 0,0 0 1 0 0,0 1-1 0 0,0-1 0 0 0,0 1 0 0 0,1 0 1 0 0,-1 0-1 0 0,0 0 0 0 0,5 0 1 0 0,10-2-2161 0 0,25-1 0 0 0,-37 3 1674 0 0,34-1-7537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4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6911 0 0,'1'3'4768'0'0,"5"15"5559"0"0,-3 0-4779 0 0,-3-10-4808 0 0,-1 0 0 0 0,1 1 0 0 0,-2-1 1 0 0,1 1-1 0 0,-3 7 0 0 0,-2 6-611 0 0,1-1-1 0 0,1 1 1 0 0,1 0 0 0 0,1 0-1 0 0,0 25 1 0 0,2-22-129 0 0,0-15 0 0 0,0 0 0 0 0,1 0 0 0 0,0 1 0 0 0,4 14 0 0 0,3 7-1757 0 0,-3-14 778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13823 0 0,'0'0'1062'0'0,"-2"1"-693"0"0,-8 7 1528 0 0,0 0 0 0 0,0 0 0 0 0,-13 15 0 0 0,10-8-844 0 0,2 0 0 0 0,-11 16-1 0 0,10-11-882 0 0,1 1-1 0 0,1 0 0 0 0,0 1 1 0 0,-8 30-1 0 0,12-25-2917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9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438 222 7831 0 0,'5'-5'219'0'0,"0"0"-1"0"0,0 0 1 0 0,-1 0-1 0 0,0 0 1 0 0,0-1-1 0 0,7-12 1 0 0,-4 2 3997 0 0,9-24 1 0 0,-15 36-3807 0 0,0 1 1 0 0,0 0-1 0 0,0-1 1 0 0,-1 1 0 0 0,0 0-1 0 0,1-1 1 0 0,-1 1-1 0 0,-1-1 1 0 0,1 1-1 0 0,0-1 1 0 0,-1 1-1 0 0,1 0 1 0 0,-1-1-1 0 0,0 1 1 0 0,0 0-1 0 0,-1-1 1 0 0,1 1-1 0 0,-1 0 1 0 0,1 0-1 0 0,-5-5 1 0 0,3 4-202 0 0,0 1 1 0 0,0 0-1 0 0,0 0 1 0 0,-1 0-1 0 0,1 0 1 0 0,-1 0-1 0 0,1 0 1 0 0,-1 1 0 0 0,0 0-1 0 0,0 0 1 0 0,0 0-1 0 0,-1 0 1 0 0,1 1-1 0 0,0-1 1 0 0,-6 0-1 0 0,-1 1-72 0 0,0 0 0 0 0,0 1 0 0 0,1 1 0 0 0,-1-1 0 0 0,0 2 0 0 0,1-1 0 0 0,-1 2 0 0 0,1-1 1 0 0,0 1-1 0 0,-12 5 0 0 0,-3 3 20 0 0,0 1 0 0 0,-40 27 0 0 0,44-24-113 0 0,0 0 0 0 0,1 2 0 0 0,1 1 0 0 0,0 0 0 0 0,-21 29 0 0 0,35-40-36 0 0,0-1 0 0 0,1 1 0 0 0,0-1 1 0 0,1 1-1 0 0,-1 0 0 0 0,1 1 0 0 0,1-1 1 0 0,-1 1-1 0 0,1-1 0 0 0,-1 9 0 0 0,3-12-7 0 0,0 0-1 0 0,-1 0 0 0 0,1-1 0 0 0,1 1 0 0 0,-1 0 0 0 0,1 0 0 0 0,-1 0 0 0 0,1 0 0 0 0,0-1 1 0 0,0 1-1 0 0,1 0 0 0 0,-1-1 0 0 0,1 1 0 0 0,0-1 0 0 0,0 1 0 0 0,0-1 0 0 0,0 0 1 0 0,0 0-1 0 0,1 0 0 0 0,-1 0 0 0 0,7 5 0 0 0,0-2-18 0 0,0 0 1 0 0,0 0-1 0 0,1-1 0 0 0,0 0 1 0 0,0-1-1 0 0,0 0 1 0 0,1-1-1 0 0,-1 0 0 0 0,1 0 1 0 0,0-1-1 0 0,14 1 0 0 0,15-1-137 0 0,68-4-1 0 0,-100 2 143 0 0,135-14-305 0 0,-122 11 223 0 0,-1-2 0 0 0,1 0 1 0 0,-1-1-1 0 0,34-16 0 0 0,-48 19 54 0 0,1-1-1 0 0,-1 1 1 0 0,-1-1-1 0 0,1 0 1 0 0,-1-1-1 0 0,1 1 1 0 0,-1-1-1 0 0,0 0 1 0 0,-1 0-1 0 0,1-1 1 0 0,3-7-1 0 0,-6 11 24 0 0,-1 0-1 0 0,0-1 1 0 0,0 1-1 0 0,0-1 1 0 0,0 1 0 0 0,-1-1-1 0 0,1 1 1 0 0,-1-1-1 0 0,1 0 1 0 0,-1 1-1 0 0,0-1 1 0 0,0 0-1 0 0,0 1 1 0 0,-1-1 0 0 0,1 0-1 0 0,0 1 1 0 0,-1-1-1 0 0,0 0 1 0 0,0 1-1 0 0,0-1 1 0 0,0 1-1 0 0,0-1 1 0 0,0 1 0 0 0,0 0-1 0 0,-1 0 1 0 0,1-1-1 0 0,-1 1 1 0 0,0 0-1 0 0,0 0 1 0 0,1 0-1 0 0,-4-2 1 0 0,-4-3-119 0 0,-1-1 0 0 0,1 1-1 0 0,-1 1 1 0 0,0 0 0 0 0,0 0 0 0 0,-1 1-1 0 0,-16-6 1 0 0,-7 1-1514 0 0,-40-7 0 0 0,53 12 643 0 0,-10-1-880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4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 7831 0 0,'0'0'356'0'0,"1"-2"-6"0"0,1-1-232 0 0,-1 1-85 0 0,-1 1 1 0 0,1-1-1 0 0,0 1 1 0 0,0 0-1 0 0,0-1 1 0 0,0 1 0 0 0,0 0-1 0 0,1 0 1 0 0,-1 0-1 0 0,0 0 1 0 0,1 0-1 0 0,-1 0 1 0 0,0 0-1 0 0,1 0 1 0 0,-1 0-1 0 0,1 1 1 0 0,1-2-1 0 0,14-2 14065 0 0,-10 5-11016 0 0,-5 2-1924 0 0,2 3-917 0 0,0 1 0 0 0,-1-1 0 0 0,0 1-1 0 0,0 0 1 0 0,0 0 0 0 0,-1 0 0 0 0,0 1-1 0 0,-1-1 1 0 0,1 0 0 0 0,-1 1 0 0 0,-1-1-1 0 0,0 9 1 0 0,-1 15 148 0 0,-8 51 0 0 0,3-47-182 0 0,-16 120 292 0 0,-15 144-262 0 0,32-242-245 0 0,-2 59-761 0 0,7-114 386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0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49 6447 0 0,'0'0'298'0'0,"-1"-1"-10"0"0,-2-7 508 0 0,4 6-359 0 0,-1 1 0 0 0,1 0 1 0 0,-1 0-1 0 0,1 0 0 0 0,0 0 1 0 0,0 0-1 0 0,0 0 0 0 0,0 0 1 0 0,0 0-1 0 0,0 0 0 0 0,0 1 1 0 0,0-1-1 0 0,0 0 0 0 0,0 0 1 0 0,0 1-1 0 0,0-1 0 0 0,0 1 1 0 0,0-1-1 0 0,1 1 0 0 0,-1 0 1 0 0,2-1-1 0 0,29-6 8156 0 0,21 2-6491 0 0,64 1 0 0 0,-20 2-1726 0 0,-28-1-305 0 0,0 2 1 0 0,1 4-1 0 0,-1 3 1 0 0,71 15-1 0 0,-127-19-464 0 0,1 2 0 0 0,-1-1 0 0 0,0 2 0 0 0,-1 0 0 0 0,1 0 0 0 0,-1 1 0 0 0,0 0 0 0 0,0 1 0 0 0,-1 1 0 0 0,0 0 0 0 0,14 13 0 0 0,-8-1-1248 0 0</inkml:trace>
  <inkml:trace contextRef="#ctx0" brushRef="#br0" timeOffset="1">43 889 16583 0 0,'-42'10'11417'0'0,"45"-9"-10199"0"0,11 3-1016 0 0,1 0 1 0 0,0-1 0 0 0,0 0-1 0 0,1-1 1 0 0,28-1-1 0 0,83-9 911 0 0,-93 5-1036 0 0,108-7-1285 0 0,-50 5-3185 0 0,113-22 1 0 0,-146 15-4919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0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20271 0 0,'-8'-2'9216'0'0,"147"73"-6622"0"0,-48-26-2636 0 0,-51-27 81 0 0,-24-12-33 0 0,0 1 1 0 0,-1 1-1 0 0,24 16 0 0 0,-31-17 6 0 0,-8-7-11 0 0,0 0 1 0 0,0 0-1 0 0,1 0 0 0 0,-1 0 1 0 0,0 0-1 0 0,0 0 1 0 0,0 0-1 0 0,0 0 0 0 0,0 0 1 0 0,0 0-1 0 0,0 0 0 0 0,0 0 1 0 0,0 0-1 0 0,0 1 0 0 0,0-1 1 0 0,0 0-1 0 0,0 0 1 0 0,0 0-1 0 0,0 0 0 0 0,0 0 1 0 0,1 0-1 0 0,-1 0 0 0 0,0 0 1 0 0,0 0-1 0 0,0 1 0 0 0,0-1 1 0 0,0 0-1 0 0,0 0 1 0 0,0 0-1 0 0,0 0 0 0 0,0 0 1 0 0,-1 0-1 0 0,1 0 0 0 0,0 0 1 0 0,0 1-1 0 0,0-1 0 0 0,0 0 1 0 0,0 0-1 0 0,0 0 1 0 0,0 0-1 0 0,0 0 0 0 0,0 0 1 0 0,0 0-1 0 0,0 0 0 0 0,-2 4 13 0 0,0 0 0 0 0,-1 0 0 0 0,1-1-1 0 0,-1 1 1 0 0,1-1 0 0 0,-1 0 0 0 0,0 0-1 0 0,0 0 1 0 0,-1 0 0 0 0,1 0 0 0 0,-1-1-1 0 0,1 0 1 0 0,-6 3 0 0 0,-7 3 81 0 0,0-2 1 0 0,-19 6-1 0 0,-20 8 17 0 0,20-4-112 0 0,26-10-16 0 0,8-5-68 0 0,3 0-1045 0 0,2 2 702 0 0,1 0 1 0 0,-1 0 0 0 0,1 0-1 0 0,0-1 1 0 0,0 0 0 0 0,0 0-1 0 0,0-1 1 0 0,1 1 0 0 0,-1-1-1 0 0,0 0 1 0 0,9 0 0 0 0,11 1-2213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0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48 10591 0 0,'0'-11'488'0'0,"0"9"-12"0"0,0 0-306 0 0,-1 0-32 0 0,1 0 1 0 0,-1 0 0 0 0,0 0 0 0 0,0 0 0 0 0,0 0 0 0 0,0 0-1 0 0,-3-3 1 0 0,3 4 603 0 0,0 0-1 0 0,0 0 1 0 0,-1 0-1 0 0,1-1 0 0 0,0 1 1 0 0,-1 1-1 0 0,1-1 1 0 0,-1 0-1 0 0,1 0 1 0 0,-1 0-1 0 0,1 1 1 0 0,-1-1-1 0 0,0 1 0 0 0,1-1 1 0 0,-1 1-1 0 0,1 0 1 0 0,-1 0-1 0 0,-2 0 1 0 0,-14 2 2046 0 0,13 1-2472 0 0,0-1-1 0 0,-1 1 1 0 0,1-1 0 0 0,1 2-1 0 0,-1-1 1 0 0,0 0 0 0 0,-6 7-1 0 0,-27 32 103 0 0,28-30-408 0 0,1 0 0 0 0,0 1 0 0 0,1 0 0 0 0,0 1-1 0 0,1 0 1 0 0,1 0 0 0 0,-9 26 0 0 0,13-31-7 0 0,0-1-1 0 0,0 1 0 0 0,1 0 0 0 0,0 0 1 0 0,1 0-1 0 0,0 0 0 0 0,0 0 0 0 0,1 0 1 0 0,0-1-1 0 0,0 1 0 0 0,1 0 0 0 0,1 0 0 0 0,-1-1 1 0 0,8 16-1 0 0,-6-15-15 0 0,1-1 1 0 0,0 0-1 0 0,0 0 0 0 0,1-1 0 0 0,0 1 1 0 0,0-1-1 0 0,0-1 0 0 0,1 1 0 0 0,0-1 1 0 0,10 6-1 0 0,-8-6 3 0 0,0-1 0 0 0,1 0-1 0 0,0-1 1 0 0,0 0 0 0 0,0-1 0 0 0,0 0-1 0 0,1 0 1 0 0,18 1 0 0 0,-9-2 33 0 0,0-2 0 0 0,1 0 1 0 0,-1-1-1 0 0,1-1 0 0 0,-1-1 0 0 0,0-1 0 0 0,0-1 1 0 0,-1 0-1 0 0,24-11 0 0 0,-34 12-23 0 0,-1 0 0 0 0,1 0 0 0 0,-1-1 0 0 0,0 0 0 0 0,-1 0 0 0 0,0-1 0 0 0,1 0 0 0 0,-2-1 0 0 0,1 1 0 0 0,-1-1 0 0 0,0 0 0 0 0,6-11 0 0 0,-9 14 0 0 0,-1 0 0 0 0,0 0 0 0 0,0 0 0 0 0,0 0 0 0 0,-1-1 0 0 0,1 1 0 0 0,-1 0 0 0 0,0-1 0 0 0,0 1 0 0 0,-1-1 0 0 0,0 1 0 0 0,1-1 0 0 0,-1 0 0 0 0,-1 1 0 0 0,1-1 0 0 0,-1 1 0 0 0,1-1 0 0 0,-1 1 0 0 0,-1-1 0 0 0,1 1 0 0 0,-1 0 0 0 0,1 0 0 0 0,-1-1 0 0 0,-1 1 0 0 0,1 0 0 0 0,-5-6 0 0 0,-3-1-11 0 0,0-1-1 0 0,-1 2 1 0 0,0-1 0 0 0,0 2-1 0 0,-1-1 1 0 0,0 2-1 0 0,-1 0 1 0 0,0 0 0 0 0,-15-6-1 0 0,-7-1-54 0 0,-1 1-1 0 0,-51-11 1 0 0,35 15-1750 0 0,50 10 185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24847 0 0,'0'0'2255'0'0,"-1"2"-1858"0"0,-4 15-180 0 0,1 0-1 0 0,1 1 1 0 0,0-1-1 0 0,1 1 1 0 0,1-1 0 0 0,1 1-1 0 0,2 26 1 0 0,2-14-545 0 0,1 0 0 0 0,1 1 0 0 0,17 43 0 0 0,-18-56-1649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2:57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966 183 13823 0 0,'-61'-28'499'0'0,"-1"2"0"0"0,-100-28-1 0 0,97 38-111 0 0,-139-42 9483 0 0,202 57-8020 0 0,6 1-1292 0 0,143 19 738 0 0,-50-5-1108 0 0,188 20 143 0 0,532 58 261 0 0,115-16-296 0 0,-63-6-139 0 0,-457-33-106 0 0,498 46-27 0 0,-298-13-45 0 0,-139-14-250 0 0,-443-53 81 0 0,1-1 0 0 0,39-2-1 0 0,-73-2 86 0 0,-13-6 61 0 0,0-1 0 0 0,0 2 0 0 0,0 0 0 0 0,-1 1 0 0 0,-29-6 0 0 0,-95-11 42 0 0,107 18-4 0 0,-948-102-239 0 0,850 96 240 0 0,-639-52-2 0 0,-1 17 8 0 0,-1320-18 63 0 0,1070 21 292 0 0,1003 41-224 0 0,16 2-4 0 0,8 2-4 0 0,49 7-8 0 0,0-1-1 0 0,56 0 1 0 0,-66-5-83 0 0,913 48 87 0 0,288 21 24 0 0,-254-6-111 0 0,-47-3-2 0 0,14 5-31 0 0,-862-63 0 0 0,-79-6 0 0 0,-17 1 0 0 0,0 0 0 0 0,0 0 0 0 0,0-1 0 0 0,0 1 0 0 0,0 0 0 0 0,-1 0 0 0 0,1 0 0 0 0,0 0 0 0 0,0 0 0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0,0 0 0 0 0,0 0 0 0 0,0-1 0 0 0,0 1 0 0 0,0 0 0 0 0,0 0 0 0 0,0 0 0 0 0,1 0 0 0 0,-1 0 0 0 0,0 0 0 0 0,0 0 0 0 0,0 0 0 0 0,0 0 0 0 0,0 0 0 0 0,0 0 0 0 0,0 0 0 0 0,0 0 0 0 0,0 0 0 0 0,0 0 0 0 0,0 0 0 0 0,-13-4 0 0 0,12 4 0 0 0,-45-12-13 0 0,-69-7 0 0 0,-49 5-26 0 0,88 9 32 0 0,-584-41 7 0 0,361 29 0 0 0,-257-12 0 0 0,328 20 6 0 0,-757-27 96 0 0,1 22-7 0 0,188 32 22 0 0,761-17-92 0 0,-1 1 1 0 0,-34 8-1 0 0,62-8 1 0 0,7 1 12 0 0,2-2-31 0 0,1 1 1 0 0,0-1-1 0 0,0 1 0 0 0,0-1 0 0 0,0 0 1 0 0,0 0-1 0 0,0 0 0 0 0,0 0 0 0 0,0 0 1 0 0,3 0-1 0 0,30 10 11 0 0,-28-9-13 0 0,34 7 23 0 0,75 8 0 0 0,48-6-32 0 0,-88-8 17 0 0,918 32 143 0 0,-576-24-105 0 0,255 4 6 0 0,80 3-50 0 0,-546-11 10 0 0,419 17 19 0 0,-371-10-36 0 0,408 31 0 0 0,-630-42 0 0 0,-29-2 0 0 0,-13 0 0 0 0,-17-1 0 0 0,-716-16 0 0 0,279 9 0 0 0,-123-7 19 0 0,-765-15 74 0 0,15 23 179 0 0,737-4-142 0 0,456 6-116 0 0,129 3-18 0 0,3 2 22 0 0,1-2-1 0 0,-1 1 1 0 0,1-1-1 0 0,0-1 1 0 0,-18-5-1 0 0,26 6 10 0 0,5 1 0 0 0,150-17 51 0 0,-69 10-67 0 0,769-51 44 0 0,-712 51-50 0 0,915-20 0 0 0,3 32-43 0 0,-795-2-2 0 0,1542 68-1931 0 0,-1644-57-749 0 0,-19 3-7412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9:29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78 8407 0 0,'-3'-5'57'0'0,"-1"-1"29"0"0,0 0-1 0 0,0 1 1 0 0,0 0-1 0 0,0 0 1 0 0,-1 0-1 0 0,0 0 1 0 0,0 1-1 0 0,0-1 1 0 0,-1 1-1 0 0,-7-4 1 0 0,11 7 950 0 0,5 0-877 0 0,-1 0 1 0 0,0-1 0 0 0,1 1 0 0 0,-1 0-1 0 0,1 1 1 0 0,-1-1 0 0 0,1 0-1 0 0,-1 1 1 0 0,1-1 0 0 0,3 1 0 0 0,-4-1-47 0 0,29-1 534 0 0,1 1 0 0 0,36 3-1 0 0,-16 1-282 0 0,476 8 1294 0 0,174 5-652 0 0,0 17-326 0 0,481 65-72 0 0,-841-67-518 0 0,525 55 130 0 0,155 42-210 0 0,-233-58 116 0 0,-776-69-119 0 0,12 1-89 0 0,1-1-1 0 0,-1-2 0 0 0,30-3 1 0 0,-52 3-83 0 0,-3-1-26 0 0,0-1 143 0 0,-1-1 0 0 0,1 1 0 0 0,-1 0 0 0 0,0 0 0 0 0,0 0 0 0 0,-1 0 0 0 0,1 0 0 0 0,-1 0 0 0 0,1 0 0 0 0,-1 0 0 0 0,0 1 0 0 0,0-1 0 0 0,0 1 0 0 0,-1-1 0 0 0,1 1 0 0 0,0 0 0 0 0,-1-1 0 0 0,0 2 0 0 0,1-1 0 0 0,-4-2 0 0 0,-2-1-171 0 0,0 1-1 0 0,0 0 0 0 0,0 0 0 0 0,-1 0 0 0 0,0 1 0 0 0,-12-3 0 0 0,10 4-295 0 0,-1 1 0 0 0,1 1 0 0 0,-20 0 0 0 0,-2 2-541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94 16527 0 0,'0'0'1499'0'0,"-1"-1"-1235"0"0,-3-17-148 0 0,4 18-75 0 0,0-1 1 0 0,0 1-1 0 0,0-1 1 0 0,1 1 0 0 0,-1-1-1 0 0,0 1 1 0 0,0-1-1 0 0,0 1 1 0 0,1-1-1 0 0,-1 1 1 0 0,0-1-1 0 0,1 1 1 0 0,-1 0-1 0 0,0-1 1 0 0,1 1-1 0 0,-1 0 1 0 0,1-1-1 0 0,-1 1 1 0 0,0 0 0 0 0,2-1-1 0 0,-1 0 115 0 0,5-4 204 0 0,0 0-1 0 0,0 1 1 0 0,0 0 0 0 0,1 0 0 0 0,-1 0-1 0 0,1 1 1 0 0,0 0 0 0 0,12-3-1 0 0,6-1 73 0 0,29-4-1 0 0,-47 10-418 0 0,9-2 62 0 0,29-2-1 0 0,-40 5-67 0 0,-1 0 1 0 0,0 0-1 0 0,1 1 0 0 0,-1 0 0 0 0,0-1 1 0 0,1 1-1 0 0,-1 1 0 0 0,0-1 0 0 0,0 0 1 0 0,0 1-1 0 0,7 4 0 0 0,3 6 4 0 0,-12-8 9 0 0,0-1 0 0 0,0 1 0 0 0,0-1 0 0 0,-1 1 0 0 0,1 0 0 0 0,-1-1 0 0 0,0 1 0 0 0,0 0 0 0 0,0 0 0 0 0,-1 0 0 0 0,1 0 0 0 0,-1 0 0 0 0,0 0 0 0 0,0 0 0 0 0,0 0 0 0 0,-1 0 0 0 0,1 0 0 0 0,-3 6 0 0 0,0 3 107 0 0,-1-2 0 0 0,-1 1 0 0 0,0 0 0 0 0,-11 18-1 0 0,-2-1 218 0 0,-1 0 0 0 0,-2-2-1 0 0,-35 38 1 0 0,-29 33 465 0 0,68-77-621 0 0,4-5 21 0 0,-13 19-1 0 0,22-28-96 0 0,0 0 0 0 0,1 0 1 0 0,0 0-1 0 0,0 0 0 0 0,0 0 1 0 0,-1 8-1 0 0,3-13 75 0 0,2-1-173 0 0,-1-1 0 0 0,0 1 1 0 0,1 0-1 0 0,-1 0 1 0 0,0-1-1 0 0,1 1 0 0 0,-1 0 1 0 0,1-1-1 0 0,-1 1 0 0 0,1 0 1 0 0,-1-1-1 0 0,1 1 1 0 0,-1-1-1 0 0,1 1 0 0 0,0-1 1 0 0,-1 1-1 0 0,1-1 0 0 0,0 0 1 0 0,0 1-1 0 0,-1-1 0 0 0,2 1 1 0 0,16 4 74 0 0,-12-4-83 0 0,0-1 0 0 0,1 0 0 0 0,-1 0 0 0 0,0-1 0 0 0,0 1 0 0 0,0-1-1 0 0,11-4 1 0 0,41-17 26 0 0,-47 17-31 0 0,196-94-1519 0 0,-169 80 1276 0 0,71-31-1473 0 0,-46 23-626 0 0,-1-3-4400 0 0,-25 10-390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5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 18079 0 0,'-4'-1'157'0'0,"-1"1"0"0"0,0-1 0 0 0,0 1-1 0 0,0 1 1 0 0,1-1 0 0 0,-1 1 0 0 0,0-1-1 0 0,0 1 1 0 0,1 1 0 0 0,-1-1 0 0 0,0 1 0 0 0,1 0-1 0 0,-1 0 1 0 0,1 0 0 0 0,0 0 0 0 0,-7 6 0 0 0,-6 5 1256 0 0,0 0 1 0 0,-21 24-1 0 0,32-31-764 0 0,-3 3-286 0 0,1 1 0 0 0,-1 0 1 0 0,2 0-1 0 0,0 0 0 0 0,0 1 0 0 0,1 1 1 0 0,0-1-1 0 0,-4 14 0 0 0,9-22-338 0 0,0 1 0 0 0,0-1 0 0 0,1 0 0 0 0,0 1-1 0 0,-1-1 1 0 0,1 0 0 0 0,1 1 0 0 0,-1-1 0 0 0,0 0 0 0 0,1 1 0 0 0,0-1 0 0 0,-1 0 0 0 0,1 0-1 0 0,0 1 1 0 0,1-1 0 0 0,-1 0 0 0 0,1 0 0 0 0,1 3 0 0 0,0-3-25 0 0,-1 1 0 0 0,1-1 0 0 0,0 1 0 0 0,0-1 0 0 0,1 0-1 0 0,-1 0 1 0 0,0-1 0 0 0,1 1 0 0 0,0-1 0 0 0,0 1 0 0 0,-1-1 0 0 0,1 0 0 0 0,5 1 0 0 0,-1-1-45 0 0,0 0-1 0 0,0 0 1 0 0,1-1 0 0 0,-1-1-1 0 0,0 1 1 0 0,1-1 0 0 0,-1 0-1 0 0,1-1 1 0 0,-1 0 0 0 0,0-1-1 0 0,9-1 1 0 0,3-3-177 0 0,1-1 0 0 0,-1-1 0 0 0,21-11 0 0 0,-26 11 71 0 0,0 0 0 0 0,0-1 1 0 0,-2 0-1 0 0,1-1 0 0 0,-1-1 0 0 0,14-14 0 0 0,-25 22 133 0 0,0 0 0 0 0,1 0 0 0 0,-1 0 0 0 0,0 0 1 0 0,-1 0-1 0 0,1 0 0 0 0,-1-1 0 0 0,1 1 0 0 0,-1-1 0 0 0,0 1 0 0 0,0-1 0 0 0,0 1 0 0 0,-1-1 0 0 0,1 1 0 0 0,-1-1 0 0 0,0-4 1 0 0,0 5 20 0 0,-1 1 0 0 0,1-1 0 0 0,-1 0 0 0 0,0 0 1 0 0,0 0-1 0 0,0 1 0 0 0,0-1 0 0 0,0 1 0 0 0,-1-1 1 0 0,1 0-1 0 0,-1 1 0 0 0,0 0 0 0 0,1 0 0 0 0,-1-1 1 0 0,0 1-1 0 0,0 0 0 0 0,-1 0 0 0 0,1 1 0 0 0,0-1 1 0 0,-6-3-1 0 0,0 1 18 0 0,0 0 0 0 0,0 0 0 0 0,-1 1 0 0 0,0 0 0 0 0,-16-3 0 0 0,-46-2 9 0 0,36 6-124 0 0,9-3-227 0 0,24 5 153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14279 0 0,'0'0'11392'0'0,"2"1"-10609"0"0,3 1-556 0 0,0-1 1 0 0,0 1 0 0 0,0-1-1 0 0,0 0 1 0 0,0-1 0 0 0,0 1-1 0 0,9-1 1 0 0,41-5 207 0 0,-9 0-353 0 0,-45 5-81 0 0,18-1 8 0 0,30 3 0 0 0,-45-1-10 0 0,1-1 1 0 0,-1 1 0 0 0,1 0 0 0 0,-1 0-1 0 0,0 0 1 0 0,0 1 0 0 0,1 0-1 0 0,-1 0 1 0 0,0 0 0 0 0,0 0 0 0 0,-1 0-1 0 0,8 6 1 0 0,-10-6 13 0 0,0-1 0 0 0,0 1 0 0 0,0 0 0 0 0,0 0 0 0 0,0 0 0 0 0,0 0 0 0 0,0 0 0 0 0,0 0 0 0 0,-1 0 0 0 0,1 0 0 0 0,-1 0 0 0 0,0 1 0 0 0,0-1 0 0 0,1 0 0 0 0,-1 0 0 0 0,-1 0 0 0 0,1 0 0 0 0,0 1 0 0 0,0-1 0 0 0,-1 0 0 0 0,1 0 0 0 0,-1 0 0 0 0,0 0 0 0 0,0 0 0 0 0,-1 2 0 0 0,-3 8 96 0 0,0-2-1 0 0,-1 1 0 0 0,-9 11 0 0 0,14-20-99 0 0,-12 15 139 0 0,-1-1-1 0 0,-30 29 1 0 0,27-30-36 0 0,1 1 1 0 0,-19 25-1 0 0,32-36-99 0 0,1 0 0 0 0,-1-1-1 0 0,1 1 1 0 0,-3 7 0 0 0,3-4-13 0 0,5 0 0 0 0,0-6-13 0 0,-1 0 0 0 0,1 0 0 0 0,-1-1 0 0 0,1 1 0 0 0,0-1 0 0 0,-1 1 0 0 0,1-1 0 0 0,0 0 0 0 0,0 0 0 0 0,0 0 0 0 0,0-1 1 0 0,0 1-1 0 0,0-1 0 0 0,0 1 0 0 0,5-1 0 0 0,4 0-76 0 0,-1-1-1 0 0,22-3 1 0 0,12-7-1024 0 0,-2-2 0 0 0,0-2 0 0 0,59-29-1 0 0,-21 9-3971 0 0,-49 22-2526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6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10135 0 0,'-16'4'1080'0'0,"14"-3"-783"0"0,1-1-1 0 0,0 1 1 0 0,-1 0-1 0 0,1 0 1 0 0,0 0-1 0 0,0 0 1 0 0,-1 1-1 0 0,1-1 1 0 0,0 0-1 0 0,0 0 1 0 0,0 1-1 0 0,1-1 1 0 0,-1 1-1 0 0,0-1 1 0 0,0 1-1 0 0,1-1 1 0 0,-1 1-1 0 0,1-1 1 0 0,-1 1-1 0 0,1-1 1 0 0,0 4-1 0 0,-2 5 2313 0 0,1-1 0 0 0,1 14 0 0 0,0-20-2431 0 0,0 45 497 0 0,3 0 1 0 0,2 0-1 0 0,2 0 0 0 0,15 56 0 0 0,-19-96-1029 0 0,-1 0-1 0 0,1-1 1 0 0,1 1-1 0 0,-1-1 0 0 0,1 1 1 0 0,7 8-1 0 0,-8-12 51 0 0,0 0 0 0 0,0-1 1 0 0,0 1-1 0 0,1-1 0 0 0,0 0 0 0 0,0 0 0 0 0,0 0 0 0 0,0 0 0 0 0,0-1 0 0 0,0 1 0 0 0,9 2 0 0 0,3 0-2111 0 0</inkml:trace>
  <inkml:trace contextRef="#ctx0" brushRef="#br0" timeOffset="1">335 407 13359 0 0,'-14'42'909'0'0,"9"-22"1947"0"0,-3 28-1 0 0,4 21 2810 0 0,3-25-4839 0 0,1-30-635 0 0,1 0 1 0 0,1 0-1 0 0,0-1 1 0 0,5 18-1 0 0,-2-15-1325 0 0,10 22 0 0 0,-9-23-130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56 14975 0 0,'0'0'687'0'0,"-1"-16"250"0"0,-1-23 3975 0 0,11 46-3401 0 0,-6-3-1331 0 0,0 0 0 0 0,1 0 0 0 0,-1 1 0 0 0,-1-1 1 0 0,1 1-1 0 0,-1 0 0 0 0,0-1 0 0 0,0 1 0 0 0,0 0 0 0 0,1 8 1 0 0,1 6 321 0 0,2 29 1 0 0,-4-29-242 0 0,4 88 506 0 0,0-9-512 0 0,-4-55-544 0 0,2 18-845 0 0,-3-54-1321 0 0,1 0 1 0 0,-1 0 0 0 0,4 8-1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7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14279 0 0,'-6'2'7612'0'0,"3"9"-7164"0"0,-1-1 0 0 0,2 1 0 0 0,-1 0-1 0 0,1-1 1 0 0,1 1 0 0 0,0 15 0 0 0,4 70 622 0 0,-2-70-970 0 0,3 76 68 0 0,2 38-444 0 0,-5-122-52 0 0,3 22-4913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7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60 11055 0 0,'0'0'506'0'0,"-1"-1"-10"0"0,1-5 4592 0 0,15 0-503 0 0,23-3 345 0 0,22-2-3336 0 0,-14 4-1084 0 0,11-2-312 0 0,86-1-1 0 0,59 10 132 0 0,-174 1-322 0 0,132 7-1861 0 0,-134-5 898 0 0,1 2-1 0 0,-1 0 1 0 0,49 18-1 0 0,-58-15-5047 0 0,-2 1-1688 0 0</inkml:trace>
  <inkml:trace contextRef="#ctx0" brushRef="#br0" timeOffset="1">218 480 15199 0 0,'-7'3'1379'0'0,"1"0"2917"0"0,15 2-2795 0 0,1-1 0 0 0,-1-1 0 0 0,15 4 1 0 0,-10-4-274 0 0,27 2 1 0 0,71-9-1367 0 0,-46 1 568 0 0,-27 0-454 0 0,41-8-1 0 0,-48 6-1398 0 0,1 1 0 0 0,42 0 0 0 0,-47 5-4930 0 0,-2 1-1829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 25455 0 0,'-7'-4'1768'0'0,"14"6"-775"0"0,4 3-2914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5:5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18431 0 0,'-3'-4'12465'0'0,"11"24"-12191"0"0,-1-1 1 0 0,-1 2-1 0 0,5 28 0 0 0,-3-15-239 0 0,42 220 104 0 0,-43-176-439 0 0,-5-50 61 0 0,1 0 1 0 0,6 29-1 0 0,-8-54-142 0 0,0 0 0 0 0,0 0 1 0 0,0 0-1 0 0,0 0 0 0 0,1 0 0 0 0,-1 0 0 0 0,3 3 0 0 0,2 1-1068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1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11519 0 0,'2'2'10985'0'0,"30"25"-7387"0"0,92 80-516 0 0,98 94-2315 0 0,-199-180-1147 0 0,2-2 0 0 0,1-1 0 0 0,27 16 0 0 0,-44-28-646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43 10135 0 0,'-4'-15'1079'0'0,"4"-12"13667"0"0,-1 28-14220 0 0,-7 11 262 0 0,-14 25 1 0 0,-6 10-213 0 0,-191 271 544 0 0,203-296-1457 0 0,2 0 0 0 0,0 2 1 0 0,2-1-1 0 0,-15 39 0 0 0,27-61 110 0 0,-1 1 0 0 0,1-1 0 0 0,-1 0 0 0 0,1 0-1 0 0,0 0 1 0 0,0 0 0 0 0,-1 1 0 0 0,1-1 0 0 0,0 0 0 0 0,0 0-1 0 0,0 0 1 0 0,1 0 0 0 0,-1 1 0 0 0,0-1 0 0 0,0 0 0 0 0,0 0 0 0 0,1 0-1 0 0,-1 0 1 0 0,1 1 0 0 0,-1-1 0 0 0,1 0 0 0 0,-1 0 0 0 0,1 0 0 0 0,1 1-1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29 201 17047 0 0,'0'0'1311'0'0,"-1"0"-846"0"0,1 1-354 0 0,-1 0 0 0 0,0-1 0 0 0,1 1 0 0 0,-1 0 0 0 0,1 0 0 0 0,-1-1 0 0 0,1 1 0 0 0,-1 0 0 0 0,1 0 0 0 0,-1 0 0 0 0,1 0 0 0 0,0-1 0 0 0,0 1-1 0 0,-1 0 1 0 0,1 0 0 0 0,0 0 0 0 0,0 0 0 0 0,0 0 0 0 0,0 1 0 0 0,-1 4 950 0 0,-3 9-419 0 0,-1 0 0 0 0,2 1 0 0 0,0 0 0 0 0,0-1 0 0 0,2 1 0 0 0,0 25 0 0 0,2-17 263 0 0,2 1-1 0 0,0-1 1 0 0,11 38-1 0 0,-12-57-1042 0 0,-1 0-1 0 0,1-1 1 0 0,0 1 0 0 0,0-1-1 0 0,0 1 1 0 0,1-1 0 0 0,-1 0-1 0 0,1 0 1 0 0,0 0 0 0 0,0 0-1 0 0,5 4 1 0 0,-6-7-289 0 0,1 1 0 0 0,0-1-1 0 0,-1 0 1 0 0,1 0 0 0 0,0 0-1 0 0,0 0 1 0 0,0 0 0 0 0,0-1 0 0 0,0 0-1 0 0,0 1 1 0 0,0-1 0 0 0,5 0-1 0 0,6-3-1613 0 0</inkml:trace>
  <inkml:trace contextRef="#ctx0" brushRef="#br0" timeOffset="0.63">324 51 7367 0 0,'-2'-11'12054'0'0,"6"1"-3199"0"0,8 5-8472 0 0,1 1 0 0 0,-1 0 0 0 0,1 1 0 0 0,0 1-1 0 0,0 0 1 0 0,16 0 0 0 0,5-1-324 0 0,-7 0-299 0 0,0 2 0 0 0,39 2 0 0 0,13 8-3024 0 0,-48 0-139 0 0,-16-4 854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10 440 9671 0 0,'-8'8'15950'0'0,"8"-8"-15850"0"0,0 0 0 0 0,0 0 0 0 0,0 0 0 0 0,0 0 0 0 0,0 0 0 0 0,0 0 0 0 0,0 0 0 0 0,-1 0 0 0 0,1 0 0 0 0,0 0 0 0 0,0 0 1 0 0,0 0-1 0 0,0 0 0 0 0,0 0 0 0 0,-1 0 0 0 0,10 4 685 0 0,4-2-624 0 0,0-2 0 0 0,0 1 0 0 0,0-2 0 0 0,16-1 0 0 0,8-1-174 0 0,-3 0-1261 0 0,40-8 0 0 0,-31 4-5635 0 0,-4 1-1418 0 0</inkml:trace>
  <inkml:trace contextRef="#ctx0" brushRef="#br0" timeOffset="1">889 7 24047 0 0,'-6'-4'2173'0'0,"1"1"1955"0"0,3 17-3242 0 0,2 85-125 0 0,15 137 1 0 0,-13-218-752 0 0,6 61-10 0 0,8 136 0 0 0,-17-206 0 0 0,0-1-113 0 0,-5 8-4013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17967 0 0,'0'0'1878'0'0,"0"2"-1782"0"0,8 86 5613 0 0,5 117-2484 0 0,-1-65-2890 0 0,-8-88-326 0 0,-2-29-172 0 0,0 0 1 0 0,-2 1-1 0 0,0-1 0 0 0,-5 30 1 0 0,5-52-358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15 125 11975 0 0,'-1'-1'923'0'0,"-1"-1"-750"0"0,-6-16 402 0 0,5 8 58 0 0,3 9-48 0 0,-1-1 0 0 0,1 1 1 0 0,0 0-1 0 0,0-1 0 0 0,0 1 0 0 0,0 0 1 0 0,0 0-1 0 0,0-1 0 0 0,1 1 0 0 0,-1 0 1 0 0,0-1-1 0 0,1 1 0 0 0,-1 0 1 0 0,1 0-1 0 0,-1 0 0 0 0,1 0 0 0 0,1-2 1 0 0,7-6 892 0 0,-3 4-1122 0 0,1 1 0 0 0,0 0 0 0 0,0 1-1 0 0,1 0 1 0 0,-1 0 0 0 0,8-2-1 0 0,49-8 89 0 0,-43 9-235 0 0,16-2-88 0 0,0 1 1 0 0,64 0-1 0 0,-82 5-118 0 0,0 1 0 0 0,0 1 0 0 0,0 1 0 0 0,0 1 0 0 0,-1 1 0 0 0,0 0 0 0 0,21 9 0 0 0,-33-11-1 0 0,0 0-1 0 0,0 0 1 0 0,-1 0 0 0 0,1 1-1 0 0,-1 0 1 0 0,0 0 0 0 0,0 0-1 0 0,0 1 1 0 0,7 9 0 0 0,-9-11 1 0 0,-1 0 1 0 0,0 1-1 0 0,-1-1 1 0 0,1 1-1 0 0,0-1 1 0 0,-1 1-1 0 0,0 0 1 0 0,0-1-1 0 0,0 1 1 0 0,0 0-1 0 0,-1 0 1 0 0,1 0-1 0 0,-1-1 1 0 0,0 1-1 0 0,0 0 1 0 0,-1 0 0 0 0,-1 7-1 0 0,-1 0 45 0 0,0 0-1 0 0,-1 0 1 0 0,0 0 0 0 0,-1-1-1 0 0,-1 0 1 0 0,1 1 0 0 0,-14 15-1 0 0,0-2 113 0 0,-39 37-1 0 0,31-38-192 0 0,-1 0 1 0 0,-42 24-1 0 0,19-13-2234 0 0,33-18-620 0 0,13-6 647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3223 0 0,'1'2'4660'0'0,"7"40"8696"0"0,-2 2-6720 0 0,2 92-4804 0 0,-7-104-700 0 0,0-3-1282 0 0,-1 0 0 0 0,-7 51-1 0 0,7-79-511 0 0,5 8-5937 0 0</inkml:trace>
  <inkml:trace contextRef="#ctx0" brushRef="#br0" timeOffset="1">527 22 8751 0 0,'2'0'20039'0'0,"36"-6"-17414"0"0,3-1-2121 0 0,60-1 0 0 0,-14 9-1072 0 0,-83-1 277 0 0,0 0 0 0 0,0 1 0 0 0,0-1 0 0 0,0 1 0 0 0,7 1 0 0 0,-9-1-318 0 0,-1 0-1 0 0,1-1 0 0 0,0 1 0 0 0,0 0 1 0 0,0 0-1 0 0,-1 1 0 0 0,1-1 1 0 0,2 2-1 0 0,2 5-1581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10135 0 0,'2'0'8110'0'0,"24"5"-438"0"0,2-6-4546 0 0,30-11-3017 0 0,-34 7 466 0 0,82-19-1404 0 0,48-15-5105 0 0,-101 24 3889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6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11975 0 0,'1'0'7474'0'0,"27"-12"495"0"0,-21 10-7394 0 0,1 0 0 0 0,-1 1 0 0 0,1 0 0 0 0,7 0-1 0 0,58-5 431 0 0,43-1-703 0 0,-104 7-291 0 0,0 1 1 0 0,0 0-1 0 0,0 1 1 0 0,0 0-1 0 0,0 1 1 0 0,-1 1-1 0 0,17 6 1 0 0,-26-9-7 0 0,0 0 0 0 0,1 0 0 0 0,-1 1 0 0 0,0-1 0 0 0,0 1 0 0 0,0-1 0 0 0,0 1 0 0 0,0 0 0 0 0,-1 0 0 0 0,1 0 0 0 0,0 0 0 0 0,-1 0 0 0 0,1 0 0 0 0,-1 0 0 0 0,0 0 0 0 0,0 1 0 0 0,1 2 0 0 0,-1-1 12 0 0,0 0 0 0 0,0 0 1 0 0,0 0-1 0 0,-1 0 0 0 0,0 1 1 0 0,0-1-1 0 0,0 0 0 0 0,0 1 1 0 0,-2 5-1 0 0,-1 3 24 0 0,-1-1 0 0 0,0 1 0 0 0,-1-1-1 0 0,0 0 1 0 0,-11 19 0 0 0,7-18-28 0 0,0 0-1 0 0,0-1 1 0 0,-1 0-1 0 0,0-1 1 0 0,-16 13 0 0 0,-64 45 123 0 0,19-17-73 0 0,25-19 1 0 0,57-27-11 0 0,-4-4-53 0 0,1-1 0 0 0,0 0 0 0 0,0 0 0 0 0,0-1 0 0 0,0 0 0 0 0,0 0 0 0 0,0 0 0 0 0,13-4 0 0 0,24 0 0 0 0,27 1 7 0 0,-44 1-132 0 0,1 1-1 0 0,32 3 1 0 0,-44-1-190 0 0,0 0 0 0 0,19-3 1 0 0,-2 0-2316 0 0,0 3-5135 0 0,-11 2-1239 0 0</inkml:trace>
  <inkml:trace contextRef="#ctx0" brushRef="#br0" timeOffset="1">758 424 11519 0 0,'0'0'887'0'0,"0"2"-583"0"0,-1 9 1335 0 0,2 18 12647 0 0,0-27-13379 0 0,1 0-619 0 0,3 5 28 0 0,0 0-1 0 0,1-1 1 0 0,0 0 0 0 0,1 0 0 0 0,11 9-1 0 0,-16-14-443 0 0,0 0 0 0 0,-1-1 0 0 0,1 1 0 0 0,0-1 0 0 0,0 0-1 0 0,0 1 1 0 0,-1-1 0 0 0,1 0 0 0 0,0 0 0 0 0,0 0 0 0 0,0 0-1 0 0,0 0 1 0 0,1-1 0 0 0,9-1-3472 0 0,-6 0-1959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7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10135 0 0,'-1'1'18542'0'0,"-5"3"-16537"0"0,2 12-1708 0 0,2-1 1 0 0,-1 1 0 0 0,2 0-1 0 0,0 0 1 0 0,2 24 0 0 0,0 5 1 0 0,-1 68-299 0 0,-2 43 0 0 0,2-88 0 0 0,0 2 0 0 0,0-69-106 0 0,0 0-1 0 0,0 0 1 0 0,0 0 0 0 0,0 0 0 0 0,0 0-1 0 0,0 0 1 0 0,0 0 0 0 0,0-1-1 0 0,0 1 1 0 0,0 0 0 0 0,1 0-1 0 0,-1 0 1 0 0,0 0 0 0 0,1 0 0 0 0,-1 0-1 0 0,1 0 1 0 0,-1 0 0 0 0,1 0-1 0 0,-1-1 1 0 0,1 1 0 0 0,-1 0-1 0 0,1 0 1 0 0,0-1 0 0 0,-1 1 0 0 0,1 0-1 0 0,0-1 1 0 0,0 1 0 0 0,1 0-1 0 0,1-1-1834 0 0,5-4-435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7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3 683 15663 0 0,'1'1'3887'0'0,"15"17"6967"0"0,-1-35-8876 0 0,-13 9-1931 0 0,-1 1 1 0 0,0-1-1 0 0,0 0 1 0 0,0 0-1 0 0,-1-1 1 0 0,-2-12-1 0 0,-10-52-96 0 0,5 34 71 0 0,-2-16-9 0 0,3 0 1 0 0,2 0-1 0 0,4-76 0 0 0,2 79-1 0 0,-1 26-12 0 0,0-1-1 0 0,7-25 1 0 0,-5 42 0 0 0,-3 10 0 0 0,0-1 0 0 0,0 1 0 0 0,0 0 0 0 0,0 0 0 0 0,0-1 0 0 0,0 1 0 0 0,0 0 0 0 0,0 0 0 0 0,0-1 0 0 0,0 1 0 0 0,1 0 0 0 0,-1 0 0 0 0,0 0 0 0 0,0-1 0 0 0,0 1 0 0 0,0 0 0 0 0,1 0 0 0 0,-1 0 0 0 0,0 0 0 0 0,0-1 0 0 0,0 1 0 0 0,1 0 0 0 0,-1 0 0 0 0,0 0 0 0 0,0 0 0 0 0,1 0 0 0 0,-1 0 0 0 0,0 0 0 0 0,0 0 0 0 0,1 0 0 0 0,-1-1 0 0 0,0 1 0 0 0,0 0 0 0 0,1 0 0 0 0,-1 0 0 0 0,0 1-1 0 0,0-1 1 0 0,1 0 0 0 0,-1 0 0 0 0,0 0 0 0 0,0 0 0 0 0,1 0 0 0 0,-1 0 0 0 0,0 0 0 0 0,0 0 0 0 0,0 0 0 0 0,1 1 0 0 0,-1-1 0 0 0,0 0 0 0 0,8 8 3 0 0,-7-7-2 0 0,50 57 3 0 0,-35-38-2 0 0,1-2 0 0 0,25 22 0 0 0,-35-34-1 0 0,0-1-1 0 0,0 0 0 0 0,1 0 0 0 0,0 0 1 0 0,0-1-1 0 0,0-1 0 0 0,0 1 0 0 0,1-1 1 0 0,0-1-1 0 0,11 3 0 0 0,-12-4 0 0 0,1 0 0 0 0,-1-1 0 0 0,1 1 0 0 0,-1-1 0 0 0,1-1 0 0 0,0 0 0 0 0,-1 0 0 0 0,0-1 0 0 0,1 0 0 0 0,-1 0 0 0 0,0-1 0 0 0,0 0 0 0 0,0 0 0 0 0,0-1 0 0 0,-1 0 0 0 0,1-1 0 0 0,-1 1 0 0 0,0-1 0 0 0,-1-1 0 0 0,1 1 0 0 0,-1-1 0 0 0,0 0 0 0 0,0-1 0 0 0,5-7 0 0 0,28-53 0 0 0,-17 27 0 0 0,-12 14 0 0 0,-5 13 0 0 0,-5 13 0 0 0,0 0 0 0 0,0 0 0 0 0,0 0 0 0 0,0 0 0 0 0,0 0 0 0 0,0 0 0 0 0,0 0 0 0 0,0 0 0 0 0,0 0 0 0 0,0 0 0 0 0,0 0 0 0 0,0 0 0 0 0,1 0 0 0 0,-1 0 0 0 0,0 1 0 0 0,0-1 0 0 0,0 0 0 0 0,0 0 0 0 0,0 0 0 0 0,0 0 0 0 0,0 0 0 0 0,0 0 0 0 0,0 0 0 0 0,0 0 0 0 0,0 0 0 0 0,0 0 0 0 0,0 0 0 0 0,1 0 0 0 0,-1 0 0 0 0,0-1 0 0 0,0 1 0 0 0,0 0 0 0 0,0 0 0 0 0,0 0 0 0 0,0 0 0 0 0,0 0 0 0 0,0 0 0 0 0,0 0 0 0 0,0 0 0 0 0,0 0 0 0 0,0 0 0 0 0,0 0 0 0 0,0 0 0 0 0,0 0 0 0 0,0 0 0 0 0,0 0 0 0 0,0 0 0 0 0,1 0 0 0 0,-1 0 0 0 0,0 0 0 0 0,0 0 0 0 0,0-1 0 0 0,0 1 0 0 0,0 0 0 0 0,0 0 0 0 0,0 0 0 0 0,0 0 0 0 0,0 0 0 0 0,0 0 0 0 0,0 0 0 0 0,0 0 0 0 0,0 0 0 0 0,0 0 0 0 0,0 0 0 0 0,0 0 0 0 0,0 0 0 0 0,0-1 0 0 0,0 1 0 0 0,-1 0 0 0 0,3 8 0 0 0,-1 11 0 0 0,-2 54 0 0 0,2 82 0 0 0,3-121-7 0 0,1 0 1 0 0,2 0-1 0 0,18 54 0 0 0,-24-83-252 0 0,1 0 0 0 0,0-1 0 0 0,0 1-1 0 0,0 0 1 0 0,1-1 0 0 0,0 0 0 0 0,0 0 0 0 0,0 0-1 0 0,0 0 1 0 0,0 0 0 0 0,7 5 0 0 0,-9-8-804 0 0,9-3-3273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17 17503 0 0,'-10'-16'12616'0'0,"11"18"-11949"0"0,6 15-477 0 0,-1-1 1 0 0,-1 1-1 0 0,0 1 1 0 0,-2-1-1 0 0,0 1 1 0 0,1 21-1 0 0,13 86 37 0 0,-11-92-182 0 0,10 62-45 0 0,-13-85 820 0 0,0-2-3143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82 15663 0 0,'0'0'719'0'0,"-1"-2"-20"0"0,1-1-616 0 0,-1 0 0 0 0,1-1 0 0 0,0 1 0 0 0,0 0 1 0 0,0 0-1 0 0,1 0 0 0 0,0-6 0 0 0,0 7 278 0 0,-1 1-1 0 0,1-1 1 0 0,0 1-1 0 0,-1 0 1 0 0,1-1-1 0 0,0 1 0 0 0,0 0 1 0 0,0-1-1 0 0,0 1 1 0 0,0 0-1 0 0,0 0 1 0 0,0 0-1 0 0,0 0 0 0 0,0 0 1 0 0,1 0-1 0 0,-1 1 1 0 0,0-1-1 0 0,1 0 1 0 0,2-1-1 0 0,9-3 1739 0 0,-6 2-1678 0 0,1-1 1 0 0,0 2-1 0 0,0-1 1 0 0,1 1-1 0 0,-1 0 1 0 0,0 1-1 0 0,1 0 0 0 0,-1 0 1 0 0,13 1-1 0 0,62 3 81 0 0,-43-3-378 0 0,51 8 0 0 0,-55-2-108 0 0,0-1 34 0 0,41 12 0 0 0,-66-14-43 0 0,-1 0 0 0 0,0 1 1 0 0,0 0-1 0 0,0 1 0 0 0,0 0 0 0 0,-1 1 1 0 0,0 0-1 0 0,11 10 0 0 0,-18-15-6 0 0,-1 0-1 0 0,0 0 1 0 0,0 0-1 0 0,-1 0 1 0 0,1 0 0 0 0,0 0-1 0 0,0 0 1 0 0,0 0-1 0 0,-1 1 1 0 0,1-1 0 0 0,-1 0-1 0 0,1 0 1 0 0,-1 1-1 0 0,1-1 1 0 0,-1 0-1 0 0,0 1 1 0 0,1-1 0 0 0,-1 1-1 0 0,0-1 1 0 0,0 0-1 0 0,0 2 1 0 0,-1 0 2 0 0,1-1-1 0 0,-1 1 1 0 0,0-1-1 0 0,0 0 1 0 0,0 0 0 0 0,0 1-1 0 0,0-1 1 0 0,-1 0-1 0 0,1 0 1 0 0,0 0-1 0 0,-3 2 1 0 0,-3 3 11 0 0,0-1-1 0 0,0 1 1 0 0,0-1-1 0 0,-17 9 1 0 0,-67 30-198 0 0,-8 5-1253 0 0,89-44 799 0 0,0 1 0 0 0,0 0-1 0 0,0 0 1 0 0,1 1 0 0 0,0 0 0 0 0,-14 18 0 0 0,13-10-1391 0 0,2-1-334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2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47 10135 0 0,'1'0'778'0'0,"11"-16"1174"0"0,-6 1 9529 0 0,-6 15-11373 0 0,0-1-1 0 0,0 1 1 0 0,0 0 0 0 0,0-1 0 0 0,0 1 0 0 0,0-1-1 0 0,0 1 1 0 0,0 0 0 0 0,0-1 0 0 0,0 1-1 0 0,0 0 1 0 0,0-1 0 0 0,0 1 0 0 0,0-1 0 0 0,0 1-1 0 0,0 0 1 0 0,0-1 0 0 0,-1 1 0 0 0,1 0 0 0 0,0-1-1 0 0,0 1 1 0 0,0 0 0 0 0,-1 0 0 0 0,1-1-1 0 0,0 1 1 0 0,0 0 0 0 0,-1-1 0 0 0,1 1 0 0 0,0 0-1 0 0,-1 0 1 0 0,1 0 0 0 0,0-1 0 0 0,-1 1 0 0 0,1 0-1 0 0,0 0 1 0 0,-1 0 0 0 0,-12-4 1257 0 0,4 3-1155 0 0,0 2-1 0 0,0-1 0 0 0,1 1 1 0 0,-1 1-1 0 0,0-1 1 0 0,1 1-1 0 0,-1 1 1 0 0,1 0-1 0 0,0 0 1 0 0,-1 1-1 0 0,1 0 1 0 0,-9 5-1 0 0,6-1-211 0 0,0 0 0 0 0,0 0 0 0 0,0 1 1 0 0,1 0-1 0 0,0 1 0 0 0,1 0 0 0 0,-10 14 0 0 0,16-19-4 0 0,0 0 1 0 0,0 0-1 0 0,1 0 0 0 0,-1 0 0 0 0,1 0 1 0 0,0 0-1 0 0,1 1 0 0 0,-1-1 0 0 0,1 1 1 0 0,0 7-1 0 0,0-11-6 0 0,1-1 0 0 0,0 1-1 0 0,0 0 1 0 0,1 0 0 0 0,-1 0 0 0 0,0 0 0 0 0,0 0 0 0 0,1-1 0 0 0,-1 1-1 0 0,1 0 1 0 0,0 0 0 0 0,-1-1 0 0 0,1 1 0 0 0,0 0 0 0 0,0-1 0 0 0,0 1-1 0 0,0-1 1 0 0,0 1 0 0 0,1-1 0 0 0,-1 1 0 0 0,0-1 0 0 0,1 0 0 0 0,-1 0 0 0 0,1 0-1 0 0,-1 1 1 0 0,1-2 0 0 0,0 1 0 0 0,-1 0 0 0 0,1 0 0 0 0,0 0 0 0 0,0-1-1 0 0,-1 1 1 0 0,1-1 0 0 0,3 1 0 0 0,3 0-11 0 0,1 0 0 0 0,-1 0 0 0 0,1-1 0 0 0,0 0 0 0 0,-1-1 0 0 0,12-2 0 0 0,49-15-73 0 0,-56 13 146 0 0,1 1 0 0 0,-1 1 1 0 0,1 0-1 0 0,0 0 0 0 0,0 2 0 0 0,28-1 1 0 0,-38 3 6 0 0,0 0 1 0 0,1 0 0 0 0,-1 0-1 0 0,0 1 1 0 0,0 0 0 0 0,0-1-1 0 0,0 1 1 0 0,5 4 0 0 0,31 24 135 0 0,-33-25-216 0 0,114 96 80 0 0,-89-73-50 0 0,-27-24-114 0 0,-4-3-446 0 0,-1 0-191 0 0,3 5-36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20815 0 0,'-3'-5'1892'0'0,"0"1"833"0"0,22 19-550 0 0,-11-6-1937 0 0,-1 1-1 0 0,0 0 1 0 0,0 0 0 0 0,-2 1-1 0 0,1 0 1 0 0,-1 0-1 0 0,5 15 1 0 0,19 86-71 0 0,-25-93-94 0 0,5 27-68 0 0,-2 1 0 0 0,3 91 0 0 0,-10-137-514 0 0,-4 4-529 0 0,-5-10-4147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7 113 23327 0 0,'0'-1'1068'0'0,"-1"-1"-976"0"0,0 0 0 0 0,0 0 0 0 0,0 0 0 0 0,1-1 0 0 0,-1 1 1 0 0,1 0-1 0 0,-1 0 0 0 0,1-1 0 0 0,0 1 0 0 0,0 0 0 0 0,0 0 0 0 0,0-1 0 0 0,0 1 0 0 0,0 0 0 0 0,1 0 0 0 0,-1-1 0 0 0,1 1 0 0 0,0 0 1 0 0,-1 0-1 0 0,1 0 0 0 0,0 0 0 0 0,0 0 0 0 0,0 0 0 0 0,1 0 0 0 0,-1 0 0 0 0,0 0 0 0 0,1 1 0 0 0,-1-1 0 0 0,1 0 0 0 0,0 1 0 0 0,-1-1 0 0 0,1 1 1 0 0,0 0-1 0 0,0-1 0 0 0,3 0 0 0 0,4-3 255 0 0,0 0 0 0 0,0 1 1 0 0,0 0-1 0 0,1 0 0 0 0,0 1 1 0 0,0 1-1 0 0,15-3 0 0 0,73-2 33 0 0,-88 7-366 0 0,15-1 50 0 0,1 2 0 0 0,27 4 1 0 0,-40-3-63 0 0,1 0 0 0 0,-1 1 0 0 0,0 1 0 0 0,0 1 0 0 0,21 9 0 0 0,-31-12-4 0 0,0-1 1 0 0,0 1-1 0 0,0 1 1 0 0,0-1-1 0 0,0 0 0 0 0,-1 1 1 0 0,1-1-1 0 0,-1 1 0 0 0,1 0 1 0 0,-1 0-1 0 0,0 0 1 0 0,0 0-1 0 0,0 0 0 0 0,0 0 1 0 0,1 4-1 0 0,-2-2-1 0 0,1 0 1 0 0,-1 0-1 0 0,0 1 1 0 0,-1-1-1 0 0,1 0 0 0 0,-1 0 1 0 0,0 1-1 0 0,0-1 1 0 0,-2 8-1 0 0,0 0 0 0 0,-1-1 0 0 0,-1 0 0 0 0,0 0 0 0 0,-1 0-1 0 0,0-1 1 0 0,-1 1 0 0 0,0-1 0 0 0,-8 10 0 0 0,-7 6-293 0 0,-1-2 1 0 0,-1 0-1 0 0,-43 34 0 0 0,24-27-4616 0 0,30-21-4225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2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21743 0 0,'0'0'1965'0'0,"8"1"-1578"0"0,-6-1-430 0 0,71-2 3327 0 0,-33-4-1533 0 0,25-2-423 0 0,-58 8-1276 0 0,0 0 0 0 0,0 0 0 0 0,0 1-1 0 0,1-1 1 0 0,-1 2 0 0 0,10 2 0 0 0,-14-3 17 0 0,-2 0-57 0 0,0 0 0 0 0,0 0 0 0 0,0-1 0 0 0,0 1 0 0 0,0 0 0 0 0,0 0 0 0 0,0 0 0 0 0,-1 0 0 0 0,1 0 0 0 0,0 1 0 0 0,0-1 0 0 0,-1 0 0 0 0,1 0 0 0 0,-1 0 0 0 0,1 1 0 0 0,-1-1 0 0 0,0 0 0 0 0,1 0 0 0 0,-1 1 0 0 0,0-1 0 0 0,0 0 0 0 0,0 1 0 0 0,0-1 0 0 0,0 0 0 0 0,0 1 0 0 0,0-1 0 0 0,0 0 0 0 0,-1 1 0 0 0,1-1 0 0 0,-1 2 0 0 0,0 0 0 0 0,-3 8 69 0 0,-1 0 0 0 0,1 0 0 0 0,-2-1 0 0 0,0 0 0 0 0,0 0 0 0 0,-10 11 0 0 0,0 2 112 0 0,-8 11 65 0 0,17-25-234 0 0,-1 1-1 0 0,1 0 1 0 0,1 0-1 0 0,0 1 1 0 0,0-1-1 0 0,1 1 1 0 0,-7 22 0 0 0,12-32-16 0 0,0 0 1 0 0,1 0-1 0 0,-1 0 1 0 0,0 0-1 0 0,0 0 0 0 0,0 0 1 0 0,1 0-1 0 0,-1 0 1 0 0,0 0-1 0 0,1 0 1 0 0,-1 0-1 0 0,1 0 1 0 0,-1 0-1 0 0,1-1 1 0 0,-1 1-1 0 0,1 0 0 0 0,0 0 1 0 0,-1-1-1 0 0,1 1 1 0 0,0 0-1 0 0,0-1 1 0 0,-1 1-1 0 0,2 0 1 0 0,19 10 21 0 0,-16-9-35 0 0,1 0 0 0 0,-1-1 0 0 0,1 0 0 0 0,0 0 0 0 0,0-1 0 0 0,0 1 0 0 0,-1-1 1 0 0,12-1-1 0 0,47-10-324 0 0,-58 9 247 0 0,24-5-663 0 0,36-14-1 0 0,-35 9-2227 0 0,0-2-3600 0 0,0 0-2551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11975 0 0,'2'-1'12517'0'0,"19"-12"-6597"0"0,-18 10-5712 0 0,0 0 0 0 0,1 1 1 0 0,0-1-1 0 0,0 1 0 0 0,0 0 1 0 0,0 0-1 0 0,0 0 1 0 0,6-1-1 0 0,9-1-120 0 0,1 2 0 0 0,0 0 0 0 0,29 0 0 0 0,-19 2-648 0 0,-18-1 708 0 0,0 1 1 0 0,20 2-1 0 0,-28-1-665 0 0,-1 0-1 0 0,1 0 1 0 0,-1 0-1 0 0,1 0 1 0 0,3 2-1 0 0,-5-2-355 0 0,0 0-1 0 0,0 1 0 0 0,0-1 1 0 0,0 1-1 0 0,0-1 0 0 0,0 1 1 0 0,0 0-1 0 0,2 3 0 0 0,4 9-8411 0 0</inkml:trace>
  <inkml:trace contextRef="#ctx0" brushRef="#br0" timeOffset="1">7 265 2303 0 0,'1'-1'5215'0'0,"11"-6"3892"0"0,1-1-3341 0 0,31-13-846 0 0,-42 20-4911 0 0,39-15-205 0 0,0 1 0 0 0,1 3-1 0 0,59-10 1 0 0,-59 13-1644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3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23839 0 0,'0'0'2165'0'0,"-6"5"-1606"0"0,-4 8 599 0 0,1 0-1 0 0,-8 15 1 0 0,9-15-736 0 0,-2 5-223 0 0,1 0 0 0 0,0 0 0 0 0,2 0 0 0 0,0 1 0 0 0,1 0 0 0 0,1 1 0 0 0,1-1 0 0 0,-3 40 1 0 0,6-45-193 0 0,0 0 1 0 0,2 1 0 0 0,0-1 0 0 0,0 0 0 0 0,1 0-1 0 0,1 1 1 0 0,1-2 0 0 0,0 1 0 0 0,0 0 0 0 0,1-1 0 0 0,1 0-1 0 0,1 0 1 0 0,8 15 0 0 0,-10-23-15 0 0,-1 1 0 0 0,1 0 0 0 0,0-1 0 0 0,0 0 0 0 0,1 0 0 0 0,-1 0 0 0 0,1-1 0 0 0,0 0 0 0 0,0 0 0 0 0,1-1 0 0 0,10 5 0 0 0,-8-4-16 0 0,1-1 0 0 0,0-1 0 0 0,1 1 0 0 0,-1-2 0 0 0,0 1 0 0 0,1-2 0 0 0,14 1 0 0 0,-6-3-7 0 0,-1 0 0 0 0,0-1 1 0 0,0 0-1 0 0,0-2 0 0 0,-1 0 0 0 0,0-1 1 0 0,0-1-1 0 0,31-17 0 0 0,-38 18 20 0 0,0-1 0 0 0,0 0 0 0 0,0-1 0 0 0,-1 0 0 0 0,0-1-1 0 0,8-10 1 0 0,-14 16 6 0 0,0 0 0 0 0,-1-1 1 0 0,1 1-1 0 0,-1-1 0 0 0,0 1 0 0 0,0-1 0 0 0,0 0 0 0 0,-1 1 0 0 0,1-1 0 0 0,-1 0 0 0 0,0 0 0 0 0,0 0 0 0 0,0-1 0 0 0,-1 1 0 0 0,1 0 0 0 0,-1 0 0 0 0,0 0 0 0 0,0 0 1 0 0,-1 0-1 0 0,1-1 0 0 0,-3-5 0 0 0,2 7 3 0 0,0 0 0 0 0,-1 0 0 0 0,1 0 0 0 0,-1 1 1 0 0,0-1-1 0 0,1 0 0 0 0,-2 1 0 0 0,1-1 0 0 0,0 1 0 0 0,0 0 1 0 0,-1 0-1 0 0,-4-4 0 0 0,2 3 1 0 0,-1 0-1 0 0,1 0 1 0 0,0 1-1 0 0,-1 0 1 0 0,0 0 0 0 0,-9-2-1 0 0,3 2 2 0 0,-1 0-1 0 0,1 1 0 0 0,-1 0 1 0 0,1 1-1 0 0,-1 1 1 0 0,-12 2-1 0 0,7 0-253 0 0,1 1 1 0 0,0 0-1 0 0,0 1 0 0 0,0 1 1 0 0,-24 13-1 0 0,33-15 100 0 0,1 0-1 0 0,0 0 1 0 0,0 1-1 0 0,0 0 1 0 0,1 0-1 0 0,0 1 1 0 0,0 0 0 0 0,0 0-1 0 0,0 0 1 0 0,1 1-1 0 0,0-1 1 0 0,1 1 0 0 0,-8 15-1 0 0,11-19-274 0 0,0 0 0 0 0,0 1 1 0 0,0-1-1 0 0,0 0 0 0 0,1 1 0 0 0,-1-1 0 0 0,1 6 0 0 0,2 6-1469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101 593 23039 0 0,'0'0'2401'0'0,"-8"-5"493"0"0,6 2-2715 0 0,0-1 1 0 0,0 0 0 0 0,0 1-1 0 0,0-1 1 0 0,0 0 0 0 0,1 0-1 0 0,-1 0 1 0 0,1 0 0 0 0,-1-9-1 0 0,0-3 830 0 0,1-22-1 0 0,-1-1-388 0 0,-4-4-620 0 0,-18-66 0 0 0,-3-10 0 0 0,15 55 0 0 0,12 64 0 0 0,0 0 0 0 0,0 1 0 0 0,0-1 0 0 0,0 0 0 0 0,0 0 0 0 0,0 0 0 0 0,0 0 0 0 0,1 0 0 0 0,-1 0 0 0 0,0 0 0 0 0,0 0 0 0 0,0 0 0 0 0,0 0 0 0 0,0 0 0 0 0,0 1 0 0 0,1-1 0 0 0,-1 0 0 0 0,0 0 0 0 0,0 0 0 0 0,0 0 0 0 0,0 0 0 0 0,0 0 0 0 0,0 0 0 0 0,1 0 0 0 0,-1 0 0 0 0,0 0 0 0 0,0 0 0 0 0,0 0 0 0 0,0 0 0 0 0,0-1 0 0 0,0 1 0 0 0,1 0 0 0 0,-1 0 0 0 0,0 0 0 0 0,0 0 0 0 0,0 0 0 0 0,0 0 0 0 0,0 0 0 0 0,0 0 0 0 0,0 0 0 0 0,0 0 0 0 0,1 0 0 0 0,-1 0 0 0 0,0-1 0 0 0,0 1 0 0 0,0 0 0 0 0,0 0 0 0 0,0 0 0 0 0,0 0 0 0 0,0 0 0 0 0,0 0 0 0 0,0-1 0 0 0,0 1 0 0 0,0 0 0 0 0,0 0 0 0 0,0 0 0 0 0,0 0 0 0 0,0 0 0 0 0,0 0 0 0 0,0-1 0 0 0,0 1 0 0 0,0 0 0 0 0,0 0 0 0 0,10 8 0 0 0,-9-8 0 0 0,28 23 0 0 0,60 32 0 0 0,-52-32 0 0 0,-27-17-4 0 0,-1-1 0 0 0,1 0 0 0 0,1-1-1 0 0,-1 0 1 0 0,1 0 0 0 0,-1-1 0 0 0,1 0 0 0 0,12 1 0 0 0,-16-4 0 0 0,-1 1 1 0 0,1-1-1 0 0,0 0 0 0 0,-1-1 1 0 0,1 0-1 0 0,0 0 1 0 0,-1 0-1 0 0,1-1 1 0 0,-1 0-1 0 0,0 0 1 0 0,0-1-1 0 0,1 1 0 0 0,-2-1 1 0 0,11-7-1 0 0,-8 5-10 0 0,-1 0 0 0 0,1 0 1 0 0,-1-1-1 0 0,-1 0 0 0 0,1-1 0 0 0,-1 1 0 0 0,0-1 0 0 0,-1 0 0 0 0,1-1 0 0 0,-2 1 0 0 0,1-1 0 0 0,4-11 0 0 0,-5 8 20 0 0,0-1 0 0 0,0 1 0 0 0,-2-1 0 0 0,1 0 0 0 0,-2 0 0 0 0,0 0-1 0 0,0-1 1 0 0,-1-14 0 0 0,0 25 4 0 0,-4-7 55 0 0,3 8 55 0 0,-5 121-96 0 0,6-104-30 0 0,5 145-495 0 0,-2-142 389 0 0,-1-1-1 0 0,2 1 0 0 0,1-1 0 0 0,0 0 1 0 0,1 0-1 0 0,12 25 0 0 0,-16-39-199 0 0,0 0-1 0 0,1 0 1 0 0,-1 0-1 0 0,1-1 1 0 0,-1 1-1 0 0,1-1 1 0 0,0 1-1 0 0,0-1 1 0 0,1 0-1 0 0,-1 0 1 0 0,0-1-1 0 0,1 1 1 0 0,4 2-1 0 0,2-2-1864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109 270 20735 0 0,'1'-5'8807'0'0,"2"13"-5625"0"0,16 56-3192 0 0,20 134 101 0 0,-17-82-593 0 0,-22-115 277 0 0,-8-34-6505 0 0,5 16 341 0 0,1-4-1795 0 0</inkml:trace>
  <inkml:trace contextRef="#ctx0" brushRef="#br0" timeOffset="1">49 119 12439 0 0,'-16'-23'890'0'0,"10"16"106"0"0,1 0 0 0 0,0-1 1 0 0,-5-9-1 0 0,9 14 281 0 0,0 0-1 0 0,0 0 1 0 0,0 0 0 0 0,0 0-1 0 0,1 0 1 0 0,-1 0-1 0 0,0-5 1 0 0,2 6-1057 0 0,0 1-1 0 0,0 0 1 0 0,0-1-1 0 0,0 1 1 0 0,0 0-1 0 0,0 0 1 0 0,0-1-1 0 0,0 1 1 0 0,0 0-1 0 0,0 0 1 0 0,1 0-1 0 0,-1 1 1 0 0,0-1-1 0 0,1 0 1 0 0,-1 0-1 0 0,3 0 1 0 0,0-1-117 0 0,1 1 0 0 0,-1-1 0 0 0,1 1 0 0 0,0 0 0 0 0,-1 1 0 0 0,1-1 0 0 0,0 1 0 0 0,5 0 0 0 0,42 5 44 0 0,-30-2-89 0 0,19 4-127 0 0,0 1 0 0 0,0 3 0 0 0,-1 1 0 0 0,48 21 0 0 0,-65-23 160 0 0,-2 0 1 0 0,29 18-1 0 0,-43-24-78 0 0,0 1 0 0 0,0 0 0 0 0,-1 0 0 0 0,0 1 0 0 0,1 0 0 0 0,-2 0 0 0 0,1 0 0 0 0,-1 1 0 0 0,0 0 0 0 0,5 9 0 0 0,-9-13-13 0 0,0 0 0 0 0,0-1 0 0 0,0 1-1 0 0,0 0 1 0 0,-1-1 0 0 0,1 1 0 0 0,-1 0 0 0 0,1 0 0 0 0,-1 0-1 0 0,0-1 1 0 0,0 1 0 0 0,-1 0 0 0 0,1 0 0 0 0,-1-1 0 0 0,1 1 0 0 0,-1 0-1 0 0,0 0 1 0 0,0-1 0 0 0,0 1 0 0 0,0-1 0 0 0,0 1 0 0 0,-1-1 0 0 0,1 1-1 0 0,-1-1 1 0 0,1 0 0 0 0,-1 0 0 0 0,0 0 0 0 0,0 0 0 0 0,0 0-1 0 0,-4 3 1 0 0,-5 3 10 0 0,0-1 0 0 0,0 0-1 0 0,0-1 1 0 0,0 0 0 0 0,-16 5-1 0 0,-120 36-397 0 0,115-38 27 0 0,21-7-67 0 0,1 2 1 0 0,0 0-1 0 0,0 0 1 0 0,0 0-1 0 0,1 1 0 0 0,0 1 1 0 0,0 0-1 0 0,0 0 1 0 0,-13 12-1 0 0,21-17 67 0 0,0 1 0 0 0,0-1 0 0 0,0 0 0 0 0,0 0-1 0 0,1 1 1 0 0,-1-1 0 0 0,0 0 0 0 0,1 1 0 0 0,-1-1 0 0 0,1 0 0 0 0,-1 1 0 0 0,1 1-1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87 5527 0 0,'1'-1'183'0'0,"57"-36"-492"0"0,-35 19 2524 0 0,5-12 19863 0 0,-37 30-21768 0 0,-1 1 1 0 0,1 1-1 0 0,0-1 0 0 0,0 2 1 0 0,0-1-1 0 0,0 1 1 0 0,0 0-1 0 0,-11 7 0 0 0,-1 1-306 0 0,1 1-1 0 0,-21 16 1 0 0,32-21 6 0 0,-1 1-1 0 0,1 1 1 0 0,0 0 0 0 0,1 0 0 0 0,-12 17 0 0 0,17-22-11 0 0,0 1-1 0 0,0-1 1 0 0,0 1 0 0 0,1 0 0 0 0,0 0-1 0 0,0-1 1 0 0,1 2 0 0 0,-1-1-1 0 0,1 0 1 0 0,0 0 0 0 0,0 0-1 0 0,1 0 1 0 0,-1 1 0 0 0,1-1 0 0 0,1 10-1 0 0,0-13-14 0 0,-1 0 0 0 0,1 0 0 0 0,0 0 0 0 0,0 1 0 0 0,0-1 0 0 0,0 0 0 0 0,0-1 0 0 0,0 1 0 0 0,1 0-1 0 0,-1 0 1 0 0,0 0 0 0 0,1-1 0 0 0,0 1 0 0 0,-1-1 0 0 0,1 1 0 0 0,0-1 0 0 0,0 0 0 0 0,0 0 0 0 0,0 1 0 0 0,0-1 0 0 0,0-1-1 0 0,0 1 1 0 0,0 0 0 0 0,0 0 0 0 0,0-1 0 0 0,1 1 0 0 0,-1-1 0 0 0,0 0 0 0 0,0 0 0 0 0,4 0 0 0 0,4 0-49 0 0,0 0 0 0 0,0-1 0 0 0,0 0 0 0 0,1-1 0 0 0,12-4 0 0 0,10-5-7 0 0,-1-2-1 0 0,0-1 0 0 0,59-37 1 0 0,-84 47 146 0 0,-5 2 4 0 0,1 0 0 0 0,-1 1 1 0 0,1-1-1 0 0,0 1 0 0 0,0-1 1 0 0,0 1-1 0 0,0 0 0 0 0,0 0 1 0 0,6-1-1 0 0,-8 3-52 0 0,0-1 1 0 0,1 0-1 0 0,-1 1 1 0 0,0-1-1 0 0,0 1 0 0 0,1-1 1 0 0,-1 1-1 0 0,0 0 0 0 0,0-1 1 0 0,0 1-1 0 0,0 0 1 0 0,0 0-1 0 0,0 0 0 0 0,0 0 1 0 0,0 0-1 0 0,0 0 1 0 0,0 0-1 0 0,1 2 0 0 0,13 23-23 0 0,-14-22 36 0 0,11 18-35 0 0,0-1-1 0 0,25 34 1 0 0,-28-44-4 0 0,1 0 0 0 0,0 0-1 0 0,1-1 1 0 0,0 0-1 0 0,22 14 1 0 0,-8-4-2908 0 0,-2 3-4560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71 21655 0 0,'-14'-14'2068'0'0,"11"9"-1418"0"0,-1 1-1 0 0,0 0 1 0 0,0 0 0 0 0,-1 1-1 0 0,1-1 1 0 0,-1 1-1 0 0,1 0 1 0 0,-11-4 0 0 0,4 2-450 0 0,-1 2 1 0 0,0-1 0 0 0,-1 2 0 0 0,1 0-1 0 0,-1 0 1 0 0,1 1 0 0 0,-1 1 0 0 0,1 0 0 0 0,-1 0-1 0 0,1 2 1 0 0,-1-1 0 0 0,-13 5 0 0 0,3 0-184 0 0,1 1 0 0 0,0 1 0 0 0,0 1 0 0 0,1 1 0 0 0,-31 19 0 0 0,46-26 3 0 0,4-2-18 0 0,0 0 0 0 0,1-1 0 0 0,-1 1 0 0 0,1 0 0 0 0,0 0 0 0 0,-1 1 1 0 0,1-1-1 0 0,0 0 0 0 0,-1 0 0 0 0,1 1 0 0 0,0-1 0 0 0,0 0 0 0 0,0 1 0 0 0,0-1 0 0 0,-1 4 0 0 0,2-5-2 0 0,-1 0 0 0 0,1 1 0 0 0,-1-1 0 0 0,1 0 0 0 0,0 1 0 0 0,-1-1 0 0 0,1 1 0 0 0,0-1 0 0 0,0 1 0 0 0,-1-1 0 0 0,1 1 0 0 0,0-1 0 0 0,0 1 0 0 0,0-1 0 0 0,0 1 0 0 0,-1-1 0 0 0,1 1 0 0 0,0-1 0 0 0,0 1 0 0 0,0-1 0 0 0,0 1 0 0 0,0 0 0 0 0,0-1 0 0 0,1 1 0 0 0,-1-1 0 0 0,0 1 0 0 0,0-1 0 0 0,0 1 0 0 0,0-1 0 0 0,1 1 0 0 0,-1-1 0 0 0,1 1 0 0 0,-1 0 0 0 0,2 3 0 0 0,0-1 0 0 0,0 1 0 0 0,0-1 0 0 0,0 0 0 0 0,1 0 0 0 0,-1 0 0 0 0,1 0 0 0 0,0 0 0 0 0,0-1 0 0 0,0 1 0 0 0,0-1 0 0 0,0 1 0 0 0,0-1 0 0 0,1 0 0 0 0,-1-1 0 0 0,5 3 0 0 0,7 2 0 0 0,0-1 0 0 0,24 6 0 0 0,56 7 33 0 0,-59-13-23 0 0,-2 2 1 0 0,44 14-1 0 0,-69-18-1 0 0,0 0 0 0 0,0 1 0 0 0,0 1 1 0 0,0-1-1 0 0,-1 2 0 0 0,13 9 0 0 0,-20-14-9 0 0,1 0 0 0 0,-1 0 0 0 0,0 0 0 0 0,0 0 0 0 0,0 0 0 0 0,0 0 0 0 0,-1 0 0 0 0,1 0 0 0 0,0 0 0 0 0,0 1 0 0 0,-1-1 0 0 0,1 0 0 0 0,-1 1 0 0 0,1-1 0 0 0,-1 0 0 0 0,1 1 0 0 0,-1-1 0 0 0,0 1 0 0 0,0-1 0 0 0,0 0 0 0 0,1 1 0 0 0,-2-1 0 0 0,1 1 0 0 0,0-1 0 0 0,0 1 0 0 0,-1 1 0 0 0,0 0 0 0 0,0 0 0 0 0,-1-1 0 0 0,1 1 0 0 0,-1-1 0 0 0,1 0 0 0 0,-1 1 0 0 0,0-1 0 0 0,-3 3 0 0 0,4-5 0 0 0,-8 8 0 0 0,0 0-1 0 0,0-1 1 0 0,0 0-1 0 0,-1-1 1 0 0,0 0-1 0 0,-1-1 1 0 0,1 0 0 0 0,-19 5-1 0 0,-8 1 19 0 0,-48 7 0 0 0,58-13 14 0 0,-118 13-1272 0 0,116-21-2757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10591 0 0,'1'0'9137'0'0,"2"-9"-1625"0"0,0 5-7313 0 0,0 0-1 0 0,1 1 1 0 0,-1-1-1 0 0,1 1 1 0 0,0 0-1 0 0,0 0 1 0 0,0 0-1 0 0,0 1 1 0 0,0 0-1 0 0,0-1 1 0 0,1 1-1 0 0,-1 1 1 0 0,1-1-1 0 0,-1 1 1 0 0,1-1-1 0 0,6 0 1 0 0,12-2 872 0 0,47-1 1 0 0,-65 4-1063 0 0,9 1-9 0 0,1-1 0 0 0,-1 2 0 0 0,0 0 0 0 0,0 1 0 0 0,0 0 0 0 0,21 6 0 0 0,-28-4 0 0 0,-3 3 0 0 0,-4 2 0 0 0,0-9 0 0 0,0 1 0 0 0,0-1 0 0 0,0 1 0 0 0,0-1 0 0 0,0 1 0 0 0,0 0 0 0 0,0-1 0 0 0,-1 1 0 0 0,1-1 0 0 0,0 1 0 0 0,0-1 0 0 0,0 1 0 0 0,-1-1 0 0 0,1 1 0 0 0,0-1 0 0 0,0 1 0 0 0,-1-1 0 0 0,1 1 0 0 0,-1-1 0 0 0,1 1 0 0 0,0-1 0 0 0,-1 0 0 0 0,1 1 0 0 0,-1-1 0 0 0,1 0 0 0 0,-1 1 0 0 0,0-1 0 0 0,0 1 0 0 0,-3 4 0 0 0,3-4 0 0 0,-1 1 0 0 0,0 0 0 0 0,0 0 0 0 0,0-1 0 0 0,0 1 0 0 0,0-1 0 0 0,0 0 0 0 0,0 1 0 0 0,-3 0 0 0 0,-2 1 0 0 0,-1 1 0 0 0,0 1 0 0 0,1 0 0 0 0,-1 1 0 0 0,1 0 0 0 0,0 0 0 0 0,0 1 0 0 0,0-1 0 0 0,-10 16 0 0 0,-9 8 0 0 0,17-21 0 0 0,6-7 0 0 0,0 0 0 0 0,1 0 0 0 0,-1 1 0 0 0,1-1 0 0 0,-1 1 0 0 0,1 0 0 0 0,0-1 0 0 0,-2 5 0 0 0,3-6 0 0 0,-1 2 0 0 0,0-1 0 0 0,0 1 0 0 0,1 0 0 0 0,-1 0 0 0 0,0 0 0 0 0,1 0 0 0 0,0 0 0 0 0,-2 5 0 0 0,1 2 0 0 0,2-10 0 0 0,0 0 0 0 0,0 1 0 0 0,0-1 0 0 0,0 0 0 0 0,0 1 0 0 0,0-1 0 0 0,0 1 0 0 0,0-1 0 0 0,0 0 0 0 0,0 1 0 0 0,0-1 0 0 0,0 0 0 0 0,0 1 0 0 0,0-1 0 0 0,0 1 0 0 0,0-1 0 0 0,1 0 0 0 0,-1 1 0 0 0,0-1 0 0 0,0 0 0 0 0,0 1 0 0 0,0-1 0 0 0,1 0 0 0 0,-1 0 0 0 0,0 1 0 0 0,0-1 0 0 0,1 0 0 0 0,-1 0 0 0 0,0 1 0 0 0,1-1 0 0 0,-1 0 0 0 0,0 0 0 0 0,1 1 0 0 0,-1-1 0 0 0,0 0 0 0 0,1 0 0 0 0,-1 0 0 0 0,0 0 0 0 0,1 0 0 0 0,-1 0 0 0 0,0 0 0 0 0,1 0 0 0 0,-1 0 0 0 0,1 0 0 0 0,-1 0 0 0 0,1 0 0 0 0,-1 0 0 0 0,5 2 0 0 0,19 3 0 0 0,-6-4 0 0 0,0 0 0 0 0,29-2 0 0 0,-7 0 0 0 0,7-2-313 0 0,91-16 0 0 0,-132 18 280 0 0,1-1-1088 0 0,0 1 0 0 0,0-2 0 0 0,7-2 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9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12895 0 0,'0'0'1172'0'0,"11"-15"8803"0"0,-7 11-9631 0 0,0 1 0 0 0,0 0 0 0 0,1 0 0 0 0,-1 1 0 0 0,1-1 0 0 0,0 1 0 0 0,0 0 1 0 0,0 0-1 0 0,0 1 0 0 0,0-1 0 0 0,9 0 0 0 0,9-1 1258 0 0,31-1 0 0 0,-38 4-1450 0 0,25-3-850 0 0,36 1-3616 0 0,-68 2 3412 0 0,0 1 0 0 0,0 0-1 0 0,1 1 1 0 0,-2 0 0 0 0,1 0-1 0 0,13 6 1 0 0,-11-2-7810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3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2759 0 0,'0'0'23488'0'0,"3"0"-22515"0"0,205-6 1529 0 0,-138 1-5441 0 0,0-2-4271 0 0,-33 3-1220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4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57 14743 0 0,'-2'-3'783'0'0,"-1"-1"-1"0"0,1 1 1 0 0,0-1 0 0 0,-1 1-1 0 0,1 0 1 0 0,-1 0-1 0 0,0 0 1 0 0,0 0-1 0 0,0 1 1 0 0,-1-1 0 0 0,1 1-1 0 0,-1 0 1 0 0,-6-3-1 0 0,4 2-147 0 0,0 1 0 0 0,-1 0 0 0 0,1 0 0 0 0,-1 1 0 0 0,1-1 0 0 0,-12 1 0 0 0,-5 1-251 0 0,-1 2 0 0 0,1 0-1 0 0,0 2 1 0 0,-23 6 0 0 0,22-4-244 0 0,4-1-55 0 0,-36 15-1 0 0,12-3-17 0 0,39-15-67 0 0,3-2 0 0 0,-1 1 0 0 0,1-1 0 0 0,0 1 0 0 0,0 0 0 0 0,0 0 0 0 0,0 0 0 0 0,0 0 0 0 0,0 0 0 0 0,0 1 0 0 0,0-1 0 0 0,0 1 0 0 0,0-1 0 0 0,1 1 0 0 0,-1 0 0 0 0,1-1 0 0 0,-1 1 0 0 0,1 0 0 0 0,-1 0 0 0 0,1 0 0 0 0,0 0 0 0 0,0 0 0 0 0,-1 3 0 0 0,2-4 1 0 0,-1 1-1 0 0,1-1 1 0 0,0 1-1 0 0,-1-1 1 0 0,1 0 0 0 0,0 1-1 0 0,0-1 1 0 0,0 1 0 0 0,0-1-1 0 0,0 0 1 0 0,0 1-1 0 0,0-1 1 0 0,1 1 0 0 0,-1-1-1 0 0,0 0 1 0 0,1 1-1 0 0,0 1 1 0 0,1 0-5 0 0,-1-1 1 0 0,1 1-1 0 0,0-1 0 0 0,0 1 0 0 0,0-1 0 0 0,0 0 1 0 0,5 4-1 0 0,1 0-7 0 0,0-1 1 0 0,1 0-1 0 0,0 0 1 0 0,10 4-1 0 0,152 47-18 0 0,-110-38 11 0 0,69 29 1 0 0,-114-38 19 0 0,-1 0 0 0 0,0 1-1 0 0,0 0 1 0 0,-1 1 0 0 0,22 22 0 0 0,-32-29 0 0 0,9 9 66 0 0,-13-8-73 0 0,0-2 9 0 0,0 0-4 0 0,0-1 0 0 0,0 0 0 0 0,0 1 0 0 0,0-1 0 0 0,0 0 0 0 0,0 1 0 0 0,-1-1 0 0 0,1 0 0 0 0,-1 0 0 0 0,0 1 0 0 0,0-1 0 0 0,0 0 0 0 0,0 0 0 0 0,0 0 0 0 0,-2 3 0 0 0,1-2 0 0 0,-1 0 0 0 0,0 0 0 0 0,0 0 0 0 0,0 0 0 0 0,-1 0 0 0 0,1 0 0 0 0,-8 3 0 0 0,2-1 0 0 0,1-1 0 0 0,-2 0 0 0 0,1-1 0 0 0,0 0 0 0 0,-1-1 0 0 0,-16 3 0 0 0,-11-3 33 0 0,-43-2 1 0 0,26-1-97 0 0,3-2-323 0 0,47 3-90 0 0,-1-1-1 0 0,0 0 1 0 0,1 0-1 0 0,-1 0 1 0 0,0-1-1 0 0,1 0 0 0 0,0 0 1 0 0,-6-3-1 0 0</inkml:trace>
  <inkml:trace contextRef="#ctx0" brushRef="#br0" timeOffset="0.49">757 402 27471 0 0,'0'0'2939'0'0,"0"3"-2849"0"0,0 39 721 0 0,-1-8-85 0 0,6 58 0 0 0,0-57-725 0 0,1-1 1 0 0,13 39-1 0 0,-19-72-48 0 0,0 0 0 0 0,1 0 0 0 0,-1 0 0 0 0,0 0 0 0 0,0 0-1 0 0,1 0 1 0 0,-1 0 0 0 0,0 0 0 0 0,1 0 0 0 0,-1 0 0 0 0,1 0 0 0 0,0 0 0 0 0,-1-1 0 0 0,1 1 0 0 0,-1 0 0 0 0,1 0-1 0 0,0-1 1 0 0,0 1 0 0 0,-1 0 0 0 0,1-1 0 0 0,2 2 0 0 0,0-1-393 0 0,4 4-380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44 16583 0 0,'-33'1'1191'0'0,"-1"-2"0"0"0,-35-5-1 0 0,12-4 3010 0 0,42 3-2348 0 0,15 7-1784 0 0,0 0 0 0 0,0 0 0 0 0,0 0-1 0 0,0-1 1 0 0,0 1 0 0 0,0 0 0 0 0,0 0 0 0 0,0 0 0 0 0,0 0-1 0 0,1-1 1 0 0,-1 1 0 0 0,0 0 0 0 0,0 0 0 0 0,0 0 0 0 0,0 0 0 0 0,0-1-1 0 0,0 1 1 0 0,0 0 0 0 0,0 0 0 0 0,1 0 0 0 0,-1 0 0 0 0,0 0-1 0 0,0-1 1 0 0,0 1 0 0 0,0 0 0 0 0,0 0 0 0 0,1 0 0 0 0,-1 0-1 0 0,0 0 1 0 0,0 0 0 0 0,0 0 0 0 0,0 0 0 0 0,1 0 0 0 0,-1 0 0 0 0,0 0-1 0 0,0 0 1 0 0,0 0 0 0 0,1 0 0 0 0,-1 0 0 0 0,0 0 0 0 0,32-6 1846 0 0,300-3-482 0 0,-121 8-1083 0 0,693 0-330 0 0,-700 5-19 0 0,151 2 0 0 0,322 2 64 0 0,-558-7-1628 0 0,-125-2 528 0 0,5 1 806 0 0,0 0 0 0 0,0-1 0 0 0,0 1 0 0 0,0 0 0 0 0,0 0-1 0 0,0 0 1 0 0,0 0 0 0 0,0 0 0 0 0,0 0 0 0 0,0 0 0 0 0,1 0 0 0 0,-1 0 0 0 0,0 0-1 0 0,0 0 1 0 0,0 1 0 0 0,-2 0 0 0 0,-2 3-1578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6:59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81 107 14279 0 0,'0'0'1739'0'0,"-6"6"1354"0"0,4-2-2229 0 0,0 0 1 0 0,0-1-1 0 0,0 1 0 0 0,-3 8 0 0 0,-7 33-260 0 0,11-37-282 0 0,-17 111 1505 0 0,12-63-1373 0 0,-17 133 642 0 0,21-166-951 0 0,2-21-66 0 0,1-5-28 0 0,19-47-393 0 0,14-61 0 0 0,-1 4 196 0 0,-18 62 106 0 0,34-87-37 0 0,-42 116 73 0 0,1 1-1 0 0,1 0 1 0 0,0 1 0 0 0,0 0 0 0 0,1 0 0 0 0,15-14 0 0 0,-24 27 23 0 0,1-1 0 0 0,0 0 0 0 0,0 0 0 0 0,0 1 0 0 0,0-1 0 0 0,1 1 0 0 0,-1 0 0 0 0,0 0 0 0 0,1 0-1 0 0,-1 0 1 0 0,0 0 0 0 0,5-1 0 0 0,-6 2-10 0 0,-1 0 0 0 0,1 1 0 0 0,0-1 0 0 0,-1 0 0 0 0,1 0 0 0 0,-1 1 0 0 0,1-1 0 0 0,-1 1-1 0 0,1-1 1 0 0,-1 0 0 0 0,1 1 0 0 0,-1-1 0 0 0,1 1 0 0 0,-1-1 0 0 0,1 1 0 0 0,-1-1 0 0 0,0 1-1 0 0,1-1 1 0 0,-1 1 0 0 0,0 0 0 0 0,1 0 15 0 0,2 4 18 0 0,-1 0-1 0 0,0 0 1 0 0,1 0-1 0 0,-2 0 1 0 0,1 0-1 0 0,-1 0 1 0 0,2 7 0 0 0,2 40 198 0 0,-4-36-168 0 0,4 51 170 0 0,1 23-601 0 0,22 111 0 0 0,-28-196-221 0 0,2 5-70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44 136 13823 0 0,'-1'0'630'0'0,"-12"1"-2338"0"0,-17-6 13758 0 0,30 5-11845 0 0,19-4 2393 0 0,67-5-2397 0 0,69-10-769 0 0,-79 10-880 0 0,22-4-1703 0 0,-31 1 539 0 0,-16 4 130 0 0,67-21 1 0 0,-91 20 2018 0 0,1-1 1143 0 0,-10 5 5055 0 0,-22 5-5139 0 0,0 1 1 0 0,0-1 0 0 0,0 0-1 0 0,0 0 1 0 0,0-1 0 0 0,0 1-1 0 0,-5-2 1 0 0,-17-1 443 0 0,5 5-760 0 0,0 1 0 0 0,0 1 0 0 0,0 1 0 0 0,1 1 1 0 0,0 1-1 0 0,0 0 0 0 0,-24 14 0 0 0,38-19-280 0 0,4-1 0 0 0,1 0 0 0 0,-1 0 0 0 0,0 0 0 0 0,1 0 0 0 0,-1 0 0 0 0,0 0 0 0 0,1 0 0 0 0,-1 0 0 0 0,1 1 0 0 0,0-1 0 0 0,-1 0 0 0 0,-1 3 0 0 0,-1 2-16 0 0,3-5-61 0 0,15 15-254 0 0,-9-12 316 0 0,1 0 1 0 0,1 0-1 0 0,-1-1 0 0 0,0 0 0 0 0,1 0 0 0 0,0-1 1 0 0,0 1-1 0 0,0-2 0 0 0,8 3 0 0 0,12 0-57 0 0,29 0-1 0 0,-34-2 62 0 0,12-1 2 0 0,-23-1 2 0 0,1 0 0 0 0,0 1 0 0 0,0 1 0 0 0,-1 0 1 0 0,1 0-1 0 0,-1 1 0 0 0,13 5 0 0 0,-21-7 15 0 0,-1 0 0 0 0,1 0 0 0 0,-1 1 0 0 0,0-1 0 0 0,1 1 0 0 0,-1-1 0 0 0,0 1 0 0 0,0 0 0 0 0,0 0 0 0 0,0 0 0 0 0,0 0 0 0 0,0 0 0 0 0,2 4 0 0 0,-4-4-1 0 0,1-1 0 0 0,0 1 0 0 0,-1 0 0 0 0,0 0 0 0 0,1 0 0 0 0,-1 0-1 0 0,0-1 1 0 0,0 1 0 0 0,0 0 0 0 0,0 0 0 0 0,0 0 0 0 0,0 0 0 0 0,-1 0 0 0 0,1 0 0 0 0,0-1 0 0 0,-1 1 0 0 0,0 0-1 0 0,1 0 1 0 0,-1-1 0 0 0,0 1 0 0 0,-1 1 0 0 0,-2 4 56 0 0,0-1 0 0 0,0 0 0 0 0,-1-1 1 0 0,0 1-1 0 0,0-1 0 0 0,0 0 0 0 0,-1 0 0 0 0,1-1 0 0 0,-13 8 0 0 0,-4 1 87 0 0,-36 13-1 0 0,54-24-146 0 0,-11 4-353 0 0,0-1-1 0 0,0-1 0 0 0,-1 0 1 0 0,1-1-1 0 0,-1 0 0 0 0,-24 0 1 0 0,38-3-656 0 0,13-7-5605 0 0,3-4-707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34 2303 0 0,'14'-30'19868'0'0,"-20"29"-17882"0"0,-11-2-852 0 0,-15 7 802 0 0,-58 15 1 0 0,82-17-1750 0 0,0 0-191 0 0,0 1 0 0 0,0 0 0 0 0,1 0 0 0 0,0 1 0 0 0,-1 0 0 0 0,-11 9 0 0 0,11-6-16 0 0,5 1 20 0 0,4-6-2 0 0,0-1 0 0 0,-1 1 0 0 0,1 0 0 0 0,0-1 1 0 0,0 1-1 0 0,0 0 0 0 0,0-1 0 0 0,0 1 0 0 0,0-1 0 0 0,1 1 0 0 0,-1-1 0 0 0,0 0 0 0 0,1 0 1 0 0,-1 0-1 0 0,1 1 0 0 0,0-1 0 0 0,-1 0 0 0 0,4 1 0 0 0,2 1-7 0 0,0 1 0 0 0,0-2 0 0 0,10 4 0 0 0,93 14-55 0 0,-92-16 69 0 0,-1 0 30 0 0,0 0 1 0 0,0 1-1 0 0,0 1 0 0 0,-1 1 0 0 0,16 8 0 0 0,-30-14-32 0 0,0 0 1 0 0,0 0-1 0 0,0 0 1 0 0,-1 1-1 0 0,1-1 0 0 0,-1 0 1 0 0,1 1-1 0 0,-1-1 1 0 0,1 1-1 0 0,-1 0 0 0 0,0-1 1 0 0,0 1-1 0 0,0 0 1 0 0,0 0-1 0 0,0 0 0 0 0,0 0 1 0 0,-1 0-1 0 0,1 0 1 0 0,0 0-1 0 0,-1 0 1 0 0,1 2-1 0 0,-1-1-16 0 0,-1-1 0 0 0,1 0 0 0 0,-1 1 1 0 0,1-1-1 0 0,-1 1 0 0 0,0-1 0 0 0,1 0 0 0 0,-1 1 0 0 0,-1-1 1 0 0,1 0-1 0 0,0 0 0 0 0,0 0 0 0 0,-1 0 0 0 0,1 0 1 0 0,-1 0-1 0 0,0 0 0 0 0,-3 2 0 0 0,-5 5 46 0 0,0-1 0 0 0,-1-1 0 0 0,0 1-1 0 0,0-2 1 0 0,-1 1 0 0 0,0-2 0 0 0,-17 7 0 0 0,19-9-494 0 0,-1 0 1 0 0,0 0-1 0 0,0-1 1 0 0,0 0-1 0 0,0-1 1 0 0,0-1-1 0 0,0 1 1 0 0,0-2-1 0 0,-11-1 0 0 0,20 2-753 0 0,-2-8-2513 0 0,3-2 1063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7831 0 0,'4'-3'129'0'0,"0"0"0"0"0,0 0 0 0 0,0 0 0 0 0,7-4-1 0 0,3 0 10555 0 0,-12 9-10140 0 0,-1 0 0 0 0,1 0 0 0 0,-1 0 0 0 0,0 1 0 0 0,0-1 0 0 0,0 0 0 0 0,2 5 0 0 0,-3-6-161 0 0,3 7 46 0 0,-2 0-1 0 0,1 1 0 0 0,-1-1 0 0 0,-1 0 0 0 0,0 0 0 0 0,0 1 0 0 0,0-1 0 0 0,-1 0 1 0 0,-3 13-1 0 0,0 28 536 0 0,4-45-888 0 0,0 11 102 0 0,0 0 0 0 0,1-1 0 0 0,4 21 0 0 0,-4-32-183 0 0,-1 0 0 0 0,1 0 0 0 0,0 0 0 0 0,0 0 1 0 0,0-1-1 0 0,0 1 0 0 0,1 0 0 0 0,-1 0 0 0 0,1-1 0 0 0,0 1 0 0 0,-1-1 0 0 0,1 1 0 0 0,0-1 0 0 0,0 0 0 0 0,1 0 0 0 0,-1 0 0 0 0,0 0 0 0 0,1 0 0 0 0,0 0 1 0 0,-1-1-1 0 0,1 1 0 0 0,5 1 0 0 0,-6-2-34 0 0,0-1 1 0 0,1 0-1 0 0,-1 0 0 0 0,0 0 1 0 0,1 0-1 0 0,-1-1 1 0 0,0 1-1 0 0,0 0 0 0 0,1-1 1 0 0,-1 0-1 0 0,0 1 1 0 0,0-1-1 0 0,0 0 0 0 0,1 0 1 0 0,-1 0-1 0 0,0-1 1 0 0,-1 1-1 0 0,1 0 0 0 0,0-1 1 0 0,0 0-1 0 0,1-1 1 0 0,6-6-252 0 0,0 0 0 0 0,10-16 1 0 0,-18 25 282 0 0,6-12-100 0 0,0 0 1 0 0,-1 0-1 0 0,0 0 1 0 0,5-17-1 0 0,5-10 53 0 0,1 0 188 0 0,-6 13-84 0 0,15-26 1 0 0,-25 51 559 0 0,0 2-545 0 0,2 15 48 0 0,-1-1 0 0 0,0 0 0 0 0,0 27 0 0 0,-2-24-95 0 0,1 1 1 0 0,5 23-1 0 0,-4-28-162 0 0,1-2-191 0 0,6 21-1 0 0,-8-30-76 0 0,0 0 0 0 0,0-1 0 0 0,0 1-1 0 0,0-1 1 0 0,1 0 0 0 0,-1 1 0 0 0,1-1 0 0 0,0 0-1 0 0,0 0 1 0 0,-1 0 0 0 0,1 0 0 0 0,1 0 0 0 0,-1 0-1 0 0,2 1 1 0 0,4 0-1983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19607 0 0,'0'0'2248'0'0,"1"2"-1417"0"0,3 6-45 0 0,0 0-1 0 0,-1 1 1 0 0,0 0 0 0 0,0-1 0 0 0,-1 1-1 0 0,0 0 1 0 0,1 16 0 0 0,1 5-248 0 0,0-11-271 0 0,28 127 790 0 0,-31-140-1004 0 0,1-6 0 0 0,0-2-67 0 0,1 1 0 0 0,-1-1-1 0 0,0 0 1 0 0,0 0 0 0 0,0 0-1 0 0,0 0 1 0 0,0 0-1 0 0,0 0 1 0 0,0-1 0 0 0,-1 1-1 0 0,1-1 1 0 0,-1 1 0 0 0,0-1-1 0 0,0 1 1 0 0,1-4 0 0 0,3-6-50 0 0,16-29-146 0 0,-11 19 42 0 0,2 0 1 0 0,20-29 0 0 0,-26 42 124 0 0,1 1-1 0 0,0-1 1 0 0,0 1-1 0 0,0 1 1 0 0,1-1-1 0 0,13-8 1 0 0,-19 15-37 0 0,-1 2 76 0 0,0 0 0 0 0,1 1 0 0 0,-1-1 1 0 0,0 1-1 0 0,0-1 0 0 0,0 1 0 0 0,0-1 0 0 0,0 1 0 0 0,0 0 0 0 0,0 3 0 0 0,3 8 92 0 0,0 1-1 0 0,-2 0 0 0 0,0 0 1 0 0,1 19-1 0 0,-3-21-60 0 0,1 1 0 0 0,1-1 0 0 0,0 0 1 0 0,0 1-1 0 0,1-1 0 0 0,6 15 0 0 0,-5-20-27 0 0,1-3-12 0 0,3-6-47 0 0,-3-1 40 0 0,1-1 0 0 0,-1 0-1 0 0,-1 0 1 0 0,1 0-1 0 0,0-1 1 0 0,-1 1 0 0 0,0-1-1 0 0,6-9 1 0 0,25-47-5 0 0,-23 37 18 0 0,0 3-20 0 0,1 1-1 0 0,1 1 0 0 0,19-22 1 0 0,-33 41 12 0 0,1-1 3 0 0,0-1 1 0 0,0 1-1 0 0,0 0 1 0 0,0 0-1 0 0,0 0 1 0 0,0 0-1 0 0,0 0 1 0 0,0 1-1 0 0,1-1 1 0 0,-1 0-1 0 0,0 0 0 0 0,1 1 1 0 0,0-1-1 0 0,-1 1 8 0 0,1 1 0 0 0,-1 0 0 0 0,0 0 0 0 0,-1-1-1 0 0,1 1 1 0 0,0 0 0 0 0,0 0 0 0 0,0 0 0 0 0,0 0 0 0 0,-1 0-1 0 0,1 0 1 0 0,0 0 0 0 0,-1 0 0 0 0,1 1 0 0 0,-1-1-1 0 0,0 0 1 0 0,1 0 0 0 0,-1 0 0 0 0,0 1 0 0 0,1-1 0 0 0,-1 2-1 0 0,0 3 1 0 0,9 52-39 0 0,-8-42 3 0 0,1-1 0 0 0,1 1 0 0 0,7 23-1 0 0,-8-34 32 0 0,1 0-1 0 0,-1 1 0 0 0,1-1 1 0 0,0 0-1 0 0,0 0 0 0 0,0-1 1 0 0,1 1-1 0 0,0-1 0 0 0,0 0 1 0 0,0 0-1 0 0,0 0 0 0 0,0 0 1 0 0,9 5-1 0 0,-8-7-26 0 0,-1 0 0 0 0,0 0 0 0 0,1 0 0 0 0,0-1 0 0 0,-1 1 0 0 0,1-1 0 0 0,0-1 0 0 0,-1 1 0 0 0,1 0 0 0 0,0-1 0 0 0,0 0 0 0 0,5-1 0 0 0,0 0-43 0 0,0 0-1 0 0,-1-1 0 0 0,1 0 1 0 0,16-6-1 0 0,-15 3 44 0 0,0 0 0 0 0,-1-1 1 0 0,0 0-1 0 0,0 0 0 0 0,0-1 0 0 0,-1-1 1 0 0,0 1-1 0 0,0-2 0 0 0,-1 1 0 0 0,0-1 0 0 0,11-17 1 0 0,-11 15 29 0 0,-1 0 0 0 0,-1-1 1 0 0,0 0-1 0 0,0-1 1 0 0,-2 1-1 0 0,1-1 0 0 0,-2 0 1 0 0,1 0-1 0 0,-2 0 1 0 0,2-15-1 0 0,-5 10 242 0 0,0 16-94 0 0,0 2-23 0 0,0-1-115 0 0,-1 0 1 0 0,1 1-1 0 0,-1-1 0 0 0,1 1 0 0 0,-1 0 1 0 0,1-1-1 0 0,-1 1 0 0 0,0 0 0 0 0,1 0 1 0 0,-1 0-1 0 0,1 0 0 0 0,-1 0 0 0 0,1 0 1 0 0,-1 1-1 0 0,0-1 0 0 0,1 1 0 0 0,-1-1 1 0 0,1 1-1 0 0,0-1 0 0 0,-1 1 1 0 0,1 0-1 0 0,-1-1 0 0 0,1 1 0 0 0,0 0 1 0 0,0 0-1 0 0,-3 2 0 0 0,-3 4 98 0 0,-1 0 1 0 0,1 1-1 0 0,-6 8 0 0 0,7-9-23 0 0,-1 2 9 0 0,0-1 0 0 0,1 1 0 0 0,0 1 1 0 0,1-1-1 0 0,0 1 0 0 0,0 0 0 0 0,1 0 1 0 0,-3 14-1 0 0,5-19-75 0 0,1 1-1 0 0,0-1 1 0 0,1 0 0 0 0,-1 0-1 0 0,1 0 1 0 0,0 1 0 0 0,0-1 0 0 0,1 0-1 0 0,0 0 1 0 0,0 0 0 0 0,0 1-1 0 0,0-1 1 0 0,1 0 0 0 0,0 0 0 0 0,0-1-1 0 0,0 1 1 0 0,1 0 0 0 0,-1-1-1 0 0,5 5 1 0 0,-2-2-20 0 0,1-1-1 0 0,-1 0 1 0 0,1-1-1 0 0,1 0 1 0 0,-1 0-1 0 0,1 0 1 0 0,0 0 0 0 0,0-1-1 0 0,14 5 1 0 0,3 0-512 0 0,45 11 0 0 0,-41-13-329 0 0,4 0-566 0 0,-1-1-67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16583 0 0,'0'0'8408'0'0</inkml:trace>
  <inkml:trace contextRef="#ctx0" brushRef="#br0" timeOffset="1">20 260 7831 0 0,'0'0'696'0'0,"-19"26"20496"0"0,27-21-20936 0 0,3-4-2248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3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8751 0 0,'13'-20'14817'0'0,"-10"20"-12739"0"0,0 1-2054 0 0,8 9 933 0 0,-7-4-766 0 0,0-1 0 0 0,-1 1 0 0 0,0 0 0 0 0,0-1 0 0 0,0 2 0 0 0,-1-1 0 0 0,1 0 0 0 0,1 13 0 0 0,6 55 888 0 0,-9-68-1036 0 0,4 71 604 0 0,9 64 234 0 0,-14-139-735 0 0,16-21-73 0 0,-3-5-153 0 0,-1-2 0 0 0,-2 1 0 0 0,10-34 0 0 0,-12 32-114 0 0,2 0 0 0 0,24-49-1 0 0,-34 76 190 0 0,0 0 0 0 0,0 0 1 0 0,0 0-1 0 0,0-1 0 0 0,1 1 0 0 0,-1 0 0 0 0,0 0 0 0 0,0 0 0 0 0,0-1 0 0 0,0 1 0 0 0,0 0 0 0 0,1 0 0 0 0,-1 0 0 0 0,0 0 0 0 0,0-1 0 0 0,0 1 0 0 0,0 0 0 0 0,1 0 0 0 0,-1 0 0 0 0,0 0 1 0 0,0 0-1 0 0,0 0 0 0 0,1 0 0 0 0,-1 0 0 0 0,0 0 0 0 0,0 0 0 0 0,1 0 0 0 0,-1 0 0 0 0,0 0 0 0 0,0 0 0 0 0,1 0 0 0 0,-1 0 0 0 0,0 0 0 0 0,0 0 0 0 0,0 0 0 0 0,1 0 0 0 0,-1 0 0 0 0,0 0 1 0 0,0 0-1 0 0,1 0 0 0 0,7 10-28 0 0,2 17 51 0 0,3 19 117 0 0,-7-19 17 0 0,18 43 0 0 0,-21-63-138 0 0,0 0 0 0 0,1 0-1 0 0,0-1 1 0 0,0 1 0 0 0,0-1-1 0 0,1 0 1 0 0,0 0-1 0 0,0 0 1 0 0,1-1 0 0 0,10 9-1 0 0,-14-13-12 0 0,1 1 0 0 0,-1-1-1 0 0,0 1 1 0 0,1-1 0 0 0,-1 0 0 0 0,1 0-1 0 0,0 0 1 0 0,-1 0 0 0 0,1 0-1 0 0,0-1 1 0 0,-1 1 0 0 0,1-1-1 0 0,0 0 1 0 0,0 1 0 0 0,-1-2-1 0 0,1 1 1 0 0,0 0 0 0 0,3-1 0 0 0,-3 0-2 0 0,0 0 1 0 0,1-1-1 0 0,-1 1 1 0 0,0-1-1 0 0,0 0 1 0 0,0 0-1 0 0,0 0 1 0 0,0 0-1 0 0,0 0 1 0 0,0-1-1 0 0,-1 1 1 0 0,3-4-1 0 0,3-5 9 0 0,-1 0 1 0 0,0 0-1 0 0,0 0 0 0 0,-2-1 0 0 0,1 0 0 0 0,4-18 0 0 0,3-16-126 0 0,-3-1 0 0 0,6-66-1 0 0,-7 43-1768 0 0,-6 57 831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4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277 235 12439 0 0,'0'0'958'0'0,"-14"-4"-214"0"0,9 4 228 0 0,0 1 1 0 0,0 0-1 0 0,0 0 1 0 0,0 0 0 0 0,0 1-1 0 0,0 0 1 0 0,0 0 0 0 0,1 0-1 0 0,-1 0 1 0 0,-4 4 0 0 0,1-2-479 0 0,-13 8 437 0 0,0 0 1 0 0,2 1-1 0 0,-24 20 0 0 0,31-23-737 0 0,1 1-1 0 0,0 0 1 0 0,1 1-1 0 0,0 0 1 0 0,1 0-1 0 0,-8 15 1 0 0,15-23-201 0 0,0 1 0 0 0,0-1 0 0 0,1 0 0 0 0,-1 1 0 0 0,1-1 0 0 0,1 1 0 0 0,-1-1 0 0 0,0 10 0 0 0,1-13-9 0 0,0-1 1 0 0,0 1-1 0 0,0-1 0 0 0,1 1 1 0 0,-1 0-1 0 0,0-1 0 0 0,0 1 1 0 0,1-1-1 0 0,-1 1 0 0 0,0 0 0 0 0,1-1 1 0 0,-1 1-1 0 0,1-1 0 0 0,-1 1 1 0 0,1-1-1 0 0,-1 0 0 0 0,1 1 1 0 0,-1-1-1 0 0,1 1 0 0 0,-1-1 1 0 0,1 0-1 0 0,-1 0 0 0 0,1 1 1 0 0,-1-1-1 0 0,1 0 0 0 0,0 0 0 0 0,-1 1 1 0 0,1-1-1 0 0,0 0 0 0 0,-1 0 1 0 0,2 0-1 0 0,19-1-431 0 0,-6-4 104 0 0,0-1 0 0 0,-1 0 0 0 0,0-1 0 0 0,0-1 1 0 0,0 0-1 0 0,-1-1 0 0 0,0-1 0 0 0,20-19 0 0 0,-26 22 272 0 0,-1 0 0 0 0,0 0 0 0 0,-1 0 0 0 0,1-1 0 0 0,-2 1 0 0 0,1-1 0 0 0,5-15 0 0 0,-3 9 61 0 0,-6 13 631 0 0,-9 12-266 0 0,4-2-272 0 0,1-1 1 0 0,-1 1-1 0 0,1-1 1 0 0,0 1-1 0 0,1 0 1 0 0,0 0-1 0 0,1 0 1 0 0,0 1-1 0 0,0-1 1 0 0,1 0-1 0 0,0 0 1 0 0,2 12-1 0 0,-1-16-128 0 0,0 0 0 0 0,0 0 0 0 0,0 0-1 0 0,1 0 1 0 0,0 0 0 0 0,0-1-1 0 0,0 1 1 0 0,1 0 0 0 0,-1-1 0 0 0,5 6-1 0 0,-4-7-99 0 0,-1-1 0 0 0,1 1 0 0 0,0 0 0 0 0,0-1 0 0 0,0 0 0 0 0,0 0 1 0 0,0 0-1 0 0,1 0 0 0 0,-1 0 0 0 0,1-1 0 0 0,-1 1 0 0 0,1-1 0 0 0,0 0 0 0 0,-1 0 0 0 0,6 0 0 0 0,-3 0-374 0 0,0-1 1 0 0,1 0 0 0 0,-1 0 0 0 0,1-1-1 0 0,-1 1 1 0 0,1-2 0 0 0,-1 1-1 0 0,0-1 1 0 0,1 0 0 0 0,-1 0-1 0 0,0 0 1 0 0,0-1 0 0 0,-1 0-1 0 0,1 0 1 0 0,0-1 0 0 0,4-4-1 0 0,-2 3 44 0 0,-1-2 1 0 0,0 1-1 0 0,0-1 0 0 0,0-1 0 0 0,-1 1 0 0 0,0-1 1 0 0,-1 0-1 0 0,1 0 0 0 0,-2 0 0 0 0,5-10 0 0 0,2-11 225 0 0,-2 0 0 0 0,-1-1 0 0 0,5-31 0 0 0,7-93 5506 0 0,-16 114-3561 0 0,-3 31-1180 0 0,0 1 500 0 0,0-1 0 0 0,-1 1 0 0 0,0 0 0 0 0,-1-16 2612 0 0,-1 26-3491 0 0,1 0 1 0 0,1 0-1 0 0,-1 0 0 0 0,0 0 0 0 0,0 0 0 0 0,1 0 0 0 0,-1 0 0 0 0,1 0 0 0 0,-1 0 0 0 0,1 3 0 0 0,0-3 2 0 0,-7 52 364 0 0,3 0 0 0 0,3 1 0 0 0,7 83 0 0 0,-2-85-667 0 0,4 33-1279 0 0,2-29-3078 0 0,-7-48 2875 0 0,0-2-31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4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8287 0 0,'2'0'8028'0'0,"31"-1"-6729"0"0,0-1 1 0 0,0-3-1 0 0,47-10 0 0 0,96-38 4537 0 0,-67 19-4377 0 0,-87 28-1563 0 0,42-18 0 0 0,-63 23 8 0 0,-1 3-110 0 0,-1 1 190 0 0,0-1 0 0 0,0 0 0 0 0,-1 0 0 0 0,1 0 1 0 0,0-1-1 0 0,0 1 0 0 0,-1 0 0 0 0,1 0 0 0 0,-1-1 1 0 0,0 1-1 0 0,0-1 0 0 0,-3 3 0 0 0,1-1 40 0 0,-7 7 40 0 0,0 1-1 0 0,0 0 1 0 0,1 0-1 0 0,1 1 1 0 0,0 0-1 0 0,0 0 1 0 0,2 1-1 0 0,-1 0 1 0 0,2 1-1 0 0,-1 0 1 0 0,2 0-1 0 0,0 0 1 0 0,-5 23-1 0 0,10-36-104 0 0,0-1-1 0 0,0 1 1 0 0,0 0-1 0 0,0 0 1 0 0,0-1-1 0 0,0 1 1 0 0,0 0-1 0 0,1-1 0 0 0,-1 1 1 0 0,0 0-1 0 0,0-1 1 0 0,0 1-1 0 0,1 0 1 0 0,-1-1-1 0 0,0 1 1 0 0,1 0-1 0 0,-1-1 0 0 0,1 1 1 0 0,-1-1-1 0 0,1 1 1 0 0,-1-1-1 0 0,1 1 1 0 0,-1-1-1 0 0,1 1 1 0 0,-1-1-1 0 0,1 1 1 0 0,0-1-1 0 0,-1 0 0 0 0,1 1 1 0 0,0-1-1 0 0,-1 0 1 0 0,1 0-1 0 0,0 1 1 0 0,-1-1-1 0 0,1 0 1 0 0,0 0-1 0 0,-1 0 0 0 0,1 0 1 0 0,1 0-1 0 0,4 0-580 0 0,-1 1 0 0 0,1-1 0 0 0,10-2 0 0 0,-12 2 367 0 0,16-3-1744 0 0,1-2-346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19783 0 0,'0'0'903'0'0,"-1"1"-18"0"0,-2 9-625 0 0,-1-1 1 0 0,1 1-1 0 0,0 0 0 0 0,1 0 0 0 0,0 0 0 0 0,1 0 1 0 0,0 14-1 0 0,1 2 1645 0 0,4 45 0 0 0,-3-62-1707 0 0,0 1 1 0 0,1-1-1 0 0,0 1 0 0 0,1-1 0 0 0,0 0 1 0 0,0 1-1 0 0,1-1 0 0 0,0-1 0 0 0,9 16 1 0 0,-11-22-173 0 0,0-1 0 0 0,0 1 0 0 0,0-1 0 0 0,0 1 0 0 0,0-1 0 0 0,0 0 0 0 0,4 2 0 0 0,0-1 39 0 0,-5-2-57 0 0,-1 1-1 0 0,1-1 1 0 0,0 0 0 0 0,-1 0-1 0 0,1 0 1 0 0,-1 0-1 0 0,1 0 1 0 0,0 0 0 0 0,-1 0-1 0 0,1-1 1 0 0,0 1 0 0 0,-1 0-1 0 0,1 0 1 0 0,0 0-1 0 0,-1-1 1 0 0,1 1 0 0 0,-1 0-1 0 0,1-1 1 0 0,-1 1 0 0 0,1 0-1 0 0,-1-1 1 0 0,1 0 0 0 0,10-9 40 0 0,-7 5 0 0 0,0-1 1 0 0,-1 0-1 0 0,0 0 0 0 0,0 0 1 0 0,0-1-1 0 0,-1 1 1 0 0,3-13-1 0 0,6-50 175 0 0,-5 20-156 0 0,-4 40-207 0 0,0 0 0 0 0,0 0-1 0 0,1 1 1 0 0,0-1 0 0 0,7-13-1 0 0,-8 19-277 0 0,0-1-1 0 0,0 1 1 0 0,0 0-1 0 0,1 1 1 0 0,-1-1-1 0 0,1 0 1 0 0,0 1-1 0 0,0-1 0 0 0,-1 1 1 0 0,2 0-1 0 0,-1 0 1 0 0,0 0-1 0 0,0 0 1 0 0,1 1-1 0 0,-1-1 1 0 0,6-1-1 0 0,7-1-7973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95 3679 0 0,'-7'1'382'0'0,"-22"-9"22325"0"0,41-1-20140 0 0,-4 5-2349 0 0,1 0 1 0 0,-1 1-1 0 0,1 1 0 0 0,-1-1 1 0 0,1 1-1 0 0,0 1 0 0 0,13-2 1 0 0,24-4 90 0 0,6-3 16 0 0,79-6 1 0 0,-63 9-201 0 0,146-3-71 0 0,-142 8-65 0 0,37-1-824 0 0,-98 3 877 0 0,-3-1-1053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06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9671 0 0,'0'0'15141'0'0,"2"-1"-14893"0"0,3-1-149 0 0,0-1 1 0 0,1 1-1 0 0,-1 0 0 0 0,1 1 0 0 0,0 0 0 0 0,-1-1 0 0 0,1 2 0 0 0,0-1 0 0 0,0 1 0 0 0,0 0 0 0 0,11 1 0 0 0,-1 1-153 0 0,1 1 0 0 0,31 9 0 0 0,-33-7 8 0 0,0 1 0 0 0,-1 1 0 0 0,17 10 0 0 0,-30-16 43 0 0,0-1 0 0 0,-1 1 0 0 0,1 0 0 0 0,0-1 0 0 0,-1 1-1 0 0,1 0 1 0 0,-1 0 0 0 0,1-1 0 0 0,-1 1 0 0 0,1 0 0 0 0,-1 0 0 0 0,0 0 0 0 0,1 0 0 0 0,-1 0-1 0 0,0 0 1 0 0,0 0 0 0 0,1 0 0 0 0,-1 0 0 0 0,0 0 0 0 0,0 0 0 0 0,0-1 0 0 0,0 1 0 0 0,-1 0-1 0 0,1 0 1 0 0,0 0 0 0 0,-1 2 0 0 0,1 0-7 0 0,-1 1 0 0 0,-1 0 0 0 0,1-1 0 0 0,0 1 0 0 0,-3 2 0 0 0,1-1 38 0 0,0 0 0 0 0,0-1 0 0 0,-1 0 0 0 0,0 0 0 0 0,0 0 0 0 0,0 0 0 0 0,0 0 0 0 0,-7 4 0 0 0,-3 0 178 0 0,-23 11 0 0 0,-1 0-101 0 0,36-18-135 0 0,-3 2-415 0 0,0 0 0 0 0,1 0 0 0 0,-1 0 0 0 0,1 0 0 0 0,0 1 0 0 0,-6 5 0 0 0,6-2-1067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19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52 9215 0 0,'-1'-1'422'0'0,"-7"-5"-340"0"0,0 0 1 0 0,-15-7-1 0 0,14 9 1713 0 0,0 0 0 0 0,-1 0 0 0 0,0 1 0 0 0,-15-3 0 0 0,12 4 454 0 0,1 0 0 0 0,-1 1 0 0 0,-16 1 0 0 0,-18 5-1965 0 0,21 0-33 0 0,0 1 0 0 0,0 1 0 0 0,-29 13 0 0 0,40-14-165 0 0,1 1 0 0 0,0 0-1 0 0,0 1 1 0 0,1 0 0 0 0,0 2-1 0 0,-21 18 1 0 0,21-10 58 0 0,12-17-73 0 0,0-1-68 0 0,1 1 0 0 0,0-1 0 0 0,0 0 1 0 0,0 0-1 0 0,0 0 0 0 0,0 1 0 0 0,0-1 0 0 0,0 0 1 0 0,0 0-1 0 0,-1 1 0 0 0,1-1 0 0 0,0 0 0 0 0,0 0 1 0 0,0 0-1 0 0,0 1 0 0 0,0-1 0 0 0,0 0 0 0 0,0 0 0 0 0,0 1 1 0 0,1-1-1 0 0,-1 0 0 0 0,0 0 0 0 0,0 0 0 0 0,0 1 1 0 0,0-1-1 0 0,0 0 0 0 0,0 0 0 0 0,0 0 0 0 0,0 1 1 0 0,0-1-1 0 0,1 0 0 0 0,-1 0 0 0 0,0 0 0 0 0,0 1 1 0 0,6 9 102 0 0,-6-10-99 0 0,4 3-5 0 0,-1 0 0 0 0,0 0-1 0 0,1 0 1 0 0,0-1 0 0 0,-1 1 0 0 0,1-1-1 0 0,0 0 1 0 0,0 0 0 0 0,7 2 0 0 0,43 9 30 0 0,-10-2-18 0 0,-2 1-10 0 0,-20-5-8 0 0,40 16-1 0 0,-55-20 11 0 0,0 1 0 0 0,-1 0 0 0 0,1 0-1 0 0,-1 1 1 0 0,0 0 0 0 0,0 0 0 0 0,-1 0 0 0 0,1 1 0 0 0,7 9-1 0 0,-12-13 7 0 0,1 0-1 0 0,-1 0 0 0 0,0 0 1 0 0,0 0-1 0 0,0 1 0 0 0,0-1 0 0 0,0 0 1 0 0,-1 0-1 0 0,1 1 0 0 0,-1-1 0 0 0,1 1 1 0 0,-1-1-1 0 0,0 0 0 0 0,0 1 1 0 0,0-1-1 0 0,0 1 0 0 0,0-1 0 0 0,0 0 1 0 0,-1 1-1 0 0,1-1 0 0 0,-1 0 1 0 0,0 1-1 0 0,0-1 0 0 0,0 0 0 0 0,0 0 1 0 0,0 0-1 0 0,0 0 0 0 0,0 0 1 0 0,-1 0-1 0 0,1 0 0 0 0,-1 0 0 0 0,0 0 1 0 0,-2 2-1 0 0,-6 5 108 0 0,-1-1 1 0 0,1 0-1 0 0,-1-1 1 0 0,-20 11-1 0 0,27-16-90 0 0,-16 7 22 0 0,-1-1 0 0 0,0 0 0 0 0,-1-1 1 0 0,0-2-1 0 0,0 0 0 0 0,-31 2 0 0 0,45-5-262 0 0,0-1 0 0 0,0-1 0 0 0,0 0 0 0 0,0 0 0 0 0,1 0 0 0 0,-16-3 0 0 0,21 2-802 0 0,3-1 606 0 0,-1 0 1 0 0,1 0-1 0 0,0 0 0 0 0,-1 0 1 0 0,1 0-1 0 0,0 0 1 0 0,0 1-1 0 0,0-1 1 0 0,1 0-1 0 0,-1 0 0 0 0,0 1 1 0 0,1-1-1 0 0,-1 1 1 0 0,1-1-1 0 0,1 0 0 0 0,11-10-1914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1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8287 0 0,'1'2'4042'0'0,"4"15"3136"0"0,-3-12-5154 0 0,-1 0 0 0 0,1 0-1 0 0,5 9 1 0 0,-7-13-2080 0 0,1 1-1 0 0,0-1 1 0 0,0 0-1 0 0,0 0 1 0 0,0 0-1 0 0,0 1 1 0 0,1-1-1 0 0,-1 0 1 0 0,0 0 0 0 0,0 0-1 0 0,1-1 1 0 0,-1 1-1 0 0,1 0 1 0 0,-1 0-1 0 0,0-1 1 0 0,1 1-1 0 0,2 0 1 0 0,8 1-2056 0 0,1 1-3723 0 0,2-1-2197 0 0</inkml:trace>
  <inkml:trace contextRef="#ctx0" brushRef="#br0" timeOffset="1">516 20 4607 0 0,'0'-20'21687'0'0,"-18"26"-19638"0"0,7 0-1739 0 0,0 1-1 0 0,1 0 1 0 0,-1 1-1 0 0,1 0 1 0 0,1 1-1 0 0,-15 17 1 0 0,7-7-91 0 0,2 2-1 0 0,-19 31 1 0 0,28-40-167 0 0,-1 0 0 0 0,2 0 0 0 0,-1 0 0 0 0,-3 15 0 0 0,8-22-54 0 0,0-1 0 0 0,0 1 0 0 0,0-1 0 0 0,1 1 1 0 0,-1-1-1 0 0,1 1 0 0 0,1-1 0 0 0,-1 1 0 0 0,0-1 1 0 0,1 1-1 0 0,0-1 0 0 0,0 1 0 0 0,0-1 0 0 0,1 1 1 0 0,0-1-1 0 0,2 4 0 0 0,-2-5-42 0 0,0 0 0 0 0,1 0 0 0 0,-1 0 0 0 0,1 0 0 0 0,0 0 0 0 0,0-1 0 0 0,0 1 0 0 0,0-1 0 0 0,0 0 0 0 0,1 0 1 0 0,-1 0-1 0 0,1-1 0 0 0,-1 1 0 0 0,1-1 0 0 0,0 0 0 0 0,-1 0 0 0 0,1 0 0 0 0,6 1 0 0 0,5 0-477 0 0,1-1-1 0 0,-1-1 1 0 0,20-2 0 0 0,43-7-4772 0 0,-48 4-3258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1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8751 0 0,'0'0'674'0'0,"-1"0"-438"0"0,-11 5 7281 0 0,1 8-2001 0 0,9-10-3715 0 0,0-1-1527 0 0,1 0 1 0 0,-1 1-1 0 0,1-1 0 0 0,0 0 1 0 0,-1 0-1 0 0,1 1 0 0 0,0-1 1 0 0,0 1-1 0 0,1-1 0 0 0,-1 1 1 0 0,0-1-1 0 0,1 1 0 0 0,-1 0 1 0 0,1-1-1 0 0,0 1 0 0 0,0-1 1 0 0,0 1-1 0 0,1 0 0 0 0,0 3 1 0 0,-1-4-483 0 0,1 1 1 0 0,0-1-1 0 0,0 0 1 0 0,0 0-1 0 0,0 0 1 0 0,1 0-1 0 0,-1 0 1 0 0,0 0-1 0 0,1 0 1 0 0,-1 0-1 0 0,1-1 0 0 0,0 1 1 0 0,0 0-1 0 0,0-1 1 0 0,0 0-1 0 0,0 1 1 0 0,0-1-1 0 0,0 0 1 0 0,0 0-1 0 0,0 0 1 0 0,4 1-1 0 0,6 1-1649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2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45 21943 0 0,'0'0'1003'0'0,"-8"-13"370"0"0,5 9-1229 0 0,2 1 125 0 0,-1 1-1 0 0,-1 0 1 0 0,1 0 0 0 0,0 0 0 0 0,0 0-1 0 0,-1 0 1 0 0,1 0 0 0 0,-1 1-1 0 0,1-1 1 0 0,-1 1 0 0 0,0 0-1 0 0,1 0 1 0 0,-1 0 0 0 0,0 0-1 0 0,0 0 1 0 0,0 1 0 0 0,0-1-1 0 0,0 1 1 0 0,0 0 0 0 0,0 0-1 0 0,-3 0 1 0 0,-8 1-271 0 0,0 0 1 0 0,0 1-1 0 0,-15 4 0 0 0,16-3 266 0 0,-8 1-264 0 0,1 1 1 0 0,-1 1-1 0 0,2 0 1 0 0,-1 2-1 0 0,1 0 0 0 0,-35 21 1 0 0,47-23-51 0 0,0-1 1 0 0,0 1 0 0 0,1 0-1 0 0,-10 12 1 0 0,15-17-34 0 0,3 10-50 0 0,-1-8 121 0 0,1 0 0 0 0,-1 0 0 0 0,0 0 0 0 0,1 0 0 0 0,0 0 0 0 0,0-1 0 0 0,0 1 0 0 0,0-1 0 0 0,0 0 0 0 0,0 1 0 0 0,0-1 0 0 0,1 0 0 0 0,-1 0 0 0 0,1 0 0 0 0,0-1-1 0 0,0 1 1 0 0,-1-1 0 0 0,1 1 0 0 0,6 1 0 0 0,6 2 11 0 0,0 0 0 0 0,25 3 0 0 0,-39-7 1 0 0,82 12 0 0 0,64 14 0 0 0,-141-25 0 0 0,1 0 0 0 0,-1 0 0 0 0,0 1 0 0 0,0 0-1 0 0,0 0 1 0 0,-1 0 0 0 0,9 6 0 0 0,-13-8 0 0 0,1 0 1 0 0,-1 1-1 0 0,0-1 0 0 0,0 0 1 0 0,0 0-1 0 0,0 1 1 0 0,0-1-1 0 0,0 0 0 0 0,0 1 1 0 0,0-1-1 0 0,0 1 0 0 0,-1-1 1 0 0,1 1-1 0 0,-1 0 0 0 0,1-1 1 0 0,-1 1-1 0 0,0 0 0 0 0,1-1 1 0 0,-1 1-1 0 0,0 0 0 0 0,0-1 1 0 0,0 1-1 0 0,0 0 0 0 0,-1-1 1 0 0,1 1-1 0 0,0 0 0 0 0,-1-1 1 0 0,1 1-1 0 0,-1 0 0 0 0,1-1 1 0 0,-1 1-1 0 0,0-1 0 0 0,-1 3 1 0 0,-2 1 28 0 0,1 0 0 0 0,-1-1 1 0 0,0 1-1 0 0,0-1 0 0 0,0 0 0 0 0,-1 0 1 0 0,1-1-1 0 0,-1 1 0 0 0,0-1 0 0 0,0 0 1 0 0,0-1-1 0 0,-7 4 0 0 0,-11 2 118 0 0,-39 11 0 0 0,26-9-117 0 0,-13 3-66 0 0,30-9-1576 0 0,-34 12 1 0 0,44-11 155 0 0</inkml:trace>
  <inkml:trace contextRef="#ctx0" brushRef="#br0" timeOffset="1">612 346 18431 0 0,'-1'1'114'0'0,"1"-1"0"0"0,0 1-1 0 0,0 0 1 0 0,0 0 0 0 0,0-1 0 0 0,0 1-1 0 0,0 0 1 0 0,0-1 0 0 0,0 1 0 0 0,0 0-1 0 0,0 0 1 0 0,0-1 0 0 0,1 1 0 0 0,-1 0-1 0 0,0-1 1 0 0,0 1 0 0 0,1 0 0 0 0,-1-1-1 0 0,0 1 1 0 0,1-1 0 0 0,-1 1 0 0 0,7 7 6210 0 0,2 7-2661 0 0,11 16-3322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44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75 19583 0 0,'0'0'895'0'0,"-6"-14"330"0"0,5 11-1193 0 0,-1-3 483 0 0,0 1 0 0 0,0-1-1 0 0,0 1 1 0 0,0 0 0 0 0,-7-10 0 0 0,8 14-398 0 0,0 0-1 0 0,-1-1 1 0 0,1 1 0 0 0,0 0-1 0 0,-1 0 1 0 0,1 0 0 0 0,0 0-1 0 0,-1 0 1 0 0,1 0 0 0 0,-1 1-1 0 0,0-1 1 0 0,1 0 0 0 0,-1 1-1 0 0,0-1 1 0 0,1 1-1 0 0,-1 0 1 0 0,0-1 0 0 0,0 1-1 0 0,1 0 1 0 0,-1 0 0 0 0,0 0-1 0 0,0 0 1 0 0,1 0 0 0 0,-4 1-1 0 0,0 1 16 0 0,-1-1-1 0 0,1 1 1 0 0,0 1-1 0 0,0-1 1 0 0,0 1-1 0 0,0-1 0 0 0,0 1 1 0 0,1 1-1 0 0,-1-1 1 0 0,1 1-1 0 0,-6 6 1 0 0,-1 1 9 0 0,1 1 1 0 0,-17 25 0 0 0,12-13-32 0 0,0 1 0 0 0,1 0 0 0 0,2 1 0 0 0,-14 38-1 0 0,25-61-108 0 0,1-1-1 0 0,-1 0 1 0 0,1 1-1 0 0,-1-1 0 0 0,1 0 1 0 0,0 1-1 0 0,0-1 1 0 0,0 0-1 0 0,0 1 0 0 0,0-1 1 0 0,0 0-1 0 0,1 1 1 0 0,-1-1-1 0 0,1 0 0 0 0,-1 1 1 0 0,1-1-1 0 0,0 0 1 0 0,0 0-1 0 0,0 0 0 0 0,0 0 1 0 0,2 3-1 0 0,-1-3-17 0 0,0-1-1 0 0,0 1 1 0 0,-1-1 0 0 0,1 0-1 0 0,0 0 1 0 0,0 1 0 0 0,0-1-1 0 0,0 0 1 0 0,1-1-1 0 0,-1 1 1 0 0,0 0 0 0 0,0-1-1 0 0,0 1 1 0 0,1-1 0 0 0,-1 1-1 0 0,0-1 1 0 0,1 0 0 0 0,-1 0-1 0 0,0 0 1 0 0,1-1-1 0 0,3 0 1 0 0,3-1-43 0 0,0 0 1 0 0,0-1-1 0 0,0 0 1 0 0,-1 0-1 0 0,0-1 1 0 0,1-1-1 0 0,-1 1 1 0 0,11-9-1 0 0,-5 2-58 0 0,-1 0 0 0 0,-1-1 0 0 0,19-22 0 0 0,-24 25 141 0 0,-1 0-1 0 0,-1 0 1 0 0,0-1-1 0 0,7-15 1 0 0,0-4 39 0 0,-11 28 716 0 0,-3 11-491 0 0,1 2-222 0 0,0-1 0 0 0,1 0-1 0 0,0 1 1 0 0,0-1 0 0 0,2 0-1 0 0,2 17 1 0 0,-3-23-141 0 0,1 0-1 0 0,-1 0 0 0 0,1 0 1 0 0,0-1-1 0 0,0 1 0 0 0,0 0 1 0 0,1-1-1 0 0,-1 1 1 0 0,1-1-1 0 0,0 0 0 0 0,1 0 1 0 0,-1 0-1 0 0,1 0 1 0 0,-1-1-1 0 0,1 0 0 0 0,7 5 1 0 0,-8-6-284 0 0,0-1 1 0 0,1 0 0 0 0,0 0-1 0 0,-1 0 1 0 0,1 0 0 0 0,0 0-1 0 0,-1-1 1 0 0,1 1 0 0 0,0-1-1 0 0,0 0 1 0 0,0 0 0 0 0,-1-1-1 0 0,1 1 1 0 0,0-1 0 0 0,-1 0-1 0 0,1 0 1 0 0,6-3 0 0 0,5-3-1724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4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8751 0 0,'2'1'4104'0'0,"37"22"5162"0"0,1 1-4029 0 0,9 9-3501 0 0,78 66 1 0 0,-111-82-1656 0 0,1 0 0 0 0,-2 0 0 0 0,-1 2 0 0 0,0 0 0 0 0,16 29 0 0 0,-15-18-30 0 0,0 0 0 0 0,-2 2 1 0 0,11 36-1 0 0,-10-16 22 0 0,-2 2 1 0 0,-3-1-1 0 0,-2 1 1 0 0,-2 1-1 0 0,-3-1 1 0 0,-2 1-1 0 0,-2 0 1 0 0,-17 95-1 0 0,16-137-64 0 0,-2 18 36 0 0,-2-1 0 0 0,-14 39 0 0 0,-11 19-189 0 0,32-86-295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4143 0 0,'0'0'616'0'0,"4"15"-200"0"0,-1 0-208 0 0,0-1-144 0 0,0 1-64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4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10591 0 0,'-1'0'11134'0'0,"-6"3"-10188"0"0,2 1-522 0 0,1-1 1 0 0,-1 1-1 0 0,1 0 0 0 0,0-1 0 0 0,0 2 0 0 0,0-1 1 0 0,1 0-1 0 0,-1 1 0 0 0,-3 6 0 0 0,-3 8 71 0 0,-9 23 1 0 0,6-11 10 0 0,-81 186 768 0 0,88-201-1263 0 0,6-6-38 0 0,3-8 9 0 0,3-6-10 0 0,1 0-17 0 0,-1-1 0 0 0,1-1 0 0 0,-1 1 0 0 0,0-1 0 0 0,-1 0 0 0 0,0 0 0 0 0,6-8 0 0 0,27-50-178 0 0,9-34 48 0 0,-30 60 177 0 0,32-56 0 0 0,-40 83 188 0 0,-9 11-168 0 0,1 0-1 0 0,-1 0 1 0 0,0 0-1 0 0,0-1 0 0 0,0 1 1 0 0,0 0-1 0 0,1 0 1 0 0,-1 0-1 0 0,0 0 1 0 0,0 0-1 0 0,0 0 1 0 0,1 0-1 0 0,-1 0 1 0 0,0-1-1 0 0,0 1 1 0 0,1 0-1 0 0,-1 0 1 0 0,0 0-1 0 0,0 0 0 0 0,0 0 1 0 0,1 0-1 0 0,-1 0 1 0 0,0 0-1 0 0,0 0 1 0 0,1 1-1 0 0,-1-1 1 0 0,0 0-1 0 0,2 1 38 0 0,-1 1-1 0 0,0-1 1 0 0,0 1-1 0 0,0-1 1 0 0,-1 1-1 0 0,1 0 1 0 0,0-1-1 0 0,-1 1 1 0 0,1 0 0 0 0,0 3-1 0 0,7 22 310 0 0,21 60 295 0 0,-24-75-629 0 0,0-1 0 0 0,1 0 0 0 0,0 0 0 0 0,1 0 0 0 0,11 13 0 0 0,8 5-192 0 0,39 34 0 0 0,3-9-4422 0 0,-52-42 3025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50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41 4143 0 0,'0'0'319'0'0,"-9"-15"1930"0"0,2 2 6514 0 0,5 1 1810 0 0,14 31-9894 0 0,-9-12-555 0 0,0 0-1 0 0,-1 0 1 0 0,0 0 0 0 0,0 1 0 0 0,0-1 0 0 0,0 14-1 0 0,-2 48 279 0 0,-1-36-253 0 0,-5 273 283 0 0,-12 185-288 0 0,13-391-128 0 0,-21 326 43 0 0,-30 822 171 0 0,66 1 54 0 0,-7-1083-249 0 0,1 480 175 0 0,-2-217 281 0 0,21 334 220 0 0,-8-354-526 0 0,-6 127 5 0 0,-6-260-70 0 0,-2-160-76 0 0,15 258 165 0 0,-2-309-225 0 0,-14-63-124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5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11055 0 0,'1'2'8363'0'0,"1"1"-8150"0"0,0-1 1 0 0,0 1-1 0 0,0-1 0 0 0,1 0 1 0 0,-1 0-1 0 0,0 0 0 0 0,1 0 1 0 0,0 0-1 0 0,-1 0 1 0 0,1-1-1 0 0,0 1 0 0 0,0-1 1 0 0,0 0-1 0 0,0 0 0 0 0,0 0 1 0 0,0 0-1 0 0,0-1 1 0 0,4 1-1 0 0,10 1-147 0 0,-1-1 0 0 0,23-1 0 0 0,-21 0 399 0 0,163-5 752 0 0,33 1-618 0 0,56 5-494 0 0,73 1-99 0 0,98-1 306 0 0,-140-3-199 0 0,276-2-63 0 0,63 1-20 0 0,-400 5 24 0 0,1592 0 1404 0 0,44-76-381 0 0,-480 25-818 0 0,-1171 44-218 0 0,54 0-10 0 0,-55 2 114 0 0,-152 0 54 0 0,-64 2-119 0 0,-1 0 17 0 0,12-5 141 0 0,-17 5-184 0 0,-2-1-64 0 0,0 1-1 0 0,0-1 0 0 0,0 1 0 0 0,0-1 0 0 0,0 1 0 0 0,-1-1 1 0 0,1 1-1 0 0,0-1 0 0 0,-1 1 0 0 0,1-1 0 0 0,-1 1 1 0 0,0 0-1 0 0,1-1 0 0 0,-1 1 0 0 0,0 0 0 0 0,0-1 1 0 0,0 1-1 0 0,0 0 0 0 0,0 0 0 0 0,0 0 0 0 0,0 0 0 0 0,0 0 1 0 0,-2-1-1 0 0,0-1-88 0 0,-1 1-261 0 0,1-1-1 0 0,-1 1 1 0 0,0-1 0 0 0,0 1 0 0 0,-1 0 0 0 0,1 1-1 0 0,0-1 1 0 0,-1 1 0 0 0,1 0 0 0 0,-6-1 0 0 0,-7-2-4499 0 0,8 1-2959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5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 17935 0 0,'-2'-5'11169'0'0,"15"20"-10969"0"0,1-1 0 0 0,0 0 0 0 0,1-1 0 0 0,1 0 0 0 0,0-1 0 0 0,0-1 0 0 0,2-1-1 0 0,-1 0 1 0 0,1-1 0 0 0,31 10 0 0 0,95 31-200 0 0,-135-44 11 0 0,-9-5-8 0 0,1 0 0 0 0,-1-1 1 0 0,0 1-1 0 0,0 0 0 0 0,1 0 1 0 0,-1 0-1 0 0,0 0 0 0 0,0 0 1 0 0,0 0-1 0 0,0 0 0 0 0,0 0 1 0 0,0-1-1 0 0,0 1 0 0 0,0 0 1 0 0,-1 0-1 0 0,1 0 0 0 0,0 0 1 0 0,0 0-1 0 0,-1 0 0 0 0,1-1 1 0 0,-1 1-1 0 0,1 0 0 0 0,-1 0 1 0 0,1-1-1 0 0,-1 1 0 0 0,1 0 1 0 0,-1 0-1 0 0,1-1 0 0 0,-1 1 1 0 0,0-1-1 0 0,0 1 0 0 0,-25 19 136 0 0,4-8-31 0 0,-1 0 0 0 0,0-2 0 0 0,-43 14 0 0 0,-78 11 22 0 0,82-21-196 0 0,61-14-59 0 0,-1 0 1 0 0,1 1-1 0 0,-1-1 0 0 0,1 1 1 0 0,-1-1-1 0 0,1 1 1 0 0,-1 0-1 0 0,1-1 0 0 0,-1 1 1 0 0,1 0-1 0 0,0 0 0 0 0,-1 0 1 0 0,1 0-1 0 0,0 0 1 0 0,0 0-1 0 0,0 1 0 0 0,0-1 1 0 0,0 0-1 0 0,-1 2 0 0 0,1-1-269 0 0,1-1 0 0 0,0 0 0 0 0,0 0 0 0 0,0 1 0 0 0,0-1 0 0 0,0 0-1 0 0,0 0 1 0 0,0 0 0 0 0,0 1 0 0 0,1-1 0 0 0,-1 0 0 0 0,0 0 0 0 0,1 0-1 0 0,-1 1 1 0 0,1-1 0 0 0,-1 0 0 0 0,1 0 0 0 0,0 0 0 0 0,-1 0 0 0 0,1 0-1 0 0,0 0 1 0 0,0 0 0 0 0,0 0 0 0 0,-1-1 0 0 0,1 1 0 0 0,2 1 0 0 0,12 10-7776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52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30 12895 0 0,'-5'-14'14173'0'0,"2"12"-13961"0"0,1 0-1 0 0,-1 0 1 0 0,-1 1-1 0 0,1-1 1 0 0,0 1-1 0 0,0 0 1 0 0,0 0-1 0 0,-1 0 1 0 0,1 0-1 0 0,-1 0 1 0 0,1 1-1 0 0,0 0 1 0 0,-1-1-1 0 0,-4 2 1 0 0,-6 0 164 0 0,0 1 1 0 0,-18 4 0 0 0,6 0-153 0 0,20-5-197 0 0,0 0 0 0 0,-1 1 0 0 0,2 0-1 0 0,-1 0 1 0 0,0 1 0 0 0,0 0 0 0 0,1 0 0 0 0,-1 0 0 0 0,1 0 0 0 0,0 1-1 0 0,-5 5 1 0 0,8-8-23 0 0,0 1-1 0 0,1-1 0 0 0,-1 1 0 0 0,1 0 1 0 0,0 0-1 0 0,-1 0 0 0 0,1 0 0 0 0,0 0 1 0 0,0 0-1 0 0,0 0 0 0 0,1 0 0 0 0,-1 0 1 0 0,0 0-1 0 0,1 1 0 0 0,-1-1 1 0 0,1 0-1 0 0,0 0 0 0 0,0 1 0 0 0,0-1 1 0 0,0 0-1 0 0,0 0 0 0 0,0 1 0 0 0,1-1 1 0 0,-1 0-1 0 0,1 0 0 0 0,-1 1 0 0 0,1-1 1 0 0,0 0-1 0 0,0 0 0 0 0,0 0 1 0 0,0 0-1 0 0,0 0 0 0 0,2 2 0 0 0,4 4 6 0 0,-1 0-1 0 0,1 0 0 0 0,1-1 0 0 0,-1 0 0 0 0,1-1 0 0 0,0 0 1 0 0,10 6-1 0 0,66 33 60 0 0,-62-34-63 0 0,34 13 7 0 0,11 5 20 0 0,-60-25-28 0 0,-1-1 0 0 0,0 2 0 0 0,1-1-1 0 0,-1 1 1 0 0,-1 0 0 0 0,1 0 0 0 0,5 7 0 0 0,-10-11 1 0 0,-1 0-1 0 0,1-1 1 0 0,-1 1 0 0 0,1 0 0 0 0,-1-1 0 0 0,0 1 0 0 0,0 0 0 0 0,1-1 0 0 0,-1 1 0 0 0,0 0 0 0 0,0 0 0 0 0,0 0-1 0 0,0-1 1 0 0,0 1 0 0 0,0 0 0 0 0,0 0 0 0 0,0-1 0 0 0,0 1 0 0 0,0 0 0 0 0,0 0 0 0 0,-1-1 0 0 0,1 1 0 0 0,0 0-1 0 0,0 0 1 0 0,-1-1 0 0 0,1 1 0 0 0,-1 0 0 0 0,1-1 0 0 0,0 1 0 0 0,-1 0 0 0 0,1-1 0 0 0,-2 1 0 0 0,-18 16 142 0 0,7-10-131 0 0,0 0-1 0 0,-1-1 1 0 0,0 0-1 0 0,0-1 1 0 0,0-1-1 0 0,-1 0 1 0 0,-20 3-1 0 0,6-4 16 0 0,0 0-1 0 0,-54-4 1 0 0,-9-9-2131 0 0,1-7-3939 0 0,74 14 4473 0 0,-13-4-8345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5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11975 0 0,'0'2'12537'0'0,"15"84"-8812"0"0,16 111-1737 0 0,-27-159-1982 0 0,-2 1-1 0 0,-1 0 1 0 0,-6 43-1 0 0,-4-27-149 0 0,4-47-1102 0 0,4-8 1079 0 0,1 0 0 0 0,0 0 0 0 0,0 1 1 0 0,-1-1-1 0 0,1 0 0 0 0,0 0 1 0 0,-1 0-1 0 0,1 0 0 0 0,0 0 0 0 0,-1 0 1 0 0,1 0-1 0 0,0 0 0 0 0,-1 0 1 0 0,1 0-1 0 0,0 0 0 0 0,-1 0 0 0 0,1 0 1 0 0,0 0-1 0 0,-1 0 0 0 0,1 0 1 0 0,0 0-1 0 0,-1 0 0 0 0,1 0 0 0 0,0-1 1 0 0,0 1-1 0 0,-1 0 0 0 0,1 0 1 0 0,-1-1-1 0 0,-5-4-2264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53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62 268 8287 0 0,'-28'-15'532'0'0,"-6"-9"18894"0"0,47 18-17830 0 0,14-3-1574 0 0,192-46 1742 0 0,108-31-1372 0 0,-313 82-508 0 0,200-55-2471 0 0,-172 49 782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54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5730 24559 0 0,'0'-2'1125'0'0,"-12"-29"485"0"0,8 23-1624 0 0,0 0-1 0 0,1-1 1 0 0,-3-16-1 0 0,4 11 31 0 0,1 0-1 0 0,1-1 0 0 0,0 1 0 0 0,1-1 0 0 0,4-19 0 0 0,21-71-316 0 0,-15 62 147 0 0,48-213 161 0 0,-34 142 128 0 0,61-334 928 0 0,30-128 163 0 0,7 165-458 0 0,-62 245-502 0 0,34-99-120 0 0,70-165-133 0 0,-118 315-14 0 0,130-285 1 0 0,-23 52 0 0 0,68-166 0 0 0,12 38 0 0 0,-3 127 0 0 0,-192 294 0 0 0,94-117 0 0 0,-100 135 0 0 0,1 2 0 0 0,53-44 0 0 0,-63 62-4 0 0,1 0 1 0 0,0 1-1 0 0,1 2 1 0 0,1 0-1 0 0,0 2 1 0 0,1 1-1 0 0,0 2 1 0 0,48-11-1 0 0,-41 14-1 0 0,0 1 1 0 0,0 2-1 0 0,1 1 1 0 0,0 2-1 0 0,-1 1 1 0 0,67 12-1 0 0,-61-4-1 0 0,0 2-1 0 0,-1 2 1 0 0,-1 1-1 0 0,69 37 1 0 0,-35-10-10 0 0,97 74 0 0 0,149 151 59 0 0,-138-108-11 0 0,300 283 98 0 0,-314-280 1 0 0,412 418 125 0 0,-500-497-216 0 0,245 259 125 0 0,-35-36-154 0 0,51 56 91 0 0,-38-40-76 0 0,25 40 76 0 0,-288-318-87 0 0,197 212 99 0 0,-6-7 15 0 0,223 228-420 0 0,-119-121 598 0 0,1-13-214 0 0,15 17 6 0 0,-60-72 58 0 0,-227-236-68 0 0,18 18 36 0 0,-74-63-72 0 0,-5-5 75 0 0,-3-3-75 0 0,-3-7 24 0 0,0 0 0 0 0,-1 1 0 0 0,0 0 0 0 0,0 0 0 0 0,-10-11 0 0 0,-11-9-1880 0 0,0 2-6710 0 0,13 13-1214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13559 0 0,'-13'22'315'0'0,"1"0"-1"0"0,1 0 0 0 0,1 1 1 0 0,-13 43-1 0 0,19-51 42 0 0,0 0 0 0 0,1 0 0 0 0,0 0 0 0 0,2 0 0 0 0,-1 25 0 0 0,2-29-677 0 0,1 0 0 0 0,1-1-1 0 0,0 1 1 0 0,0-1 0 0 0,4 12-1 0 0,8 24-2684 0 0,-8-24 1456 0 0</inkml:trace>
  <inkml:trace contextRef="#ctx0" brushRef="#br0" timeOffset="1">74 1261 5983 0 0,'-6'38'536'0'0,"4"-21"-432"0"0,1 3-104 0 0</inkml:trace>
  <inkml:trace contextRef="#ctx0" brushRef="#br0" timeOffset="2">61 2258 9215 0 0,'0'0'408'0'0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3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7543 0 0,'-3'24'328'0'0,"3"-16"160"0"0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4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19 20359 0 0,'0'0'928'0'0,"-13"-7"352"0"0,8 5-1115 0 0,-1 0-1 0 0,1 0 0 0 0,-1 1 1 0 0,1-1-1 0 0,-1 1 1 0 0,1 0-1 0 0,-1 1 0 0 0,0-1 1 0 0,0 1-1 0 0,1 0 1 0 0,-1 1-1 0 0,0-1 0 0 0,0 1 1 0 0,1 1-1 0 0,-1-1 1 0 0,1 1-1 0 0,-9 3 0 0 0,-7 4 916 0 0,0 2-1 0 0,1 0 0 0 0,-20 15 0 0 0,5-3-506 0 0,23-16-508 0 0,-1 1-1 0 0,2 0 0 0 0,-1 1 0 0 0,1 1 0 0 0,1-1 1 0 0,-10 13-1 0 0,15-14-22 0 0,6 2-31 0 0,0-8-8 0 0,0 1 0 0 0,1-1-1 0 0,0 1 1 0 0,-1-1 0 0 0,1 0 0 0 0,0 0 0 0 0,0 0-1 0 0,0 0 1 0 0,1 0 0 0 0,-1 0 0 0 0,0 0 0 0 0,1-1-1 0 0,-1 1 1 0 0,1-1 0 0 0,0 1 0 0 0,-1-1 0 0 0,4 1-1 0 0,5 2 31 0 0,1 0 0 0 0,20 3 0 0 0,17 1 26 0 0,37 7 132 0 0,-72-11-163 0 0,1 0 0 0 0,-1 0 1 0 0,23 13-1 0 0,-33-16-24 0 0,-1 1 1 0 0,1 1-1 0 0,-1-1 0 0 0,0 0 1 0 0,0 1-1 0 0,0 0 0 0 0,0-1 0 0 0,-1 1 1 0 0,1 0-1 0 0,-1 0 0 0 0,1 1 1 0 0,1 4-1 0 0,-2-6 1 0 0,-1 1 1 0 0,0-1-1 0 0,-1 1 1 0 0,1 0-1 0 0,0-1 1 0 0,-1 1-1 0 0,1 0 1 0 0,-1-1-1 0 0,0 1 1 0 0,0 0-1 0 0,0 0 1 0 0,-1 0-1 0 0,1-1 1 0 0,0 1-1 0 0,-1 0 1 0 0,0-1-1 0 0,0 1 1 0 0,-1 4-1 0 0,-1-2 36 0 0,0 1 0 0 0,-1 0 1 0 0,0-1-1 0 0,0 0 0 0 0,0 0 0 0 0,0 0 0 0 0,-1-1 0 0 0,0 1 1 0 0,0-1-1 0 0,0 0 0 0 0,0-1 0 0 0,-7 5 0 0 0,-3 0 27 0 0,0-1 0 0 0,0-1 0 0 0,-26 8 0 0 0,12-6-89 0 0,1-1 1 0 0,-1-1 0 0 0,0-2-1 0 0,0-1 1 0 0,0-1 0 0 0,-1-2 0 0 0,1-1-1 0 0,-47-7 1 0 0,73 8-43 0 0,0-1-1 0 0,1 0 1 0 0,-1 0-1 0 0,0 0 1 0 0,0 0 0 0 0,0 0-1 0 0,1-1 1 0 0,-1 1-1 0 0,1-1 1 0 0,-4-2 0 0 0,5 3-15 0 0,1 1 1 0 0,-1-1-1 0 0,0 0 1 0 0,1 0-1 0 0,-1 1 0 0 0,1-1 1 0 0,-1 0-1 0 0,1 0 1 0 0,0 0-1 0 0,-1 0 1 0 0,1 0-1 0 0,0 1 1 0 0,0-1-1 0 0,-1 0 1 0 0,1 0-1 0 0,0 0 1 0 0,0 0-1 0 0,0 0 1 0 0,0 0-1 0 0,0 0 1 0 0,0 0-1 0 0,1 0 1 0 0,-1 0-1 0 0,0 0 1 0 0,0 1-1 0 0,1-1 1 0 0,-1 0-1 0 0,0 0 1 0 0,1 0-1 0 0,-1 0 1 0 0,1 1-1 0 0,-1-1 1 0 0,1 0-1 0 0,-1 0 1 0 0,1 1-1 0 0,1-2 1 0 0,3-3-779 0 0,-1 0 1 0 0,1 1-1 0 0,0-1 0 0 0,1 1 1 0 0,-1 0-1 0 0,7-3 0 0 0,9-4-7565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5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18223 0 0,'0'0'4173'0'0,"0"2"-2969"0"0,6 23 4454 0 0,-5-23-5603 0 0,0-1 1 0 0,0 1 0 0 0,0 0 0 0 0,0-1 0 0 0,0 1 0 0 0,1-1 0 0 0,-1 1-1 0 0,1-1 1 0 0,-1 1 0 0 0,1-1 0 0 0,-1 0 0 0 0,1 0 0 0 0,0 0 0 0 0,-1 0-1 0 0,1 0 1 0 0,0 0 0 0 0,4 1 0 0 0,9 2 166 0 0,0 0-1 0 0,29 4 1 0 0,-25-6-115 0 0,27 8 1 0 0,-45-10-98 0 0,1 0 0 0 0,-1 1 0 0 0,1-1 0 0 0,-1 1 1 0 0,1-1-1 0 0,-1 1 0 0 0,1 0 0 0 0,-1-1 0 0 0,1 1 0 0 0,-1 0 0 0 0,0 0 0 0 0,0 0 0 0 0,1 0 0 0 0,-1 0 1 0 0,0 0-1 0 0,0 1 0 0 0,0-1 0 0 0,0 0 0 0 0,0 1 0 0 0,0-1 0 0 0,-1 0 0 0 0,1 1 0 0 0,0-1 1 0 0,-1 1-1 0 0,1-1 0 0 0,-1 1 0 0 0,1-1 0 0 0,-1 1 0 0 0,0-1 0 0 0,0 1 0 0 0,0 0 0 0 0,0-1 0 0 0,0 1 1 0 0,0-1-1 0 0,0 1 0 0 0,0 0 0 0 0,0-1 0 0 0,-1 3 0 0 0,-2 2 60 0 0,1 1 0 0 0,-1-1-1 0 0,0 0 1 0 0,0 0 0 0 0,-1 0 0 0 0,0-1-1 0 0,-8 10 1 0 0,-73 92 415 0 0,61-77-401 0 0,-9 10 19 0 0,21-24-103 0 0,10-10 0 0 0,9 0 0 0 0,-4-5 0 0 0,-1 0 0 0 0,1 0 0 0 0,0-1 0 0 0,0 1 0 0 0,-1-1 0 0 0,1 0 0 0 0,0 1 0 0 0,-1-1 0 0 0,6-1 0 0 0,26-4 0 0 0,-27 3 0 0 0,7-2-720 0 0,0-1 1 0 0,0 0-1 0 0,-1-1 0 0 0,1-1 0 0 0,-1 0 1 0 0,22-17-1 0 0,-17 13-967 0 0,-2 0-7844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5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86 13823 0 0,'-25'-17'15822'0'0,"33"9"-13588"0"0,-2 5-2127 0 0,0-1 0 0 0,1 1 0 0 0,0 0 0 0 0,-1 0 0 0 0,1 1 0 0 0,10-3 0 0 0,47-6-402 0 0,-42 8 438 0 0,28-7-91 0 0,-27 6-1212 0 0,-1 0-1 0 0,39-2 0 0 0,-41 10-2038 0 0</inkml:trace>
  <inkml:trace contextRef="#ctx0" brushRef="#br0" timeOffset="1">125 124 19895 0 0,'-1'1'911'0'0,"-25"8"6615"0"0,26-8-7435 0 0,0 0 0 0 0,1-1 0 0 0,-1 1 0 0 0,1-1 0 0 0,-1 1 0 0 0,1 0-1 0 0,-1-1 1 0 0,1 1 0 0 0,-1-1 0 0 0,1 1 0 0 0,-1-1 0 0 0,1 1 0 0 0,0-1-1 0 0,-1 1 1 0 0,1-1 0 0 0,0 0 0 0 0,-1 1 0 0 0,1-1 0 0 0,1 0 0 0 0,14 6 497 0 0,-4-5-496 0 0,-1 0 0 0 0,1-1 0 0 0,-1 0 1 0 0,1-1-1 0 0,15-2 0 0 0,-9 0-104 0 0,17-2-722 0 0,36-12 1 0 0,0 1-2319 0 0,-40 11 1475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5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19 19751 0 0,'-8'-4'1788'0'0,"2"2"-1386"0"0,0-1-1 0 0,0 1 1 0 0,-1 0-1 0 0,1 0 1 0 0,-1 1-1 0 0,0 0 1 0 0,1 0-1 0 0,-1 1 1 0 0,0-1-1 0 0,-11 2 1 0 0,-3 1 817 0 0,0 1 0 0 0,-23 7 1 0 0,18-4-1008 0 0,1 2 0 0 0,0 0 1 0 0,1 2-1 0 0,0 1 1 0 0,0 1-1 0 0,-28 18 0 0 0,48-27-205 0 0,1 0 0 0 0,-1 0 0 0 0,1-1 0 0 0,0 2-1 0 0,0-1 1 0 0,0 0 0 0 0,0 1 0 0 0,1-1-1 0 0,-1 1 1 0 0,-2 5 0 0 0,5-8-7 0 0,0-1 0 0 0,-1 1 0 0 0,1-1 0 0 0,0 1 0 0 0,-1 0 0 0 0,1-1 0 0 0,0 1 0 0 0,0-1 0 0 0,-1 1 0 0 0,1 0 0 0 0,0-1 0 0 0,0 1 0 0 0,0 0 0 0 0,0-1 0 0 0,0 1 0 0 0,0 0 0 0 0,0 0 0 0 0,0-1 0 0 0,0 1 0 0 0,1 0 0 0 0,-1-1 0 0 0,0 1 0 0 0,0-1 0 0 0,0 1 0 0 0,1 0 0 0 0,0 1 0 0 0,-1 1 1 0 0,0 1-3 0 0,10 9 14 0 0,-4-8 11 0 0,0 0-1 0 0,-1-1 1 0 0,1 1 0 0 0,1-1 0 0 0,-1 0 0 0 0,1-1 0 0 0,-1 0 0 0 0,1 0 0 0 0,0 0 0 0 0,0-1-1 0 0,8 2 1 0 0,8 1 41 0 0,1-2 0 0 0,27 2 0 0 0,-41-4-32 0 0,114 10 248 0 0,-99-8-214 0 0,0 2 1 0 0,45 14-1 0 0,-67-18-56 0 0,-2-1-7 0 0,-1 0 0 0 0,1 0 1 0 0,0 0-1 0 0,0 1 0 0 0,0-1 0 0 0,-1 0 0 0 0,1 1 0 0 0,0-1 0 0 0,0 0 1 0 0,-1 1-1 0 0,1-1 0 0 0,0 1 0 0 0,-1-1 0 0 0,1 1 0 0 0,0-1 0 0 0,-1 1 0 0 0,1 0 1 0 0,-1-1-1 0 0,1 1 0 0 0,0 0 0 0 0,-1 0 2 0 0,1 0 0 0 0,0 0 0 0 0,-1 0-1 0 0,1 0 1 0 0,-1 0 0 0 0,1 0 0 0 0,-1 0 0 0 0,1 0 0 0 0,-1 0-1 0 0,0 0 1 0 0,1 0 0 0 0,-1 0 0 0 0,0 0 0 0 0,0 0 0 0 0,0 0-1 0 0,0 0 1 0 0,0 0 0 0 0,0 0 0 0 0,0 0 0 0 0,0 0 0 0 0,0 0-1 0 0,-1 0 1 0 0,1 0 0 0 0,0 0 0 0 0,-1 0 0 0 0,1 0 0 0 0,0 0-1 0 0,-1 0 1 0 0,1 0 0 0 0,-1 0 0 0 0,0 0 0 0 0,1 0 0 0 0,-1 0-1 0 0,0-1 1 0 0,-1 2 0 0 0,-3 4 11 0 0,0-1 1 0 0,-1 0-1 0 0,-10 8 0 0 0,13-12-3 0 0,-13 10-7 0 0,-1-1-1 0 0,-1 0 1 0 0,0-2 0 0 0,-28 10-1 0 0,-79 19-158 0 0,110-34 90 0 0,-10 3-64 0 0,12-3-587 0 0,-23 8 0 0 0,35-11 36 0 0,11 2-5377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24847 0 0,'0'0'2255'0'0,"1"1"-1858"0"0,9 6 490 0 0,-1 0 0 0 0,10 13 0 0 0,-16-17-581 0 0,0 1-1 0 0,0 0 1 0 0,-1 1-1 0 0,0-1 1 0 0,0 0-1 0 0,2 8 1 0 0,2 8-164 0 0,0 0 0 0 0,-2-1 0 0 0,4 41 0 0 0,-6 63-697 0 0,-2-98 203 0 0,-1-13-825 0 0,1-7-1473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0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77 117 4607 0 0,'0'0'19439'0'0,"2"0"-18634"0"0,-1 0-672 0 0,0 0 0 0 0,0 0 0 0 0,-1 0 1 0 0,1 0-1 0 0,0 0 0 0 0,0 0 0 0 0,0 1 0 0 0,0-1 0 0 0,0 0 0 0 0,-1 0 0 0 0,1 1 1 0 0,0-1-1 0 0,0 0 0 0 0,0 1 0 0 0,-1-1 0 0 0,1 1 0 0 0,0-1 0 0 0,-1 1 0 0 0,1-1 0 0 0,0 1 1 0 0,-1 0-1 0 0,1-1 0 0 0,-1 1 0 0 0,1 0 0 0 0,-1-1 0 0 0,1 1 0 0 0,0 1 0 0 0,-1-1-79 0 0,0 0 0 0 0,0 0 0 0 0,0 0-1 0 0,0 0 1 0 0,0 1 0 0 0,0-1 0 0 0,0 0-1 0 0,0 0 1 0 0,-1 0 0 0 0,1 0 0 0 0,0 0-1 0 0,-1 0 1 0 0,1 0 0 0 0,0 0 0 0 0,-1 0-1 0 0,0 0 1 0 0,1 0 0 0 0,-1 0 0 0 0,1 0-1 0 0,-1 0 1 0 0,0 0 0 0 0,0 0 0 0 0,-1 0-1 0 0,0 1-23 0 0,1-1-17 0 0,0 1 0 0 0,0-1 0 0 0,0 0 0 0 0,-1 0 0 0 0,1 0-1 0 0,0 0 1 0 0,-1 0 0 0 0,1-1 0 0 0,-1 1 0 0 0,1 0 0 0 0,-1-1-1 0 0,0 1 1 0 0,1-1 0 0 0,-1 1 0 0 0,1-1 0 0 0,-1 0 0 0 0,0 1-1 0 0,1-1 1 0 0,-1 0 0 0 0,0 0 0 0 0,1 0 0 0 0,-3-1 0 0 0,2 1-9 0 0,0 0-1 0 0,1 0 1 0 0,-1-1 0 0 0,0 1 0 0 0,0-1 0 0 0,0 1-1 0 0,1-1 1 0 0,-1 1 0 0 0,0-1 0 0 0,1 0 0 0 0,-1 0-1 0 0,0 0 1 0 0,-2-2 0 0 0,4 2-5 0 0,-1 1 0 0 0,1-1 1 0 0,-1 0-1 0 0,0 0 0 0 0,1 0 0 0 0,0 0 0 0 0,-1 0 1 0 0,1 1-1 0 0,-1-1 0 0 0,1 0 0 0 0,0 0 0 0 0,0 0 0 0 0,0 0 1 0 0,-1 0-1 0 0,1 0 0 0 0,0 0 0 0 0,0 0 0 0 0,0 0 1 0 0,0 0-1 0 0,1 0 0 0 0,-1 0 0 0 0,0 0 0 0 0,0 0 0 0 0,1 0 1 0 0,-1 0-1 0 0,0 0 0 0 0,1-1 0 0 0,1-1-36 0 0,-1-2 33 0 0,0 1 0 0 0,1 0-1 0 0,-1 0 1 0 0,1 0 0 0 0,0 0 0 0 0,1 0-1 0 0,-1 1 1 0 0,0-1 0 0 0,1 1 0 0 0,0-1-1 0 0,0 1 1 0 0,0 0 0 0 0,0 0-1 0 0,1 0 1 0 0,-1 1 0 0 0,1-1 0 0 0,0 1-1 0 0,0 0 1 0 0,-1 0 0 0 0,6-2 0 0 0,1 1 15 0 0,0-1 0 0 0,0 2 0 0 0,1-1 0 0 0,-1 1 1 0 0,1 1-1 0 0,0 0 0 0 0,11 1 0 0 0,-21-1-7 0 0,1 1 0 0 0,0 0 1 0 0,-1 0-1 0 0,1 0 0 0 0,-1 0 0 0 0,1 0 0 0 0,0 1 0 0 0,-1-1 1 0 0,1 0-1 0 0,-1 1 0 0 0,1-1 0 0 0,-1 1 0 0 0,4 1 0 0 0,-1 0 9 0 0,-2-1-9 0 0,-1 0 0 0 0,1-1 1 0 0,0 1-1 0 0,-1 0 1 0 0,1 0-1 0 0,0 0 0 0 0,-1 0 1 0 0,1 0-1 0 0,-1 0 0 0 0,0 1 1 0 0,2 1-1 0 0,1 1 8 0 0,7 8 69 0 0,-10-7-68 0 0,-2-3-1 0 0,2 2-2 0 0,0-1-1 0 0,-1 1 1 0 0,0 0 0 0 0,1-1-1 0 0,-1 1 1 0 0,-1-1-1 0 0,1 1 1 0 0,0 0-1 0 0,-1-1 1 0 0,0 1-1 0 0,0-1 1 0 0,0 1-1 0 0,0-1 1 0 0,-1 0-1 0 0,1 0 1 0 0,-1 1-1 0 0,0-1 1 0 0,0 0-1 0 0,0 0 1 0 0,0-1 0 0 0,0 1-1 0 0,-1 0 1 0 0,1-1-1 0 0,-1 1 1 0 0,0-1-1 0 0,-4 3 1 0 0,3-2 3 0 0,-1-1 1 0 0,1 1-1 0 0,-1-1 0 0 0,0 0 1 0 0,0 0-1 0 0,0 0 1 0 0,-1-1-1 0 0,1 0 0 0 0,0 0 1 0 0,0 0-1 0 0,-1-1 1 0 0,1 1-1 0 0,0-1 0 0 0,-1-1 1 0 0,1 1-1 0 0,0-1 1 0 0,-7-1-1 0 0,6 0-42 0 0,-1 0 0 0 0,1 0 1 0 0,0-1-1 0 0,0 0 0 0 0,0 0 0 0 0,1 0 0 0 0,-1-1 1 0 0,1 1-1 0 0,-7-8 0 0 0,10 10 19 0 0,0-1 0 0 0,0 0 0 0 0,1 0 0 0 0,-1 0 0 0 0,1 0 0 0 0,0 0 1 0 0,0 0-1 0 0,-1 0 0 0 0,1 0 0 0 0,0 0 0 0 0,1-1 0 0 0,-1 1 0 0 0,0 0 0 0 0,1-1 0 0 0,-1 1 0 0 0,1 0 0 0 0,0-1 0 0 0,0 1 0 0 0,0-1 0 0 0,0 1 0 0 0,0 0 1 0 0,0-1-1 0 0,1 1 0 0 0,-1-1 0 0 0,1 1 0 0 0,0 0 0 0 0,0 0 0 0 0,2-5 0 0 0,-1 3 29 0 0,1 0 1 0 0,0 0-1 0 0,0 0 0 0 0,1 0 1 0 0,-1 1-1 0 0,1-1 0 0 0,0 1 0 0 0,0 0 1 0 0,0 0-1 0 0,0 0 0 0 0,0 1 1 0 0,0 0-1 0 0,1-1 0 0 0,0 1 0 0 0,-1 1 1 0 0,10-3-1 0 0,1 0 51 0 0,-1 1 1 0 0,1 1-1 0 0,0 0 1 0 0,20 1-1 0 0,-31 1-55 0 0,0 0 0 0 0,-1 1 0 0 0,1-1-1 0 0,0 1 1 0 0,0-1 0 0 0,-1 1 0 0 0,1 0 0 0 0,0 1 0 0 0,-1-1-1 0 0,1 1 1 0 0,-1-1 0 0 0,0 1 0 0 0,1 0 0 0 0,-1 0 0 0 0,0 1 0 0 0,0-1-1 0 0,4 5 1 0 0,-5-5-7 0 0,0 1 0 0 0,-1-1 0 0 0,1 1-1 0 0,-1 0 1 0 0,1-1 0 0 0,-1 1 0 0 0,0 0-1 0 0,0 0 1 0 0,0 0 0 0 0,-1 0 0 0 0,1 0-1 0 0,-1 0 1 0 0,1 0 0 0 0,-1 0 0 0 0,0 0-1 0 0,0 0 1 0 0,0 0 0 0 0,-1 0 0 0 0,1 0-1 0 0,-1 0 1 0 0,0 0 0 0 0,1-1 0 0 0,-3 4-1 0 0,1 2 8 0 0,-2-1-1 0 0,1 0 1 0 0,-1 0-1 0 0,0 0 1 0 0,0 0-1 0 0,-1-1 0 0 0,0 0 1 0 0,0 0-1 0 0,-1 0 1 0 0,1 0-1 0 0,-8 5 1 0 0,9-9-7 0 0,0 1-1 0 0,0 0 1 0 0,0-1 0 0 0,0 0 0 0 0,-1 0 0 0 0,1 0 0 0 0,0 0 0 0 0,-1-1-1 0 0,0 1 1 0 0,1-1 0 0 0,-1-1 0 0 0,0 1 0 0 0,1-1 0 0 0,-1 1 0 0 0,0-1 0 0 0,0-1-1 0 0,1 1 1 0 0,-1-1 0 0 0,-8-1 0 0 0,5-1-25 0 0,0 1 0 0 0,1-1 0 0 0,0-1 0 0 0,-1 1 0 0 0,1-1-1 0 0,0 0 1 0 0,1-1 0 0 0,-1 0 0 0 0,1 0 0 0 0,-6-6 0 0 0,10 9 11 0 0,0-1-1 0 0,0 1 1 0 0,0 0 0 0 0,1-1 0 0 0,-1 1-1 0 0,1-1 1 0 0,-1 0 0 0 0,1 0 0 0 0,0 1-1 0 0,0-1 1 0 0,0 0 0 0 0,0 0 0 0 0,1 0-1 0 0,-1 0 1 0 0,1 0 0 0 0,0 0-1 0 0,-1 0 1 0 0,2 0 0 0 0,-1 0 0 0 0,0 0-1 0 0,0 0 1 0 0,1 0 0 0 0,0 0 0 0 0,0 0-1 0 0,-1 0 1 0 0,2 0 0 0 0,-1 1 0 0 0,0-1-1 0 0,3-3 1 0 0,-2 1 1 0 0,1 0 0 0 0,0 0 0 0 0,1 1 0 0 0,-1-1 0 0 0,1 1 0 0 0,0 0 1 0 0,0 0-1 0 0,0 1 0 0 0,0-1 0 0 0,1 1 0 0 0,-1 0 0 0 0,10-5 0 0 0,-1 2 30 0 0,0 0 0 0 0,0 1 0 0 0,25-7 1 0 0,-32 11-18 0 0,0 0 1 0 0,0 0-1 0 0,1 1 1 0 0,-1-1-1 0 0,0 1 1 0 0,0 1-1 0 0,0-1 1 0 0,0 1-1 0 0,1 0 1 0 0,-1 1-1 0 0,7 2 1 0 0,-11-4-6 0 0,0 1 0 0 0,-1-1 0 0 0,1 1 0 0 0,-1-1 0 0 0,1 1 0 0 0,-1 0 0 0 0,1 0 0 0 0,-1 0 0 0 0,1-1 0 0 0,-1 1 0 0 0,0 1 0 0 0,0-1 0 0 0,1 0 1 0 0,-1 0-1 0 0,0 0 0 0 0,1 2 0 0 0,1 2 9 0 0,-1-2-1 0 0,0 0 0 0 0,0 0 1 0 0,0 0-1 0 0,0 1 1 0 0,-1-1-1 0 0,1 1 1 0 0,-1-1-1 0 0,0 1 0 0 0,0 0 1 0 0,0-1-1 0 0,-1 1 1 0 0,1 0-1 0 0,-1 0 0 0 0,0-1 1 0 0,0 1-1 0 0,0 0 1 0 0,-1 0-1 0 0,1-1 0 0 0,-2 7 1 0 0,0-1 13 0 0,-1-1-1 0 0,0 0 1 0 0,0 0 0 0 0,0 0 0 0 0,-1 0 0 0 0,0 0 0 0 0,-8 10-1 0 0,5-9-10 0 0,1-1 0 0 0,-1 0 0 0 0,-1-1 0 0 0,1 0 0 0 0,-1 0 0 0 0,-1 0 0 0 0,-9 5 0 0 0,13-9-8 0 0,0 0 0 0 0,0-1 0 0 0,-1 0 0 0 0,1 0 0 0 0,-1 0 0 0 0,1 0 0 0 0,-1-1 0 0 0,0 0 0 0 0,0 0 1 0 0,1-1-1 0 0,-1 0 0 0 0,0 0 0 0 0,0 0 0 0 0,-9-2 0 0 0,10 2-27 0 0,-1-2 0 0 0,1 1-1 0 0,0-1 1 0 0,-1 0 0 0 0,1 0 0 0 0,0 0 0 0 0,0-1 0 0 0,0 1-1 0 0,0-1 1 0 0,-8-7 0 0 0,11 7 8 0 0,-1 1 1 0 0,1-1-1 0 0,0 1 1 0 0,0-1-1 0 0,0 0 1 0 0,0 0-1 0 0,1 0 1 0 0,-1 0-1 0 0,1 0 1 0 0,-1 0-1 0 0,1 0 0 0 0,0-1 1 0 0,1 1-1 0 0,-1 0 1 0 0,0-1-1 0 0,1 1 1 0 0,0-1-1 0 0,0 1 1 0 0,0-5-1 0 0,1 2-2 0 0,0 1 0 0 0,0-1 0 0 0,1 0 0 0 0,-1 1 0 0 0,1 0 0 0 0,0-1 0 0 0,1 1 0 0 0,-1 0 0 0 0,1 0 0 0 0,0 0 0 0 0,1 0 0 0 0,-1 1 0 0 0,1-1 0 0 0,0 1 0 0 0,0 0 0 0 0,5-4 0 0 0,-1 1 23 0 0,0 1 1 0 0,1 1 0 0 0,-1-1-1 0 0,1 1 1 0 0,0 1 0 0 0,1 0-1 0 0,-1 0 1 0 0,15-3 0 0 0,-19 5 3 0 0,1 1-1 0 0,-1 0 1 0 0,1 1 0 0 0,-1-1 0 0 0,1 1 0 0 0,0 0 0 0 0,-1 1-1 0 0,1-1 1 0 0,-1 1 0 0 0,1 0 0 0 0,0 0 0 0 0,-1 1 0 0 0,0 0 0 0 0,1 0-1 0 0,8 4 1 0 0,-10-3-2 0 0,0-1 0 0 0,-1 1 0 0 0,1 0-1 0 0,0 0 1 0 0,-1 1 0 0 0,0-1 0 0 0,0 1 0 0 0,0 0-1 0 0,0-1 1 0 0,-1 1 0 0 0,1 0 0 0 0,-1 1-1 0 0,0-1 1 0 0,0 0 0 0 0,-1 1 0 0 0,1-1 0 0 0,-1 1-1 0 0,0-1 1 0 0,1 6 0 0 0,-1-3 6 0 0,-1-1 0 0 0,1 1 0 0 0,-1 0 0 0 0,-1 0-1 0 0,1 0 1 0 0,-1 0 0 0 0,0 0 0 0 0,-3 8 0 0 0,3-12-9 0 0,0 0-1 0 0,-1 0 1 0 0,1 0-1 0 0,-1 1 1 0 0,1-2-1 0 0,-1 1 1 0 0,0 0 0 0 0,0 0-1 0 0,0 0 1 0 0,-1-1-1 0 0,1 1 1 0 0,-1-1 0 0 0,1 0-1 0 0,-1 0 1 0 0,0 0-1 0 0,0 0 1 0 0,0 0-1 0 0,-5 2 1 0 0,4-3-11 0 0,0 0 0 0 0,-1 0 1 0 0,1 0-1 0 0,-1-1 0 0 0,1 0 0 0 0,-1 1 0 0 0,1-2 1 0 0,-1 1-1 0 0,1 0 0 0 0,-1-1 0 0 0,1 0 0 0 0,-1 0 1 0 0,1 0-1 0 0,0-1 0 0 0,0 1 0 0 0,-1-1 0 0 0,-3-3 1 0 0,-3-1-12 0 0,0 0 0 0 0,1-1 0 0 0,0 0-1 0 0,1 0 1 0 0,-11-11 0 0 0,18 15 4 0 0,-1 0 0 0 0,0 0 0 0 0,1 0 0 0 0,-1 0-1 0 0,1-1 1 0 0,0 1 0 0 0,0-1 0 0 0,0 1 0 0 0,1-1 0 0 0,-1 0-1 0 0,1 0 1 0 0,0 0 0 0 0,0 1 0 0 0,-1-8 0 0 0,2 8 4 0 0,0 0 0 0 0,0 0 1 0 0,1 1-1 0 0,-1-1 1 0 0,1 0-1 0 0,-1 0 0 0 0,1 1 1 0 0,0-1-1 0 0,0 1 0 0 0,0-1 1 0 0,1 0-1 0 0,-1 1 1 0 0,0 0-1 0 0,1-1 0 0 0,0 1 1 0 0,-1 0-1 0 0,1 0 1 0 0,0 0-1 0 0,0 0 0 0 0,0 0 1 0 0,5-2-1 0 0,3-3 18 0 0,0 1-1 0 0,1 0 1 0 0,0 0 0 0 0,0 2-1 0 0,0-1 1 0 0,0 1 0 0 0,1 1-1 0 0,19-3 1 0 0,-24 5-3 0 0,0 0 1 0 0,0 1-1 0 0,0 0 0 0 0,0 0 0 0 0,0 1 1 0 0,0-1-1 0 0,8 3 0 0 0,-11-2-6 0 0,0 1 1 0 0,0-1-1 0 0,0 1 0 0 0,-1 0 1 0 0,1 0-1 0 0,0 0 0 0 0,-1 0 0 0 0,1 1 1 0 0,-1-1-1 0 0,0 1 0 0 0,0 0 1 0 0,5 5-1 0 0,-6-5 9 0 0,1 1-1 0 0,-1-1 1 0 0,0 0-1 0 0,0 1 1 0 0,0-1 0 0 0,-1 1-1 0 0,1 0 1 0 0,-1 0-1 0 0,0-1 1 0 0,0 1 0 0 0,0 0-1 0 0,0 0 1 0 0,-1 0 0 0 0,0 0-1 0 0,1 0 1 0 0,-2 0-1 0 0,1 0 1 0 0,0 0 0 0 0,-1 0-1 0 0,0 0 1 0 0,0 0-1 0 0,0 0 1 0 0,0 0 0 0 0,0-1-1 0 0,-1 1 1 0 0,0 0-1 0 0,0-1 1 0 0,0 1 0 0 0,0-1-1 0 0,-3 4 1 0 0,1-2 1 0 0,0 0 1 0 0,-1-1 0 0 0,1 1-1 0 0,-1-1 1 0 0,0 0-1 0 0,0 0 1 0 0,0 0 0 0 0,-1-1-1 0 0,1 0 1 0 0,-1 0-1 0 0,0-1 1 0 0,0 1 0 0 0,0-1-1 0 0,0 0 1 0 0,0-1-1 0 0,-1 1 1 0 0,1-1-1 0 0,-9 0 1 0 0,6-1-13 0 0,0 0 0 0 0,0-1 0 0 0,0-1 0 0 0,0 1 0 0 0,-15-6 0 0 0,19 6 0 0 0,-1-2 0 0 0,1 1 0 0 0,1-1 0 0 0,-1 1 0 0 0,0-1 0 0 0,1 0 0 0 0,-1-1 0 0 0,1 1 0 0 0,0-1 0 0 0,-6-7 0 0 0,8 9-5 0 0,0 0 1 0 0,0-1-1 0 0,1 1 0 0 0,-1-1 1 0 0,1 1-1 0 0,0-1 1 0 0,-1 1-1 0 0,1-1 0 0 0,0 0 1 0 0,0 1-1 0 0,1-1 0 0 0,-1 0 1 0 0,1 0-1 0 0,-1 0 0 0 0,1 0 1 0 0,0 0-1 0 0,0 1 0 0 0,0-1 1 0 0,1 0-1 0 0,-1 0 1 0 0,1 0-1 0 0,-1 0 0 0 0,1 1 1 0 0,0-1-1 0 0,0 0 0 0 0,0 1 1 0 0,3-5-1 0 0,-1 2-2 0 0,1-1 0 0 0,0 1 0 0 0,0 1-1 0 0,0-1 1 0 0,1 1 0 0 0,0-1 0 0 0,-1 1 0 0 0,2 1 0 0 0,-1-1-1 0 0,0 1 1 0 0,10-5 0 0 0,-7 4 2 0 0,1 0 1 0 0,-1 1-1 0 0,1 0 1 0 0,0 0-1 0 0,0 1 1 0 0,0 0-1 0 0,0 0 0 0 0,1 1 1 0 0,-1 1-1 0 0,0-1 1 0 0,0 1-1 0 0,1 1 1 0 0,14 2-1 0 0,-22-2 5 0 0,0-1 0 0 0,0 0 0 0 0,0 1 0 0 0,0-1 0 0 0,0 1 0 0 0,0 0 0 0 0,0 0 0 0 0,0 0 0 0 0,3 1 0 0 0,0 2 0 0 0,-4-4 0 0 0,0 0 0 0 0,-1 1 0 0 0,1-1 0 0 0,0 0 0 0 0,0 1 0 0 0,0-1 0 0 0,-1 1 0 0 0,1-1 0 0 0,0 1 0 0 0,0-1 0 0 0,-1 1 0 0 0,1 0 0 0 0,0-1 0 0 0,-1 1 0 0 0,1 0 0 0 0,-1-1 0 0 0,1 1 0 0 0,-1 0 0 0 0,0 0 0 0 0,1 0 0 0 0,-1-1 0 0 0,0 1 0 0 0,1 0 0 0 0,-1 0 0 0 0,0 2 0 0 0,1-1 0 0 0,0 1 1 0 0,-1 0 1 0 0,1-1-1 0 0,-1 1 0 0 0,0 0 1 0 0,0 0-1 0 0,0-1 0 0 0,0 1 1 0 0,0 0-1 0 0,0-1 0 0 0,-1 1 1 0 0,1 0-1 0 0,-1 0 0 0 0,0-1 0 0 0,0 1 1 0 0,0-1-1 0 0,0 1 0 0 0,0-1 1 0 0,0 0-1 0 0,-1 1 0 0 0,-2 2 1 0 0,1-1-13 0 0,-1 1-1 0 0,-1-1 1 0 0,1 0 0 0 0,-1-1 0 0 0,1 1 0 0 0,-1-1 0 0 0,0 0 0 0 0,0 0 0 0 0,0-1-1 0 0,-9 4 1 0 0,0-2-367 0 0,10-3-2136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0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60 5983 0 0,'-1'-7'-170'0'0,"-1"-18"3575"0"0,2 24-2521 0 0,0-1-1 0 0,0 0 0 0 0,1 1 1 0 0,-1-1-1 0 0,0 1 0 0 0,0-1 1 0 0,1 1-1 0 0,-1 0 1 0 0,1-1-1 0 0,-1 1 0 0 0,1-1 1 0 0,2-2 2551 0 0,-3 4-3292 0 0,0 0 1 0 0,-1 0-1 0 0,1-1 1 0 0,0 1-1 0 0,0 0 1 0 0,0 0-1 0 0,0 0 1 0 0,0-1-1 0 0,0 1 1 0 0,0 0-1 0 0,0 0 1 0 0,1 0-1 0 0,-1-1 1 0 0,0 1-1 0 0,0 0 1 0 0,1-2 1722 0 0,-1 2-1723 0 0,1 0 1 0 0,-1-1-1 0 0,0 1 1 0 0,7 2 1025 0 0,6 9-821 0 0,-10-7-247 0 0,1 1 0 0 0,-1-1 0 0 0,-1 1 0 0 0,1 0 0 0 0,-1 0 0 0 0,0 0 1 0 0,0 0-1 0 0,0 0 0 0 0,-1 1 0 0 0,1-1 0 0 0,0 8 0 0 0,-1 4 63 0 0,0 1 0 0 0,-1 21 0 0 0,-2 25 96 0 0,2-26-5981 0 0,-7-77-5908 0 0,6 28 5506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05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475 136 14191 0 0,'-12'-23'1089'0'0,"6"12"-602"0"0,0 1-1 0 0,-12-16 0 0 0,12 18 561 0 0,-1 1-1 0 0,1 0 1 0 0,-1 0-1 0 0,-1 1 1 0 0,-15-12-1 0 0,20 16-868 0 0,-1 1-1 0 0,0-1 1 0 0,0 0 0 0 0,1 1-1 0 0,-1 0 1 0 0,0 0-1 0 0,0 0 1 0 0,0 0 0 0 0,0 1-1 0 0,0-1 1 0 0,0 1-1 0 0,0 0 1 0 0,-1 1 0 0 0,1-1-1 0 0,0 1 1 0 0,0-1-1 0 0,-4 3 1 0 0,-3 0 14 0 0,0 2-1 0 0,0-1 1 0 0,1 2 0 0 0,-1-1-1 0 0,1 2 1 0 0,1-1-1 0 0,-1 1 1 0 0,-13 13 0 0 0,3 0 101 0 0,0 1 1 0 0,-23 32-1 0 0,29-33-205 0 0,1 1 0 0 0,2 0-1 0 0,-1 1 1 0 0,2 0-1 0 0,1 1 1 0 0,-7 26 0 0 0,9-21-12 0 0,0 1 0 0 0,2 0 1 0 0,2 0-1 0 0,-1 52 0 0 0,4-63-37 0 0,2 0 1 0 0,0 1-1 0 0,1-1 1 0 0,0-1-1 0 0,2 1 1 0 0,0 0-1 0 0,1-1 1 0 0,14 28-1 0 0,-13-32-7 0 0,1 0-1 0 0,0 0 1 0 0,1-1 0 0 0,1 0 0 0 0,0-1-1 0 0,0 0 1 0 0,1-1 0 0 0,1 0 0 0 0,0 0-1 0 0,25 14 1 0 0,-22-15-2 0 0,2-1-1 0 0,-1-1 1 0 0,1 0-1 0 0,0-1 1 0 0,0-1 0 0 0,1-1-1 0 0,-1 0 1 0 0,1-1 0 0 0,0-1-1 0 0,19-1 1 0 0,-12-1 14 0 0,0-2 0 0 0,1-1 0 0 0,-1-1 0 0 0,0-1 0 0 0,-1-1 1 0 0,38-15-1 0 0,-43 14-58 0 0,0-2 1 0 0,0 0-1 0 0,-1-1 1 0 0,32-23-1 0 0,-41 26 7 0 0,1-1 0 0 0,-1-1 0 0 0,-1 0 0 0 0,0 0 0 0 0,0 0 0 0 0,-1-1-1 0 0,0 0 1 0 0,-1-1 0 0 0,9-18 0 0 0,-6 9-19 0 0,-1-1 0 0 0,-1-1 0 0 0,-1 1 0 0 0,-1-1 0 0 0,-1 0 1 0 0,-1 0-1 0 0,1-33 0 0 0,-4 45 17 0 0,-1 0 1 0 0,1 0-1 0 0,-2 0 1 0 0,1 0 0 0 0,-2 0-1 0 0,1 1 1 0 0,-1-1-1 0 0,0 1 1 0 0,-1 0-1 0 0,0 0 1 0 0,-1 0-1 0 0,0 0 1 0 0,0 1 0 0 0,-1-1-1 0 0,0 2 1 0 0,0-1-1 0 0,-1 1 1 0 0,0-1-1 0 0,-9-6 1 0 0,-13-5-9 0 0,0 1-1 0 0,0 1 0 0 0,-2 2 1 0 0,-48-18-1 0 0,12 6-1014 0 0,38 11-1957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5351 0 0,'-6'16'520'0'0,"1"-4"-456"0"0,-1-1-64 0 0,-6 2 0 0 0,4 0 0 0 0,3-2 256 0 0,5 1 48 0 0,4 1 8 0 0,0 0 0 0 0,1-2-248 0 0,0 0-64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6447 0 0,'-6'5'309'0'0,"1"0"0"0"0,0 0 0 0 0,0 1 0 0 0,1-1 0 0 0,0 1 1 0 0,0 0-1 0 0,0 0 0 0 0,0 0 0 0 0,1 1 0 0 0,0 0 0 0 0,-3 10 0 0 0,3-8-17 0 0,1 1 0 0 0,0-1 0 0 0,0 0-1 0 0,1 1 1 0 0,0 0 0 0 0,0-1 0 0 0,1 1 0 0 0,2 11 0 0 0,-1-13-366 0 0,0 0 0 0 0,0-1 0 0 0,1 1 0 0 0,0-1 0 0 0,1 1 0 0 0,0-1 0 0 0,4 9 0 0 0,3 3-2892 0 0,0 0-996 0 0</inkml:trace>
  <inkml:trace contextRef="#ctx0" brushRef="#br0" timeOffset="1">83 1054 6735 0 0,'-18'14'296'0'0,"12"-5"64"0"0,-1 2-288 0 0,2 4-72 0 0,2 1 0 0 0,0 2 0 0 0,1-1 512 0 0,-1 1 96 0 0,0 0 8 0 0,1 2 8 0 0,2-1-304 0 0,0 0-64 0 0,0 1-16 0 0,2 1 0 0 0,1 2-240 0 0,3 1 0 0 0,4 0-88 0 0,-2 1-4240 0 0</inkml:trace>
  <inkml:trace contextRef="#ctx0" brushRef="#br0" timeOffset="2">41 2181 8951 0 0,'-10'39'570'0'0,"1"-3"226"0"0,2 0 0 0 0,-6 64 0 0 0,12-78-834 0 0,1 1 1 0 0,0-1 0 0 0,2 0-1 0 0,1 1 1 0 0,7 30 0 0 0,-3-28-329 0 0,-2 0-2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12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3679 0 0,'-5'6'405'0'0,"0"1"0"0"0,1 0 0 0 0,0 0 0 0 0,0 0 0 0 0,1 1 0 0 0,0-1 0 0 0,-4 16 0 0 0,-8 58 5874 0 0,12-56-5926 0 0,1-3-41 0 0,0-1 0 0 0,2 1 0 0 0,1 0 0 0 0,1-1 0 0 0,8 43 0 0 0,-6-50-752 0 0,0-1 0 0 0,7 15 0 0 0,4 13-833 0 0,-8-17 322 0 0</inkml:trace>
  <inkml:trace contextRef="#ctx0" brushRef="#br0" timeOffset="1">41 1645 12495 0 0,'-1'2'282'0'0,"-3"52"309"0"0,3 85 0 0 0,20-2-312 0 0,-16-118-270 0 0,3 10-781 0 0,12 33-1 0 0,-11-39-3810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2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85 4607 0 0,'-12'0'18319'0'0,"12"11"-16905"0"0,-3 80 1488 0 0,1-83-2796 0 0,1-1 0 0 0,-2 0 0 0 0,1 1 0 0 0,-1-1 0 0 0,0 0 1 0 0,0 0-1 0 0,-1-1 0 0 0,1 1 0 0 0,-6 6 0 0 0,7-12-96 0 0,1 0 1 0 0,0-1-1 0 0,-1 1 0 0 0,1 0 1 0 0,-1-1-1 0 0,1 1 0 0 0,-1-1 1 0 0,1 1-1 0 0,-1-1 0 0 0,1 0 1 0 0,-1 0-1 0 0,1 1 0 0 0,-1-1 1 0 0,1 0-1 0 0,-1-1 0 0 0,1 1 1 0 0,-1 0-1 0 0,0 0 0 0 0,-1-1 1 0 0,-5 0 30 0 0,6 1-38 0 0,0 0 0 0 0,1 0 0 0 0,-1 0 0 0 0,0 0 0 0 0,0-1 0 0 0,1 1 0 0 0,-1 0 0 0 0,1-1 0 0 0,-1 0 0 0 0,0 1 0 0 0,1-1 0 0 0,-1 0 0 0 0,1 0 0 0 0,-1 0 0 0 0,1 0 0 0 0,0 0 0 0 0,-1 0-1 0 0,-1-2 1 0 0,2 1-1 0 0,-1 0 0 0 0,1-1-1 0 0,-1 1 1 0 0,1 0-1 0 0,0-1 1 0 0,0 1-1 0 0,0-1 1 0 0,1 1 0 0 0,-1-1-1 0 0,0 1 1 0 0,1-4-1 0 0,-1 0-10 0 0,1-1 0 0 0,0 1 0 0 0,0-1 0 0 0,1 1 0 0 0,0 0 0 0 0,0-1-1 0 0,0 1 1 0 0,1 0 0 0 0,3-8 0 0 0,3-3-15 0 0,0 0-1 0 0,16-21 1 0 0,-19 30 16 0 0,1 1 1 0 0,0 0 0 0 0,0 0-1 0 0,1 0 1 0 0,0 1-1 0 0,13-10 1 0 0,-14 13 5 0 0,0 0 0 0 0,0 0 0 0 0,0 1 1 0 0,0-1-1 0 0,9-1 0 0 0,-2 1 2 0 0,-7 3 0 0 0,6 2 0 0 0,-10-2 6 0 0,0 1 0 0 0,0 0 0 0 0,-1-1-1 0 0,1 1 1 0 0,-1 0 0 0 0,1 0 0 0 0,-1 0 0 0 0,1 0 0 0 0,-1 0 0 0 0,1 0-1 0 0,-1 1 1 0 0,0-1 0 0 0,0 0 0 0 0,0 1 0 0 0,1-1 0 0 0,-1 1 0 0 0,-1-1-1 0 0,1 1 1 0 0,0 0 0 0 0,0-1 0 0 0,-1 1 0 0 0,1 0 0 0 0,0-1 0 0 0,-1 1-1 0 0,0 0 1 0 0,1 0 0 0 0,-1 2 0 0 0,1 5 32 0 0,0-1-1 0 0,-1 1 1 0 0,0 0-1 0 0,-2 10 1 0 0,1-10-10 0 0,0-1 0 0 0,-1 0-1 0 0,0 0 1 0 0,-1 0 0 0 0,0 0 0 0 0,0 0-1 0 0,-1-1 1 0 0,0 1 0 0 0,0-1 0 0 0,0 0-1 0 0,-1 0 1 0 0,0-1 0 0 0,-1 1 0 0 0,1-1-1 0 0,-1 0 1 0 0,-1-1 0 0 0,1 0 0 0 0,-1 1-1 0 0,1-2 1 0 0,-2 1 0 0 0,1-1 0 0 0,0 0-1 0 0,-1-1 1 0 0,0 0 0 0 0,1 0 0 0 0,-13 3-1 0 0,15-6-20 0 0,-1 1-1 0 0,1-1 0 0 0,0 0 0 0 0,-1 0 1 0 0,1 0-1 0 0,-1-1 0 0 0,1 0 0 0 0,0 0 0 0 0,0 0 1 0 0,-1-1-1 0 0,1 1 0 0 0,-9-6 0 0 0,12 6-6 0 0,0 0-1 0 0,-1 0 1 0 0,1-1-1 0 0,0 1 0 0 0,0-1 1 0 0,0 1-1 0 0,0-1 1 0 0,0 0-1 0 0,1 0 1 0 0,-1 0-1 0 0,0 0 0 0 0,1 0 1 0 0,0 0-1 0 0,-1-1 1 0 0,1 1-1 0 0,0 0 0 0 0,0-1 1 0 0,0 1-1 0 0,1 0 1 0 0,-1-1-1 0 0,0 1 0 0 0,1-1 1 0 0,0 0-1 0 0,-1 1 1 0 0,1-1-1 0 0,0 1 1 0 0,1-1-1 0 0,-1-2 0 0 0,2-1-5 0 0,-1 0-1 0 0,1 1 1 0 0,0-1 0 0 0,0 1-1 0 0,1-1 1 0 0,0 1-1 0 0,0 0 1 0 0,0 0-1 0 0,1 0 1 0 0,-1 1-1 0 0,1-1 1 0 0,0 1-1 0 0,0 0 1 0 0,1 0 0 0 0,-1 0-1 0 0,7-4 1 0 0,-5 4 9 0 0,0 1 0 0 0,1-1 0 0 0,-1 1 1 0 0,1 0-1 0 0,-1 0 0 0 0,1 1 1 0 0,0 0-1 0 0,0 0 0 0 0,0 1 0 0 0,0 0 1 0 0,1 0-1 0 0,-1 0 0 0 0,7 1 0 0 0,-9 0 3 0 0,-1 1-1 0 0,0-1 1 0 0,0 1-1 0 0,0 0 0 0 0,0 0 1 0 0,0 1-1 0 0,0-1 1 0 0,0 1-1 0 0,0 0 1 0 0,0 0-1 0 0,0 0 0 0 0,-1 0 1 0 0,1 1-1 0 0,-1-1 1 0 0,0 1-1 0 0,0 0 0 0 0,4 4 1 0 0,-4-3 13 0 0,0 1 0 0 0,-1-1 0 0 0,1 1 0 0 0,-1 0 0 0 0,0-1-1 0 0,0 1 1 0 0,0 0 0 0 0,-1 0 0 0 0,0 0 0 0 0,0 0 0 0 0,0 1 0 0 0,0-1 0 0 0,-1 9 0 0 0,0-5 20 0 0,-1 0 0 0 0,0 0 0 0 0,-1 0 1 0 0,1-1-1 0 0,-2 1 0 0 0,1 0 0 0 0,-5 8 0 0 0,5-11-19 0 0,-1-1 1 0 0,0 0-1 0 0,0 1 1 0 0,0-1-1 0 0,0 0 0 0 0,-1-1 1 0 0,0 1-1 0 0,0 0 0 0 0,0-1 1 0 0,-1 0-1 0 0,-7 5 0 0 0,8-6 1 0 0,0-1 0 0 0,-1 0-1 0 0,1 0 1 0 0,-1 0-1 0 0,0 0 1 0 0,0-1-1 0 0,1 1 1 0 0,-1-1 0 0 0,0-1-1 0 0,0 1 1 0 0,0-1-1 0 0,-10 0 1 0 0,12 0-18 0 0,0-1 0 0 0,-1 1 1 0 0,1-1-1 0 0,0 0 0 0 0,0 0 0 0 0,0 0 1 0 0,0 0-1 0 0,0-1 0 0 0,0 1 0 0 0,0-1 1 0 0,0 0-1 0 0,1 0 0 0 0,-1 0 1 0 0,1 0-1 0 0,-1 0 0 0 0,1 0 0 0 0,0-1 1 0 0,-1 1-1 0 0,2-1 0 0 0,-4-3 0 0 0,3 2-92 0 0,0 0-1 0 0,0-1 1 0 0,1 1-1 0 0,-1 0 0 0 0,1-1 1 0 0,0 1-1 0 0,0-1 0 0 0,0 0 1 0 0,0 1-1 0 0,1-1 1 0 0,0-7-1 0 0,1 5-239 0 0,0-1 0 0 0,0 1-1 0 0,1 0 1 0 0,0-1 0 0 0,0 1 0 0 0,6-11 0 0 0,0 3-585 0 0,0 1 1 0 0,1 1 0 0 0,0 0-1 0 0,1 0 1 0 0,0 1 0 0 0,15-13-1 0 0,-17 18-66 0 0,0 0-1 0 0,15-8 1 0 0,-3 3-895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2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13823 0 0,'0'0'12751'0'0,"2"-1"-11791"0"0,19-8-165 0 0,1 2 1 0 0,0 0 0 0 0,23-4-1 0 0,-35 9-700 0 0,3-2-79 0 0,-9 3-18 0 0,0 0 0 0 0,0 0 1 0 0,0 0-1 0 0,0 0 0 0 0,5 1 1 0 0,-2 0 17 0 0,0 1 0 0 0,1 0 0 0 0,-1 1 0 0 0,12 3 1 0 0,-13-3 37 0 0,-6-1-46 0 0,1 1-1 0 0,-1-1 1 0 0,1 0-1 0 0,-1 0 1 0 0,0 0-1 0 0,0 0 1 0 0,1 0 0 0 0,-1 1-1 0 0,0-1 1 0 0,0 0-1 0 0,0 0 1 0 0,0 0-1 0 0,0 1 1 0 0,-1 1-1 0 0,1-3 4 0 0,-1 9 6 0 0,0-1 0 0 0,-1 0 0 0 0,-1 1-1 0 0,1-1 1 0 0,-1 0 0 0 0,0-1 0 0 0,-7 12 0 0 0,-36 51 168 0 0,23-37-150 0 0,15-23-28 0 0,5-7-10 0 0,1 0-1 0 0,0 0 1 0 0,0 0 0 0 0,0 0 0 0 0,0 0 0 0 0,0 0 0 0 0,-2 6-1 0 0,4-8 2 0 0,1-1-1 0 0,-1 0 1 0 0,0 1-1 0 0,0-1 1 0 0,0 0-1 0 0,0 1 1 0 0,0-1-1 0 0,1 0 1 0 0,-1 0-1 0 0,0 1 1 0 0,0-1-1 0 0,0 0 1 0 0,1 0-1 0 0,-1 0 0 0 0,0 1 1 0 0,0-1-1 0 0,1 0 1 0 0,-1 0-1 0 0,0 0 1 0 0,1 0-1 0 0,-1 1 1 0 0,0-1-1 0 0,1 0 1 0 0,-1 0-1 0 0,0 0 1 0 0,0 0-1 0 0,1 0 1 0 0,-1 0-1 0 0,1 0 1 0 0,9 2 27 0 0,-5-2-13 0 0,0 0 0 0 0,0 0 0 0 0,1-1 0 0 0,-1 1 0 0 0,0-1 0 0 0,0-1 0 0 0,10-2 0 0 0,35-20 114 0 0,-17 8-87 0 0,50-14-2585 0 0,-16 7-8 0 0,-58 22-2616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21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554 188 7367 0 0,'-34'-23'490'0'0,"21"14"1319"0"0,-22-12 1 0 0,29 18-237 0 0,0 0 0 0 0,1 1 0 0 0,-1 0 1 0 0,-7-1-1 0 0,-7-1 232 0 0,0 1 0 0 0,-33 0 1 0 0,42 3-1509 0 0,0 0 0 0 0,0 2 0 0 0,0-1 0 0 0,1 1 0 0 0,-1 1 1 0 0,-16 5-1 0 0,15-3-107 0 0,0-1 0 0 0,1 2 0 0 0,0 0 0 0 0,0 0 1 0 0,0 1-1 0 0,1 0 0 0 0,-16 14 0 0 0,23-17-140 0 0,-9 6 127 0 0,1 2 1 0 0,1-1-1 0 0,0 2 0 0 0,-15 23 0 0 0,9-6 86 0 0,1 0-1 0 0,-13 37 1 0 0,24-55-219 0 0,1 1-1 0 0,0-1 1 0 0,1 1 0 0 0,0-1 0 0 0,1 1-1 0 0,0 0 1 0 0,1-1 0 0 0,0 1 0 0 0,3 12-1 0 0,-1-10-23 0 0,1-1 1 0 0,0-1-1 0 0,1 1 0 0 0,1 0 0 0 0,0-1 0 0 0,1 0 0 0 0,1 0 0 0 0,15 23 0 0 0,-16-28-15 0 0,1 0 0 0 0,0 0 0 0 0,0-1 0 0 0,1 1 1 0 0,0-2-1 0 0,0 1 0 0 0,1-1 0 0 0,-1 0 0 0 0,2-1 0 0 0,-1 0 0 0 0,0-1 0 0 0,18 7 0 0 0,-10-7 6 0 0,1 0 1 0 0,-1 0-1 0 0,1-2 1 0 0,0 0-1 0 0,-1-1 0 0 0,1-1 1 0 0,0 0-1 0 0,0-2 1 0 0,33-6-1 0 0,-26 2 28 0 0,0-1 0 0 0,0-2 0 0 0,-1 0 0 0 0,-1-2 0 0 0,1 0 0 0 0,24-18 0 0 0,-23 12-5 0 0,-1-2 0 0 0,-1-1 1 0 0,25-28-1 0 0,-37 37-22 0 0,-1-1 0 0 0,0 0 0 0 0,-1-1 0 0 0,0 0 0 0 0,-1-1 0 0 0,0 0 0 0 0,-1 0 0 0 0,5-18 0 0 0,-8 21 6 0 0,-1 0 0 0 0,0-1-1 0 0,-1 0 1 0 0,-1 1 0 0 0,0-1 0 0 0,0 0 0 0 0,-1 1-1 0 0,-1-1 1 0 0,0 0 0 0 0,0 0 0 0 0,-6-18-1 0 0,1 8-39 0 0,-1 1-1 0 0,-1 0 0 0 0,0 0 0 0 0,-2 0 1 0 0,-1 1-1 0 0,0 1 0 0 0,-2 0 0 0 0,0 0 1 0 0,-1 1-1 0 0,0 1 0 0 0,-2 1 0 0 0,0 0 0 0 0,-25-19 1 0 0,37 32-464 0 0,1 1-1 0 0,-1 0 1 0 0,0 0 0 0 0,0 0 0 0 0,0 0 0 0 0,0 0 0 0 0,-6-1-1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2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8287 0 0,'-4'1'390'0'0,"0"1"-1"0"0,0 0 1 0 0,0-1-1 0 0,0 0 1 0 0,0 0-1 0 0,-9 0 2069 0 0,13 0-2121 0 0,-1 0-1 0 0,1 0 1 0 0,0-1 0 0 0,0 1-1 0 0,-1 0 1 0 0,1-1 0 0 0,-1 1-1 0 0,1 0 1 0 0,-1-1 0 0 0,1 1-1 0 0,-1 0 1 0 0,1-1 0 0 0,-1 1-1 0 0,0-1 1 0 0,0 1 0 0 0,-8 9 2600 0 0,5-1-2209 0 0,1-1 0 0 0,0 1-1 0 0,1 0 1 0 0,0-1 0 0 0,0 1 0 0 0,-1 13 0 0 0,1 59 756 0 0,3-57-1143 0 0,5 250 1083 0 0,23 244-522 0 0,-27-485-870 0 0,11 122 52 0 0,11 253 95 0 0,-14-131-43 0 0,0 86 31 0 0,-11-278-113 0 0,2 93 73 0 0,-1-121-103 0 0,-12 86 1 0 0,3-49-10 0 0,3-38-15 0 0,5-30 0 0 0,1-24 0 0 0,-3 12 0 0 0,0-9-75 0 0,3-4-303 0 0,0-8-1766 0 0,0 0 962 0 0,0 0 1 0 0,1 0 0 0 0,2-9-1 0 0,2-3-7719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2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11055 0 0,'-17'8'1563'0'0,"13"-6"-390"0"0,0-1 0 0 0,0 1-1 0 0,1 0 1 0 0,-1 0 0 0 0,0 0 0 0 0,1 0 0 0 0,-1 1 0 0 0,1-1-1 0 0,0 1 1 0 0,-3 4 0 0 0,-29 34 2691 0 0,30-34-3597 0 0,-7 11 175 0 0,1 1 0 0 0,0 0 0 0 0,-15 41 1 0 0,-6 14-96 0 0,26-63-301 0 0,-5 10-3 0 0,0 0-1 0 0,-2-1 1 0 0,0 0 0 0 0,-25 28 0 0 0,31-42-15 0 0,9-13-73 0 0,-1 1 38 0 0,32-84-202 0 0,4-14 131 0 0,-29 72 60 0 0,0 1-3 0 0,19-44 0 0 0,-16 43 42 0 0,-10 30 395 0 0,15 14-165 0 0,-9-5-215 0 0,-1 1 0 0 0,0-1 0 0 0,-1 1 0 0 0,1 1-1 0 0,-1-1 1 0 0,4 12 0 0 0,10 15 38 0 0,-5-13-59 0 0,1-1-1 0 0,1 0 0 0 0,26 27 1 0 0,-33-39-11 0 0,1-1 0 0 0,-1 0 0 0 0,1-1 0 0 0,0 0 0 0 0,1 0 0 0 0,0-1 1 0 0,0-1-1 0 0,0 0 0 0 0,18 6 0 0 0,-28-11-21 0 0,1 1-1 0 0,0 0 1 0 0,-1-1-1 0 0,1 1 1 0 0,0-1-1 0 0,-1 0 1 0 0,1 0 0 0 0,0 1-1 0 0,0-1 1 0 0,-1 0-1 0 0,1 0 1 0 0,0-1-1 0 0,0 1 1 0 0,-1 0 0 0 0,1-1-1 0 0,2 0 1 0 0,1-1-198 0 0,5 0-1299 0 0,2-2-6714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2 246 5063 0 0,'0'0'390'0'0,"-1"-20"4300"0"0,2 13-3643 0 0,1 1 0 0 0,0-1 0 0 0,0 1 0 0 0,0 0 0 0 0,5-8 0 0 0,2-8 351 0 0,-4 12-928 0 0,0 0 0 0 0,9-14 0 0 0,5-8-184 0 0,-14 24-513 0 0,-1 0-1 0 0,2 1 1 0 0,11-14-1 0 0,4-5-2224 0 0,-13 15 574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0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2 631 3223 0 0,'0'0'288'0'0,"0"-9"-288"0"0,0-1 0 0 0,-1 2 1504 0 0,1 0 256 0 0,0-2 40 0 0,1 0 16 0 0,3-3-1384 0 0,2 3-272 0 0,5 2-64 0 0,-3 2 0 0 0,-1-4-96 0 0,-1-1-96 0 0,4-1 16 0 0,-2 3-4336 0 0</inkml:trace>
  <inkml:trace contextRef="#ctx0" brushRef="#br0" timeOffset="1">215 101 6447 0 0,'0'0'696'0'0,"0"-8"-696"0"0,0 0 0 0 0,0-2 0 0 0,1-1 736 0 0,3 1 136 0 0,0 2 24 0 0,1-3 8 0 0,2 1-688 0 0,1 0-144 0 0,-2 4-72 0 0,1-2-4320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1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1 485 4143 0 0,'0'0'368'0'0,"5"-8"-296"0"0,-2 2-72 0 0,2-4 0 0 0,1 0 312 0 0,3 1 40 0 0,-3 0 16 0 0,2 0 0 0 0,0-3-144 0 0,0 1-32 0 0,0 0-8 0 0</inkml:trace>
  <inkml:trace contextRef="#ctx0" brushRef="#br0" timeOffset="1">395 117 7367 0 0,'0'0'656'0'0,"-2"-6"-528"0"0,1-2-128 0 0,1 1 672 0 0,3-1 112 0 0,0-2 16 0 0,2 1 8 0 0,0-1-712 0 0,0 0-96 0 0,0 0-128 0 0,-1 2 32 0 0,5-1-56 0 0,-1 1-8 0 0,0 1-8 0 0,2 1-4096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1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5527 0 0,'0'0'3311'0'0,"12"-3"26"0"0,82-4-3511 0 0,-72 6-332 0 0,-5 1-150 0 0</inkml:trace>
  <inkml:trace contextRef="#ctx0" brushRef="#br0" timeOffset="1">560 129 1839 0 0,'0'0'463'0'0,"2"-1"1270"0"0,57-19 5052 0 0,2 4-4148 0 0,-26 8-2979 0 0,0 2-1 0 0,1 1 1 0 0,47 1-1 0 0,-60 4-233 0 0</inkml:trace>
  <inkml:trace contextRef="#ctx0" brushRef="#br0" timeOffset="2">1558 7 2303 0 0,'2'1'167'0'0,"21"1"2337"0"0,1-2-1 0 0,40-3 1 0 0,19 0-1900 0 0,-56 4-1154 0 0,33-3 1 0 0,-44 0 198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10967 0 0,'0'0'499'0'0,"2"0"-4"0"0,16-1-8 0 0,1-1 1 0 0,34-8-1 0 0,-15 2 471 0 0,38 1-588 0 0,-60 5-365 0 0,0 1-1 0 0,21 1 0 0 0,11-1-13 0 0,21-2-1783 0 0,-45 4 828 0 0</inkml:trace>
  <inkml:trace contextRef="#ctx0" brushRef="#br0" timeOffset="1">1030 0 8287 0 0,'0'0'756'0'0,"2"1"-622"0"0,5 2 378 0 0,0 0 0 0 0,0-1 0 0 0,0 0 0 0 0,1 0-1 0 0,14 1 1 0 0,43 0 1836 0 0,-16-1-2778 0 0,74 11-1667 0 0,-97-10 1331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2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5983 0 0,'0'0'8059'0'0,"2"0"-6786"0"0,11 4-451 0 0,1-2 1 0 0,0 0-1 0 0,-1 0 0 0 0,16-1 0 0 0,59-5-868 0 0,-8 0-1600 0 0,-44 4-1474 0 0,-20 0-2327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12239 0 0,'0'0'544'0'0,"10"-3"104"0"0,-1-1-520 0 0,4 1-128 0 0,0 0 0 0 0,5-2 0 0 0,-2 0 760 0 0,4-1 120 0 0,3-2 24 0 0,-2 1 8 0 0,0-1-496 0 0,0 2-104 0 0,3-3-24 0 0,2 3 0 0 0,0 0-800 0 0,0 1-160 0 0,3 1-32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1494 11519 0 0,'-1'-1'52'0'0,"1"-1"0"0"0,-1 1 0 0 0,1-1 0 0 0,-1 1 0 0 0,1-1 0 0 0,-1 1 0 0 0,1-1 0 0 0,0 1 0 0 0,0-1 0 0 0,0 1 0 0 0,0-1-1 0 0,0 1 1 0 0,0-1 0 0 0,0 0 0 0 0,0 1 0 0 0,1-1 0 0 0,-1 1 0 0 0,1-1 0 0 0,-1 1 0 0 0,1 0 0 0 0,-1-1 0 0 0,1 1 0 0 0,0-1 0 0 0,0 1 0 0 0,1-2-1 0 0,4-5 262 0 0,0 0 0 0 0,1 0 0 0 0,7-6 0 0 0,-4 4 1100 0 0,4-5 33 0 0,11-11 124 0 0,30-25-1 0 0,70-40-1392 0 0,-35 41-4024 0 0,-60 36-2251 0 0</inkml:trace>
  <inkml:trace contextRef="#ctx0" brushRef="#br0" timeOffset="1">957 515 7831 0 0,'0'-2'356'0'0,"0"-2"-302"0"0,1 0-1 0 0,-1 0 0 0 0,1 0 1 0 0,0 0-1 0 0,1 0 0 0 0,-1 0 1 0 0,1 1-1 0 0,-1-1 1 0 0,1 0-1 0 0,0 1 0 0 0,1-1 1 0 0,-1 1-1 0 0,5-5 0 0 0,6-7 680 0 0,24-20 0 0 0,-15 16 122 0 0,10-15-2276 0 0,50-68 0 0 0,-18 19-2274 0 0,-51 67 1656 0 0</inkml:trace>
  <inkml:trace contextRef="#ctx0" brushRef="#br0" timeOffset="2">1341 45 4143 0 0,'0'0'368'0'0,"5"-7"-296"0"0,-2-1-72 0 0,0 0 0 0 0,2-3 1008 0 0,3 1 184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4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12895 0 0,'0'0'998'0'0,"-1"2"-657"0"0,-7 11 1166 0 0,0 2 0 0 0,1-1 0 0 0,1 1 0 0 0,0 0 0 0 0,-6 24 0 0 0,-12 85 84 0 0,15-72-651 0 0,-3 15-674 0 0,3 0 0 0 0,0 73-1 0 0,9-130-316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4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47 6447 0 0,'-34'-31'16896'0'0,"34"31"-16822"0"0,0 0 1 0 0,0 0-1 0 0,-1 0 0 0 0,1 0 1 0 0,0 0-1 0 0,0-1 0 0 0,0 1 1 0 0,0 0-1 0 0,0 0 0 0 0,0 0 1 0 0,0 0-1 0 0,0 0 0 0 0,0 0 0 0 0,0-1 1 0 0,0 1-1 0 0,0 0 0 0 0,0 0 1 0 0,0 0-1 0 0,0 0 0 0 0,0 0 1 0 0,0 0-1 0 0,0-1 0 0 0,0 1 1 0 0,0 0-1 0 0,0 0 0 0 0,0 0 1 0 0,0 0-1 0 0,0 0 0 0 0,0 0 0 0 0,0-1 1 0 0,0 1-1 0 0,0 0 0 0 0,0 0 1 0 0,0 0-1 0 0,0 0 0 0 0,0 0 1 0 0,0 0-1 0 0,0 0 0 0 0,0-1 1 0 0,1 1-1 0 0,-1 0 0 0 0,0 0 0 0 0,0 0 1 0 0,0 0-1 0 0,48-6 599 0 0,96 1 0 0 0,-110 7-657 0 0,-1 1-1 0 0,1 1 1 0 0,57 16-1 0 0,-85-18-15 0 0,1 0 0 0 0,-1 0 0 0 0,0 1 0 0 0,0 0-1 0 0,0 0 1 0 0,0 0 0 0 0,9 8 0 0 0,-14-10 1 0 0,1 1-1 0 0,-1-1 0 0 0,1 1 1 0 0,-1-1-1 0 0,0 1 0 0 0,0-1 1 0 0,0 1-1 0 0,0 0 1 0 0,0 0-1 0 0,0 0 0 0 0,0-1 1 0 0,0 1-1 0 0,-1 0 0 0 0,1 0 1 0 0,-1 0-1 0 0,0 0 1 0 0,1 0-1 0 0,-1 0 0 0 0,0 0 1 0 0,0 0-1 0 0,0 0 0 0 0,0 0 1 0 0,-1 0-1 0 0,1 0 1 0 0,0 0-1 0 0,-1 0 0 0 0,0 0 1 0 0,1 0-1 0 0,-1 0 0 0 0,-1 1 1 0 0,-1 3 7 0 0,0-1 0 0 0,-1 0 1 0 0,0 0-1 0 0,0 0 1 0 0,0 0-1 0 0,-8 7 0 0 0,-32 23-17 0 0,37-30 13 0 0,-106 70-620 0 0,31-22-4356 0 0,69-45 2864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28 231 21855 0 0,'0'0'1980'0'0,"0"2"-1631"0"0,-1 26 590 0 0,-2-1-1 0 0,-6 29 0 0 0,-5 38 1054 0 0,14-41-3989 0 0,3-42-2782 0 0</inkml:trace>
  <inkml:trace contextRef="#ctx0" brushRef="#br0" timeOffset="1">357 71 10591 0 0,'0'0'819'0'0,"1"-1"-534"0"0,1-2 700 0 0,-1 0 0 0 0,1 0 0 0 0,0 1 0 0 0,0-1-1 0 0,0 1 1 0 0,0 0 0 0 0,1-1 0 0 0,-1 1 0 0 0,1 0 0 0 0,-1 0-1 0 0,1 1 1 0 0,4-3 0 0 0,-6 3-468 0 0,8-3-93 0 0,-1 0-1 0 0,1 0 1 0 0,0 1-1 0 0,1 0 1 0 0,18-3-1 0 0,51-3 1474 0 0,-60 8-1783 0 0,-4-1-815 0 0,-1 2-1 0 0,0 0 0 0 0,0 1 1 0 0,0 0-1 0 0,22 5 1 0 0,-24-3-1330 0 0</inkml:trace>
  <inkml:trace contextRef="#ctx0" brushRef="#br0" timeOffset="2">411 170 19119 0 0,'-5'3'7768'0'0,"97"-23"-7529"0"0,-61 12-2988 0 0,0 0-3475 0 0,-8 2-1610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11975 0 0,'2'0'11544'0'0,"66"-15"-6687"0"0,40 3-3893 0 0,-98 11-961 0 0,1 1 0 0 0,-1-1-1 0 0,1 2 1 0 0,-1 0 0 0 0,1 0-1 0 0,-1 1 1 0 0,15 4 0 0 0,-25-5 1 0 0,1-1 0 0 0,0 0 0 0 0,0 1 0 0 0,-1-1 0 0 0,1 1 0 0 0,0 0 0 0 0,-1-1 0 0 0,1 1 0 0 0,-1 0 0 0 0,1-1 1 0 0,0 1-1 0 0,-1 0 0 0 0,0 0 0 0 0,1-1 0 0 0,-1 1 0 0 0,1 0 0 0 0,-1 0 0 0 0,0 0 0 0 0,0-1 0 0 0,1 1 0 0 0,-1 0 0 0 0,0 0 0 0 0,0 0 1 0 0,0 0-1 0 0,0 1 0 0 0,-2 21 82 0 0,0-17-20 0 0,0 1 1 0 0,-1-1 0 0 0,0 0-1 0 0,0 0 1 0 0,0 0-1 0 0,-7 9 1 0 0,-30 31 269 0 0,24-27-205 0 0,-131 144 304 0 0,143-160-414 0 0,3-3-19 0 0,0 1 1 0 0,0 0-1 0 0,0 0 0 0 0,0 0 1 0 0,1 0-1 0 0,-1 0 0 0 0,0 0 0 0 0,0 1 1 0 0,1-1-1 0 0,-1 0 0 0 0,1 0 0 0 0,-1 0 1 0 0,0 3-1 0 0,-2 4-29 0 0,2-7-101 0 0,3 0-133 0 0,2 1-83 0 0,1-1-1 0 0,0 0 1 0 0,-1 0 0 0 0,1 0-1 0 0,0-1 1 0 0,0 1-1 0 0,-1-1 1 0 0,1 0 0 0 0,0-1-1 0 0,0 1 1 0 0,0-1 0 0 0,-1 0-1 0 0,8-2 1 0 0,4-2-1699 0 0</inkml:trace>
  <inkml:trace contextRef="#ctx0" brushRef="#br0" timeOffset="0.51">434 243 15199 0 0,'0'0'1624'0'0,"-5"9"160"0"0,2-1 2440 0 0,0 1-1232 0 0,1 1-1424 0 0,4 2-1448 0 0,2-3-56 0 0,3-1-64 0 0,4-3-3176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21135 0 0,'0'0'6801'0'0,"0"1"-6035"0"0,-2 34 31 0 0,-1 0-1 0 0,-10 41 1 0 0,1-1-790 0 0,10-63 67 0 0,1 0 0 0 0,1 18 0 0 0,5-2-2227 0 0,-5-26 1247 0 0,1 0 0 0 0,0 0 0 0 0,0 0 0 0 0,0 0 0 0 0,0 0 0 0 0,0-1 0 0 0,0 1 0 0 0,0 0 0 0 0,3 2 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0 411 2759 0 0,'13'19'23808'0'0,"-8"-16"-21633"0"0,-3-3-1454 0 0,-2 0-672 0 0,1 0 0 0 0,-1 0 1 0 0,0 0-1 0 0,1 0 0 0 0,-1 0 0 0 0,1 0 0 0 0,-1 0 0 0 0,1 0 0 0 0,-1 0 1 0 0,1 0-1 0 0,-1-1 0 0 0,0 1 0 0 0,1 0 0 0 0,-1 0 0 0 0,1-1 1 0 0,-1 1-1 0 0,0 0 0 0 0,1 0 0 0 0,-1-1 0 0 0,0 1 0 0 0,1 0 0 0 0,-1-1 1 0 0,0 1-1 0 0,0-1 0 0 0,1 1 0 0 0,-1 0 0 0 0,0-2 0 0 0,9-10 239 0 0,-8 5-241 0 0,0 1 0 0 0,0-1 0 0 0,-1 1 0 0 0,0-1 0 0 0,0 0 0 0 0,0 1 0 0 0,-1-1 0 0 0,0 1 0 0 0,0-1 0 0 0,-4-10 0 0 0,-1-12 49 0 0,-1-9-81 0 0,2 0 0 0 0,2 0 0 0 0,2-1 0 0 0,4-49 0 0 0,-3 80-33 0 0,3-13-48 0 0,-3 20 6 0 0,2 2 52 0 0,0 0 1 0 0,0-1-1 0 0,0 1 1 0 0,-1 0-1 0 0,1 0 1 0 0,0 0-1 0 0,-1 0 1 0 0,3 2-1 0 0,1 1 4 0 0,9 5-7 0 0,17 17 0 0 0,-23-19 5 0 0,0 1 0 0 0,1-2 0 0 0,0 1 0 0 0,0-1 0 0 0,1 0 0 0 0,10 4 0 0 0,-15-8 4 0 0,11 4-79 0 0,-1 0-1 0 0,21 4 1 0 0,-31-9 60 0 0,0-1 0 0 0,0 1 0 0 0,0-1 0 0 0,0 0 0 0 0,0 0 0 0 0,0 0-1 0 0,0-1 1 0 0,0 1 0 0 0,0-1 0 0 0,0 0 0 0 0,0-1 0 0 0,4-1 0 0 0,0-1-53 0 0,-1-1-1 0 0,1 0 1 0 0,-1 0-1 0 0,-1-1 1 0 0,1 0 0 0 0,-1 0-1 0 0,0 0 1 0 0,0-1-1 0 0,6-8 1 0 0,44-56-70 0 0,-52 65 163 0 0,-4 5 71 0 0,-1 15 117 0 0,-14 83 545 0 0,9-69-710 0 0,1-1-1 0 0,0 52 0 0 0,11-13-1258 0 0,-6-64 661 0 0,8 9-1596 0 0,1-3 7 0 0,0-1-4263 0 0,-1-4-1730 0 0</inkml:trace>
  <inkml:trace contextRef="#ctx0" brushRef="#br0" timeOffset="1">623 15 20735 0 0,'-5'-15'5628'0'0,"6"18"-4807"0"0,13 44 142 0 0,-2 0 0 0 0,10 76 0 0 0,-18-96-885 0 0,3 17-403 0 0,-7-43-158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12 136 16559 0 0,'-2'-2'176'0'0,"1"-1"-1"0"0,0 0 0 0 0,-1 1 0 0 0,1-1 1 0 0,0 0-1 0 0,0 0 0 0 0,1 0 1 0 0,-1 1-1 0 0,1-1 0 0 0,-1 0 1 0 0,1 0-1 0 0,0 0 0 0 0,0 0 1 0 0,0 0-1 0 0,0 0 0 0 0,1 0 1 0 0,-1 0-1 0 0,1 0 0 0 0,0 1 0 0 0,0-1 1 0 0,0 0-1 0 0,0 0 0 0 0,0 1 1 0 0,1-1-1 0 0,-1 1 0 0 0,1-1 1 0 0,-1 1-1 0 0,1-1 0 0 0,0 1 1 0 0,0 0-1 0 0,0 0 0 0 0,4-3 0 0 0,1 0 172 0 0,-1 0-1 0 0,1 1 1 0 0,0 0-1 0 0,0 0 1 0 0,0 1-1 0 0,1 0 1 0 0,-1 0-1 0 0,1 0 0 0 0,0 1 1 0 0,-1 0-1 0 0,10 0 1 0 0,-4 0-304 0 0,1 1 0 0 0,-1 0 0 0 0,1 1 0 0 0,-1 0 0 0 0,1 2 0 0 0,14 2 0 0 0,-20-3-29 0 0,0 1 0 0 0,0 0-1 0 0,0 1 1 0 0,-1 0 0 0 0,1 0-1 0 0,-1 1 1 0 0,1-1 0 0 0,-1 2-1 0 0,0-1 1 0 0,-1 1-1 0 0,8 7 1 0 0,-12-10 11 0 0,0 0 0 0 0,0 0 1 0 0,0 0-1 0 0,0 0 0 0 0,-1 1 0 0 0,1-1 0 0 0,-1 1 0 0 0,0-1 1 0 0,0 1-1 0 0,0-1 0 0 0,0 1 0 0 0,0 0 0 0 0,0 0 0 0 0,-1-1 0 0 0,1 1 1 0 0,-1 0-1 0 0,0 0 0 0 0,0 4 0 0 0,-1-2 20 0 0,0-1 0 0 0,0 1 0 0 0,0-1-1 0 0,0 0 1 0 0,-1 0 0 0 0,0 1 0 0 0,0-1 0 0 0,0 0 0 0 0,0 0-1 0 0,-1-1 1 0 0,-3 5 0 0 0,-4 4 40 0 0,-2-1-1 0 0,1 0 1 0 0,-1 0 0 0 0,-1-2-1 0 0,1 1 1 0 0,-2-2 0 0 0,-23 13-1 0 0,27-16-237 0 0,2-1-199 0 0,0 0-1 0 0,0 1 1 0 0,1 0 0 0 0,-1 0 0 0 0,1 1 0 0 0,-9 9 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7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 21023 0 0,'-1'-1'99'0'0,"1"1"-1"0"0,-1-1 0 0 0,0 1 1 0 0,0-1-1 0 0,1 1 0 0 0,-1-1 1 0 0,0 1-1 0 0,0 0 0 0 0,0-1 1 0 0,0 1-1 0 0,0 0 1 0 0,1-1-1 0 0,-1 1 0 0 0,0 0 1 0 0,0 0-1 0 0,0 0 0 0 0,0 0 1 0 0,0 0-1 0 0,0 0 0 0 0,0 0 1 0 0,0 0-1 0 0,0 1 1 0 0,1-1-1 0 0,-1 0 0 0 0,0 0 1 0 0,0 1-1 0 0,0-1 0 0 0,0 1 1 0 0,0-1-1 0 0,-1 1 0 0 0,-70 34 5171 0 0,1-1-4523 0 0,67-32-793 0 0,0 1 0 0 0,0-1 0 0 0,0 1 0 0 0,0 0 0 0 0,-4 6 0 0 0,7-8-15 0 0,0 0-70 0 0,13-2-704 0 0,0-1 612 0 0,0 0 0 0 0,0-1 0 0 0,-1 0 0 0 0,1-1 0 0 0,16-8 0 0 0,19-5-32 0 0,-38 14 254 0 0,0 1 0 0 0,-1 0-1 0 0,2 1 1 0 0,16-1 0 0 0,-21 2 88 0 0,-1 0 0 0 0,0 1 0 0 0,1-1-1 0 0,-1 1 1 0 0,1 0 0 0 0,-1 0 0 0 0,0 1 0 0 0,0-1 0 0 0,0 1 0 0 0,0 0 0 0 0,0 0 0 0 0,4 3-1 0 0,31 21 1395 0 0,-15-9-776 0 0,29 23 0 0 0,-40-29-680 0 0,2-1-1 0 0,19 12 0 0 0,10 6-2186 0 0,-35-21 663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12383 0 0,'0'0'564'0'0,"1"-2"-9"0"0,120-215 3448 0 0,-114 206-4177 0 0,1 0 1 0 0,13-13-1 0 0,2-4-4492 0 0,-9 8-629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3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2 734 15751 0 0,'0'0'720'0'0,"-1"-8"236"0"0,2 2-1024 0 0,0 0-1 0 0,0 0 1 0 0,1 0-1 0 0,0 1 1 0 0,0-1-1 0 0,1 1 1 0 0,4-8-1 0 0,-1 2-255 0 0,-2 3 334 0 0,1 0 0 0 0,1 0-1 0 0,7-8 1 0 0,9-14-2361 0 0,-17 21 755 0 0</inkml:trace>
  <inkml:trace contextRef="#ctx0" brushRef="#br0" timeOffset="1">227 362 5983 0 0,'0'0'648'0'0,"6"-8"-648"0"0,1-1 2320 0 0,1-1 448 0 0,0 0 88 0 0,0 0 24 0 0,0 1-2368 0 0,2-1-512 0 0,0 2 0 0 0,4-4-64 0 0,-1 1-1344 0 0,0 1-256 0 0</inkml:trace>
  <inkml:trace contextRef="#ctx0" brushRef="#br0" timeOffset="2">530 109 5063 0 0,'0'0'496'0'0,"0"-13"-496"0"0,5 2 0 0 0,2 1 0 0 0,4 1 0 0 0,-1-1 1368 0 0,1 2 216 0 0,0 0 48 0 0,1 0 0 0 0,-3 0-1080 0 0,3 1-216 0 0,-4-1-48 0 0,3 5 0 0 0,2 3-288 0 0,-1 0-112 0 0,-1-5 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0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9671 0 0,'0'0'1032'0'0,"11"0"376"0"0,1-1 240 0 0,-2-2 48 0 0,1-1 16 0 0,0 1-1568 0 0,1 1-312 0 0,-1 1-64 0 0,0 1-16 0 0,1-2-120 0 0,2 2-24 0 0,2 0-8 0 0,2 2-3792 0 0,-2-2-752 0 0</inkml:trace>
  <inkml:trace contextRef="#ctx0" brushRef="#br0" timeOffset="1">496 36 8287 0 0,'0'0'639'0'0,"2"0"-415"0"0,9 1 1014 0 0,0-1 0 0 0,1-1 1 0 0,-1 0-1 0 0,0 0 0 0 0,0-1 0 0 0,11-4 1 0 0,35-5-835 0 0,86 0-6205 0 0,-105 8 3795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13615 0 0,'2'0'628'0'0,"173"-13"6132"0"0,-47 2-6867 0 0,-42 11-8772 0 0,-68 1 3661 0 0</inkml:trace>
  <inkml:trace contextRef="#ctx0" brushRef="#br0" timeOffset="1">699 23 3679 0 0,'0'0'284'0'0,"12"4"1822"0"0,-4-2-249 0 0,0 0 0 0 0,1-1 0 0 0,9 0 0 0 0,53-2-173 0 0,-20-1-2908 0 0,-36 2-207 0 0,1 0-3176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5063 0 0,'0'0'390'0'0,"1"0"-252"0"0,100 0-199 0 0,-41 7 10129 0 0,8-6-6596 0 0,16 6-1495 0 0,-64-5-1491 0 0,23 2 2666 0 0,-14-2-3911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11399 0 0,'0'0'1484'0'0,"2"-1"-1222"0"0,8 0 146 0 0,108-18-423 0 0,-102 15-4868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1 448 4143 0 0,'0'0'191'0'0,"5"-6"26"0"0,0 0 595 0 0,0 1-1 0 0,1 1 1 0 0,-1-1-1 0 0,1 1 0 0 0,0 0 1 0 0,1 0-1 0 0,-1 1 0 0 0,13-5 1 0 0,5 0-1748 0 0,29-7 0 0 0,-43 13-523 0 0,6-2-2209 0 0</inkml:trace>
  <inkml:trace contextRef="#ctx0" brushRef="#br0" timeOffset="1">534 198 6911 0 0,'0'-1'315'0'0,"0"-2"-369"0"0,0 0 0 0 0,1 0-1 0 0,-1 1 1 0 0,1-1 0 0 0,0 0-1 0 0,1-4 1 0 0,1 2 804 0 0,-1-1 0 0 0,1 2 0 0 0,0-1 0 0 0,0 0 0 0 0,5-5 0 0 0,3-1 1797 0 0,0 0 1 0 0,18-14 0 0 0,30-14-1073 0 0,0 0-4453 0 0,-44 27 1347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2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1184 4143 0 0,'3'-6'368'0'0,"1"-4"-296"0"0,1-2-72 0 0,1 1 0 0 0,1-2 1888 0 0,1-1 352 0 0,1-4 80 0 0,4 3 16 0 0,2 2-1816 0 0,1 0-360 0 0,0 2-64 0 0,4-5-24 0 0,-1-2-232 0 0,2-2-40 0 0,0-2-16 0 0,4-1-3448 0 0,-3-1-688 0 0</inkml:trace>
  <inkml:trace contextRef="#ctx0" brushRef="#br0" timeOffset="1">537 414 17591 0 0,'0'-5'172'0'0,"0"0"-1"0"0,0-1 0 0 0,1 1 1 0 0,0 0-1 0 0,0 0 1 0 0,0 0-1 0 0,0 0 1 0 0,1 0-1 0 0,0 0 0 0 0,0 1 1 0 0,0-1-1 0 0,5-7 1 0 0,4-4 24 0 0,1 0 0 0 0,14-14 0 0 0,-14 17 254 0 0,15-16 307 0 0,1 2 1 0 0,39-30-1 0 0,68-40-3361 0 0,-122 87 1827 0 0,18-12-4207 0 0,-3-3-1390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8 299 13359 0 0,'-2'-5'555'0'0,"1"0"-1"0"0,-1 1 0 0 0,1-1 1 0 0,0 0-1 0 0,1 0 0 0 0,-1-1 1 0 0,1 1-1 0 0,0 0 0 0 0,0 0 1 0 0,1 0-1 0 0,-1 0 0 0 0,1 0 1 0 0,1 0-1 0 0,-1 0 0 0 0,0 0 1 0 0,4-6-1 0 0,-3 5-493 0 0,5-13 426 0 0,1 1 0 0 0,1-1 0 0 0,0 1 1 0 0,1 1-1 0 0,13-17 0 0 0,0 6-2350 0 0,-13 18-1724 0 0,19-17 1 0 0,-13 16-3634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4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20 16583 0 0,'-4'-8'1730'0'0,"-3"-3"2027"0"0,12 32 3348 0 0,-1-1-8018 0 0,12 111 1228 0 0,-11-78-678 0 0,2-2 1 0 0,2 1 0 0 0,16 51-1 0 0,-24-100-436 0 0,0 3 885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51 181 2303 0 0,'-7'-11'56'0'0,"0"1"0"0"0,0 0 0 0 0,-15-13 0 0 0,17 13 2395 0 0,4 7-831 0 0,1 0-1 0 0,-1 0 1 0 0,1-1 0 0 0,0 1-1 0 0,0 0 1 0 0,0 0 0 0 0,0 0-1 0 0,1 0 1 0 0,-1-1 0 0 0,2-4-1 0 0,5-4 1982 0 0,-1 7-3468 0 0,0 1 0 0 0,0-1 0 0 0,0 1 1 0 0,0 0-1 0 0,1 0 0 0 0,0 1 0 0 0,9-4 0 0 0,-1 2 140 0 0,0 0 0 0 0,24-3 0 0 0,-10 3-273 0 0,51-1 0 0 0,-65 6 0 0 0,0 1 0 0 0,0 0 0 0 0,0 1 0 0 0,0 1 0 0 0,17 5 0 0 0,-22-5 0 0 0,-1 0 0 0 0,1 1 0 0 0,-1 1 0 0 0,1-1 0 0 0,-1 1 0 0 0,14 11 0 0 0,-21-15 0 0 0,0 1 0 0 0,0 0 0 0 0,0 0 0 0 0,0 0 0 0 0,0 0 0 0 0,-1 0 0 0 0,1 1 0 0 0,-1-1 0 0 0,1 0 0 0 0,-1 1 0 0 0,0-1 0 0 0,0 1 0 0 0,0-1 0 0 0,0 1 0 0 0,-1-1 0 0 0,1 1 0 0 0,-1 0 0 0 0,1-1 0 0 0,-1 1 0 0 0,0 0 0 0 0,0-1 0 0 0,0 1 0 0 0,-1 0 0 0 0,1-1 0 0 0,-1 1 0 0 0,1 0 0 0 0,-1-1 0 0 0,0 1 0 0 0,0-1 0 0 0,0 1 0 0 0,-1 2 0 0 0,-6 8-85 0 0,0-1 1 0 0,-1 0-1 0 0,-1 0 1 0 0,0-1-1 0 0,0 0 1 0 0,-18 15-1 0 0,10-10-19 0 0,-30 22-2936 0 0,33-25 1496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13823 0 0,'0'0'1247'0'0,"2"0"-1023"0"0,7 1 8 0 0,-1-1 1 0 0,0 1-1 0 0,10-3 0 0 0,47-9 6437 0 0,-3-1-996 0 0,-52 11-5704 0 0,-1 1-1 0 0,14 0 1 0 0,-22 0 60 0 0,0 0 0 0 0,1 0 0 0 0,-1 0 0 0 0,0 0 0 0 0,0 1-1 0 0,0-1 1 0 0,0 0 0 0 0,1 0 0 0 0,-1 1 0 0 0,0-1 0 0 0,0 1 0 0 0,0-1 0 0 0,0 1 0 0 0,0 0-1 0 0,0-1 1 0 0,0 1 0 0 0,0 0 0 0 0,0 0 0 0 0,-1 0 0 0 0,1-1 0 0 0,0 1 0 0 0,0 0 0 0 0,-1 0 0 0 0,2 2-1 0 0,-2-2-3 0 0,1 1 0 0 0,-1 0 0 0 0,0 0-1 0 0,1 0 1 0 0,-1 0 0 0 0,0 0 0 0 0,0 0-1 0 0,0 0 1 0 0,-1 0 0 0 0,1-1-1 0 0,0 1 1 0 0,-1 0 0 0 0,1 0 0 0 0,-2 2-1 0 0,-3 8 65 0 0,-1 0-1 0 0,0 0 1 0 0,-1-1-1 0 0,-1 1 1 0 0,-12 13-1 0 0,6-7 8 0 0,-12 13 129 0 0,18-23-137 0 0,1 0-1 0 0,1 0 1 0 0,0 1 0 0 0,-6 10 0 0 0,11-16-24 0 0,1-2-61 0 0,0-1-1 0 0,0 1 1 0 0,-1-1 0 0 0,1 0-1 0 0,1 1 1 0 0,-1-1 0 0 0,0 1-1 0 0,0-1 1 0 0,0 1 0 0 0,0-1-1 0 0,0 1 1 0 0,0-1 0 0 0,0 0 0 0 0,1 1-1 0 0,-1-1 1 0 0,0 1 0 0 0,0-1-1 0 0,0 0 1 0 0,1 1 0 0 0,-1-1-1 0 0,0 1 1 0 0,1-1 0 0 0,-1 0-1 0 0,0 0 1 0 0,1 1 0 0 0,-1-1-1 0 0,0 0 1 0 0,1 0 0 0 0,-1 1-1 0 0,1-1 1 0 0,-1 0 0 0 0,1 0-1 0 0,-1 0 1 0 0,0 0 0 0 0,1 1-1 0 0,-1-1 1 0 0,1 0 0 0 0,-1 0-1 0 0,1 0 1 0 0,0 0 7 0 0,5 1-52 0 0,0 1-1 0 0,-1-1 0 0 0,1 0 0 0 0,0-1 0 0 0,0 0 0 0 0,0 0 0 0 0,0 0 1 0 0,0 0-1 0 0,-1-1 0 0 0,1 0 0 0 0,7-2 0 0 0,8-4-1100 0 0,33-15 0 0 0,-35 14 146 0 0,6-4-640 0 0,-2 0-54 0 0</inkml:trace>
  <inkml:trace contextRef="#ctx0" brushRef="#br0" timeOffset="1">579 65 8287 0 0,'0'0'639'0'0,"10"-22"16714"0"0,3 14-14137 0 0,18-3-3818 0 0,-17 6 1789 0 0,0 1-1023 0 0,1 1 0 0 0,-1 0-1 0 0,1 1 1 0 0,-1 0-1 0 0,28 1 1 0 0,3-1-814 0 0,-36 1 105 0 0,0 0-1 0 0,0 1 0 0 0,0 0 1 0 0,0 1-1 0 0,-1 0 0 0 0,19 4 0 0 0,-10 1-1055 0 0</inkml:trace>
  <inkml:trace contextRef="#ctx0" brushRef="#br0" timeOffset="2">702 164 11519 0 0,'-5'-1'11855'0'0,"159"-38"-10162"0"0,-92 26-4593 0 0,-38 8-2654 0 0,1 1-1612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5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13359 0 0,'-1'1'3366'0'0,"-17"25"3615"0"0,13-19-6336 0 0,0 0-1 0 0,0 0 0 0 0,1 1 1 0 0,0-1-1 0 0,-6 16 0 0 0,5-7-271 0 0,1 1-1 0 0,0 0 1 0 0,1 0-1 0 0,1 0 1 0 0,1 1-1 0 0,0-1 1 0 0,3 30-1 0 0,-1-41-374 0 0,0 0 0 0 0,0 0-1 0 0,0 0 1 0 0,1 0 0 0 0,0 0-1 0 0,0-1 1 0 0,0 1 0 0 0,1-1 0 0 0,0 1-1 0 0,0-1 1 0 0,1 0 0 0 0,-1 0-1 0 0,1 0 1 0 0,0-1 0 0 0,0 1-1 0 0,1-1 1 0 0,-1 0 0 0 0,1 0-1 0 0,0-1 1 0 0,0 1 0 0 0,0-1 0 0 0,0 0-1 0 0,1 0 1 0 0,-1-1 0 0 0,9 3-1 0 0,-4-3-71 0 0,0 0-1 0 0,0 0 0 0 0,-1-1 1 0 0,1-1-1 0 0,0 1 0 0 0,0-2 1 0 0,0 1-1 0 0,0-1 0 0 0,0-1 1 0 0,0 0-1 0 0,0 0 0 0 0,-1-1 1 0 0,1 0-1 0 0,-1-1 0 0 0,0 0 1 0 0,0 0-1 0 0,0-1 0 0 0,0 0 1 0 0,14-12-1 0 0,-20 13 36 0 0,0 1 0 0 0,1-1 0 0 0,-1 0 1 0 0,-1 0-1 0 0,1 0 0 0 0,0 0 0 0 0,-1-1 0 0 0,2-4 0 0 0,-4 8 35 0 0,1 0-1 0 0,-1 0 0 0 0,1 0 1 0 0,-1 0-1 0 0,1-1 1 0 0,-1 1-1 0 0,0 0 1 0 0,0 0-1 0 0,0 0 1 0 0,0 0-1 0 0,0 0 1 0 0,0-1-1 0 0,0 1 0 0 0,0 0 1 0 0,0 0-1 0 0,0 0 1 0 0,-1 0-1 0 0,1 0 1 0 0,0 0-1 0 0,-1-1 1 0 0,1 1-1 0 0,-1 0 0 0 0,1 0 1 0 0,-1 0-1 0 0,0 0 1 0 0,1 1-1 0 0,-1-1 1 0 0,0 0-1 0 0,0 0 1 0 0,0 0-1 0 0,1 0 0 0 0,-1 1 1 0 0,0-1-1 0 0,0 0 1 0 0,0 1-1 0 0,0-1 1 0 0,0 1-1 0 0,0-1 1 0 0,-2 0-1 0 0,-3 0 4 0 0,0-1 0 0 0,1 1 1 0 0,-1 0-1 0 0,0 0 0 0 0,0 1 0 0 0,0 0 0 0 0,1 0 0 0 0,-1 0 1 0 0,0 1-1 0 0,0 0 0 0 0,0 0 0 0 0,1 0 0 0 0,-7 3 0 0 0,-1 1-2 0 0,0 1 0 0 0,0 0 0 0 0,1 1-1 0 0,-17 11 1 0 0,24-14-158 0 0,0 0-1 0 0,1 0 1 0 0,-1 0 0 0 0,-4 5 0 0 0,7-6-478 0 0,1-1 1 0 0,-1 0 0 0 0,1 1-1 0 0,-1-1 1 0 0,1 0 0 0 0,-2 5-1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5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96 447 13823 0 0,'0'-1'6687'0'0,"0"-5"-4987"0"0,0-1 1 0 0,-1 1-1 0 0,-2-9 1 0 0,-14-33 56 0 0,4 14-874 0 0,-3-15-899 0 0,2-1 0 0 0,2 0-1 0 0,-7-66 1 0 0,20 106-23 0 0,-1 10 37 0 0,0 0 0 0 0,0 0 0 0 0,1-1 0 0 0,-1 1 0 0 0,0 0-1 0 0,0 0 1 0 0,0 0 0 0 0,0 0 0 0 0,1 0 0 0 0,-1 0 0 0 0,0 0 0 0 0,0 0 0 0 0,0 0 0 0 0,0 0 0 0 0,1 0 0 0 0,-1 0 0 0 0,0 0-1 0 0,0 1 1 0 0,0-1 0 0 0,0 0 0 0 0,1 0 0 0 0,-1 0 0 0 0,0 0 0 0 0,0 0 0 0 0,0 0 0 0 0,0 0 0 0 0,0 0 0 0 0,1 0-1 0 0,-1 1 1 0 0,0-1 0 0 0,0 0 0 0 0,0 0 0 0 0,16 21-147 0 0,-6-7 102 0 0,-2-7 13 0 0,-1 0-1 0 0,1 0 1 0 0,0-1-1 0 0,1 0 1 0 0,0-1-1 0 0,0 1 1 0 0,0-2-1 0 0,0 1 1 0 0,1-1-1 0 0,0-1 1 0 0,0 0-1 0 0,0 0 1 0 0,0-1-1 0 0,19 2 1 0 0,-20-3 6 0 0,-1-1 0 0 0,0 0 0 0 0,0 0 0 0 0,0-1 0 0 0,0 0 1 0 0,0-1-1 0 0,0 0 0 0 0,0 0 0 0 0,0 0 0 0 0,0-1 0 0 0,-1 0 0 0 0,1-1 0 0 0,-1 0 1 0 0,0 0-1 0 0,0 0 0 0 0,0-1 0 0 0,-1 0 0 0 0,0 0 0 0 0,8-9 0 0 0,63-84-209 0 0,-72 94 264 0 0,2 11 266 0 0,-4 1-198 0 0,-1-1 0 0 0,1 1 0 0 0,-2-1 0 0 0,1 1-1 0 0,-1-1 1 0 0,0 1 0 0 0,0 0 0 0 0,-1 13 0 0 0,1 5 120 0 0,1 8-121 0 0,-1-1-121 0 0,2 1 1 0 0,2-1-1 0 0,15 58 0 0 0,-18-83-299 0 0,1-1 0 0 0,0 1 0 0 0,7 10 0 0 0,-9-16-77 0 0,1 1 0 0 0,0-1 0 0 0,0 0 0 0 0,0 1 0 0 0,0-1 1 0 0,0 0-1 0 0,0 0 0 0 0,1 0 0 0 0,-1 0 0 0 0,1-1 0 0 0,-1 1 1 0 0,5 1-1 0 0,1 0-1744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13 7367 0 0,'-8'-12'17698'0'0,"3"25"-16442"0"0,5-12-1051 0 0,-2 9 334 0 0,0 0 1 0 0,0 0-1 0 0,1 0 1 0 0,1 17 0 0 0,5 42 138 0 0,-4-62-656 0 0,19 214-744 0 0,-19-216 1790 0 0,-1 2-5987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8:4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11 205 5983 0 0,'-3'-21'-1503'0'0,"-2"-13"3224"0"0,3-2 3456 0 0,2 32-4221 0 0,0 0 0 0 0,0 1 0 0 0,1-1 0 0 0,-1 0 0 0 0,1 0 0 0 0,0 1 0 0 0,0-1 1 0 0,0 0-1 0 0,1 1 0 0 0,-1-1 0 0 0,1 1 0 0 0,0 0 0 0 0,0-1 0 0 0,0 1 0 0 0,4-4 0 0 0,-3 4-638 0 0,1 0 0 0 0,0 0 0 0 0,0 0 0 0 0,0 1 0 0 0,0-1 0 0 0,1 1 0 0 0,7-3 0 0 0,35-8 453 0 0,-32 9-651 0 0,4 0-90 0 0,0 1 0 0 0,0 1 0 0 0,1 0 0 0 0,-1 2 0 0 0,1 0 0 0 0,-1 1 0 0 0,0 1 0 0 0,30 6 0 0 0,-41-6-23 0 0,-1 1-1 0 0,0-1 0 0 0,0 1 0 0 0,10 5 0 0 0,-14-6-1 0 0,0 0-1 0 0,0 0 1 0 0,0 0-1 0 0,0 0 1 0 0,0 1 0 0 0,-1-1-1 0 0,1 1 1 0 0,-1-1-1 0 0,0 1 1 0 0,0 0-1 0 0,2 3 1 0 0,-3-3-2 0 0,-1-1 0 0 0,0 1 1 0 0,0-1-1 0 0,1 1 0 0 0,-2-1 1 0 0,1 1-1 0 0,0-1 0 0 0,-1 1 1 0 0,1-1-1 0 0,-1 1 0 0 0,1-1 1 0 0,-1 0-1 0 0,0 1 0 0 0,0-1 1 0 0,-2 4-1 0 0,-4 3-45 0 0,1 1 0 0 0,-2-1-1 0 0,1 0 1 0 0,-1-1 0 0 0,-17 15-1 0 0,8-7-22 0 0,-7 4-430 0 0,-48 33-1 0 0,44-35-2210 0 0,-37 34 1 0 0,55-42 893 0 0,3 1-47 0 0</inkml:trace>
  <inkml:trace contextRef="#ctx0" brushRef="#br0" timeOffset="1">551 413 11055 0 0,'6'-6'1180'0'0,"18"-13"12479"0"0,-37 26-10429 0 0,-61 39-2123 0 0,59-37-1056 0 0,1 1 1 0 0,0 0-1 0 0,0 1 1 0 0,1 0-1 0 0,0 1 1 0 0,-14 18-1 0 0,16-12-67 0 0,10-16-60 0 0,15 0-404 0 0,-11-2 457 0 0,-1 0 1 0 0,0 1-1 0 0,0-1 1 0 0,0 0-1 0 0,1 0 1 0 0,-1 0 0 0 0,3 0-1 0 0,13-5-117 0 0,-1 0 1 0 0,0-1-1 0 0,0-1 0 0 0,0 0 1 0 0,20-13-1 0 0,29-12-35 0 0,-62 30 202 0 0,-1 1-1 0 0,1 0 1 0 0,0 0 0 0 0,0 0 0 0 0,-1 1 0 0 0,8-1 0 0 0,-10 1 89 0 0,1 0-3 0 0,-1 0 1 0 0,1 0-1 0 0,-1 0 1 0 0,1 0-1 0 0,-1 1 0 0 0,1-1 1 0 0,-1 1-1 0 0,1-1 1 0 0,-1 1-1 0 0,3 1 1 0 0,-3-2-96 0 0,3 3 118 0 0,0 0 0 0 0,-1 0 0 0 0,1 1 0 0 0,0 0 0 0 0,-1-1 0 0 0,0 1 0 0 0,4 7 0 0 0,13 14 187 0 0,-16-21-444 0 0,3 3 215 0 0,0 0 1 0 0,16 11-1 0 0,-19-15-827 0 0,0-1 0 0 0,1 0 0 0 0,0 0-1 0 0,9 3 1 0 0,-5-2-747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25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89 3223 0 0,'-7'-12'288'0'0,"6"8"1076"0"0,-1 1-1 0 0,0-1 0 0 0,0 1 1 0 0,0 0-1 0 0,0 0 0 0 0,0 0 0 0 0,-1 0 1 0 0,-5-4-1 0 0,6 5-896 0 0,0 0 0 0 0,-1 1 0 0 0,1-1 0 0 0,-1 1 0 0 0,0 0 0 0 0,1-1 0 0 0,-1 1 0 0 0,0 1-1 0 0,-6-2 1 0 0,5 1-335 0 0,0 1 0 0 0,-1 0 0 0 0,1 0 0 0 0,0 0-1 0 0,-1 1 1 0 0,1 0 0 0 0,0 0 0 0 0,-1 0 0 0 0,1 0-1 0 0,0 0 1 0 0,0 1 0 0 0,0 0 0 0 0,0 0 0 0 0,0 0-1 0 0,-5 4 1 0 0,0 0-65 0 0,0 1 1 0 0,0 0-1 0 0,1 0 0 0 0,0 0 0 0 0,0 1 0 0 0,1 1 1 0 0,0-1-1 0 0,0 1 0 0 0,-8 17 0 0 0,10-18-111 0 0,2 0 0 0 0,-1 0 0 0 0,1 0 0 0 0,-3 9 0 0 0,6-14 28 0 0,-1-1-1 0 0,1 1 0 0 0,-1 0 1 0 0,1-1-1 0 0,0 1 0 0 0,0-1 1 0 0,0 1-1 0 0,0-1 0 0 0,0 1 1 0 0,0-1-1 0 0,1 1 1 0 0,0 0-1 0 0,-1-1 0 0 0,1 0 1 0 0,0 1-1 0 0,0-1 0 0 0,0 1 1 0 0,2 1-1 0 0,-2-3-19 0 0,1 0-1 0 0,-1-1 1 0 0,0 1-1 0 0,1-1 0 0 0,-1 1 1 0 0,1-1-1 0 0,-1 1 1 0 0,1-1-1 0 0,0 0 1 0 0,-1 0-1 0 0,1 0 1 0 0,-1 0-1 0 0,1 0 1 0 0,-1 0-1 0 0,3-1 0 0 0,-1 1-45 0 0,10-1-66 0 0,1-1-1 0 0,0-1 0 0 0,0 0 0 0 0,-1-1 0 0 0,0 0 1 0 0,0-1-1 0 0,20-10 0 0 0,-7 0-200 0 0,0-1 0 0 0,34-28 0 0 0,-39 26 484 0 0,-1-2 0 0 0,-1-1 0 0 0,32-43 0 0 0,-43 53 1429 0 0,-13 21-472 0 0,-58 148 2264 0 0,37-81-2972 0 0,-18 91 0 0 0,33-110-673 0 0,-6 86 1 0 0,17-110-1955 0 0,0-33 1150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2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3 553 12439 0 0,'-3'12'9784'0'0,"4"-12"-9597"0"0,1 1-1 0 0,-1-1 1 0 0,0 0-1 0 0,1 0 1 0 0,-1 0-1 0 0,1 0 1 0 0,-1 0-1 0 0,0 0 1 0 0,1 0-1 0 0,1-1 1 0 0,38-11-216 0 0,-7-2 677 0 0,58-35 0 0 0,26-27-120 0 0,-86 54-498 0 0,-2-1 1 0 0,0-2-1 0 0,-2-1 1 0 0,-1-1-1 0 0,-1-1 1 0 0,-1-2-1 0 0,-1 0 1 0 0,-2-1 0 0 0,21-41-1 0 0,-39 64-40 0 0,2-2-48 0 0,-1 0 0 0 0,0 0-1 0 0,-1 0 1 0 0,4-18 0 0 0,-7 21 36 0 0,-2 7 31 0 0,0 0-1 0 0,0 0 0 0 0,0 0 0 0 0,-1 0 1 0 0,1 0-1 0 0,0 1 0 0 0,0-1 0 0 0,0 0 0 0 0,0 1 1 0 0,0-1-1 0 0,-2 2 0 0 0,-1 1 18 0 0,1 1 1 0 0,-1-1-1 0 0,1 1 1 0 0,-1 0-1 0 0,1 0 0 0 0,0 1 1 0 0,1-1-1 0 0,-5 9 0 0 0,-15 41 105 0 0,21-51-126 0 0,-3 8 9 0 0,1 1-1 0 0,0-1 1 0 0,1 1-1 0 0,0 0 1 0 0,0 16-1 0 0,2-23-14 0 0,-1 0 0 0 0,2 0 0 0 0,-1 0-1 0 0,1-1 1 0 0,-1 1 0 0 0,1 0-1 0 0,0 0 1 0 0,1-1 0 0 0,-1 1-1 0 0,1-1 1 0 0,0 1 0 0 0,0-1-1 0 0,1 0 1 0 0,-1 1 0 0 0,7 6-1 0 0,-7-9-14 0 0,0-1-1 0 0,0 0 0 0 0,0 1 1 0 0,1-1-1 0 0,-1 0 0 0 0,1 0 1 0 0,-1 0-1 0 0,1 0 0 0 0,-1 0 0 0 0,1-1 1 0 0,-1 1-1 0 0,1-1 0 0 0,0 0 1 0 0,-1 0-1 0 0,1 0 0 0 0,0 0 1 0 0,-1 0-1 0 0,1 0 0 0 0,0-1 0 0 0,-1 1 1 0 0,5-3-1 0 0,-2 2-11 0 0,0 0 1 0 0,0-1-1 0 0,-1 0 1 0 0,1 0-1 0 0,-1-1 1 0 0,0 1-1 0 0,1-1 0 0 0,-1 0 1 0 0,0 0-1 0 0,6-7 1 0 0,5-10-81 0 0,-1 0 1 0 0,12-25 0 0 0,-14 25 34 0 0,41-73-632 0 0,-45 78 583 0 0,-6 10 64 0 0,0 0 1 0 0,1 0-1 0 0,-1 1 1 0 0,1-1 0 0 0,6-6-1 0 0,-8 33 414 0 0,-10 34-139 0 0,4-30 64 0 0,1-1 0 0 0,0 38 0 0 0,4-56-244 0 0,0 0-1 0 0,1 0 1 0 0,0 0 0 0 0,0 0 0 0 0,0 0 0 0 0,1 0 0 0 0,0 0 0 0 0,1-1 0 0 0,-1 1 0 0 0,1-1-1 0 0,1 1 1 0 0,-1-1 0 0 0,7 9 0 0 0,-7-12-47 0 0,-1 0 1 0 0,1-1-1 0 0,0 1 0 0 0,-1-1 1 0 0,1 0-1 0 0,0 0 0 0 0,0 0 1 0 0,1 0-1 0 0,-1 0 0 0 0,0-1 1 0 0,1 1-1 0 0,-1-1 0 0 0,5 1 1 0 0,-2 0-29 0 0,0-2 0 0 0,0 1 1 0 0,0-1-1 0 0,0 1 1 0 0,0-2-1 0 0,0 1 1 0 0,9-2-1 0 0,1-2-54 0 0,0-1 0 0 0,0 0 0 0 0,0-1 0 0 0,28-15 0 0 0,-31 14 97 0 0,0-1 0 0 0,0 0 0 0 0,-1 0 0 0 0,0-1 0 0 0,-1-1 0 0 0,0 0 0 0 0,0-1-1 0 0,-1 0 1 0 0,0 0 0 0 0,-1-1 0 0 0,0 0 0 0 0,11-23 0 0 0,-18 31 2 0 0,-1 1 1 0 0,1-1-1 0 0,-1 0 0 0 0,0 1 0 0 0,0-1 0 0 0,0 0 1 0 0,0 0-1 0 0,-1 0 0 0 0,0 0 0 0 0,0 0 0 0 0,0 0 1 0 0,0 0-1 0 0,0 0 0 0 0,-1 1 0 0 0,0-1 0 0 0,0 0 0 0 0,0 0 1 0 0,0 0-1 0 0,-2-4 0 0 0,2 7 5 0 0,0 1 0 0 0,0-1-1 0 0,1 0 1 0 0,-1 0 0 0 0,0 1 0 0 0,0-1-1 0 0,0 1 1 0 0,0-1 0 0 0,0 1 0 0 0,0-1 0 0 0,0 1-1 0 0,0-1 1 0 0,0 1 0 0 0,0 0 0 0 0,-1 0-1 0 0,1 0 1 0 0,0-1 0 0 0,0 1 0 0 0,0 0-1 0 0,0 0 1 0 0,0 1 0 0 0,0-1 0 0 0,0 0-1 0 0,-1 0 1 0 0,1 0 0 0 0,-1 1 0 0 0,-2 0 23 0 0,-1 0 0 0 0,1 1 0 0 0,0 0 0 0 0,0-1 0 0 0,-4 4 0 0 0,-9 5 7 0 0,1 2 0 0 0,0-1 0 0 0,-27 28 0 0 0,35-31-29 0 0,1 0 1 0 0,0 1-1 0 0,1 0 0 0 0,0 0 1 0 0,0 0-1 0 0,1 1 0 0 0,0 0 1 0 0,-5 15-1 0 0,9-21-55 0 0,0 1 0 0 0,0-1-1 0 0,0 0 1 0 0,1 0 0 0 0,-1 0-1 0 0,1 0 1 0 0,0 0 0 0 0,1 0 0 0 0,-1 1-1 0 0,1-1 1 0 0,-1 0 0 0 0,1 0-1 0 0,2 4 1 0 0,-2-6 21 0 0,0 0 1 0 0,-1-1-1 0 0,1 1 0 0 0,0 0 0 0 0,0-1 1 0 0,0 1-1 0 0,1-1 0 0 0,-1 1 0 0 0,0-1 1 0 0,0 0-1 0 0,1 0 0 0 0,-1 1 0 0 0,1-1 1 0 0,-1 0-1 0 0,1 0 0 0 0,0 0 0 0 0,-1 0 1 0 0,1-1-1 0 0,0 1 0 0 0,-1 0 0 0 0,1-1 1 0 0,0 1-1 0 0,0-1 0 0 0,0 0 0 0 0,0 0 1 0 0,-1 1-1 0 0,1-1 0 0 0,0 0 0 0 0,0-1 1 0 0,0 1-1 0 0,2-1 0 0 0,5-1-26 0 0,0 0 1 0 0,0-1-1 0 0,-1 0 0 0 0,0 0 1 0 0,1-1-1 0 0,-1 0 0 0 0,-1 0 1 0 0,1-1-1 0 0,-1 0 0 0 0,1-1 1 0 0,-1 0-1 0 0,-1 0 0 0 0,1 0 1 0 0,5-9-1 0 0,5-6-110 0 0,-1-1 0 0 0,-1-1 0 0 0,18-34 0 0 0,-15 17 93 0 0,-17 38 368 0 0,1 15 183 0 0,-1 19 362 0 0,-1-21-729 0 0,0 1 1 0 0,1-1-1 0 0,0 0 1 0 0,1 0-1 0 0,0 0 0 0 0,6 18 1 0 0,-7-28-123 0 0,-1 0 1 0 0,1 1 0 0 0,0-1-1 0 0,0 0 1 0 0,-1 0-1 0 0,1 0 1 0 0,0 1 0 0 0,0-1-1 0 0,0 0 1 0 0,0 0 0 0 0,0-1-1 0 0,1 1 1 0 0,-1 0-1 0 0,0 0 1 0 0,0 0 0 0 0,0-1-1 0 0,1 1 1 0 0,-1-1 0 0 0,0 1-1 0 0,1-1 1 0 0,-1 1-1 0 0,1-1 1 0 0,-1 0 0 0 0,0 1-1 0 0,1-1 1 0 0,-1 0-1 0 0,1 0 1 0 0,-1 0 0 0 0,1-1-1 0 0,-1 1 1 0 0,1 0 0 0 0,-1 0-1 0 0,0-1 1 0 0,1 1-1 0 0,-1-1 1 0 0,0 1 0 0 0,3-2-1 0 0,3-1-67 0 0,0-1-1 0 0,0 0 1 0 0,0 0-1 0 0,12-10 1 0 0,-2 0-35 0 0,0-1 1 0 0,24-28 0 0 0,-33 32 82 0 0,0 0 0 0 0,0-1 0 0 0,-1 0 1 0 0,0 0-1 0 0,7-20 0 0 0,-8 15-43 0 0,10-24 1088 0 0,-12 43-977 0 0,-4 0-45 0 0,0-1 0 0 0,1 0 0 0 0,-1 0 0 0 0,1 0 0 0 0,0 0 0 0 0,-1 1 0 0 0,1-1 0 0 0,0 0-1 0 0,0 0 1 0 0,-1 0 0 0 0,1 0 0 0 0,2 1 0 0 0,6 8-62 0 0,0 1 0 0 0,0 0 0 0 0,-1 0 0 0 0,8 16 0 0 0,-12-20 18 0 0,-1 1 0 0 0,-1-1-1 0 0,1 1 1 0 0,-1 0 0 0 0,0-1 0 0 0,-1 1 0 0 0,0 0-1 0 0,1 16 1 0 0,-3-13 12 0 0,0 0-1 0 0,-1 0 1 0 0,0 0 0 0 0,0 0 0 0 0,-1-1-1 0 0,-1 1 1 0 0,0-1 0 0 0,-5 11-1 0 0,-3 9 27 0 0,11-29 58 0 0,3-2-43 0 0,0 0 0 0 0,0 1-1 0 0,0-1 1 0 0,-1 0-1 0 0,1 0 1 0 0,0 0-1 0 0,-1 0 1 0 0,1-1-1 0 0,0 1 1 0 0,1-3-1 0 0,4-2 9 0 0,20-15-19 0 0,0-1 0 0 0,-2-2 0 0 0,-1-1 0 0 0,36-46 0 0 0,-46 52 60 0 0,1 1 0 0 0,1 1 0 0 0,32-29 0 0 0,-47 45 364 0 0,2 5-212 0 0,-1 0 0 0 0,0 1 0 0 0,0-1 0 0 0,-1 0 0 0 0,2 8 0 0 0,1 5 88 0 0,-1 0 0 0 0,1 28-1 0 0,-3-26-634 0 0,0-1-1 0 0,6 23 0 0 0,0-25-990 0 0,3-2-3646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2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 8751 0 0,'-9'-4'16200'0'0,"16"3"-14313"0"0,13 2-7005 0 0,-10 2-2867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27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90 22399 0 0,'-6'-1'2032'0'0,"1"0"-375"0"0,7 1-1499 0 0,-1-1-1 0 0,1 1 1 0 0,0-1-1 0 0,0 0 0 0 0,0 1 1 0 0,-1-1-1 0 0,1 0 0 0 0,0 0 1 0 0,1-1-1 0 0,2-1 109 0 0,13-5 46 0 0,1 2-1 0 0,0 0 0 0 0,0 1 1 0 0,26-4-1 0 0,-8 2-304 0 0,24-7-566 0 0,-26 5-1355 0 0,0 2-4756 0 0,-2 1-2088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2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1 306 14279 0 0,'0'0'1766'0'0,"2"-1"-276"0"0,51-20 4886 0 0,3 3-4330 0 0,66-27-1476 0 0,-91 31-592 0 0,-1-1 0 0 0,-1-1 0 0 0,43-33 0 0 0,-61 40-266 0 0,0-1-1 0 0,-1-1 1 0 0,13-16 0 0 0,-23 26 49 0 0,-1 1-653 0 0,-1 1 872 0 0,0-1 0 0 0,0 1 0 0 0,0-1 0 0 0,1 1 0 0 0,-1-1 0 0 0,0 1 0 0 0,-2 2 0 0 0,-14 6-18 0 0,2 1 100 0 0,-1-1 1 0 0,-17 16-1 0 0,29-21-58 0 0,0 0 1 0 0,1 0 0 0 0,0 1-1 0 0,0-1 1 0 0,0 1-1 0 0,0 0 1 0 0,1 0 0 0 0,0 1-1 0 0,0-1 1 0 0,0 1 0 0 0,-1 6-1 0 0,3-11-5 0 0,1 1 0 0 0,-1 0 0 0 0,1 0 0 0 0,0-1 0 0 0,-1 1 0 0 0,1 0-1 0 0,0 0 1 0 0,0 0 0 0 0,1 0 0 0 0,-1-1 0 0 0,0 1 0 0 0,1 0 0 0 0,-1 0 0 0 0,1-1 0 0 0,-1 1 0 0 0,1 0 0 0 0,0-1-1 0 0,0 1 1 0 0,0 0 0 0 0,-1-1 0 0 0,2 1 0 0 0,-1-1 0 0 0,0 0 0 0 0,0 1 0 0 0,0-1 0 0 0,1 0 0 0 0,-1 0 0 0 0,1 1-1 0 0,-1-1 1 0 0,1 0 0 0 0,-1-1 0 0 0,3 2 0 0 0,1 1-2 0 0,-1-1-1 0 0,1 0 0 0 0,0 0 1 0 0,0-1-1 0 0,0 1 1 0 0,1-1-1 0 0,-1 0 0 0 0,0-1 1 0 0,10 1-1 0 0,74-8 140 0 0,-77 5-103 0 0,1-1 1 0 0,-1 0 0 0 0,0-1-1 0 0,0 0 1 0 0,12-7-1 0 0,-4 2 234 0 0,-1-1-1 0 0,0-1 0 0 0,-1-1 0 0 0,0-1 1 0 0,15-14-1 0 0,-19 13-148 0 0,21-25-1 0 0,-30 33-95 0 0,-1-1 0 0 0,0 1 0 0 0,0-1-1 0 0,-1 1 1 0 0,1-1 0 0 0,-2 0-1 0 0,4-11 1 0 0,-5 14-20 0 0,0-10-19 0 0,-1 13 14 0 0,0 1 0 0 0,0-1-1 0 0,0 1 1 0 0,-1 0-1 0 0,1-1 1 0 0,0 1-1 0 0,0-1 1 0 0,0 1 0 0 0,-1 0-1 0 0,1-1 1 0 0,0 1-1 0 0,-1 0 1 0 0,1-1-1 0 0,0 1 1 0 0,-1 0-1 0 0,1-1 1 0 0,-1 1 0 0 0,1 0-1 0 0,0 0 1 0 0,-1 0-1 0 0,1-1 1 0 0,-1 1-1 0 0,1 0 1 0 0,0 0 0 0 0,-1 0-1 0 0,1 0 1 0 0,-1 0-1 0 0,1 0 1 0 0,-1 0-1 0 0,1 0 1 0 0,-1 0-1 0 0,1 0 1 0 0,-1 0 0 0 0,1 0-1 0 0,-1 0 1 0 0,0 0-1 0 0,-16 4 87 0 0,12-1-29 0 0,0 0-1 0 0,0 0 1 0 0,0 0 0 0 0,1 1-1 0 0,-1 0 1 0 0,1 0-1 0 0,0 0 1 0 0,0 0-1 0 0,-6 10 1 0 0,-2 5 254 0 0,-13 26 0 0 0,14-23-97 0 0,-6 13 149 0 0,2 1 0 0 0,1 0 0 0 0,2 1 0 0 0,-10 53 0 0 0,3 38-42 0 0,4-22-300 0 0,5-46-294 0 0,-11 52-375 0 0,17-96-1581 0 0,-1-1 0 0 0,-12 25-1 0 0,12-31-55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28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12439 0 0,'0'0'1126'0'0,"7"-5"-908"0"0,6-2 1447 0 0,0 0 0 0 0,1 1 1 0 0,-1 1-1 0 0,1 0 0 0 0,18-3 0 0 0,19-8 1911 0 0,24-10-4055 0 0,-50 17-2008 0 0,0 1-3426 0 0,-2 1-2039 0 0</inkml:trace>
  <inkml:trace contextRef="#ctx0" brushRef="#br0" timeOffset="1">620 2 23927 0 0,'-13'-1'4456'0'0,"25"2"-5288"0"0,-3 3-224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3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13 8287 0 0,'0'0'639'0'0,"-1"0"-415"0"0,-24-5 7647 0 0,-6-1 2499 0 0,9 4-9782 0 0,7 4-218 0 0,0 0 1 0 0,0 0-1 0 0,0 2 0 0 0,0 0 0 0 0,1 1 1 0 0,-23 10-1 0 0,13-4-296 0 0,-42 25 0 0 0,59-29-74 0 0,7 1-13 0 0,1-6 8 0 0,1 0 1 0 0,-1-1 0 0 0,0 1-1 0 0,1 0 1 0 0,-1 0 0 0 0,1-1-1 0 0,-1 1 1 0 0,1-1 0 0 0,0 0-1 0 0,0 1 1 0 0,0-1 0 0 0,0 0-1 0 0,0 0 1 0 0,0 0 0 0 0,0 0-1 0 0,3 1 1 0 0,2 0 9 0 0,1 0 0 0 0,-1 0-1 0 0,13 1 1 0 0,39 1 122 0 0,33 4-15 0 0,-78-6-96 0 0,1 0 1 0 0,-1 2-1 0 0,0 0 1 0 0,16 6-1 0 0,-25-7-11 0 0,1-1-1 0 0,-1 1 0 0 0,0 0 1 0 0,0 1-1 0 0,0-1 0 0 0,-1 1 0 0 0,1 0 1 0 0,-1 0-1 0 0,0 0 0 0 0,0 1 1 0 0,6 8-1 0 0,-9-11 8 0 0,1 1 0 0 0,-1-1 0 0 0,0 1 0 0 0,1 0 0 0 0,-1 0 1 0 0,-1 0-1 0 0,1 0 0 0 0,0 0 0 0 0,-1 0 0 0 0,1 0 0 0 0,-1 0 0 0 0,0 0 1 0 0,0 0-1 0 0,0 0 0 0 0,-1 0 0 0 0,1 0 0 0 0,-1 0 0 0 0,1 0 0 0 0,-1-1 0 0 0,0 1 1 0 0,0 0-1 0 0,0 0 0 0 0,-1 0 0 0 0,-2 4 0 0 0,-1 0 40 0 0,-1 0 1 0 0,0 0-1 0 0,0 0 0 0 0,-1-1 0 0 0,0 0 1 0 0,0 0-1 0 0,0-1 0 0 0,-1 0 1 0 0,1 0-1 0 0,-1-1 0 0 0,0 0 0 0 0,-1 0 1 0 0,-8 2-1 0 0,-11 3 109 0 0,-1-2 1 0 0,-49 8-1 0 0,55-12-127 0 0,-40 1 0 0 0,55-4-109 0 0,1 0 0 0 0,-1-1 0 0 0,1 0 1 0 0,0 0-1 0 0,-1-1 0 0 0,1 1 0 0 0,0-2 1 0 0,0 1-1 0 0,-10-6 0 0 0,15 8-12 0 0,1-1 1 0 0,0 0-1 0 0,-1 0 0 0 0,1 0 1 0 0,0 0-1 0 0,0 0 0 0 0,0 0 0 0 0,0 0 1 0 0,0-1-1 0 0,0 1 0 0 0,0 0 1 0 0,0-1-1 0 0,0 1 0 0 0,0 0 1 0 0,1-1-1 0 0,-1 1 0 0 0,1-1 0 0 0,-1 1 1 0 0,1-1-1 0 0,-1 1 0 0 0,1-1 1 0 0,0 1-1 0 0,0-1 0 0 0,0 0 1 0 0,0 1-1 0 0,0-1 0 0 0,0 1 0 0 0,0-1 1 0 0,1 1-1 0 0,0-4 0 0 0,0 1-400 0 0,1 0 0 0 0,0 0 0 0 0,-1 0 0 0 0,2 0 0 0 0,-1 0 0 0 0,0 0 0 0 0,1 1 0 0 0,0-1 0 0 0,6-5-1 0 0,9-8-1785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3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29 9671 0 0,'-13'2'16780'0'0,"39"-15"-13875"0"0,-10 9-2466 0 0,1 0-1 0 0,17-2 0 0 0,-10 3-222 0 0,-6 2-87 0 0,-18 1-124 0 0,1 0 0 0 0,-1 0 0 0 0,1 1-1 0 0,-1-1 1 0 0,1 0 0 0 0,-1 0 0 0 0,0 0 0 0 0,1 0-1 0 0,-1 1 1 0 0,1-1 0 0 0,-1 0 0 0 0,1 0-1 0 0,-1 1 1 0 0,0-1 0 0 0,1 0 0 0 0,-1 1-1 0 0,1-1 1 0 0,-1 0 0 0 0,0 1 0 0 0,0-1 0 0 0,1 1-1 0 0,-1-1 1 0 0,0 0 0 0 0,0 1 0 0 0,1-1-1 0 0,-1 1 1 0 0,0-1 0 0 0,0 1 0 0 0,0-1-1 0 0,0 1 1 0 0,0-1 0 0 0,0 1 0 0 0,0 16 48 0 0,0-14-43 0 0,-1-1 0 0 0,0 1 0 0 0,0-1 0 0 0,0 1 0 0 0,0 0 0 0 0,0-1 0 0 0,-1 0 0 0 0,1 1 0 0 0,-1-1 0 0 0,0 0 0 0 0,-3 4 0 0 0,-28 22 109 0 0,12-10-27 0 0,-17 18 32 0 0,-92 96 281 0 0,127-130-391 0 0,3-1-7 0 0,-1-1-1 0 0,1 0 1 0 0,-1 1-1 0 0,1-1 1 0 0,-1 0 0 0 0,1 1-1 0 0,0-1 1 0 0,-1 1 0 0 0,1-1-1 0 0,0 1 1 0 0,-1-1 0 0 0,1 0-1 0 0,0 1 1 0 0,0-1-1 0 0,0 1 1 0 0,-1 0 0 0 0,1 0-1 0 0,0-1-4 0 0,0 1 0 0 0,-1-1 0 0 0,1 1 0 0 0,0-1 0 0 0,0 1 0 0 0,0-1 1 0 0,0 1-1 0 0,-1-1 0 0 0,1 1 0 0 0,0 0 0 0 0,0-1 0 0 0,0 1 0 0 0,0-1 0 0 0,1 1 0 0 0,-1-1 0 0 0,0 1 0 0 0,0 0 0 0 0,0-1 0 0 0,0 1 0 0 0,0-1 0 0 0,1 1 0 0 0,-1-1 0 0 0,0 1 0 0 0,1-1 0 0 0,-1 1 0 0 0,0-1 0 0 0,1 1 0 0 0,-1-1 0 0 0,1 1 0 0 0,0 0 8 0 0,7 5 2 0 0,-4-4-12 0 0,0-1 1 0 0,0 1-1 0 0,0-1 0 0 0,0 0 1 0 0,0 0-1 0 0,0-1 0 0 0,0 1 1 0 0,8-1-1 0 0,35-5-4 0 0,-21 2-8 0 0,-2-1-507 0 0,0-1 0 0 0,0-1 0 0 0,-1-1 0 0 0,0-1 0 0 0,27-13 0 0 0,-16 7-1311 0 0,-8 3 347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36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24271 0 0,'0'0'2203'0'0,"2"0"-1817"0"0,4 1-74 0 0,1-1 0 0 0,-1 0 0 0 0,12-2 0 0 0,10 0 730 0 0,76-3 327 0 0,-28 3-7507 0 0,-50 2 2199 0 0,-5 0-4872 0 0</inkml:trace>
  <inkml:trace contextRef="#ctx0" brushRef="#br0" timeOffset="1">51 124 23119 0 0,'0'0'2099'0'0,"1"0"-1709"0"0,18-1-176 0 0,0-1 0 0 0,0-1-1 0 0,31-9 1 0 0,19-4-359 0 0,-43 12-225 0 0,95-16-2496 0 0,-77 10 791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37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42 13823 0 0,'-1'-3'521'0'0,"-1"0"-1"0"0,0 0 0 0 0,-1 0 0 0 0,1 0 0 0 0,0 1 1 0 0,-1-1-1 0 0,0 1 0 0 0,1 0 0 0 0,-1 0 1 0 0,0 0-1 0 0,0 0 0 0 0,0 0 0 0 0,-1 1 0 0 0,1-1 1 0 0,0 1-1 0 0,0 0 0 0 0,-1 0 0 0 0,1 0 1 0 0,-1 0-1 0 0,1 1 0 0 0,-1 0 0 0 0,-4-1 0 0 0,-4 1-73 0 0,1 0 0 0 0,-1 1 0 0 0,0 0 0 0 0,1 1 0 0 0,-17 4 0 0 0,-16 7-55 0 0,1 2 1 0 0,-48 24-1 0 0,83-35-357 0 0,1 0 1 0 0,-1 1-1 0 0,-12 9 0 0 0,17-11-27 0 0,0 0-1 0 0,0 0 1 0 0,0 0-1 0 0,0 0 1 0 0,1 0-1 0 0,-1 1 1 0 0,1-1-1 0 0,0 1 1 0 0,-4 7-1 0 0,5-1-7 0 0,2-8-4 0 0,0 1 0 0 0,0-1-1 0 0,0 0 1 0 0,0 0 0 0 0,0 0-1 0 0,0 0 1 0 0,1 0 0 0 0,-1 0 0 0 0,1 0-1 0 0,-1 0 1 0 0,1 0 0 0 0,0-1 0 0 0,0 1-1 0 0,0-1 1 0 0,0 1 0 0 0,0-1 0 0 0,2 1-1 0 0,7 4 7 0 0,0 0 0 0 0,11 3 0 0 0,-20-8-3 0 0,31 10-2 0 0,0-2 0 0 0,46 7 0 0 0,-43-9 58 0 0,67 21 0 0 0,-89-24-15 0 0,-4 0-11 0 0,0 0-1 0 0,0 0 1 0 0,9 5 0 0 0,-17-7-12 0 0,0-1 0 0 0,0 0 1 0 0,0 1-1 0 0,0 0 0 0 0,0-1 1 0 0,0 1-1 0 0,0 0 0 0 0,-1 0 1 0 0,1 0-1 0 0,-1 0 1 0 0,1 0-1 0 0,-1 0 0 0 0,0 0 1 0 0,0 1-1 0 0,0-1 0 0 0,0 0 1 0 0,1 5-1 0 0,-2-5 3 0 0,0-1-1 0 0,0 1 1 0 0,0-1-1 0 0,0 1 1 0 0,-1 0-1 0 0,1-1 1 0 0,0 1-1 0 0,-1-1 1 0 0,0 1-1 0 0,1-1 1 0 0,-1 0-1 0 0,0 1 1 0 0,1-1-1 0 0,-1 0 1 0 0,0 1-1 0 0,0-1 1 0 0,0 0-1 0 0,0 0 1 0 0,0 0-1 0 0,-1 0 1 0 0,-1 2-1 0 0,-3 2 65 0 0,-1 0 0 0 0,-12 7 1 0 0,18-12-82 0 0,-19 10 57 0 0,0 0 0 0 0,-1-2 0 0 0,-32 10 0 0 0,-69 10-458 0 0,34-8-1460 0 0,63-14-19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7:37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17047 0 0,'0'0'1776'0'0,"1"2"-1298"0"0,1 5 2186 0 0,-1 0 0 0 0,2 16 0 0 0,-4 17 1208 0 0,-10 42-2895 0 0,2-25-717 0 0,7-39-419 0 0,1-8-1232 0 0,0 0 0 0 0,-1 0 0 0 0,-5 19 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1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3074 522 5527 0 0,'-23'-29'1432'0'0,"-53"-50"0"0"0,-11 9 6651 0 0,34 33-7109 0 0,-115-60 1 0 0,88 61-713 0 0,-2 3 0 0 0,0 3-1 0 0,-3 5 1 0 0,0 3 0 0 0,-1 3-1 0 0,-91-7 1 0 0,12 13 304 0 0,0 7-1 0 0,-210 20 0 0 0,-87 46-565 0 0,406-50-28 0 0,0 3 0 0 0,1 2 0 0 0,1 3 0 0 0,0 2 0 0 0,-97 52 0 0 0,121-55 11 0 0,1 2 1 0 0,0 1-1 0 0,2 1 1 0 0,0 1-1 0 0,2 1 0 0 0,0 2 1 0 0,2 1-1 0 0,1 0 0 0 0,1 2 1 0 0,1 0-1 0 0,-16 32 0 0 0,22-33 14 0 0,1 1 1 0 0,2 1-1 0 0,1 0 0 0 0,1 0 0 0 0,1 1 1 0 0,2 0-1 0 0,1 0 0 0 0,1 1 1 0 0,2-1-1 0 0,1 1 0 0 0,1 0 0 0 0,2-1 1 0 0,1 1-1 0 0,2-1 0 0 0,0 0 0 0 0,2 0 1 0 0,18 47-1 0 0,-6-30 63 0 0,2-1 0 0 0,2 0 0 0 0,2-2 0 0 0,2 0-1 0 0,1-2 1 0 0,50 55 0 0 0,-35-51 160 0 0,3-2-1 0 0,1-2 1 0 0,2-1-1 0 0,92 57 0 0 0,-68-56 114 0 0,3-2-1 0 0,1-4 0 0 0,87 28 1 0 0,-65-32 38 0 0,0-5 1 0 0,118 16 0 0 0,-67-22-48 0 0,248 3 0 0 0,-219-28-254 0 0,219-33 0 0 0,-290 19-47 0 0,-1-4 0 0 0,-1-5 0 0 0,133-52 0 0 0,-191 59-23 0 0,-1-1 0 0 0,-2-3 0 0 0,0-2 0 0 0,53-40 0 0 0,-74 48 0 0 0,-2-1 0 0 0,0-1 0 0 0,-2-1 0 0 0,0-1 0 0 0,-1 0 0 0 0,-1-2 0 0 0,-1 0 0 0 0,26-52 0 0 0,-36 61 6 0 0,-1-1-1 0 0,-1 0 1 0 0,0 0 0 0 0,-1 0-1 0 0,-1-1 1 0 0,0 1 0 0 0,-1-1-1 0 0,-1-32 1 0 0,-2 28 10 0 0,-2-1 1 0 0,0 1-1 0 0,-1 0 0 0 0,-2 0 1 0 0,0 1-1 0 0,-12-27 0 0 0,2 12 7 0 0,-2 1 0 0 0,-2 1 0 0 0,-1 1 0 0 0,-1 1-1 0 0,-2 1 1 0 0,-1 1 0 0 0,-43-39 0 0 0,-177-128-5 0 0,-17 22-99 0 0,196 133-907 0 0,-140-67-1 0 0,175 95-703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39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8287 0 0,'-1'1'11758'0'0,"-1"3"-10871"0"0,0 0 1 0 0,0 0 0 0 0,1 1 0 0 0,-3 7 0 0 0,-1 21 49 0 0,4 34-1006 0 0,1-61 421 0 0,4 83 819 0 0,28 161 0 0 0,-31-242-1160 0 0,3 11 41 0 0,-1 1-1 0 0,-1-1 1 0 0,-1 35-1 0 0,-1-40 2 0 0,0-3-57 0 0,0-8-70 0 0,-13-26-566 0 0,12 19 604 0 0,0 0 1 0 0,0 0 0 0 0,1 0-1 0 0,-1 0 1 0 0,1 0 0 0 0,0 0-1 0 0,0 0 1 0 0,0 0 0 0 0,0 0 0 0 0,1 0-1 0 0,-1 0 1 0 0,1 0 0 0 0,2-5-1 0 0,0 0-18 0 0,1 1 0 0 0,0 0-1 0 0,0 0 1 0 0,0 1 0 0 0,7-9 0 0 0,-8 13 50 0 0,0-1-1 0 0,1 1 1 0 0,0-1 0 0 0,-1 1 0 0 0,1 0-1 0 0,0 1 1 0 0,1-1 0 0 0,-1 1 0 0 0,0-1-1 0 0,1 1 1 0 0,-1 1 0 0 0,1-1 0 0 0,-1 1-1 0 0,1-1 1 0 0,8 0 0 0 0,-1 1 55 0 0,1-1 1 0 0,0 2-1 0 0,-1 0 1 0 0,24 3-1 0 0,-16 1-47 0 0,-1 0 0 0 0,0 1 0 0 0,35 16 0 0 0,-44-17-4 0 0,0 1 0 0 0,0 1 0 0 0,0-1 0 0 0,-1 2 0 0 0,10 7 0 0 0,-17-12 0 0 0,0 0 0 0 0,0-1 0 0 0,0 1 0 0 0,0 1 0 0 0,0-1 0 0 0,0 0 0 0 0,0 0 0 0 0,-1 1 0 0 0,1-1 0 0 0,-1 1 0 0 0,0-1 0 0 0,0 1 0 0 0,0 0 0 0 0,0-1 0 0 0,0 1 0 0 0,0 0 0 0 0,-1 0 0 0 0,1 0 0 0 0,-1-1 0 0 0,0 1 0 0 0,0 0 0 0 0,0 0 0 0 0,0 0 0 0 0,0 0 0 0 0,-1 3 0 0 0,-1-3 3 0 0,1 0 0 0 0,-1-1 1 0 0,1 1-1 0 0,-1 0 0 0 0,0-1 0 0 0,0 1 0 0 0,0-1 0 0 0,0 0 0 0 0,-1 1 1 0 0,1-1-1 0 0,0 0 0 0 0,-1-1 0 0 0,-4 4 0 0 0,-5 1 31 0 0,-21 10 0 0 0,16-9 25 0 0,0-1 0 0 0,0-1 0 0 0,0 0 0 0 0,-37 4 0 0 0,43-8-294 0 0,0-1 0 0 0,-1 1 0 0 0,1-2 0 0 0,-1 1 0 0 0,1-2 0 0 0,0 0 0 0 0,-1 0 0 0 0,-19-7 0 0 0,16 1-1892 0 0,7 1-3490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39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5983 0 0,'-1'1'464'0'0,"-21"6"18036"0"0,25-2-17876 0 0,2 0-409 0 0,1 0 1 0 0,0 0-1 0 0,0-1 0 0 0,0 0 1 0 0,0 0-1 0 0,1 0 0 0 0,9 3 1 0 0,15 9 368 0 0,9 9-283 0 0,113 73 351 0 0,-120-74-556 0 0,-1 1 0 0 0,41 43 0 0 0,-30-21-39 0 0,-4 2 0 0 0,-1 1 0 0 0,-2 2 0 0 0,38 77 0 0 0,-58-96-37 0 0,-1 0-1 0 0,-2 1 1 0 0,-1 1-1 0 0,-2 0 1 0 0,-1 1-1 0 0,-2-1 1 0 0,-1 2-1 0 0,0 40 1 0 0,-5-49 17 0 0,-1 1 1 0 0,-2 0-1 0 0,-1-1 1 0 0,-1 0-1 0 0,-1 1 1 0 0,-2-2-1 0 0,0 1 1 0 0,-2-1-1 0 0,-1 0 1 0 0,-26 48-1 0 0,10-36 93 0 0,-1-2 0 0 0,-43 46-1 0 0,63-74-114 0 0,-20 16-179 0 0,25-23-21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89 21391 0 0,'-3'-15'2283'0'0,"0"-8"-2211"0"0,3 21-19 0 0,0 1 0 0 0,0-1 0 0 0,0 0 0 0 0,0 1-1 0 0,0-1 1 0 0,0 0 0 0 0,-1 1 0 0 0,1-1 0 0 0,0 0 0 0 0,-1 1 0 0 0,1-1-1 0 0,-1 0 1 0 0,0 1 0 0 0,0-1 0 0 0,0 1 0 0 0,1 0 0 0 0,-1-1-1 0 0,0 1 1 0 0,-1 0 0 0 0,1-1 0 0 0,0 1 0 0 0,0 0 0 0 0,0 0-1 0 0,-1 0 1 0 0,1 0 0 0 0,-1 0 0 0 0,-2-1 0 0 0,-3-1 170 0 0,1 2 1 0 0,-1-1 0 0 0,0 1 0 0 0,0 0-1 0 0,0 0 1 0 0,0 0 0 0 0,0 1-1 0 0,1 0 1 0 0,-1 1 0 0 0,0 0-1 0 0,0 0 1 0 0,0 0 0 0 0,-7 3-1 0 0,-12 4-93 0 0,1 2-1 0 0,-25 13 0 0 0,30-14 2 0 0,-18 7-107 0 0,-38 20 17 0 0,68-32-39 0 0,0 1 1 0 0,0 0 0 0 0,0 1-1 0 0,1 0 1 0 0,0 0-1 0 0,-10 12 1 0 0,15-16-8 0 0,0 0 0 0 0,1 0 0 0 0,-1 0 1 0 0,1 0-1 0 0,0 1 0 0 0,0-1 0 0 0,0 0 0 0 0,0 0 0 0 0,0 1 0 0 0,0-1 0 0 0,1 1 1 0 0,-1-1-1 0 0,1 1 0 0 0,0-1 0 0 0,0 1 0 0 0,0-1 0 0 0,0 1 0 0 0,0-1 0 0 0,0 1 1 0 0,0-1-1 0 0,1 1 0 0 0,0-1 0 0 0,0 4 0 0 0,1-3-2 0 0,-1-1 0 0 0,1 1 0 0 0,0 0 0 0 0,-1-1 0 0 0,1 1-1 0 0,0-1 1 0 0,1 1 0 0 0,-1-1 0 0 0,0 0 0 0 0,1 0 0 0 0,-1 0 0 0 0,1 0 0 0 0,0 0 0 0 0,-1-1-1 0 0,1 1 1 0 0,0-1 0 0 0,0 0 0 0 0,3 1 0 0 0,181 42-115 0 0,-20-6 111 0 0,-141-30 11 0 0,-1 1 1 0 0,0 1-1 0 0,0 1 0 0 0,30 19 0 0 0,-52-28 0 0 0,1 0 0 0 0,-1 1 0 0 0,1-1 0 0 0,-1 1 0 0 0,0 0 0 0 0,0 0 0 0 0,0 0-1 0 0,-1 1 1 0 0,1-1 0 0 0,-1 1 0 0 0,1-1 0 0 0,1 6 0 0 0,-3-7 1 0 0,0 0-1 0 0,-1 1 1 0 0,1-1-1 0 0,-1 0 1 0 0,0 0-1 0 0,0 0 1 0 0,1 1-1 0 0,-2-1 1 0 0,1 0-1 0 0,0 0 1 0 0,0 1-1 0 0,-1-1 1 0 0,1 0-1 0 0,-1 0 1 0 0,1 0-1 0 0,-1 0 1 0 0,0 0-1 0 0,0 0 1 0 0,0 0-1 0 0,0 0 1 0 0,0 0-1 0 0,0 0 1 0 0,-1 0-1 0 0,1-1 1 0 0,-3 3-1 0 0,-3 3 27 0 0,0-1 0 0 0,-1 0-1 0 0,1 0 1 0 0,-1-1 0 0 0,0 0-1 0 0,-10 4 1 0 0,-55 21 231 0 0,68-28-243 0 0,-31 10 84 0 0,-47 8-1 0 0,53-13-54 0 0,2-1-375 0 0,-1-1 0 0 0,1-2 0 0 0,-1-1 0 0 0,0-1 0 0 0,1-1 0 0 0,-51-8 0 0 0,79 8 6 0 0,-1 0-1 0 0,0 0 1 0 0,1 0-1 0 0,-1-1 1 0 0,0 1-1 0 0,1 0 1 0 0,-1 0 0 0 0,1-1-1 0 0,-1 1 1 0 0,1 0-1 0 0,-1-1 1 0 0,0 1-1 0 0,1 0 1 0 0,-1-1-1 0 0,1 1 1 0 0,0-1-1 0 0,-1 1 1 0 0,1-1 0 0 0,-1 1-1 0 0,0-2 1 0 0,0 0-1110 0 0,-5-11-6636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10591 0 0,'1'2'9172'0'0,"2"4"-8473"0"0,0-1 0 0 0,0 1 0 0 0,0 0 0 0 0,-1-1 0 0 0,0 1 0 0 0,0 0 0 0 0,0 0 0 0 0,-1 1 0 0 0,1 9 0 0 0,0 9 26 0 0,-2 29 0 0 0,0 1-60 0 0,18 182-2444 0 0,-17-228 1360 0 0,1 22-2460 0 0,-2-18 647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70 23351 0 0,'-1'-1'2115'0'0,"-3"0"-1689"0"0,21-4 465 0 0,2 3-231 0 0,31-8 0 0 0,2-1-185 0 0,32-3-252 0 0,27-4-125 0 0,-108 18-97 0 0,28-4 2 0 0,0 1 1 0 0,0 2-1 0 0,40 3 1 0 0,-61 0-4 0 0,0-1 0 0 0,0 2-1 0 0,-1-1 1 0 0,1 1 0 0 0,18 8 0 0 0,-22-7-1 0 0,0-1 1 0 0,-1 1 0 0 0,1 0 0 0 0,-1 0 0 0 0,1 0 0 0 0,-1 1 0 0 0,-1 0-1 0 0,1 0 1 0 0,7 11 0 0 0,-10-12 4 0 0,1 1 1 0 0,-1-1-1 0 0,-1 1 0 0 0,1-1 1 0 0,-1 1-1 0 0,1 0 0 0 0,-1 0 0 0 0,-1 0 1 0 0,1 0-1 0 0,-1 5 0 0 0,0 10 35 0 0,-2 23 0 0 0,1-30-27 0 0,-1-4 15 0 0,1-2 10 0 0,1-5-81 0 0,-1-5-63 0 0,1 1 78 0 0,0-1-1 0 0,0 1 0 0 0,0 0 1 0 0,0-1-1 0 0,0 1 0 0 0,1-3 1 0 0,8-35-178 0 0,1 0 0 0 0,20-48-1 0 0,-29 86 234 0 0,5 12 255 0 0,20 35 179 0 0,-18-29-419 0 0,1-1-1 0 0,0 1 1 0 0,1-2-1 0 0,21 24 1 0 0,-22-29-344 0 0,0 0 0 0 0,1-1 0 0 0,12 8 0 0 0,-17-13-91 0 0,1 0 0 0 0,-1 0-1 0 0,0-1 1 0 0,1 1 0 0 0,0-1 0 0 0,0-1-1 0 0,-1 1 1 0 0,13 0 0 0 0,14 3-2982 0 0,-16-6 1041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39 16559 0 0,'-1'-1'34'0'0,"1"-2"133"0"0,-1 0 0 0 0,1 1 0 0 0,0-1 0 0 0,0 0 0 0 0,0 0 0 0 0,0 0 0 0 0,0 1 0 0 0,0-1 0 0 0,1 0 0 0 0,1-7 6588 0 0,2 22-4707 0 0,-1 3-1564 0 0,-1 0 1 0 0,-1 1 0 0 0,0-1-1 0 0,-1 0 1 0 0,-2 18-1 0 0,1-9-331 0 0,2 24-1 0 0,0-29-123 0 0,2-1 1 0 0,0 0-1 0 0,1 1 0 0 0,13 33 1 0 0,-13-43-97 0 0,0 0 1 0 0,0-1-1 0 0,1 0 0 0 0,0 0 1 0 0,0 0-1 0 0,1 0 1 0 0,0-1-1 0 0,0 0 0 0 0,1 0 1 0 0,0-1-1 0 0,13 10 1 0 0,-16-13-33 0 0,1-1 0 0 0,0 0 0 0 0,-1 0 0 0 0,1 0 0 0 0,0 0 0 0 0,1-1 0 0 0,-1 1 0 0 0,0-1 0 0 0,0-1 0 0 0,0 1-1 0 0,1-1 1 0 0,-1 0 0 0 0,0 0 0 0 0,1 0 0 0 0,-1-1 0 0 0,0 0 0 0 0,0 0 0 0 0,1 0 0 0 0,-1 0 0 0 0,0-1 0 0 0,0 0 0 0 0,-1 0 0 0 0,1-1 0 0 0,0 1 0 0 0,-1-1 0 0 0,1 0 0 0 0,-1 0 0 0 0,0-1 0 0 0,7-6 0 0 0,0-1-53 0 0,0-1-1 0 0,-1-1 1 0 0,16-26-1 0 0,-22 32 176 0 0,0 0-1 0 0,-1 0 1 0 0,0 0-1 0 0,0-1 1 0 0,0 1-1 0 0,-1-1 0 0 0,0 0 1 0 0,-1 0-1 0 0,1-14 1 0 0,-2 22-9 0 0,0 0 1 0 0,0-1-1 0 0,0 1 1 0 0,0-1-1 0 0,0 1 1 0 0,0 0-1 0 0,0-1 1 0 0,0 1-1 0 0,0 0 1 0 0,0-1-1 0 0,-1 1 1 0 0,1 0-1 0 0,0-1 1 0 0,0 1-1 0 0,0 0 1 0 0,-1-1-1 0 0,1 1 1 0 0,0 0-1 0 0,0 0 1 0 0,-1-1-1 0 0,1 1 1 0 0,0 0-1 0 0,-1 0 1 0 0,1-1-1 0 0,0 1 1 0 0,-1 0-1 0 0,1 0 1 0 0,0 0-1 0 0,-1 0 1 0 0,1 0-1 0 0,-1 0 1 0 0,1-1-1 0 0,0 1 0 0 0,-1 0 1 0 0,1 0-1 0 0,0 0 1 0 0,-1 0-1 0 0,1 0 1 0 0,-1 0-1 0 0,1 1 1 0 0,0-1-1 0 0,-1 0 1 0 0,0 0-1 0 0,-15 6 443 0 0,13-4-402 0 0,0 1 1 0 0,0 0-1 0 0,0 0 0 0 0,0 0 0 0 0,1 1 0 0 0,-1-1 0 0 0,1 1 0 0 0,0-1 0 0 0,0 1 0 0 0,0 0 0 0 0,0 0 0 0 0,0-1 0 0 0,1 1 1 0 0,0 0-1 0 0,-1 8 0 0 0,1-6 12 0 0,0 0 1 0 0,0 0 0 0 0,1 0 0 0 0,0 1 0 0 0,0-1-1 0 0,1 0 1 0 0,-1 0 0 0 0,1 0 0 0 0,1 0-1 0 0,2 8 1 0 0,-2-9-116 0 0,0-1-1 0 0,1-1 1 0 0,-1 1 0 0 0,1 0-1 0 0,0 0 1 0 0,0-1 0 0 0,0 0-1 0 0,1 0 1 0 0,-1 0 0 0 0,1 0-1 0 0,-1 0 1 0 0,1-1 0 0 0,0 1-1 0 0,0-1 1 0 0,0 0 0 0 0,1 0-1 0 0,-1-1 1 0 0,0 1 0 0 0,1-1-1 0 0,-1 0 1 0 0,1 0 0 0 0,-1 0-1 0 0,6-1 1 0 0,10 1-831 0 0,7 0-3994 0 0,-17-1-3303 0 0</inkml:trace>
  <inkml:trace contextRef="#ctx0" brushRef="#br0" timeOffset="1">1 135 22751 0 0,'0'0'2061'0'0,"1"-1"-1698"0"0,8-3-357 0 0,0 1-1 0 0,1 0 1 0 0,-1 0 0 0 0,1 1-1 0 0,0 0 1 0 0,16-1 0 0 0,-3 0 17 0 0,252-17 114 0 0,-163 15-1902 0 0,-65 2 778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23615 0 0,'0'0'2137'0'0,"1"-1"-1757"0"0,3-2-244 0 0,-3 3-53 0 0,0 0-1 0 0,0 1 0 0 0,0-1 1 0 0,0 0-1 0 0,-1 0 0 0 0,1 1 0 0 0,0-1 1 0 0,0 0-1 0 0,0 1 0 0 0,0-1 0 0 0,-1 1 1 0 0,1-1-1 0 0,0 1 0 0 0,0-1 1 0 0,-1 1-1 0 0,1 0 0 0 0,0-1 0 0 0,-1 1 1 0 0,2 1-1 0 0,-2-1 3 0 0,5 5 226 0 0,0 0 0 0 0,-1 1 0 0 0,0-1 0 0 0,0 1 0 0 0,-1 0 0 0 0,0 0-1 0 0,0 0 1 0 0,2 11 0 0 0,11 63 329 0 0,-11-53-439 0 0,14 102 78 0 0,11 57-262 0 0,-29-179-481 0 0,7 21-289 0 0,-8-27 337 0 0,1-1 1 0 0,0 1-1 0 0,-1-1 0 0 0,1 1 1 0 0,0-1-1 0 0,0 0 1 0 0,0 1-1 0 0,2 1 0 0 0,5 2-1257 0 0</inkml:trace>
  <inkml:trace contextRef="#ctx0" brushRef="#br0" timeOffset="1">727 56 18887 0 0,'-7'3'10504'0'0,"3"5"-10440"0"0,5 4-9376 0 0,2-1 512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11975 0 0,'0'1'547'0'0,"-6"37"704"0"0,6-35-1001 0 0,0-1 773 0 0,0 0-1 0 0,1 0 1 0 0,-1 0 0 0 0,0 0 0 0 0,0 0-1 0 0,1 0 1 0 0,0 0 0 0 0,-1 0 0 0 0,1 0 0 0 0,0 0-1 0 0,0 0 1 0 0,0 0 0 0 0,0 0 0 0 0,1 1-1 0 0,-1-2-623 0 0,1 1-341 0 0,-1 0-1 0 0,1-1 1 0 0,-1 1-1 0 0,1-1 1 0 0,-1 1-1 0 0,1-1 1 0 0,4 3-1 0 0,-5-3-162 0 0,1-1 0 0 0,0 1-1 0 0,-1 0 1 0 0,1 0 0 0 0,0-1 0 0 0,-1 1 0 0 0,1-1-1 0 0,0 0 1 0 0,0 1 0 0 0,2-1 0 0 0,12 0-1346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 23151 0 0,'-5'-3'2099'0'0,"0"-1"-921"0"0,7 7-764 0 0,5 14 86 0 0,0 1 0 0 0,0 0 0 0 0,3 21 0 0 0,10 62 137 0 0,-10-42-350 0 0,6 19-18 0 0,25 158-108 0 0,-40-207-583 0 0,-2-17-3438 0 0,-15-23-1903 0 0,6 4-1757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89 16127 0 0,'-5'-5'1672'0'0,"4"4"-1452"0"0,0 0-1 0 0,0 0 1 0 0,0 0 0 0 0,0 0-1 0 0,0 0 1 0 0,1-1-1 0 0,-1 1 1 0 0,0 0 0 0 0,1 0-1 0 0,-1 0 1 0 0,1-1-1 0 0,-1 1 1 0 0,1 0 0 0 0,0-1-1 0 0,-1-2 1 0 0,1 4-30 0 0,0-1 0 0 0,1 0 0 0 0,-1 0 0 0 0,0 0 0 0 0,0 0 0 0 0,1 0 0 0 0,-1 0 0 0 0,1 0-1 0 0,-1 0 1 0 0,0 1 0 0 0,1-1 0 0 0,0 0 0 0 0,-1 0 0 0 0,1 0 0 0 0,-1 1 0 0 0,1-1 0 0 0,0 0 0 0 0,-1 1 0 0 0,1-1 0 0 0,0 1 0 0 0,0-1 0 0 0,0 1 0 0 0,0-1 0 0 0,1 0 0 0 0,10-4 43 0 0,1 0-1 0 0,-1 0 1 0 0,1 1 0 0 0,25-4 0 0 0,56-1 443 0 0,-61 6-620 0 0,3 1-17 0 0,0 1 1 0 0,0 2-1 0 0,-1 1 1 0 0,1 1-1 0 0,0 3 1 0 0,-1 1-1 0 0,52 16 1 0 0,-76-18-24 0 0,1-1 1 0 0,-1 1-1 0 0,1 1 1 0 0,13 9-1 0 0,-22-13-8 0 0,0 0 0 0 0,-1 0 0 0 0,1 0 0 0 0,-1 0 0 0 0,1 1 0 0 0,-1-1 0 0 0,0 1-1 0 0,0 0 1 0 0,0-1 0 0 0,-1 1 0 0 0,1 0 0 0 0,-1 0 0 0 0,1 0 0 0 0,-1 0 0 0 0,0 0-1 0 0,0 0 1 0 0,0 0 0 0 0,-1 1 0 0 0,1-1 0 0 0,-1 0 0 0 0,1 6 0 0 0,-2-1 22 0 0,-1 0 1 0 0,1 0 0 0 0,-1 0-1 0 0,-1 0 1 0 0,0 0 0 0 0,0-1-1 0 0,0 1 1 0 0,-1-1 0 0 0,0 0-1 0 0,0 0 1 0 0,-1-1-1 0 0,0 1 1 0 0,0-1 0 0 0,-10 10-1 0 0,-8 5-77 0 0,-1 0 1 0 0,-37 23-1 0 0,52-38-15 0 0,-4 3-1132 0 0,-17 16 1 0 0,13-8-6098 0 0,7-5-947 0 0</inkml:trace>
  <inkml:trace contextRef="#ctx0" brushRef="#br0" timeOffset="1">807 457 6911 0 0,'0'0'528'0'0,"1"2"-341"0"0,6 15 5805 0 0,-1 1 1 0 0,8 30-1 0 0,-10-18-2782 0 0,-2 1-3301 0 0,1 24 1387 0 0,-3-54-1348 0 0,1 0 1 0 0,-1 0 0 0 0,0 0 0 0 0,1 0-1 0 0,0 0 1 0 0,-1 0 0 0 0,1 0 0 0 0,-1 0-1 0 0,1 0 1 0 0,0 0 0 0 0,0 0 0 0 0,0 0-1 0 0,-1 0 1 0 0,1-1 0 0 0,0 1 0 0 0,2 1-1 0 0,7 3-1626 0 0,-1-1-3365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6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18887 0 0,'0'0'1456'0'0,"13"-12"784"0"0,-11 10-1589 0 0,33-13 4658 0 0,-29 12-5051 0 0,1 1-1 0 0,-1 1 1 0 0,1-1-1 0 0,6 0 1 0 0,6 1-427 0 0,-1 0 0 0 0,1 1 0 0 0,23 4-1 0 0,1 2-8641 0 0,-25-3 51 0 0</inkml:trace>
  <inkml:trace contextRef="#ctx0" brushRef="#br0" timeOffset="1">91 218 12439 0 0,'-5'11'10119'0'0,"5"-11"-9934"0"0,12 2 5920 0 0,-2-3-8593 0 0,15-1 1944 0 0,0-1 0 0 0,-1-2 0 0 0,25-7 0 0 0,-17 2-865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23471 0 0,'0'0'2123'0'0,"2"-1"-1745"0"0,10-7-55 0 0,-9 6-144 0 0,0 0 0 0 0,1 0 1 0 0,-1 0-1 0 0,1 0 0 0 0,-1 0 1 0 0,1 1-1 0 0,-1-1 0 0 0,1 1 0 0 0,0 0 1 0 0,4 0-1 0 0,19-1 413 0 0,0 1 0 0 0,0 2 0 0 0,36 5 0 0 0,-31-1-529 0 0,-1 1-1 0 0,50 17 1 0 0,-77-21-63 0 0,0-1 0 0 0,0 1 0 0 0,0 0 0 0 0,0 0 0 0 0,0 1 0 0 0,0-1 0 0 0,0 1 0 0 0,5 5 0 0 0,-7-7 0 0 0,-1 1 0 0 0,0-1 0 0 0,0 1 0 0 0,0-1 0 0 0,0 1 0 0 0,0-1 0 0 0,0 1 0 0 0,-1 0 0 0 0,1-1 0 0 0,-1 1 0 0 0,1 0 0 0 0,-1 0 0 0 0,1 0 0 0 0,-1-1 0 0 0,0 1 0 0 0,0 0 0 0 0,0 0 0 0 0,0 0 0 0 0,0-1 0 0 0,0 1 0 0 0,-1 0 0 0 0,1 0 0 0 0,0 0 0 0 0,-2 1 0 0 0,-1 5 12 0 0,0 0 1 0 0,-1-1-1 0 0,0 0 1 0 0,0 0-1 0 0,-1 0 1 0 0,0 0-1 0 0,0 0 1 0 0,0-1-1 0 0,-1 0 0 0 0,-7 5 1 0 0,-10 8 98 0 0,-38 23-1 0 0,26-19-60 0 0,-86 52 254 0 0,63-40-269 0 0,53-32-17 0 0,0 0 0 0 0,1 1 1 0 0,0-1-1 0 0,-1 1 0 0 0,1 0 0 0 0,-5 7 1 0 0,9-10 37 0 0,16 11 101 0 0,-10-11-157 0 0,0 0 0 0 0,0 0 0 0 0,0 0 0 0 0,0-1 0 0 0,0 0 0 0 0,0 0 0 0 0,0-1 0 0 0,0 1 0 0 0,0-1 0 0 0,8-3 0 0 0,1 1 0 0 0,166-34 95 0 0,9-1-2339 0 0,-159 33-551 0 0,0 0-7045 0 0</inkml:trace>
  <inkml:trace contextRef="#ctx0" brushRef="#br0" timeOffset="1">775 351 19351 0 0,'0'0'2018'0'0,"-2"10"1373"0"0,2-9-3054 0 0,0 0-1 0 0,0 1 0 0 0,0-1 0 0 0,0 0 0 0 0,0 1 0 0 0,0-1 0 0 0,0 0 0 0 0,0 0 0 0 0,0 1 0 0 0,1-1 1 0 0,-1 0-1 0 0,1 1 0 0 0,-1-1 0 0 0,1 0 0 0 0,0 2 0 0 0,0-1-206 0 0,1-1 0 0 0,-1 1 0 0 0,0-1 0 0 0,1 1 0 0 0,-1-1 0 0 0,1 1 0 0 0,-1-1 0 0 0,1 0 0 0 0,3 2 0 0 0,-2-1-609 0 0,1-1 0 0 0,0 1 0 0 0,0-1 0 0 0,0 0-1 0 0,0 0 1 0 0,0 0 0 0 0,0 0 0 0 0,0-1-1 0 0,1 0 1 0 0,4 0 0 0 0,3-1-9097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20735 0 0,'0'0'8988'0'0,"0"2"-8100"0"0,8 76 39 0 0,-3 143 1 0 0,-7-159-1476 0 0,1-23-3958 0 0,6-29 1279 0 0,-4-8 2614 0 0,6 8-1352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7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72 627 13359 0 0,'1'-5'17434'0'0,"0"-9"-16691"0"0,0-18-543 0 0,-2 0 0 0 0,0 1 0 0 0,-3-1 0 0 0,-7-34 0 0 0,-1-10 7 0 0,-15-117-207 0 0,22 170-5 0 0,-8-62-50 0 0,13 79 32 0 0,21 21-94 0 0,-3-1 117 0 0,56 44 0 0 0,-60-48 0 0 0,0-1 0 0 0,1-1 0 0 0,24 10 0 0 0,-33-16-5 0 0,1 0 0 0 0,-1 0 0 0 0,0-1 0 0 0,1 0 0 0 0,0 0 0 0 0,-1-1 0 0 0,1 0 0 0 0,-1 0 0 0 0,1 0 0 0 0,-1-1 1 0 0,1 0-1 0 0,-1 0 0 0 0,1-1 0 0 0,-1 1 0 0 0,0-2 0 0 0,0 1 0 0 0,0-1 0 0 0,0 0 0 0 0,0 0 0 0 0,0 0 0 0 0,-1-1 0 0 0,1 0 0 0 0,-1 0 0 0 0,0 0 0 0 0,-1-1 0 0 0,1 1 0 0 0,7-11 0 0 0,1-3-36 0 0,-3 5 39 0 0,-1 0-1 0 0,-1 0 1 0 0,0-1-1 0 0,11-25 1 0 0,-18 48 17 0 0,0-1 0 0 0,0 0 0 0 0,-1 9 0 0 0,1 129 125 0 0,-2-119-178 0 0,2-1 0 0 0,0 0 1 0 0,2 0-1 0 0,1 0 0 0 0,14 51 0 0 0,-15-69-5 0 0,0 0-1 0 0,0 0 0 0 0,7 12 1 0 0,5-1-2237 0 0,-13-17 1039 0 0,0 0 0 0 0,1 0-1 0 0,-1 0 1 0 0,0-1-1 0 0,1 1 1 0 0,2 1-1 0 0,7 1-7883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8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77 183 23063 0 0,'0'0'2561'0'0,"0"2"-2014"0"0,-4 67 3321 0 0,32 191-2697 0 0,-25-238-1622 0 0,2 12 265 0 0,-4-23-4211 0 0,0 0-4022 0 0</inkml:trace>
  <inkml:trace contextRef="#ctx0" brushRef="#br0" timeOffset="1">4 159 20071 0 0,'-1'-3'104'0'0,"0"1"-1"0"0,0-1 1 0 0,1 0 0 0 0,-1 0-1 0 0,1 0 1 0 0,0 1 0 0 0,0-1-1 0 0,0 0 1 0 0,0 0-1 0 0,1 0 1 0 0,-1 0 0 0 0,1 1-1 0 0,-1-1 1 0 0,1 0-1 0 0,0 0 1 0 0,0 1 0 0 0,0-1-1 0 0,1 1 1 0 0,-1-1 0 0 0,4-4-1 0 0,0 0 265 0 0,1-1 0 0 0,1 1-1 0 0,-1 0 1 0 0,1 1 0 0 0,0 0-1 0 0,1 0 1 0 0,-1 0 0 0 0,1 1-1 0 0,0 0 1 0 0,1 0 0 0 0,-1 1 0 0 0,1 0-1 0 0,0 1 1 0 0,0 0 0 0 0,0 0-1 0 0,0 1 1 0 0,12-1 0 0 0,0 0-223 0 0,1 1 1 0 0,0 0 0 0 0,0 2-1 0 0,0 1 1 0 0,-1 1 0 0 0,1 1-1 0 0,38 9 1 0 0,-49-9-107 0 0,0 1 0 0 0,-1-1 1 0 0,1 2-1 0 0,-1-1 0 0 0,0 2 0 0 0,16 10 0 0 0,-23-14-24 0 0,-1 0 0 0 0,1 1-1 0 0,-1-1 1 0 0,1 1 0 0 0,-1-1-1 0 0,0 1 1 0 0,0 0-1 0 0,0 0 1 0 0,-1 0 0 0 0,1 0-1 0 0,-1 0 1 0 0,1 0 0 0 0,-1 0-1 0 0,0 0 1 0 0,0 1-1 0 0,0-1 1 0 0,-1 0 0 0 0,1 1-1 0 0,-1-1 1 0 0,0 1 0 0 0,0-1-1 0 0,0 0 1 0 0,0 1-1 0 0,-1-1 1 0 0,1 0 0 0 0,-3 7-1 0 0,1-3 23 0 0,-1 0 0 0 0,-1 0 0 0 0,0 0 0 0 0,0 0 0 0 0,0 0 0 0 0,0-1-1 0 0,-1 0 1 0 0,0 0 0 0 0,-1 0 0 0 0,1-1 0 0 0,-10 8 0 0 0,-4 1 24 0 0,1-1 1 0 0,-35 19-1 0 0,32-22-129 0 0,-42 13 0 0 0,0 1-628 0 0,34-12 37 0 0,10-4-116 0 0,-20 11 0 0 0,33-16-251 0 0,1 1 0 0 0,-1 0 0 0 0,-10 9 0 0 0,16-12 801 0 0,-1-1 0 0 0,1 0 0 0 0,-1 1 0 0 0,1-1 0 0 0,-1 1 1 0 0,1-1-1 0 0,0 0 0 0 0,-1 1 0 0 0,1-1 0 0 0,-1 1 0 0 0,1-1 0 0 0,0 1 0 0 0,0 0 1 0 0,-1-1-1 0 0,1 1 0 0 0,0-1 0 0 0,0 1 0 0 0,0-1 0 0 0,0 1 0 0 0,-1 0 0 0 0,1-1 1 0 0,0 1-1 0 0,0-1 0 0 0,0 1 0 0 0,0 0 0 0 0,1-1 0 0 0,-1 1 0 0 0,0-1 0 0 0,0 1 1 0 0,0 0-1 0 0,0-1 0 0 0,0 1 0 0 0,1-1 0 0 0,-1 1 0 0 0,0-1 0 0 0,1 1 0 0 0,0 0 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 13823 0 0,'0'0'12353'0'0,"-5"6"-10075"0"0,-2 0-1889 0 0,0 0 0 0 0,0-1 0 0 0,-1 1 0 0 0,1-2 0 0 0,-1 1 0 0 0,-1-1 0 0 0,-15 5 0 0 0,-17 10 19 0 0,23-9-221 0 0,0 1 0 0 0,-32 26 1 0 0,41-30-248 0 0,1 1 0 0 0,0 0-1 0 0,1 0 1 0 0,0 1 0 0 0,0 0 0 0 0,1 1 0 0 0,-6 10 0 0 0,11-18-36 0 0,3-1-128 0 0,0 1 196 0 0,1 0-1 0 0,0 0 1 0 0,0-1-1 0 0,0 1 1 0 0,0-1-1 0 0,0 0 1 0 0,0 0-1 0 0,0 0 1 0 0,0 0-1 0 0,0-1 1 0 0,1 1-1 0 0,-1-1 1 0 0,0 0-1 0 0,0 1 1 0 0,1-2-1 0 0,-1 1 1 0 0,0 0-1 0 0,4-1 1 0 0,6-2-6 0 0,0 1 0 0 0,0-2 0 0 0,16-5 0 0 0,-18 4 27 0 0,0 2-1 0 0,0 0 1 0 0,0 0 0 0 0,0 1 0 0 0,18-2 0 0 0,-24 4 52 0 0,1 0 0 0 0,-1 1 1 0 0,1-1-1 0 0,-1 1 1 0 0,0 0-1 0 0,1 0 1 0 0,-1 0-1 0 0,0 1 1 0 0,0 0-1 0 0,0 0 1 0 0,0 0-1 0 0,-1 1 0 0 0,1-1 1 0 0,4 5-1 0 0,71 63 576 0 0,-6-5-171 0 0,15 5-1710 0 0,-74-57 560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6447 0 0,'2'1'10404'0'0,"22"28"575"0"0,10 21-6835 0 0,-20-29-4016 0 0,23 29 1 0 0,68 60 136 0 0,-18-19-274 0 0,-75-79-203 0 0,0-1 0 0 0,0 0 1 0 0,26 17-1 0 0,17 3-4553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4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 15663 0 0,'-1'0'719'0'0,"-3"0"-371"0"0,0 0-171 0 0,-1 0-1 0 0,0 0 0 0 0,1 0 0 0 0,-1 1 0 0 0,1-1 1 0 0,-1 1-1 0 0,-7 3 0 0 0,-7 8 4354 0 0,-29 33 2334 0 0,-19 29-4800 0 0,2-4-1679 0 0,31-35-342 0 0,-76 81 326 0 0,80-81-726 0 0,-37 55 1 0 0,64-86 141 0 0,-16 29-614 0 0,19-32 482 0 0,-1 1 1 0 0,0 0-1 0 0,0 0 0 0 0,1 0 1 0 0,-1-1-1 0 0,1 1 0 0 0,0 0 1 0 0,0 0-1 0 0,-1 0 0 0 0,1 0 1 0 0,0 0-1 0 0,0 0 0 0 0,1-1 0 0 0,-1 1 1 0 0,0 0-1 0 0,2 3 0 0 0</inkml:trace>
  <inkml:trace contextRef="#ctx0" brushRef="#br0" timeOffset="1">787 337 11975 0 0,'1'2'4556'0'0,"1"7"-814"0"0,-1 0 0 0 0,1 16 1 0 0,-2 22 227 0 0,-1-35-4074 0 0,1 0 0 0 0,0 0 0 0 0,1 0 0 0 0,0 0 0 0 0,0 0-1 0 0,2-1 1 0 0,-1 1 0 0 0,6 14 0 0 0,-7-24-169 0 0,0-1 1 0 0,-1 1-1 0 0,1-1 0 0 0,0 0 0 0 0,0 1 1 0 0,0-1-1 0 0,0 0 0 0 0,0 0 0 0 0,0 0 1 0 0,0 0-1 0 0,1 0 0 0 0,-1 0 0 0 0,0 0 1 0 0,0 0-1 0 0,1 0 0 0 0,-1 0 1 0 0,3 0-1 0 0,7 1-2178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12439 0 0,'7'-12'12195'0'0,"-3"9"-11066"0"0,0 0 1 0 0,0 0 0 0 0,0 1 0 0 0,0 0-1 0 0,9-4 1 0 0,-4 4-978 0 0,0-1 0 0 0,0 2 0 0 0,0-1 0 0 0,13 0 0 0 0,7-2-126 0 0,-22 3-66 0 0,0 0 0 0 0,0 0 0 0 0,0 0 0 0 0,11 1 0 0 0,23 1-323 0 0,-4-1-2308 0 0,-14 3-5690 0 0</inkml:trace>
  <inkml:trace contextRef="#ctx0" brushRef="#br0" timeOffset="0.51">70 193 8751 0 0,'-13'4'17284'0'0,"22"-6"-15851"0"0,45-13-302 0 0,44-9-474 0 0,-74 19-1625 0 0,-1 2 0 0 0,29-2 0 0 0,-18 5-513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0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5063 0 0,'0'-19'24583'0'0,"8"29"-22905"0"0,-3-1-1552 0 0,0-1-1 0 0,-1 1 1 0 0,0 0-1 0 0,0 0 1 0 0,2 12-1 0 0,9 50 515 0 0,-11-50-590 0 0,7 38-58 0 0,-3 0 0 0 0,-2 0-1 0 0,-3 0 1 0 0,-3 1 0 0 0,-9 75 0 0 0,5-98 23 0 0,-9 57-56 0 0,13-92-315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42 7367 0 0,'-5'-9'11516'0'0,"-3"4"-10273"0"0,0 0 0 0 0,0 1 0 0 0,0 0 0 0 0,-1 0-1 0 0,0 1 1 0 0,-9-3 0 0 0,12 5-1086 0 0,0 1-1 0 0,1 0 0 0 0,-1 0 1 0 0,0 0-1 0 0,1 0 1 0 0,-1 1-1 0 0,1 0 0 0 0,-1 0 1 0 0,1 1-1 0 0,-1 0 1 0 0,-5 2-1 0 0,-24 6 167 0 0,22-7-277 0 0,-1 1-1 0 0,1 0 1 0 0,1 0-1 0 0,-22 11 1 0 0,27-11-30 0 0,0 0 1 0 0,1 0-1 0 0,-1 1 1 0 0,1 0-1 0 0,0 0 0 0 0,1 0 1 0 0,-1 1-1 0 0,1-1 1 0 0,-8 13-1 0 0,6-4-16 0 0,6-11 0 0 0,0 0 0 0 0,1-1 0 0 0,-1 1 0 0 0,1 0 0 0 0,0 0 0 0 0,0 0 0 0 0,0 0 0 0 0,0 0 0 0 0,0 0 0 0 0,0 0 0 0 0,1 0 0 0 0,-1 0 0 0 0,3 5 0 0 0,-1-3 0 0 0,0-1 0 0 0,1 1 0 0 0,-1-1 0 0 0,1 1 0 0 0,0-1 0 0 0,0 0 0 0 0,6 5 0 0 0,3 2 0 0 0,0-1 0 0 0,0-1 0 0 0,1 0 0 0 0,19 10 0 0 0,2-3 0 0 0,2-1 0 0 0,0-1 0 0 0,43 10 0 0 0,32 11 0 0 0,-109-34 0 0 0,25 8 0 0 0,-2 1 0 0 0,1 2 0 0 0,45 28 0 0 0,-65-36 0 0 0,1 1 0 0 0,-1 1 0 0 0,0-1 0 0 0,0 1 0 0 0,-1 0 0 0 0,1 1 0 0 0,7 12 0 0 0,-11-15 0 0 0,1 1 0 0 0,-1 0 0 0 0,0 1 0 0 0,0-1 0 0 0,-1 0 0 0 0,0 0 0 0 0,0 1 0 0 0,0-1 0 0 0,0 1 0 0 0,-1-1 0 0 0,0 1 0 0 0,-1 10 0 0 0,0-9 9 0 0,-1 0-1 0 0,0 0 1 0 0,-1 1 0 0 0,1-1-1 0 0,-1-1 1 0 0,-1 1 0 0 0,1 0 0 0 0,-1-1-1 0 0,0 0 1 0 0,-1 1 0 0 0,1-2-1 0 0,-10 10 1 0 0,3-4 21 0 0,-1-1 0 0 0,0 0 0 0 0,-1 0-1 0 0,1-2 1 0 0,-17 9 0 0 0,6-6 40 0 0,-1 0-1 0 0,-1-2 1 0 0,1-1-1 0 0,-2-1 1 0 0,1-1-1 0 0,-42 4 1 0 0,28-7-107 0 0,1-2 0 0 0,0-1 1 0 0,-70-10-1 0 0,95 8-195 0 0,0-1-1 0 0,1 0 1 0 0,-1 0 0 0 0,-18-9-1 0 0,28 11 62 0 0,1 0-1 0 0,-1 0 1 0 0,0-1-1 0 0,1 1 1 0 0,-1-1-1 0 0,1 1 1 0 0,0-1-1 0 0,-1 0 1 0 0,1 0-1 0 0,0 0 1 0 0,0-1-1 0 0,0 1 1 0 0,0 0-1 0 0,1-1 1 0 0,-1 1-1 0 0,1-1 0 0 0,-1 1 1 0 0,1-1-1 0 0,0 0 1 0 0,0 0-1 0 0,0 1 1 0 0,0-1-1 0 0,1 0 1 0 0,-1 0-1 0 0,1-6 1 0 0,3-19-1712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9671 0 0,'14'-3'440'0'0,"-11"3"-5"0"0,-1 0-279 0 0,2 0-50 0 0,-1 0 0 0 0,1 0 0 0 0,-1 1 0 0 0,1-1-1 0 0,-1 1 1 0 0,4 1 0 0 0,-4-1 568 0 0,-1 1 0 0 0,1-1 0 0 0,-1 0 0 0 0,1 1 0 0 0,-1-1-1 0 0,0 1 1 0 0,1 0 0 0 0,-1 0 0 0 0,0 0 0 0 0,0 0 0 0 0,0 0 0 0 0,-1 0 0 0 0,1 0-1 0 0,0 1 1 0 0,-1-1 0 0 0,0 1 0 0 0,1-1 0 0 0,-1 1 0 0 0,0 0 0 0 0,0-1 0 0 0,1 6-1 0 0,14 110 3168 0 0,-11-71-3376 0 0,3 154 253 0 0,-7-117-632 0 0,-1-27-300 0 0,1 17-706 0 0,4-26-2998 0 0,-3-39-2678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7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0 293 13359 0 0,'8'-6'9476'0'0,"3"2"-7779"0"0,-1 1 0 0 0,15-4 0 0 0,48-4-409 0 0,-26 4-863 0 0,194-41 260 0 0,-230 45-680 0 0,76-19 39 0 0,-75 20-40 0 0,0 1 1 0 0,0 0-1 0 0,0 0 0 0 0,0 1 1 0 0,16 3-1 0 0,-26-3-1 0 0,0 0 0 0 0,0 0 0 0 0,0 1 0 0 0,0 0 0 0 0,0-1 0 0 0,0 1 0 0 0,0 0 0 0 0,0 0 0 0 0,0 0 0 0 0,-1 0 0 0 0,1 0 0 0 0,0 0 0 0 0,-1 0 0 0 0,1 1 0 0 0,-1-1 0 0 0,1 1 0 0 0,-1-1 0 0 0,2 4 0 0 0,-1-3 8 0 0,-1 1 0 0 0,0 0 0 0 0,0 0-1 0 0,0 0 1 0 0,0 0 0 0 0,0 0 0 0 0,-1 0-1 0 0,1 0 1 0 0,-1 0 0 0 0,0 0 0 0 0,0 4 0 0 0,-2 7 33 0 0,0-1 0 0 0,0 1 0 0 0,-2 0 0 0 0,-6 17 0 0 0,9-27-40 0 0,-6 12 32 0 0,5-11-22 0 0,0 0 1 0 0,0-1-1 0 0,1 1 0 0 0,-1 0 0 0 0,1 0 0 0 0,0 0 1 0 0,1 0-1 0 0,-1 0 0 0 0,1 5 0 0 0,0-9-146 0 0,16-19-781 0 0,-10 10 830 0 0,0 0 0 0 0,0 0-1 0 0,-1-1 1 0 0,7-18 0 0 0,15-26 59 0 0,-26 51 216 0 0,11 21 160 0 0,-8-11-311 0 0,0 0-1 0 0,0 1 1 0 0,1-2 0 0 0,0 1 0 0 0,1-1-1 0 0,-1 1 1 0 0,1-1 0 0 0,1-1 0 0 0,-1 1-1 0 0,11 6 1 0 0,-8-7-220 0 0,0 0 1 0 0,0-1-1 0 0,0 0 0 0 0,1 0 1 0 0,12 3-1 0 0,-16-6 29 0 0,1 0-1 0 0,-1-1 1 0 0,1 0-1 0 0,0 0 1 0 0,0-1 0 0 0,0 0-1 0 0,-1 0 1 0 0,1-1-1 0 0,8-1 1 0 0,-14 2 134 0 0,21-4-2608 0 0,35-11 0 0 0,-51 13 1794 0 0,1-1 0 0 0,-1 0 0 0 0,1 0 0 0 0,-1 0 0 0 0,0-1 0 0 0,0 0 0 0 0,0 0 0 0 0,-1-1 0 0 0,8-7 0 0 0,-6 4-516 0 0,0 0 0 0 0,-1-1 0 0 0,0 0 0 0 0,7-14 0 0 0,-7 10 410 0 0,0-1-1 0 0,6-25 0 0 0,-5 10 2059 0 0,4-47-1 0 0,-5 4 5578 0 0,-3 31 314 0 0,-3 31-353 0 0,0 12-5763 0 0,-4 21 84 0 0,-4 23-242 0 0,2 1 1 0 0,-1 65-1 0 0,7-90-692 0 0,2 0 1 0 0,1 0 0 0 0,10 39-1 0 0,-11-52-69 0 0,1 0-1 0 0,0-1 1 0 0,1 1 0 0 0,-1-1-1 0 0,2 0 1 0 0,-1 0 0 0 0,1-1-1 0 0,1 1 1 0 0,-1-1 0 0 0,1 0-1 0 0,0-1 1 0 0,8 7 0 0 0,-10-9-37 0 0,0-1 1 0 0,1-1 0 0 0,-1 1-1 0 0,1-1 1 0 0,-1 1 0 0 0,1-1-1 0 0,0-1 1 0 0,0 1 0 0 0,0-1-1 0 0,0 0 1 0 0,0 0 0 0 0,0 0-1 0 0,0 0 1 0 0,0-1 0 0 0,0 0-1 0 0,0 0 1 0 0,0-1 0 0 0,0 1-1 0 0,1-1 1 0 0,-1 0 0 0 0,0-1-1 0 0,-1 1 1 0 0,7-3 0 0 0,-2 0-8 0 0,-1 0 1 0 0,0-1-1 0 0,-1 0 1 0 0,1 0-1 0 0,-1-1 1 0 0,0 1-1 0 0,0-2 0 0 0,-1 1 1 0 0,1-1-1 0 0,-2 0 1 0 0,1 0-1 0 0,6-11 1 0 0,2-5 4 0 0,34-63 72 0 0,-47 85 492 0 0,-2 3-441 0 0,0-1-1 0 0,0 0 1 0 0,0 1-1 0 0,0-1 1 0 0,1 1 0 0 0,-1-1-1 0 0,1 1 1 0 0,-1-1-1 0 0,0 4 1 0 0,0-3 15 0 0,0 5-8 0 0,-1 0 0 0 0,1 1-1 0 0,0-1 1 0 0,0 0-1 0 0,1 1 1 0 0,0-1 0 0 0,1 0-1 0 0,-1 1 1 0 0,2-1 0 0 0,-1 0-1 0 0,4 12 1 0 0,-4-14-233 0 0,0-1 0 0 0,1 0 0 0 0,0 0 0 0 0,-1 0 0 0 0,1 0 0 0 0,1 0 0 0 0,-1-1 0 0 0,1 1-1 0 0,-1 0 1 0 0,1-1 0 0 0,0 0 0 0 0,0 0 0 0 0,0 0 0 0 0,1 0 0 0 0,-1 0 0 0 0,1-1 0 0 0,-1 1 0 0 0,1-1 0 0 0,0 0 0 0 0,7 3 0 0 0,5-4-3223 0 0,-9-1 1490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7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58 10591 0 0,'-10'-3'398'0'0,"0"1"0"0"0,0 1-1 0 0,-14-2 14421 0 0,28 3-14436 0 0,0-1 0 0 0,0 1 0 0 0,0 0 1 0 0,0 0-1 0 0,8 1 0 0 0,10 1 1 0 0,83-13-47 0 0,-11 0-458 0 0,32-1-889 0 0,-42 1-2679 0 0,-38 6-5374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386 101 11975 0 0,'10'-24'1488'0'0,"-7"15"1055"0"0,-1-1 0 0 0,0 1 0 0 0,-1 0 0 0 0,1-15 0 0 0,-2 23-2476 0 0,0 1 0 0 0,-1-1 1 0 0,1 1-1 0 0,0-1 0 0 0,0 0 0 0 0,-1 1 1 0 0,1-1-1 0 0,0 1 0 0 0,-1-1 0 0 0,1 1 1 0 0,-1-1-1 0 0,1 1 0 0 0,-1-1 1 0 0,1 1-1 0 0,-1 0 0 0 0,1-1 0 0 0,-1 1 1 0 0,1-1-1 0 0,-1 1 0 0 0,1 0 0 0 0,-1 0 1 0 0,0-1-1 0 0,-13-3 1135 0 0,6 3-961 0 0,0 1 0 0 0,0 0-1 0 0,0 1 1 0 0,1 0 0 0 0,-1 0-1 0 0,0 1 1 0 0,-7 2 0 0 0,-52 23 36 0 0,40-16-161 0 0,12-4-83 0 0,0-1-1 0 0,1 2 1 0 0,-18 12 0 0 0,29-18-33 0 0,-1 0 1 0 0,1 1-1 0 0,-1 0 0 0 0,1 0 1 0 0,0 0-1 0 0,0 0 0 0 0,1 0 1 0 0,-1 1-1 0 0,1-1 0 0 0,-1 1 1 0 0,1 0-1 0 0,0-1 0 0 0,0 1 1 0 0,1 0-1 0 0,-1 0 0 0 0,1 0 1 0 0,-2 8-1 0 0,4-8 0 0 0,-1 0 0 0 0,1-1 0 0 0,-1 1 0 0 0,1 0 0 0 0,0-1 0 0 0,1 1 0 0 0,-1-1 0 0 0,0 0 0 0 0,1 1 0 0 0,0-1 0 0 0,0 0 0 0 0,0 0 0 0 0,0 0 0 0 0,0 0 0 0 0,1 0 0 0 0,-1 0 0 0 0,1-1 0 0 0,0 1 0 0 0,3 2 0 0 0,5 3 0 0 0,-1-1 0 0 0,1 0 0 0 0,0 0 0 0 0,15 5 0 0 0,71 25 75 0 0,-61-25-8 0 0,69 34-1 0 0,-97-41-52 0 0,-1-1 0 0 0,1 2 0 0 0,-1-1 0 0 0,0 1 0 0 0,-1 0 0 0 0,1 0 0 0 0,-1 1 1 0 0,0 0-1 0 0,8 13 0 0 0,-12-18-9 0 0,-1 0 1 0 0,0 1-1 0 0,0-1 0 0 0,0 1 1 0 0,0-1-1 0 0,0 1 1 0 0,0-1-1 0 0,0 1 0 0 0,-1-1 1 0 0,0 1-1 0 0,1 0 1 0 0,-1-1-1 0 0,0 1 1 0 0,0 0-1 0 0,0-1 0 0 0,-1 1 1 0 0,1 0-1 0 0,-1-1 1 0 0,1 1-1 0 0,-1-1 1 0 0,0 1-1 0 0,0-1 0 0 0,0 1 1 0 0,0-1-1 0 0,-1 1 1 0 0,1-1-1 0 0,-1 0 1 0 0,1 0-1 0 0,-1 0 0 0 0,0 0 1 0 0,0 0-1 0 0,0 0 1 0 0,0 0-1 0 0,0-1 1 0 0,0 1-1 0 0,-4 2 0 0 0,-3 2 57 0 0,-1-1 0 0 0,0 0 0 0 0,-1 0 0 0 0,1-1 0 0 0,-17 4 0 0 0,-58 10 123 0 0,53-12-155 0 0,13-3-23 0 0,0 0 0 0 0,0-2-1 0 0,-1-1 1 0 0,-19-1 0 0 0,-77-16-728 0 0,111 16 437 0 0,0 1 0 0 0,0-2 0 0 0,0 1 0 0 0,1 0 0 0 0,-1-1 0 0 0,0 0 0 0 0,1 0 0 0 0,0 0-1 0 0,-1-1 1 0 0,1 1 0 0 0,0-1 0 0 0,-4-4 0 0 0,4-2-1848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2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0,'0'0'1027'0'0,"2"0"-670"0"0,9 2 1848 0 0,0 0 1 0 0,0-1-1 0 0,0 0 0 0 0,17-2 0 0 0,13 1 780 0 0,-23 1-2271 0 0,3 0 2 0 0,26 4 0 0 0,-42-4-674 0 0,0 0 1 0 0,0 0-1 0 0,0 1 1 0 0,0-1-1 0 0,0 1 1 0 0,0 0-1 0 0,-1 1 1 0 0,1-1-1 0 0,0 1 1 0 0,4 4-1 0 0,2 6 94 0 0,-10-11-64 0 0,-1-1 0 0 0,-1 6-27 0 0,1-1 0 0 0,-1 1 0 0 0,-1-1 0 0 0,1 0 0 0 0,-1 0 0 0 0,-1 1 0 0 0,1-1 0 0 0,-1-1 0 0 0,0 1 0 0 0,0 0 0 0 0,-4 5 0 0 0,-4 5 51 0 0,-1-1 1 0 0,-22 21-1 0 0,-11 5 21 0 0,-15 15 5 0 0,48-43-94 0 0,6-7-22 0 0,1 0 0 0 0,0 0 0 0 0,-7 11 0 0 0,6-4-6 0 0,8-8 0 0 0,-1-4 0 0 0,4 7 0 0 0,-2-6 0 0 0,-1-1 0 0 0,1 1 0 0 0,0 0 0 0 0,0-1 0 0 0,0 0 0 0 0,0 1 0 0 0,0-1 0 0 0,0 0 0 0 0,1-1 0 0 0,-1 1 0 0 0,0 0 0 0 0,0-1 0 0 0,4 0 0 0 0,7 1 0 0 0,25-4 0 0 0,-24 1 0 0 0,28-3-13 0 0,-1-1 0 0 0,0-3 1 0 0,-1-2-1 0 0,55-21 0 0 0,-85 28-861 0 0,-1 0 1 0 0,1 0-1 0 0,17-12 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27727 0 0,'0'0'2969'0'0,"0"-1"-2877"0"0,3-2-7 0 0,-1 1 0 0 0,0-1-1 0 0,1 1 1 0 0,0 0-1 0 0,0 0 1 0 0,-1 0 0 0 0,1 0-1 0 0,0 1 1 0 0,0-1-1 0 0,1 1 1 0 0,-1 0 0 0 0,0 0-1 0 0,0 0 1 0 0,1 0-1 0 0,-1 0 1 0 0,0 1 0 0 0,7-1-1 0 0,4-1 59 0 0,28-4-39 0 0,-1 1 0 0 0,65 2 1 0 0,-16 1-1289 0 0,-87 2 803 0 0,0-1-1 0 0,1 1 1 0 0,-1 1-1 0 0,1-1 1 0 0,-1 0-1 0 0,0 1 1 0 0,1 0-1 0 0,-1-1 1 0 0,4 3-1 0 0,1 1-1467 0 0</inkml:trace>
  <inkml:trace contextRef="#ctx0" brushRef="#br0" timeOffset="1">151 179 17047 0 0,'2'1'6979'0'0,"6"0"-6371"0"0,0 1 0 0 0,0-1 0 0 0,-1-1-1 0 0,1 1 1 0 0,0-1 0 0 0,9-2 0 0 0,51-8-132 0 0,-44 6-271 0 0,166-42-2574 0 0,-163 39 568 0 0,12-5-7240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80 22463 0 0,'0'0'1027'0'0,"-1"-2"-22"0"0,-3-14-854 0 0,3 14 4 0 0,1-1 1 0 0,-1 0-1 0 0,1 1 1 0 0,-1-1 0 0 0,0 1-1 0 0,0-1 1 0 0,0 1-1 0 0,0-1 1 0 0,0 1 0 0 0,-1 0-1 0 0,1 0 1 0 0,-1 0-1 0 0,0 0 1 0 0,1 0 0 0 0,-1 0-1 0 0,0 0 1 0 0,0 0-1 0 0,0 0 1 0 0,0 1 0 0 0,-1-1-1 0 0,1 1 1 0 0,-5-2-1 0 0,-1 0 160 0 0,-1 1-1 0 0,1 0 0 0 0,-1 0 0 0 0,0 1 1 0 0,0 0-1 0 0,0 1 0 0 0,0-1 0 0 0,0 2 0 0 0,0 0 1 0 0,-10 1-1 0 0,6 1-233 0 0,0 0 0 0 0,1 0 1 0 0,0 1-1 0 0,-1 1 0 0 0,1 0 0 0 0,-16 10 1 0 0,17-8-71 0 0,-1 0 0 0 0,2 1 0 0 0,-1 0 0 0 0,1 1 0 0 0,0 1 0 0 0,-8 10 0 0 0,15-17-11 0 0,1 1 0 0 0,0-1 0 0 0,0 1 0 0 0,0 0 0 0 0,1 0 0 0 0,-1 0 0 0 0,1 0 0 0 0,0 0 0 0 0,0 0 0 0 0,0 0 0 0 0,1 0 0 0 0,-1 0 0 0 0,1 0 0 0 0,0 1 0 0 0,0-1 0 0 0,0 0 0 0 0,1 0 0 0 0,0 0 0 0 0,0 0 0 0 0,0 0 0 0 0,0 0 0 0 0,0 0 0 0 0,1 0 0 0 0,0 0 0 0 0,0 0 0 0 0,4 6 0 0 0,-1-3 0 0 0,0-1 0 0 0,0 1 0 0 0,1-1 0 0 0,0 0 0 0 0,0 0 0 0 0,1 0 0 0 0,0-1 0 0 0,0 0 0 0 0,0-1 0 0 0,0 1 0 0 0,1-1 0 0 0,9 3 0 0 0,109 34 0 0 0,-79-28 0 0 0,0 3 0 0 0,61 29 0 0 0,-96-39 4 0 0,-1 0-1 0 0,12 10 1 0 0,-20-14 0 0 0,1 1 1 0 0,-1 0 0 0 0,0 0 0 0 0,0 0 0 0 0,0 0 0 0 0,-1 0 0 0 0,1 0-1 0 0,-1 1 1 0 0,0-1 0 0 0,4 8 0 0 0,-6-9 0 0 0,1-1 0 0 0,-1 1 1 0 0,0 0-1 0 0,0 0 0 0 0,0 0 0 0 0,0-1 0 0 0,0 1 0 0 0,0 0 1 0 0,0 0-1 0 0,0 0 0 0 0,-1-1 0 0 0,1 1 0 0 0,-1 0 0 0 0,1-1 1 0 0,-1 1-1 0 0,0 0 0 0 0,1-1 0 0 0,-1 1 0 0 0,0-1 0 0 0,0 1 0 0 0,0-1 1 0 0,0 1-1 0 0,-1-1 0 0 0,1 0 0 0 0,0 1 0 0 0,0-1 0 0 0,-1 0 1 0 0,1 0-1 0 0,-1 0 0 0 0,1 0 0 0 0,-4 1 0 0 0,-5 3 46 0 0,0 0 0 0 0,0-1 0 0 0,-21 6 0 0 0,22-8-44 0 0,-34 9-70 0 0,-50 5 0 0 0,7-1-35 0 0,13-7-2437 0 0,71-8 1143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26263 0 0,'0'0'2908'0'0,"1"2"-2317"0"0,34 114 2325 0 0,-20-61-2907 0 0,-8-30 17 0 0,-2-1 0 0 0,5 34-1 0 0,-10-49-123 0 0,0-8-70 0 0,1 1 0 0 0,-1-1 0 0 0,0 0-1 0 0,1 1 1 0 0,-1-1 0 0 0,1 1 0 0 0,-1-1 0 0 0,1 0 0 0 0,1 2 0 0 0,0 1-2057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4 205 13359 0 0,'-1'-2'612'0'0,"0"0"-548"0"0,1 0-1 0 0,-1 0 1 0 0,1 0-1 0 0,0 0 1 0 0,0 0-1 0 0,0 0 1 0 0,0 0-1 0 0,0 0 0 0 0,0 0 1 0 0,0 0-1 0 0,0 0 1 0 0,1 0-1 0 0,-1 0 1 0 0,1 0-1 0 0,0 0 1 0 0,0 0-1 0 0,0 0 1 0 0,-1 0-1 0 0,2 1 1 0 0,-1-1-1 0 0,0 0 1 0 0,0 0-1 0 0,2-1 0 0 0,3-5 569 0 0,1 1 0 0 0,0 0-1 0 0,13-11 1 0 0,-8 9-336 0 0,1 0 0 0 0,0 1 0 0 0,0 0 0 0 0,1 1 1 0 0,25-10-1 0 0,-12 7-266 0 0,0 0 6 0 0,0 1-1 0 0,1 1 1 0 0,0 1 0 0 0,41-5 0 0 0,-65 12-25 0 0,0 0 1 0 0,1 0-1 0 0,-1 0 0 0 0,0 1 0 0 0,0-1 0 0 0,1 1 1 0 0,-1 0-1 0 0,0 0 0 0 0,0 1 0 0 0,0-1 0 0 0,0 1 1 0 0,0 0-1 0 0,0 0 0 0 0,-1 0 0 0 0,1 0 0 0 0,-1 1 1 0 0,1-1-1 0 0,-1 1 0 0 0,5 5 0 0 0,-4-2 15 0 0,0-1-1 0 0,0 1 0 0 0,0 0 1 0 0,-1 0-1 0 0,0 0 0 0 0,0 0 1 0 0,-1 1-1 0 0,1-1 0 0 0,-1 1 1 0 0,-1 0-1 0 0,2 10 0 0 0,0 15 184 0 0,-1-1 1 0 0,-4 51-1 0 0,-15 61 204 0 0,11-94-343 0 0,-43 301 371 0 0,27-187-345 0 0,-24 274 141 0 0,45-393-395 0 0,7 59-1 0 0,-4-83 65 0 0,1-1-1 0 0,1 0 0 0 0,1 0 1 0 0,0 0-1 0 0,13 27 0 0 0,-16-43 33 0 0,0 1 0 0 0,0 0 0 0 0,1 0 1 0 0,-1-1-1 0 0,1 1 0 0 0,0-1 0 0 0,0 0 0 0 0,0 0 0 0 0,1 0 0 0 0,-1 0 0 0 0,1 0 0 0 0,-1-1 0 0 0,1 0 0 0 0,0 1 0 0 0,6 1 1 0 0,-7-4-26 0 0,-1 0 0 0 0,1 0 0 0 0,-1 0 1 0 0,1-1-1 0 0,-1 1 0 0 0,0-1 0 0 0,1 1 1 0 0,-1-1-1 0 0,0 0 0 0 0,1 0 0 0 0,-1 0 1 0 0,0 0-1 0 0,0 0 0 0 0,0-1 0 0 0,4-2 1 0 0,-3 3 40 0 0,8-9 1390 0 0,-9 18-859 0 0,-1 1 0 0 0,0 0 0 0 0,-1 0 0 0 0,-1 11 0 0 0,1 16-113 0 0,4-2-249 0 0,1 0-1 0 0,16 54 1 0 0,32 62 168 0 0,-49-140-291 0 0,51 144 31 0 0,-51-137-26 0 0,0 0 1 0 0,-1 0-1 0 0,0 1 1 0 0,-2-1-1 0 0,0 1 1 0 0,-1 0-1 0 0,-2 20 1 0 0,-1-21 34 0 0,0 1 1 0 0,-1-1 0 0 0,-1-1-1 0 0,0 1 1 0 0,-15 30 0 0 0,14-36-79 0 0,-1 0 1 0 0,0-1-1 0 0,0 0 1 0 0,-1 0-1 0 0,-1 0 1 0 0,0-1-1 0 0,0 0 1 0 0,-19 14-1 0 0,-6-1-2512 0 0,18-13-5193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22255 0 0,'0'0'3312'0'0,"0"3"-2963"0"0,19 188 3259 0 0,-6 101-2885 0 0,-12-218-611 0 0,-1-42-3729 0 0,-8-39-2291 0 0,4-2-1863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47 114 8751 0 0,'-10'-8'891'0'0,"-13"-12"-957"0"0,11 5 3536 0 0,12 15-3076 0 0,0-1 0 0 0,-1 0-1 0 0,1 1 1 0 0,0-1 0 0 0,0 1 0 0 0,0-1 0 0 0,0 0-1 0 0,-1 1 1 0 0,1-1 0 0 0,0 0 0 0 0,0 1 0 0 0,0-1-1 0 0,0 0 1 0 0,1 1 0 0 0,-1-1 0 0 0,0 1-1 0 0,0-1 1 0 0,0 0 0 0 0,0 1 0 0 0,1-1 0 0 0,-1 0-1 0 0,0 1 1 0 0,0-1 0 0 0,1 1 0 0 0,-1-1 0 0 0,1 1-1 0 0,-1-1 1 0 0,0 1 0 0 0,1-1 0 0 0,0 0 0 0 0,16-10 1778 0 0,-4 6-1851 0 0,0 1-1 0 0,1 0 1 0 0,-1 2 0 0 0,1-1 0 0 0,0 1 0 0 0,0 1-1 0 0,14 1 1 0 0,18-3 14 0 0,350-14 638 0 0,-346 19-1404 0 0,0 1-1 0 0,-1 3 1 0 0,0 2 0 0 0,66 19-1 0 0,-101-22-435 0 0,0 0 0 0 0,-1 1 0 0 0,0 0 0 0 0,15 10 0 0 0,-6-1-1038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5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8 13359 0 0,'0'0'1027'0'0,"-13"-7"1222"0"0,7 8-959 0 0,0 0-1 0 0,0 1 1 0 0,0 0-1 0 0,1 0 0 0 0,-11 6 1 0 0,6-2-288 0 0,0 1 1 0 0,-13 12 0 0 0,9-7-528 0 0,1 2 1 0 0,0-1 0 0 0,-16 26 0 0 0,22-29-346 0 0,0 1 0 0 0,1 0 0 0 0,0 0 0 0 0,1 1 1 0 0,0 0-1 0 0,-3 13 0 0 0,8-24-136 0 0,-1 1 0 0 0,1 0 0 0 0,-1-1 1 0 0,1 1-1 0 0,0-1 0 0 0,0 1 1 0 0,0 0-1 0 0,0-1 0 0 0,0 1 0 0 0,0 0 1 0 0,0-1-1 0 0,1 1 0 0 0,-1 0 0 0 0,0-1 1 0 0,1 1-1 0 0,0-1 0 0 0,-1 1 0 0 0,1-1 1 0 0,0 1-1 0 0,0-1 0 0 0,0 1 1 0 0,-1-1-1 0 0,1 0 0 0 0,1 0 0 0 0,-1 1 1 0 0,0-1-1 0 0,0 0 0 0 0,0 0 0 0 0,1 0 1 0 0,-1 0-1 0 0,0 0 0 0 0,1-1 0 0 0,-1 1 1 0 0,1 0-1 0 0,-1 0 0 0 0,3 0 0 0 0,1 0-100 0 0,0 0 0 0 0,0 0 0 0 0,0 0-1 0 0,0-1 1 0 0,1 0 0 0 0,-1 0-1 0 0,0 0 1 0 0,0-1 0 0 0,0 1 0 0 0,7-3-1 0 0,8-2-239 0 0,-1-1 0 0 0,1 0 0 0 0,-1-2-1 0 0,-1 0 1 0 0,0-1 0 0 0,0-1 0 0 0,-1-1-1 0 0,0 0 1 0 0,0-1 0 0 0,-2-1 0 0 0,1-1-1 0 0,20-24 1 0 0,-35 37 1218 0 0,-7 16 504 0 0,5-11-1323 0 0,0 0-1 0 0,0 0 1 0 0,1 0 0 0 0,-1 0 0 0 0,1 0-1 0 0,0 0 1 0 0,0 0 0 0 0,1 0-1 0 0,-1 0 1 0 0,1 0 0 0 0,0 0-1 0 0,0 0 1 0 0,0 0 0 0 0,0 0 0 0 0,1 0-1 0 0,0 0 1 0 0,-1-1 0 0 0,1 1-1 0 0,1-1 1 0 0,4 6 0 0 0,-4-5-605 0 0,0-1 0 0 0,0 0 0 0 0,0 0 1 0 0,8 5-1 0 0,-8-6-880 0 0,1 1 0 0 0,0-1-1 0 0,1 0 1 0 0,7 2 0 0 0,7 1-6219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 2759 0 0,'-20'-4'8393'0'0,"20"21"-1036"0"0,1-2-3546 0 0,6 26 0 0 0,9 13-727 0 0,29 53-3120 0 0,-21-52 759 0 0,-5-12-593 0 0,33 86 229 0 0,-49-124-309 0 0,-2-6 43 0 0,-1-11 110 0 0,0 6-149 0 0,1 0-59 0 0,0 0-1 0 0,0 0 1 0 0,1 0-1 0 0,0 0 1 0 0,0 0-1 0 0,0 1 1 0 0,0-1-1 0 0,1 1 1 0 0,7-11-1 0 0,-5 9-5 0 0,1 0-1 0 0,0 0 0 0 0,1 0 0 0 0,-1 0 0 0 0,14-9 1 0 0,-8 8-1 0 0,0 0 0 0 0,1 1 0 0 0,0 0 0 0 0,0 1 0 0 0,15-5 1 0 0,-20 9-2 0 0,-1 0 1 0 0,1 0 0 0 0,0 0-1 0 0,1 1 1 0 0,-1 0 0 0 0,0 1-1 0 0,0 0 1 0 0,0 0 0 0 0,0 1-1 0 0,12 2 1 0 0,-17-3 9 0 0,0 1 0 0 0,0 0 0 0 0,0 0 0 0 0,0 0 0 0 0,0 1 0 0 0,0-1 0 0 0,0 1 0 0 0,0 0 0 0 0,0-1 0 0 0,-1 1 0 0 0,1 0 0 0 0,-1 1 0 0 0,1-1 0 0 0,-1 0 0 0 0,0 1 0 0 0,4 5 0 0 0,-5-6 2 0 0,0 1-1 0 0,0-1 1 0 0,0 1-1 0 0,0-1 1 0 0,-1 1-1 0 0,1 0 1 0 0,-1-1-1 0 0,0 1 1 0 0,1 0-1 0 0,-1-1 1 0 0,0 1-1 0 0,0 0 1 0 0,-1-1-1 0 0,1 1 1 0 0,-1 0-1 0 0,1-1 1 0 0,-1 1-1 0 0,0 0 1 0 0,0-1-1 0 0,0 1 1 0 0,-2 2-1 0 0,0 0-2 0 0,0 1 0 0 0,-1 0 0 0 0,0-1 0 0 0,-1 0 1 0 0,1 0-1 0 0,-1 0 0 0 0,-10 8 0 0 0,-42 25-35 0 0,46-32 37 0 0,5-3-331 0 0,1 0 1 0 0,-1-1-1 0 0,-1 1 0 0 0,1-2 0 0 0,0 1 1 0 0,-8 1-1 0 0,-19 5-1510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6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11975 0 0,'-1'2'6823'0'0,"0"8"-5061"0"0,-6 47 5353 0 0,3 2-4567 0 0,3-39-2228 0 0,2 0 0 0 0,0 0 0 0 0,8 39 0 0 0,-6-44-292 0 0,0-1-1 0 0,2 1 1 0 0,0-1 0 0 0,0 0-1 0 0,2 0 1 0 0,-1-1-1 0 0,2 0 1 0 0,0 0 0 0 0,0 0-1 0 0,20 20 1 0 0,-24-29-49 0 0,1 0 0 0 0,-1 0 0 0 0,1-1 0 0 0,0 1 0 0 0,1-1 0 0 0,-1 0 0 0 0,0-1 0 0 0,1 1 0 0 0,0-1 0 0 0,-1 0 0 0 0,1-1 0 0 0,0 1 0 0 0,0-1 0 0 0,0 0 0 0 0,8 0 0 0 0,0-1-44 0 0,0-1-1 0 0,0 0 1 0 0,0-1 0 0 0,0-1-1 0 0,21-6 1 0 0,-24 5 2 0 0,1 0-1 0 0,-1-1 1 0 0,1 0 0 0 0,-2-1 0 0 0,1-1-1 0 0,-1 0 1 0 0,0 0 0 0 0,0-1 0 0 0,0 0-1 0 0,11-13 1 0 0,-12 10-8 0 0,0 0 0 0 0,0-1 0 0 0,-1 0 0 0 0,-1 0-1 0 0,0 0 1 0 0,0-1 0 0 0,-2 0 0 0 0,8-23 0 0 0,-12 33 72 0 0,0 1 0 0 0,0-1-1 0 0,-1 0 1 0 0,1 1 0 0 0,-1-1 0 0 0,0 0-1 0 0,1 1 1 0 0,-1-1 0 0 0,0 0 0 0 0,-1 1-1 0 0,1-1 1 0 0,0 0 0 0 0,-2-2 0 0 0,2 4 5 0 0,0 1 0 0 0,-1-1 1 0 0,1 1-1 0 0,-1 0 0 0 0,1-1 0 0 0,-1 1 1 0 0,1-1-1 0 0,-1 1 0 0 0,1 0 1 0 0,-1 0-1 0 0,1-1 0 0 0,-1 1 0 0 0,0 0 1 0 0,1 0-1 0 0,-1 0 0 0 0,1 0 1 0 0,-1 0-1 0 0,0 0 0 0 0,1 0 0 0 0,-1 0 1 0 0,1 0-1 0 0,-1 0 0 0 0,0 0 1 0 0,0 0-1 0 0,-15 4 173 0 0,10 0-99 0 0,-1 0 0 0 0,1 0 0 0 0,0 1 0 0 0,0-1 0 0 0,0 1 0 0 0,1 1 0 0 0,0-1 1 0 0,0 1-1 0 0,-5 6 0 0 0,4-4-30 0 0,1 1-1 0 0,0-1 1 0 0,0 1 0 0 0,1 0 0 0 0,0 0-1 0 0,-4 15 1 0 0,7-20-45 0 0,0 0-1 0 0,0 0 1 0 0,0 0-1 0 0,1 0 1 0 0,0 0 0 0 0,0 1-1 0 0,0-1 1 0 0,0 0-1 0 0,1 0 1 0 0,0 0 0 0 0,-1 0-1 0 0,2 0 1 0 0,-1 0-1 0 0,0 0 1 0 0,3 4 0 0 0,-2-3-71 0 0,1-1 0 0 0,0 0 0 0 0,0 0 0 0 0,1 0 0 0 0,-1-1 0 0 0,1 1 1 0 0,-1-1-1 0 0,1 0 0 0 0,0 1 0 0 0,9 3 0 0 0,2 1-694 0 0,1-2-1 0 0,-1 0 0 0 0,1-1 1 0 0,0 0-1 0 0,1-1 1 0 0,22 2-1 0 0,-4-1-1048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86 21967 0 0,'-4'-7'1995'0'0,"1"1"411"0"0,-5 25-183 0 0,7-7-1726 0 0,0-1 0 0 0,0 1 0 0 0,2 19 0 0 0,0-4-270 0 0,1 9-181 0 0,3 0 0 0 0,0 0 1 0 0,15 47-1 0 0,1 16-454 0 0,-19-78-2641 0 0,1 25-1 0 0,-3-38 973 0 0</inkml:trace>
  <inkml:trace contextRef="#ctx0" brushRef="#br0" timeOffset="1">2 83 21999 0 0,'-1'-2'121'0'0,"1"1"1"0"0,0-1-1 0 0,0 1 0 0 0,0-1 0 0 0,0 1 1 0 0,0-1-1 0 0,0 0 0 0 0,0 1 0 0 0,0-1 1 0 0,0 1-1 0 0,1-1 0 0 0,-1 1 0 0 0,1 0 1 0 0,-1-1-1 0 0,1 1 0 0 0,0-1 1 0 0,1-1-1 0 0,0 0 18 0 0,0 1 1 0 0,0-1-1 0 0,0 1 1 0 0,1 0-1 0 0,-1 0 1 0 0,1 0-1 0 0,-1 0 1 0 0,5-2-1 0 0,1 0 240 0 0,1 0-1 0 0,-1 0 1 0 0,1 1-1 0 0,0 0 1 0 0,11-1-1 0 0,12-1 103 0 0,1 2-1 0 0,-1 1 1 0 0,1 2-1 0 0,-1 1 1 0 0,52 8-1 0 0,-65-5-423 0 0,1 0 0 0 0,-1 1-1 0 0,0 1 1 0 0,0 1 0 0 0,-1 0 0 0 0,0 2 0 0 0,0 0-1 0 0,-1 1 1 0 0,29 21 0 0 0,-40-26-48 0 0,-1 0 0 0 0,1 1 1 0 0,-1-1-1 0 0,0 1 0 0 0,-1 0 0 0 0,1 0 1 0 0,-1 1-1 0 0,-1-1 0 0 0,1 1 0 0 0,-1 0 0 0 0,0 0 1 0 0,-1 0-1 0 0,1 0 0 0 0,-2 1 0 0 0,1-1 1 0 0,-1 1-1 0 0,0-1 0 0 0,0 10 0 0 0,-1-8 2 0 0,0 0 0 0 0,-1 0-1 0 0,0 0 1 0 0,-1 0 0 0 0,0-1 0 0 0,0 1-1 0 0,-1 0 1 0 0,0-1 0 0 0,-1 0-1 0 0,0 1 1 0 0,0-1 0 0 0,0-1 0 0 0,-1 1-1 0 0,-11 13 1 0 0,-2-3 40 0 0,-1-1 0 0 0,0 0 0 0 0,-1-2 0 0 0,-1 0 0 0 0,0-1 0 0 0,-1-1 0 0 0,-1-1 0 0 0,-27 10 0 0 0,26-10-156 0 0,18-9-200 0 0,-1 0-1 0 0,1 0 0 0 0,-1 0 0 0 0,0-1 0 0 0,1 0 1 0 0,-1 0-1 0 0,-14 2 0 0 0,19-4-1023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25943 0 0,'0'0'1191'0'0,"0"2"-30"0"0,7 22-656 0 0,-5-18-444 0 0,0 0-1 0 0,-1 0 1 0 0,1-1-1 0 0,0 8 1 0 0,-1-1 120 0 0,1 0-1 0 0,1 0 1 0 0,0 0-1 0 0,0 0 1 0 0,1-1-1 0 0,10 20 1 0 0,-13-30-688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1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3 102 7831 0 0,'0'0'603'0'0,"0"-2"-396"0"0,-3-16 1388 0 0,4 15-408 0 0,-1 0 0 0 0,1 1 0 0 0,-1-1 0 0 0,1 1 0 0 0,0-1 0 0 0,0 1 0 0 0,0-1 0 0 0,3-3 0 0 0,-3 3 182 0 0,1 0-1 0 0,1 1 1 0 0,-1-1-1 0 0,0 0 1 0 0,1 1-1 0 0,4-4 1 0 0,10-3-1737 0 0,-3 4 673 0 0,0 0 1 0 0,1 1-1 0 0,-1 1 0 0 0,1 1 1 0 0,0 0-1 0 0,24 0 0 0 0,-31 2-291 0 0,0 0-1 0 0,0 1 0 0 0,0 0 0 0 0,0 0 0 0 0,0 1 0 0 0,0 0 0 0 0,0 0 1 0 0,-1 1-1 0 0,1 0 0 0 0,-1 1 0 0 0,0 0 0 0 0,0 0 0 0 0,10 7 0 0 0,-15-9-2 0 0,0 1-1 0 0,-1-1 0 0 0,1 1 1 0 0,-1-1-1 0 0,1 1 0 0 0,-1 0 0 0 0,0-1 1 0 0,0 1-1 0 0,0 0 0 0 0,-1 0 1 0 0,1 0-1 0 0,0 5 0 0 0,-1-4-2 0 0,1 3-2 0 0,-1 1 0 0 0,1 0 1 0 0,-1-1-1 0 0,-1 1 1 0 0,0 0-1 0 0,0-1 0 0 0,0 1 1 0 0,-1-1-1 0 0,0 1 1 0 0,-1-1-1 0 0,0 0 0 0 0,-5 10 1 0 0,-4 6 22 0 0,-2-1-1 0 0,-22 26 1 0 0,22-30-25 0 0,4-5-4 0 0,-1 0 0 0 0,-1-2 0 0 0,-13 13 0 0 0,4-6 0 0 0,-20 24 0 0 0,41-42 0 0 0,0-1 0 0 0,0 1 0 0 0,1 0 0 0 0,-1 0 0 0 0,0 0 0 0 0,0 0 0 0 0,0 0 0 0 0,1 0 0 0 0,-1 0 0 0 0,0 1 0 0 0,0-1 0 0 0,0 0 0 0 0,1 0 0 0 0,-1 0 0 0 0,0 0 0 0 0,0 0 0 0 0,0 0 0 0 0,1 0 0 0 0,-1 0 0 0 0,0 0 0 0 0,0 1 0 0 0,0-1 0 0 0,1 0 0 0 0,-1 0 0 0 0,0 0 0 0 0,0 0 0 0 0,0 1 0 0 0,0-1 0 0 0,0 0 0 0 0,0 0 0 0 0,1 0 0 0 0,-1 0 0 0 0,0 1 0 0 0,0-1 0 0 0,0 0 0 0 0,0 0 0 0 0,0 1 0 0 0,0-1 0 0 0,0 0 0 0 0,0 0 0 0 0,0 0 0 0 0,0 1 0 0 0,0-1 0 0 0,0 0 0 0 0,0 0 0 0 0,0 1 0 0 0,0-1 0 0 0,0 0 0 0 0,0 0 0 0 0,0 0 0 0 0,0 1 0 0 0,-1-1 0 0 0,1 0 0 0 0,0 0 0 0 0,0 0 0 0 0,0 0 0 0 0,0 1 0 0 0,0-1 0 0 0,0 0 0 0 0,-1 0 0 0 0,1 0 0 0 0,0 0 0 0 0,0 1 0 0 0,0-1 0 0 0,-1 0 0 0 0,1 0 0 0 0,22 2 0 0 0,1-1 0 0 0,-1-1 0 0 0,1-1 0 0 0,-1-1 0 0 0,30-6 0 0 0,41-3 0 0 0,-46 8 0 0 0,26-1 0 0 0,91 6 0 0 0,-142 1 43 0 0,-13-1-106 0 0,1-1 0 0 0,-1 0 0 0 0,13 0 0 0 0,-20-1-1025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3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81 11519 0 0,'0'-5'1159'0'0,"0"0"0"0"0,-1 0 0 0 0,1 0-1 0 0,-1 0 1 0 0,0 1 0 0 0,0-1 0 0 0,-3-7-1 0 0,3 10-784 0 0,0 0 1 0 0,0 0-1 0 0,0 0 0 0 0,-1 0 0 0 0,1 0 0 0 0,-1 0 0 0 0,1 1 0 0 0,-1-1 0 0 0,1 0 1 0 0,-1 1-1 0 0,0-1 0 0 0,-3-1 0 0 0,1 1-231 0 0,0 1 0 0 0,-1-1 1 0 0,1 1-1 0 0,-1 0 0 0 0,1 0 1 0 0,-1 0-1 0 0,1 1 0 0 0,-1-1 1 0 0,0 1-1 0 0,1 0 0 0 0,-1 1 0 0 0,1-1 1 0 0,-7 2-1 0 0,-8 2-20 0 0,1 1-1 0 0,0 1 1 0 0,-20 8-1 0 0,4-1 72 0 0,-51 21-11 0 0,72-28-123 0 0,1 0 0 0 0,0 1 0 0 0,1 1 0 0 0,-19 14 0 0 0,30-22-49 0 0,-1 1-1 0 0,0 0 1 0 0,1-1 0 0 0,-1 1 0 0 0,0 0 0 0 0,1-1-1 0 0,-1 1 1 0 0,1 0 0 0 0,-1 0 0 0 0,1-1 0 0 0,0 1-1 0 0,-1 0 1 0 0,1 0 0 0 0,0 0 0 0 0,-1 0 0 0 0,1-1 0 0 0,0 1-1 0 0,0 0 1 0 0,0 0 0 0 0,0 0 0 0 0,0 0 0 0 0,0 0-1 0 0,0 0 1 0 0,0 0 0 0 0,0 0 0 0 0,0-1 0 0 0,0 1-1 0 0,1 1 1 0 0,0 0 7 0 0,0 0-1 0 0,0 0 1 0 0,0-1-1 0 0,1 1 1 0 0,-1 0 0 0 0,0-1-1 0 0,1 1 1 0 0,0-1-1 0 0,-1 1 1 0 0,1-1-1 0 0,2 2 1 0 0,12 5 47 0 0,0 0 1 0 0,0 0-1 0 0,1-2 1 0 0,0 0-1 0 0,29 5 1 0 0,-35-8-42 0 0,85 19 116 0 0,61 17-38 0 0,-136-32-89 0 0,0 1 0 0 0,-1 1 0 0 0,0 0 0 0 0,0 1 0 0 0,21 16 0 0 0,-36-22-8 0 0,0 0 0 0 0,-1 0 0 0 0,1 0 0 0 0,-1 0-1 0 0,0 1 1 0 0,0 0 0 0 0,0 0 0 0 0,-1 0 0 0 0,4 7 0 0 0,-6-10-1 0 0,0 0 1 0 0,-1-1 0 0 0,1 1-1 0 0,0 0 1 0 0,-1 0 0 0 0,1 0-1 0 0,-1 0 1 0 0,0 0-1 0 0,1 0 1 0 0,-1 0 0 0 0,0 0-1 0 0,0 0 1 0 0,0 0-1 0 0,-1 0 1 0 0,1 0 0 0 0,0 0-1 0 0,-1 0 1 0 0,0 0 0 0 0,1 0-1 0 0,-1 0 1 0 0,0 0-1 0 0,0 0 1 0 0,0 0 0 0 0,0-1-1 0 0,0 1 1 0 0,0 0 0 0 0,-1-1-1 0 0,1 1 1 0 0,0-1-1 0 0,-4 3 1 0 0,-5 4 50 0 0,-1-1-1 0 0,-1 0 1 0 0,1-1-1 0 0,-1 0 1 0 0,0 0-1 0 0,-22 5 1 0 0,-80 16 525 0 0,109-26-541 0 0,-43 8-195 0 0,0-2 0 0 0,0-2-1 0 0,-50-2 1 0 0,86-3-207 0 0,0-1 0 0 0,0 0 0 0 0,-12-4 0 0 0,1-3-2696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3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0 294 10135 0 0,'8'10'1079'0'0,"-2"19"-1395"0"0,-3-15 4604 0 0,-2 1 0 0 0,0 0 0 0 0,-1 23 0 0 0,-4-1-2694 0 0,3-23-1156 0 0,-1 0-1 0 0,2 22 1 0 0,1-30-505 0 0,-1-1 1 0 0,1 0-1 0 0,0 1 0 0 0,0-1 1 0 0,0 0-1 0 0,1 0 1 0 0,0 0-1 0 0,0 0 1 0 0,0 0-1 0 0,3 5 0 0 0,-3-8-288 0 0,-1 0 0 0 0,1 0 0 0 0,0 0-1 0 0,0 0 1 0 0,0 0 0 0 0,3 2 0 0 0,10 2-7856 0 0,-4-4-221 0 0</inkml:trace>
  <inkml:trace contextRef="#ctx0" brushRef="#br0" timeOffset="1">469 48 5983 0 0,'0'0'274'0'0,"7"-15"100"0"0,-6 13 458 0 0,1 0 0 0 0,-1 0 0 0 0,1 0 0 0 0,0 0 0 0 0,-1 1 0 0 0,1-1 0 0 0,0 0 0 0 0,0 1 0 0 0,0-1 0 0 0,1 1 0 0 0,-1 0 0 0 0,0 0-1 0 0,0-1 1 0 0,1 2 0 0 0,-1-1 0 0 0,1 0 0 0 0,4-1 0 0 0,25-1 7702 0 0,-11 2-6075 0 0,-4 1-4104 0 0,-1-1 1699 0 0,0 1 1 0 0,-1 0 0 0 0,1 1-1 0 0,15 4 1 0 0,-9-1-585 0 0,43 11-64 0 0,-44-7-2735 0 0,-1 1-3302 0 0,-7-1-2057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37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36 19263 0 0,'-1'0'884'0'0,"-4"0"-1476"0"0,-7 0 7408 0 0,19 0-5332 0 0,157-13-245 0 0,-55-3-6014 0 0,-94 14 3314 0 0,11-3-6998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3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71 13359 0 0,'0'0'1027'0'0,"-5"-14"-275"0"0,4 10-33 0 0,0 1 0 0 0,0 0 0 0 0,-1 0 0 0 0,0 0 0 0 0,1 0-1 0 0,-1 0 1 0 0,0 1 0 0 0,0-1 0 0 0,-1 0 0 0 0,1 1 0 0 0,-1 0 0 0 0,1-1 0 0 0,-1 1 0 0 0,-4-3 0 0 0,2 3-317 0 0,1 0 1 0 0,-1 1 0 0 0,1-1-1 0 0,-1 1 1 0 0,1 0 0 0 0,-1 0-1 0 0,0 0 1 0 0,1 0 0 0 0,-8 1 0 0 0,-7 1-301 0 0,0 1 0 0 0,1 1 0 0 0,-1 1 0 0 0,-23 7 0 0 0,23-5 515 0 0,-13 2-499 0 0,5-2-96 0 0,0 1 0 0 0,1 2 0 0 0,0 1-1 0 0,-32 16 1 0 0,54-24-22 0 0,1 1 0 0 0,-1-1 0 0 0,1 1 0 0 0,-1-1 0 0 0,1 1 0 0 0,0 0 0 0 0,0 0 0 0 0,-4 7 0 0 0,6-8 0 0 0,0-1 0 0 0,1 0 0 0 0,-1 0 0 0 0,0 1 0 0 0,1-1 0 0 0,-1 1 0 0 0,1-1 0 0 0,0 0 0 0 0,-1 1 0 0 0,1-1 0 0 0,0 1 0 0 0,0-1 0 0 0,0 1 0 0 0,0-1 0 0 0,0 1 0 0 0,1-1 0 0 0,-1 1 0 0 0,0-1 0 0 0,0 0 0 0 0,1 1 0 0 0,-1-1 0 0 0,1 1 0 0 0,0-1 0 0 0,-1 0 0 0 0,1 0 0 0 0,0 1 0 0 0,0-1 0 0 0,1 2 0 0 0,4 3 0 0 0,1 0 0 0 0,-1 0 0 0 0,1 0 0 0 0,0-1 0 0 0,0 0 0 0 0,1-1 0 0 0,9 5 0 0 0,57 22 0 0 0,2-4 29 0 0,187 78 126 0 0,-256-102-128 0 0,1 2 0 0 0,-1-1 0 0 0,0 1 0 0 0,0 1 0 0 0,0-1 0 0 0,-1 1 0 0 0,9 10 0 0 0,-14-15-25 0 0,0 0 1 0 0,0 1-1 0 0,0-1 0 0 0,0 0 1 0 0,0 1-1 0 0,0-1 0 0 0,0 1 1 0 0,0 0-1 0 0,-1-1 0 0 0,1 1 1 0 0,-1 0-1 0 0,1-1 1 0 0,-1 1-1 0 0,0 0 0 0 0,1-1 1 0 0,-1 1-1 0 0,0 0 0 0 0,0 0 1 0 0,0-1-1 0 0,0 1 1 0 0,-1 0-1 0 0,1 0 0 0 0,0-1 1 0 0,-1 1-1 0 0,1 0 0 0 0,-1-1 1 0 0,0 1-1 0 0,1 0 1 0 0,-1-1-1 0 0,0 1 0 0 0,0-1 1 0 0,0 0-1 0 0,0 1 0 0 0,0-1 1 0 0,0 0-1 0 0,-1 1 0 0 0,1-1 1 0 0,0 0-1 0 0,-1 0 1 0 0,1 0-1 0 0,-1 0 0 0 0,1 0 1 0 0,-3 1-1 0 0,-8 4 63 0 0,-1 1 1 0 0,0-2-1 0 0,0 0 0 0 0,-26 7 0 0 0,12-6 24 0 0,-43 3 0 0 0,-89-8-424 0 0,133-2-35 0 0,26 1 362 0 0,-51-3-793 0 0,46 2 209 0 0,0 0 0 0 0,0 0 0 0 0,1 0 0 0 0,-1 0 0 0 0,0-1-1 0 0,1 0 1 0 0,-9-4 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3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8751 0 0,'10'0'719'0'0,"1"0"-1"0"0,0 0 1 0 0,-1 1-1 0 0,24 5 12319 0 0,-34-5-12779 0 0,-1 1 0 0 0,1 0-1 0 0,-1 0 1 0 0,1-1 0 0 0,-1 1 0 0 0,0 0 0 0 0,0-1 0 0 0,1 1 0 0 0,-1-1 0 0 0,0 1-1 0 0,0-1 1 0 0,-1 1 0 0 0,1-1 0 0 0,0 0 0 0 0,-2 2 0 0 0,-21 16 821 0 0,-1-3-675 0 0,0 0 0 0 0,-24 23 0 0 0,34-27-427 0 0,14-11-89 0 0,3 7-273 0 0,-2-8 367 0 0,0 1 0 0 0,0-1 1 0 0,1 1-1 0 0,-1-1 0 0 0,0 1 0 0 0,0-1 0 0 0,0 1 0 0 0,1-1 0 0 0,-1 0 0 0 0,0 1 0 0 0,0-1 0 0 0,1 1 0 0 0,-1-1 0 0 0,0 0 1 0 0,1 1-1 0 0,-1-1 0 0 0,0 0 0 0 0,1 1 0 0 0,-1-1 0 0 0,1 0 0 0 0,2 2-42 0 0,0 0 0 0 0,1-1-1 0 0,-1 1 1 0 0,0-1 0 0 0,1 0 0 0 0,-1 0-1 0 0,1-1 1 0 0,-1 1 0 0 0,1-1 0 0 0,-1 1-1 0 0,1-1 1 0 0,0 0 0 0 0,-1 0 0 0 0,1-1-1 0 0,-1 1 1 0 0,1-1 0 0 0,-1 0 0 0 0,1 0-1 0 0,5-2 1 0 0,5-2-29 0 0,0-1 1 0 0,-1-1-1 0 0,17-10 0 0 0,48-40 1530 0 0,-67 63-623 0 0,28 50-212 0 0,-7-8-418 0 0,-8-16-173 0 0,-1 0 1 0 0,30 61-1 0 0,-46-78-12 0 0,-1 0 0 0 0,0 0-1 0 0,-1 1 1 0 0,0 0 0 0 0,-1 0 0 0 0,-1 0 0 0 0,-1 0 0 0 0,0 1 0 0 0,-1 20 0 0 0,-1-33 1 0 0,0 0 1 0 0,-1 0-1 0 0,0 0 0 0 0,0 0 0 0 0,0 0 1 0 0,0 0-1 0 0,0 0 0 0 0,-1 0 0 0 0,0 0 1 0 0,0 0-1 0 0,0 0 0 0 0,0-1 0 0 0,0 1 1 0 0,-1-1-1 0 0,0 0 0 0 0,-6 6 0 0 0,3-4 1 0 0,0-1-1 0 0,0 0 0 0 0,-1 0 0 0 0,0 0 1 0 0,0-1-1 0 0,0 0 0 0 0,0 0 0 0 0,-11 2 1 0 0,2 0-8 0 0,-1 0 0 0 0,0-1 0 0 0,0-1 0 0 0,0-1 1 0 0,0-1-1 0 0,-1 0 0 0 0,-26-3 0 0 0,34 1-5 0 0,-22-3-332 0 0,-32-9 0 0 0,55 11 235 0 0,0-1 1 0 0,0 0 0 0 0,0-1 0 0 0,0 0-1 0 0,0 0 1 0 0,1-1 0 0 0,0 0 0 0 0,-8-7-1 0 0,12 9-190 0 0,1 0-1 0 0,0 0 0 0 0,1 0 0 0 0,-1-1 1 0 0,0 1-1 0 0,1-1 0 0 0,0 0 0 0 0,0 1 1 0 0,0-1-1 0 0,0 0 0 0 0,1 0 0 0 0,-1-1 1 0 0,1 1-1 0 0,0 0 0 0 0,0-7 0 0 0,1-5-1465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3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13359 0 0,'0'0'1210'0'0,"10"-11"-497"0"0,-8 9-213 0 0,1 0 0 0 0,0 1 1 0 0,-1-1-1 0 0,1 1 0 0 0,0 0 0 0 0,0 0 0 0 0,0 0 1 0 0,1 0-1 0 0,-1 0 0 0 0,0 1 0 0 0,0-1 0 0 0,5 1 1 0 0,43 2 8418 0 0,-30-1-7424 0 0,-21-1-1495 0 0,59 2 80 0 0,68 12 0 0 0,-112-11-634 0 0,0 0 0 0 0,-1 2 0 0 0,27 10 0 0 0,-39-14-370 0 0</inkml:trace>
  <inkml:trace contextRef="#ctx0" brushRef="#br0" timeOffset="1">61 214 20671 0 0,'0'0'1877'0'0,"1"2"-1543"0"0,7 2 315 0 0,1-1 0 0 0,0 0-1 0 0,-1 0 1 0 0,1 0 0 0 0,0-1 0 0 0,0 0 0 0 0,0-1 0 0 0,14 1 0 0 0,6 1 164 0 0,17 2 60 0 0,55-3 0 0 0,-4 1-432 0 0,14 0-3884 0 0,-95-3 1347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3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107 203 2303 0 0,'-1'-23'295'0'0,"2"0"0"0"0,4-30-1 0 0,-1 36 7627 0 0,6-21-1 0 0,1-5-456 0 0,-10 42-6616 0 0,-2-3 1959 0 0,-32 66-1896 0 0,-1 3-539 0 0,18-30-262 0 0,2 2 0 0 0,2-1-1 0 0,-7 41 1 0 0,16-63-80 0 0,0 0 1 0 0,2 0-1 0 0,0 0 0 0 0,0 1 0 0 0,1-1 0 0 0,1 0 0 0 0,1 1 0 0 0,0-1 1 0 0,0 0-1 0 0,2 0 0 0 0,7 21 0 0 0,-9-29-34 0 0,1 0 1 0 0,1 0-1 0 0,-1 0 0 0 0,1 0 1 0 0,0 0-1 0 0,0-1 1 0 0,1 0-1 0 0,-1 0 0 0 0,1 0 1 0 0,0 0-1 0 0,1-1 0 0 0,11 8 1 0 0,-10-8-8 0 0,0-1 0 0 0,1 0 1 0 0,0 0-1 0 0,0 0 1 0 0,0-1-1 0 0,0 0 0 0 0,0-1 1 0 0,0 1-1 0 0,15-1 0 0 0,-9-1-1 0 0,-1-1-1 0 0,0-1 1 0 0,0 0-1 0 0,1-1 1 0 0,-2 0-1 0 0,1-1 1 0 0,0 0-1 0 0,-1-1 0 0 0,0-1 1 0 0,0 0-1 0 0,0 0 1 0 0,-1-1-1 0 0,13-10 1 0 0,-8 3-5 0 0,-1 1 0 0 0,22-26 0 0 0,-30 30 13 0 0,-1 1 0 0 0,0-1 0 0 0,0-1 0 0 0,-1 1 0 0 0,0-1 0 0 0,6-17 0 0 0,-11 25 11 0 0,1 1 1 0 0,0-1-1 0 0,-1 0 0 0 0,1 0 1 0 0,-1 0-1 0 0,0 0 1 0 0,0 0-1 0 0,0 0 0 0 0,0 0 1 0 0,0 0-1 0 0,0 0 0 0 0,0 0 1 0 0,0 0-1 0 0,-1 0 0 0 0,1 0 1 0 0,-1 0-1 0 0,0 0 0 0 0,1 0 1 0 0,-1 1-1 0 0,0-1 1 0 0,0 0-1 0 0,0 0 0 0 0,0 1 1 0 0,-1-1-1 0 0,1 1 0 0 0,0-1 1 0 0,-1 1-1 0 0,1-1 0 0 0,-1 1 1 0 0,1 0-1 0 0,-1 0 1 0 0,1 0-1 0 0,-1 0 0 0 0,0 0 1 0 0,0 0-1 0 0,0 0 0 0 0,1 0 1 0 0,-1 1-1 0 0,0-1 0 0 0,0 1 1 0 0,0-1-1 0 0,0 1 0 0 0,0 0 1 0 0,0 0-1 0 0,0 0 1 0 0,0 0-1 0 0,0 0 0 0 0,0 0 1 0 0,-3 1-1 0 0,-5 2 32 0 0,0 0 0 0 0,0 0-1 0 0,0 1 1 0 0,0 0 0 0 0,1 1 0 0 0,-1 0-1 0 0,-10 8 1 0 0,-1 3 34 0 0,-34 32 0 0 0,48-41-73 0 0,0 1 0 0 0,0 0 0 0 0,0 0 0 0 0,1 1 0 0 0,0 0 0 0 0,1 0 0 0 0,0 0 0 0 0,0 1 0 0 0,-4 13 0 0 0,9-22-56 0 0,-1 1-1 0 0,1-1 1 0 0,0 0-1 0 0,-1 0 1 0 0,1 1 0 0 0,0-1-1 0 0,0 1 1 0 0,0-1-1 0 0,0 0 1 0 0,0 1-1 0 0,0-1 1 0 0,0 0 0 0 0,1 1-1 0 0,-1-1 1 0 0,0 0-1 0 0,1 0 1 0 0,-1 1 0 0 0,1-1-1 0 0,-1 0 1 0 0,1 0-1 0 0,0 0 1 0 0,-1 1-1 0 0,1-1 1 0 0,0 0 0 0 0,0 0-1 0 0,0 0 1 0 0,0 0-1 0 0,0 0 1 0 0,0-1 0 0 0,1 2-1 0 0,3 1-445 0 0,-1-1 1 0 0,1 0-1 0 0,0 0 0 0 0,0 0 0 0 0,0 0 1 0 0,7 1-1 0 0,9 1-1221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7 422 26263 0 0,'0'0'2380'0'0,"-6"18"1713"0"0,6-16-4084 0 0,8 12-60 0 0,-7-13-14 0 0,-1-1 1 0 0,1 1 0 0 0,0-1-1 0 0,0 1 1 0 0,0-1-1 0 0,0 0 1 0 0,-1 1 0 0 0,1-1-1 0 0,0 0 1 0 0,0 0 0 0 0,0 0-1 0 0,0 0 1 0 0,0 0-1 0 0,0 0 1 0 0,0 0 0 0 0,0 0-1 0 0,1 0 1 0 0,2 0-208 0 0,18 4-2520 0 0,-10-2 320 0 0</inkml:trace>
  <inkml:trace contextRef="#ctx0" brushRef="#br0" timeOffset="1">480 1 1839 0 0,'0'0'160'0'0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1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12 158 16183 0 0,'-10'-13'1952'0'0,"9"12"-1591"0"0,1 0 0 0 0,0-1-1 0 0,0 1 1 0 0,-1 0 0 0 0,1-1 0 0 0,0 1-1 0 0,0 0 1 0 0,0-1 0 0 0,1 1 0 0 0,-1 0-1 0 0,0-1 1 0 0,0 1 0 0 0,1 0 0 0 0,-1-1-1 0 0,1 1 1 0 0,-1 0 0 0 0,1 0 0 0 0,-1 0-1 0 0,1-1 1 0 0,0 1 0 0 0,0 0 0 0 0,-1 0-1 0 0,1 0 1 0 0,1-1 0 0 0,3-3 118 0 0,0 1 0 0 0,0-1 1 0 0,9-5-1 0 0,3-1-204 0 0,1 2-1 0 0,-1 0 1 0 0,1 1 0 0 0,1 1-1 0 0,36-9 1 0 0,-46 14-252 0 0,105-21 188 0 0,-94 21-176 0 0,1 1 1 0 0,0 1-1 0 0,-1 0 0 0 0,25 4 1 0 0,-43-3 165 0 0,-6 10-69 0 0,3-7-115 0 0,-1-1 1 0 0,0 1-1 0 0,-1 0 0 0 0,1-1 1 0 0,0 0-1 0 0,-1 0 0 0 0,0 1 1 0 0,0-1-1 0 0,0-1 0 0 0,0 1 1 0 0,-4 3-1 0 0,-7 3 41 0 0,-21 11 1 0 0,23-13-36 0 0,-49 24 40 0 0,-21 12-50 0 0,56-26 40 0 0,26-17-54 0 0,0 0 0 0 0,-1 0 0 0 0,1 1 0 0 0,0-1 0 0 0,-1 0 0 0 0,1 1 0 0 0,0-1 0 0 0,0 0 0 0 0,-1 1 0 0 0,1-1 0 0 0,0 1 0 0 0,0-1 0 0 0,0 0 0 0 0,0 1 0 0 0,0-1 0 0 0,0 1-1 0 0,-1-1 1 0 0,1 1 0 0 0,0-1 0 0 0,0 0 0 0 0,0 1 0 0 0,0-1 0 0 0,0 1 0 0 0,1-1 0 0 0,-1 1 0 0 0,0-1 0 0 0,0 0 0 0 0,0 1 0 0 0,0-1 0 0 0,0 1 0 0 0,0-1 0 0 0,1 0 0 0 0,-1 1 0 0 0,0-1 0 0 0,0 0 0 0 0,1 1-1 0 0,-1-1 1 0 0,0 0 0 0 0,1 1 0 0 0,-1-1 0 0 0,0 0 0 0 0,1 1 0 0 0,-1-1 0 0 0,0 0 0 0 0,1 0 0 0 0,-1 0 0 0 0,0 1 0 0 0,1-1 0 0 0,-1 0 0 0 0,1 0 0 0 0,0 0 0 0 0,0 1 2 0 0,8 4-1 0 0,1-1 0 0 0,-1 1 0 0 0,1-2 0 0 0,0 1 0 0 0,1-1 0 0 0,-1-1 0 0 0,0 0 0 0 0,13 1 0 0 0,10 3 0 0 0,-13-2 4 0 0,11 1 44 0 0,1 2 0 0 0,57 22 0 0 0,-68-20 120 0 0,31 18 0 0 0,-47-24-186 0 0,1 1 0 0 0,-1 0 1 0 0,0 0-1 0 0,0 0 0 0 0,0 1 0 0 0,-1-1 0 0 0,1 1 0 0 0,-1 0 1 0 0,0 0-1 0 0,4 9 0 0 0,-7-12 25 0 0,0 0 0 0 0,0 0 0 0 0,0 1 1 0 0,0-1-1 0 0,-1 0 0 0 0,1 1 0 0 0,-1-1 0 0 0,0 0 0 0 0,1 1 0 0 0,-1-1 1 0 0,0 0-1 0 0,0 1 0 0 0,-1-1 0 0 0,1 0 0 0 0,0 1 0 0 0,-1-1 0 0 0,0 0 1 0 0,1 0-1 0 0,-1 1 0 0 0,0-1 0 0 0,0 0 0 0 0,0 0 0 0 0,0 0 0 0 0,-1 0 1 0 0,1 0-1 0 0,0 0 0 0 0,-1-1 0 0 0,0 1 0 0 0,1 0 0 0 0,-1-1 0 0 0,-3 3 1 0 0,-3 2 31 0 0,0-1 0 0 0,0 0 0 0 0,0 0-1 0 0,0-1 1 0 0,-1 0 0 0 0,-14 4 0 0 0,-2-1-29 0 0,0-1 0 0 0,0-1 1 0 0,-1-2-1 0 0,0 0 0 0 0,0-1 0 0 0,1-2 0 0 0,-1-1 0 0 0,-48-7 0 0 0,73 8-14 0 0,-9-2-413 0 0,1 0 0 0 0,-14-5 0 0 0,21 6 320 0 0,0 0 1 0 0,0 1-1 0 0,1-1 1 0 0,-1 0-1 0 0,0 0 1 0 0,1 0 0 0 0,-1 0-1 0 0,0 0 1 0 0,1-1-1 0 0,0 1 1 0 0,-1 0-1 0 0,1-1 1 0 0,0 1 0 0 0,-1-1-1 0 0,1 1 1 0 0,0-1-1 0 0,0 0 1 0 0,0 1-1 0 0,0-4 1 0 0,1-4-1509 0 0,5-1-54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 18079 0 0,'0'0'1639'0'0,"-16"-3"-1318"0"0,6-1 7118 0 0,21 4-1974 0 0,0 0-6582 0 0,74-2 1615 0 0,51 1-343 0 0,-106 2-162 0 0,31 3 56 0 0,-55-3-47 0 0,-1 0 1 0 0,0 0-1 0 0,1 0 1 0 0,-1 1-1 0 0,0 0 1 0 0,0 0-1 0 0,0 0 1 0 0,8 6-1 0 0,-5 0-2 0 0,-8-8 0 0 0,1 0 0 0 0,0 1 1 0 0,-1-1-1 0 0,1 1 0 0 0,-1 0 0 0 0,1-1 0 0 0,-1 1 1 0 0,0-1-1 0 0,1 1 0 0 0,-1 0 0 0 0,1-1 0 0 0,-1 1 1 0 0,0 0-1 0 0,0-1 0 0 0,1 1 0 0 0,-1 0 0 0 0,0 0 1 0 0,0-1-1 0 0,0 1 0 0 0,0 0 0 0 0,0 0 0 0 0,0-1 1 0 0,0 1-1 0 0,0 0 0 0 0,0 0 0 0 0,0 1 0 0 0,-1 0 6 0 0,0 5 5 0 0,0-1 0 0 0,-1 1 1 0 0,1 0-1 0 0,-1-1 1 0 0,-1 1-1 0 0,1-1 1 0 0,-1 1-1 0 0,-7 9 0 0 0,-33 44 76 0 0,23-36-84 0 0,0-2 0 0 0,-2 0 0 0 0,-28 21 0 0 0,-79 48 9 0 0,113-81-12 0 0,9-6 0 0 0,0 0 0 0 0,0 1 0 0 0,0 0 0 0 0,1 0 0 0 0,-7 6 0 0 0,13-10 0 0 0,0-1 0 0 0,0 0 0 0 0,0 0 0 0 0,-1 1 0 0 0,1-1 0 0 0,0 0 0 0 0,0 0 0 0 0,0 1 0 0 0,-1-1 0 0 0,1 0 0 0 0,0 1 0 0 0,0-1 0 0 0,0 0 0 0 0,0 1 0 0 0,0-1 0 0 0,0 0 0 0 0,0 0 0 0 0,0 1 0 0 0,0-1 0 0 0,0 0 0 0 0,0 1 0 0 0,0-1 0 0 0,0 0 0 0 0,0 1 0 0 0,0-1 0 0 0,0 0 0 0 0,0 1 0 0 0,0-1 0 0 0,0 0 0 0 0,1 0 0 0 0,-1 1 0 0 0,0-1 0 0 0,0 0 0 0 0,0 1 0 0 0,0-1 0 0 0,1 0 0 0 0,-1 0 0 0 0,0 1 0 0 0,0-1 0 0 0,1 0 0 0 0,-1 0 0 0 0,0 0 0 0 0,0 0 0 0 0,1 1 0 0 0,-1-1 0 0 0,0 0 0 0 0,1 0 0 0 0,-1 0 0 0 0,0 0 0 0 0,1 0 0 0 0,-1 0 0 0 0,0 0 0 0 0,0 0 0 0 0,1 0 0 0 0,5 3 0 0 0,-1-1 0 0 0,1 0 0 0 0,-1-1 0 0 0,1 0 0 0 0,0 0 0 0 0,-1 0 0 0 0,1 0 0 0 0,0-1 0 0 0,10 0 0 0 0,6-3 0 0 0,27-5 0 0 0,-17 3 0 0 0,12-4 0 0 0,55-18 0 0 0,-9 1 0 0 0,-73 22-113 0 0,116-32-3801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20503 0 0,'0'0'7816'0'0,"1"2"-6880"0"0,5 17-479 0 0,0 1-1 0 0,-1-1 1 0 0,0 1 0 0 0,-2 0-1 0 0,2 34 1 0 0,-5 53-115 0 0,-22 162 0 0 0,18-241-359 0 0,4-27-69 0 0,-2-18-4460 0 0,3-6-1016 0 0,0 8-1201 0 0,-1 4-47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3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3679 0 0,'0'2'4952'0'0,"4"17"4849"0"0,2 2-3830 0 0,5 25-2660 0 0,-5 15-2109 0 0,-3 0 1 0 0,-7 104 0 0 0,2-140-1194 0 0,2-24-104 0 0,-1 37 284 0 0,0-22-2875 0 0,18-11-1241 0 0,-16-5 3502 0 0,1 0 0 0 0,-1 0 0 0 0,1 0 0 0 0,-1 0 0 0 0,1 0 0 0 0,-1-1 0 0 0,1 1 0 0 0,-1 0 0 0 0,0-1-1 0 0,1 1 1 0 0,2-2 0 0 0,8-4-7015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7 8287 0 0,'-2'-1'5689'0'0,"-10"-4"-1423"0"0,9 5-3556 0 0,0 0-1 0 0,-1 0 1 0 0,1 0-1 0 0,0 0 1 0 0,0 0 0 0 0,0 1-1 0 0,0 0 1 0 0,0-1 0 0 0,-4 3-1 0 0,-29 12 1300 0 0,27-11-1356 0 0,-21 12 197 0 0,1 1 0 0 0,1 1-1 0 0,-48 40 1 0 0,68-52-697 0 0,0 2 0 0 0,-12 13 0 0 0,18-19-137 0 0,1 0-1 0 0,-1 1 1 0 0,0-1 0 0 0,1 1-1 0 0,-1-1 1 0 0,1 1-1 0 0,0-1 1 0 0,0 1 0 0 0,0 0-1 0 0,0 0 1 0 0,0 0 0 0 0,0 0-1 0 0,1-1 1 0 0,-1 6-1 0 0,5 7-3 0 0,1-12-14 0 0,-3-2 3 0 0,2 2-23 0 0,0 0-1 0 0,0-1 1 0 0,0 1-1 0 0,1-1 1 0 0,-1 0-1 0 0,1-1 1 0 0,-1 1-1 0 0,1-1 1 0 0,6 2-1 0 0,47 3-337 0 0,-42-5 256 0 0,26 0-787 0 0,-1-2 0 0 0,0-1 1 0 0,57-12-1 0 0,-73 9-308 0 0,0-1 0 0 0,-1-1 0 0 0,1-1 0 0 0,31-16 1 0 0,-20 6-932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4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31 11055 0 0,'-1'-1'852'0'0,"-21"-11"-185"0"0,17 9 1037 0 0,0 1 1 0 0,0-1 0 0 0,0 1 0 0 0,0 1-1 0 0,-1-1 1 0 0,1 1 0 0 0,0-1 0 0 0,-12 0 2018 0 0,16 4-3658 0 0,0 0 1 0 0,1-1-1 0 0,-1 1 1 0 0,1 0-1 0 0,-1 0 1 0 0,1 0-1 0 0,0-1 1 0 0,-1 1-1 0 0,1 0 1 0 0,0 2-1 0 0,2 1-50 0 0,-1 1 1 0 0,0-1-1 0 0,1 0 0 0 0,0 0 1 0 0,1 0-1 0 0,-1 0 0 0 0,1 0 1 0 0,0-1-1 0 0,0 1 0 0 0,0-1 1 0 0,6 6-1 0 0,7 7 12 0 0,25 20 0 0 0,-26-24-1 0 0,49 38-26 0 0,-40-34 0 0 0,-2 2 0 0 0,0 0 0 0 0,27 30 0 0 0,-49-48 2 0 0,1-1 0 0 0,-1 1 0 0 0,1-1 0 0 0,0 1 0 0 0,-1-1-1 0 0,0 1 1 0 0,1 0 0 0 0,-1-1 0 0 0,1 1 0 0 0,-1-1 0 0 0,0 1 0 0 0,1 0 0 0 0,-1-1 0 0 0,0 1-1 0 0,0 0 1 0 0,0 0 0 0 0,0-1 0 0 0,1 1 0 0 0,-1 0 0 0 0,0 0 0 0 0,0-1 0 0 0,0 1 0 0 0,-1 0 0 0 0,1 0-1 0 0,0-1 1 0 0,0 1 0 0 0,0 0 0 0 0,0-1 0 0 0,-1 1 0 0 0,1 0 0 0 0,0-1 0 0 0,-1 1 0 0 0,1 0-1 0 0,0-1 1 0 0,-1 1 0 0 0,1 0 0 0 0,-1-1 0 0 0,0 1 0 0 0,0 1 25 0 0,-1 0 1 0 0,0 1 0 0 0,0-1 0 0 0,0 0-1 0 0,-1 0 1 0 0,1 0 0 0 0,-1 0 0 0 0,1 0-1 0 0,-1-1 1 0 0,0 1 0 0 0,1-1-1 0 0,-1 0 1 0 0,-5 2 0 0 0,-40 9 286 0 0,32-8-218 0 0,-96 13 225 0 0,79-14-527 0 0,0 2 0 0 0,-45 12 0 0 0,73-15-214 0 0,-1 0 0 0 0,1 0 0 0 0,0 1 0 0 0,-1 0 0 0 0,-4 3 0 0 0,9-5 176 0 0,0 0-1 0 0,1 0 1 0 0,-1 0 0 0 0,1-1 0 0 0,-1 1 0 0 0,1 0 0 0 0,-1 0 0 0 0,1 0 0 0 0,0 0-1 0 0,0 0 1 0 0,-1 0 0 0 0,1 0 0 0 0,0 0 0 0 0,0 0 0 0 0,0 1 0 0 0,0 2-536 0 0,-2 8-1293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25 7367 0 0,'-20'-3'266'0'0,"4"1"-88"0"0,1 1 0 0 0,-28 0 0 0 0,21 0 17789 0 0,32 0-14242 0 0,196 1-1474 0 0,190-8-1699 0 0,145 1-535 0 0,-316 19-276 0 0,-201-10-637 0 0,38 9 0 0 0,-60-11 114 0 0</inkml:trace>
  <inkml:trace contextRef="#ctx0" brushRef="#br0" timeOffset="1">158 281 9671 0 0,'0'0'16997'0'0,"0"1"-16218"0"0,1 7-283 0 0,0 0 0 0 0,1 1 0 0 0,0-2 0 0 0,0 1 0 0 0,6 12 0 0 0,2 10 145 0 0,3 22-481 0 0,-3 2 0 0 0,-1-1 0 0 0,-3 1 0 0 0,-2 73 0 0 0,-4-125-428 0 0,0 0 0 0 0,0 0-1 0 0,0 1 1 0 0,1-1-1 0 0,-1 0 1 0 0,0 0 0 0 0,1 0-1 0 0,0 0 1 0 0,-1 0-1 0 0,1 0 1 0 0,1 3 0 0 0,-1-4-276 0 0,0 0 0 0 0,0 0 0 0 0,0 0 0 0 0,0 0 0 0 0,0 0 0 0 0,0-1 0 0 0,0 1 0 0 0,0 0 1 0 0,0-1-1 0 0,0 1 0 0 0,1 0 0 0 0,-1-1 0 0 0,0 1 0 0 0,0-1 0 0 0,1 0 0 0 0,-1 1 1 0 0,0-1-1 0 0,1 0 0 0 0,1 0 0 0 0,8 0-7143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5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380 108 5527 0 0,'6'-25'-1044'0'0,"-6"21"2279"0"0,0 0 0 0 0,1 0 1 0 0,-1 0-1 0 0,0 0 0 0 0,-1 0 0 0 0,-1-7 0 0 0,2 9-400 0 0,-1 0-1 0 0,0-1 1 0 0,0 1 0 0 0,0 0-1 0 0,0 0 1 0 0,0 0-1 0 0,0 0 1 0 0,-1 0 0 0 0,1 0-1 0 0,-1 0 1 0 0,1 1-1 0 0,-3-3 1 0 0,2 2-356 0 0,-1 0 0 0 0,0 0 0 0 0,0 1 0 0 0,0-1 0 0 0,-6-2-1 0 0,3 2-243 0 0,0 1 0 0 0,0 0 0 0 0,-1 0 0 0 0,1 0 0 0 0,0 1-1 0 0,-1 0 1 0 0,1 0 0 0 0,-1 0 0 0 0,1 1 0 0 0,0 0 0 0 0,0 0-1 0 0,-1 1 1 0 0,1 0 0 0 0,-9 4 0 0 0,-1 1-21 0 0,-1 0 0 0 0,2 2 0 0 0,-30 20 0 0 0,21-11-78 0 0,-32 31 0 0 0,47-41-113 0 0,2 0 0 0 0,-1 1 0 0 0,1 0 0 0 0,1 0 0 0 0,-1 1 0 0 0,2 0 0 0 0,-6 12 0 0 0,9-19-38 0 0,1 0 1 0 0,0 1-1 0 0,0-1 1 0 0,0 0-1 0 0,1 1 1 0 0,-1-1-1 0 0,1 0 0 0 0,0 1 1 0 0,0-1-1 0 0,0 1 1 0 0,0-1-1 0 0,1 0 1 0 0,-1 1-1 0 0,1-1 1 0 0,2 7-1 0 0,-1-6-32 0 0,0 0-1 0 0,0 0 1 0 0,1 0 0 0 0,-1-1 0 0 0,1 1 0 0 0,0-1-1 0 0,0 1 1 0 0,0-1 0 0 0,1 0 0 0 0,6 5-1 0 0,-1-2-43 0 0,1 0 0 0 0,0-1 0 0 0,0 0 0 0 0,0-1-1 0 0,1 0 1 0 0,0 0 0 0 0,-1-1 0 0 0,23 3 0 0 0,3-3-57 0 0,0-2 1 0 0,1-1-1 0 0,-1-2 1 0 0,0-2-1 0 0,0-1 1 0 0,0-1-1 0 0,-1-3 1 0 0,0 0 0 0 0,56-25-1 0 0,-75 28 111 0 0,-1-2 0 0 0,21-13 0 0 0,-29 16 50 0 0,0 0 0 0 0,0 0 0 0 0,-1-1 0 0 0,0 0 0 0 0,0 0 0 0 0,9-13 0 0 0,-14 18 3 0 0,0 0 1 0 0,0-1-1 0 0,0 1 1 0 0,0 0-1 0 0,-1 0 0 0 0,1-1 1 0 0,0 1-1 0 0,-1-1 1 0 0,1 1-1 0 0,-1-1 0 0 0,0 1 1 0 0,1-1-1 0 0,-1 1 1 0 0,0-1-1 0 0,0 1 0 0 0,0-1 1 0 0,0 1-1 0 0,0-1 1 0 0,-1 1-1 0 0,1-3 0 0 0,-1 3 26 0 0,0 0-1 0 0,0-1 0 0 0,1 1 1 0 0,-1 0-1 0 0,0 0 0 0 0,0-1 1 0 0,0 1-1 0 0,0 0 0 0 0,-1 0 1 0 0,1 0-1 0 0,0 1 0 0 0,0-1 1 0 0,-1 0-1 0 0,1 0 1 0 0,0 1-1 0 0,-3-2 0 0 0,-2 0 73 0 0,0 1 1 0 0,-1-1-1 0 0,1 1 0 0 0,0 0 0 0 0,0 1 0 0 0,-1-1 0 0 0,1 1 1 0 0,-10 2-1 0 0,2 0-39 0 0,1 1 1 0 0,-1 1 0 0 0,0 0-1 0 0,1 1 1 0 0,-20 10-1 0 0,23-10-69 0 0,1 0-1 0 0,0 1 0 0 0,0 0 1 0 0,1 1-1 0 0,0 0 0 0 0,0 0 0 0 0,0 0 1 0 0,-6 10-1 0 0,13-16-19 0 0,0 1-1 0 0,-1-1 1 0 0,1 1-1 0 0,1-1 1 0 0,-1 1-1 0 0,0 0 1 0 0,0-1-1 0 0,0 1 1 0 0,1 0 0 0 0,-1-1-1 0 0,1 1 1 0 0,0 0-1 0 0,-1 0 1 0 0,1 0-1 0 0,0-1 1 0 0,0 1 0 0 0,0 0-1 0 0,0 0 1 0 0,0 0-1 0 0,0 0 1 0 0,1-1-1 0 0,-1 1 1 0 0,1 2-1 0 0,1-2-21 0 0,-1 0 0 0 0,0 0 0 0 0,0 0-1 0 0,1-1 1 0 0,-1 1 0 0 0,1 0-1 0 0,0-1 1 0 0,-1 1 0 0 0,1-1 0 0 0,0 0-1 0 0,0 1 1 0 0,0-1 0 0 0,0 0-1 0 0,0 0 1 0 0,0 0 0 0 0,0 0 0 0 0,1-1-1 0 0,1 2 1 0 0,4 0-115 0 0,1 0 1 0 0,-1-1-1 0 0,1 0 1 0 0,-1 0-1 0 0,12 0 1 0 0,-15-2 81 0 0,-1 1 1 0 0,1-1-1 0 0,-1 1 1 0 0,1-1-1 0 0,-1 0 1 0 0,0-1-1 0 0,1 1 1 0 0,-1-1-1 0 0,0 0 1 0 0,0 0-1 0 0,6-4 1 0 0,-1 0-13 0 0,-5 3 55 0 0,-1 0 0 0 0,1 0 0 0 0,-1 0 0 0 0,0-1 1 0 0,0 1-1 0 0,0-1 0 0 0,6-8 1957 0 0,-8 13-1878 0 0,0 1 0 0 0,1 0 0 0 0,-1-1 1 0 0,0 1-1 0 0,0 0 0 0 0,0 0 0 0 0,0 0 0 0 0,0 3 0 0 0,0-3-4 0 0,42 89 418 0 0,15 37-435 0 0,-51-111-22 0 0,-1 1 1 0 0,-1 1-1 0 0,-1-1 0 0 0,-1 1 1 0 0,2 24-1 0 0,-5-38-13 0 0,0-1-1 0 0,0 0 1 0 0,0 1-1 0 0,-1-1 1 0 0,0 0-1 0 0,0 0 1 0 0,0 0-1 0 0,0 1 1 0 0,-1-1-1 0 0,1 0 1 0 0,-1-1-1 0 0,0 1 1 0 0,0 0-1 0 0,-1 0 1 0 0,1-1-1 0 0,-1 1 1 0 0,0-1-1 0 0,0 0 1 0 0,0 0-1 0 0,0 0 1 0 0,0 0-1 0 0,-1-1 1 0 0,-6 5-1 0 0,1-2-4 0 0,1-1-1 0 0,-1-1 1 0 0,0 0-1 0 0,0 0 1 0 0,0 0 0 0 0,0-1-1 0 0,-1 0 1 0 0,1-1-1 0 0,-19 0 1 0 0,6-1-158 0 0,0 0-1 0 0,-34-7 1 0 0,48 6 81 0 0,1-1-1 0 0,0 0 1 0 0,1 0-1 0 0,-1-1 1 0 0,0 0 0 0 0,1 0-1 0 0,-1 0 1 0 0,1-1-1 0 0,0 0 1 0 0,0 0-1 0 0,-9-9 1 0 0,13 11-344 0 0,-3-2 119 0 0,3-1-2867 0 0,1-6-6191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0 337 23671 0 0,'0'0'1084'0'0,"1"-1"-24"0"0,9-6-664 0 0,0 1 0 0 0,0-1-1 0 0,1 2 1 0 0,-1-1 0 0 0,1 1 0 0 0,0 1-1 0 0,1 0 1 0 0,18-4 0 0 0,7 2 658 0 0,53-3 0 0 0,-65 7-1380 0 0,3 0 342 0 0,-7-1-697 0 0,29 2-1 0 0,26-1-5357 0 0,-57 1-261 0 0,-6-1-1254 0 0</inkml:trace>
  <inkml:trace contextRef="#ctx0" brushRef="#br0" timeOffset="1">540 28 12439 0 0,'0'-2'489'0'0,"0"0"-1"0"0,1 0 1 0 0,-1 1-1 0 0,0-1 0 0 0,1 0 1 0 0,-1 0-1 0 0,1 1 1 0 0,0-1-1 0 0,0 1 0 0 0,-1-1 1 0 0,1 0-1 0 0,3-2 2783 0 0,-4 4-3064 0 0,0 0 1 0 0,1 0-1 0 0,-1-1 0 0 0,1 1 0 0 0,-1 0 0 0 0,0 0 1 0 0,1-1-1 0 0,-1 1 0 0 0,1 0 0 0 0,-1 0 0 0 0,0 0 0 0 0,1 0 1 0 0,-1 0-1 0 0,1 0 0 0 0,-1 0 0 0 0,1 0 0 0 0,-1 0 1 0 0,1 0-1 0 0,-1 0 0 0 0,1 0 0 0 0,-1 0 0 0 0,0 0 1 0 0,1 0-1 0 0,-1 0 0 0 0,1 0 0 0 0,0 1 0 0 0,0-1-46 0 0,0 0-1 0 0,0 1 1 0 0,0-1-1 0 0,0 1 1 0 0,0-1-1 0 0,0 1 0 0 0,0-1 1 0 0,0 1-1 0 0,-1-1 1 0 0,1 1-1 0 0,0 0 1 0 0,1 1-1 0 0,2 5 54 0 0,0 0 0 0 0,-1 0 0 0 0,0 0 0 0 0,0 0 0 0 0,-1 1 0 0 0,1-1 0 0 0,-2 1 0 0 0,1 0 0 0 0,-1 0 0 0 0,0 8 0 0 0,-1 13-89 0 0,-4 42-1 0 0,1-34 29 0 0,-24 154-961 0 0,27-189 315 0 0,12 1-5782 0 0,0-4 3570 0 0,1-3-86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4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35 5063 0 0,'4'-4'79'0'0,"30"-26"26182"0"0,-36 31-25906 0 0,-110 71 594 0 0,25-17-899 0 0,43-29-40 0 0,33-19-10 0 0,0 1 0 0 0,0 0 0 0 0,-17 17 0 0 0,21-18 0 0 0,4 2 0 0 0,5 0-11 0 0,0-6 3 0 0,0 0 1 0 0,0-1-1 0 0,0 1 0 0 0,0-1 0 0 0,1 1 0 0 0,-1-1 0 0 0,1 0 0 0 0,-1 0 0 0 0,1 0 0 0 0,0 0 1 0 0,0-1-1 0 0,0 1 0 0 0,0-1 0 0 0,4 2 0 0 0,7 2-1 0 0,27 6-1 0 0,-33-10 14 0 0,51 9 30 0 0,74 4 0 0 0,-50-7-27 0 0,43 8-187 0 0,-100-11-3258 0 0,0-1-3471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25711 0 0,'0'0'2336'0'0,"6"-6"-1825"0"0,4-3-235 0 0,0 1 1 0 0,1 0-1 0 0,0 1 1 0 0,0 0-1 0 0,0 1 1 0 0,1 0 0 0 0,0 1-1 0 0,0 0 1 0 0,0 1-1 0 0,21-5 1 0 0,13 1-929 0 0,72-6 1 0 0,-117 14 646 0 0,7 0-407 0 0,1 0 0 0 0,-1 0 0 0 0,1 1 0 0 0,8 1-1 0 0,-11-1-548 0 0,-1 1-1 0 0,0-1 0 0 0,1 1 1 0 0,5 3-1 0 0,-1 1-7694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 6447 0 0,'-1'1'1135'0'0,"-38"12"17902"0"0,93-8-16737 0 0,202-20-1609 0 0,-122 4-3287 0 0,-110 10 1272 0 0,-1 1-47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18 11975 0 0,'-1'-2'248'0'0,"1"1"-154"0"0,-1 0 0 0 0,1 0 0 0 0,-1 0 0 0 0,0 0-1 0 0,1 0 1 0 0,-1 0 0 0 0,0 1 0 0 0,0-1 0 0 0,0 0 0 0 0,0 0-1 0 0,0 0 1 0 0,0 1 0 0 0,0-1 0 0 0,0 1 0 0 0,0-1-1 0 0,0 1 1 0 0,0-1 0 0 0,0 1 0 0 0,0-1 0 0 0,0 1 0 0 0,0 0-1 0 0,-1 0 1 0 0,1 0 0 0 0,0 0 0 0 0,0 0 0 0 0,0 0 0 0 0,-1 0-1 0 0,1 0 1 0 0,0 0 0 0 0,0 0 0 0 0,0 0 0 0 0,0 1-1 0 0,0-1 1 0 0,-1 1 0 0 0,1-1 0 0 0,0 1 0 0 0,-1 0 0 0 0,-3 2 1422 0 0,1 0 0 0 0,-1 0 0 0 0,1 0 0 0 0,-5 6 0 0 0,-15 20 1378 0 0,13-13-2098 0 0,-15 30 0 0 0,15-22-466 0 0,2 0 0 0 0,0 1 0 0 0,1 0-1 0 0,2 0 1 0 0,-5 34 0 0 0,9-42-266 0 0,1 0-1 0 0,0 0 1 0 0,1 0 0 0 0,1 0 0 0 0,0 0-1 0 0,1 0 1 0 0,1 0 0 0 0,1-1-1 0 0,6 20 1 0 0,-6-29-67 0 0,-1 1-1 0 0,1-1 1 0 0,0 0-1 0 0,0 0 1 0 0,0 0-1 0 0,1-1 1 0 0,0 0-1 0 0,1 0 1 0 0,-1 0-1 0 0,1 0 1 0 0,1-1-1 0 0,-1 0 1 0 0,1 0-1 0 0,-1-1 1 0 0,1 0-1 0 0,0 0 1 0 0,1 0-1 0 0,-1-1 1 0 0,1 0-1 0 0,-1-1 1 0 0,1 0-1 0 0,0 0 1 0 0,0 0-1 0 0,0-1 1 0 0,0 0-1 0 0,0-1 1 0 0,0 0-1 0 0,1 0 1 0 0,-1-1-1 0 0,0 0 1 0 0,0 0-1 0 0,0-1 1 0 0,-1 0-1 0 0,1 0 1 0 0,0-1 0 0 0,-1 0-1 0 0,1 0 1 0 0,11-8-1 0 0,-10 5-24 0 0,0-1 0 0 0,-1 0 0 0 0,1 0 0 0 0,-2 0 0 0 0,1-1 0 0 0,-1-1-1 0 0,9-11 1 0 0,-13 15 26 0 0,0 1 0 0 0,-1-1 0 0 0,1 0 0 0 0,-1 0 0 0 0,0 0-1 0 0,0 0 1 0 0,0 0 0 0 0,-1-1 0 0 0,1 1 0 0 0,-1 0 0 0 0,-1-1-1 0 0,1 1 1 0 0,-1-1 0 0 0,0 1 0 0 0,0-1 0 0 0,-2-8 0 0 0,2 13 12 0 0,0 0 0 0 0,0 0 0 0 0,-1 0 0 0 0,1-1 0 0 0,0 1 0 0 0,-1 0 1 0 0,1 0-1 0 0,-1 0 0 0 0,0 0 0 0 0,1 0 0 0 0,-1 0 0 0 0,0 0 0 0 0,1 0 0 0 0,-1 0 1 0 0,0 0-1 0 0,0 1 0 0 0,0-1 0 0 0,0 0 0 0 0,0 0 0 0 0,0 1 0 0 0,0-1 0 0 0,0 1 0 0 0,0-1 1 0 0,0 1-1 0 0,0-1 0 0 0,-1 1 0 0 0,1 0 0 0 0,0-1 0 0 0,0 1 0 0 0,0 0 0 0 0,0 0 1 0 0,-1 0-1 0 0,1 0 0 0 0,0 0 0 0 0,0 0 0 0 0,0 0 0 0 0,-1 1 0 0 0,1-1 0 0 0,0 0 0 0 0,0 0 1 0 0,0 1-1 0 0,0-1 0 0 0,-2 2 0 0 0,-4 1 92 0 0,-1 0 1 0 0,1 1-1 0 0,0 0 1 0 0,-13 11-1 0 0,9-7-41 0 0,1 1 0 0 0,0 0 0 0 0,0 1 0 0 0,1 0 0 0 0,-7 12 0 0 0,12-17-67 0 0,1 0 0 0 0,-1 0 0 0 0,1 1 0 0 0,1-1 0 0 0,-1 1 0 0 0,1 0 1 0 0,0 0-1 0 0,0 0 0 0 0,1 0 0 0 0,0 0 0 0 0,0 0 0 0 0,0 0 0 0 0,0 8 0 0 0,1-12-134 0 0,1-1 1 0 0,-1 1-1 0 0,0-1 1 0 0,1 1-1 0 0,-1 0 1 0 0,0-1-1 0 0,1 1 1 0 0,0-1 0 0 0,-1 1-1 0 0,1-1 1 0 0,0 0-1 0 0,0 1 1 0 0,0-1-1 0 0,0 0 1 0 0,0 0-1 0 0,0 1 1 0 0,0-1-1 0 0,0 0 1 0 0,0 0-1 0 0,1 0 1 0 0,-1 0-1 0 0,0 0 1 0 0,1-1 0 0 0,-1 1-1 0 0,1 0 1 0 0,-1-1-1 0 0,1 1 1 0 0,-1-1-1 0 0,1 1 1 0 0,-1-1-1 0 0,1 0 1 0 0,0 1-1 0 0,-1-1 1 0 0,4 0-1 0 0,12 0-2029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3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17503 0 0,'0'0'803'0'0,"-1"1"-18"0"0,0 0-610 0 0,-18 18 715 0 0,9-3 4572 0 0,10-14-5082 0 0,-1-1 0 0 0,1 1 1 0 0,0-1-1 0 0,0 1 0 0 0,0-1 0 0 0,0 1 1 0 0,0-1-1 0 0,0 1 0 0 0,1 2 0 0 0,0-2-94 0 0,9 4-596 0 0,-7-4-12 0 0,0-1 0 0 0,0 1 0 0 0,1-1 0 0 0,-1 0 0 0 0,1 0 0 0 0,-1 0 0 0 0,1-1 0 0 0,-1 1 0 0 0,1-1 0 0 0,-1 0 0 0 0,1 0 0 0 0,0 0 0 0 0,-1 0 0 0 0,1 0 0 0 0,-1-1 0 0 0,1 0 0 0 0,3-1 0 0 0,9-2-8375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9 100 17503 0 0,'-3'-7'1588'0'0,"2"6"-1387"0"0,1 0 0 0 0,-1-1-1 0 0,0 1 1 0 0,1 0 0 0 0,-1 0-1 0 0,1-1 1 0 0,0 1 0 0 0,-1-1-1 0 0,1 1 1 0 0,0 0 0 0 0,0-1-1 0 0,0 1 1 0 0,0-1 0 0 0,0 1-1 0 0,0 0 1 0 0,0-1 0 0 0,0 1-1 0 0,1-1 1 0 0,-1 1 0 0 0,0 0 0 0 0,1-1-1 0 0,-1 1 1 0 0,1 0 0 0 0,0 0-1 0 0,-1-1 1 0 0,1 1 0 0 0,0 0-1 0 0,0 0 1 0 0,0 0 0 0 0,0 0-1 0 0,0 0 1 0 0,0 0 0 0 0,2-1-1 0 0,2-1 638 0 0,0 0 0 0 0,0 0 0 0 0,0 1 0 0 0,0-1 0 0 0,1 1 0 0 0,5-1-1 0 0,-5 1-1460 0 0,26-6 945 0 0,1 2 0 0 0,0 0-1 0 0,39 0 1 0 0,-57 5-294 0 0,1 0 0 0 0,0 1 0 0 0,-1 1 1 0 0,1 0-1 0 0,-1 1 0 0 0,1 1 0 0 0,-1 0 0 0 0,21 8 0 0 0,-35-11-34 0 0,0 1 0 0 0,0-1 0 0 0,0 1 0 0 0,-1-1 0 0 0,1 1 0 0 0,0-1 0 0 0,0 1 0 0 0,-1 0 0 0 0,1-1 0 0 0,0 1-1 0 0,-1 0 1 0 0,1 0 0 0 0,-1-1 0 0 0,1 1 0 0 0,-1 0 0 0 0,0 0 0 0 0,1 0 0 0 0,-1 0 0 0 0,0-1 0 0 0,1 1 0 0 0,-1 0 0 0 0,0 0-1 0 0,0 0 1 0 0,0 0 0 0 0,0 0 0 0 0,0 0 0 0 0,0 0 0 0 0,0 0 0 0 0,0 0 0 0 0,0 0 0 0 0,0 0 0 0 0,0 0 0 0 0,-1-1 0 0 0,1 1 0 0 0,-1 2-1 0 0,-1 1 10 0 0,1-1-1 0 0,-1 1 1 0 0,0 0-1 0 0,0 0 1 0 0,-1-1-1 0 0,-2 4 1 0 0,-16 15-3 0 0,-2-1 0 0 0,0-1 0 0 0,-1-1 0 0 0,-46 28 0 0 0,34-24 0 0 0,25-15 0 0 0,0 1 0 0 0,-13 13 0 0 0,24-21 0 0 0,-1-1 0 0 0,1 0 0 0 0,0 0 0 0 0,-1 0 0 0 0,1 0 0 0 0,0 1 0 0 0,0-1 0 0 0,-1 0 0 0 0,1 0 0 0 0,0 1 0 0 0,0-1 0 0 0,0 0 0 0 0,-1 0 0 0 0,1 1 0 0 0,0-1 0 0 0,0 0 0 0 0,0 1 0 0 0,0-1 0 0 0,-1 0 0 0 0,1 0 0 0 0,0 1 0 0 0,0-1 0 0 0,0 0 0 0 0,0 1 0 0 0,0-1 0 0 0,0 0 0 0 0,0 1 0 0 0,0-1 0 0 0,0 1 0 0 0,0-1 0 0 0,0 0 0 0 0,0 1 0 0 0,0-1 0 0 0,0 0 0 0 0,1 0 0 0 0,-1 1 0 0 0,0-1 0 0 0,0 0 0 0 0,0 1 0 0 0,0-1 0 0 0,1 0 0 0 0,-1 1 0 0 0,0-1 0 0 0,0 0 0 0 0,0 0 0 0 0,1 0 0 0 0,-1 1 0 0 0,0-1 0 0 0,1 0 0 0 0,-1 0 0 0 0,0 0 0 0 0,1 1 0 0 0,-1-1 0 0 0,4 3 0 0 0,0 1 0 0 0,0-1 0 0 0,0-1 0 0 0,0 1 0 0 0,0 0 0 0 0,0-1 0 0 0,1 0 0 0 0,-1 0 0 0 0,1 0 0 0 0,0-1 0 0 0,4 2 0 0 0,12 1 0 0 0,26 3 0 0 0,-36-6 0 0 0,11 2 32 0 0,1 1 0 0 0,-1 0 0 0 0,35 13 0 0 0,-48-13-20 0 0,0 0-1 0 0,0 0 1 0 0,0 1 0 0 0,-1 0-1 0 0,1 0 1 0 0,-1 1-1 0 0,-1 0 1 0 0,1 0 0 0 0,-1 1-1 0 0,12 14 1 0 0,-18-20-12 0 0,0 1 0 0 0,0-1 0 0 0,0 1 1 0 0,0-1-1 0 0,0 1 0 0 0,0 0 0 0 0,-1 0 0 0 0,1-1 0 0 0,-1 1 0 0 0,1 0 0 0 0,-1 0 1 0 0,0 0-1 0 0,0-1 0 0 0,0 1 0 0 0,0 0 0 0 0,0 0 0 0 0,0 0 0 0 0,-1 2 1 0 0,0-1-1 0 0,0 1 1 0 0,0-1-1 0 0,0 0 1 0 0,-1 1-1 0 0,0-1 1 0 0,1 0-1 0 0,-1 0 1 0 0,0 0-1 0 0,-3 2 1 0 0,-2 3 0 0 0,-1 0 1 0 0,0-1-1 0 0,0-1 0 0 0,-1 1 1 0 0,-14 7-1 0 0,5-4-1 0 0,-1-2 0 0 0,0 0 0 0 0,0-1 0 0 0,0-1 0 0 0,-1-1 0 0 0,0 0 0 0 0,-1-2 0 0 0,1 0 0 0 0,0-2 0 0 0,-24 0 0 0 0,37-1-343 0 0,-1-1-1 0 0,1 0 1 0 0,-11-3 0 0 0,16 3 205 0 0,-1 1 0 0 0,1-1 0 0 0,0 0 0 0 0,-1 0 0 0 0,1 0 0 0 0,0 0 0 0 0,0 0 0 0 0,0-1 0 0 0,0 1 0 0 0,0-1 0 0 0,0 1 0 0 0,1-1 0 0 0,-1 0 0 0 0,-2-2 0 0 0,4 3-85 0 0,0 1-1 0 0,0-1 0 0 0,-1 0 0 0 0,1 1 0 0 0,0-1 1 0 0,0 0-1 0 0,0 1 0 0 0,0-1 0 0 0,0 0 0 0 0,-1 0 1 0 0,1 1-1 0 0,1-1 0 0 0,-1 0 0 0 0,0 1 0 0 0,0-1 1 0 0,0 0-1 0 0,0 1 0 0 0,0-1 0 0 0,1-1 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90 11255 0 0,'0'0'515'0'0,"-6"-6"174"0"0,5 5-714 0 0,-1 0 275 0 0,1 0 0 0 0,0 0 0 0 0,-1 0 0 0 0,1 0 0 0 0,0-1 0 0 0,0 1-1 0 0,0 0 1 0 0,0 0 0 0 0,-4-7 5658 0 0,12-6-1695 0 0,-4 11-3870 0 0,0 1 0 0 0,0 0-1 0 0,0 0 1 0 0,0 0 0 0 0,0 0-1 0 0,1 0 1 0 0,-1 1-1 0 0,0-1 1 0 0,5 0 0 0 0,33-10 887 0 0,-38 12-1164 0 0,24-7 223 0 0,1 3 0 0 0,1 0-1 0 0,-1 2 1 0 0,33 1 0 0 0,-56 1-277 0 0,1 1 0 0 0,-1-1 0 0 0,1 2 0 0 0,-1-1 0 0 0,11 4 0 0 0,-14-4-5 0 0,-1-1 0 0 0,1 1 0 0 0,-1 0-1 0 0,1 0 1 0 0,-1 0 0 0 0,1 0 0 0 0,-1 0 0 0 0,1 0 0 0 0,1 3 0 0 0,1 5 7 0 0,-4-6-13 0 0,1 1 14 0 0,-1-1 0 0 0,1 1 0 0 0,-1-1 0 0 0,0 0 0 0 0,0 1 0 0 0,0-1 0 0 0,-1 1 0 0 0,1-1 0 0 0,-1 0 0 0 0,0 1 0 0 0,0-1 0 0 0,-2 5 0 0 0,-2 5 69 0 0,-13 20-1 0 0,14-25-44 0 0,-10 15 54 0 0,-1 0-1 0 0,-1-2 0 0 0,-30 33 1 0 0,16-23-17 0 0,-53 40 0 0 0,60-54-43 0 0,14-11-4 0 0,0 1-1 0 0,0 0 1 0 0,0 0 0 0 0,1 1 0 0 0,0 0 0 0 0,-12 17-1 0 0,19-24 39 0 0,2 0-56 0 0,0 1 1 0 0,0-1-1 0 0,0 0 1 0 0,1 0-1 0 0,-1 0 1 0 0,0 0-1 0 0,0 0 0 0 0,1-1 1 0 0,-1 1-1 0 0,0 0 1 0 0,1-1-1 0 0,-1 1 1 0 0,3 0-1 0 0,3 1-11 0 0,-1 0 0 0 0,1 0 0 0 0,0-1 0 0 0,-1 0 0 0 0,1 0 0 0 0,12-1 0 0 0,41-6 0 0 0,-20 1 0 0 0,-9 2 6 0 0,1-2-1 0 0,54-17 1 0 0,57-30-1970 0 0,-87 24-700 0 0,-22 5-2190 0 0,-21 11-3689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11975 0 0,'0'0'15019'0'0,"0"2"-14166"0"0,-4 16-155 0 0,2 1 0 0 0,0-1 0 0 0,2 1-1 0 0,0-1 1 0 0,2 20 0 0 0,0-4-534 0 0,3 26-43 0 0,2-1 0 0 0,22 84 1 0 0,-25-127-349 0 0,7 30-5090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11519 0 0,'10'-21'18621'0'0,"-5"27"-18490"0"0,1 0 0 0 0,-1 1 0 0 0,0-1 0 0 0,-1 1 0 0 0,0 0-1 0 0,0 1 1 0 0,0-1 0 0 0,-1 1 0 0 0,3 9 0 0 0,-2-4-73 0 0,-1 0 0 0 0,-1 0 1 0 0,0 0-1 0 0,-1 0 1 0 0,-1 15-1 0 0,-2 13-89 0 0,-3 0-1 0 0,-17 69 1 0 0,17-87 108 0 0,-3 9-829 0 0,8-31 345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236 158 5983 0 0,'-5'-5'542'0'0,"1"2"372"0"0,0 0 0 0 0,0 0 0 0 0,0 1 1 0 0,-1-1-1 0 0,1 1 0 0 0,-1 0 0 0 0,1 0 0 0 0,-1 1 1 0 0,0-1-1 0 0,0 1 0 0 0,0 0 0 0 0,0 1 0 0 0,1-1 1 0 0,-1 1-1 0 0,0 0 0 0 0,0 0 0 0 0,0 0 0 0 0,0 1 1 0 0,0 0-1 0 0,0 0 0 0 0,-7 2 0 0 0,2 0 426 0 0,0 0-1 0 0,0 1 1 0 0,-15 9-1 0 0,12-5-1489 0 0,-22 17 0 0 0,33-23 156 0 0,1-1 0 0 0,-1 0 1 0 0,1 1-1 0 0,0-1 0 0 0,-1 1 0 0 0,1-1 1 0 0,0 1-1 0 0,0 0 0 0 0,0 0 0 0 0,0-1 0 0 0,0 1 1 0 0,1 0-1 0 0,-1 0 0 0 0,1 0 0 0 0,-1 0 1 0 0,1 0-1 0 0,-1 3 0 0 0,3 5-6 0 0,0-8-11 0 0,0 1 0 0 0,-1 0 0 0 0,1-1 0 0 0,0 0 0 0 0,0 1 0 0 0,1-1 0 0 0,-1 0 1 0 0,0 0-1 0 0,1 0 0 0 0,0-1 0 0 0,-1 1 0 0 0,1-1 0 0 0,0 1 0 0 0,-1-1 0 0 0,1 0 0 0 0,6 2 0 0 0,4 0-104 0 0,0 0 0 0 0,21 1 0 0 0,-20-3 43 0 0,16 2-728 0 0,0-2 0 0 0,0-1 0 0 0,-1-1 0 0 0,45-7 0 0 0,8-11-8146 0 0,-47 7 1055 0 0</inkml:trace>
  <inkml:trace contextRef="#ctx0" brushRef="#br0" timeOffset="1">648 40 13823 0 0,'-12'-3'1067'0'0,"0"-1"0"0"0,0 0 0 0 0,-22-11 1 0 0,2 1 10308 0 0,34 18-10151 0 0,7 8-654 0 0,14 12-807 0 0,72 48 393 0 0,-61-48-144 0 0,-1 1 1 0 0,-2 1-1 0 0,35 37 1 0 0,-65-61-8 0 0,1-1 0 0 0,-1 1 0 0 0,1 0 0 0 0,-1 0-1 0 0,0 0 1 0 0,0 0 0 0 0,0 0 0 0 0,0 0 0 0 0,0 0 0 0 0,0 0 0 0 0,-1 1 0 0 0,1-1-1 0 0,-1 0 1 0 0,1 0 0 0 0,-1 1 0 0 0,0-1 0 0 0,0 0 0 0 0,0 1 0 0 0,0-1 0 0 0,0 0-1 0 0,-1 0 1 0 0,1 1 0 0 0,-1-1 0 0 0,1 0 0 0 0,-2 3 0 0 0,0-2 13 0 0,1 0 0 0 0,-1 0 0 0 0,0 0 0 0 0,-1 0 0 0 0,1 0 0 0 0,0 0-1 0 0,-1-1 1 0 0,1 1 0 0 0,-1-1 0 0 0,0 0 0 0 0,0 0 0 0 0,0 0 0 0 0,0 0 0 0 0,0 0 0 0 0,-5 1 0 0 0,-23 7 137 0 0,1-1 0 0 0,-1-2 0 0 0,-1-2 0 0 0,-39 3 0 0 0,-109 10-232 0 0,149-11-551 0 0,24-5 253 0 0,5-1-138 0 0,4 3-2773 0 0,3 12-4962 0 0,-2-5-108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7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13823 0 0,'-1'0'359'0'0,"-4"0"-1020"0"0,-1 0 2586 0 0,-5 0 4279 0 0,21 1 130 0 0,0 1-4386 0 0,10 0-1193 0 0,296 0 1229 0 0,119-1-1888 0 0,-139 11-681 0 0,-286-10-551 0 0,-10-2 1010 0 0,0 0 0 0 0,0 1 0 0 0,-1-1 0 0 0,1 0 0 0 0,0 1 0 0 0,0-1 0 0 0,0 0 0 0 0,0 1 0 0 0,0-1 0 0 0,-1 0 0 0 0,1 0 0 0 0,0 1 0 0 0,0-1 0 0 0,-1 0 0 0 0,1 0 0 0 0,0 0 0 0 0,0 1 0 0 0,-1-1 0 0 0,1 0 0 0 0,0 0 0 0 0,0 0 0 0 0,-1 0 0 0 0,1 1 0 0 0,0-1 0 0 0,-1 0 0 0 0,1 0 0 0 0,-13 6-2071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7367 0 0,'1'1'9715'0'0,"16"18"339"0"0,8 15-6800 0 0,-10-13-2438 0 0,6 8-599 0 0,-2 0-1 0 0,-1 2 1 0 0,-1 0 0 0 0,-2 1 0 0 0,18 53 0 0 0,-30-75-260 0 0,0 0 1 0 0,-1 0-1 0 0,0 0 0 0 0,-1 1 1 0 0,0-1-1 0 0,0 0 0 0 0,-1 0 1 0 0,-1 1-1 0 0,0-1 0 0 0,0 0 1 0 0,-1 0-1 0 0,0 0 0 0 0,-6 18 1 0 0,7-27-390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49 20815 0 0,'-3'-9'1892'0'0,"1"6"-1572"0"0,1-1 1 0 0,-1 0-1 0 0,1 1 0 0 0,-1 0 0 0 0,0-1 0 0 0,-1 1 1 0 0,-2-4-1 0 0,4 6-142 0 0,-1 0 1 0 0,1 0-1 0 0,0 0 1 0 0,0 0-1 0 0,-1 1 1 0 0,1-1-1 0 0,-1 0 1 0 0,1 1-1 0 0,0-1 0 0 0,-1 1 1 0 0,1 0-1 0 0,-1-1 1 0 0,1 1-1 0 0,-1 0 1 0 0,1 0-1 0 0,-1 0 1 0 0,1 0-1 0 0,-1 0 1 0 0,1 0-1 0 0,-1 1 1 0 0,-2 0-1 0 0,-6 2 115 0 0,0 1 0 0 0,0 0-1 0 0,0 1 1 0 0,1 0 0 0 0,0 1 0 0 0,0-1 0 0 0,-14 14-1 0 0,-2 0-58 0 0,20-16-226 0 0,-79 62 234 0 0,76-58-220 0 0,0 0 1 0 0,1 0-1 0 0,0 1 0 0 0,0 1 0 0 0,1-1 1 0 0,0 1-1 0 0,-8 18 0 0 0,13-25-28 0 0,0 0-1 0 0,0 1 1 0 0,0-1 0 0 0,0 1 0 0 0,1-1 0 0 0,-1 1-1 0 0,1-1 1 0 0,0 1 0 0 0,0 0 0 0 0,0-1-1 0 0,0 1 1 0 0,0-1 0 0 0,0 1 0 0 0,1-1-1 0 0,-1 1 1 0 0,1-1 0 0 0,1 5 0 0 0,0-4-16 0 0,0 0 1 0 0,0 0 0 0 0,0 0 0 0 0,0 0-1 0 0,0-1 1 0 0,0 1 0 0 0,1-1 0 0 0,0 0-1 0 0,-1 0 1 0 0,1 0 0 0 0,6 3 0 0 0,2 1-53 0 0,1-1 0 0 0,1 0 0 0 0,-1-1 0 0 0,1-1 0 0 0,23 4 0 0 0,-7-3-32 0 0,0-2 0 0 0,0-1 0 0 0,1-1 0 0 0,-1-1 0 0 0,0-2 0 0 0,0-1 0 0 0,-1-1 0 0 0,1-1 0 0 0,-1-2-1 0 0,0-1 1 0 0,-1-1 0 0 0,0-1 0 0 0,31-18 0 0 0,-47 23 107 0 0,35-22-3 0 0,-42 25 3 0 0,0 0 1 0 0,0 0-1 0 0,-1-1 0 0 0,1 1 1 0 0,-1-1-1 0 0,0 0 0 0 0,0 0 0 0 0,4-7 1 0 0,-6 9 17 0 0,0 1 0 0 0,-1 0 0 0 0,1 0 0 0 0,0-1 0 0 0,-1 1 0 0 0,0 0-1 0 0,1 0 1 0 0,-1-1 0 0 0,0 1 0 0 0,1-1 0 0 0,-1 1 0 0 0,0 0 0 0 0,0-1 0 0 0,0 1 0 0 0,0 0 0 0 0,-1-1 0 0 0,1 1 0 0 0,0 0 0 0 0,-1-1 0 0 0,1 1 0 0 0,0 0 0 0 0,-2-2 0 0 0,1 1 20 0 0,0 1 0 0 0,0 0 1 0 0,0-1-1 0 0,-1 1 0 0 0,1 0 0 0 0,-1 0 0 0 0,1 0 1 0 0,-1 0-1 0 0,1 0 0 0 0,-1 0 0 0 0,1 1 1 0 0,-1-1-1 0 0,0 0 0 0 0,-2 0 0 0 0,-4 0 70 0 0,0-1 0 0 0,0 1 0 0 0,1 1 0 0 0,-1 0 1 0 0,0 0-1 0 0,-11 2 0 0 0,11-1-82 0 0,0 1 1 0 0,1 0 0 0 0,-1 0 0 0 0,1 1 0 0 0,0 0-1 0 0,0 0 1 0 0,-9 6 0 0 0,-2 3-15 0 0,-22 20 1 0 0,37-30-18 0 0,1 0-1 0 0,0 1 1 0 0,0-1-1 0 0,0 1 1 0 0,0 0-1 0 0,0-1 1 0 0,1 1-1 0 0,-1 0 1 0 0,1 0-1 0 0,-1 0 1 0 0,1 0 0 0 0,0 0-1 0 0,0 0 1 0 0,1 0-1 0 0,-1 1 1 0 0,1-1-1 0 0,-1 0 1 0 0,1 7-1 0 0,0-7-31 0 0,1 0-1 0 0,-1-1 1 0 0,1 1-1 0 0,-1 0 1 0 0,1 0 0 0 0,0 0-1 0 0,0 0 1 0 0,0-1-1 0 0,0 1 1 0 0,0-1-1 0 0,1 1 1 0 0,-1-1-1 0 0,1 1 1 0 0,-1-1-1 0 0,1 0 1 0 0,0 1-1 0 0,0-1 1 0 0,0 0-1 0 0,1 0 1 0 0,2 2-1 0 0,-2-3-10 0 0,-1-1 0 0 0,0 1 0 0 0,0 0 0 0 0,1-1 0 0 0,-1 0 0 0 0,0 1 0 0 0,0-1 0 0 0,1 0 0 0 0,-1 0 0 0 0,0 0 0 0 0,5-1 0 0 0,7 0-130 0 0,-11 1 139 0 0,0 0-1 0 0,1 0 1 0 0,-1 0 0 0 0,1-1-1 0 0,-1 1 1 0 0,0-1 0 0 0,1 0-1 0 0,-1 0 1 0 0,0 0-1 0 0,0 0 1 0 0,4-2 0 0 0,1-2-41 0 0,-1 0 1 0 0,13-10-1 0 0,9-7 74 0 0,-21 14 170 0 0,-4 5 904 0 0,1 9-507 0 0,1 4-351 0 0,-1 0 0 0 0,6 18 0 0 0,-7-17-127 0 0,1 0 1 0 0,9 16-1 0 0,3 2-16 0 0,0 0 0 0 0,22 58 0 0 0,-33-70-64 0 0,0 1 1 0 0,-2-1-1 0 0,0 1 1 0 0,-1 0-1 0 0,0 0 1 0 0,-1 36-1 0 0,-2-47 2 0 0,-1-1 0 0 0,0 1 0 0 0,0 0 0 0 0,-1 0 0 0 0,0-1 0 0 0,0 1 0 0 0,0-1 0 0 0,-1 0 0 0 0,0 1 0 0 0,0-1 0 0 0,-1-1 0 0 0,0 1 0 0 0,0 0 0 0 0,0-1 0 0 0,-8 9 0 0 0,5-9 1 0 0,1 1 1 0 0,-1-1-1 0 0,1-1 1 0 0,-2 1-1 0 0,1-1 0 0 0,0 0 1 0 0,-1-1-1 0 0,1 0 0 0 0,-1 0 1 0 0,0 0-1 0 0,0-1 1 0 0,-15 2-1 0 0,1-2-150 0 0,1-1 1 0 0,-1 0-1 0 0,1-2 1 0 0,-1 0-1 0 0,-33-8 0 0 0,42 7 52 0 0,1-2-1 0 0,0 1 1 0 0,0-2-1 0 0,0 1 1 0 0,1-2 0 0 0,0 1-1 0 0,0-2 1 0 0,0 1-1 0 0,1-2 1 0 0,0 1-1 0 0,-10-10 1 0 0,18 15-160 0 0,0 0 0 0 0,1 0 0 0 0,-1 0 0 0 0,1 0 0 0 0,-1-1 0 0 0,1 1 0 0 0,0 0 0 0 0,0 0 0 0 0,0-1 0 0 0,0 1 0 0 0,0-1 0 0 0,1 1 0 0 0,-1-1 0 0 0,1 1 0 0 0,0-1 0 0 0,-1 1 0 0 0,1-1 0 0 0,0 0 0 0 0,0 1 0 0 0,1-1 0 0 0,-1 1 0 0 0,1-1 0 0 0,-1 1 0 0 0,1-1 0 0 0,0 1 0 0 0,-1-1 0 0 0,2 1 0 0 0,-1 0 0 0 0,0-1 0 0 0,0 1 0 0 0,1 0 0 0 0,-1 0 0 0 0,3-3 0 0 0,7-6-1894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8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4607 0 0,'2'-7'475'0'0,"3"-5"244"0"0,-4 11-19 0 0,0-1 0 0 0,0 1 1 0 0,0 0-1 0 0,0 0 1 0 0,0-1-1 0 0,1 1 1 0 0,-1 0-1 0 0,3-1 0 0 0,1-1 2535 0 0,0 1-1 0 0,1 0 0 0 0,9-3 0 0 0,4-1-1665 0 0,6-2-337 0 0,1 1 1 0 0,32-4-1 0 0,-52 10-1204 0 0,114-27-4900 0 0,-104 25 2696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11519 0 0,'1'-17'18008'0'0,"3"24"-17794"0"0,0 0 0 0 0,-1 0 0 0 0,0 1 0 0 0,0-1-1 0 0,-1 1 1 0 0,1 0 0 0 0,-2-1 0 0 0,2 13 0 0 0,1 69 49 0 0,-3-52-75 0 0,-4 68 46 0 0,1-66-1085 0 0,4 62 0 0 0,-2-101 343 0 0,0 5 755 0 0,13-3-7134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59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39 8751 0 0,'-1'-2'60'0'0,"1"0"-1"0"0,0 0 1 0 0,-1 0-1 0 0,1 0 1 0 0,0 0-1 0 0,0 0 1 0 0,1 0-1 0 0,6-21 19176 0 0,-16 35-17158 0 0,-55 78-749 0 0,11-14-452 0 0,50-72-875 0 0,0 0 0 0 0,0-1 0 0 0,1 1 0 0 0,0 1 0 0 0,0-1 0 0 0,0 0 0 0 0,0 0 0 0 0,1 1 0 0 0,-1-1 0 0 0,1 1 0 0 0,-1 7 0 0 0,2-9 0 0 0,0-1-1 0 0,1 1 1 0 0,-1-1-1 0 0,0 1 1 0 0,1-1-1 0 0,0 1 1 0 0,0-1-1 0 0,-1 0 1 0 0,1 1-1 0 0,0-1 1 0 0,1 0-1 0 0,-1 0 1 0 0,0 1-1 0 0,1-1 1 0 0,-1 0-1 0 0,1-1 1 0 0,0 1-1 0 0,0 0 1 0 0,-1 0-1 0 0,1-1 1 0 0,0 1-1 0 0,0-1 1 0 0,4 2-1 0 0,2 2 0 0 0,1 0 0 0 0,1-1 0 0 0,-1 0 0 0 0,18 4 0 0 0,43 6 0 0 0,-59-12 0 0 0,30 3 0 0 0,61-1 0 0 0,-1 1 0 0 0,-70-3 89 0 0,-21-2-521 0 0,0 0 0 0 0,0 1 0 0 0,0 0 0 0 0,0 1 0 0 0,0 0-1 0 0,0 0 1 0 0,12 6 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3679 0 0,'0'0'284'0'0,"1"-2"-186"0"0,3-4 356 0 0,0 1 1 0 0,1 0-1 0 0,9-9 1 0 0,-9 10 533 0 0,0 0 1 0 0,0 0 0 0 0,1 0-1 0 0,-1 1 1 0 0,1 0 0 0 0,0 0-1 0 0,0 1 1 0 0,0-1 0 0 0,0 1 0 0 0,1 0-1 0 0,-1 1 1 0 0,9-1 0 0 0,21 2-1823 0 0,-30 0 924 0 0,-1 1 0 0 0,1 0 0 0 0,0 1 0 0 0,0 0 1 0 0,0-1-1 0 0,-1 2 0 0 0,1-1 0 0 0,-1 1 0 0 0,0 0 0 0 0,0 0 0 0 0,0 0 0 0 0,0 1 1 0 0,0-1-1 0 0,-1 1 0 0 0,7 7 0 0 0,-5-3-28 0 0,0-1-1 0 0,-1 1 1 0 0,0 1 0 0 0,-1-1 0 0 0,0 1 0 0 0,0-1-1 0 0,0 1 1 0 0,-1 0 0 0 0,2 12 0 0 0,1 9 198 0 0,-2-1-1 0 0,-1 1 1 0 0,0 37 0 0 0,-10 91 310 0 0,3-105-418 0 0,-20 251 381 0 0,-4 77-60 0 0,32 2 490 0 0,5-283-1020 0 0,4-1 0 0 0,4 0 0 0 0,5-1 0 0 0,51 141 0 0 0,-66-221-44 0 0,0 0 1 0 0,2 0-1 0 0,0-1 0 0 0,1 0 0 0 0,0-1 1 0 0,15 17-1 0 0,-25-31 124 0 0,0-1 0 0 0,1 1 0 0 0,-1-1 1 0 0,0 1-1 0 0,0-1 0 0 0,-1 1 0 0 0,1-1 0 0 0,0 1 0 0 0,0-1 1 0 0,-1 1-1 0 0,1-1 0 0 0,-1 1 0 0 0,1-1 0 0 0,-1 0 1 0 0,-1 3-1 0 0,1-1 47 0 0,-10 25 905 0 0,2 0-1 0 0,1 1 1 0 0,-8 47 0 0 0,10 6-166 0 0,5 114 0 0 0,-1 21-519 0 0,-3-161-201 0 0,-14 65 1 0 0,14-96-36 0 0,-2 0 1 0 0,-1 0 0 0 0,0-1 0 0 0,-23 43 0 0 0,26-59-230 0 0,0 0 0 0 0,-1 0 0 0 0,0 0 0 0 0,0-1 1 0 0,-1 0-1 0 0,1 0 0 0 0,-2 0 0 0 0,1-1 0 0 0,-1 0 0 0 0,-12 7 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25 7831 0 0,'-13'-25'17243'0'0,"20"36"-13393"0"0,7 15-3482 0 0,-1 0 0 0 0,-1 1 0 0 0,10 36 0 0 0,19 88 18 0 0,-27-93-249 0 0,2 4-181 0 0,-2 1 1 0 0,6 76-1 0 0,-21-122-3500 0 0,1-17 3365 0 0,0 0 0 0 0,0 1 1 0 0,-1-1-1 0 0,1 1 0 0 0,0-1 0 0 0,0 1 0 0 0,-1-1 0 0 0,1 0 0 0 0,0 1 0 0 0,-1-1 0 0 0,1 0 0 0 0,0 1 0 0 0,-1-1 0 0 0,1 0 0 0 0,-1 0 0 0 0,1 1 1 0 0,0-1-1 0 0,-1 0 0 0 0,1 0 0 0 0,-1 0 0 0 0,1 1 0 0 0,-1-1 0 0 0,1 0 0 0 0,-1 0 0 0 0,1 0 0 0 0,-1 0 0 0 0,1 0 0 0 0,-1 0 0 0 0,0 0 1 0 0,-11-2-7940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7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7 127 2759 0 0,'0'-1'150'0'0,"-1"-1"-1"0"0,0 1 0 0 0,0 0 0 0 0,1-1 0 0 0,-1 1 0 0 0,1 0 0 0 0,-1-1 1 0 0,1 1-1 0 0,-1-1 0 0 0,1 1 0 0 0,0-1 0 0 0,0 1 0 0 0,0-1 0 0 0,0-1 1 0 0,0 2 243 0 0,0 1 1 0 0,1-1-1 0 0,-1 1 0 0 0,0-1 1 0 0,0 0-1 0 0,1 1 1 0 0,-1-1-1 0 0,1 1 1 0 0,-1-1-1 0 0,1 1 1 0 0,-1-1-1 0 0,1 1 1 0 0,-1-1-1 0 0,1 1 1 0 0,3-4 2658 0 0,18-12 8451 0 0,5 4-7740 0 0,32-4-4391 0 0,-43 12 1814 0 0,53-10-491 0 0,0 3-1 0 0,75-3 1 0 0,142 10-627 0 0,-130 12-633 0 0,-127-4-1334 0 0,43 11-1 0 0,-40-3-5006 0 0,-3 0-2008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32 12439 0 0,'0'0'958'0'0,"0"-16"-309"0"0,0 16-381 0 0,0-1 0 0 0,0 0 1 0 0,0 1-1 0 0,0-1 0 0 0,0 1 1 0 0,0-1-1 0 0,0 1 0 0 0,0-1 0 0 0,0 0 1 0 0,0 1-1 0 0,0-1 0 0 0,-1 1 0 0 0,1-1 1 0 0,0 1-1 0 0,-1-1 0 0 0,1 1 0 0 0,0-1 1 0 0,-1 1-1 0 0,1-1 0 0 0,0 1 1 0 0,-1-1-1 0 0,1 1 0 0 0,-1 0 0 0 0,1-1 1 0 0,-1 1-1 0 0,1 0 0 0 0,-1-1 0 0 0,1 1 1 0 0,-1-1-1 0 0,-1 1 5 0 0,0 0-1 0 0,1 0 1 0 0,-1 0 0 0 0,1 0 0 0 0,-1 0 0 0 0,0 0-1 0 0,1 0 1 0 0,-1 0 0 0 0,1 1 0 0 0,-1-1-1 0 0,-1 1 1 0 0,-6 2 332 0 0,-1 1-1 0 0,-14 9 0 0 0,21-11-152 0 0,-25 16 293 0 0,1 1-1 0 0,0 1 0 0 0,2 2 0 0 0,-39 40 1 0 0,60-58-716 0 0,1 0 1 0 0,-1 0-1 0 0,1 0 1 0 0,0 1 0 0 0,0-1-1 0 0,0 1 1 0 0,0-1-1 0 0,1 1 1 0 0,0 0-1 0 0,-3 8 1 0 0,5 0-43 0 0,1-12-11 0 0,0 1 0 0 0,-1-1 1 0 0,1 1-1 0 0,0-1 1 0 0,0 0-1 0 0,0 1 0 0 0,0-1 1 0 0,0 0-1 0 0,1 0 0 0 0,-1 0 1 0 0,0 0-1 0 0,0 0 1 0 0,1 0-1 0 0,-1 0 0 0 0,1 0 1 0 0,-1 0-1 0 0,1-1 0 0 0,-1 1 1 0 0,1 0-1 0 0,-1-1 1 0 0,1 0-1 0 0,0 1 0 0 0,-1-1 1 0 0,4 0-1 0 0,3 1-142 0 0,0-1 1 0 0,-1 1-1 0 0,15-3 0 0 0,-2-1-82 0 0,0-2-1 0 0,-1 1 1 0 0,0-2 0 0 0,0-1-1 0 0,-1 0 1 0 0,0-2-1 0 0,0 0 1 0 0,0 0-1 0 0,-1-2 1 0 0,-1 0 0 0 0,18-17-1 0 0,-27 23 147 0 0,-1-1-1 0 0,0-1 1 0 0,0 1-1 0 0,5-9 1 0 0,-10 14 710 0 0,-2 2-221 0 0,-2 3-303 0 0,0 0 1 0 0,1 0 0 0 0,0 0 0 0 0,0 0-1 0 0,0 1 1 0 0,0-1 0 0 0,1 1-1 0 0,-1-1 1 0 0,1 1 0 0 0,0-1 0 0 0,1 1-1 0 0,-1 0 1 0 0,1-1 0 0 0,0 1-1 0 0,0 0 1 0 0,1-1 0 0 0,-1 1 0 0 0,1 0-1 0 0,2 6 1 0 0,-2-7-195 0 0,0-1 0 0 0,0 1-1 0 0,1 0 1 0 0,-1-1 0 0 0,1 1 0 0 0,0-1 0 0 0,0 1-1 0 0,1-1 1 0 0,-1 0 0 0 0,1 0 0 0 0,-1 0 0 0 0,1 0-1 0 0,0-1 1 0 0,0 1 0 0 0,0-1 0 0 0,1 0 0 0 0,-1 1-1 0 0,0-2 1 0 0,1 1 0 0 0,-1 0 0 0 0,1-1-1 0 0,0 1 1 0 0,7 1 0 0 0,24 3-4022 0 0,-17-4-4300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 5527 0 0,'-5'-3'487'0'0,"-23"0"16880"0"0,25 11-13536 0 0,1-2-3524 0 0,2 4-23 0 0,-1-1 0 0 0,1 1 0 0 0,1-1 1 0 0,0 1-1 0 0,0-1 0 0 0,1 0 0 0 0,0 0 0 0 0,5 14 0 0 0,0 1 128 0 0,14 49-73 0 0,3-1 1 0 0,49 102-1 0 0,-64-151-296 0 0,-6-15-28 0 0,1 0 0 0 0,-1 0 0 0 0,1 0-1 0 0,8 12 1 0 0,-3-35 49 0 0,0-11-54 0 0,-8 19-3 0 0,2 0 0 0 0,-1 1 0 0 0,1-1 1 0 0,0 1-1 0 0,0-1 0 0 0,1 1 0 0 0,-1 0 0 0 0,7-7 1 0 0,0 3-13 0 0,0 0-1 0 0,1 1 1 0 0,0 0 0 0 0,0 0 0 0 0,1 1 0 0 0,0 1 0 0 0,21-10-1 0 0,-25 13 2 0 0,1 1 0 0 0,-1 0-1 0 0,1 0 1 0 0,0 1-1 0 0,0 0 1 0 0,0 1-1 0 0,0-1 1 0 0,0 2 0 0 0,0-1-1 0 0,0 2 1 0 0,0-1-1 0 0,17 4 1 0 0,-22-3 2 0 0,0 0-1 0 0,0 0 1 0 0,-1 0 0 0 0,1 1 0 0 0,-1 0-1 0 0,1 0 1 0 0,-1 0 0 0 0,0 0-1 0 0,1 0 1 0 0,-1 1 0 0 0,0-1 0 0 0,0 1-1 0 0,-1 0 1 0 0,1 0 0 0 0,-1 0-1 0 0,1 0 1 0 0,-1 0 0 0 0,0 0 0 0 0,0 1-1 0 0,0-1 1 0 0,-1 1 0 0 0,1 0-1 0 0,-1-1 1 0 0,0 1 0 0 0,0 0 0 0 0,0 0-1 0 0,0 4 1 0 0,0-1-3 0 0,-1 1 1 0 0,0-1-1 0 0,0 1 1 0 0,-1-1-1 0 0,0 0 1 0 0,0 1-1 0 0,-1-1 0 0 0,0 0 1 0 0,0 1-1 0 0,-1-1 1 0 0,0-1-1 0 0,0 1 1 0 0,-5 8-1 0 0,1-4-239 0 0,-1-1-1 0 0,1-1 1 0 0,-2 1 0 0 0,1-1 0 0 0,-1-1-1 0 0,-20 15 1 0 0,23-18 41 0 0,-1-1 0 0 0,0 0 1 0 0,0 0-1 0 0,0-1 0 0 0,0 1 0 0 0,-1-2 0 0 0,1 1 0 0 0,-1-1 1 0 0,0 0-1 0 0,1 0 0 0 0,-15 0 0 0 0,21-2 58 0 0,1 0 0 0 0,0 0-1 0 0,-1 0 1 0 0,1-1 0 0 0,0 1 0 0 0,-1 0-1 0 0,1 0 1 0 0,0 0 0 0 0,0 0 0 0 0,-1-1-1 0 0,1 1 1 0 0,0 0 0 0 0,0 0 0 0 0,-1 0 0 0 0,1-1-1 0 0,0 1 1 0 0,0 0 0 0 0,0-1 0 0 0,0 1-1 0 0,-1 0 1 0 0,1 0 0 0 0,0-1 0 0 0,0 1-1 0 0,0 0 1 0 0,0-1 0 0 0,0 1 0 0 0,0 0-1 0 0,0-1 1 0 0,0 1 0 0 0,0 0 0 0 0,0-1 0 0 0,0-10-5124 0 0,3-4-2287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9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79 11519 0 0,'0'1'13323'0'0,"1"17"-12028"0"0,0-1 0 0 0,-2 0 0 0 0,-5 32 0 0 0,2-9-823 0 0,2-26-399 0 0,2 1 0 0 0,0-1 0 0 0,0 0 1 0 0,1 1-1 0 0,1-1 0 0 0,1 0 0 0 0,7 25 0 0 0,-8-32-49 0 0,1 0 0 0 0,0-1 0 0 0,0 1 0 0 0,1-1 0 0 0,0 1 0 0 0,0-1 0 0 0,0-1 0 0 0,1 1 0 0 0,0-1 0 0 0,0 1 0 0 0,0-1 0 0 0,1-1 0 0 0,-1 1 0 0 0,1-1 0 0 0,0 0 0 0 0,1 0 0 0 0,7 3 0 0 0,-1-2-65 0 0,0-1 0 0 0,0-1 0 0 0,0 0 0 0 0,0-1 0 0 0,1 0 0 0 0,-1-1 0 0 0,0 0 0 0 0,1-1 0 0 0,-1-1 0 0 0,1 0 0 0 0,-1-1 0 0 0,1 0 0 0 0,-1-1 0 0 0,0 0 0 0 0,0-1 0 0 0,-1-1 0 0 0,1 0 0 0 0,15-10 0 0 0,-21 11 28 0 0,0-1 1 0 0,-1 0-1 0 0,0 0 0 0 0,0-1 0 0 0,0 1 0 0 0,-1-2 0 0 0,0 1 0 0 0,0 0 1 0 0,6-13-1 0 0,-3 6-9 0 0,-2-1 0 0 0,0 0 0 0 0,0 0 1 0 0,3-18-1 0 0,-8 29 23 0 0,0 0 1 0 0,-1-1-1 0 0,1 1 0 0 0,-1 0 0 0 0,0-1 0 0 0,0 1 1 0 0,0-1-1 0 0,-1 1 0 0 0,1 0 0 0 0,-1-1 1 0 0,0 1-1 0 0,0 0 0 0 0,-1-5 0 0 0,1 7 1 0 0,1 1-1 0 0,-1-1 1 0 0,1 0-1 0 0,-1 0 0 0 0,0 0 1 0 0,1 0-1 0 0,-1 0 1 0 0,0 0-1 0 0,0 1 0 0 0,0-1 1 0 0,0 0-1 0 0,1 1 1 0 0,-1-1-1 0 0,0 0 1 0 0,0 1-1 0 0,0 0 0 0 0,-2-1 1 0 0,1 0 0 0 0,1 1 1 0 0,-1 0-1 0 0,1 0 1 0 0,-1 0-1 0 0,0 0 1 0 0,1 0-1 0 0,-1 0 1 0 0,1 1-1 0 0,-1-1 1 0 0,0 0-1 0 0,1 1 1 0 0,-1 0-1 0 0,1-1 1 0 0,-1 1-1 0 0,-1 1 1 0 0,-2 1 35 0 0,0 0 0 0 0,0 1 1 0 0,0-1-1 0 0,0 1 0 0 0,1 0 1 0 0,0 1-1 0 0,0-1 0 0 0,0 1 0 0 0,0 0 1 0 0,1 0-1 0 0,0 0 0 0 0,0 0 1 0 0,0 0-1 0 0,0 1 0 0 0,1-1 1 0 0,0 1-1 0 0,-2 8 0 0 0,3-10-46 0 0,0 1 0 0 0,1 0 1 0 0,-1 0-1 0 0,1 0 0 0 0,0 0 0 0 0,0 0 0 0 0,0 0 0 0 0,1 0 0 0 0,0-1 0 0 0,0 1 0 0 0,0 0 1 0 0,1 0-1 0 0,-1-1 0 0 0,1 1 0 0 0,0-1 0 0 0,0 1 0 0 0,1-1 0 0 0,-1 0 0 0 0,1 0 0 0 0,0 0 1 0 0,5 5-1 0 0,0-1-346 0 0,0-1-1 0 0,1 0 1 0 0,0-1 0 0 0,0 0 0 0 0,0 0 0 0 0,1-1 0 0 0,0 0-1 0 0,0-1 1 0 0,0 0 0 0 0,0-1 0 0 0,1 1 0 0 0,0-2 0 0 0,-1 0-1 0 0,1 0 1 0 0,13 0 0 0 0,9-1-1602 0 0</inkml:trace>
  <inkml:trace contextRef="#ctx0" brushRef="#br0" timeOffset="1">1274 20 16127 0 0,'-20'-20'12890'0'0,"18"27"-12576"0"0,1-5 87 0 0,-1 14 43 0 0,1-1-1 0 0,0 1 1 0 0,1 0 0 0 0,1 0-1 0 0,3 16 1 0 0,-1 0-263 0 0,6 32-63 0 0,24 93-1 0 0,-2-10-616 0 0,-30-146 302 0 0,-6-15-6138 0 0,-10-24 2492 0 0,9 17 1722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42 11519 0 0,'-5'-6'1541'0'0,"-8"-12"-2214"0"0,10 6 9801 0 0,9 9-3608 0 0,8 2-4103 0 0,-14 1-1417 0 0,33-1 1414 0 0,66 7 0 0 0,33 15-1050 0 0,-64-9-129 0 0,137 26-91 0 0,-152-25-88 0 0,94 35 0 0 0,-137-44-51 0 0,1 1-1 0 0,-1 0 1 0 0,0 1-1 0 0,0 0 1 0 0,-1 0-1 0 0,15 13 1 0 0,-21-17-4 0 0,-1 1 0 0 0,0-1 0 0 0,0 0 0 0 0,0 0 0 0 0,-1 1 0 0 0,1-1 0 0 0,0 1 0 0 0,-1 0 0 0 0,0-1 0 0 0,0 1 0 0 0,1 0 0 0 0,-2 0 0 0 0,1 0 0 0 0,0-1 1 0 0,-1 1-1 0 0,1 0 0 0 0,-1 0 0 0 0,0 0 0 0 0,0 0 0 0 0,0 0 0 0 0,0 0 0 0 0,0 0 0 0 0,-1 0 0 0 0,1 0 0 0 0,-1 0 0 0 0,0 0 0 0 0,0 0 0 0 0,0 0 0 0 0,0-1 0 0 0,-3 5 0 0 0,-2 3 7 0 0,-1 0-1 0 0,0-1 1 0 0,-1 0 0 0 0,0 0 0 0 0,-1 0-1 0 0,1-1 1 0 0,-1 0 0 0 0,-1-1 0 0 0,0 0-1 0 0,-20 11 1 0 0,-4-2 26 0 0,-1 0 1 0 0,-41 11-1 0 0,49-18-35 0 0,-103 32-109 0 0,47-22-956 0 0,49-13-3942 0 0</inkml:trace>
  <inkml:trace contextRef="#ctx0" brushRef="#br0" timeOffset="1">999 509 28079 0 0,'-19'5'3001'0'0,"12"16"-1938"0"0,6 8-474 0 0,4-20-659 0 0,-2-8-67 0 0,-1-1 0 0 0,1 1 0 0 0,0 0 0 0 0,0-1 0 0 0,0 1 0 0 0,0-1 0 0 0,-1 1 0 0 0,1-1 0 0 0,0 1 0 0 0,0-1 0 0 0,0 0 0 0 0,0 1 0 0 0,0-1 0 0 0,0 0 0 0 0,0 0 0 0 0,2 0 0 0 0,10 0-8040 0 0,-1-3-1364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0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70 11519 0 0,'-3'-6'634'0'0,"0"-9"-206"0"0,12-7 11151 0 0,6 13-6737 0 0,-14 8-4362 0 0,5-2-324 0 0,0 1 1 0 0,0-1-1 0 0,0 1 0 0 0,1 0 1 0 0,-1 1-1 0 0,1-1 0 0 0,-1 1 1 0 0,1 1-1 0 0,-1-1 1 0 0,1 1-1 0 0,11 1 0 0 0,-10 0-4 0 0,0 0 1 0 0,0 1-1 0 0,1 0 0 0 0,-1 1 0 0 0,-1-1 0 0 0,1 1 0 0 0,0 1 0 0 0,11 7 0 0 0,-15-9-151 0 0,-1 1 0 0 0,1 0 0 0 0,-1 0 0 0 0,0 0 0 0 0,0 0-1 0 0,0 1 1 0 0,-1-1 0 0 0,1 1 0 0 0,-1 0 0 0 0,0 0 0 0 0,0 0 0 0 0,0 0 0 0 0,0 0 0 0 0,-1 0 0 0 0,0 0 0 0 0,0 1-1 0 0,0-1 1 0 0,0 0 0 0 0,-1 1 0 0 0,1-1 0 0 0,-1 5 0 0 0,-1 9 4 0 0,0-1 0 0 0,-1 1 0 0 0,-8 31 0 0 0,6-35-5 0 0,0 0 0 0 0,-1-1 0 0 0,-1 0 0 0 0,0 0 0 0 0,-1 0 0 0 0,-9 14 0 0 0,-57 65 0 0 0,33-43 0 0 0,35-42 0 0 0,0 0 0 0 0,0 1 0 0 0,-5 12 0 0 0,9-18 0 0 0,0 0 0 0 0,0 0 0 0 0,0 0 0 0 0,0 0 0 0 0,1 0 0 0 0,-1 0 0 0 0,1 0 0 0 0,-1 0 0 0 0,1 0 0 0 0,0 1 0 0 0,0-1 0 0 0,0 0 0 0 0,0 0 0 0 0,0 0 0 0 0,1 1 0 0 0,-1-1 0 0 0,1 0 0 0 0,1 4 0 0 0,-1-4 0 0 0,1-1 0 0 0,-1 1 0 0 0,1-1 0 0 0,0 1 0 0 0,0-1 0 0 0,-1 0 0 0 0,1 0 0 0 0,0 0 0 0 0,0 0 0 0 0,0 0 0 0 0,0 0 0 0 0,1-1 0 0 0,-1 1 0 0 0,0 0 0 0 0,4-1 0 0 0,36 4 0 0 0,-39-4 0 0 0,39 1 0 0 0,68-10 0 0 0,42-15 0 0 0,-45 6 0 0 0,-77 13-519 0 0,-19 3-737 0 0,1-1-1 0 0,-1 2 0 0 0,0 0 0 0 0,1 0 1 0 0,-1 1-1 0 0,18 2 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504 115 16583 0 0,'-12'-14'1348'0'0,"0"1"-1"0"0,0 0 1 0 0,-2 1-1 0 0,-18-14 1 0 0,25 21-496 0 0,-1 0 1 0 0,0 1 0 0 0,0 0 0 0 0,-1 0-1 0 0,-11-3 1 0 0,12 5-726 0 0,0 0 0 0 0,0 0 1 0 0,-14 0-1 0 0,6 2 2 0 0,0 1 1 0 0,0 0 0 0 0,1 1-1 0 0,-1 1 1 0 0,1 0 0 0 0,-1 1-1 0 0,1 1 1 0 0,1 0-1 0 0,-1 1 1 0 0,1 1 0 0 0,0 0-1 0 0,-18 12 1 0 0,17-9-72 0 0,1 0 1 0 0,-25 23-1 0 0,36-30-57 0 0,0 0 1 0 0,0 0-1 0 0,0 0 1 0 0,1 0-1 0 0,-1 1 0 0 0,1 0 1 0 0,0-1-1 0 0,0 1 1 0 0,0 0-1 0 0,0 0 0 0 0,1 0 1 0 0,-1 0-1 0 0,1 0 0 0 0,0 1 1 0 0,0-1-1 0 0,1 0 1 0 0,-1 7-1 0 0,2-8-1 0 0,-1-1 0 0 0,1 1 0 0 0,0 0 0 0 0,0-1 0 0 0,0 1 0 0 0,1-1 0 0 0,-1 1 0 0 0,1-1 0 0 0,-1 1 0 0 0,1-1 0 0 0,0 0 0 0 0,0 0 0 0 0,0 0 0 0 0,0 0 0 0 0,4 3 0 0 0,1 0 0 0 0,0 0 0 0 0,0-1 0 0 0,0 0 0 0 0,10 4 0 0 0,5 1 0 0 0,36 6 0 0 0,-6 0 0 0 0,0 0 0 0 0,64 23 0 0 0,-104-33-1 0 0,-1 0-1 0 0,0 0 1 0 0,-1 1 0 0 0,1 0 0 0 0,-1 1-1 0 0,14 12 1 0 0,-21-17 6 0 0,0 1 0 0 0,0 0 0 0 0,0 0 0 0 0,0 0 0 0 0,0 0-1 0 0,-1 1 1 0 0,1-1 0 0 0,-1 1 0 0 0,0-1 0 0 0,0 1 0 0 0,-1 0 0 0 0,1 0 0 0 0,-1 0 0 0 0,1 0 0 0 0,-1 0 0 0 0,-1 0 0 0 0,1 0-1 0 0,0 1 1 0 0,-1-1 0 0 0,0 0 0 0 0,0 0 0 0 0,-1 5 0 0 0,0-5 23 0 0,-1 0 1 0 0,1 0-1 0 0,-1 0 0 0 0,0 0 0 0 0,0-1 1 0 0,0 1-1 0 0,0-1 0 0 0,-1 1 0 0 0,1-1 1 0 0,-1 0-1 0 0,0 0 0 0 0,0 0 0 0 0,0 0 1 0 0,0-1-1 0 0,-7 5 0 0 0,-6 2 89 0 0,0 0 0 0 0,-21 8 0 0 0,26-13-89 0 0,-15 7-74 0 0,-2-2 1 0 0,1-1 0 0 0,-1-1 0 0 0,0-1 0 0 0,-1-2 0 0 0,1 0-1 0 0,-1-2 1 0 0,-30-2 0 0 0,37-3-384 0 0,-3-1-3973 0 0,26 0 2016 0 0,7-15-87 0 0,9-3-21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3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11055 0 0,'45'1'978'0'0,"-15"0"636"0"0,-10-2 3420 0 0,-13 0-3309 0 0,0 1 0 0 0,0 0 0 0 0,0 0 1 0 0,0 1-1 0 0,8 1 0 0 0,-11-1-1478 0 0,-1 0 0 0 0,1 0 0 0 0,0 0 0 0 0,-1 0 0 0 0,1 1 0 0 0,-1-1 0 0 0,1 1 0 0 0,-1 0 0 0 0,0 0-1 0 0,6 5 1 0 0,-8-6-236 0 0,0 0 0 0 0,1 0 1 0 0,-1 1-1 0 0,0-1 0 0 0,0 0 0 0 0,0 1 0 0 0,0-1 0 0 0,0 0 0 0 0,-1 1 0 0 0,1-1 0 0 0,0 1 0 0 0,-1-1 0 0 0,1 1 0 0 0,-1 0 0 0 0,1-1 0 0 0,-1 1 0 0 0,0-1 0 0 0,0 1 0 0 0,0 0 0 0 0,0-1 0 0 0,0 1 0 0 0,0 0 1 0 0,0-1-1 0 0,0 1 0 0 0,-1 3 0 0 0,0 0 80 0 0,-1 0-75 0 0,1 0 0 0 0,0 1 1 0 0,-1-1-1 0 0,0 0 0 0 0,0 0 0 0 0,-1 0 0 0 0,1-1 1 0 0,-1 1-1 0 0,-6 8 0 0 0,-2-1 103 0 0,-24 21 0 0 0,27-27-92 0 0,1 1 0 0 0,-1 0-1 0 0,2 0 1 0 0,-1 1 0 0 0,1-1-1 0 0,0 2 1 0 0,0-1-1 0 0,-7 15 1 0 0,10-15-27 0 0,4 2 0 0 0,0-9 0 0 0,0 1 0 0 0,0 0 0 0 0,0-1 0 0 0,0 1 0 0 0,1-1 0 0 0,-1 1 0 0 0,0-1 0 0 0,1 0 0 0 0,-1 1 0 0 0,1-1 0 0 0,-1 0 0 0 0,1 0 0 0 0,0 0 0 0 0,0 0 0 0 0,-1 0 0 0 0,1 0 0 0 0,0-1 0 0 0,0 1 0 0 0,0-1 0 0 0,0 1 0 0 0,3 0 0 0 0,6 0 0 0 0,0 0 0 0 0,17 0 0 0 0,-27-1 0 0 0,19-1 2 0 0,-1-1-1 0 0,34-8 1 0 0,-18 2-76 0 0,20-2-2375 0 0,86-28 0 0 0,-109 27 808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14279 0 0,'0'0'15283'0'0,"1"1"-14387"0"0,7 6-625 0 0,1 0 0 0 0,0 0 0 0 0,0-1 1 0 0,1 0-1 0 0,-1 0 0 0 0,1-1 1 0 0,20 7-1 0 0,80 18-484 0 0,-82-24 349 0 0,16 1-134 0 0,-34-6 11 0 0,1 1-1 0 0,-1 0 0 0 0,0 0 1 0 0,15 6-1 0 0,-17-4-1 0 0,-7-4-9 0 0,-1 0 0 0 0,0 1 0 0 0,0-1 0 0 0,0 0 0 0 0,0 1 0 0 0,0-1 0 0 0,1 0 0 0 0,-1 1 0 0 0,0-1 0 0 0,0 0 0 0 0,0 1 0 0 0,0-1 0 0 0,0 0 0 0 0,0 1 0 0 0,0-1 0 0 0,0 0 0 0 0,0 1-1 0 0,0-1 1 0 0,0 0 0 0 0,-1 1 0 0 0,1-1 0 0 0,0 0 0 0 0,0 1 0 0 0,0-1 0 0 0,0 0 0 0 0,0 1 0 0 0,-1-1 0 0 0,1 1 0 0 0,-5 7-6 0 0,2-4 8 0 0,0-1 0 0 0,0 0 1 0 0,-1 0-1 0 0,1 0 0 0 0,-1 0 0 0 0,0 0 1 0 0,-7 3-1 0 0,-33 14 44 0 0,29-14-42 0 0,-92 36 0 0 0,45-19-44 0 0,53-20-127 0 0,8-3-54 0 0,5 3-3070 0 0,-3-1 3003 0 0,1-1 1 0 0,-1 0-1 0 0,1-1 0 0 0,0 1 0 0 0,0 0 1 0 0,0 0-1 0 0,-1-1 0 0 0,1 1 0 0 0,0-1 0 0 0,0 0 1 0 0,0 0-1 0 0,0 1 0 0 0,0-1 0 0 0,0 0 1 0 0,3-1-1 0 0,15 0-2557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24 21967 0 0,'0'0'1995'0'0,"0"-1"-1571"0"0,0 0 0 0 0,0-1-1 0 0,0 1 1 0 0,-1 0 0 0 0,1-1 0 0 0,0 1 0 0 0,-1 0 0 0 0,1 0 0 0 0,-2-2-1 0 0,1 2-230 0 0,-1 0 0 0 0,0 0 0 0 0,0 0 0 0 0,1 0 0 0 0,-1 0 0 0 0,0 0 0 0 0,0 0 0 0 0,0 1 0 0 0,0-1-1 0 0,0 1 1 0 0,0 0 0 0 0,0-1 0 0 0,0 1 0 0 0,-3 0 0 0 0,-32 2 586 0 0,28-1-560 0 0,-13 2-155 0 0,1 0-1 0 0,0 2 1 0 0,0 0 0 0 0,0 2-1 0 0,-28 12 1 0 0,19-5 9 0 0,2 1 0 0 0,0 1 1 0 0,-26 20-1 0 0,48-31-73 0 0,1-1 0 0 0,-1 1 0 0 0,1 0 0 0 0,0 0 0 0 0,-6 8 0 0 0,10-12 0 0 0,0 1 0 0 0,0 0 0 0 0,0 0 0 0 0,0-1 0 0 0,0 1 0 0 0,0 0 0 0 0,0 0 0 0 0,0 0 0 0 0,1 0 0 0 0,-1 0 0 0 0,1 0 0 0 0,0 0 0 0 0,-1 0 0 0 0,1 0 0 0 0,0 1 0 0 0,0-1 0 0 0,1 0 0 0 0,-1 0 0 0 0,0 0 0 0 0,1 0 0 0 0,-1 0 0 0 0,2 3 0 0 0,-1-2 0 0 0,1 0 0 0 0,0 1 0 0 0,1-1 0 0 0,-1 0 0 0 0,0 0 0 0 0,1-1 0 0 0,0 1 0 0 0,0 0 0 0 0,0-1 0 0 0,0 0 0 0 0,0 0 0 0 0,0 1 0 0 0,6 1 0 0 0,6 3 0 0 0,31 9 0 0 0,-28-10 0 0 0,99 27-20 0 0,-81-24 9 0 0,0 1 0 0 0,0 1 0 0 0,43 22 0 0 0,-60-24 11 0 0,-1 0 0 0 0,34 22 0 0 0,-48-28 0 0 0,1 0 0 0 0,-1 1 0 0 0,0 0 0 0 0,0 0 0 0 0,-1 0 0 0 0,1 0 0 0 0,-1 0 0 0 0,0 1 0 0 0,0-1 0 0 0,0 1 0 0 0,0 0 0 0 0,1 6 0 0 0,-3-9 1 0 0,-1 0 0 0 0,1 0 0 0 0,-1 0 0 0 0,0 0 0 0 0,0 0 0 0 0,0 0 0 0 0,0 0 0 0 0,0 0 0 0 0,0 0 0 0 0,-1 0 0 0 0,1 0 0 0 0,-1 0 0 0 0,1 0 0 0 0,-1 0 0 0 0,0 0 0 0 0,1-1 0 0 0,-1 1 0 0 0,0 0 0 0 0,0 0 0 0 0,-1-1 0 0 0,1 1 0 0 0,0 0 0 0 0,0-1 0 0 0,-1 1 0 0 0,1-1 1 0 0,-1 0-1 0 0,0 0 0 0 0,1 1 0 0 0,-1-1 0 0 0,-2 1 0 0 0,-6 4 5 0 0,0-1 1 0 0,0 0-1 0 0,0-1 1 0 0,-12 3-1 0 0,21-6-6 0 0,-24 5 0 0 0,-2 0 0 0 0,1-1 0 0 0,-31 1 0 0 0,19-3 0 0 0,35-2-3 0 0,-17 1-397 0 0,0 0 0 0 0,1-1 1 0 0,-1 0-1 0 0,-33-5 1 0 0,52 3-355 0 0,31-9-5133 0 0,-2 1 3894 0 0,1 2 0 0 0,53-7 1 0 0,-32 6 1312 0 0,195-43-2635 0 0,-113 22 4857 0 0,2 3 12410 0 0,-146 33-12826 0 0,-18 8-892 0 0,-30 18 523 0 0,53-28-695 0 0,1-1 0 0 0,-1 1 1 0 0,1 1-1 0 0,1-1 0 0 0,-1 1 1 0 0,-8 11-1 0 0,14-17-69 0 0,-1 1-1 0 0,1 0 1 0 0,-1-1 0 0 0,0 1-1 0 0,1 0 1 0 0,-1 0 0 0 0,1-1-1 0 0,0 1 1 0 0,-1 0 0 0 0,1 0-1 0 0,0 0 1 0 0,-1 0 0 0 0,1 0-1 0 0,0-1 1 0 0,0 1 0 0 0,0 0-1 0 0,0 0 1 0 0,0 0 0 0 0,0 0-1 0 0,0 0 1 0 0,0 0 0 0 0,0 0-1 0 0,0 0 1 0 0,0 0 0 0 0,1-1-1 0 0,-1 2 1 0 0,2 4-82 0 0,10 0-153 0 0,-6-3 186 0 0,0-1 0 0 0,0 0 0 0 0,0 0 1 0 0,0 0-1 0 0,1-1 0 0 0,-1 0 0 0 0,0 0 0 0 0,1 0 1 0 0,-1-1-1 0 0,10-1 0 0 0,-4 0 22 0 0,0-1-1 0 0,1-1 1 0 0,-1 0 0 0 0,18-7-1 0 0,-24 7 21 0 0,0 0 0 0 0,1 0 0 0 0,6-6 0 0 0,8-4 37 0 0,-19 12 181 0 0,19 4 492 0 0,-9 5-631 0 0,-1 1-1 0 0,0 1 1 0 0,0 0-1 0 0,-1 1 1 0 0,0 0-1 0 0,11 17 1 0 0,6 5-16 0 0,-14-17-32 0 0,-2-1 0 0 0,0 1-1 0 0,12 23 1 0 0,-18-28-16 0 0,0 0 0 0 0,0 0 1 0 0,-1 1-1 0 0,0 0 0 0 0,-1 0 0 0 0,2 16 0 0 0,-5-24-1 0 0,0 0 0 0 0,1-1 0 0 0,-2 1 0 0 0,1 0 0 0 0,0-1 0 0 0,-1 1 0 0 0,0-1 0 0 0,1 1 0 0 0,-1-1-1 0 0,-1 1 1 0 0,1-1 0 0 0,0 1 0 0 0,-1-1 0 0 0,0 0 0 0 0,0 0 0 0 0,0 0 0 0 0,-4 5 0 0 0,1-3 1 0 0,0-1 1 0 0,0 1-1 0 0,0-1 0 0 0,-1 0 1 0 0,0 0-1 0 0,0-1 0 0 0,0 1 0 0 0,-8 2 1 0 0,5-3 8 0 0,0 0 0 0 0,-1 0 1 0 0,1-1-1 0 0,-1 0 0 0 0,0 0 1 0 0,-18 0-1 0 0,-59-8-224 0 0,74 5 121 0 0,10 0-109 0 0,0 1-1 0 0,0-1 1 0 0,0 0-1 0 0,0 0 1 0 0,0 0 0 0 0,0 0-1 0 0,0 0 1 0 0,1 0-1 0 0,-1-1 1 0 0,0 0-1 0 0,1 1 1 0 0,-1-1 0 0 0,1 0-1 0 0,-1 0 1 0 0,1 0-1 0 0,0-1 1 0 0,0 1 0 0 0,0-1-1 0 0,0 1 1 0 0,-2-5-1 0 0,2 0-1439 0 0,3 0-49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64 24791 0 0,'-5'-3'659'0'0,"3"1"-340"0"0,-1 1 0 0 0,1 0 0 0 0,0-1 0 0 0,0 1 0 0 0,0 0 0 0 0,-1 0 0 0 0,1 1-1 0 0,-1-1 1 0 0,1 0 0 0 0,0 1 0 0 0,-1 0 0 0 0,1-1 0 0 0,-1 1 0 0 0,-3 0 0 0 0,147-6 1646 0 0,33-4-1809 0 0,-22 0-544 0 0,-122 8-121 0 0,38-7-1 0 0,-25 2-2117 0 0,0 3-4811 0 0,-10 4-1566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12 18431 0 0,'-17'-4'419'0'0,"2"0"1874"0"0,0 0 5366 0 0,17 5-7501 0 0,0 0-1 0 0,0 0 1 0 0,0 0 0 0 0,-1 0 0 0 0,1 0 0 0 0,0 1-1 0 0,-1-1 1 0 0,3 3 0 0 0,2 1 100 0 0,21 11-94 0 0,0-1 0 0 0,35 14-1 0 0,28 15-108 0 0,-89-44-50 0 0,0 1 1 0 0,0-1 0 0 0,0 1 0 0 0,0-1 0 0 0,0 1-1 0 0,0 0 1 0 0,0 0 0 0 0,0-1 0 0 0,0 1 0 0 0,0 0-1 0 0,0 0 1 0 0,0 0 0 0 0,-1 0 0 0 0,1 0 0 0 0,0 0-1 0 0,-1 0 1 0 0,1 0 0 0 0,-1 1 0 0 0,1-1 0 0 0,-1 0-1 0 0,1 0 1 0 0,-1 0 0 0 0,0 1 0 0 0,0-1-1 0 0,0 0 1 0 0,0 0 0 0 0,0 1 0 0 0,0-1 0 0 0,0 0-1 0 0,0 0 1 0 0,0 0 0 0 0,0 1 0 0 0,0-1 0 0 0,-1 0-1 0 0,1 0 1 0 0,-1 0 0 0 0,1 1 0 0 0,-1-1 0 0 0,1 0-1 0 0,-1 0 1 0 0,0 0 0 0 0,0 1 0 0 0,-3 3 25 0 0,-1 0 1 0 0,1 0-1 0 0,-1-1 0 0 0,1 1 1 0 0,-10 5-1 0 0,14-10-24 0 0,-19 13 104 0 0,0-2 0 0 0,-23 11 1 0 0,19-11-781 0 0,-23 15 0 0 0,45-25 339 0 0,-1 0 1 0 0,1 1 0 0 0,-1-1 0 0 0,1 0 0 0 0,0 1-1 0 0,-1-1 1 0 0,1 1 0 0 0,0-1 0 0 0,0 1 0 0 0,0-1-1 0 0,-1 4 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9671 0 0,'10'-1'18403'0'0,"-3"17"-17760"0"0,-1 1 0 0 0,0 0 0 0 0,-1 0 0 0 0,-1 1 1 0 0,3 24-1 0 0,0-4-265 0 0,1 3-264 0 0,2 0 0 0 0,2-1 0 0 0,24 56 0 0 0,-27-77-114 0 0,-7-12 0 0 0,0-1 0 0 0,1 0 0 0 0,0 0 0 0 0,0-1 0 0 0,1 1 0 0 0,0-1 0 0 0,-1 1 0 0 0,7 5 0 0 0,-2-5 0 0 0,0-1 0 0 0,2-5 0 0 0,-9-1 0 0 0,1 0 0 0 0,-1 0 0 0 0,1-1 0 0 0,-1 1 0 0 0,1 0 0 0 0,-1-1 0 0 0,0 1 0 0 0,1-1 0 0 0,-1 1 0 0 0,0-1 0 0 0,0 0 0 0 0,0 1 0 0 0,0-1 0 0 0,1-3 0 0 0,8-33 0 0 0,-4 18 0 0 0,-3 4 1 0 0,1 1-1 0 0,-2-2 1 0 0,1-31 0 0 0,1-6-20 0 0,-2 29-106 0 0,0 5-194 0 0,7-34 1 0 0,-7 48-105 0 0,-1 1 1 0 0,1-1 0 0 0,0 1 0 0 0,1 0 0 0 0,-1 0 0 0 0,1 0 0 0 0,0 0 0 0 0,0 0-1 0 0,0 1 1 0 0,1-1 0 0 0,4-3 0 0 0,5-1-2009 0 0,1 4-86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 2303 0 0,'-1'0'12589'0'0,"-5"4"-8563"0"0,-39 22 3521 0 0,-1-2-3823 0 0,12-7-3232 0 0,1 1 1 0 0,1 2-1 0 0,-36 29 1 0 0,64-45-445 0 0,-37 33 215 0 0,37-32-246 0 0,0-1 0 0 0,0 1 1 0 0,1-1-1 0 0,-1 1 0 0 0,1 0 0 0 0,1 0 0 0 0,-4 7 0 0 0,6-10-18 0 0,-1-1 1 0 0,1 0-1 0 0,-1 1 0 0 0,1-1 1 0 0,0 0-1 0 0,0 1 0 0 0,-1-1 1 0 0,1 1-1 0 0,0-1 0 0 0,0 0 1 0 0,1 1-1 0 0,-1-1 0 0 0,0 0 1 0 0,0 1-1 0 0,1-1 0 0 0,-1 0 1 0 0,1 1-1 0 0,-1-1 0 0 0,2 2 1 0 0,-1-1-10 0 0,0 0-1 0 0,1-1 1 0 0,-1 1 0 0 0,1-1 0 0 0,0 1-1 0 0,-1-1 1 0 0,1 0 0 0 0,0 0 0 0 0,0 0 0 0 0,-1 0-1 0 0,5 2 1 0 0,1-1-68 0 0,1 1 1 0 0,0-1-1 0 0,0-1 1 0 0,0 1-1 0 0,13 0 1 0 0,-6-3-78 0 0,0-1 1 0 0,0 0-1 0 0,0 0 0 0 0,-1-2 1 0 0,0 0-1 0 0,1 0 1 0 0,19-10-1 0 0,-14 6-40 0 0,5-2-178 0 0,-1-2 0 0 0,29-18 0 0 0,-47 26 319 0 0,1 0 0 0 0,-2 0-1 0 0,1 0 1 0 0,-1-1 0 0 0,1 0 0 0 0,-1 0 0 0 0,-1-1-1 0 0,1 1 1 0 0,-1-1 0 0 0,0 0 0 0 0,4-6-1 0 0,-8 10 102 0 0,-3-1 111 0 0,3 2-151 0 0,0 1-1 0 0,0 0 1 0 0,-1-1 0 0 0,1 1 0 0 0,0 0 0 0 0,0-1 0 0 0,0 1 0 0 0,0 0 0 0 0,-1 0 0 0 0,1-1 0 0 0,0 1 0 0 0,0 0 0 0 0,-1 0 0 0 0,1-1 0 0 0,0 1 0 0 0,-1 0 0 0 0,1 0 0 0 0,0 0 0 0 0,0 0 0 0 0,-1-1 0 0 0,1 1 0 0 0,0 0 0 0 0,-1 0 0 0 0,1 0 0 0 0,0 0 0 0 0,-1 0 0 0 0,1 0 0 0 0,0 0 0 0 0,-1 0 0 0 0,1 0 0 0 0,0 0 0 0 0,-1 0 0 0 0,-2 1 3 0 0,1 0 1 0 0,0 0-1 0 0,0 0 0 0 0,0 0 0 0 0,0 1 0 0 0,-1-1 1 0 0,2 1-1 0 0,-1-1 0 0 0,0 1 0 0 0,0 0 1 0 0,0-1-1 0 0,1 1 0 0 0,-1 0 0 0 0,1 0 1 0 0,0 0-1 0 0,-1 0 0 0 0,1 1 0 0 0,-2 3 1 0 0,3-2-6 0 0,-1-1 1 0 0,0 1 0 0 0,1-1 0 0 0,0 1 0 0 0,0 0 0 0 0,0-1 0 0 0,0 1-1 0 0,0-1 1 0 0,1 1 0 0 0,-1 0 0 0 0,3 5 0 0 0,0-1-98 0 0,-1-2 1 0 0,1 1-1 0 0,1 0 1 0 0,-1 0-1 0 0,1-1 1 0 0,1 0-1 0 0,-1 0 0 0 0,1 0 1 0 0,0-1-1 0 0,0 1 1 0 0,0-1-1 0 0,8 5 1 0 0,3 1-1268 0 0,0-2 1 0 0,24 12 0 0 0,-32-18 731 0 0,0 0 0 0 0,1 0 0 0 0,-1-1 0 0 0,1 0 0 0 0,0-1 0 0 0,0 0 0 0 0,10 1 0 0 0,4-2-869 0 0,1 0-8 0 0</inkml:trace>
  <inkml:trace contextRef="#ctx0" brushRef="#br0" timeOffset="1">771 226 5983 0 0,'-7'-56'699'0'0,"1"32"2216"0"0,4 3 1757 0 0,2 18-3806 0 0,0 0 0 0 0,-1 0 0 0 0,1 0 1 0 0,0 0-1 0 0,-1 1 0 0 0,0-1 0 0 0,1 0 1 0 0,-1 0-1 0 0,-3-5 5028 0 0,3 10-5083 0 0,0 2-646 0 0,-1 0 0 0 0,1 0 0 0 0,0 0 0 0 0,0 0 0 0 0,0 0 0 0 0,1 0 1 0 0,0 0-1 0 0,-1 0 0 0 0,2 5 0 0 0,4 42 394 0 0,0-17-284 0 0,0 8-108 0 0,1-1 0 0 0,15 48 0 0 0,34 77 20 0 0,-41-135-176 0 0,19 35-1 0 0,3 3-1090 0 0,-35-66-1295 0 0,-5-13 1145 0 0,-8-16-787 0 0,1 4 552 0 0,0 0 0 0 0,2-1 0 0 0,-8-25 0 0 0,-5-15-1003 0 0,2 12 741 0 0,-44-111-2187 0 0,26 53 7279 0 0,30 87-2081 0 0,-9-34 2530 0 0,15 51-3252 0 0,1 0 0 0 0,1-1 0 0 0,-1 1 0 0 0,1 0-1 0 0,0-1 1 0 0,0 1 0 0 0,1-11 0 0 0,0 14-404 0 0,0-1 1 0 0,-1 1-1 0 0,1 0 0 0 0,0 0 0 0 0,0 0 0 0 0,0 0 1 0 0,1 0-1 0 0,-1 1 0 0 0,0-1 0 0 0,1 0 1 0 0,-1 0-1 0 0,1 1 0 0 0,0-1 0 0 0,-1 1 0 0 0,1 0 1 0 0,0-1-1 0 0,0 1 0 0 0,0 0 0 0 0,0 0 1 0 0,0 0-1 0 0,0 0 0 0 0,0 0 0 0 0,0 1 0 0 0,0-1 1 0 0,4 0-1 0 0,5 0 143 0 0,1-1 0 0 0,-1 2 0 0 0,21 0 1 0 0,-20 1-165 0 0,29 3 15 0 0,-1 1 1 0 0,0 2-1 0 0,60 19 1 0 0,-66-16-47 0 0,-19-7-57 0 0,-1 2 0 0 0,20 9 1 0 0,-30-12-37 0 0,0 0 0 0 0,0 1 0 0 0,0-1 0 0 0,0 1 0 0 0,0 0 0 0 0,0 0 0 0 0,-1 0 0 0 0,1 1 0 0 0,-1-1 0 0 0,0 1 0 0 0,5 7 0 0 0,-7-9-11 0 0,-1 0 1 0 0,1 0-1 0 0,0 0 0 0 0,-1 0 1 0 0,1 0-1 0 0,-1 0 0 0 0,0 0 1 0 0,0 0-1 0 0,0 0 1 0 0,0 0-1 0 0,0 0 0 0 0,0 0 1 0 0,0 0-1 0 0,-1 0 0 0 0,1 0 1 0 0,-1 0-1 0 0,0 0 0 0 0,1 0 1 0 0,-1 0-1 0 0,0 0 0 0 0,0 0 1 0 0,0-1-1 0 0,0 1 0 0 0,-1 0 1 0 0,1-1-1 0 0,0 1 0 0 0,-1 0 1 0 0,1-1-1 0 0,-3 2 1 0 0,-2 3-22 0 0,-1-1 0 0 0,0 0 1 0 0,0 0-1 0 0,0 0 0 0 0,-14 6 1 0 0,4-4-185 0 0,-1-2 1 0 0,0 1 0 0 0,-26 3-1 0 0,-25 7-5706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20591 0 0,'0'0'4541'0'0,"-2"1"-3273"0"0,-28 14 544 0 0,1 2 0 0 0,-36 26-1 0 0,51-32-1809 0 0,1 0-1 0 0,1 1 0 0 0,0 0 0 0 0,0 1 0 0 0,1 0 0 0 0,-14 22 0 0 0,23-32 20 0 0,0 0 1 0 0,0 0-1 0 0,1 0 1 0 0,0 1-1 0 0,-1-1 1 0 0,1 0-1 0 0,0 1 1 0 0,1-1-1 0 0,-1 1 1 0 0,0-1-1 0 0,1 1 1 0 0,0-1-1 0 0,0 1 0 0 0,0-1 1 0 0,0 1-1 0 0,2 4 1 0 0,-2-5-36 0 0,2 0 0 0 0,-1 0 0 0 0,0-1 0 0 0,0 1 0 0 0,1 0 0 0 0,0-1 0 0 0,-1 1 0 0 0,1-1-1 0 0,0 0 1 0 0,0 1 0 0 0,0-1 0 0 0,1 0 0 0 0,-1 0 0 0 0,0-1 0 0 0,1 1 0 0 0,-1 0 0 0 0,1-1 0 0 0,0 1 0 0 0,4 0 0 0 0,4 3-92 0 0,1-1-1 0 0,0-1 1 0 0,0 0 0 0 0,0-1-1 0 0,0 0 1 0 0,1-1 0 0 0,-1 0-1 0 0,0-1 1 0 0,1 0 0 0 0,-1-1-1 0 0,0-1 1 0 0,0 0 0 0 0,0 0-1 0 0,0-1 1 0 0,15-6 0 0 0,-25 8 88 0 0,0 0 0 0 0,0 0 0 0 0,1 0 0 0 0,-1 0 0 0 0,0-1 0 0 0,0 1 1 0 0,0-1-1 0 0,-1 1 0 0 0,1-1 0 0 0,0 0 0 0 0,-1 1 0 0 0,1-1 0 0 0,-1 0 0 0 0,1 0 0 0 0,-1 0 1 0 0,0-1-1 0 0,2-3 0 0 0,-2 3-9 0 0,-1 0 0 0 0,1 0 0 0 0,-1 0 0 0 0,0 0 0 0 0,0 0 0 0 0,0 0 0 0 0,0-1 1 0 0,0 1-1 0 0,-1 0 0 0 0,1 0 0 0 0,-1 0 0 0 0,0 0 0 0 0,-2-4 0 0 0,3 7 11 0 0,-27-66-4103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27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21567 0 0,'0'0'1957'0'0,"0"2"-1615"0"0,0 10 214 0 0,1-1 1 0 0,1 1-1 0 0,0 0 1 0 0,0-1-1 0 0,6 14 0 0 0,-3-8 423 0 0,25 68 2094 0 0,-26-76-2975 0 0,0 0 0 0 0,1 0-1 0 0,0 0 1 0 0,1 0 0 0 0,0-1 0 0 0,10 12-1 0 0,-15-19 322 0 0,1-1-222 0 0,-1 0-190 0 0,0 0-1 0 0,0 0 0 0 0,0 0 1 0 0,1-1-1 0 0,-1 1 1 0 0,0 0-1 0 0,0-1 0 0 0,0 1 1 0 0,0-1-1 0 0,0 0 0 0 0,0 1 1 0 0,0-1-1 0 0,0 0 1 0 0,0 1-1 0 0,0-1 0 0 0,0 0 1 0 0,0 0-1 0 0,0 0 0 0 0,-1 0 1 0 0,1 0-1 0 0,0 0 1 0 0,0 0-1 0 0,-1 0 0 0 0,1 0 1 0 0,-1 0-1 0 0,1 0 1 0 0,-1 0-1 0 0,0 0 0 0 0,1-1 1 0 0,-1 1-1 0 0,0-2 0 0 0,1-2 1 0 0,3-7-7 0 0,-2 0 0 0 0,0 0 0 0 0,0 0 0 0 0,-1-21 0 0 0,-1 20 0 0 0,1 0 0 0 0,0 0 0 0 0,1 0 0 0 0,3-14 0 0 0,-3 19 0 0 0,0 2 0 0 0,0-1 0 0 0,0 1 0 0 0,0 0 0 0 0,1 0 0 0 0,-1 0 0 0 0,1 0 0 0 0,1 0 0 0 0,-1 0 0 0 0,1 1 0 0 0,6-7 0 0 0,4-2 1 0 0,-11 10-2 0 0,1 1 0 0 0,-1-1 0 0 0,1 1 0 0 0,0 0 0 0 0,0 0-1 0 0,0 0 1 0 0,0 0 0 0 0,1 1 0 0 0,-1-1 0 0 0,0 1 0 0 0,1 0 0 0 0,0 1-1 0 0,5-2 1 0 0,2 1-56 0 0,1 1-1 0 0,-1 0 1 0 0,1 0-1 0 0,0 2 1 0 0,0-1-1 0 0,-1 2 1 0 0,17 3-1 0 0,20 8-8990 0 0,-23-3-941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37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2303 0 0,'0'0'19845'0'0,"0"1"-18903"0"0,2 27 900 0 0,-1-1 0 0 0,-3 40-1 0 0,-1-16-1249 0 0,-7 75 311 0 0,5-73-649 0 0,1 60 1 0 0,6-85-946 0 0,8 47 1 0 0,-9-74-73 0 0,0-25-8207 0 0,1 11 1824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37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55 187 19319 0 0,'-6'-2'300'0'0,"0"1"-1"0"0,1-1 0 0 0,-1 0 1 0 0,1-1-1 0 0,-1 1 1 0 0,-7-6-1 0 0,13 8-242 0 0,-1 0-1 0 0,1-1 1 0 0,-1 1 0 0 0,1 0-1 0 0,-1 0 1 0 0,1-1 0 0 0,-1 1-1 0 0,1-1 1 0 0,0 1 0 0 0,-1 0-1 0 0,1-1 1 0 0,0 1 0 0 0,-1-1-1 0 0,1 1 1 0 0,0-1 0 0 0,0 1-1 0 0,-1-1 1 0 0,1 1 0 0 0,0-1-1 0 0,0 1 1 0 0,0-1 0 0 0,0 1-1 0 0,-1-1 1 0 0,1 1 0 0 0,0-1-1 0 0,0 1 1 0 0,0-1 0 0 0,0 1-1 0 0,0-1 1 0 0,0 1 0 0 0,1-1-1 0 0,-1 0 1 0 0,0 1 0 0 0,0-1-1 0 0,0 1 1 0 0,0-1 0 0 0,1 1-1 0 0,-1-1 1 0 0,0 1 0 0 0,0-1-1 0 0,1 1 1 0 0,-1 0 0 0 0,0-1-1 0 0,1 1 1 0 0,-1-1 0 0 0,1 1-1 0 0,-1 0 1 0 0,0-1 0 0 0,1 1-1 0 0,-1 0 1 0 0,1 0 0 0 0,-1-1-1 0 0,1 1 1 0 0,0 0 0 0 0,0-1-34 0 0,7-3 440 0 0,0 0-1 0 0,0 1 1 0 0,0 0-1 0 0,1 0 1 0 0,-1 1-1 0 0,1 0 1 0 0,-1 1-1 0 0,1-1 1 0 0,11 1-1 0 0,7-2-151 0 0,90-13-116 0 0,242-33 959 0 0,2 17-411 0 0,-251 25-1642 0 0,77-3-1698 0 0,-175 13 2120 0 0,-7-2-1590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3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223 108 2303 0 0,'0'0'102'0'0,"2"-1"-1"0"0,15-17 1020 0 0,-14 14 332 0 0,-1 0 0 0 0,1 0-1 0 0,-1 0 1 0 0,0 0 0 0 0,0 0 0 0 0,-1 0 0 0 0,2-5 0 0 0,-2 7-892 0 0,-1 0-1 0 0,1 0 1 0 0,-1 1 0 0 0,0-1-1 0 0,0 0 1 0 0,0 1 0 0 0,0-1-1 0 0,0 0 1 0 0,0 0 0 0 0,0 1-1 0 0,-1-1 1 0 0,1 0-1 0 0,-1 1 1 0 0,1-1 0 0 0,-1 0-1 0 0,0 1 1 0 0,1-1 0 0 0,-1 1-1 0 0,-2-3 1 0 0,2 3-533 0 0,-1-1 0 0 0,1 1 0 0 0,-1 0 0 0 0,1-1 0 0 0,-1 1 0 0 0,0 0 0 0 0,1 0 0 0 0,-1 0 0 0 0,0 0 0 0 0,0 1 0 0 0,0-1 0 0 0,0 1 0 0 0,-2-1 0 0 0,-1 0 194 0 0,-1 0 1 0 0,1 1-1 0 0,-1 0 1 0 0,1 0-1 0 0,0 1 0 0 0,-1-1 1 0 0,1 1-1 0 0,-1 0 0 0 0,-9 4 1 0 0,4-1 57 0 0,0 1 0 0 0,0 0 0 0 0,-15 9 0 0 0,9-3 59 0 0,-20 17 1 0 0,31-23-303 0 0,0 0 0 0 0,0 1 0 0 0,1 0 0 0 0,0 0 0 0 0,0 0 1 0 0,-5 9-1 0 0,9-13-31 0 0,0 0 1 0 0,0 0 0 0 0,0 0-1 0 0,1 0 1 0 0,-1 0 0 0 0,1 0-1 0 0,-1 4 1 0 0,0-5-12 0 0,1 0 0 0 0,0-1 0 0 0,0 1 0 0 0,0 0 1 0 0,0 0-1 0 0,0 0 0 0 0,0 0 0 0 0,0 0 0 0 0,0-1 0 0 0,0 1 0 0 0,0 0 0 0 0,0 0 0 0 0,1 0 1 0 0,-1-1-1 0 0,0 1 0 0 0,0 0 0 0 0,1 0 0 0 0,-1-1 0 0 0,1 1 0 0 0,-1 0 0 0 0,1 0 0 0 0,-1-1 1 0 0,1 1-1 0 0,-1-1 0 0 0,1 1 0 0 0,-1 0 0 0 0,1-1 0 0 0,0 1 0 0 0,1 0 0 0 0,0 0-25 0 0,1 2-15 0 0,0-1 0 0 0,1 0 0 0 0,-1-1 1 0 0,0 1-1 0 0,1 0 0 0 0,0-1 0 0 0,-1 0 1 0 0,1 0-1 0 0,0 0 0 0 0,-1 0 0 0 0,1-1 1 0 0,0 1-1 0 0,0-1 0 0 0,0 0 0 0 0,-1 0 1 0 0,7-1-1 0 0,1-1-73 0 0,0 0 0 0 0,0 0 0 0 0,-1-1 0 0 0,17-7 0 0 0,-22 8 85 0 0,-1 0 0 0 0,1 0 0 0 0,-1-1 0 0 0,0 1 0 0 0,0-1 0 0 0,0-1 1 0 0,0 1-1 0 0,0 0 0 0 0,5-7 0 0 0,-3 2 13 0 0,-1-1 0 0 0,0 1 0 0 0,0-1 0 0 0,6-17 0 0 0,-10 25 289 0 0,-1 6-234 0 0,1 0 0 0 0,0 0-1 0 0,-1 0 1 0 0,2 0 0 0 0,-1 0 0 0 0,1-1 0 0 0,-1 1-1 0 0,2 0 1 0 0,-1-1 0 0 0,0 1 0 0 0,1-1 0 0 0,0 0 0 0 0,-1 0-1 0 0,5 4 1 0 0,-1-2-78 0 0,-1 0 0 0 0,1 0 0 0 0,1-1 0 0 0,-1 0 0 0 0,1 0 0 0 0,0-1-1 0 0,13 7 1 0 0,-11-8-383 0 0,0-1 0 0 0,0 0 0 0 0,1 0-1 0 0,-1-1 1 0 0,0 0 0 0 0,1-1 0 0 0,-1 0-1 0 0,13-2 1 0 0,-8 2-495 0 0,-2-1-1220 0 0,-1-1 0 0 0,23-5 1 0 0,-16 2-4842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3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 19087 0 0,'-18'-13'5297'0'0,"20"15"-4221"0"0,17 28 224 0 0,0 0 0 0 0,20 46-1 0 0,20 71-788 0 0,-41-89-387 0 0,7 22 122 0 0,-24-78-68 0 0,0-9-178 0 0,0 1 1 0 0,0 0 0 0 0,0 0 0 0 0,1 0-1 0 0,0 0 1 0 0,1 0 0 0 0,-1 0-1 0 0,1 0 1 0 0,0 1 0 0 0,1-1 0 0 0,-1 1-1 0 0,5-5 1 0 0,-4 6-8 0 0,0 1 0 0 0,0 0-1 0 0,0 0 1 0 0,1 1 0 0 0,-1-1 0 0 0,1 1 0 0 0,-1 0 0 0 0,1 0-1 0 0,0 0 1 0 0,7-1 0 0 0,-1 0-8 0 0,0 1 0 0 0,0 0-1 0 0,20 0 1 0 0,-18 2 15 0 0,-1 1 0 0 0,1-1 0 0 0,0 2 0 0 0,-1 0 0 0 0,1 1 0 0 0,24 8 0 0 0,-34-10 0 0 0,0 0 0 0 0,1 1 0 0 0,-1 0 0 0 0,0 0 0 0 0,0 0 0 0 0,0 0 0 0 0,0 0 0 0 0,0 0 0 0 0,0 1 0 0 0,-1 0 0 0 0,1-1 0 0 0,-1 1 0 0 0,0 0 0 0 0,0 0 0 0 0,0 0 0 0 0,0 1 0 0 0,0-1 0 0 0,-1 0 0 0 0,0 1 0 0 0,1-1 0 0 0,-1 1 0 0 0,0-1 0 0 0,-1 1 0 0 0,1 0 0 0 0,-1-1 0 0 0,1 1 0 0 0,-1 0 0 0 0,-1 5 0 0 0,0-4 6 0 0,0 0 0 0 0,0 0 0 0 0,0 0 0 0 0,-1-1 0 0 0,1 1 0 0 0,-1 0 0 0 0,0-1 1 0 0,-1 0-1 0 0,1 1 0 0 0,-1-1 0 0 0,0 0 0 0 0,0 0 0 0 0,0-1 0 0 0,0 1 0 0 0,-1-1 0 0 0,0 1 0 0 0,1-1 0 0 0,-1 0 0 0 0,-1 0 0 0 0,1-1 0 0 0,-5 3 0 0 0,-3 1 9 0 0,0 0-1 0 0,-1-1 1 0 0,1 0-1 0 0,-1-1 1 0 0,0 0-1 0 0,-21 2 1 0 0,27-5-78 0 0,1-1-1 0 0,0 0 1 0 0,-1 0 0 0 0,1 0 0 0 0,-11-2 0 0 0,15 1-136 0 0,0 1 1 0 0,-1-1 0 0 0,1 1 0 0 0,0-1 0 0 0,0 0 0 0 0,0 0 0 0 0,0 0-1 0 0,0 0 1 0 0,0 0 0 0 0,0 0 0 0 0,0-1 0 0 0,0 1 0 0 0,0-1 0 0 0,1 1-1 0 0,-1-1 1 0 0,1 0 0 0 0,-1 1 0 0 0,-1-4 0 0 0,3 4 23 0 0,0 0 0 0 0,0 1 1 0 0,0-1-1 0 0,0 1 1 0 0,0-1-1 0 0,0 0 0 0 0,0 1 1 0 0,0-1-1 0 0,1 1 0 0 0,-1-1 1 0 0,0 0-1 0 0,0 1 0 0 0,1-1 1 0 0,-1 1-1 0 0,0-1 0 0 0,1 1 1 0 0,0-2-1 0 0,0 1-347 0 0,6-12-1503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3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7 19007 0 0,'-7'-4'1720'0'0,"2"2"-1417"0"0,1 1-99 0 0,-2 11 1846 0 0,-1 3-1052 0 0,0 0 0 0 0,1 0 0 0 0,0 0-1 0 0,2 1 1 0 0,-6 19 0 0 0,7-19-670 0 0,1 0 1 0 0,0 1-1 0 0,1 0 1 0 0,0-1 0 0 0,3 23-1 0 0,-1-28-311 0 0,0 1-1 0 0,0-1 0 0 0,1 0 1 0 0,1 0-1 0 0,0 0 1 0 0,0 0-1 0 0,0 0 1 0 0,1 0-1 0 0,1-1 0 0 0,-1 0 1 0 0,1 0-1 0 0,1 0 1 0 0,-1 0-1 0 0,1-1 1 0 0,1 0-1 0 0,-1 0 0 0 0,1-1 1 0 0,0 0-1 0 0,1 0 1 0 0,15 9-1 0 0,-15-11-52 0 0,1-1 0 0 0,-1 1 0 0 0,1-1 0 0 0,0-1 0 0 0,0 0 0 0 0,0 0 0 0 0,1-1 0 0 0,-1 0 1 0 0,0 0-1 0 0,0-1 0 0 0,1-1 0 0 0,-1 1 0 0 0,0-1 0 0 0,0-1 0 0 0,18-5 0 0 0,-14 3-23 0 0,-1 0 0 0 0,-1-1 0 0 0,1-1 0 0 0,-1 0 0 0 0,1 0 0 0 0,-2-1 0 0 0,1-1 0 0 0,-1 1 0 0 0,0-2 0 0 0,-1 1 0 0 0,10-12 0 0 0,-13 11-7 0 0,1-1-1 0 0,-1 0 0 0 0,-1 0 0 0 0,0 0 0 0 0,0-1 1 0 0,-1 0-1 0 0,-1 0 0 0 0,0 0 0 0 0,0 0 1 0 0,-1 0-1 0 0,1-14 0 0 0,-3 15 78 0 0,0 10-8 0 0,0-1 1 0 0,0 1 0 0 0,0-1 0 0 0,0 1-1 0 0,0 0 1 0 0,-1-1 0 0 0,1 1-1 0 0,0-1 1 0 0,0 1 0 0 0,0 0 0 0 0,0-1-1 0 0,0 1 1 0 0,-1 0 0 0 0,1-1-1 0 0,0 1 1 0 0,0 0 0 0 0,-1-1 0 0 0,1 1-1 0 0,0 0 1 0 0,0-1 0 0 0,-1 1-1 0 0,1 0 1 0 0,0 0 0 0 0,-1-1-1 0 0,1 1 1 0 0,0 0 0 0 0,-1 0 0 0 0,1 0-1 0 0,-1 0 1 0 0,1-1 0 0 0,0 1-1 0 0,-1 0 1 0 0,1 0 0 0 0,0 0 0 0 0,-1 0-1 0 0,1 0 1 0 0,-1 0 0 0 0,1 0-1 0 0,0 0 1 0 0,-2 0 0 0 0,2 0 9 0 0,-2 0 30 0 0,-1 0 1 0 0,0 0-1 0 0,1 1 0 0 0,-1-1 0 0 0,0 0 0 0 0,1 1 1 0 0,-1 0-1 0 0,1-1 0 0 0,-1 1 0 0 0,1 0 1 0 0,-1 1-1 0 0,1-1 0 0 0,0 0 0 0 0,-1 1 1 0 0,1-1-1 0 0,0 1 0 0 0,0-1 0 0 0,0 1 1 0 0,0 0-1 0 0,0 0 0 0 0,1 0 0 0 0,-1 0 0 0 0,-2 5 1 0 0,-2 1 53 0 0,1 1 1 0 0,0 0-1 0 0,1 0 1 0 0,-7 19-1 0 0,9-22-90 0 0,1-1 0 0 0,0 1 0 0 0,0-1 0 0 0,0 1 0 0 0,0-1 0 0 0,1 1 0 0 0,0 0 0 0 0,0-1 0 0 0,1 1 0 0 0,0-1 0 0 0,0 1-1 0 0,0-1 1 0 0,0 1 0 0 0,4 6 0 0 0,-3-6-13 0 0,2 0-1 0 0,-1 0 1 0 0,1 0-1 0 0,0 0 0 0 0,0 0 1 0 0,1-1-1 0 0,-1 0 1 0 0,1 0-1 0 0,1 0 1 0 0,-1 0-1 0 0,6 3 1 0 0,0 0-183 0 0,1-1 1 0 0,0-1-1 0 0,23 10 1 0 0,-22-11-1567 0 0,26 5 0 0 0,-9-5-8044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39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45 20559 0 0,'-4'-6'411'0'0,"3"4"-204"0"0,-1-1 1 0 0,1 1 0 0 0,0-1 0 0 0,0 1 0 0 0,0-1 0 0 0,0 1 0 0 0,0-1 0 0 0,0-4-1 0 0,0 6 44 0 0,-1-6 868 0 0,2 7-1055 0 0,0 0 0 0 0,0 0 0 0 0,0 0 0 0 0,0 0 0 0 0,0 0 0 0 0,0-1-1 0 0,0 1 1 0 0,0 0 0 0 0,0 0 0 0 0,0 0 0 0 0,0 0 0 0 0,0 0 0 0 0,1-2 1405 0 0,-1 2-1405 0 0,0 0 0 0 0,0 0 0 0 0,0 0 0 0 0,0 0 0 0 0,0 0 0 0 0,0 0 0 0 0,0 0 0 0 0,1 0-1 0 0,-1 0 1 0 0,0 0 0 0 0,0 0 0 0 0,0 0 0 0 0,0 0 0 0 0,0 0 0 0 0,0 0 0 0 0,0 0 0 0 0,0 0-1 0 0,1 0 1 0 0,2 4 61 0 0,0 0 0 0 0,0-1 0 0 0,0 2-1 0 0,0-1 1 0 0,0 0 0 0 0,-1 0-1 0 0,0 1 1 0 0,0 0 0 0 0,0-1-1 0 0,0 1 1 0 0,1 6 0 0 0,2 13 54 0 0,3 26 0 0 0,-4-21-40 0 0,30 146 76 0 0,-13-68-205 0 0,-12-47-1759 0 0,-9-53 346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35 8287 0 0,'-2'0'639'0'0,"-25"-25"14369"0"0,36 21-13146 0 0,14 1-1925 0 0,-19 3 680 0 0,64-3 790 0 0,82 9-1 0 0,-79-3-810 0 0,182 16 6 0 0,-203-13-486 0 0,0 3-1 0 0,-1 2 1 0 0,48 18-1 0 0,-83-24-115 0 0,-1 0-1 0 0,0 2 1 0 0,0 0-1 0 0,-1 0 1 0 0,0 1-1 0 0,0 1 1 0 0,-1 0 0 0 0,0 0-1 0 0,18 20 1 0 0,-24-23 0 0 0,-1 0 1 0 0,1 1-1 0 0,-1-1 1 0 0,-1 1-1 0 0,1-1 1 0 0,-1 1-1 0 0,-1 0 1 0 0,5 15-1 0 0,-6-17 1 0 0,0 1 1 0 0,-1 0-1 0 0,0-1 0 0 0,1 1 1 0 0,-2 0-1 0 0,1-1 0 0 0,-1 1 1 0 0,0 0-1 0 0,0-1 0 0 0,0 1 1 0 0,-1-1-1 0 0,-4 11 0 0 0,2-10 31 0 0,0 1-1 0 0,0-1 1 0 0,-1 0-1 0 0,1 0 0 0 0,-1 0 1 0 0,-1-1-1 0 0,1 1 1 0 0,-12 8-1 0 0,-2-1 119 0 0,-32 18 0 0 0,25-19-83 0 0,-1 0 0 0 0,0-2 0 0 0,0 0 0 0 0,-1-2 0 0 0,-34 5 0 0 0,12-5 19 0 0,-1-3-1 0 0,-55-1 1 0 0,-82-14-77 0 0,121 4-553 0 0,61 6 208 0 0,0-1 0 0 0,0 0 1 0 0,0 0-1 0 0,0 0 0 0 0,1 0 0 0 0,-10-5 0 0 0,21 1-1454 0 0,4 1 876 0 0,0 1 0 0 0,0 0-1 0 0,1 0 1 0 0,-1 1 0 0 0,14 0 0 0 0,-8-1-785 0 0,19-1-5876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4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14743 0 0,'0'0'1136'0'0,"0"2"-746"0"0,1 27 3855 0 0,-1-28-3886 0 0,0 0 0 0 0,0 0-1 0 0,0 0 1 0 0,0 0 0 0 0,0 0 0 0 0,-1 0 0 0 0,1 0 0 0 0,0 0-1 0 0,0 0 1 0 0,-1 0 0 0 0,1 0 0 0 0,-1 0 0 0 0,1 0 0 0 0,-2 1-1 0 0,-3 11 1233 0 0,5-12-1532 0 0,0-1 0 0 0,0 1-1 0 0,-1 0 1 0 0,1 0 0 0 0,0 0 0 0 0,0 0-1 0 0,0 0 1 0 0,0 0 0 0 0,0 0 0 0 0,0 0-1 0 0,1 0 1 0 0,-1 0 0 0 0,0-1 0 0 0,0 1-1 0 0,1 0 1 0 0,-1 0 0 0 0,0 0 0 0 0,2 1-1 0 0,5 2-2191 0 0,6-4-4686 0 0,-1-1-1641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41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49 7831 0 0,'0'0'356'0'0,"-1"-1"-6"0"0,-4-30 17064 0 0,18 26-16741 0 0,-12 5-83 0 0,10-3-94 0 0,0 0-1 0 0,0 1 1 0 0,0 1 0 0 0,0 0 0 0 0,20 0-1 0 0,-6 2-233 0 0,36 7 0 0 0,-47-6-226 0 0,0 1-1 0 0,0 1 0 0 0,0-1 1 0 0,-1 2-1 0 0,0 0 0 0 0,0 1 1 0 0,14 7-1 0 0,-24-11 11 0 0,0 2-33 0 0,3 6 65 0 0,-6-8-71 0 0,0 0 0 0 0,0-1 0 0 0,0 1 0 0 0,0 0 0 0 0,0 0 0 0 0,-1-1 0 0 0,1 1-1 0 0,-1 0 1 0 0,1-1 0 0 0,-1 1 0 0 0,1-1 0 0 0,-1 1 0 0 0,0 0 0 0 0,0-1 0 0 0,-1 3-1 0 0,0-2 26 0 0,-2 5 12 0 0,-1 0 0 0 0,0 0 0 0 0,0-1 0 0 0,-1 0 0 0 0,0 0 1 0 0,0 0-1 0 0,-1-1 0 0 0,1 0 0 0 0,-9 5 0 0 0,-7 3 79 0 0,-39 17 1 0 0,45-24-110 0 0,10-4-1 0 0,0 0-1 0 0,0 1 1 0 0,1 0-1 0 0,-8 4 1 0 0,12-6-13 0 0,1-1 0 0 0,0 0 0 0 0,0 0 0 0 0,-1 0 0 0 0,1 0 0 0 0,0 0 0 0 0,0 0 0 0 0,-1 1 0 0 0,1-1 0 0 0,0 0 0 0 0,0 0 0 0 0,-1 0 0 0 0,1 1 0 0 0,0-1 0 0 0,0 0 0 0 0,0 0 0 0 0,0 1 0 0 0,-1-1 0 0 0,1 0 0 0 0,0 1 0 0 0,0-1 0 0 0,0 0 0 0 0,0 0 0 0 0,0 1 0 0 0,0-1 0 0 0,0 0 0 0 0,0 1 0 0 0,0-1 0 0 0,0 0 0 0 0,0 0 0 0 0,0 1 0 0 0,0-1 0 0 0,0 0 0 0 0,0 1 0 0 0,0-1 0 0 0,0 0 0 0 0,0 1 0 0 0,0-1 0 0 0,0 0 0 0 0,0 0 0 0 0,1 1 0 0 0,-1-1 0 0 0,0 0 0 0 0,0 0 0 0 0,0 1 0 0 0,1-1 0 0 0,-1 0 0 0 0,0 0 0 0 0,0 0 0 0 0,0 1 0 0 0,1-1 0 0 0,-1 0 0 0 0,3 3 0 0 0,0 0 0 0 0,-1 0 0 0 0,1 0 0 0 0,0 0-1 0 0,0-1 1 0 0,1 1 0 0 0,-1-1 0 0 0,0 0 0 0 0,1 0 0 0 0,-1 0 0 0 0,8 2 0 0 0,4 1 3 0 0,27 4 0 0 0,-9-1 45 0 0,-14-3-44 0 0,1 1 0 0 0,30 13 0 0 0,-44-15-4 0 0,1 0 0 0 0,0 0 0 0 0,-1 0 0 0 0,0 1 0 0 0,0 0-1 0 0,0 0 1 0 0,-1 1 0 0 0,0-1 0 0 0,0 1 0 0 0,6 8 0 0 0,-10-11 6 0 0,1-1 0 0 0,0 1 0 0 0,-1-1 0 0 0,1 1-1 0 0,-1 0 1 0 0,0 0 0 0 0,0-1 0 0 0,0 1 0 0 0,0 0 0 0 0,-1 0 0 0 0,1 0 0 0 0,-1 0 0 0 0,1 0 0 0 0,-1 0-1 0 0,0 0 1 0 0,0 0 0 0 0,-1 0 0 0 0,1 0 0 0 0,-1 0 0 0 0,1 0 0 0 0,-1 0 0 0 0,0 0 0 0 0,0 0-1 0 0,0 0 1 0 0,0-1 0 0 0,-1 1 0 0 0,1 0 0 0 0,-1-1 0 0 0,0 1 0 0 0,1-1 0 0 0,-1 0 0 0 0,0 1 0 0 0,-1-1-1 0 0,1 0 1 0 0,0 0 0 0 0,-1 0 0 0 0,-3 2 0 0 0,-2 1 43 0 0,0-1 0 0 0,0 0 1 0 0,-1-1-1 0 0,0 1 0 0 0,1-1 0 0 0,-19 3 1 0 0,-55 3-68 0 0,62-8-59 0 0,0-1-1 0 0,0-1 1 0 0,0-1 0 0 0,0 0 0 0 0,-27-8 0 0 0,17-2-859 0 0,30 12 883 0 0,0-1 1 0 0,-1 1-1 0 0,1 0 0 0 0,0-1 1 0 0,0 1-1 0 0,-1 0 0 0 0,1 0 1 0 0,0-1-1 0 0,0 1 0 0 0,0 0 1 0 0,0-1-1 0 0,-1 1 0 0 0,1 0 1 0 0,0-1-1 0 0,0 1 0 0 0,0 0 0 0 0,0-1 1 0 0,0 1-1 0 0,0-1 0 0 0,0 1 1 0 0,0 0-1 0 0,0-1 0 0 0,0 1 1 0 0,0 0-1 0 0,0-1 0 0 0,0 1 1 0 0,0 0-1 0 0,1-1 0 0 0,2-10-727 0 0,0 7 266 0 0,0 0 1 0 0,0 1-1 0 0,0-1 0 0 0,0 0 1 0 0,0 1-1 0 0,1 0 0 0 0,0 0 1 0 0,0 0-1 0 0,0 0 0 0 0,6-3 0 0 0,15-8-8103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1:4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145 644 21511 0 0,'0'0'4480'0'0,"10"13"661"0"0,-36-54-3506 0 0,-42-142-1635 0 0,62 163 0 0 0,-14-43 0 0 0,-14-77 0 0 0,34 140 0 0 0,0 0 0 0 0,0-1 0 0 0,0 1 0 0 0,0 0 0 0 0,0 0 0 0 0,0 0 0 0 0,0-1 0 0 0,0 1 0 0 0,0 0 0 0 0,0 0 0 0 0,0-1 0 0 0,0 1 0 0 0,0 0 0 0 0,0 0 0 0 0,0-1 0 0 0,0 1 0 0 0,0 0 0 0 0,0 0 0 0 0,0-1 0 0 0,0 1 0 0 0,1 0 0 0 0,-1 0 0 0 0,0 0 0 0 0,0-1 0 0 0,0 1 0 0 0,0 0 0 0 0,1 0 0 0 0,-1 0 0 0 0,0 0 0 0 0,0-1 0 0 0,0 1 0 0 0,1 0 0 0 0,-1 0 0 0 0,0 0 0 0 0,0 0 0 0 0,0 0 0 0 0,1 0 0 0 0,-1 0 0 0 0,0-1 0 0 0,0 1 0 0 0,1 0 0 0 0,-1 0 0 0 0,0 0 0 0 0,0 0 0 0 0,1 0 0 0 0,-1 0 0 0 0,0 0 0 0 0,0 0 0 0 0,1 1 0 0 0,-1-1 0 0 0,0 0 0 0 0,1 0 0 0 0,10 4 0 0 0,-10-4 0 0 0,20 11 0 0 0,-1 0 0 0 0,0 2 0 0 0,30 24 0 0 0,-19-13 0 0 0,188 146 0 0 0,-201-155 0 0 0,0-2 0 0 0,39 22 0 0 0,-47-29 0 0 0,1-1 0 0 0,0-1 0 0 0,-1 0 0 0 0,2-1 0 0 0,-1 0 0 0 0,0 0 0 0 0,19 1 0 0 0,-26-3 0 0 0,1-1 0 0 0,12-4 0 0 0,-15 3 0 0 0,-1 0 0 0 0,1 0 0 0 0,0 0 0 0 0,0 0 0 0 0,0-1 0 0 0,-1 1 0 0 0,1-1 0 0 0,-1 1 0 0 0,1-1 0 0 0,-1 1 0 0 0,0-1 0 0 0,1 0 0 0 0,-1 1 0 0 0,0-1 0 0 0,0 0 0 0 0,0 0 0 0 0,0 0 0 0 0,-1 0 0 0 0,1 0 0 0 0,0 0 0 0 0,-1 0 0 0 0,1 0 0 0 0,-1-4 0 0 0,2-5 0 0 0,-2-1 0 0 0,0-23 0 0 0,0 32 0 0 0,-4-33 0 0 0,-1 0 0 0 0,-2 1 0 0 0,-15-49 0 0 0,12 50 0 0 0,-23-120-463 0 0,22 97 181 0 0,11 55-42 0 0,-1 1 1 0 0,1-1-1 0 0,0 0 1 0 0,0 1-1 0 0,0-1 1 0 0,0 0-1 0 0,1 1 1 0 0,-1-1-1 0 0,0 1 0 0 0,1-1 1 0 0,-1 0-1 0 0,1 1 1 0 0,0-2-1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6911 0 0,'0'2'9562'0'0,"4"49"1356"0"0,-5 30-8880 0 0,-1-2-1164 0 0,15 98-130 0 0,18-13-961 0 0,-31-163 680 0 0,1 3 237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14743 0 0,'0'0'12233'0'0,"1"-1"-11019"0"0,18-8-544 0 0,0 2-1 0 0,1 0 1 0 0,28-6 0 0 0,65-8-126 0 0,-67 14-417 0 0,3-1-138 0 0,256-39 412 0 0,-209 36-892 0 0,115 3 0 0 0,-179 9-610 0 0,1 2 0 0 0,-1 1-1 0 0,46 12 1 0 0,-42-7-707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9671 0 0,'1'1'8180'0'0,"43"2"1351"0"0,26-9-7610 0 0,-22 2-777 0 0,-2 0-491 0 0,38 0-55 0 0,-63 3-560 0 0,-10 1-16 0 0,0 0 0 0 0,23 3 0 0 0,-24 0 31 0 0,-4 1 19 0 0,-6-4-62 0 0,0 1 0 0 0,0 0 1 0 0,0-1-1 0 0,0 1 0 0 0,0-1 0 0 0,0 1 1 0 0,-1-1-1 0 0,1 1 0 0 0,0 0 0 0 0,0-1 1 0 0,0 1-1 0 0,-1-1 0 0 0,1 1 0 0 0,0-1 1 0 0,-1 1-1 0 0,1-1 0 0 0,-1 1 0 0 0,1-1 6 0 0,-7 9 42 0 0,-1-1 1 0 0,0 0-1 0 0,0 0 0 0 0,0-1 1 0 0,-1 0-1 0 0,0-1 0 0 0,-13 7 1 0 0,-11 9-6 0 0,7-3-38 0 0,6-5 20 0 0,0 0 0 0 0,-30 31 0 0 0,49-44-35 0 0,0 1 0 0 0,-1-1 0 0 0,1 1 0 0 0,0-1 0 0 0,0 1 0 0 0,0-1 0 0 0,0 1 0 0 0,0 0 0 0 0,0-1 0 0 0,0 1 0 0 0,1 0 0 0 0,-1 0 0 0 0,1 0 0 0 0,-1 0 0 0 0,1 2 0 0 0,2 6 0 0 0,0-7 0 0 0,0-1 0 0 0,0 1 0 0 0,0-1 0 0 0,0 1 0 0 0,0-1 0 0 0,1 0 0 0 0,-1 0 0 0 0,1 0 0 0 0,0-1 0 0 0,0 1 0 0 0,-1 0 0 0 0,1-1 0 0 0,0 0 0 0 0,0 0 0 0 0,6 2 0 0 0,3 0 0 0 0,-1-1 0 0 0,1 0 0 0 0,11 1 0 0 0,3-3-623 0 0,0-1 0 0 0,-1 0 0 0 0,1-2 0 0 0,-1-2 0 0 0,0 0 0 0 0,0-1 1 0 0,0-1-1 0 0,-1-2 0 0 0,42-20 0 0 0,-38 14-9092 0 0</inkml:trace>
  <inkml:trace contextRef="#ctx0" brushRef="#br0" timeOffset="1">910 1 9671 0 0,'0'0'17297'0'0,"2"0"-15539"0"0,180 9 1823 0 0,-98-7-3424 0 0,-56-1-162 0 0,26 1-1138 0 0,-20 1-3715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20183 0 0,'-8'0'153'0'0,"4"0"102"0"0,-1 0 1 0 0,1 0-1 0 0,-1 0 1 0 0,1 1 0 0 0,-1 0-1 0 0,1 0 1 0 0,-8 3-1 0 0,6-2-125 0 0,5-1 440 0 0,5 7 981 0 0,-2-6-1418 0 0,0 0-1 0 0,0 0 1 0 0,0-1-1 0 0,0 1 1 0 0,0 0-1 0 0,0-1 1 0 0,0 1 0 0 0,1-1-1 0 0,-1 0 1 0 0,1 0-1 0 0,-1 0 1 0 0,1 0-1 0 0,-1 0 1 0 0,6 0 0 0 0,4 1 324 0 0,22 0 1 0 0,16-1-795 0 0,68-10-1 0 0,48-18-4815 0 0,-130 19 3573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8 11519 0 0,'0'0'887'0'0,"-1"-1"-156"0"0,-2 0-62 0 0,1 0-1 0 0,0 0 1 0 0,0 0 0 0 0,0 1 0 0 0,0-1 0 0 0,-1 1 0 0 0,1-1 0 0 0,0 1-1 0 0,-1 0 1 0 0,1 0 0 0 0,0 0 0 0 0,-1 0 0 0 0,1 0 0 0 0,0 0 0 0 0,-1 1 0 0 0,1-1-1 0 0,0 1 1 0 0,0 0 0 0 0,-3 0 0 0 0,3 1-429 0 0,-1-1-1 0 0,1 1 0 0 0,0-1 1 0 0,0 1-1 0 0,0 0 1 0 0,1 0-1 0 0,-4 3 1 0 0,-6 10 523 0 0,0 1 0 0 0,1 0 0 0 0,-15 35 0 0 0,-14 57 121 0 0,35-96-863 0 0,1-1 0 0 0,0 1 1 0 0,1 0-1 0 0,1-1 0 0 0,0 1 1 0 0,0 0-1 0 0,2 0 0 0 0,-1 0 0 0 0,1 0 1 0 0,1 0-1 0 0,3 12 0 0 0,-2-13-9 0 0,1-1-1 0 0,0 0 0 0 0,0 0 0 0 0,1-1 0 0 0,0 1 1 0 0,1-1-1 0 0,0 0 0 0 0,0 0 0 0 0,1-1 0 0 0,0 0 1 0 0,1 0-1 0 0,12 9 0 0 0,-12-11-32 0 0,0 0 1 0 0,0-1-1 0 0,1-1 0 0 0,-1 1 1 0 0,1-1-1 0 0,0-1 1 0 0,1 0-1 0 0,-1 0 0 0 0,0-1 1 0 0,1 0-1 0 0,0 0 0 0 0,-1-1 1 0 0,1 0-1 0 0,0-1 1 0 0,-1 0-1 0 0,1-1 0 0 0,0 0 1 0 0,14-4-1 0 0,-14 3 1 0 0,-1 0 1 0 0,0-1-1 0 0,0 0 1 0 0,0-1-1 0 0,-1 0 0 0 0,1 0 1 0 0,-1-1-1 0 0,0 0 1 0 0,0-1-1 0 0,0 0 0 0 0,-1 0 1 0 0,0 0-1 0 0,0-1 1 0 0,-1 0-1 0 0,0 0 0 0 0,0-1 1 0 0,0 1-1 0 0,-1-1 1 0 0,4-9-1 0 0,-6 9 20 0 0,0 1 0 0 0,0-1-1 0 0,-1 1 1 0 0,1-1 0 0 0,0-10 0 0 0,-3 16 0 0 0,0 1 0 0 0,0-1 0 0 0,0 0 0 0 0,0 0 1 0 0,0 1-1 0 0,0-1 0 0 0,0 0 0 0 0,-1 1 0 0 0,1-1 0 0 0,-1 0 0 0 0,1 1 1 0 0,-1-1-1 0 0,-1-2 0 0 0,1 4 0 0 0,0-1 1 0 0,1 0 0 0 0,-1 0-1 0 0,0 0 1 0 0,0 0-1 0 0,0 1 1 0 0,0-1-1 0 0,0 0 1 0 0,-1 1 0 0 0,1-1-1 0 0,0 1 1 0 0,0-1-1 0 0,0 1 1 0 0,0-1-1 0 0,0 1 1 0 0,-1 0 0 0 0,1 0-1 0 0,0 0 1 0 0,0 0-1 0 0,-1 0 1 0 0,0 0-1 0 0,-4 0 17 0 0,1 1 0 0 0,0 0 0 0 0,0 0-1 0 0,0 0 1 0 0,0 1 0 0 0,0-1 0 0 0,0 1-1 0 0,0 1 1 0 0,0-1 0 0 0,1 1 0 0 0,-1-1-1 0 0,1 1 1 0 0,-8 7 0 0 0,2-1-6 0 0,1 1 0 0 0,-1 0 1 0 0,1 0-1 0 0,-8 14 0 0 0,14-19 21 0 0,0 0 0 0 0,0 0-1 0 0,1 0 1 0 0,0 1 0 0 0,0-1 0 0 0,0 1-1 0 0,1-1 1 0 0,-1 1 0 0 0,1 0 0 0 0,1 0-1 0 0,-1 8 1 0 0,1-12-220 0 0,0 1 0 0 0,0 0 1 0 0,1 0-1 0 0,-1-1 0 0 0,1 1 0 0 0,0-1 0 0 0,0 1 1 0 0,0-1-1 0 0,0 1 0 0 0,0-1 0 0 0,2 4 0 0 0,-1-4-379 0 0,-1 0 0 0 0,1-1 0 0 0,-1 1-1 0 0,1-1 1 0 0,-1 1 0 0 0,1-1 0 0 0,0 0-1 0 0,0 0 1 0 0,0 0 0 0 0,-1 0 0 0 0,1 0-1 0 0,0 0 1 0 0,0 0 0 0 0,0-1 0 0 0,1 1-1 0 0,1 0 1 0 0,11 1-8389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58 26495 0 0,'-1'-1'110'0'0,"0"1"0"0"0,1 0-1 0 0,-1-1 1 0 0,1 1 0 0 0,-1-1-1 0 0,0 1 1 0 0,1-1 0 0 0,-1 1 0 0 0,1-1-1 0 0,-1 1 1 0 0,1-1 0 0 0,-1 0-1 0 0,1 1 1 0 0,0-1 0 0 0,-1 1 0 0 0,1-1-1 0 0,0 0 1 0 0,-1 0 0 0 0,1 1-1 0 0,0-1 1 0 0,0-1 0 0 0,0 1 16 0 0,0 0 1 0 0,0 0 0 0 0,0 0 0 0 0,1 0-1 0 0,-1 0 1 0 0,0 0 0 0 0,1 0 0 0 0,-1 0-1 0 0,1 0 1 0 0,-1 0 0 0 0,1 0-1 0 0,-1 0 1 0 0,1 0 0 0 0,0 1 0 0 0,-1-1-1 0 0,2-1 1 0 0,1 0 3 0 0,0 0 0 0 0,0 0 0 0 0,1 0 0 0 0,-1 0 0 0 0,0 0 0 0 0,0 1 0 0 0,1 0 0 0 0,-1 0 1 0 0,1 0-1 0 0,4-1 0 0 0,37-4 54 0 0,-44 6-171 0 0,14-2-3 0 0,0 1-1 0 0,0 1 1 0 0,0 1-1 0 0,-1 0 1 0 0,1 0-1 0 0,0 1 1 0 0,16 6-1 0 0,-19-1-9 0 0,-10-5 0 0 0,0-1 0 0 0,0 2 0 0 0,0-1 0 0 0,0 0 0 0 0,-1 0 0 0 0,1 0 0 0 0,-1 1 0 0 0,0-1 0 0 0,0 1 0 0 0,0-1 0 0 0,0 1 0 0 0,0-1 0 0 0,0 1 0 0 0,0 4 0 0 0,-1-2 0 0 0,0-1 0 0 0,0 1 0 0 0,0-1 0 0 0,-1 1 0 0 0,1-1 0 0 0,-1 1 0 0 0,0-1 0 0 0,-2 6 0 0 0,-2 2 0 0 0,-1-1 0 0 0,0 1 0 0 0,0-1 0 0 0,-1 1 0 0 0,-10 11 0 0 0,-70 81 0 0 0,28-35 0 0 0,56-65 0 0 0,1-1 0 0 0,0 1 0 0 0,0-1 0 0 0,0 1 0 0 0,0 0 0 0 0,0-1 0 0 0,1 1 0 0 0,0 0 0 0 0,0 0 0 0 0,0 0 0 0 0,0 1 0 0 0,0-1 0 0 0,1 0 0 0 0,0 5 0 0 0,4 0 0 0 0,-1-7 0 0 0,-1 1 0 0 0,1-1 0 0 0,1 0 0 0 0,-1 0 0 0 0,0 0 0 0 0,0 0 0 0 0,1 0 0 0 0,-1-1 0 0 0,1 1 0 0 0,-1-1 0 0 0,1 0 0 0 0,0 0 0 0 0,0 0 0 0 0,-1-1 0 0 0,1 0 0 0 0,0 1 0 0 0,0-1 0 0 0,3-1 0 0 0,9 1 0 0 0,-1-2 0 0 0,1 0 0 0 0,16-5 0 0 0,18-6-370 0 0,0-3 0 0 0,75-35 1 0 0,-57 17-3365 0 0,-1-2-1 0 0,107-79 1 0 0,-170 112 4150 0 0,-1 0 0 0 0,0 0 0 0 0,0 0 0 0 0,0-1-1 0 0,0 1 1 0 0,3-7 3737 0 0,-11 10-3744 0 0,0 1 0 0 0,0-1 0 0 0,0 1 0 0 0,0 1 0 0 0,0-1 0 0 0,1 1 0 0 0,-1-1-1 0 0,0 1 1 0 0,1 1 0 0 0,0-1 0 0 0,-5 3 0 0 0,-6 6-208 0 0,-23 21-1 0 0,23-19 88 0 0,4-4-279 0 0,0 1-1 0 0,1 0 1 0 0,1 0 0 0 0,0 1 0 0 0,0 1-1 0 0,-13 23 1 0 0,20-32-9 0 0,0 1 1 0 0,1-1-1 0 0,0 1 1 0 0,0 0-1 0 0,0-1 1 0 0,0 1-1 0 0,0 0 1 0 0,1 0-1 0 0,-1 0 1 0 0,1 0-1 0 0,0 0 1 0 0,1 6 0 0 0,0-6-1 0 0,0-1 0 0 0,1 0 0 0 0,-1 0 0 0 0,0 1 0 0 0,1-1 0 0 0,0 0 0 0 0,0 0 0 0 0,0-1 0 0 0,0 1 0 0 0,0 0 0 0 0,0-1 0 0 0,1 1 0 0 0,-1-1 0 0 0,1 0 0 0 0,0 0 0 0 0,5 4 0 0 0,0-2 0 0 0,0 0 0 0 0,0 0 0 0 0,0-1 0 0 0,1 0 0 0 0,-1 0 0 0 0,1-1 0 0 0,0 0 0 0 0,17 1 0 0 0,-7-2 0 0 0,1-1 0 0 0,38-4 0 0 0,-48 3-7 0 0,0-1 0 0 0,0-1 0 0 0,0 0 0 0 0,-1 0-1 0 0,1 0 1 0 0,-1-1 0 0 0,0-1 0 0 0,14-8 0 0 0,-19 10 4 0 0,0 0-1 0 0,0 0 1 0 0,0-1 0 0 0,0 1-1 0 0,-1-1 1 0 0,1 0-1 0 0,-1 1 1 0 0,0-2 0 0 0,0 1-1 0 0,0 0 1 0 0,-1-1 0 0 0,1 1-1 0 0,-1-1 1 0 0,0 1-1 0 0,-1-1 1 0 0,1 0 0 0 0,-1 0-1 0 0,1-9 1 0 0,-2 10-6 0 0,0-1 0 0 0,-1 1 0 0 0,1 0 0 0 0,-1 0 1 0 0,0 0-1 0 0,0 0 0 0 0,-1 0 0 0 0,1 0 0 0 0,-1 0 0 0 0,0 0 0 0 0,0 1 0 0 0,0-1 0 0 0,-1 1 0 0 0,-2-4 0 0 0,-2-2-130 0 0,-1 1-1 0 0,0 0 0 0 0,0 0 1 0 0,-10-7-1 0 0,-38-25-3024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72 17967 0 0,'-1'-2'1387'0'0,"0"-5"-855"0"0,1 0 0 0 0,-1 0 0 0 0,2-12 0 0 0,5-10 10033 0 0,-4 30-10521 0 0,-1 0 1 0 0,1 0-1 0 0,-1 0 1 0 0,0 0-1 0 0,0 0 1 0 0,1 0-1 0 0,-1 1 0 0 0,0-1 1 0 0,0 0-1 0 0,0 1 1 0 0,0-1-1 0 0,-1 1 0 0 0,1-1 1 0 0,0 1-1 0 0,0 2 1 0 0,7 18-43 0 0,-2 0 0 0 0,-1 0 1 0 0,-1 0-1 0 0,3 43 0 0 0,-6 92-4 0 0,-1-155 2 0 0,-4 86-46 0 0,0 50-237 0 0,4-137-85 0 0,11-4-4136 0 0,-2-2 3522 0 0,-1-1 0 0 0,0 1 0 0 0,0-1 0 0 0,0-1 0 0 0,-1 1 0 0 0,0-1 0 0 0,10-14 0 0 0,8-5-315 0 0,41-42 250 0 0,59-57 2944 0 0,-109 108-714 0 0,3-2 912 0 0,-6 10 4991 0 0,-49 20-4491 0 0,2 8-2423 0 0,-45 33-1 0 0,63-39-130 0 0,0 0-1 0 0,1 0 0 0 0,1 1 1 0 0,-21 27-1 0 0,33-38-40 0 0,1-1 0 0 0,-1 1 0 0 0,0 0 0 0 0,1 0 0 0 0,0 0 0 0 0,-1 0 0 0 0,1 0 0 0 0,0 0 0 0 0,0 0 0 0 0,1 0 0 0 0,-1 0 0 0 0,1 0 0 0 0,0 0 0 0 0,-1 4 0 0 0,2-5 0 0 0,-1 0 0 0 0,1 0 0 0 0,-1 0 0 0 0,1 0 0 0 0,-1 0 0 0 0,1 0 0 0 0,0 0 0 0 0,0-1 0 0 0,0 1 0 0 0,0 0 0 0 0,0-1 0 0 0,0 1 0 0 0,0-1 0 0 0,1 1 0 0 0,-1-1 0 0 0,1 1 0 0 0,-1-1 0 0 0,1 0 0 0 0,-1 0 0 0 0,1 0 0 0 0,0 0 0 0 0,-1 0 0 0 0,1 0 0 0 0,2 1 0 0 0,20 6 0 0 0,0 0 0 0 0,0-1 0 0 0,1-2 0 0 0,35 5 0 0 0,102-2 0 0 0,-74-6 0 0 0,-53 1-1035 0 0,-32-2-33 0 0,4 3-53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4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91 13823 0 0,'-49'-34'1701'0'0,"34"22"652"0"0,-1 1-1 0 0,-1 1 0 0 0,-29-14 1655 0 0,42 36-2508 0 0,2 2-1188 0 0,1 0-1 0 0,0-1 1 0 0,1 1 0 0 0,0 0-1 0 0,1 0 1 0 0,5 22-1 0 0,0 9 91 0 0,64 504 1071 0 0,-30-320-1290 0 0,8 55-69 0 0,-20 2-15 0 0,-26-261-106 0 0,-2 1 0 0 0,-1 0 0 0 0,-8 47 0 0 0,8-70-110 0 0,0 1 0 0 0,0-1 0 0 0,0 0 0 0 0,0 0 0 0 0,-1 0 0 0 0,0 0 0 0 0,1 0 0 0 0,-1 0 0 0 0,-4 5 0 0 0,-1-28-5511 0 0,6 2 3310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14743 0 0,'0'0'1136'0'0,"2"-2"-746"0"0,7-2 1038 0 0,0 0 0 0 0,1 0 0 0 0,-1 0 0 0 0,19-3 0 0 0,43-5 2836 0 0,-27 6-4005 0 0,93-13 1274 0 0,162-2 0 0 0,141 22-1185 0 0,-382-1-274 0 0,1140 36 257 0 0,209 73-395 0 0,-730-43 64 0 0,-338-32 0 0 0,172 3 0 0 0,-448-34 0 0 0,409 13-5 0 0,-422-15-1 0 0,0-1-46 0 0,32 2 39 0 0,-56-1-265 0 0,30-1 0 0 0,-59-18-1686 0 0,3 16 1938 0 0,0 2-67 0 0,0 0 0 0 0,0-1 0 0 0,0 1 0 0 0,1 0-1 0 0,-1 0 1 0 0,0 0 0 0 0,0-1 0 0 0,0 1 0 0 0,0 0 0 0 0,-1 0-1 0 0,1 0 1 0 0,0 0 0 0 0,0-1 0 0 0,0 1 0 0 0,0 0 0 0 0,0 0 0 0 0,0 0-1 0 0,0 0 1 0 0,0-1 0 0 0,0 1 0 0 0,0 0 0 0 0,0 0 0 0 0,-1 0-1 0 0,1 0 1 0 0,0-1 0 0 0,0 1 0 0 0,0 0 0 0 0,0 0 0 0 0,0 0-1 0 0,-1 0 1 0 0,1 0 0 0 0,0 0 0 0 0,0 0 0 0 0,0 0 0 0 0,0 0-1 0 0,-1-1 1 0 0,1 1 0 0 0,0 0 0 0 0,0 0 0 0 0,0 0 0 0 0,-1 0-1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 5983 0 0,'-23'-8'8632'0'0,"25"8"-7867"0"0,1 0 0 0 0,-1 0 0 0 0,0 1 0 0 0,0-1 0 0 0,1 0 0 0 0,-1 1 0 0 0,0 0 1 0 0,0-1-1 0 0,0 1 0 0 0,0 0 0 0 0,0 0 0 0 0,0 0 0 0 0,0 1 0 0 0,2 1 0 0 0,-1-1-359 0 0,-1 0 1 0 0,0 1-1 0 0,0-1 1 0 0,0 1-1 0 0,0 0 1 0 0,0 0 0 0 0,0-1-1 0 0,2 7 1 0 0,0 3-318 0 0,0 0 1 0 0,-1 1 0 0 0,-1-1-1 0 0,2 15 1 0 0,-3-18 627 0 0,7 84-105 0 0,-5 116-1 0 0,-3-134-502 0 0,-11 183-13 0 0,3 88 69 0 0,12-119 200 0 0,-4-106-2609 0 0,4-1-8092 0 0,-2-93 1586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2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6533 129 10591 0 0,'-26'-1'-566'0'0,"-13"-1"9186"0"0,0 0 851 0 0,13 2-8703 0 0,-200-14 2402 0 0,128 6-2884 0 0,-286-22-40 0 0,-251-17-225 0 0,-489 22 59 0 0,2 57 0 0 0,821-19-80 0 0,-348 20 0 0 0,164 1 0 0 0,-241 16 0 0 0,443-41 0 0 0,-8 0 0 0 0,212-5-2837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5983 0 0,'-12'1'16823'0'0,"8"15"-15928"0"0,0 0 1 0 0,0 1-1 0 0,2-1 1 0 0,-1 18-1 0 0,3 67 270 0 0,0-18-554 0 0,1-41-607 0 0,0 1 0 0 0,3 0-1 0 0,2 0 1 0 0,1-1 0 0 0,24 74 0 0 0,-28-109 240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67 7367 0 0,'0'0'334'0'0,"-16"-21"13322"0"0,23 17-7619 0 0,7 1-5561 0 0,-9 2 144 0 0,18-3 61 0 0,-1 1-1 0 0,46 0 1 0 0,-6 1-390 0 0,536-22-100 0 0,-551 23-823 0 0,-10 0-785 0 0,-1 2-1 0 0,40 5 1 0 0,-46 0-194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 14743 0 0,'-2'-7'14279'0'0,"9"27"-12099"0"0,3 29-1682 0 0,-2 0 1 0 0,2 79 0 0 0,-9-118-457 0 0,-1 22-9 0 0,0-20-3466 0 0,12-13 41 0 0,2-3 1651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8751 0 0,'2'-1'10035'0'0,"11"-2"-8786"0"0,-1 0-1 0 0,1 0 1 0 0,0 1 0 0 0,14 0-1 0 0,56 2 5216 0 0,-40 1-5190 0 0,-10-1-1287 0 0,-6-1-93 0 0,0 1 0 0 0,44 7 0 0 0,-54-5-244 0 0,13 3-490 0 0,-28-5 598 0 0,0 1 0 0 0,0-1 1 0 0,0 1-1 0 0,-1 0 0 0 0,1 0 0 0 0,0-1 1 0 0,-1 1-1 0 0,1 0 0 0 0,0 1 0 0 0,-1-1 1 0 0,1 0-1 0 0,1 2 0 0 0,3 7-1478 0 0</inkml:trace>
  <inkml:trace contextRef="#ctx0" brushRef="#br0" timeOffset="1">28 245 25111 0 0,'0'0'2276'0'0,"2"0"-1876"0"0,177-26 3920 0 0,-165 24-4248 0 0,229-25 396 0 0,-184 19-407 0 0,1 0-4518 0 0,-46 8-5811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3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24391 0 0,'0'0'8039'0'0,"3"5"-7798"0"0,-1 7-241 0 0,-1 0 1 0 0,0 0-1 0 0,-2 16 0 0 0,1-9 10 0 0,-9 86 40 0 0,1 1-15 0 0,15 56-35 0 0,-1-46 0 0 0,-3-29 0 0 0,-2-79-16 0 0,0-7-61 0 0,-3-2-198 0 0,0 0 144 0 0,1 0-1 0 0,-1 0 1 0 0,1 0-1 0 0,-1 0 1 0 0,1 0-1 0 0,0-1 1 0 0,-2-1-1 0 0,0 0-97 0 0,-4-3-645 0 0,1-1 0 0 0,0 0 0 0 0,-6-11 0 0 0,11 16 708 0 0,-9-13-1523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28 13359 0 0,'-7'-4'1384'0'0,"-11"-11"12771"0"0,22 13-13879 0 0,-1 1 1 0 0,1 0 0 0 0,-1 0-1 0 0,1 0 1 0 0,-1 0 0 0 0,1 0-1 0 0,0 1 1 0 0,4-1 0 0 0,33 1 372 0 0,-33 0-544 0 0,306 19 520 0 0,-261-17-628 0 0,231 9-86 0 0,-2 22-18 0 0,-269-31-595 0 0,28 7 1136 0 0,-23-1-3218 0 0,-16-7 1809 0 0,-1 0 0 0 0,1 1 0 0 0,-1-1 0 0 0,0 0 0 0 0,1 1-1 0 0,-1-1 1 0 0,2 4 0 0 0,3 6-8381 0 0</inkml:trace>
  <inkml:trace contextRef="#ctx0" brushRef="#br0" timeOffset="1">1059 438 21335 0 0,'0'0'977'0'0,"2"-1"-19"0"0,14-5 7082 0 0,-18 6-7956 0 0,1 0 0 0 0,-1 0 0 0 0,0 1 0 0 0,0-1 0 0 0,0 0 0 0 0,1 1 0 0 0,-1-1 0 0 0,0 1 0 0 0,0 0 0 0 0,1-1 0 0 0,-1 1 0 0 0,1 0 0 0 0,-4 2 0 0 0,-11 4 68 0 0,-13 2-126 0 0,0 2-1 0 0,0 0 1 0 0,2 2 0 0 0,-28 16 0 0 0,50-26-26 0 0,0 1 0 0 0,1-1 0 0 0,-1 0 0 0 0,1 1 0 0 0,-6 6 0 0 0,9-8 0 0 0,-1-1 0 0 0,1 1 0 0 0,0 0 0 0 0,-1 0 0 0 0,1 0 0 0 0,0 0 0 0 0,0 0 0 0 0,1 0 0 0 0,-1 0 0 0 0,0 0 0 0 0,0 1 0 0 0,1-1 0 0 0,0 0 0 0 0,-1 0 0 0 0,1 0 0 0 0,0 4 0 0 0,0-5 0 0 0,0-1 0 0 0,0 1 0 0 0,0 0 0 0 0,0 0 0 0 0,0-1 0 0 0,0 1 0 0 0,0 0 0 0 0,0-1 0 0 0,0 1 0 0 0,1 0 0 0 0,-1-1 0 0 0,0 1 0 0 0,0 0 0 0 0,1-1 0 0 0,-1 1 0 0 0,0 0 0 0 0,1-1 0 0 0,-1 1 0 0 0,1-1 0 0 0,-1 1 0 0 0,1-1 0 0 0,-1 1 0 0 0,1-1 0 0 0,-1 1 0 0 0,2 0 0 0 0,0 0 0 0 0,3 4 0 0 0,-1-1 0 0 0,2 0 0 0 0,-1 0 0 0 0,0 0 0 0 0,1-1 0 0 0,0 1 0 0 0,12 4 0 0 0,48 13 0 0 0,-27-10 0 0 0,-18-5 0 0 0,26 4 0 0 0,-29-7 0 0 0,-1 1 0 0 0,31 10 0 0 0,-16-2 0 0 0,-21-5 0 0 0,-5 1 0 0 0,-5-6 0 0 0,0 0 0 0 0,-1 0 0 0 0,1 0 0 0 0,-1 0 0 0 0,0 1 0 0 0,0-1 0 0 0,0 0 0 0 0,0 0 0 0 0,0 0 0 0 0,0 0 0 0 0,0 0 0 0 0,-1 1 0 0 0,1-1 0 0 0,-1 0 0 0 0,1 0 0 0 0,-1 0 0 0 0,0 0 0 0 0,0 0 0 0 0,0 0 0 0 0,0-1 0 0 0,0 1 0 0 0,-1 0 0 0 0,1 0 0 0 0,0-1 0 0 0,-1 1 0 0 0,1-1 0 0 0,-4 3 0 0 0,-4 3 0 0 0,0 0 0 0 0,-1 0 0 0 0,-19 9 0 0 0,21-12 0 0 0,-10 6-56 0 0,5-2-168 0 0,0-1 0 0 0,-1 0-1 0 0,1-1 1 0 0,-28 8 0 0 0,40-14-539 0 0,16-3-8033 0 0,1-2 516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4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36 3223 0 0,'5'-2'167'0'0,"-3"1"-106"0"0,0 1 0 0 0,-1-1 0 0 0,1 0 1 0 0,0 1-1 0 0,-1-1 0 0 0,1 0 0 0 0,-1 0 1 0 0,1 0-1 0 0,-1-1 0 0 0,1 1 1 0 0,-1 0-1 0 0,5-21 17852 0 0,-6 22-17570 0 0,-1 0 0 0 0,1 0 0 0 0,-1 0 0 0 0,1 0 0 0 0,0 0 0 0 0,-1 0 0 0 0,1 0 0 0 0,-1 0 0 0 0,-16-1 3984 0 0,1 3-3336 0 0,13-2-1282 0 0,-6 1 501 0 0,1 1-1 0 0,0 0 1 0 0,0 1-1 0 0,0 0 1 0 0,1 0-1 0 0,-1 0 0 0 0,-7 5 1 0 0,0 1 4 0 0,1 1 0 0 0,-19 15 0 0 0,32-24-210 0 0,-2 1 23 0 0,0 1-1 0 0,0 0 1 0 0,0 0 0 0 0,0 0 0 0 0,0 0 0 0 0,0 0 0 0 0,1 1 0 0 0,0-1 0 0 0,-2 5 0 0 0,3 1-27 0 0,1-8-22 0 0,1 1 0 0 0,0 0 0 0 0,0 0 0 0 0,0 0 0 0 0,0-1 0 0 0,0 1 0 0 0,0 0 0 0 0,0-1 0 0 0,1 1 1 0 0,-1-1-1 0 0,1 1 0 0 0,-1-1 0 0 0,1 0 0 0 0,-1 0 0 0 0,1 1 0 0 0,0-1 0 0 0,-1 0 0 0 0,1-1 0 0 0,0 1 0 0 0,0 0 0 0 0,0 0 0 0 0,0-1 0 0 0,3 1 0 0 0,1 1-50 0 0,-1-1-1 0 0,0 0 0 0 0,1-1 0 0 0,-1 1 0 0 0,0-1 0 0 0,1 0 1 0 0,10-2-1 0 0,-7 0-10 0 0,0 0 0 0 0,0 0 1 0 0,0-1-1 0 0,0 0 0 0 0,0-1 1 0 0,-1 0-1 0 0,0-1 0 0 0,11-6 1 0 0,-4 0 36 0 0,-7 6 57 0 0,0-1 0 0 0,-1 0 0 0 0,10-10 0 0 0,-16 15-2 0 0,-1 1 1 0 0,0 0-1 0 0,1 0 0 0 0,-1 0 0 0 0,1 0 0 0 0,-1 0 0 0 0,1-1 0 0 0,-1 1 0 0 0,1 0 0 0 0,-1 0 0 0 0,1 0 0 0 0,-1 0 1 0 0,1 0-1 0 0,-1 1 0 0 0,1-1 0 0 0,-1 0 0 0 0,0 0 0 0 0,1 0 0 0 0,-1 0 0 0 0,1 0 0 0 0,-1 1 0 0 0,1-1 1 0 0,-1 0-1 0 0,0 0 0 0 0,1 1 0 0 0,-1-1 0 0 0,1 1 0 0 0,14 10 49 0 0,-10-7-24 0 0,11 8-19 0 0,1 1 38 0 0,31 17 1 0 0,-41-26-343 0 0,0-1 0 0 0,1 0 1 0 0,-1 0-1 0 0,1-1 0 0 0,0 0 0 0 0,-1 0 1 0 0,17 0-1 0 0,19-3-5986 0 0,-29-1-2210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3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12 10135 0 0,'-3'-12'17145'0'0,"2"30"-8928"0"0,0-9-11332 0 0,2 49 3307 0 0,16 114 1 0 0,-5-96-214 0 0,17 78-161 0 0,-26-140-7 0 0</inkml:trace>
  <inkml:trace contextRef="#ctx0" brushRef="#br0" timeOffset="0.5">1 226 15199 0 0,'0'0'1172'0'0,"8"-3"1884"0"0,40-6 6094 0 0,1 7-5673 0 0,51 8-3687 0 0,-62-3 940 0 0,328 25-553 0 0,-271-20-2620 0 0,-68-5-8402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46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23815 0 0,'-2'0'2159'0'0,"-2"0"-1717"0"0,3 0-95 0 0,3 1 34 0 0,22 3 161 0 0,1-1 1 0 0,-1-1-1 0 0,47-3 0 0 0,-26 0-583 0 0,14-3-933 0 0,-36 2-573 0 0,23 0-1 0 0,-38 3 257 0 0,0-1 0 0 0,0 1 0 0 0,13 4 0 0 0,-9 0-789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4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65 13359 0 0,'-4'0'-1071'0'0,"-17"-2"11920"0"0,30-1-8884 0 0,144-30-943 0 0,-50 13-5936 0 0,-68 13-2937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4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9215 0 0,'0'0'14089'0'0,"-1"2"-12677"0"0,-1 8-678 0 0,-1 0-1 0 0,0 0 0 0 0,-1 0 0 0 0,0-1 0 0 0,-1 1 1 0 0,-5 8-1 0 0,-3 3-319 0 0,-24 28 1 0 0,13-21-74 0 0,-2-1 1 0 0,-45 37 0 0 0,0-7-101 0 0,30-22-122 0 0,23-18-44 0 0,6-4-11 0 0,12-13-62 0 0,0 1 0 0 0,0-1 1 0 0,0 1-1 0 0,0-1 0 0 0,0 0 1 0 0,0 1-1 0 0,0-1 0 0 0,0 1 1 0 0,0-1-1 0 0,0 0 0 0 0,0 1 1 0 0,0-1-1 0 0,0 1 0 0 0,0-1 1 0 0,1 0-1 0 0,-1 1 0 0 0,0-1 1 0 0,0 0-1 0 0,0 1 0 0 0,1-1 1 0 0,-1 1-1 0 0,1-1 0 0 0,-1 1-2 0 0,0 0 0 0 0,1 0 0 0 0,-1 0 0 0 0,1 0 0 0 0,-1 0 0 0 0,1 0 0 0 0,-1 0 0 0 0,1 0 0 0 0,0-1 0 0 0,0 1 0 0 0,-1 0 0 0 0,1 0 0 0 0,0-1 0 0 0,0 1 0 0 0,0-1 0 0 0,-1 1 0 0 0,1-1 0 0 0,0 1 0 0 0,0-1 0 0 0,0 1 0 0 0,0-1 0 0 0,0 0 0 0 0,2 1 0 0 0,0 0 0 0 0,4 1 34 0 0,1-1-1 0 0,-1 1 1 0 0,0-1 0 0 0,0-1-1 0 0,1 1 1 0 0,10-2 0 0 0,8 1 11 0 0,53-4-246 0 0,54-4 166 0 0,-70 3-130 0 0,49-9-2012 0 0,-99 13 1148 0 0,2-1-4428 0 0</inkml:trace>
  <inkml:trace contextRef="#ctx0" brushRef="#br0" timeOffset="1">286 164 22199 0 0,'0'0'2511'0'0,"0"2"-1738"0"0,-1 32 1856 0 0,2 58 807 0 0,3 48-2633 0 0,-1-92-874 0 0,5 59 347 0 0,-7-96-516 0 0,2 0 0 0 0,-1 0 0 0 0,1 0 0 0 0,1-1-1 0 0,0 1 1 0 0,1-1 0 0 0,6 12 0 0 0,-10-20-24 0 0,0-1 0 0 0,0 0 0 0 0,0 1 0 0 0,0-1-1 0 0,0 0 1 0 0,0 1 0 0 0,0-1 0 0 0,0 0 0 0 0,0 0 0 0 0,1 0 0 0 0,-1 0 0 0 0,1 0-1 0 0,-1 0 1 0 0,1 0 0 0 0,-1-1 0 0 0,1 1 0 0 0,-1-1 0 0 0,1 1 0 0 0,-1-1 0 0 0,1 1-1 0 0,0-1 1 0 0,-1 0 0 0 0,1 0 0 0 0,0 1 0 0 0,-1-1 0 0 0,1-1 0 0 0,0 1 0 0 0,-1 0 0 0 0,1 0-1 0 0,0-1 1 0 0,2 0 0 0 0,15-4-2072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4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94 21887 0 0,'1'-3'133'0'0,"0"-1"1"0"0,0 1-1 0 0,-1 0 0 0 0,1 0 1 0 0,-1-1-1 0 0,0 1 0 0 0,0 0 1 0 0,0-1-1 0 0,-1 1 0 0 0,1 0 1 0 0,-1 0-1 0 0,1-1 0 0 0,-1 1 1 0 0,0 0-1 0 0,-1 0 0 0 0,1 0 1 0 0,-2-4-1 0 0,2 7-42 0 0,1-1-1 0 0,-1 0 1 0 0,1 0-1 0 0,-1 1 1 0 0,1-1 0 0 0,-1 1-1 0 0,0-1 1 0 0,1 1-1 0 0,-1-1 1 0 0,0 1-1 0 0,1-1 1 0 0,-1 1 0 0 0,0-1-1 0 0,0 1 1 0 0,1 0-1 0 0,-1-1 1 0 0,0 1-1 0 0,0 0 1 0 0,0 0 0 0 0,1 0-1 0 0,-1-1 1 0 0,0 1-1 0 0,0 0 1 0 0,0 0-1 0 0,0 0 1 0 0,0 0 0 0 0,1 1-1 0 0,-1-1 1 0 0,0 0-1 0 0,0 0 1 0 0,0 0-1 0 0,1 1 1 0 0,-1-1-1 0 0,0 0 1 0 0,0 1 0 0 0,1-1-1 0 0,-2 1 1 0 0,-2 1 430 0 0,0 1 0 0 0,1-1 0 0 0,-1 0 0 0 0,1 1 0 0 0,0 0 0 0 0,-4 3 0 0 0,0 2-412 0 0,1 0-1 0 0,0 0 1 0 0,0 0-1 0 0,1 1 1 0 0,0 0-1 0 0,0 0 0 0 0,1 0 1 0 0,-6 18-1 0 0,9-24-107 0 0,1 0 0 0 0,-1 0 0 0 0,0 0 0 0 0,1 0 0 0 0,0 1 0 0 0,0-1 0 0 0,0 0 0 0 0,0 0 0 0 0,0 0 0 0 0,0 0 0 0 0,1 0-1 0 0,0 1 1 0 0,0-1 0 0 0,-1 0 0 0 0,2 0 0 0 0,-1 0 0 0 0,0-1 0 0 0,1 1 0 0 0,-1 0 0 0 0,1 0 0 0 0,0-1 0 0 0,0 1 0 0 0,0-1 0 0 0,0 0 0 0 0,0 1 0 0 0,0-1-1 0 0,1 0 1 0 0,-1 0 0 0 0,1 0 0 0 0,0-1 0 0 0,-1 1 0 0 0,4 1 0 0 0,1 0-18 0 0,0-1 0 0 0,0 0-1 0 0,0 0 1 0 0,0 0 0 0 0,1-1 0 0 0,-1 0 0 0 0,0 0 0 0 0,1-1-1 0 0,-1 0 1 0 0,1 0 0 0 0,-1 0 0 0 0,1-1 0 0 0,13-4 0 0 0,-14 3 5 0 0,-1 0 0 0 0,0 0 0 0 0,1 0 0 0 0,-1-1 0 0 0,0 0 0 0 0,-1 0 0 0 0,1 0 0 0 0,0-1 0 0 0,-1 0 0 0 0,0 0 0 0 0,0 0 0 0 0,0-1 0 0 0,-1 0 0 0 0,1 0 0 0 0,6-11 0 0 0,-8 12 3 0 0,-1 0 0 0 0,-1-1 0 0 0,1 1 1 0 0,-1-1-1 0 0,0 0 0 0 0,0 1 0 0 0,0-1 0 0 0,0 0 0 0 0,-1 1 1 0 0,0-1-1 0 0,0 0 0 0 0,0 0 0 0 0,0 0 0 0 0,-1 1 0 0 0,0-1 1 0 0,-2-7-1 0 0,1 5-85 0 0,-1 0-1 0 0,0 1 1 0 0,0-1 0 0 0,0 1 0 0 0,-1 0 0 0 0,0-1 0 0 0,0 2 0 0 0,0-1 0 0 0,-1 0 0 0 0,-6-5 0 0 0,8 9-196 0 0,0 1 1 0 0,0-1-1 0 0,0 1 1 0 0,0-1-1 0 0,0 1 1 0 0,0 0-1 0 0,0 0 1 0 0,-1 1-1 0 0,1-1 1 0 0,0 0 0 0 0,0 1-1 0 0,-1 0 1 0 0,1 0-1 0 0,0 0 1 0 0,-1 0-1 0 0,1 1 1 0 0,0-1-1 0 0,-5 2 1 0 0,-6 1-1922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48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346 215 20215 0 0,'0'0'1832'0'0,"-7"-2"-1472"0"0,3 1-39 0 0,-1-1 0 0 0,1 1 0 0 0,-1 1 0 0 0,1-1 1 0 0,-1 1-1 0 0,1 0 0 0 0,-1 0 0 0 0,0 0 0 0 0,1 0 0 0 0,-1 1 0 0 0,1 0 0 0 0,-1 0 0 0 0,1 0 0 0 0,-8 3 0 0 0,-6 4 795 0 0,-1 1 0 0 0,-17 12 0 0 0,15-9-775 0 0,-4 2 208 0 0,-36 28 1 0 0,49-32-408 0 0,1 0-1 0 0,0 0 1 0 0,0 1 0 0 0,-16 22 0 0 0,26-31-140 0 0,0-1-1 0 0,0 1 0 0 0,-1-1 1 0 0,1 1-1 0 0,1 0 0 0 0,-1-1 1 0 0,0 1-1 0 0,0 0 0 0 0,0 0 1 0 0,1-1-1 0 0,-1 1 0 0 0,1 0 1 0 0,0 0-1 0 0,-1 0 0 0 0,1 0 1 0 0,0 0-1 0 0,0 0 0 0 0,0 0 0 0 0,1 0 1 0 0,-1 0-1 0 0,0-1 0 0 0,1 1 1 0 0,-1 0-1 0 0,1 0 0 0 0,-1 0 1 0 0,1 0-1 0 0,0-1 0 0 0,0 1 1 0 0,0 0-1 0 0,0-1 0 0 0,0 1 1 0 0,0-1-1 0 0,1 1 0 0 0,-1-1 1 0 0,0 1-1 0 0,1-1 0 0 0,-1 0 1 0 0,1 0-1 0 0,-1 0 0 0 0,1 0 1 0 0,0 0-1 0 0,2 1 0 0 0,4 2-27 0 0,0 0 0 0 0,1-1 0 0 0,0 0 0 0 0,-1 0 0 0 0,1-1 0 0 0,0 0-1 0 0,16 1 1 0 0,4-2-87 0 0,1 0-1 0 0,0-2 1 0 0,-1-1-1 0 0,1-2 1 0 0,38-9-1 0 0,-57 10 72 0 0,-2 0 1 0 0,1-1-1 0 0,0 0 0 0 0,-1 0 1 0 0,1-1-1 0 0,-1 0 0 0 0,-1-1 1 0 0,1 0-1 0 0,10-10 0 0 0,-16 14 38 0 0,0-1 0 0 0,-1 0 0 0 0,1 0-1 0 0,-1 0 1 0 0,0 0 0 0 0,0 0 0 0 0,0 0-1 0 0,-1-1 1 0 0,1 1 0 0 0,-1-1 0 0 0,0 1-1 0 0,0-1 1 0 0,0 0 0 0 0,0 1 0 0 0,0-1-1 0 0,-1 0 1 0 0,0 1 0 0 0,0-1 0 0 0,0 0-1 0 0,0 0 1 0 0,0 1 0 0 0,-1-1 0 0 0,0 0-1 0 0,0 1 1 0 0,0-1 0 0 0,0 0 0 0 0,0 1 0 0 0,-1 0-1 0 0,-1-4 1 0 0,-2-3-62 0 0,-1 1-1 0 0,0 0 1 0 0,0 1 0 0 0,-1 0 0 0 0,0 0-1 0 0,0 0 1 0 0,-1 0 0 0 0,0 1-1 0 0,0 1 1 0 0,0-1 0 0 0,-1 1 0 0 0,0 1-1 0 0,-10-5 1 0 0,14 7-275 0 0,0 0-1 0 0,0 0 1 0 0,0-1 0 0 0,-5-5-1 0 0,-3-2-1462 0 0</inkml:trace>
  <inkml:trace contextRef="#ctx0" brushRef="#br0" timeOffset="1">863 27 23983 0 0,'0'0'1827'0'0,"-6"-13"-1022"0"0,5 12-744 0 0,1 0 0 0 0,0 0 0 0 0,-1 1 0 0 0,1-1 0 0 0,-1 0 0 0 0,1 1 0 0 0,-1-1 0 0 0,1 0 0 0 0,-1 1 0 0 0,0-1 0 0 0,1 0 0 0 0,-1 1 0 0 0,0-1 1 0 0,1 1-1 0 0,-1-1 0 0 0,0 1 0 0 0,0 0 0 0 0,0-1 0 0 0,1 1 0 0 0,-1 0 0 0 0,0 0 0 0 0,0-1 0 0 0,0 1 0 0 0,0 0 0 0 0,1 0 0 0 0,-1 0 0 0 0,0 0 0 0 0,0 0 0 0 0,0 0 0 0 0,0 0 0 0 0,0 0 0 0 0,1 0 0 0 0,-1 1 0 0 0,0-1 0 0 0,-1 1 0 0 0,-9 0 422 0 0,4 0-206 0 0,0 0 0 0 0,0 0 1 0 0,1 1-1 0 0,-1 0 0 0 0,0 0 0 0 0,0 1 0 0 0,-10 5 1 0 0,-1 3 48 0 0,-21 16 1 0 0,14-10-145 0 0,19-12-152 0 0,1-1-1 0 0,-1 1 1 0 0,0 0-1 0 0,1 1 0 0 0,0-1 1 0 0,1 1-1 0 0,-6 8 1 0 0,8-11-21 0 0,0-1 0 0 0,1 1 0 0 0,-1 0 0 0 0,1 0 1 0 0,0 0-1 0 0,0 0 0 0 0,0 0 0 0 0,0 0 0 0 0,0 0 0 0 0,1 1 0 0 0,-1-1 1 0 0,1 0-1 0 0,0 0 0 0 0,0 0 0 0 0,0 1 0 0 0,1-1 0 0 0,-1 0 1 0 0,1 0-1 0 0,0 4 0 0 0,1-5-11 0 0,-1 1 0 0 0,1-1 0 0 0,-1 1 0 0 0,1-1 0 0 0,0 1 0 0 0,0-1 0 0 0,0 0 0 0 0,0 0 0 0 0,1 0 0 0 0,-1 0 0 0 0,1-1 1 0 0,-1 1-1 0 0,1-1 0 0 0,4 3 0 0 0,1-1-10 0 0,0 1 1 0 0,0-2 0 0 0,16 4-1 0 0,-2-3-11 0 0,-1-1-1 0 0,1-1 0 0 0,-1-1 0 0 0,1-1 0 0 0,-1-1 0 0 0,22-4 1 0 0,-39 5 9 0 0,1 0 0 0 0,-1-1 1 0 0,0 1-1 0 0,1-1 0 0 0,-1 0 1 0 0,0 0-1 0 0,0-1 0 0 0,0 1 1 0 0,0-1-1 0 0,-1 0 0 0 0,1 0 1 0 0,-1 0-1 0 0,1 0 0 0 0,-1-1 1 0 0,0 1-1 0 0,4-9 0 0 0,-5 9 5 0 0,0 0 0 0 0,0 0 0 0 0,-1 0 0 0 0,1-1 0 0 0,-1 1 1 0 0,0 0-1 0 0,0-1 0 0 0,0 1 0 0 0,-1-1 0 0 0,1 1 0 0 0,-1-1 0 0 0,0 0 0 0 0,0 1 0 0 0,0-1 0 0 0,0 1 0 0 0,-1-1 0 0 0,0 1 0 0 0,1-1 0 0 0,-1 1 0 0 0,0-1 0 0 0,-1 1 0 0 0,-1-4 0 0 0,0 2-138 0 0,0 0 1 0 0,-1 0-1 0 0,0 0 1 0 0,0 1-1 0 0,0 0 1 0 0,-1 0-1 0 0,1 0 1 0 0,-1 0-1 0 0,0 1 0 0 0,0-1 1 0 0,0 1-1 0 0,-1 0 1 0 0,1 1-1 0 0,-1 0 1 0 0,0 0-1 0 0,1 0 0 0 0,-1 0 1 0 0,-6 0-1 0 0,6 1-30 0 0,1 0 0 0 0,-1 0-1 0 0,1 1 1 0 0,-1 0-1 0 0,1 0 1 0 0,-1 0-1 0 0,1 0 1 0 0,-1 1 0 0 0,1 0-1 0 0,-1 1 1 0 0,1-1-1 0 0,0 1 1 0 0,-1 0-1 0 0,1 0 1 0 0,0 0 0 0 0,0 1-1 0 0,1 0 1 0 0,-1 0-1 0 0,-8 7 1 0 0,10-7-264 0 0,0-1 0 0 0,1 1 1 0 0,-1 0-1 0 0,1 0 0 0 0,-1 0 0 0 0,1 0 1 0 0,0 0-1 0 0,0 1 0 0 0,0-1 1 0 0,1 1-1 0 0,-1-1 0 0 0,1 1 0 0 0,0 0 1 0 0,0-1-1 0 0,0 1 0 0 0,0 0 1 0 0,1 0-1 0 0,0 0 0 0 0,0 0 0 0 0,0-1 1 0 0,1 8-1 0 0,2 24-2099 0 0,3-8-11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4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9 8287 0 0,'-6'-9'13406'0'0,"1"9"-12831"0"0,0 0 0 0 0,0 1 0 0 0,1-1 1 0 0,-1 1-1 0 0,0 0 0 0 0,1 0 0 0 0,-1 0 1 0 0,1 1-1 0 0,-1 0 0 0 0,1 0 0 0 0,-5 2 1 0 0,-13 6 296 0 0,3-2-455 0 0,0 1 1 0 0,1 0-1 0 0,0 2 0 0 0,1 0 0 0 0,-21 19 0 0 0,28-23-286 0 0,1 1 1 0 0,-10 12-1 0 0,16-17-108 0 0,0 0-1 0 0,0 1 0 0 0,1-1 1 0 0,-1 1-1 0 0,1 0 0 0 0,0 0 0 0 0,0 0 1 0 0,1 0-1 0 0,-3 7 0 0 0,4-10-16 0 0,0 1 0 0 0,-1 0-1 0 0,1-1 1 0 0,0 1 0 0 0,0 0-1 0 0,0 0 1 0 0,0-1 0 0 0,1 1-1 0 0,-1 0 1 0 0,0 0 0 0 0,1-1-1 0 0,0 1 1 0 0,-1 0 0 0 0,1-1-1 0 0,0 1 1 0 0,1 2 0 0 0,0-1-4 0 0,0-1 0 0 0,1 1 0 0 0,-1-1 0 0 0,0 1 0 0 0,1-1 0 0 0,0 0 0 0 0,-1 0 0 0 0,5 2-1 0 0,1 0-46 0 0,1 1 0 0 0,1-1 0 0 0,-1-1 0 0 0,18 5-1 0 0,-13-5-19 0 0,0-1 1 0 0,1 0-1 0 0,24-1 0 0 0,-31-1 45 0 0,-1 0 1 0 0,0-1 0 0 0,1 0-1 0 0,-1-1 1 0 0,0 0 0 0 0,0 0-1 0 0,0 0 1 0 0,0-1-1 0 0,8-4 1 0 0,-13 6 18 0 0,0 0 1 0 0,0-1-1 0 0,0 0 0 0 0,0 1 0 0 0,0-1 1 0 0,0 0-1 0 0,-1 0 0 0 0,1 0 1 0 0,0 0-1 0 0,-1 0 0 0 0,0 0 1 0 0,1 0-1 0 0,-1 0 0 0 0,0-1 0 0 0,0 1 1 0 0,0-1-1 0 0,0 1 0 0 0,-1-1 1 0 0,1 1-1 0 0,-1-4 0 0 0,1 3-22 0 0,-1 0 0 0 0,0-1 1 0 0,-1 1-1 0 0,1-1 0 0 0,0 1 0 0 0,-1-1 0 0 0,0 1 0 0 0,0 0 1 0 0,0-1-1 0 0,0 1 0 0 0,-1 0 0 0 0,1 0 0 0 0,-1 0 1 0 0,-2-3-1 0 0,2 2-186 0 0,-1 1 0 0 0,0-1 0 0 0,1 1 1 0 0,-1 0-1 0 0,-1 0 0 0 0,-3-3 0 0 0,6 6-332 0 0</inkml:trace>
  <inkml:trace contextRef="#ctx0" brushRef="#br0" timeOffset="1">633 159 25655 0 0,'0'0'3096'0'0,"14"7"-2480"0"0,1-4-304 0 0,-1-3-680 0 0,-1 0-136 0 0,0-2-24 0 0,4 1-7088 0 0,7-1-1408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4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137 129 20671 0 0,'0'-6'6641'0'0,"-11"11"-3890"0"0,-12 19-1910 0 0,1 1 1 0 0,-32 47-1 0 0,50-66-827 0 0,1 0 1 0 0,-1 0-1 0 0,1 1 0 0 0,1-1 1 0 0,-1 1-1 0 0,1 0 1 0 0,0 0-1 0 0,-1 8 0 0 0,2-12-12 0 0,1-1-1 0 0,0 0 0 0 0,0 1 0 0 0,0-1 1 0 0,0 0-1 0 0,1 1 0 0 0,-1-1 1 0 0,1 0-1 0 0,-1 0 0 0 0,1 1 0 0 0,0-1 1 0 0,0 0-1 0 0,0 0 0 0 0,0 0 1 0 0,0 0-1 0 0,0 0 0 0 0,0 0 0 0 0,1 0 1 0 0,-1 0-1 0 0,1-1 0 0 0,-1 1 1 0 0,1-1-1 0 0,0 1 0 0 0,0-1 0 0 0,0 1 1 0 0,0-1-1 0 0,0 0 0 0 0,4 2 1 0 0,4 1-51 0 0,0 0 0 0 0,1 0 0 0 0,-1-1 1 0 0,1-1-1 0 0,0 0 0 0 0,0 0 0 0 0,0-1 1 0 0,12 0-1 0 0,-14-1-12 0 0,0-1 0 0 0,0 0 0 0 0,-1 0 1 0 0,1 0-1 0 0,0-1 0 0 0,0-1 0 0 0,-1 0 0 0 0,1 0 0 0 0,-1 0 1 0 0,12-8-1 0 0,-16 9 56 0 0,-1-1 0 0 0,1 0 1 0 0,-1 0-1 0 0,1 0 1 0 0,-1 0-1 0 0,0 0 0 0 0,0-1 1 0 0,-1 1-1 0 0,1-1 1 0 0,-1 0-1 0 0,0 0 0 0 0,0 0 1 0 0,0 0-1 0 0,0 0 0 0 0,-1-1 1 0 0,1 1-1 0 0,-1 0 1 0 0,1-8-1 0 0,-2 6-32 0 0,1 0 0 0 0,-1 0 0 0 0,-1 0 0 0 0,1 0 0 0 0,-1 0 0 0 0,0 0 0 0 0,0 0-1 0 0,-1 0 1 0 0,1 0 0 0 0,-1 1 0 0 0,-1-1 0 0 0,1 1 0 0 0,-6-9 0 0 0,0-1-171 0 0,6 11 10 0 0,0 0 0 0 0,0 0 1 0 0,-1 0-1 0 0,0 0 0 0 0,1 0 0 0 0,-1 1 0 0 0,-5-5 0 0 0</inkml:trace>
  <inkml:trace contextRef="#ctx0" brushRef="#br0" timeOffset="1">563 1 24391 0 0,'0'0'2444'0'0,"7"7"-2075"0"0,-4-2 93 0 0,0 1-1 0 0,-1 0 0 0 0,1 0 0 0 0,-1 0 0 0 0,-1 0 1 0 0,1 0-1 0 0,-1 1 0 0 0,0-1 0 0 0,0 12 0 0 0,1-4-159 0 0,2 24-154 0 0,2 0 0 0 0,2 0 1 0 0,15 45-1 0 0,-14-60-129 0 0,0-2-1 0 0,22 35 1 0 0,-25-45-275 0 0,11 13-2029 0 0,-16-23 2126 0 0,0 0 1 0 0,1 0-1 0 0,-1 0 0 0 0,1 0 1 0 0,-1 0-1 0 0,1 0 1 0 0,0 0-1 0 0,-1 0 1 0 0,1-1-1 0 0,0 1 0 0 0,-1-1 1 0 0,1 1-1 0 0,0-1 1 0 0,2 1-1 0 0,5-2-1617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24879 0 0,'0'0'5209'0'0,"0"3"-4395"0"0,3 18-497 0 0,-2 0 0 0 0,0 1 0 0 0,-1-1 0 0 0,-4 24 0 0 0,1 7-37 0 0,-1-14-280 0 0,-10 50 0 0 0,7-54 0 0 0,6-28 0 0 0,-1-1 0 0 0,1 0 0 0 0,-1 0 0 0 0,-3 5 0 0 0,3-5 0 0 0,-1 0 0 0 0,1 0 0 0 0,-2 11 0 0 0,-11 29 0 0 0,15-44 0 0 0,-1 1 0 0 0,1 0-1 0 0,-1-1 1 0 0,0 1 0 0 0,0 0 0 0 0,1-1-1 0 0,-1 1 1 0 0,0-1 0 0 0,0 0 0 0 0,-1 1-1 0 0,1-1 1 0 0,0 0 0 0 0,0 0 0 0 0,-2 2 0 0 0,-5 4-12 0 0,7-6-62 0 0,-10 0-1075 0 0,27-11-6200 0 0,11-10 4590 0 0,4 0-23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9 6911 0 0,'0'-8'21304'0'0,"8"9"-18084"0"0,-9 1-3096 0 0,0 0-1 0 0,0 0 1 0 0,0-1-1 0 0,0 1 1 0 0,-1 0 0 0 0,1-1-1 0 0,0 1 1 0 0,-1-1-1 0 0,-2 3 1 0 0,-3 1-109 0 0,-1 0 1 0 0,-13 8-1 0 0,-5 3 11 0 0,-56 30-14 0 0,32-19-3 0 0,17-6-6 0 0,21-12-3 0 0,-1 0 0 0 0,-17 19 0 0 0,26-24 0 0 0,0 0 0 0 0,0 1 0 0 0,0-1 0 0 0,1 1 0 0 0,0 0 0 0 0,0 0 0 0 0,0 0 0 0 0,1 1 0 0 0,-1-1 0 0 0,-1 7 0 0 0,4-9 0 0 0,-1-1 0 0 0,1 0 0 0 0,0 0 0 0 0,0 1 0 0 0,0-1 0 0 0,0 0 0 0 0,1 0 0 0 0,-1 0 0 0 0,1 1 0 0 0,-1-1 0 0 0,1 0 0 0 0,0 0 0 0 0,0 0 0 0 0,-1 0 0 0 0,2 0 0 0 0,-1 0 0 0 0,0 0 0 0 0,0 0 0 0 0,1 0 0 0 0,-1-1 0 0 0,0 1 0 0 0,1 0 0 0 0,0-1 0 0 0,-1 1 0 0 0,1-1 0 0 0,0 0 0 0 0,0 1 0 0 0,0-1 0 0 0,0 0 0 0 0,3 1 0 0 0,7 3 0 0 0,0 0 0 0 0,1-1 0 0 0,-1 0 0 0 0,14 2 0 0 0,-12-3 0 0 0,44 8 0 0 0,97 6 0 0 0,-52-8 0 0 0,-19 4 0 0 0,29 2 0 0 0,-100-16 258 0 0,-10 1-3032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8:1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5 195 11975 0 0,'-1'-1'923'0'0,"-2"-3"-463"0"0,2 3 291 0 0,4 1 193 0 0,24-3-596 0 0,1 1 0 0 0,0 1 0 0 0,0 2 0 0 0,33 4 0 0 0,1 0-84 0 0,875 10 670 0 0,-215-23-859 0 0,196-14-13 0 0,201-5 4 0 0,64 37 162 0 0,-1120-9-215 0 0,993-36 1879 0 0,-746-20-1020 0 0,-308 54-752 0 0,0 1-9 0 0,3-4-34 0 0,-3 3-18 0 0,-16-5-550 0 0,-3 2 279 0 0,-1 0-1 0 0,1 1 0 0 0,-1 0 1 0 0,0 2-1 0 0,1 0 1 0 0,-19 2-1 0 0,18-1 41 0 0,-207 2-1262 0 0,-138-2 596 0 0,137-10 843 0 0,43 0 169 0 0,-69-2 106 0 0,-161-3 93 0 0,269 15-240 0 0,-145 0 254 0 0,243 2-333 0 0,-627 23 631 0 0,171 1-578 0 0,-353 13-9 0 0,577-31 187 0 0,-454 4 1022 0 0,565-19-1123 0 0,126 3-142 0 0,-81-19 0 0 0,-80-35-208 0 0,172 51-1660 0 0,17 4 758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44 19519 0 0,'0'0'2222'0'0,"2"0"-1488"0"0,126-29 4636 0 0,-83 22-4983 0 0,1 3 1 0 0,63 1-1 0 0,-96 3-285 0 0,-1 1-1 0 0,0 0 1 0 0,0 1-1 0 0,0 1 1 0 0,0 0-1 0 0,12 5 1 0 0,-23-8-87 0 0,0 0 0 0 0,0 1 0 0 0,0-1 0 0 0,0 1 1 0 0,0-1-1 0 0,0 1 0 0 0,0 0 0 0 0,0-1 0 0 0,-1 1 0 0 0,1 0 0 0 0,0 0 1 0 0,-1-1-1 0 0,1 1 0 0 0,0 0 0 0 0,-1 0 0 0 0,1 0 0 0 0,-1 0 1 0 0,1 0-1 0 0,-1 0 0 0 0,1 0 0 0 0,-1 0 0 0 0,1 2 0 0 0,-1-1 18 0 0,0 0-1 0 0,0 1 1 0 0,-1-1-1 0 0,1 0 1 0 0,0 0 0 0 0,-1 0-1 0 0,1 0 1 0 0,-1 1-1 0 0,0-1 1 0 0,-1 3-1 0 0,-2 3 102 0 0,-1 0 0 0 0,0 0 1 0 0,0 0-1 0 0,-8 8 0 0 0,-7 4 89 0 0,-1 0 1 0 0,-1-2-1 0 0,-48 32 1 0 0,26-19-82 0 0,-1 0-88 0 0,2 2 0 0 0,2 3 0 0 0,-45 48 0 0 0,81-78-27 0 0,0-1 0 0 0,1 1-1 0 0,0 0 1 0 0,1 0 0 0 0,-1 0 0 0 0,1 0 0 0 0,0 1 0 0 0,-2 7-1 0 0,5-13-29 0 0,-1 1 0 0 0,1-1-1 0 0,0 1 1 0 0,0 0-1 0 0,0-1 1 0 0,0 1-1 0 0,0-1 1 0 0,0 1-1 0 0,0 0 1 0 0,0-1-1 0 0,1 1 1 0 0,-1-1 0 0 0,1 1-1 0 0,-1-1 1 0 0,1 1-1 0 0,0 1 1 0 0,1-1-7 0 0,-1-1 1 0 0,0 1-1 0 0,1-1 1 0 0,-1 0 0 0 0,1 1-1 0 0,-1-1 1 0 0,1 0-1 0 0,-1 0 1 0 0,1 0 0 0 0,0 0-1 0 0,0-1 1 0 0,-1 1-1 0 0,1 0 1 0 0,0-1 0 0 0,0 1-1 0 0,0-1 1 0 0,2 1-1 0 0,7 0 7 0 0,0 0 1 0 0,0-1-1 0 0,0 0 0 0 0,0 0 0 0 0,14-3 0 0 0,54-14-82 0 0,-63 13 35 0 0,108-35-1515 0 0,-37 9-1172 0 0,-45 19 1246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24159 0 0,'0'0'3976'0'0,"4"9"-3976"0"0,3 1-176 0 0,1 0 16 0 0</inkml:trace>
  <inkml:trace contextRef="#ctx0" brushRef="#br0" timeOffset="1">90 320 20735 0 0,'-7'6'11448'0'0,"17"-2"-12624"0"0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9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19 11519 0 0,'-13'-18'14741'0'0,"14"20"-14073"0"0,20 60 1246 0 0,16 81-1 0 0,3 69-1326 0 0,-28-114-467 0 0,-12-82-348 0 0,1 0 1 0 0,-2 0 0 0 0,0 0 0 0 0,-4 18 0 0 0,1-25-296 0 0,0 1-3556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13359 0 0,'0'0'1027'0'0,"0"-1"-948"0"0,0 0 0 0 0,0 0 0 0 0,0-1 0 0 0,0 1-1 0 0,0 0 1 0 0,0 0 0 0 0,0-1 0 0 0,1 1 0 0 0,-1 0 0 0 0,1-1 0 0 0,2-2 1038 0 0,0 0-1 0 0,0 0 1 0 0,0 1 0 0 0,1-1 0 0 0,0 1-1 0 0,-1 0 1 0 0,1 0 0 0 0,0 1 0 0 0,0-1 0 0 0,7-2-1 0 0,4-2 5 0 0,28-8-1 0 0,-7 5-773 0 0,1 2 0 0 0,1 1 1 0 0,60-3-1 0 0,-36 9-264 0 0,89 10 1 0 0,-115-5-82 0 0,-1 1 0 0 0,50 16 0 0 0,-68-16-13 0 0,0 2 0 0 0,0-1-1 0 0,-1 2 1 0 0,1 0-1 0 0,-2 1 1 0 0,26 19 0 0 0,-35-23-20 0 0,-1-1 0 0 0,0 1 0 0 0,0 0 0 0 0,-1 0 1 0 0,1 1-1 0 0,-1-1 0 0 0,0 1 0 0 0,-1 0 0 0 0,6 11 0 0 0,-8-13-2 0 0,0 0-1 0 0,0 0 0 0 0,0 0 0 0 0,0 0 0 0 0,0 1 0 0 0,-1-1 1 0 0,0 0-1 0 0,0 0 0 0 0,0 0 0 0 0,0 0 0 0 0,-1 1 0 0 0,0-1 1 0 0,0 0-1 0 0,0 0 0 0 0,0 0 0 0 0,0 0 0 0 0,-3 5 0 0 0,-3 3-76 0 0,-1 0 0 0 0,0 0-1 0 0,0 0 1 0 0,-1-1 0 0 0,-1 0-1 0 0,-18 15 1 0 0,-70 51-1080 0 0,51-44-1368 0 0,29-15 1069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19:59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17047 0 0,'1'0'1311'0'0,"55"0"2796"0"0,11 1 2541 0 0,-23-2-5603 0 0,-32 0-745 0 0,-2 0-209 0 0,0 1-1 0 0,-1-1 0 0 0,1 1 1 0 0,0 1-1 0 0,0 0 0 0 0,-1 0 0 0 0,1 1 1 0 0,12 4-1 0 0,-22-6-90 0 0,1 0 1 0 0,0 0-1 0 0,0 1 0 0 0,-1-1 0 0 0,1 0 1 0 0,0 0-1 0 0,-1 1 0 0 0,1-1 0 0 0,-1 0 1 0 0,1 1-1 0 0,0-1 0 0 0,-1 1 1 0 0,1-1-1 0 0,-1 0 0 0 0,1 1 0 0 0,-1-1 1 0 0,1 1-1 0 0,-1 0 0 0 0,1-1 0 0 0,-1 1 1 0 0,0-1-1 0 0,1 1 0 0 0,-1 0 1 0 0,0-1-1 0 0,1 2 0 0 0,-1 0 9 0 0,1 0 7 0 0,0 0 1 0 0,0 0-1 0 0,0 0 1 0 0,0 0-1 0 0,0 0 1 0 0,-1 0-1 0 0,1 1 0 0 0,-1-1 1 0 0,0 0-1 0 0,0 0 1 0 0,0 0-1 0 0,0 0 0 0 0,0 1 1 0 0,0-1-1 0 0,0 0 1 0 0,-1 0-1 0 0,1 0 1 0 0,-1 0-1 0 0,1 1 0 0 0,-1-1 1 0 0,0 0-1 0 0,-1 2 1 0 0,-3 5 87 0 0,-1-1 1 0 0,1 1 0 0 0,-12 11-1 0 0,9-9-17 0 0,-19 19 73 0 0,-30 27 1 0 0,29-30-23 0 0,-31 38 0 0 0,44-47-138 0 0,12-9 0 0 0,4 0 0 0 0,0-8 0 0 0,1 0 0 0 0,-1 1 0 0 0,1-1 0 0 0,-1 0 0 0 0,1 0 0 0 0,-1 0 0 0 0,1 0 0 0 0,0 0 0 0 0,-1 0 0 0 0,1 0 0 0 0,0 0 0 0 0,0-1 0 0 0,0 1 0 0 0,3 0 0 0 0,29 3 0 0 0,-24-4-88 0 0,1 0 0 0 0,-1-1-1 0 0,0 0 1 0 0,0-1 0 0 0,12-4 0 0 0,52-19-933 0 0,-35 10 543 0 0,-30 12 243 0 0,15-5-1650 0 0,31-15 1 0 0,-25 7-644 0 0</inkml:trace>
  <inkml:trace contextRef="#ctx0" brushRef="#br0" timeOffset="1">868 0 26807 0 0,'0'0'3753'0'0,"2"1"-3314"0"0,20 6-67 0 0,-7-1 94 0 0,2-1-1 0 0,26 6 0 0 0,12-2-530 0 0,21 4-111 0 0,-68-12-414 0 0,38 5 635 0 0,-32-2-3159 0 0,1 3-4062 0 0</inkml:trace>
  <inkml:trace contextRef="#ctx0" brushRef="#br0" timeOffset="2">941 175 13359 0 0,'5'0'10127'0'0,"7"-1"-4902"0"0,75-11-4054 0 0,56-15-2598 0 0,-111 20-374 0 0,0 1 114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 4607 0 0,'-8'-3'19863'0'0,"5"5"-19370"0"0,0 1 1 0 0,0-1-1 0 0,1 1 1 0 0,-1 0-1 0 0,1 0 1 0 0,0 0 0 0 0,0 0-1 0 0,0 0 1 0 0,0 0-1 0 0,0 1 1 0 0,-2 5-1 0 0,-13 44 344 0 0,13-42-523 0 0,-1 8-127 0 0,-8 24 181 0 0,-12 71 0 0 0,23-100-363 0 0,1 1 0 0 0,0 0 0 0 0,1 0 0 0 0,1 0 0 0 0,0 0 0 0 0,1 0 0 0 0,1 0 0 0 0,7 25 0 0 0,-6-29-7 0 0,0-1 0 0 0,1 1 1 0 0,0-1-1 0 0,1 0 0 0 0,0 0 0 0 0,0-1 1 0 0,1 0-1 0 0,0 0 0 0 0,12 10 0 0 0,-13-13-17 0 0,1 0 0 0 0,0-1-1 0 0,0 0 1 0 0,0-1-1 0 0,1 0 1 0 0,-1 0 0 0 0,1 0-1 0 0,0-1 1 0 0,1 0 0 0 0,-1-1-1 0 0,0 0 1 0 0,17 3 0 0 0,-11-5-41 0 0,0 1 0 0 0,-1-2 1 0 0,1 0-1 0 0,-1 0 1 0 0,0-1-1 0 0,1-1 0 0 0,-1 0 1 0 0,0-1-1 0 0,0 0 1 0 0,20-10-1 0 0,-26 10 33 0 0,1-1-1 0 0,0 0 1 0 0,-1 0-1 0 0,0 0 1 0 0,-1-1-1 0 0,1 0 1 0 0,8-11-1 0 0,-11 12 25 0 0,0 0-1 0 0,-1 0 0 0 0,1-1 0 0 0,-1 0 1 0 0,-1 1-1 0 0,1-1 0 0 0,-1 0 1 0 0,0 0-1 0 0,0 0 0 0 0,-1-1 0 0 0,1-7 1 0 0,-1 11 12 0 0,-1 1 1 0 0,0-1-1 0 0,0 1 1 0 0,0-1-1 0 0,0 1 1 0 0,0-1-1 0 0,-1 1 1 0 0,1-1 0 0 0,-1 1-1 0 0,1 0 1 0 0,-1-1-1 0 0,0 1 1 0 0,0 0-1 0 0,0-1 1 0 0,0 1-1 0 0,0 0 1 0 0,-1 0-1 0 0,1 0 1 0 0,-1 0 0 0 0,1 0-1 0 0,-1 0 1 0 0,0 0-1 0 0,-2-1 1 0 0,0 1 11 0 0,1 0 1 0 0,-1 0 0 0 0,0 0 0 0 0,0 1-1 0 0,1 0 1 0 0,-1 0 0 0 0,0 0 0 0 0,0 0-1 0 0,0 0 1 0 0,0 1 0 0 0,0 0 0 0 0,-1 0-1 0 0,-5 0 1 0 0,-8 2 42 0 0,0 0 0 0 0,0 1 0 0 0,1 1 0 0 0,-27 9 0 0 0,36-10-113 0 0,0 1 0 0 0,0 0 0 0 0,0 0 0 0 0,0 0 0 0 0,0 1 0 0 0,1 0 0 0 0,0 1 0 0 0,0 0 0 0 0,0 0 0 0 0,-11 14 0 0 0,17-18-143 0 0,0 0 0 0 0,-1 0 0 0 0,1 0-1 0 0,0 0 1 0 0,0 0 0 0 0,0 0 0 0 0,1 0 0 0 0,-1 1-1 0 0,0-1 1 0 0,1 0 0 0 0,0 1 0 0 0,-1-1 0 0 0,1 0-1 0 0,0 1 1 0 0,0-1 0 0 0,0 0 0 0 0,1 5-1 0 0,2 7-1360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0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217 599 19351 0 0,'0'0'2018'0'0,"1"-7"83"0"0,0 6-1393 0 0,0-1 0 0 0,0 0 1 0 0,0 0-1 0 0,-1 0 0 0 0,1-1 0 0 0,-1 1 1 0 0,1 0-1 0 0,0-4 0 0 0,-4-20 1591 0 0,0 14-2292 0 0,-1-1 0 0 0,-7-13 0 0 0,6 14 540 0 0,-2-3-529 0 0,0 1 0 0 0,-9-13 0 0 0,-2-4-16 0 0,-110-211-2 0 0,123 233 0 0 0,1-1 0 0 0,0 1 0 0 0,-4-18 0 0 0,8 27 0 0 0,-1-1 0 0 0,1 1 0 0 0,0 0 0 0 0,0 0 0 0 0,0 0 0 0 0,0 0 0 0 0,0 0 0 0 0,0 0 0 0 0,0 0 0 0 0,0 0 0 0 0,0-1 0 0 0,0 1 0 0 0,-1 0 0 0 0,1 0 0 0 0,0 0 0 0 0,0 0 0 0 0,0 0 0 0 0,0-1 0 0 0,0 1 0 0 0,0 0 0 0 0,0 0 0 0 0,0 0 0 0 0,0 0 0 0 0,0 0 0 0 0,0-1 0 0 0,0 1 0 0 0,0 0 0 0 0,0 0 0 0 0,0 0 0 0 0,1 0 0 0 0,-1 0 0 0 0,0 0 0 0 0,0-1 0 0 0,0 1 0 0 0,0 0 0 0 0,0 0 0 0 0,0 0 0 0 0,0 0 0 0 0,0 0 0 0 0,0 0 0 0 0,0 0 0 0 0,1 0 0 0 0,-1-1 0 0 0,0 1 0 0 0,0 0 0 0 0,0 0 0 0 0,0 0 0 0 0,0 0 0 0 0,0 0 0 0 0,1 0 0 0 0,-1 0 0 0 0,0 0 0 0 0,0 0 0 0 0,0 0 0 0 0,0 0 0 0 0,0 0 0 0 0,1 0 0 0 0,-1 0 0 0 0,0 0 0 0 0,0 0 0 0 0,0 0 0 0 0,0 0 0 0 0,0 0 0 0 0,0 0 0 0 0,1 0 0 0 0,5 4 0 0 0,-6-4 0 0 0,49 40-19 0 0,-36-29 10 0 0,0 0 0 0 0,1-1 0 0 0,-1 0 0 0 0,26 13 0 0 0,-18-15-1 0 0,0-1-1 0 0,0 0 1 0 0,0-2-1 0 0,0 0 1 0 0,1-2-1 0 0,0 0 1 0 0,0-1 0 0 0,0-2-1 0 0,0 0 1 0 0,23-3-1 0 0,-35 1-25 0 0,0 0-1 0 0,0 0 1 0 0,1-1 0 0 0,-1 0-1 0 0,-1-1 1 0 0,1 0-1 0 0,0 0 1 0 0,-1-1-1 0 0,0 0 1 0 0,0-1-1 0 0,-1 0 1 0 0,1-1 0 0 0,-1 1-1 0 0,-1-2 1 0 0,1 1-1 0 0,-1-1 1 0 0,-1 0-1 0 0,1 0 1 0 0,-1-1-1 0 0,5-10 1 0 0,-4 7 18 0 0,0 0 0 0 0,-1 0 0 0 0,-1 0 0 0 0,0-1 0 0 0,0 1 1 0 0,4-24-1 0 0,-9 34 423 0 0,-5 16-157 0 0,0 2-208 0 0,1 0 0 0 0,0 0 0 0 0,2 0 0 0 0,0 0 0 0 0,0 29 0 0 0,2-9 48 0 0,10 56 0 0 0,-5-59-490 0 0,20 64-1 0 0,-20-81 236 0 0,1 0 1 0 0,1-1-1 0 0,0 0 0 0 0,1-1 0 0 0,1 0 1 0 0,11 14-1 0 0,-17-24-443 0 0,0-1 0 0 0,0 0-1 0 0,0 0 1 0 0,0 0 0 0 0,1 0 0 0 0,-1-1 0 0 0,1 1-1 0 0,7 3 1 0 0,-1-3-1558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1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39 22231 0 0,'-1'-1'122'0'0,"0"-1"-1"0"0,0 1 1 0 0,0-1-1 0 0,1 1 0 0 0,-1-1 1 0 0,0 0-1 0 0,1 1 1 0 0,0-1-1 0 0,-1 0 1 0 0,1 1-1 0 0,0-1 1 0 0,0 0-1 0 0,0 0 1 0 0,0 1-1 0 0,0-1 1 0 0,0 0-1 0 0,1 1 0 0 0,-1-1 1 0 0,0 0-1 0 0,2-3 4490 0 0,6 13-3107 0 0,0 4-1165 0 0,-1 1 1 0 0,-1-1-1 0 0,0 1 0 0 0,6 22 1 0 0,-2-7-261 0 0,60 147 137 0 0,-54-119-688 0 0,-10-29 113 0 0,-5-27 264 0 0,-1 1 0 0 0,0 0-1 0 0,0-1 1 0 0,0 1 0 0 0,0 0-1 0 0,0-1 1 0 0,0 1-1 0 0,0 0 1 0 0,0 0 0 0 0,0-1-1 0 0,0 1 1 0 0,0 0 0 0 0,0-1-1 0 0,-1 1 1 0 0,1 0-1 0 0,0-1 1 0 0,0 1 0 0 0,-1 0-1 0 0,1-1 1 0 0,-1 1 0 0 0,1-1-1 0 0,-1 2 1 0 0,-4 0-3268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1839 0 0,'0'0'83'0'0,"2"-13"10"0"0,-1 11 191 0 0,0 1 0 0 0,0-1-1 0 0,1 0 1 0 0,-1 1-1 0 0,0-1 1 0 0,0 1-1 0 0,1 0 1 0 0,-1-1-1 0 0,4-1 1 0 0,-2 1 1262 0 0,1 0 0 0 0,0 0 1 0 0,0 0-1 0 0,0 1 1 0 0,0-1-1 0 0,9-1 0 0 0,27-1 9368 0 0,-17 3-7920 0 0,14 3-2610 0 0,1 1 0 0 0,-1 1 0 0 0,0 3 0 0 0,59 17 0 0 0,-79-19-335 0 0,0 0 0 0 0,0 2 0 0 0,-1 0 1 0 0,1 1-1 0 0,-1 1 0 0 0,26 18 0 0 0,-39-23-37 0 0,1 1 1 0 0,-1 0-1 0 0,0 0 0 0 0,0 0 1 0 0,-1 0-1 0 0,0 0 0 0 0,0 0 0 0 0,0 1 1 0 0,0-1-1 0 0,-1 1 0 0 0,1-1 1 0 0,-1 9-1 0 0,-1-9 3 0 0,0-1 0 0 0,0 0 1 0 0,-1 1-1 0 0,0-1 0 0 0,1 0 0 0 0,-2 1 0 0 0,1-1 1 0 0,0 0-1 0 0,-1 0 0 0 0,0 0 0 0 0,0 0 0 0 0,0 0 0 0 0,0-1 1 0 0,-1 1-1 0 0,0-1 0 0 0,1 1 0 0 0,-1-1 0 0 0,0 0 1 0 0,-1 0-1 0 0,1 0 0 0 0,-7 4 0 0 0,-7 4 5 0 0,0-2 0 0 0,-1 1 0 0 0,-30 9 0 0 0,15-5 14 0 0,-1 0-551 0 0,-38 9 1 0 0,49-16-288 0 0,-12 3-3183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0:0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16127 0 0,'-1'1'6413'0'0,"-3"5"-5054"0"0,0-1 0 0 0,0 1 0 0 0,0-1 0 0 0,-9 7 0 0 0,-3 2-301 0 0,-24 15 1 0 0,-5 3-488 0 0,31-20-465 0 0,1 1-1 0 0,1 0 1 0 0,0 1-1 0 0,-14 22 1 0 0,23-34-106 0 0,3-1 0 0 0,-1 0 0 0 0,0 0 0 0 0,1 0 0 0 0,-1 0 0 0 0,0 0 0 0 0,1 0 0 0 0,0 0 0 0 0,-1 0 0 0 0,1 1 0 0 0,-1-1 0 0 0,1 0 0 0 0,0 0 0 0 0,0 0 0 0 0,0 0 0 0 0,0 0 0 0 0,0 1 0 0 0,0-1 0 0 0,0 0 0 0 0,0 0 0 0 0,0 0 0 0 0,0 0 0 0 0,1 0 0 0 0,-1 1 0 0 0,1-1 0 0 0,-1 0 0 0 0,1 2 0 0 0,0-2-6 0 0,0 1 0 0 0,-1 0 0 0 0,1 0 0 0 0,0-1 0 0 0,0 1 1 0 0,0 0-1 0 0,0-1 0 0 0,0 1 0 0 0,1-1 0 0 0,-1 1 0 0 0,0-1 0 0 0,1 0 0 0 0,-1 0 0 0 0,1 1 0 0 0,-1-1 1 0 0,1 0-1 0 0,0 0 0 0 0,2 1 0 0 0,-1-1-11 0 0,1 0 0 0 0,-1 0 1 0 0,1-1-1 0 0,0 1 0 0 0,-1-1 1 0 0,1 1-1 0 0,0-1 0 0 0,7-1 0 0 0,2-1-12 0 0,1-1 0 0 0,0 0-1 0 0,25-10 1 0 0,-18 4 5 0 0,3 0 41 0 0,-1 0 0 0 0,1 1 1 0 0,1 1-1 0 0,47-6 1 0 0,-68 13-1 0 0,-1 0 0 0 0,1 1 0 0 0,-1-1 0 0 0,1 1 0 0 0,-1 0 1 0 0,1 0-1 0 0,-1 0 0 0 0,0 0 0 0 0,0 0 0 0 0,1 1 0 0 0,-1 0 0 0 0,0-1 1 0 0,0 1-1 0 0,-1 0 0 0 0,5 4 0 0 0,4 4 68 0 0,-1 0 0 0 0,13 17 0 0 0,-19-21-81 0 0,1 1-4 0 0,1 1 0 0 0,4 12 0 0 0,10 13 0 0 0,-8-16-37 0 0,0 1-1 0 0,11 24 1 0 0,-18-34-546 0 0,1-1-202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8:2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10591 0 0,'2'-1'819'0'0,"3"-4"-626"0"0,0 2 1 0 0,0-1-1 0 0,0 0 1 0 0,0 1-1 0 0,1 0 0 0 0,0 0 1 0 0,0 1-1 0 0,-1-1 0 0 0,1 1 1 0 0,10-2-1 0 0,10 0 1290 0 0,34-3 1 0 0,-29 4-1815 0 0,20-2 324 0 0,65 4 0 0 0,52 11 449 0 0,-109-6-380 0 0,295 30 317 0 0,224 8-43 0 0,180-81-267 0 0,-619 24-69 0 0,280-33 0 0 0,12-10 0 0 0,451-70 0 0 0,-550 58 399 0 0,-332 70-372 0 0,1 0-1 0 0,0 0 1 0 0,-1-1 0 0 0,1 1-1 0 0,-1 0 1 0 0,1 0 0 0 0,-1 0 0 0 0,1-1-1 0 0,0 1 1 0 0,-1 0 0 0 0,1-1 0 0 0,-1 1-1 0 0,1 0 1 0 0,-1-1 0 0 0,0 1-1 0 0,1-1 1 0 0,-1 1 0 0 0,1-1 0 0 0,-1 1-1 0 0,1-1 1 0 0,-1 0-15 0 0,0 1 0 0 0,0 0 0 0 0,0-1-1 0 0,0 1 1 0 0,-1 0 0 0 0,1-1 0 0 0,0 1 0 0 0,0-1 0 0 0,0 1-1 0 0,0 0 1 0 0,0-1 0 0 0,-1 1 0 0 0,1 0 0 0 0,0 0 0 0 0,0-1 0 0 0,0 1-1 0 0,-1 0 1 0 0,1-1 0 0 0,0 1 0 0 0,0 0 0 0 0,-1 0 0 0 0,1 0-1 0 0,-1-1 1 0 0,-1 0 42 0 0,0-1 0 0 0,0 1 0 0 0,-1 0 0 0 0,1 0 0 0 0,0 0 0 0 0,-1 0 0 0 0,-2 0 0 0 0,-23-2 362 0 0,1 2-1 0 0,-54 4 0 0 0,-57 17-234 0 0,65-9-70 0 0,-795 95-204 0 0,698-87 84 0 0,-323 32 97 0 0,-792 43 30 0 0,925-85 52 0 0,11-1-184 0 0,0 18-1541 0 0,250-14 244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3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12 10591 0 0,'0'0'819'0'0,"2"0"-318"0"0,2 0 221 0 0,-1 1 0 0 0,1-1-1 0 0,0 0 1 0 0,0 0-1 0 0,0 0 1 0 0,0-1 0 0 0,0 1-1 0 0,-1-1 1 0 0,1 0-1 0 0,0 0 1 0 0,0 0 0 0 0,-1-1-1 0 0,6-2 6730 0 0,-12 3-7333 0 0,0 1 1 0 0,0 0-1 0 0,0 0 0 0 0,0 0 0 0 0,0 0 1 0 0,0 0-1 0 0,0 1 0 0 0,1-1 1 0 0,-1 1-1 0 0,0 0 0 0 0,0 0 0 0 0,0 0 1 0 0,1 0-1 0 0,-6 3 0 0 0,-3 2 3 0 0,1 1-1 0 0,-11 10 1 0 0,17-14-33 0 0,-12 10-23 0 0,1 0 1 0 0,1 2-1 0 0,0-1 1 0 0,2 1-1 0 0,-1 1 1 0 0,2 1-1 0 0,0-1 1 0 0,1 2-1 0 0,0-1 1 0 0,-11 33-1 0 0,20-47-67 0 0,0-1 0 0 0,0 1 0 0 0,1 0 0 0 0,-1-1 0 0 0,0 1 0 0 0,1 0 0 0 0,0 0 1 0 0,0-1-1 0 0,0 1 0 0 0,0 0 0 0 0,0 0 0 0 0,0 0 0 0 0,1-1 0 0 0,0 1 0 0 0,-1 0 0 0 0,1-1 0 0 0,0 1 0 0 0,0 0 0 0 0,0-1 0 0 0,1 1 0 0 0,-1-1 0 0 0,1 0 1 0 0,-1 1-1 0 0,4 2 0 0 0,-2-2-4 0 0,0 0 1 0 0,1-1-1 0 0,-1 1 1 0 0,1-1 0 0 0,0 0-1 0 0,0 0 1 0 0,-1 0 0 0 0,1-1-1 0 0,1 1 1 0 0,-1-1-1 0 0,0 0 1 0 0,0 0 0 0 0,0 0-1 0 0,0-1 1 0 0,7 1-1 0 0,14-2-282 0 0,1-1-1 0 0,0-2 1 0 0,-1 0 0 0 0,1-2-1 0 0,35-12 1 0 0,-32 9-796 0 0,-1-2 0 0 0,0-1 0 0 0,0-2 0 0 0,32-20 0 0 0,-29 13-1119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3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13359 0 0,'-8'6'12454'0'0,"14"-2"-12169"0"0,-4-2 53 0 0,15 10 311 0 0,1 0-1 0 0,1-1 1 0 0,-1-1-1 0 0,30 11 1 0 0,-34-15-380 0 0,31 15 215 0 0,75 45-1 0 0,-96-50-431 0 0,-1 2 0 0 0,0 0 0 0 0,-2 1 0 0 0,28 31 0 0 0,-27-23-36 0 0,-1 1-1 0 0,-2 1 0 0 0,0 0 1 0 0,-2 2-1 0 0,18 45 1 0 0,-24-48 17 0 0,-1-1 1 0 0,-2 2 0 0 0,-1-1-1 0 0,-1 1 1 0 0,-1 1-1 0 0,1 50 1 0 0,-7-53 15 0 0,-1 0 0 0 0,-2 0 0 0 0,0-1 0 0 0,-2 0 0 0 0,-1 0 0 0 0,-1 0 0 0 0,-18 39 0 0 0,8-27 25 0 0,-3 0-1 0 0,0-2 1 0 0,-3 0-1 0 0,-28 33 1 0 0,34-48-1017 0 0,6-6-3775 0 0,-19 26 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4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337 216 21079 0 0,'-1'-1'961'0'0,"-2"-5"-759"0"0,0 0-1 0 0,0 0 0 0 0,1-1 0 0 0,0 1 1 0 0,1 0-1 0 0,-1-1 0 0 0,1 0 0 0 0,0 1 1 0 0,1-1-1 0 0,0 0 0 0 0,1-11 0 0 0,-1 5 372 0 0,0 2-294 0 0,0 3 29 0 0,1 0 0 0 0,-2-1-1 0 0,1 1 1 0 0,-1-1 0 0 0,0 1 0 0 0,-1 0 0 0 0,0 0 0 0 0,-6-16 0 0 0,8 24-266 0 0,0-1 0 0 0,-1 0 1 0 0,1 0-1 0 0,-1 0 1 0 0,0 1-1 0 0,1-1 0 0 0,-1 0 1 0 0,0 1-1 0 0,1-1 0 0 0,-1 1 1 0 0,0-1-1 0 0,0 1 1 0 0,1-1-1 0 0,-1 1 0 0 0,0-1 1 0 0,0 1-1 0 0,0 0 0 0 0,0-1 1 0 0,0 1-1 0 0,0 0 1 0 0,-1-1-1 0 0,0 1 13 0 0,-1 1 1 0 0,1-1 0 0 0,0 0-1 0 0,0 0 1 0 0,0 1-1 0 0,0-1 1 0 0,0 1 0 0 0,0 0-1 0 0,-3 1 1 0 0,-3 2 72 0 0,1 1 0 0 0,-1 0 1 0 0,-10 9-1 0 0,7-4-56 0 0,1 1 0 0 0,0-1 0 0 0,1 2-1 0 0,-12 17 1 0 0,-27 52 38 0 0,45-77-102 0 0,-17 32 7 0 0,1 1 0 0 0,2 0 0 0 0,2 2 0 0 0,-17 60 0 0 0,29-87-40 0 0,1 0 0 0 0,1 0 0 0 0,0 0 0 0 0,1 0 0 0 0,0 0 0 0 0,0 1 0 0 0,1-1 1 0 0,1 0-1 0 0,6 23 0 0 0,-6-29 10 0 0,0 0 1 0 0,1 0 0 0 0,-1-1 0 0 0,1 1-1 0 0,0-1 1 0 0,1 1 0 0 0,-1-1 0 0 0,1 0 0 0 0,0 0-1 0 0,1-1 1 0 0,-1 1 0 0 0,1-1 0 0 0,0 0-1 0 0,0 0 1 0 0,0-1 0 0 0,0 1 0 0 0,1-1-1 0 0,-1 0 1 0 0,1-1 0 0 0,0 1 0 0 0,6 1-1 0 0,-1-2-48 0 0,0 0-1 0 0,1 0 0 0 0,-1-1 0 0 0,0 0 0 0 0,0-1 0 0 0,0-1 0 0 0,1 0 1 0 0,-1 0-1 0 0,0-1 0 0 0,0 0 0 0 0,0-1 0 0 0,-1 0 0 0 0,1-1 0 0 0,19-10 1 0 0,-7 2-73 0 0,0-2 1 0 0,0 0-1 0 0,-2-2 1 0 0,0-1-1 0 0,21-21 1 0 0,-3-4-31 0 0,-27 29 152 0 0,0 0 0 0 0,15-13 0 0 0,-25 25 391 0 0,1 12 68 0 0,3 20-100 0 0,-2 0-1 0 0,-1 0 0 0 0,-1 34 0 0 0,1 14-34 0 0,4-7-247 0 0,23 103 1 0 0,-21-143-783 0 0,-8-31-112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4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22719 0 0,'0'0'2503'0'0,"6"-7"-1030"0"0,4 2-1144 0 0,-1 1-1 0 0,1 0 1 0 0,0 1-1 0 0,0 0 0 0 0,0 0 1 0 0,11 0-1 0 0,5 0-117 0 0,35 0-1 0 0,-55 3-211 0 0,0 1 0 0 0,0 0 1 0 0,0 0-1 0 0,0 1 0 0 0,0 0 0 0 0,-1 0 0 0 0,1 0 1 0 0,-1 1-1 0 0,1-1 0 0 0,7 7 0 0 0,-8-7 10 0 0,-1 1 0 0 0,0 0 0 0 0,-1 0 0 0 0,1 1 0 0 0,0-1 0 0 0,-1 1 0 0 0,0-1 0 0 0,0 1 0 0 0,0 0 0 0 0,0 1 0 0 0,-1-1 0 0 0,1 0 0 0 0,2 7 0 0 0,-5-7 4 0 0,1 0 0 0 0,-1 0 0 0 0,1 0 0 0 0,-1 0 0 0 0,0 0 0 0 0,0 0 0 0 0,-1 0 0 0 0,1-1 0 0 0,-1 1 0 0 0,0 0 0 0 0,0 0 0 0 0,0 0 0 0 0,-1-1 0 0 0,1 1 0 0 0,-5 6-1 0 0,2-3 18 0 0,-1 0-1 0 0,1 0 0 0 0,-2-1 0 0 0,1 1 0 0 0,-1-1 0 0 0,-9 7 0 0 0,3-3-40 0 0,0-1 1 0 0,-25 13-1 0 0,31-19-650 0 0,0 0 0 0 0,0 0-1 0 0,-1-1 1 0 0,1 0 0 0 0,-1 0 0 0 0,1 0 0 0 0,-1-1 0 0 0,-11 0-1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4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23983 0 0,'0'0'2173'0'0,"2"1"-1674"0"0,8 1 286 0 0,0 0 0 0 0,0-1 0 0 0,0 0 0 0 0,0 0 0 0 0,19-2 0 0 0,11 0-416 0 0,62-1-98 0 0,-4-1-1283 0 0,-81 4-1659 0 0,30 5 0 0 0</inkml:trace>
  <inkml:trace contextRef="#ctx0" brushRef="#br0" timeOffset="1">41 195 7367 0 0,'-7'1'272'0'0,"0"1"-1"0"0,1 0 1 0 0,-15 6 17174 0 0,23-7-16372 0 0,2 0-778 0 0,0 1 1 0 0,0-1 0 0 0,0 0-1 0 0,0 0 1 0 0,0-1 0 0 0,0 1-1 0 0,8 0 1 0 0,33-4 475 0 0,-8 1-353 0 0,2 0-78 0 0,-1-2 0 0 0,52-12 1 0 0,-29 5-2829 0 0,-1 3-5365 0 0,-34 6-1172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4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9215 0 0,'0'2'16505'0'0,"-7"109"-11539"0"0,0 7-4184 0 0,5-49-472 0 0,0-37-253 0 0,2-1 0 0 0,1 1 0 0 0,1 0 0 0 0,8 37 0 0 0,-9-64-40 0 0,1 1-195 0 0,-1 0 1 0 0,1 0-1 0 0,0 0 0 0 0,0 0 0 0 0,5 9 1 0 0,-6-13-298 0 0,1-1-354 0 0,2 0 333 0 0,-1 0 0 0 0,1 0 0 0 0,0 0 1 0 0,-1-1-1 0 0,1 0 0 0 0,0 1 0 0 0,0-1 1 0 0,0 0-1 0 0,-1-1 0 0 0,7 0 0 0 0,6-5-2113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49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39 5063 0 0,'1'-8'451'0'0,"0"5"-368"0"0,0 2-54 0 0,-1 0 1 0 0,1 0-1 0 0,-1 0 0 0 0,0 0 0 0 0,0 0 0 0 0,0 0 0 0 0,0 0 0 0 0,1 0 0 0 0,-13-18 15873 0 0,-1 24-10736 0 0,-8 12-3243 0 0,12-6-1483 0 0,0 1 0 0 0,1 1 0 0 0,0-1 0 0 0,1 1 0 0 0,0 1 0 0 0,-8 23 0 0 0,8-20-254 0 0,5-10-153 0 0,-1 0 0 0 0,1 0 0 0 0,0 0-1 0 0,0 0 1 0 0,1 0 0 0 0,0 0 0 0 0,0 1 0 0 0,1-1-1 0 0,0 0 1 0 0,2 15 0 0 0,-2-18-33 0 0,1 0-1 0 0,0 0 1 0 0,1 0 0 0 0,-1-1 0 0 0,1 1-1 0 0,-1 0 1 0 0,1-1 0 0 0,0 1-1 0 0,1-1 1 0 0,-1 0 0 0 0,0 0 0 0 0,1 1-1 0 0,0-2 1 0 0,0 1 0 0 0,0 0 0 0 0,0-1-1 0 0,0 1 1 0 0,0-1 0 0 0,1 0 0 0 0,-1 0-1 0 0,6 3 1 0 0,3-1-31 0 0,-1-1 1 0 0,0 0-1 0 0,1 0 0 0 0,0-1 1 0 0,0 0-1 0 0,-1-1 0 0 0,1-1 1 0 0,0 0-1 0 0,0 0 0 0 0,0-1 1 0 0,0-1-1 0 0,-1 0 0 0 0,1 0 1 0 0,-1-1-1 0 0,1-1 0 0 0,-1 0 1 0 0,16-8-1 0 0,-23 10 24 0 0,-1 0 0 0 0,1 0-1 0 0,-1 0 1 0 0,0 0 0 0 0,1-1 0 0 0,-1 1-1 0 0,-1-1 1 0 0,1 0 0 0 0,0 0 0 0 0,-1 0-1 0 0,1-1 1 0 0,-1 1 0 0 0,0 0 0 0 0,0-1-1 0 0,0 1 1 0 0,-1-1 0 0 0,1 0 0 0 0,-1 0-1 0 0,0 0 1 0 0,0 1 0 0 0,0-1 0 0 0,-1 0-1 0 0,1 0 1 0 0,-1 0 0 0 0,0 0 0 0 0,0 0-1 0 0,0 0 1 0 0,-1-5 0 0 0,-1-1-28 0 0,0 1-1 0 0,0-1 1 0 0,-1 1-1 0 0,0 0 1 0 0,0-1-1 0 0,-1 2 1 0 0,-1-1-1 0 0,1 0 1 0 0,-1 1-1 0 0,-10-13 1 0 0,7 12-420 0 0,0 1 0 0 0,0-1-1 0 0,-1 1 1 0 0,0 1 0 0 0,-14-9 0 0 0,-9-1-8435 0 0,22 13 399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14 21511 0 0,'0'0'118'0'0,"0"-1"-1"0"0,0 0 0 0 0,0 1 1 0 0,-1-1-1 0 0,1 0 1 0 0,0 1-1 0 0,-1-1 1 0 0,1 0-1 0 0,0 1 0 0 0,-1-1 1 0 0,1 1-1 0 0,-1-1 1 0 0,1 1-1 0 0,-1-1 0 0 0,1 1 1 0 0,-1-1-1 0 0,1 1 1 0 0,-1-1-1 0 0,0 1 1 0 0,1 0-1 0 0,-1-1 0 0 0,0 1 1 0 0,1 0-1 0 0,-1 0 1 0 0,0-1-1 0 0,1 1 0 0 0,-1 0 1 0 0,0 0-1 0 0,1 0 1 0 0,-1 0-1 0 0,0 0 1 0 0,0 0-1 0 0,1 0 0 0 0,-1 0 1 0 0,0 0-1 0 0,1 0 1 0 0,-1 0-1 0 0,0 1 0 0 0,1-1 1 0 0,-1 0-1 0 0,0 0 1 0 0,1 1-1 0 0,-1-1 1 0 0,0 0-1 0 0,0 1 0 0 0,-6 3 331 0 0,1-1 1 0 0,-1 1-1 0 0,1 0 0 0 0,0 1 0 0 0,0-1 0 0 0,0 1 0 0 0,-9 10 0 0 0,-32 46 733 0 0,26-32-668 0 0,0-2-240 0 0,-24 44 0 0 0,37-58-279 0 0,2 0 1 0 0,0 1-1 0 0,1 0 0 0 0,0 0 1 0 0,-6 29-1 0 0,11-39 7 0 0,-1 0 0 0 0,1 0 0 0 0,0 0-1 0 0,0 0 1 0 0,0 0 0 0 0,1 0 0 0 0,-1 0 0 0 0,1 0 0 0 0,0 0 0 0 0,0 0-1 0 0,0 0 1 0 0,1 0 0 0 0,0 0 0 0 0,-1 0 0 0 0,1-1 0 0 0,0 1 0 0 0,5 5-1 0 0,-3-5-13 0 0,-1-1-1 0 0,1 1 0 0 0,0-1 0 0 0,0 0 0 0 0,0 0 0 0 0,0 0 0 0 0,1-1 0 0 0,-1 1 0 0 0,1-1 0 0 0,-1 0 0 0 0,1-1 0 0 0,0 1 1 0 0,0-1-1 0 0,5 1 0 0 0,4 0-30 0 0,-1-1 0 0 0,0 0 0 0 0,0-1 0 0 0,0 0 0 0 0,1-1 0 0 0,-1-1-1 0 0,0 0 1 0 0,0-1 0 0 0,-1 0 0 0 0,16-6 0 0 0,-22 6 26 0 0,0 0 0 0 0,1 0 0 0 0,-1-1 0 0 0,0 0 0 0 0,-1 0 0 0 0,1 0 0 0 0,-1 0 0 0 0,0-1 0 0 0,6-6 0 0 0,-8 7-58 0 0,0 0-1 0 0,0 0 1 0 0,-1 0 0 0 0,0-1 0 0 0,1 1 0 0 0,-1-1 0 0 0,-1 1 0 0 0,1-1 0 0 0,-1 0 0 0 0,0 0-1 0 0,0 1 1 0 0,0-1 0 0 0,-1 0 0 0 0,1-6 0 0 0,-2 6 76 0 0,1-1 1 0 0,-1 0-1 0 0,0 1 0 0 0,-1-1 0 0 0,0 1 1 0 0,1 0-1 0 0,-1-1 0 0 0,-5-7 0 0 0,-2-3-241 0 0,-13-18-1 0 0,13 22-211 0 0,0 1 1 0 0,0 1 0 0 0,-1 0 0 0 0,-20-16-1 0 0,17 16-2307 0 0,-27-15 0 0 0,28 19 727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250 536 12895 0 0,'0'0'1172'0'0,"-8"1"-497"0"0,2 1 586 0 0,1 0 1 0 0,-1 1-1 0 0,1-1 0 0 0,0 1 1 0 0,0 0-1 0 0,0 1 1 0 0,0-1-1 0 0,-6 6 0 0 0,-33 38 1985 0 0,34-35-2924 0 0,-71 87 1783 0 0,74-88-2005 0 0,-1 0 1 0 0,2 1 0 0 0,-1 0-1 0 0,2 0 1 0 0,0 1 0 0 0,0 0 0 0 0,-3 18-1 0 0,7-29-108 0 0,0 1-1 0 0,1-1 0 0 0,0 1 1 0 0,-1-1-1 0 0,1 1 0 0 0,0-1 1 0 0,0 1-1 0 0,1-1 0 0 0,-1 1 0 0 0,0-1 1 0 0,1 0-1 0 0,-1 1 0 0 0,1-1 1 0 0,0 0-1 0 0,0 1 0 0 0,0-1 1 0 0,0 0-1 0 0,0 0 0 0 0,1 0 1 0 0,-1 0-1 0 0,1 0 0 0 0,-1 0 1 0 0,1 0-1 0 0,0 0 0 0 0,-1 0 1 0 0,1-1-1 0 0,0 1 0 0 0,0-1 0 0 0,0 0 1 0 0,0 1-1 0 0,1-1 0 0 0,-1 0 1 0 0,5 1-1 0 0,1 1-31 0 0,1-1 1 0 0,0 0-1 0 0,-1-1 0 0 0,1 0 0 0 0,0 0 1 0 0,0-1-1 0 0,18-2 0 0 0,1 0-160 0 0,1-2 0 0 0,47-13 0 0 0,-67 14 156 0 0,1-1 0 0 0,-1 1 0 0 0,1-2 0 0 0,-1 1 0 0 0,0-1 0 0 0,-1 0 0 0 0,1-1 0 0 0,-1 0 0 0 0,0-1 0 0 0,0 1 0 0 0,7-10 0 0 0,-12 12 33 0 0,0 0 1 0 0,0 0-1 0 0,0 0 1 0 0,-1 0-1 0 0,0 0 1 0 0,1 0-1 0 0,-2-1 1 0 0,1 1-1 0 0,0-1 1 0 0,1-9-1 0 0,-3 8 1 0 0,1-1-1 0 0,-1 1 1 0 0,-1 0-1 0 0,1-1 1 0 0,-1 1-1 0 0,0 0 1 0 0,-4-11-1 0 0,-1 0-729 0 0,-1 1 0 0 0,-1 0 0 0 0,-1 0 0 0 0,0 1 1 0 0,-19-24-1 0 0,11 16-54 0 0,13 17-1173 0 0</inkml:trace>
  <inkml:trace contextRef="#ctx0" brushRef="#br0" timeOffset="1">1176 44 10591 0 0,'-4'-1'132'0'0,"0"-1"0"0"0,0 0 0 0 0,1 0 0 0 0,-1 0 0 0 0,1 0 0 0 0,-1-1 0 0 0,1 0 0 0 0,0 1-1 0 0,0-1 1 0 0,-18-18 16981 0 0,22 31-12207 0 0,2 1-6689 0 0,7 10 1791 0 0,0 1 0 0 0,2-2 0 0 0,17 25 0 0 0,-16-26-9 0 0,-1 0 0 0 0,0 1 1 0 0,13 34-1 0 0,-23-49 1 0 0,-1-3 0 0 0,0 0 0 0 0,-1 0 0 0 0,1 0 0 0 0,-1 0 0 0 0,1 0 0 0 0,-1 0 0 0 0,0 0 0 0 0,1 1 0 0 0,-1-1 0 0 0,0 0 0 0 0,0 0 0 0 0,-1 0 0 0 0,1 0 0 0 0,-1 4 0 0 0,1-5 0 0 0,0-1 0 0 0,0 1 1 0 0,-1 0-1 0 0,1-1 0 0 0,0 1 0 0 0,0-1 0 0 0,0 1 1 0 0,0-1-1 0 0,0 1 0 0 0,-1-1 0 0 0,1 1 0 0 0,0-1 0 0 0,0 1 1 0 0,-1-1-1 0 0,1 1 0 0 0,0-1 0 0 0,-1 1 0 0 0,1-1 1 0 0,0 0-1 0 0,-1 1 0 0 0,1-1 0 0 0,-1 0 0 0 0,1 1 1 0 0,-1-1-1 0 0,1 0 0 0 0,-1 1 0 0 0,-1 0 6 0 0,-4 3 1 0 0,1 0 0 0 0,-1 0 0 0 0,0 0 0 0 0,-1-1 0 0 0,1 0 1 0 0,-1 0-1 0 0,1-1 0 0 0,-13 4 0 0 0,-59 7-182 0 0,51-9-14 0 0,-22-2 42 0 0,14-2-2826 0 0,12 3-4795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1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11055 0 0,'0'0'1002'0'0,"0"1"-824"0"0,3 29 612 0 0,-1-23 965 0 0,-1-1 1 0 0,-1 1-1 0 0,1-1 0 0 0,-1 1 0 0 0,-1 7 0 0 0,-12 51 4476 0 0,-17 32-4219 0 0,5-17-1480 0 0,-68 291-127 0 0,84-333-398 0 0,4-15-226 0 0,-1 0 1 0 0,-1 0-1 0 0,-1-1 0 0 0,-18 35 1 0 0,25-55-538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7367 0 0,'0'0'18552'0'0,"0"2"-17328"0"0,2 19-522 0 0,-1 0-1 0 0,0 0 1 0 0,-2 0 0 0 0,-1 1-1 0 0,-4 21 1 0 0,-29 106-431 0 0,5-33-256 0 0,28-108-154 0 0,-2 5-1838 0 0,-4 22-1 0 0,7-32 1535 0 0,1 0 0 0 0,-1-1 0 0 0,1 1 0 0 0,0 0 0 0 0,0-1 0 0 0,0 1 0 0 0,1 0 0 0 0,-1 0 0 0 0,1-1 0 0 0,-1 1 0 0 0,1-1 0 0 0,0 1 0 0 0,0 0 0 0 0,0-1 0 0 0,2 3 0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27 15663 0 0,'0'0'1207'0'0,"3"-11"3189"0"0,-4 9-3986 0 0,-1 1 0 0 0,0-1 1 0 0,1 1-1 0 0,-1 0 0 0 0,0 0 1 0 0,1 0-1 0 0,-1 0 0 0 0,0 0 0 0 0,0 0 1 0 0,0 0-1 0 0,0 1 0 0 0,0-1 1 0 0,0 1-1 0 0,-4-1 0 0 0,3 1-111 0 0,0 0-1 0 0,0 0 1 0 0,0 0-1 0 0,0 1 1 0 0,0-1-1 0 0,0 1 1 0 0,0 0 0 0 0,-6 2-1 0 0,-2 3-66 0 0,0 0-1 0 0,0 1 1 0 0,-19 16 0 0 0,20-16 0 0 0,-15 14-158 0 0,0 1-1 0 0,1 1 1 0 0,1 2 0 0 0,1 0 0 0 0,1 1 0 0 0,-27 46 0 0 0,45-68-105 0 0,1 1 0 0 0,-1 0 0 0 0,1 0 0 0 0,1 0 0 0 0,-1-1 0 0 0,1 2 0 0 0,0-1 0 0 0,0 0 0 0 0,0 0 0 0 0,1 0 0 0 0,-1 0 0 0 0,2 8 0 0 0,-1-10 8 0 0,1 0 1 0 0,-1-1 0 0 0,1 1-1 0 0,0 0 1 0 0,0 0 0 0 0,0-1 0 0 0,0 1-1 0 0,0 0 1 0 0,1-1 0 0 0,-1 1-1 0 0,1-1 1 0 0,-1 0 0 0 0,1 1-1 0 0,0-1 1 0 0,0 0 0 0 0,0 0 0 0 0,0 0-1 0 0,1 0 1 0 0,-1-1 0 0 0,0 1-1 0 0,1-1 1 0 0,-1 1 0 0 0,5 1-1 0 0,3 0-145 0 0,0 0 0 0 0,0-1 0 0 0,0 0 0 0 0,0 0 0 0 0,0-1-1 0 0,0-1 1 0 0,1 1 0 0 0,-1-2 0 0 0,19-2 0 0 0,-6-1-143 0 0,-1-1 1 0 0,1-1 0 0 0,27-11 0 0 0,106-60-486 0 0,-143 69 787 0 0,0-1 0 0 0,-1-1 0 0 0,0 0 1 0 0,12-13-1 0 0,-24 23 40 0 0,1-1 0 0 0,-1 1 0 0 0,1-1 0 0 0,-1 1 0 0 0,1-1 0 0 0,-1 1 0 0 0,1-1 0 0 0,-1 1 0 0 0,0-1 0 0 0,1 1 0 0 0,-1-1 0 0 0,0 0 0 0 0,1 1 0 0 0,-1-1 0 0 0,0 1 0 0 0,0-1 0 0 0,1 0 0 0 0,-1 1 0 0 0,0-1 0 0 0,0 0 0 0 0,0 1 0 0 0,0-1 0 0 0,0 0 0 0 0,0 0 0 0 0,0 1 0 0 0,0-1 0 0 0,0 0 0 0 0,0 1 0 0 0,-1-1-1 0 0,1 0 1 0 0,0 1 0 0 0,0-1 0 0 0,-1 1 0 0 0,1-1 0 0 0,-1 0 0 0 0,0 0 18 0 0,0-1-1 0 0,-1 1 1 0 0,1 0-1 0 0,-1 0 0 0 0,1 1 1 0 0,-1-1-1 0 0,1 0 0 0 0,-1 0 1 0 0,1 1-1 0 0,-1-1 1 0 0,0 1-1 0 0,1-1 0 0 0,-1 1 1 0 0,-2 0-1 0 0,-1-1-27 0 0,-1 1-1 0 0,1 0 0 0 0,-1 1 1 0 0,1-1-1 0 0,-1 1 1 0 0,1 0-1 0 0,-1 1 1 0 0,1-1-1 0 0,0 1 1 0 0,-8 3-1 0 0,5-1 7 0 0,1 0 0 0 0,-1 1 1 0 0,1 0-1 0 0,0 0 0 0 0,-13 12 0 0 0,19-16-52 0 0,0 0 1 0 0,0 0-1 0 0,0 1 1 0 0,0-1-1 0 0,0 1 1 0 0,0-1-1 0 0,0 1 0 0 0,1-1 1 0 0,-1 1-1 0 0,1-1 1 0 0,-1 1-1 0 0,1 0 1 0 0,-1-1-1 0 0,1 1 0 0 0,0 0 1 0 0,0-1-1 0 0,0 1 1 0 0,0 0-1 0 0,0-1 1 0 0,1 4-1 0 0,-1-4-296 0 0,10 9-458 0 0,-6-8 604 0 0,-1 0 1 0 0,1 0-1 0 0,-1-1 1 0 0,1 1-1 0 0,0-1 1 0 0,0 0-1 0 0,0 0 0 0 0,0 0 1 0 0,0-1-1 0 0,0 1 1 0 0,0-1-1 0 0,0 0 0 0 0,5-1 1 0 0,-1 1-191 0 0,-1-1 0 0 0,1 0-1 0 0,-1 0 1 0 0,0-1 0 0 0,1 0 0 0 0,9-5 0 0 0,-6 2 421 0 0,0-2 0 0 0,-1 1 0 0 0,0-2 0 0 0,0 1 0 0 0,-1-1 0 0 0,1-1 0 0 0,-2 0 0 0 0,15-19 3605 0 0,-22 29-3590 0 0,-1 0-1 0 0,0-1 1 0 0,1 1-1 0 0,-1 0 0 0 0,0-1 1 0 0,0 1-1 0 0,0 0 1 0 0,0-1-1 0 0,1 1 0 0 0,-1 0 1 0 0,0-1-1 0 0,0 1 1 0 0,0 0-1 0 0,0-1 0 0 0,0 1 1 0 0,-1 1-1 0 0,1 11 777 0 0,9 27 44 0 0,-5-14-581 0 0,2 0 1 0 0,9 25-1 0 0,-11-40-275 0 0,0 0 1 0 0,0 0 0 0 0,-2 0-1 0 0,1 0 1 0 0,-1 1-1 0 0,0 17 1 0 0,0 6-8 0 0,-1-28 5 0 0,0-1-1 0 0,0 0 0 0 0,-1 1 1 0 0,0-1-1 0 0,0 1 0 0 0,-1-1 1 0 0,0 0-1 0 0,0 1 0 0 0,0-1 1 0 0,-4 8-1 0 0,2-6-31 0 0,-2 1 1 0 0,1-1-1 0 0,-1 0 1 0 0,0 0-1 0 0,-1-1 1 0 0,1 0-1 0 0,-1 0 0 0 0,-1 0 1 0 0,0 0-1 0 0,-9 6 1 0 0,7-7-29 0 0,0 0 0 0 0,0-1 0 0 0,-1 0 1 0 0,0-1-1 0 0,0 0 0 0 0,0 0 0 0 0,0-1 0 0 0,-19 3 1 0 0,18-4-117 0 0,-1-1 0 0 0,0 1 1 0 0,-22-2-1 0 0,30 0-69 0 0,1-1-1 0 0,-1 1 1 0 0,1-1-1 0 0,-1 0 1 0 0,0 0 0 0 0,1 0-1 0 0,0 0 1 0 0,-1-1-1 0 0,1 1 1 0 0,0-1-1 0 0,0 0 1 0 0,-1 0-1 0 0,2 0 1 0 0,-1 0-1 0 0,0-1 1 0 0,0 1 0 0 0,-2-4-1 0 0,4 5-108 0 0,0-1 0 0 0,0 1 1 0 0,0-1-1 0 0,0 1 0 0 0,1-1 0 0 0,-1 1 0 0 0,0-1 0 0 0,1 0 1 0 0,-1 1-1 0 0,1-1 0 0 0,0 0 0 0 0,-1 1 0 0 0,1-1 1 0 0,0 0-1 0 0,1-3 0 0 0,0-6-1510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2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1 453 15663 0 0,'0'0'1418'0'0,"5"-7"-1140"0"0,-1 3 213 0 0,1-1-1 0 0,0 1 0 0 0,0 0 1 0 0,0 0-1 0 0,0 1 1 0 0,1-1-1 0 0,-1 1 0 0 0,1 1 1 0 0,0-1-1 0 0,9-3 1 0 0,6 1 3280 0 0,38-5 0 0 0,-33 6-3020 0 0,34-2-757 0 0,-39 4-1198 0 0,39-6-1 0 0,-40 3-1632 0 0,1 0-6615 0 0</inkml:trace>
  <inkml:trace contextRef="#ctx0" brushRef="#br0" timeOffset="1">740 7 15663 0 0,'1'-6'10736'0'0,"-1"27"-4629"0"0,-1-9-7718 0 0,3 141 3074 0 0,-12-5-1213 0 0,1 33-1610 0 0,9-179 1051 0 0,0 0-1 0 0,0 0 0 0 0,1 0 0 0 0,-1 0 0 0 0,1 0 0 0 0,-1 0 1 0 0,2 3-1 0 0,3 4-1125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4 8287 0 0,'0'0'639'0'0,"-5"-2"-250"0"0,-8 1 6130 0 0,-16 13 1678 0 0,1 5-3618 0 0,13-6-4117 0 0,-1 0 1 0 0,2 2-1 0 0,0 0 0 0 0,0 0 0 0 0,1 1 0 0 0,-11 16 1 0 0,22-27-431 0 0,0 0 0 0 0,0 0 0 0 0,1 0 0 0 0,-1 0 0 0 0,0 0 0 0 0,1 0 0 0 0,0 0 1 0 0,0 0-1 0 0,0 1 0 0 0,0-1 0 0 0,1 0 0 0 0,-1 1 0 0 0,0 4 0 0 0,2-6-22 0 0,-1 0 1 0 0,0 0-1 0 0,1 0 0 0 0,0 0 0 0 0,-1 0 0 0 0,1 0 0 0 0,0 0 0 0 0,0 0 0 0 0,0-1 0 0 0,0 1 1 0 0,0 0-1 0 0,0-1 0 0 0,0 1 0 0 0,1 0 0 0 0,-1-1 0 0 0,1 0 0 0 0,-1 1 0 0 0,1-1 1 0 0,-1 0-1 0 0,1 0 0 0 0,0 0 0 0 0,0 0 0 0 0,-1 0 0 0 0,3 1 0 0 0,7 2 20 0 0,-1-1-1 0 0,1 0 0 0 0,-1-1 0 0 0,1 0 1 0 0,20 0-1 0 0,2 2 10 0 0,14 0-2 0 0,57-1-1 0 0,-63-3-366 0 0,-1 1 0 0 0,49 9 0 0 0,-78-7-2194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4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48 12439 0 0,'0'0'566'0'0,"-6"-5"191"0"0,-19-16 2954 0 0,23 18-2763 0 0,-1 1-1 0 0,1 0 0 0 0,-1 0 1 0 0,1 0-1 0 0,-1 0 0 0 0,0 0 1 0 0,-4-1-1 0 0,4 2-762 0 0,1 0 0 0 0,-1 1-1 0 0,0-1 1 0 0,0 1 0 0 0,0 0 0 0 0,-4 0 0 0 0,2 0-18 0 0,0 1 1 0 0,-1 0-1 0 0,1 0 1 0 0,0 0 0 0 0,0 1-1 0 0,0 0 1 0 0,0 0-1 0 0,0 0 1 0 0,0 1-1 0 0,0 0 1 0 0,1 0-1 0 0,-1 0 1 0 0,-4 4-1 0 0,-5 5 86 0 0,1 1 0 0 0,-18 22 0 0 0,9-7-136 0 0,2 1 0 0 0,1 0 0 0 0,1 2 0 0 0,2 0 0 0 0,1 1 0 0 0,1 1 0 0 0,2 0 0 0 0,-15 65 0 0 0,24-86-128 0 0,2 0 0 0 0,-1-1-1 0 0,1 1 1 0 0,1 0 0 0 0,0 0 0 0 0,1 0-1 0 0,4 23 1 0 0,-4-31 6 0 0,0 0 0 0 0,0-1 1 0 0,0 1-1 0 0,1 0 0 0 0,-1-1 0 0 0,1 1 1 0 0,0-1-1 0 0,0 0 0 0 0,0 1 0 0 0,0-1 0 0 0,1 0 1 0 0,-1 0-1 0 0,1 0 0 0 0,0-1 0 0 0,0 1 0 0 0,0-1 1 0 0,0 1-1 0 0,0-1 0 0 0,0 0 0 0 0,1 0 1 0 0,-1 0-1 0 0,1-1 0 0 0,-1 1 0 0 0,1-1 0 0 0,0 0 1 0 0,-1 0-1 0 0,7 1 0 0 0,1-1-85 0 0,0-1 0 0 0,0 1-1 0 0,0-2 1 0 0,0 1 0 0 0,0-2 0 0 0,0 1 0 0 0,0-2-1 0 0,0 1 1 0 0,-1-2 0 0 0,1 1 0 0 0,-1-1 0 0 0,0-1-1 0 0,15-8 1 0 0,-11 3-45 0 0,-1 1 1 0 0,0-2-1 0 0,-1 0 0 0 0,0 0 0 0 0,-1-1 1 0 0,0 0-1 0 0,0-1 0 0 0,-2-1 0 0 0,9-14 0 0 0,-17 26 778 0 0,0 4-407 0 0,19 53 710 0 0,-16-42-777 0 0,0 1 0 0 0,1-1-1 0 0,1 0 1 0 0,0 0 0 0 0,1 0 0 0 0,0-1-1 0 0,18 22 1 0 0,-20-28-120 0 0,1 0 0 0 0,1 0 0 0 0,-1 0 0 0 0,1-1 0 0 0,0 0 1 0 0,0 0-1 0 0,0-1 0 0 0,1 0 0 0 0,-1 0 0 0 0,16 5 0 0 0,-21-10-29 0 0,-1 1-1 0 0,1 0 1 0 0,-1-1 0 0 0,1 1-1 0 0,-1-1 1 0 0,0 1 0 0 0,1-1-1 0 0,-1 0 1 0 0,0 0 0 0 0,0 1-1 0 0,1-1 1 0 0,-1 0 0 0 0,0 0-1 0 0,0 0 1 0 0,0 0 0 0 0,0-1-1 0 0,1 0 1 0 0,-2 1-14 0 0,6-5 41 0 0,-2-1 0 0 0,1 1 0 0 0,-1-1 0 0 0,0 0 0 0 0,0 0 0 0 0,-1-1 0 0 0,0 1 0 0 0,0-1 0 0 0,1-8 1 0 0,-3 12-42 0 0,33-132-960 0 0,-31 127 192 0 0,0 0 1 0 0,1 1 0 0 0,0 0-1 0 0,0-1 1 0 0,6-7 0 0 0,4-3-8986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20271 0 0,'2'0'6075'0'0,"5"-4"-5016"0"0,0 1 0 0 0,1 1 1 0 0,-1-1-1 0 0,9 0 0 0 0,60-6-203 0 0,-13 3-803 0 0,-36 2-55 0 0,39 1-1 0 0,-30 2-392 0 0,-28 0-146 0 0,1 1 0 0 0,-1 0 1 0 0,1 0-1 0 0,-1 1 0 0 0,1 0 0 0 0,-1 0 0 0 0,13 5 0 0 0,-7 2-1084 0 0</inkml:trace>
  <inkml:trace contextRef="#ctx0" brushRef="#br0" timeOffset="1">110 259 10591 0 0,'2'0'17321'0'0,"9"-1"-16977"0"0,0 0-1 0 0,0-1 0 0 0,0 0 0 0 0,0-1 0 0 0,15-6 0 0 0,-10 3 67 0 0,23-4 0 0 0,17-2-2452 0 0,22-3-5941 0 0,-56 11-960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56 11055 0 0,'-16'5'17348'0'0,"18"-5"-16587"0"0,14-1-284 0 0,0-1 0 0 0,-1 0 0 0 0,20-7 0 0 0,12-1-54 0 0,20-2 2 0 0,-22 3-340 0 0,0 2 0 0 0,59-2 0 0 0,-99 9-72 0 0,1 0 0 0 0,-1 1 1 0 0,1-1-1 0 0,-1 1 0 0 0,0 0 0 0 0,1 0 0 0 0,-1 1 0 0 0,8 3 1 0 0,-11-4-4 0 0,0 0 0 0 0,0 0 0 0 0,-1 0 1 0 0,1 0-1 0 0,0 1 0 0 0,-1-1 0 0 0,1 1 1 0 0,-1-1-1 0 0,0 1 0 0 0,1-1 0 0 0,-1 1 1 0 0,0 0-1 0 0,0 0 0 0 0,0 0 0 0 0,0-1 1 0 0,-1 1-1 0 0,1 0 0 0 0,0 0 0 0 0,-1 0 0 0 0,1 0 1 0 0,-1 0-1 0 0,0 1 0 0 0,1-1 0 0 0,-2 4 1 0 0,0 10 26 0 0,-1 1 1 0 0,0 0-1 0 0,-2-1 0 0 0,-5 17 1 0 0,0 1-8 0 0,-23 88-30 0 0,-62 152 0 0 0,63-205-126 0 0,26-59 82 0 0,0-1 0 0 0,-1 0 1 0 0,0 0-1 0 0,-13 14 0 0 0,11-17-847 0 0,2-1-3624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18431 0 0,'0'0'1916'0'0,"2"-1"-1818"0"0,15-10 3154 0 0,36-15 0 0 0,22-5-568 0 0,12-5-1494 0 0,-50 21-888 0 0,-18 6-185 0 0,30-15 0 0 0,-14 4-48 0 0,1 2 1 0 0,65-23-1 0 0,-100 40-50 0 0,1 0 1 0 0,0 0-1 0 0,0 1 0 0 0,0-1 1 0 0,0 1-1 0 0,0 0 0 0 0,0-1 0 0 0,0 1 1 0 0,0 0-1 0 0,-1 0 0 0 0,1 0 1 0 0,0 1-1 0 0,0-1 0 0 0,0 0 1 0 0,0 1-1 0 0,0-1 0 0 0,0 1 0 0 0,0 0 1 0 0,3 1-1 0 0,-3 0 6 0 0,-1-1 0 0 0,1 1-1 0 0,-1-1 1 0 0,1 1 0 0 0,-1 0 0 0 0,0 0-1 0 0,1 0 1 0 0,-1 0 0 0 0,0 0 0 0 0,0 0 0 0 0,-1 0-1 0 0,1 0 1 0 0,0 0 0 0 0,-1 0 0 0 0,1 0-1 0 0,-1 1 1 0 0,1 1 0 0 0,0 21 41 0 0,0 1-1 0 0,-2-1 1 0 0,-1 0-1 0 0,-10 49 1 0 0,4-22-26 0 0,-3 32-351 0 0,1 111 1 0 0,12-195-102 0 0,0 0 0 0 0,0 1 1 0 0,0-1-1 0 0,0 0 0 0 0,-1 0 0 0 0,1-1 1 0 0,0 1-1 0 0,4-1 0 0 0,7-5-6671 0 0,1-3-2123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41 11519 0 0,'-2'-12'19881'0'0,"1"13"-19518"0"0,-26 34 193 0 0,20-25-344 0 0,-17 17 0 0 0,-158 161-188 0 0,181-188-24 0 0,1 1 0 0 0,0-1 0 0 0,-1 0 0 0 0,1 0 0 0 0,0 0 0 0 0,0 0 0 0 0,-1 1 0 0 0,1-1 0 0 0,0 0 0 0 0,0 0 0 0 0,0 1 0 0 0,-1-1 0 0 0,1 0 0 0 0,0 1 0 0 0,0-1 0 0 0,0 0 0 0 0,0 0 0 0 0,0 1 0 0 0,0-1 0 0 0,-1 0 0 0 0,1 1 0 0 0,0-1 0 0 0,0 0 0 0 0,0 1 0 0 0,0-1 0 0 0,0 0 0 0 0,0 1 0 0 0,0-1 0 0 0,0 0 0 0 0,0 1 0 0 0,1-1 0 0 0,-1 0 0 0 0,0 1 0 0 0,0-1 0 0 0,0 0 0 0 0,0 0 0 0 0,0 1 0 0 0,0-1 0 0 0,1 0 0 0 0,-1 1 0 0 0,0-1 0 0 0,0 0 0 0 0,1 0 0 0 0,-1 0 0 0 0,0 1 0 0 0,0-1 0 0 0,1 0 0 0 0,-1 0 0 0 0,0 0 0 0 0,0 1 0 0 0,1-1 0 0 0,-1 0 0 0 0,0 0 0 0 0,1 0 0 0 0,-1 0 0 0 0,4 2-4 0 0,-1 0 0 0 0,1 0 0 0 0,-1-1 1 0 0,1 1-1 0 0,0-1 0 0 0,0 0 0 0 0,0 0 0 0 0,-1 0 0 0 0,1-1 0 0 0,0 1 0 0 0,0-1 1 0 0,0 0-1 0 0,5 0 0 0 0,9-2-36 0 0,29-6 1 0 0,-25 3 28 0 0,63-9 112 0 0,136-29-1210 0 0,-216 41 790 0 0,0 1-1 0 0,0-2 1 0 0,0 1-1 0 0,8-5 1 0 0,-12 6-639 0 0</inkml:trace>
  <inkml:trace contextRef="#ctx0" brushRef="#br0" timeOffset="1">314 0 22487 0 0,'0'0'3548'0'0,"1"2"-2323"0"0,5 14-230 0 0,-1-1 0 0 0,0 2-1 0 0,-2-1 1 0 0,4 30 0 0 0,-1 72-610 0 0,-5-63-241 0 0,-3 145-138 0 0,-1-66-28 0 0,3-128-64 0 0,0-1-1 0 0,0 0 1 0 0,1 0-1 0 0,-1 1 1 0 0,1-1-1 0 0,0 0 1 0 0,4 9-1 0 0,1-9-1837 0 0,-3-4 1497 0 0,5 4-966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19 300 17047 0 0,'0'0'1776'0'0,"-4"12"427"0"0,-7 18 5080 0 0,10-25-6840 0 0,0-1 0 0 0,0 1 0 0 0,1 0-1 0 0,0-1 1 0 0,0 8 0 0 0,0-10-470 0 0,1 0 0 0 0,-1 0 0 0 0,0 0 1 0 0,1 0-1 0 0,-1 0 0 0 0,1 0 0 0 0,0 0 1 0 0,0 0-1 0 0,0 0 0 0 0,0 0 0 0 0,0 0 1 0 0,0 0-1 0 0,0 0 0 0 0,1-1 0 0 0,-1 1 1 0 0,1-1-1 0 0,2 3 0 0 0,-2-2-313 0 0,1-1 0 0 0,-1 1 0 0 0,1-1 0 0 0,-1 0 1 0 0,1 0-1 0 0,-1 0 0 0 0,1 0 0 0 0,0 0 0 0 0,0-1 0 0 0,0 1 0 0 0,-1-1 1 0 0,1 0-1 0 0,3 0 0 0 0,8 0-1659 0 0</inkml:trace>
  <inkml:trace contextRef="#ctx0" brushRef="#br0" timeOffset="1">271 101 23927 0 0,'2'-10'2549'0'0,"1"5"-2213"0"0,1-1 0 0 0,0 0 0 0 0,0 1-1 0 0,0 0 1 0 0,0 0 0 0 0,1 0-1 0 0,0 0 1 0 0,0 1 0 0 0,0 0-1 0 0,1 0 1 0 0,-1 0 0 0 0,1 0 0 0 0,0 1-1 0 0,0 0 1 0 0,0 1 0 0 0,1-1-1 0 0,10-2 1 0 0,12 0-288 0 0,0 2 1 0 0,0 0-1 0 0,0 2 0 0 0,44 4 0 0 0,-70-3-47 0 0,1 0-1 0 0,0 1 1 0 0,0 0-1 0 0,-1 0 1 0 0,1 0-1 0 0,0 0 1 0 0,-1 0-1 0 0,1 1 1 0 0,-1-1 0 0 0,0 1-1 0 0,1 0 1 0 0,-1 0-1 0 0,0 1 1 0 0,0-1-1 0 0,3 4 1 0 0,-4-3-1 0 0,0-1 0 0 0,0 0-1 0 0,-1 1 1 0 0,1-1 0 0 0,-1 1 0 0 0,0-1 0 0 0,0 1 0 0 0,0 0 0 0 0,0 0 0 0 0,0-1 0 0 0,0 1 0 0 0,-1 0 0 0 0,1 0 0 0 0,-1 0-1 0 0,0 0 1 0 0,0 0 0 0 0,0-1 0 0 0,0 1 0 0 0,-1 0 0 0 0,0 5 0 0 0,-4 7 0 0 0,1 0 0 0 0,-2 0 0 0 0,0 0 0 0 0,-1-1 0 0 0,0 1 0 0 0,-13 17 0 0 0,-63 73 0 0 0,58-77 0 0 0,1 2 0 0 0,-30 48 0 0 0,52-74 0 0 0,-1-1 0 0 0,1 1 0 0 0,-1 0 0 0 0,1 1 0 0 0,0-1 0 0 0,0 0 0 0 0,1 1 0 0 0,-1-1 0 0 0,1 1 0 0 0,0-1 0 0 0,1 1 0 0 0,-1 0 0 0 0,0 6 0 0 0,5-2 0 0 0,-2-7 0 0 0,-1 0 0 0 0,1 0 0 0 0,0 0 0 0 0,0 0 0 0 0,1 0 0 0 0,-1-1 0 0 0,0 1 0 0 0,1-1 0 0 0,-1 1 0 0 0,0-1 0 0 0,1 0 0 0 0,0 0 0 0 0,-1 0 0 0 0,1-1 0 0 0,0 1 0 0 0,-1 0 0 0 0,1-1 0 0 0,4 0 0 0 0,5 1 0 0 0,0-1 0 0 0,21-2 0 0 0,-6-1 0 0 0,0-2 0 0 0,-1 0 0 0 0,0-2 0 0 0,0-1 0 0 0,47-20 0 0 0,231-112-5265 0 0,-257 117 3106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2:57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401 185 7367 0 0,'-2'-4'150'0'0,"0"0"-1"0"0,1 0 0 0 0,-1-1 0 0 0,1 1 0 0 0,1 0 1 0 0,-2-10-1 0 0,5-3 2968 0 0,-3 14-1987 0 0,0-1 0 0 0,1 1 0 0 0,-1 0 1 0 0,0 0-1 0 0,0-1 0 0 0,-1 1 0 0 0,1 0 0 0 0,-2-5 1 0 0,2 6-600 0 0,-1-1 0 0 0,0 1 1 0 0,1-1-1 0 0,0 1 0 0 0,0-1 1 0 0,0 0-1 0 0,0 1 0 0 0,0-1 0 0 0,0 1 1 0 0,1-1-1 0 0,0-2 0 0 0,-1 3-374 0 0,0 1-1 0 0,0-1 0 0 0,0 1 0 0 0,0-1 0 0 0,-1 1 1 0 0,1-1-1 0 0,0 1 0 0 0,-1-1 0 0 0,1 1 0 0 0,-1-1 1 0 0,0 1-1 0 0,1-1 0 0 0,-1 1 0 0 0,-2-2 0 0 0,2 0 123 0 0,-10-17 770 0 0,10 19-734 0 0,0-1-85 0 0,-2 1-214 0 0,0-1-1 0 0,0 1 0 0 0,1-1 1 0 0,-1 1-1 0 0,0 0 0 0 0,-1 0 1 0 0,1 0-1 0 0,0 1 0 0 0,0-1 1 0 0,0 1-1 0 0,0 0 0 0 0,0-1 1 0 0,-1 2-1 0 0,1-1 0 0 0,0 0 1 0 0,0 1-1 0 0,0-1 0 0 0,-6 3 1 0 0,-6 1 45 0 0,0 1 0 0 0,-21 11 0 0 0,5-2-61 0 0,1 2 0 0 0,-48 33 0 0 0,69-42 0 0 0,0 0 0 0 0,0 1 0 0 0,0 0 0 0 0,1 1 0 0 0,0 0 0 0 0,1 0 0 0 0,0 0 0 0 0,0 1 0 0 0,1 0 0 0 0,0 1 0 0 0,-6 15 0 0 0,11-23 0 0 0,1-1 0 0 0,-1 0 0 0 0,0 1 0 0 0,1-1 0 0 0,0 0 0 0 0,-1 1 0 0 0,1-1 0 0 0,0 0 0 0 0,0 1 0 0 0,0-1 0 0 0,1 1 0 0 0,-1-1 0 0 0,0 0 0 0 0,1 1 0 0 0,0-1 0 0 0,-1 0 0 0 0,1 0 0 0 0,0 1 0 0 0,0-1 0 0 0,1 0 0 0 0,-1 0 0 0 0,0 0 0 0 0,1 0 0 0 0,2 3 0 0 0,-1-3 0 0 0,-1 0 0 0 0,1 0 0 0 0,0 0 0 0 0,-1 0 0 0 0,1-1 0 0 0,0 1 0 0 0,0-1 0 0 0,0 0 0 0 0,0 0 0 0 0,0 0 0 0 0,0 0 0 0 0,0 0 0 0 0,1-1 0 0 0,-1 0 0 0 0,0 1 0 0 0,0-1 0 0 0,1 0 0 0 0,3-1 0 0 0,14-2-25 0 0,-1-1-1 0 0,1-1 1 0 0,-1-1 0 0 0,0-1-1 0 0,0 0 1 0 0,-1-2 0 0 0,0 0-1 0 0,0-1 1 0 0,-1-1 0 0 0,-1-1-1 0 0,20-17 1 0 0,-18 14 26 0 0,-10 10 10 0 0,-1-1-1 0 0,-1-1 1 0 0,1 0-1 0 0,9-11 0 0 0,-12 11 14 0 0,0 1 0 0 0,1 0 0 0 0,0 1 0 0 0,1 0-1 0 0,-1 0 1 0 0,12-7 0 0 0,-17 12-23 0 0,-1-1 0 0 0,1 1 0 0 0,-1 0 0 0 0,1-1 0 0 0,0 1 0 0 0,-1 0 0 0 0,1 0 0 0 0,-1 0 0 0 0,1 0 0 0 0,0 0 0 0 0,-1-1 0 0 0,1 1 0 0 0,-1 0 0 0 0,1 0 0 0 0,0 0 0 0 0,-1 1-1 0 0,1-1 1 0 0,0 0 0 0 0,-1 0 0 0 0,1 0 0 0 0,-1 0 0 0 0,1 1 0 0 0,1-1 0 0 0,-1 1 2 0 0,1 0 0 0 0,-1 1 1 0 0,0-1-1 0 0,1 0 0 0 0,-1 0 0 0 0,0 1 0 0 0,0-1 0 0 0,2 3 0 0 0,0 1 5 0 0,0 1 1 0 0,0 0-1 0 0,4 11 0 0 0,-1 6-8 0 0,-1-1 0 0 0,-1 1 0 0 0,-2 0 0 0 0,1 28 0 0 0,2 21 0 0 0,14 144 0 0 0,-19-182 0 0 0,2 30 0 0 0,-3-61 0 0 0,3 10 0 0 0,-2-13 6 0 0,0 0 1 0 0,0 1-1 0 0,0-1 1 0 0,0 0-1 0 0,0 0 1 0 0,0 1-1 0 0,0-1 1 0 0,0 0-1 0 0,0 0 1 0 0,0 0-1 0 0,0 1 1 0 0,0-1-1 0 0,0 0 1 0 0,0 0-1 0 0,0 0 1 0 0,1 0-1 0 0,-1 1 1 0 0,0-1-1 0 0,0 0 1 0 0,0 0-1 0 0,0 0 1 0 0,0 0-1 0 0,1 0 1 0 0,-1 1-1 0 0,0-1 1 0 0,0 0-1 0 0,0 0 1 0 0,1 0-1 0 0,-1 0 1 0 0,0 0-1 0 0,0 0 1 0 0,0 0-1 0 0,1 0 1 0 0,-1 0-1 0 0,0 0 1 0 0,0 0-1 0 0,0 0 1 0 0,1 0-1 0 0,-1 0 1 0 0,0 0-1 0 0,0 0 1 0 0,0 0-1 0 0,1 0 1 0 0,-1 0-1 0 0,0 0 1 0 0,0 0-1 0 0,0 0 1 0 0,1 0-1 0 0,-1-1 1 0 0,5-3-1871 0 0,16-7-15877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0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20 21479 0 0,'-37'-19'5283'0'0,"36"40"-3230"0"0,3-12-1918 0 0,0-1 0 0 0,0 1 0 0 0,1-1 0 0 0,0 1 1 0 0,1-1-1 0 0,0 0 0 0 0,7 10 0 0 0,38 50-3 0 0,40 53-46 0 0,-88-120-77 0 0,0 1-1 0 0,0 0 1 0 0,0 0 0 0 0,0 0 0 0 0,0-1 0 0 0,0 1-1 0 0,0 0 1 0 0,-1 1 0 0 0,1-1 0 0 0,-1 0 0 0 0,0 0 0 0 0,1 0-1 0 0,-1 0 1 0 0,0 0 0 0 0,0 0 0 0 0,0 0 0 0 0,-1 0 0 0 0,1 0-1 0 0,0 1 1 0 0,-1-1 0 0 0,1 0 0 0 0,-1 0 0 0 0,0 0-1 0 0,0 0 1 0 0,0-1 0 0 0,0 1 0 0 0,0 0 0 0 0,0 0 0 0 0,0 0-1 0 0,-2 1 1 0 0,0 0 16 0 0,0-1-1 0 0,0 1 1 0 0,0-1 0 0 0,0 0-1 0 0,-1 0 1 0 0,1 0-1 0 0,-1 0 1 0 0,1 0-1 0 0,-1-1 1 0 0,0 0 0 0 0,0 0-1 0 0,1 0 1 0 0,-1 0-1 0 0,0 0 1 0 0,-6-1-1 0 0,-78-1 142 0 0,45-1-254 0 0,16 1-581 0 0,1-1 0 0 0,-1-2 0 0 0,1 0 0 0 0,0-2 0 0 0,-26-9 0 0 0,41 10-943 0 0,4-1-53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01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19463 0 0,'0'0'1766'0'0,"0"1"-1454"0"0,0 7 345 0 0,0 0 1 0 0,-1 0-1 0 0,0 0 1 0 0,0-1 0 0 0,-1 1-1 0 0,0 0 1 0 0,-3 8-1 0 0,-1 4 29 0 0,-65 194 699 0 0,-18-5 675 0 0,-4 9-921 0 0,68-165-1905 0 0,18-42 422 0 0,1 0 0 0 0,1 1-1 0 0,0 0 1 0 0,1 0-1 0 0,-4 14 1 0 0,8-24-717 0 0</inkml:trace>
  <inkml:trace contextRef="#ctx0" brushRef="#br0" timeOffset="1">299 463 20815 0 0,'0'0'2405'0'0,"2"1"-1445"0"0,0 3-496 0 0,0 0-1 0 0,1 0 0 0 0,-1 0 0 0 0,0 0 0 0 0,-1 0 0 0 0,1 0 0 0 0,-1 0 0 0 0,0 1 0 0 0,0-1 0 0 0,0 1 0 0 0,0 4 0 0 0,0 12-25 0 0,-1 23-1 0 0,-1-21-83 0 0,-1 30-291 0 0,-3 1 0 0 0,-2-1 1 0 0,-17 62-1 0 0,19-98-509 0 0,3-9-383 0 0,0-1 1 0 0,1 0-1 0 0,-1 1 0 0 0,0 14 1 0 0,9-13-2994 0 0,1-2 1029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0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36 8751 0 0,'0'0'674'0'0,"-2"-1"-438"0"0,2 1-237 0 0,-15-12 2352 0 0,-9-3 6093 0 0,21 14-7548 0 0,0 0 1 0 0,0-1-1 0 0,0 2 0 0 0,0-1 0 0 0,0 0 0 0 0,0 1 0 0 0,-4-1 0 0 0,-14 4-813 0 0,10 1 233 0 0,-1 0 1 0 0,1 1-1 0 0,0 1 0 0 0,1 0 0 0 0,-1 1 0 0 0,-10 8 1 0 0,-4 5-64 0 0,-25 26 1 0 0,35-30-205 0 0,0 1-1 0 0,-22 33 0 0 0,32-41-46 0 0,-1 0 0 0 0,1 0 0 0 0,1 0 0 0 0,0 0 0 0 0,0 1 0 0 0,1 0 0 0 0,0 0 0 0 0,-2 14 0 0 0,5-21-37 0 0,-1-1 0 0 0,1 1 1 0 0,0 0-1 0 0,0 0 0 0 0,1 0 0 0 0,-1 0 0 0 0,0-1 0 0 0,1 1 0 0 0,0 0 1 0 0,0 0-1 0 0,-1-1 0 0 0,2 1 0 0 0,-1 0 0 0 0,0-1 0 0 0,0 1 1 0 0,1-1-1 0 0,0 0 0 0 0,-1 1 0 0 0,1-1 0 0 0,0 0 0 0 0,0 0 0 0 0,0 0 1 0 0,0 0-1 0 0,1-1 0 0 0,-1 1 0 0 0,0 0 0 0 0,1-1 0 0 0,-1 0 1 0 0,1 1-1 0 0,-1-1 0 0 0,1 0 0 0 0,5 1 0 0 0,4 1-344 0 0,0-1 0 0 0,0 0 0 0 0,0-1 0 0 0,0 0 0 0 0,0-1 0 0 0,17-1 0 0 0,4-3-265 0 0,0-1-1 0 0,-1-1 1 0 0,0-2-1 0 0,-1-2 1 0 0,1 0-1 0 0,-2-2 1 0 0,0-2-1 0 0,0 0 1 0 0,37-26-1 0 0,-56 33 760 0 0,0-1 0 0 0,-1 0 0 0 0,0-1 0 0 0,0 1 0 0 0,-1-2 0 0 0,0 0 0 0 0,-1 0 0 0 0,0 0 0 0 0,-1-1 0 0 0,10-18 1 0 0,-16 28 4 0 0,-1 0 0 0 0,1 0 0 0 0,-1 0 0 0 0,0-1 0 0 0,1 1 1 0 0,-1 0-1 0 0,0 0 0 0 0,0 0 0 0 0,1-1 0 0 0,-1 1 0 0 0,0 0 1 0 0,0 0-1 0 0,-1-1 0 0 0,1 1 0 0 0,0 0 0 0 0,0 0 0 0 0,-1-1 1 0 0,0-1-1 0 0,0 1 367 0 0,0 0 1 0 0,-1-1-1 0 0,0 1 1 0 0,1 0 0 0 0,-1 0-1 0 0,-3-2 1 0 0,3 1-250 0 0,1 3 363 0 0,0 1-525 0 0,-4 4-65 0 0,-2 0 0 0 0,2-1 43 0 0,4-3 18 0 0,0 0-6 0 0,-12 18 355 0 0,12-18-282 0 0,-8 4 434 0 0,-15 5-326 0 0,1 1-1 0 0,0 1 1 0 0,1 2 0 0 0,1 0-1 0 0,-37 30 1 0 0,52-38-215 0 0,0 0 0 0 0,0 1 0 0 0,-8 11 0 0 0,13-17-35 0 0,1-1 0 0 0,0 1 0 0 0,-1-1 0 0 0,1 1 0 0 0,0-1 0 0 0,-1 1 1 0 0,1 0-1 0 0,0-1 0 0 0,0 1 0 0 0,0-1 0 0 0,-1 1 0 0 0,1 0 0 0 0,0-1 0 0 0,0 1 0 0 0,0 0 0 0 0,0-1 0 0 0,0 1 0 0 0,0 0 0 0 0,0-1 0 0 0,0 1 1 0 0,1 0-1 0 0,-1-1 0 0 0,0 1 0 0 0,0 0 0 0 0,0-1 0 0 0,1 1 0 0 0,-1-1 0 0 0,0 1 0 0 0,1-1 0 0 0,-1 1 0 0 0,0-1 0 0 0,1 1 0 0 0,0 0 1 0 0,13 7-89 0 0,-13-8 97 0 0,4 1-53 0 0,1 1-1 0 0,-1-1 1 0 0,1-1-1 0 0,-1 1 1 0 0,1-1-1 0 0,-1 0 1 0 0,1 0-1 0 0,0-1 1 0 0,-1 0 0 0 0,1 0-1 0 0,6-2 1 0 0,5-2-188 0 0,0-2 1 0 0,18-8 0 0 0,-26 11 158 0 0,-1 0 7 0 0,0 1 0 0 0,0-1 0 0 0,-1-1 0 0 0,1 1 0 0 0,-1-1 0 0 0,0-1 0 0 0,0 1 0 0 0,-1-1 0 0 0,0 0 0 0 0,0-1 0 0 0,6-8 1316 0 0,-12 16-1225 0 0,-1 0 0 0 0,1 0-1 0 0,-1 0 1 0 0,0 0 0 0 0,1 1 0 0 0,0-1-1 0 0,-1 0 1 0 0,1 0 0 0 0,0 0 0 0 0,-1 0 0 0 0,1 0-1 0 0,0 1 1 0 0,0-1 0 0 0,0 0 0 0 0,0 1-1 0 0,2 21 50 0 0,-1-17-35 0 0,7 38-3 0 0,16 59 0 0 0,-8-43-22 0 0,-11-39-24 0 0,-1-1 1 0 0,-1 1-1 0 0,0 0 0 0 0,-2 0 1 0 0,-1 29-1 0 0,-1-40 8 0 0,0-1 0 0 0,-1 1 0 0 0,0-1 0 0 0,0 0 0 0 0,-1 0 0 0 0,0 0 0 0 0,-1 0 0 0 0,0-1-1 0 0,0 1 1 0 0,-1-1 0 0 0,0 0 0 0 0,0 0 0 0 0,-1-1 0 0 0,-9 10 0 0 0,5-7-59 0 0,0-1 1 0 0,-1 0-1 0 0,0-1 0 0 0,-1 0 1 0 0,1 0-1 0 0,-15 5 0 0 0,21-10 27 0 0,-1-1-1 0 0,1 0 0 0 0,-1 0 0 0 0,0 0 0 0 0,0-1 0 0 0,0 0 0 0 0,0 0 0 0 0,0 0 1 0 0,0-1-1 0 0,0 0 0 0 0,0 0 0 0 0,0 0 0 0 0,0-1 0 0 0,0 0 0 0 0,0 0 1 0 0,-7-3-1 0 0,10 3-195 0 0,1 0 0 0 0,0 0 1 0 0,0 0-1 0 0,0 0 1 0 0,0-1-1 0 0,0 1 0 0 0,1-1 1 0 0,-1 1-1 0 0,0-1 1 0 0,1 1-1 0 0,-1-1 0 0 0,1 0 1 0 0,-1 0-1 0 0,1 0 1 0 0,0 0-1 0 0,0 0 0 0 0,0 0 1 0 0,0 0-1 0 0,0-1 1 0 0,1 1-1 0 0,-1 0 0 0 0,1 0 1 0 0,-1-3-1 0 0,0-14-8543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0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17047 0 0,'0'0'1776'0'0,"1"-1"-1682"0"0,3-3 1084 0 0,0 0 1 0 0,1 1-1 0 0,-1 0 1 0 0,1 0-1 0 0,6-3 1 0 0,-3 2 31 0 0,0 1 1 0 0,15-5-1 0 0,3 3-540 0 0,35-4 0 0 0,-2 2-578 0 0,17-7-1170 0 0,-51 9-1972 0 0,0 1-3911 0 0,-5 1-1650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0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6911 0 0,'0'0'22900'0'0,"1"3"-22009"0"0,3 8-642 0 0,0 2 0 0 0,0-1 0 0 0,-2 0 0 0 0,1 1 0 0 0,-1-1 1 0 0,0 17-1 0 0,-5 79 8 0 0,-13 33-240 0 0,11-111-87 0 0,-1 1 1 0 0,-17 45-1 0 0,22-73-202 0 0,-5 15 121 0 0,5-6-3318 0 0,12-14 762 0 0,1 2 705 0 0,-8 0 1448 0 0,-1 0-1 0 0,1 0 1 0 0,-1-1 0 0 0,0 1 0 0 0,1-1-1 0 0,-1 0 1 0 0,0 1 0 0 0,0-2-1 0 0,4 0 1 0 0,11-9-2134 0 0</inkml:trace>
  <inkml:trace contextRef="#ctx0" brushRef="#br0" timeOffset="1">304 268 17047 0 0,'-1'1'11181'0'0,"-7"10"-10395"0"0,0-1-1 0 0,0 0 1 0 0,-1-1-1 0 0,-19 16 1 0 0,-9 9-480 0 0,10-6-222 0 0,3-3 26 0 0,-23 29 1 0 0,45-51-111 0 0,0-1 0 0 0,0 1 0 0 0,1 0 0 0 0,-1 0 0 0 0,1 0 0 0 0,0 0 0 0 0,-2 5 0 0 0,3-7 0 0 0,0 1 0 0 0,-1-1 0 0 0,1 0 0 0 0,0 0 0 0 0,0 1 0 0 0,0-1 0 0 0,0 0 0 0 0,0 0 0 0 0,1 0 0 0 0,-1 1 0 0 0,0-1 0 0 0,1 0 0 0 0,-1 0 0 0 0,0 0 0 0 0,1 0 0 0 0,-1 1 0 0 0,1-1 0 0 0,0 0 0 0 0,-1 0 0 0 0,1 0 0 0 0,0 0 0 0 0,0 0 0 0 0,1 1 0 0 0,7 3 0 0 0,1-2 0 0 0,0 0 0 0 0,0-1 0 0 0,0 0 0 0 0,1-1 0 0 0,14 1 0 0 0,56-4 0 0 0,-19-1 0 0 0,-39 3-15 0 0,181 3-765 0 0,-190-1-1700 0 0,-1 3-8141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1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21423 0 0,'0'0'3656'0'0,"-1"2"-3143"0"0,-2 16 535 0 0,0 0-1 0 0,1 21 0 0 0,0-18-619 0 0,2 46 490 0 0,1-29-648 0 0,-1-30-210 0 0,1 11 93 0 0,3 31 0 0 0,-2-37-142 0 0,-2-1-72 0 0,0-9-257 0 0,1 9-2577 0 0,-1-11 2570 0 0,0-1 1 0 0,0 1-1 0 0,0-1 0 0 0,0 1 1 0 0,0-1-1 0 0,1 0 0 0 0,-1 1 1 0 0,0-1-1 0 0,0 1 0 0 0,0-1 1 0 0,0 1-1 0 0,0-1 0 0 0,1 0 1 0 0,-1 1-1 0 0,0-1 0 0 0,5 4-3895 0 0,11-8 1789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1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61 7367 0 0,'-5'-4'20984'0'0,"7"1"-20782"0"0,1 1-1 0 0,0 0 1 0 0,0 0-1 0 0,0 0 1 0 0,0 1 0 0 0,0-1-1 0 0,1 1 1 0 0,-1 0-1 0 0,6-2 1 0 0,38-5 358 0 0,-26 5-349 0 0,151-18-61 0 0,-155 19-392 0 0,-4 1-362 0 0,0-1-1 0 0,-1 2 1 0 0,1 0 0 0 0,0 0-1 0 0,0 1 1 0 0,22 6-1 0 0,-34-7 443 0 0,0 0 0 0 0,-1 0-1 0 0,1 0 1 0 0,-1 1 0 0 0,1-1 0 0 0,-1 0-1 0 0,1 1 1 0 0,-1-1 0 0 0,0 0 0 0 0,1 1-1 0 0,-1-1 1 0 0,1 1 0 0 0,-1-1 0 0 0,0 0 0 0 0,1 1-1 0 0,-1-1 1 0 0,1 2 0 0 0,0 0-389 0 0,6 9-1370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1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20327 0 0,'0'0'4635'0'0,"2"0"-3830"0"0,14 2-94 0 0,1-2-1 0 0,-1 0 1 0 0,0-1-1 0 0,19-3 1 0 0,66-16-114 0 0,-75 14-275 0 0,215-38-1514 0 0,-197 42-1895 0 0,-23 2 1302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1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20 22519 0 0,'-12'-10'1028'0'0,"9"7"-17"0"0,3 2-650 0 0,-3-4 3326 0 0,18 18-2254 0 0,-11-7-1317 0 0,1 0 0 0 0,0 1 0 0 0,-1-1 0 0 0,0 1 0 0 0,-1 0 0 0 0,1 0 0 0 0,2 9 0 0 0,15 53 261 0 0,-9-3-190 0 0,-2 1 0 0 0,2 95 0 0 0,-10-115-149 0 0,-2-43-87 0 0,3 15-2701 0 0,-3-22 2386 0 0,0 1-1 0 0,0-1 1 0 0,1 0-1 0 0,-1 0 0 0 0,1 1 1 0 0,-1-1-1 0 0,1 0 1 0 0,0 1-1 0 0,2-5 0 0 0,0-1-849 0 0,-2 4 586 0 0,0 0 0 0 0,0 0 0 0 0,0 1 0 0 0,-1-1 0 0 0,0 0 0 0 0,0 0-1 0 0,0-5 1 0 0,-2-12-6648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72 15663 0 0,'-3'-2'922'0'0,"2"2"-861"0"0,1 0 0 0 0,-1-1 0 0 0,0 1 0 0 0,1 0-1 0 0,-1-1 1 0 0,1 1 0 0 0,-1-1 0 0 0,1 1 0 0 0,-1-1-1 0 0,1 0 1 0 0,0 1 0 0 0,-1-1 0 0 0,1 1 0 0 0,-2-5 3543 0 0,7 2-76 0 0,8-3-2352 0 0,-11 6-722 0 0,20-8 376 0 0,1 2-1 0 0,-1 0 0 0 0,1 2 1 0 0,41-4-1 0 0,-1 1-481 0 0,-5 0-179 0 0,0 3 1 0 0,111 7 0 0 0,-151-1-169 0 0,0-1 1 0 0,0 2-1 0 0,0 1 0 0 0,-1 0 1 0 0,1 1-1 0 0,-1 1 0 0 0,0 0 1 0 0,31 18-1 0 0,-45-22 6 0 0,0 0 0 0 0,0 0 0 0 0,0 0 0 0 0,-1 0 1 0 0,1 0-1 0 0,-1 1 0 0 0,0 0 0 0 0,0-1 0 0 0,0 1 0 0 0,0 0 0 0 0,0 0 0 0 0,0 0 0 0 0,-1 0 0 0 0,1 0 0 0 0,-1 0 1 0 0,0 0-1 0 0,0 1 0 0 0,0-1 0 0 0,-1 0 0 0 0,1 1 0 0 0,-1-1 0 0 0,1 4 0 0 0,-2-2 17 0 0,1-1 0 0 0,-1 1 0 0 0,0-1 0 0 0,0 0 0 0 0,0 0 0 0 0,-1 1-1 0 0,0-1 1 0 0,1 0 0 0 0,-1 0 0 0 0,-1 0 0 0 0,1-1 0 0 0,0 1 0 0 0,-1 0 0 0 0,0-1 0 0 0,0 0-1 0 0,-6 5 1 0 0,-4 4 55 0 0,-1-2 0 0 0,-1 0-1 0 0,0-1 1 0 0,0 0 0 0 0,-17 6 0 0 0,-86 29 101 0 0,80-31-170 0 0,19-7-180 0 0,0 0 0 0 0,-1-2 0 0 0,0 0-1 0 0,-36 1 1 0 0,43-4-716 0 0,11-1-238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16 118 12439 0 0,'0'0'958'0'0,"-7"-3"-274"0"0,6 3-343 0 0,1 0 0 0 0,-1-1 0 0 0,1 1 0 0 0,-1-1 0 0 0,1 1 0 0 0,-1-1 0 0 0,1 1 0 0 0,-1-1 0 0 0,1 1 1 0 0,-1-1-1 0 0,1 1 0 0 0,0-1 0 0 0,-1 0 0 0 0,1 1 0 0 0,0-1 0 0 0,0 0 0 0 0,-1 1 0 0 0,1-1 0 0 0,0 0 1 0 0,0 1-1 0 0,0-1 0 0 0,0 0 0 0 0,0 1 0 0 0,0-1 0 0 0,0 0 0 0 0,0 0 0 0 0,1-1-56 0 0,-1 1 0 0 0,1-1 0 0 0,-1 1-1 0 0,1 0 1 0 0,0 0 0 0 0,0-1 0 0 0,0 1 0 0 0,0 0-1 0 0,0 0 1 0 0,0 0 0 0 0,0 0 0 0 0,1-1-1 0 0,4-2 30 0 0,-1 0-1 0 0,1 1 0 0 0,0-1 0 0 0,11-3 0 0 0,15-5-11 0 0,0 2 1 0 0,0 2 0 0 0,1 0-1 0 0,63-4 1 0 0,-56 8-241 0 0,32-2 94 0 0,-64 6-144 0 0,0 0 1 0 0,-1 1-1 0 0,1 0 0 0 0,0 0 0 0 0,-1 1 1 0 0,15 4-1 0 0,-20-5-4 0 0,0 0-1 0 0,-1-1 1 0 0,1 1-1 0 0,0 0 1 0 0,-1 0 0 0 0,1 0-1 0 0,-1 0 1 0 0,1 0-1 0 0,-1 1 1 0 0,1-1 0 0 0,-1 0-1 0 0,0 1 1 0 0,1-1-1 0 0,-1 1 1 0 0,0-1-1 0 0,0 1 1 0 0,0-1 0 0 0,0 1-1 0 0,0 0 1 0 0,0 3-1 0 0,0-2 8 0 0,-1-1-1 0 0,0 1 0 0 0,0-1 0 0 0,0 1 0 0 0,-1-1 1 0 0,1 1-1 0 0,0-1 0 0 0,-1 1 0 0 0,0-1 0 0 0,0 1 1 0 0,0-1-1 0 0,0 0 0 0 0,0 1 0 0 0,0-1 0 0 0,-2 2 1 0 0,-5 8 78 0 0,0-1 1 0 0,-1 0 0 0 0,0 0 0 0 0,-1-1 0 0 0,-13 11-1 0 0,-59 42 230 0 0,60-48-244 0 0,-138 105 255 0 0,152-114-322 0 0,5-4-5 0 0,0 0 0 0 0,0 0 1 0 0,1 0-1 0 0,-1 0 1 0 0,1 1-1 0 0,-1-1 1 0 0,1 1-1 0 0,0-1 1 0 0,0 1-1 0 0,-2 4 1 0 0,4-6-5 0 0,0 0 0 0 0,1-1 0 0 0,-1 1 0 0 0,0-1 0 0 0,1 1 0 0 0,-1 0 0 0 0,1-1 0 0 0,-1 1 1 0 0,1-1-1 0 0,-1 1 0 0 0,1-1 0 0 0,-1 0 0 0 0,1 1 0 0 0,-1-1 0 0 0,1 1 0 0 0,1-1 0 0 0,-2 1-2 0 0,5 1-1 0 0,0 1 0 0 0,0-1 0 0 0,0 0 0 0 0,0-1 0 0 0,1 1 0 0 0,-1-1 0 0 0,0 0 0 0 0,1 0 0 0 0,-1-1 0 0 0,0 1 0 0 0,7-1 0 0 0,10-2 0 0 0,32-5 0 0 0,-36 4 0 0 0,134-26-1303 0 0,-119 21 1054 0 0,76-20-4360 0 0,-80 21 3146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8 377 23295 0 0,'0'0'1068'0'0,"0"1"-23"0"0,-2 2-922 0 0,1 0-1 0 0,0 0 1 0 0,0 0-1 0 0,1 0 1 0 0,-1 0-1 0 0,0 0 1 0 0,1 1-1 0 0,0-1 1 0 0,0 5-1 0 0,1 2 732 0 0,-1-9-829 0 0,0 0 0 0 0,0 0 1 0 0,0 0-1 0 0,1 0 0 0 0,-1 0 0 0 0,0 0 0 0 0,1 0 0 0 0,-1 0 1 0 0,1 0-1 0 0,-1 0 0 0 0,1 0 0 0 0,0 0 0 0 0,-1 0 0 0 0,1 0 0 0 0,0 0 1 0 0,-1-1-1 0 0,1 1 0 0 0,0 0 0 0 0,0-1 0 0 0,0 1 0 0 0,0 0 1 0 0,0-1-1 0 0,0 1 0 0 0,0-1 0 0 0,0 1 0 0 0,0-1 0 0 0,0 0 0 0 0,0 0 1 0 0,0 1-1 0 0,1-1 0 0 0,17 3-2455 0 0,-3-4-3846 0 0,1-1-2150 0 0</inkml:trace>
  <inkml:trace contextRef="#ctx0" brushRef="#br0" timeOffset="1">446 1 9215 0 0,'-13'1'15115'0'0,"8"6"-11440"0"0,0 10-3696 0 0,3-13 1337 0 0,-1 13-897 0 0,1 1-1 0 0,0-1 1 0 0,1 0-1 0 0,1 1 1 0 0,2 22-1 0 0,0 11 66 0 0,-2-35-653 0 0,1 0 0 0 0,5 30 0 0 0,-5-40 97 0 0,1-1 1 0 0,-1 1 0 0 0,1-1 0 0 0,0 1-1 0 0,0-1 1 0 0,1 0 0 0 0,-1 0-1 0 0,1 0 1 0 0,0 0 0 0 0,1-1 0 0 0,6 8-1 0 0,-8-10-252 0 0,1 0-1 0 0,-1-1 0 0 0,0 1 0 0 0,1-1 0 0 0,-1 0 0 0 0,1 1 0 0 0,0-1 1 0 0,-1 0-1 0 0,1-1 0 0 0,5 2 0 0 0,6 0-2027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38 480 18431 0 0,'0'0'13512'0'0,"1"-1"-13235"0"0,0-3-233 0 0,0 1 0 0 0,1-1 0 0 0,-1 1-1 0 0,0-1 1 0 0,-1 1 0 0 0,1-1 0 0 0,-1 0-1 0 0,0 1 1 0 0,0-6 0 0 0,-3-37-43 0 0,3 38 14 0 0,-19-133 87 0 0,9 72-140 0 0,-3-98 0 0 0,13 169 46 0 0,0 0 0 0 0,1 0 0 0 0,0 0-1 0 0,0 0 1 0 0,-1 0 0 0 0,1 0 0 0 0,3 3-1 0 0,-1 2-2 0 0,3 5-5 0 0,1 1 0 0 0,0-1 0 0 0,1 0 0 0 0,0-1 0 0 0,0 0 0 0 0,2 0 0 0 0,-1-1 0 0 0,22 17 0 0 0,-23-21 0 0 0,1 0 0 0 0,0 0 0 0 0,1-1 0 0 0,-1 0 0 0 0,1-1 0 0 0,0 0 0 0 0,0-1 0 0 0,0 0 0 0 0,0 0 0 0 0,1-1 0 0 0,-1 0 0 0 0,15 0 0 0 0,-13-2-12 0 0,1 0-1 0 0,-1-1 1 0 0,1-1 0 0 0,-1 1 0 0 0,0-2-1 0 0,0 0 1 0 0,0 0 0 0 0,0-1 0 0 0,11-6-1 0 0,-15 7 3 0 0,-1-2 1 0 0,1 1-1 0 0,-1-1 0 0 0,0 0 0 0 0,0 0 0 0 0,-1-1 0 0 0,1 0 0 0 0,-1 0 0 0 0,-1-1 0 0 0,1 0 0 0 0,-1 0 0 0 0,0 0 1 0 0,6-13-1 0 0,-5 8 3 0 0,0 0 10 0 0,0-1-1 0 0,-1 0 1 0 0,5-19 0 0 0,-10 31 71 0 0,3 15 21 0 0,1 55-70 0 0,-3-44-9 0 0,1-1-1 0 0,0 0 1 0 0,9 33 0 0 0,-10-53-20 0 0,4 15-253 0 0,0 0 1 0 0,1-1-1 0 0,1 0 0 0 0,1-1 1 0 0,13 23-1 0 0,-18-37-262 0 0,-1 0 0 0 0,1 0 1 0 0,0 0-1 0 0,0-1 0 0 0,-1 0 0 0 0,1 1 0 0 0,4 1 0 0 0,3 1-1434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 23439 0 0,'-8'-4'3221'0'0,"10"19"1055"0"0,0-3-4504 0 0,7 70 1655 0 0,20 125-1075 0 0,-24-190-371 0 0,-3-13-207 0 0,-1 0 1 0 0,0 0-1 0 0,0-1 1 0 0,0 1 0 0 0,0 0-1 0 0,-1 0 1 0 0,1 6-1 0 0,-1-10 94 0 0,0 0 0 0 0,0 1 1 0 0,0-1-1 0 0,1 0 0 0 0,-1 0 0 0 0,0 0 0 0 0,0 1 0 0 0,0-1 0 0 0,1 0 0 0 0,-1 0 0 0 0,0 0 0 0 0,0 0 0 0 0,1 0 0 0 0,-1 1 0 0 0,0-1 0 0 0,1 0 0 0 0,-1 0 0 0 0,0 0 1 0 0,0 0-1 0 0,1 0 0 0 0,-1 0 0 0 0,0 0 0 0 0,1 0 0 0 0,-1 0 0 0 0,0 0 0 0 0,0 0 0 0 0,1 0 0 0 0,-1 0 0 0 0,0 0 0 0 0,1 0 0 0 0,-1-1 0 0 0,9 0-6484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47 21511 0 0,'-12'-10'985'0'0,"10"7"-21"0"0,2 2-622 0 0,0 0-193 0 0,1-1-1 0 0,-1 0 1 0 0,1 1 0 0 0,-1-1 0 0 0,1 1 0 0 0,0 0-1 0 0,0-1 1 0 0,-1 1 0 0 0,1 0 0 0 0,0-1 0 0 0,0 1-1 0 0,0 0 1 0 0,1 0 0 0 0,-1 0 0 0 0,0 0 0 0 0,0 0-1 0 0,1 0 1 0 0,-1 0 0 0 0,0 0 0 0 0,1 0 0 0 0,-1 1-1 0 0,1-1 1 0 0,2 0 0 0 0,0 0 178 0 0,1-1 0 0 0,0 2 0 0 0,0-1 0 0 0,0 1 0 0 0,6-1 0 0 0,35 4 107 0 0,0 2-1 0 0,0 2 1 0 0,0 1-1 0 0,45 16 1 0 0,-56-14-232 0 0,45 20 0 0 0,-66-24-148 0 0,0 1 0 0 0,0 1 1 0 0,0 0-1 0 0,-1 1 0 0 0,20 17 0 0 0,-12-2 21 0 0,-15-12-51 0 0,-6-9-18 0 0,0-1 0 0 0,1 0 0 0 0,-1 1 1 0 0,0-1-1 0 0,0 0 0 0 0,-1 1 0 0 0,1-1 0 0 0,0 0 0 0 0,-1 0 0 0 0,1 1 0 0 0,-1-1 1 0 0,0 0-1 0 0,0 0 0 0 0,0 0 0 0 0,0 0 0 0 0,0 0 0 0 0,0 0 0 0 0,0 0 0 0 0,-1 0 1 0 0,1 0-1 0 0,-1 0 0 0 0,1-1 0 0 0,-1 1 0 0 0,0-1 0 0 0,-2 3 0 0 0,-6 3 2 0 0,0-1 1 0 0,0 0-1 0 0,-19 8 0 0 0,22-11-12 0 0,-15 6 15 0 0,-39 10 0 0 0,42-14-135 0 0,-1 1 0 0 0,2 1 0 0 0,-21 10-1 0 0,18-6-205 0 0,13-8-425 0 0,0 1-1 0 0,1 0 0 0 0,-1 1 0 0 0,1 0 0 0 0,-8 6 0 0 0,10-1-6058 0 0,4 4-1968 0 0</inkml:trace>
  <inkml:trace contextRef="#ctx0" brushRef="#br0" timeOffset="1">795 407 3223 0 0,'1'-5'79'0'0,"-1"4"-66"0"0,0-1-1 0 0,0 1 0 0 0,1 0 0 0 0,-1-1 1 0 0,0 1-1 0 0,0 0 0 0 0,-14-21 17724 0 0,2 22-10166 0 0,-14 11-7338 0 0,10-3 1488 0 0,0-2-1510 0 0,1 1 1 0 0,1 1-1 0 0,-1 1 1 0 0,1 0-1 0 0,1 1 1 0 0,0 0-1 0 0,-18 18 1 0 0,26-23-205 0 0,1-1 1 0 0,0 1 0 0 0,1-1-1 0 0,-1 1 1 0 0,1 0 0 0 0,0 1-1 0 0,-4 7 1 0 0,7-12-7 0 0,-1 0 0 0 0,1 0 0 0 0,-1 0 0 0 0,1 0 0 0 0,0 0 0 0 0,0 0 0 0 0,0 0 0 0 0,-1 0 0 0 0,1 0 0 0 0,0 0 0 0 0,0 2 0 0 0,4 2 0 0 0,-3-5 0 0 0,0 2-9 0 0,0-1 1 0 0,1 1-1 0 0,-1-1 0 0 0,0 0 0 0 0,1 0 0 0 0,0 1 1 0 0,-1-1-1 0 0,1 0 0 0 0,0 0 0 0 0,-1-1 1 0 0,1 1-1 0 0,0 0 0 0 0,0-1 0 0 0,0 1 1 0 0,-1-1-1 0 0,1 1 0 0 0,0-1 0 0 0,0 0 1 0 0,0 0-1 0 0,0 0 0 0 0,3 0 0 0 0,5 0-34 0 0,0-2 0 0 0,19-3 0 0 0,-23 3 37 0 0,11-2-11 0 0,0-2 0 0 0,-1 0-1 0 0,27-14 1 0 0,-27 11 31 0 0,0 2 1 0 0,0 0-1 0 0,29-8 0 0 0,-36 13 38 0 0,0 1 0 0 0,0 0 0 0 0,18-1-1 0 0,-24 2-32 0 0,0 1 0 0 0,-1-1 0 0 0,1 0 0 0 0,0 1 0 0 0,0 0 0 0 0,0-1 0 0 0,0 1 0 0 0,-1 0 0 0 0,1 0 0 0 0,0 1 0 0 0,-1-1 0 0 0,1 1 0 0 0,-1-1 0 0 0,1 1-1 0 0,-1 0 1 0 0,2 2 0 0 0,54 69 96 0 0,-8-8-35 0 0,-32-41-72 0 0,-14-18-15 0 0,0 0 1 0 0,0 0-1 0 0,1-1 0 0 0,0 1 1 0 0,0-1-1 0 0,8 6 0 0 0,-12-10-194 0 0,6 4-2016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 10591 0 0,'-7'-22'16233'0'0,"10"23"-14647"0"0,-2-2-1519 0 0,-1 1 0 0 0,1 0 1 0 0,-1 0-1 0 0,0 0 0 0 0,1 0 1 0 0,-1 0-1 0 0,1 0 0 0 0,-1 1 1 0 0,0-1-1 0 0,1 0 0 0 0,-1 0 1 0 0,1 0-1 0 0,-1 0 0 0 0,0 0 1 0 0,1 0-1 0 0,-1 1 0 0 0,0-1 1 0 0,1 0-1 0 0,0 1 0 0 0,1 2 58 0 0,1 1-1 0 0,0 0 0 0 0,-1-1 1 0 0,0 1-1 0 0,0 0 1 0 0,0 0-1 0 0,0 0 0 0 0,-1 1 1 0 0,1-1-1 0 0,0 7 0 0 0,6 50 489 0 0,-5-39-415 0 0,14 281 445 0 0,-17-280-693 0 0,0-5 68 0 0,0-1 0 0 0,1 1-1 0 0,5 25 1 0 0,-6-42-162 0 0,-3-19-12292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20271 0 0,'0'0'3651'0'0,"2"0"-2054"0"0,109-16 4307 0 0,73-8-4837 0 0,85 9-731 0 0,0 23-947 0 0,-244-5-149 0 0,-1 0 1 0 0,1 1-1 0 0,-1 2 0 0 0,24 8 0 0 0,-19-2-1425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26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18431 0 0,'0'0'1916'0'0,"-1"2"-1494"0"0,-4 43 6831 0 0,3 2-3834 0 0,1-15-2995 0 0,3 0 0 0 0,6 45 1 0 0,16 87-372 0 0,-22-148-1318 0 0,-1 26 0 0 0,-5 15-5942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14743 0 0,'1'1'6671'0'0,"37"7"-197"0"0,2-7-3727 0 0,44-7-2322 0 0,-46 2 250 0 0,66-8-451 0 0,84-3-2613 0 0,-184 15 1647 0 0,0 0 0 0 0,-1 0-1 0 0,1 0 1 0 0,0 1 0 0 0,-1 0 0 0 0,6 1 0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2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11055 0 0,'2'1'11756'0'0,"6"3"-11318"0"0,0-1 1 0 0,0 0-1 0 0,0 0 0 0 0,0-1 1 0 0,0 0-1 0 0,1 0 0 0 0,-1-1 1 0 0,16 1-1 0 0,75-6 2677 0 0,-68 1-2835 0 0,120-12-1539 0 0,-109 12-170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3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0 22663 0 0,'0'0'2053'0'0,"2"0"-1690"0"0,6 0-199 0 0,-6 0 473 0 0,-4 1-225 0 0,1 0-1 0 0,0 0 1 0 0,0 0-1 0 0,0 0 0 0 0,0 1 1 0 0,0-1-1 0 0,1 0 0 0 0,-1 0 1 0 0,0 1-1 0 0,0 0 0 0 0,-1 2 31 0 0,-48 65 518 0 0,-66 72 0 0 0,88-112-960 0 0,-2-1 0 0 0,-47 33 0 0 0,41-33 0 0 0,8-3 0 0 0,28-25 0 0 0,0 1 0 0 0,-1-1 0 0 0,1 0 0 0 0,0 0 0 0 0,0 1 0 0 0,-1-1 0 0 0,1 0 0 0 0,0 1 0 0 0,0-1 0 0 0,-1 0 0 0 0,1 1 0 0 0,0-1 0 0 0,0 1 0 0 0,0-1 0 0 0,-1 0 0 0 0,1 1 0 0 0,0-1 0 0 0,0 0 0 0 0,0 1 0 0 0,0 0 0 0 0,1 0 0 0 0,-1 0 0 0 0,1 0 0 0 0,0 0 0 0 0,0 0 0 0 0,-1 0 0 0 0,1 0 0 0 0,0 0 0 0 0,0 0 0 0 0,0 0 0 0 0,0-1 0 0 0,0 1 0 0 0,0 0 0 0 0,0-1 0 0 0,0 1 0 0 0,1-1 0 0 0,-1 1 0 0 0,0-1 0 0 0,0 1 0 0 0,3 0 0 0 0,25 4 0 0 0,137-9 0 0 0,-71 0 0 0 0,92-1 0 0 0,-118-1-365 0 0,8 1-455 0 0,-76 5 74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11975 0 0,'3'-6'1244'0'0,"-2"5"-835"0"0,0 0 0 0 0,0 0 1 0 0,0 0-1 0 0,0 1 0 0 0,0-1 0 0 0,0 0 0 0 0,0 1 0 0 0,1-1 0 0 0,-1 1 0 0 0,0-1 0 0 0,0 1 0 0 0,0-1 0 0 0,1 1 0 0 0,-1 0 0 0 0,0 0 0 0 0,1-1 0 0 0,-1 1 1 0 0,0 0-1 0 0,0 0 0 0 0,1 0 0 0 0,-1 1 0 0 0,0-1 0 0 0,1 0 0 0 0,-1 0 0 0 0,0 1 0 0 0,2 0 0 0 0,-2-1-153 0 0,2 1 31 0 0,-1-1 0 0 0,1 1 1 0 0,-1 0-1 0 0,0 0 0 0 0,1 0 0 0 0,-1 0 0 0 0,0 0 0 0 0,0 1 0 0 0,0-1 0 0 0,0 1 0 0 0,0-1 0 0 0,0 1 0 0 0,0 0 0 0 0,0-1 0 0 0,-1 1 0 0 0,1 0 0 0 0,-1 0 0 0 0,1 1 0 0 0,-1-1 0 0 0,0 0 0 0 0,2 3 0 0 0,1 4 22 0 0,-1 1 0 0 0,0 0 0 0 0,3 16 0 0 0,-5-24-218 0 0,5 43 35 0 0,-1 1 1 0 0,-3-1 0 0 0,-3 59 0 0 0,0 11-29 0 0,2-92-221 0 0,6 41-1 0 0,-6-58 83 0 0,1 1 0 0 0,-1-1 0 0 0,1 1 0 0 0,0-1 0 0 0,1 0 0 0 0,0 0-1 0 0,0 0 1 0 0,0-1 0 0 0,0 1 0 0 0,1-1 0 0 0,5 7 0 0 0,-7-11-112 0 0,0 1 0 0 0,0 0-1 0 0,0-1 1 0 0,0 0 0 0 0,0 1 0 0 0,1-1-1 0 0,-1 0 1 0 0,1 0 0 0 0,-1 0 0 0 0,0 0 0 0 0,1-1-1 0 0,0 1 1 0 0,-1-1 0 0 0,1 1 0 0 0,4-1-1 0 0,0 0-584 0 0,0-1 1 0 0,1 1-1 0 0,-1-1 0 0 0,10-3 0 0 0,10-4-2005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66 14279 0 0,'0'-9'1486'0'0,"-3"-10"-818"0"0,-1 0 4159 0 0,3 12 456 0 0,-8 2-2161 0 0,9 4-3038 0 0,-1 1 0 0 0,1-1 0 0 0,-1 1 0 0 0,1-1 0 0 0,-1 1 0 0 0,1 0-1 0 0,-1-1 1 0 0,0 1 0 0 0,1 0 0 0 0,-1-1 0 0 0,1 1 0 0 0,-1 0 0 0 0,0 0 0 0 0,1-1-1 0 0,-1 1 1 0 0,0 0 0 0 0,1 0 0 0 0,-2 0 0 0 0,-2 1 27 0 0,0 0-1 0 0,0 0 1 0 0,0 0-1 0 0,0 1 1 0 0,1 0-1 0 0,-1-1 1 0 0,0 1-1 0 0,1 1 1 0 0,0-1-1 0 0,-1 0 1 0 0,1 1 0 0 0,-4 4-1 0 0,-3 3-88 0 0,1 0 1 0 0,-10 15-1 0 0,13-17-21 0 0,0 1-1 0 0,0-1 1 0 0,1 2 0 0 0,1-1-1 0 0,-1 0 1 0 0,2 1-1 0 0,-6 18 1 0 0,8-24-1 0 0,1-1 0 0 0,-1 0 0 0 0,1 1 0 0 0,0-1 0 0 0,0 1 0 0 0,0-1 0 0 0,0 1 0 0 0,1-1 0 0 0,-1 0 0 0 0,1 1 0 0 0,0-1 0 0 0,0 0 0 0 0,0 1 0 0 0,0-1-1 0 0,1 0 1 0 0,-1 0 0 0 0,1 0 0 0 0,0 0 0 0 0,0 0 0 0 0,0-1 0 0 0,0 1 0 0 0,1 0 0 0 0,-1-1 0 0 0,1 0 0 0 0,-1 1 0 0 0,1-1 0 0 0,3 2 0 0 0,2 0 0 0 0,0 0 0 0 0,1-1 0 0 0,-1 0 0 0 0,1 0 0 0 0,0-1 0 0 0,0 0 0 0 0,-1-1 0 0 0,11 1 0 0 0,4 1 0 0 0,-10-1 0 0 0,-1 0 0 0 0,1-1 0 0 0,0-1 0 0 0,0 0 0 0 0,-1-1 0 0 0,1 0 0 0 0,0-1 0 0 0,-1 0 0 0 0,0-1 0 0 0,1 0 0 0 0,-1-1 0 0 0,0-1 0 0 0,-1 0 0 0 0,22-12 0 0 0,-27 13 0 0 0,-1 0 0 0 0,0 0 0 0 0,0 0 0 0 0,-1 0 0 0 0,1-1 0 0 0,-1 0 0 0 0,0 0 0 0 0,5-6 0 0 0,-8 8 0 0 0,1 0 0 0 0,-1 1 0 0 0,0-1 0 0 0,0 0 0 0 0,0 0 0 0 0,0 0 0 0 0,0 0 0 0 0,-1 0 0 0 0,1 0 0 0 0,-1 0 0 0 0,0 0 0 0 0,0 0 0 0 0,0 0 0 0 0,0 0 0 0 0,-1 0 0 0 0,1 0 0 0 0,-1 0 0 0 0,0 0 0 0 0,-1-4 0 0 0,-1-1-227 0 0,-1 0-1 0 0,0 1 1 0 0,0-1-1 0 0,-1 1 1 0 0,0 0-1 0 0,0 0 1 0 0,0 0-1 0 0,-1 1 1 0 0,0 0 0 0 0,-1 0-1 0 0,1 0 1 0 0,-1 1-1 0 0,0 0 1 0 0,-1 0-1 0 0,1 1 1 0 0,-1 0-1 0 0,0 1 1 0 0,0-1 0 0 0,-14-3-1 0 0,11 4-344 0 0,0 1 0 0 0,0 0-1 0 0,-1 0 1 0 0,1 2 0 0 0,-1-1 0 0 0,1 1 0 0 0,-1 1 0 0 0,1 0-1 0 0,0 0 1 0 0,-1 1 0 0 0,1 1 0 0 0,0 0 0 0 0,0 0-1 0 0,-15 8 1 0 0,0 3-7904 0 0</inkml:trace>
  <inkml:trace contextRef="#ctx0" brushRef="#br0" timeOffset="1">416 383 6447 0 0,'-8'-22'3553'0'0,"7"21"-3092"0"0,1 1 1 0 0,-1 0-1 0 0,1-1 0 0 0,-1 1 1 0 0,0 0-1 0 0,1 0 1 0 0,-1-1-1 0 0,1 1 1 0 0,-1 0-1 0 0,0 0 0 0 0,1 0 1 0 0,-1 0-1 0 0,0 0 1 0 0,1 0-1 0 0,-2 0 0 0 0,-13 0 4532 0 0,7 0-3797 0 0,0 1-1 0 0,1 1 1 0 0,-15 4-1 0 0,0 2 243 0 0,-21 12 0 0 0,19-9-844 0 0,-7 5-182 0 0,0 0 0 0 0,2 2 0 0 0,0 2 0 0 0,-49 43 0 0 0,70-56-406 0 0,1 0 1 0 0,0 0-1 0 0,0 1 1 0 0,-5 9-1 0 0,11-15-4 0 0,0-1-1 0 0,0 1 1 0 0,0 0 0 0 0,0 0-1 0 0,0-1 1 0 0,1 1 0 0 0,-1 0 0 0 0,1 0-1 0 0,-1 0 1 0 0,1 0 0 0 0,0 0-1 0 0,0 3 1 0 0,0-4-2 0 0,0 0 1 0 0,1 0-1 0 0,-1 0 1 0 0,0 0-1 0 0,1 0 1 0 0,-1 0-1 0 0,1 0 0 0 0,-1 0 1 0 0,1 0-1 0 0,0 0 1 0 0,-1 0-1 0 0,1 0 1 0 0,0 0-1 0 0,0 0 1 0 0,0 0-1 0 0,0-1 0 0 0,-1 1 1 0 0,1 0-1 0 0,0-1 1 0 0,0 1-1 0 0,0-1 1 0 0,2 2-1 0 0,5 1 1 0 0,-1-1 0 0 0,1 0 0 0 0,0 0 0 0 0,-1 0 0 0 0,1-1 1 0 0,15 1-1 0 0,49-5 7 0 0,-67 3-8 0 0,39-5-32 0 0,1-2-1 0 0,76-21 1 0 0,-104 22-24 0 0,0 0 1 0 0,0 0-1 0 0,27-16 0 0 0,-38 19 47 0 0,1-1 0 0 0,-1 0 0 0 0,-1-1-1 0 0,1 1 1 0 0,-1-1 0 0 0,0 0 0 0 0,0 0-1 0 0,0-1 1 0 0,-1 1 0 0 0,1-1 0 0 0,-1 0-1 0 0,3-9 1 0 0,-5 12 7 0 0,-1-1-1 0 0,0 0 1 0 0,0 0 0 0 0,-1 0-1 0 0,1 0 1 0 0,-1-1-1 0 0,0 1 1 0 0,0 0 0 0 0,0 0-1 0 0,-1 0 1 0 0,1 0 0 0 0,-1 0-1 0 0,0 0 1 0 0,0 0-1 0 0,-1 0 1 0 0,1 1 0 0 0,-1-1-1 0 0,-2-5 1 0 0,-5-6-125 0 0,-1-1 0 0 0,-20-24 0 0 0,27 37 80 0 0,-52-61-3616 0 0,65 50-7753 0 0,-1 12 4152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16 11055 0 0,'7'-12'17154'0'0,"-8"12"-16994"0"0,1-1 1 0 0,0 1 0 0 0,-1 0 0 0 0,1 0 0 0 0,-1-1 0 0 0,1 1-1 0 0,-1 0 1 0 0,1 0 0 0 0,0 0 0 0 0,-1-1 0 0 0,1 1 0 0 0,-1 0-1 0 0,1 0 1 0 0,-1 0 0 0 0,1 0 0 0 0,-1 0 0 0 0,1 0 0 0 0,-1 0-1 0 0,0 0 1 0 0,-20 3-2141 0 0,15-2 3545 0 0,-11 5-1271 0 0,0 0 0 0 0,1 1 1 0 0,0 1-1 0 0,-30 19 0 0 0,26-14-148 0 0,-2 0-100 0 0,-34 27-1 0 0,50-35-40 0 0,0 0 0 0 0,0 1 0 0 0,1-1 0 0 0,-1 2 0 0 0,1-1-1 0 0,0 0 1 0 0,1 1 0 0 0,0 0 0 0 0,-5 12 0 0 0,8-18-5 0 0,1 1 0 0 0,-1 0 0 0 0,1-1 0 0 0,0 1 0 0 0,-1 0 0 0 0,1 0 0 0 0,0-1 0 0 0,0 1 0 0 0,0 0 0 0 0,1-1 0 0 0,-1 1 0 0 0,0 0 0 0 0,1-1 0 0 0,-1 1 0 0 0,1 0 0 0 0,-1-1 0 0 0,1 1 0 0 0,0-1 0 0 0,0 1 0 0 0,0-1 0 0 0,0 1 0 0 0,0-1 0 0 0,0 0 0 0 0,0 1 0 0 0,0-1 0 0 0,0 0 0 0 0,1 0 0 0 0,-1 0 0 0 0,0 0 0 0 0,1 0 0 0 0,-1 0 0 0 0,1 0 0 0 0,1 1 0 0 0,6 2 0 0 0,-1 0 0 0 0,1-1 0 0 0,0 0 0 0 0,16 4 0 0 0,1-3-15 0 0,1-1 0 0 0,-1 0 0 0 0,1-3 0 0 0,-1 0-1 0 0,1-1 1 0 0,-1-2 0 0 0,0 0 0 0 0,27-8 0 0 0,-49 10 10 0 0,0 0 1 0 0,0 0-1 0 0,0-1 1 0 0,0 1-1 0 0,0-1 1 0 0,0 0-1 0 0,-1 0 1 0 0,1 0-1 0 0,-1-1 1 0 0,1 1-1 0 0,-1-1 1 0 0,0 0-1 0 0,0 0 1 0 0,0 0-1 0 0,0 0 1 0 0,2-4-1 0 0,-3 4 6 0 0,0-1 0 0 0,-1 1 0 0 0,1 0-1 0 0,-1-1 1 0 0,0 1 0 0 0,0-1 0 0 0,0 0 0 0 0,0 1-1 0 0,-1-1 1 0 0,0 0 0 0 0,1 1 0 0 0,-1-1 0 0 0,0 0 0 0 0,-1 1-1 0 0,1-1 1 0 0,-1 0 0 0 0,1 1 0 0 0,-3-7 0 0 0,-1 1-8 0 0,0 0 1 0 0,0 1 0 0 0,0 0 0 0 0,-1 0-1 0 0,0 0 1 0 0,0 1 0 0 0,-1-1 0 0 0,0 1-1 0 0,-1 1 1 0 0,1-1 0 0 0,-1 1-1 0 0,-1 0 1 0 0,1 1 0 0 0,-1-1 0 0 0,0 2-1 0 0,0-1 1 0 0,0 1 0 0 0,-1 0 0 0 0,-12-4-1 0 0,16 7-98 0 0,0 1 0 0 0,0-1 0 0 0,0 1 0 0 0,-1-1 0 0 0,1 2 0 0 0,0-1 0 0 0,0 0 0 0 0,-1 1 0 0 0,1 0 0 0 0,0 0 0 0 0,0 1 0 0 0,0-1 0 0 0,-6 4 0 0 0,4-2-448 0 0,-1 1-1 0 0,1 0 1 0 0,0 0-1 0 0,0 1 1 0 0,0-1 0 0 0,1 2-1 0 0,-11 9 1 0 0,2 2-1787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66 12895 0 0,'0'0'595'0'0,"0"-1"-18"0"0,1-20-1719 0 0,-1 19 1691 0 0,0-1 1 0 0,0 1-1 0 0,-1 0 1 0 0,1 0-1 0 0,-1 0 1 0 0,0 0-1 0 0,1-1 1 0 0,-1 1-1 0 0,0 0 1 0 0,-2-2-1 0 0,2 3-12 0 0,0-1 0 0 0,0 1 0 0 0,0 0 0 0 0,0 0 0 0 0,0 0 0 0 0,-1-1 0 0 0,1 1 0 0 0,0 1-1 0 0,-1-1 1 0 0,1 0 0 0 0,-1 0 0 0 0,1 0 0 0 0,-1 1 0 0 0,-1-1 0 0 0,-20-2 1892 0 0,13 4-2009 0 0,1 1 0 0 0,0-1-1 0 0,-1 1 1 0 0,1 1-1 0 0,-14 6 1 0 0,-44 23-230 0 0,41-18 48 0 0,4-3-131 0 0,-39 27-1 0 0,53-32-83 0 0,-1 1-1 0 0,1 0 0 0 0,0 1 0 0 0,1 0 1 0 0,0 0-1 0 0,-12 17 0 0 0,17-22-22 0 0,1-1 0 0 0,-1 1 0 0 0,1 0 0 0 0,0 0 0 0 0,-1 0 0 0 0,1 0 0 0 0,1 0 0 0 0,-1 0 0 0 0,0 0 0 0 0,1 0 0 0 0,-1 0 0 0 0,1 1 0 0 0,0-1 0 0 0,0 0 0 0 0,0 0 0 0 0,1 0 0 0 0,-1 0 0 0 0,1 0 0 0 0,0 1 0 0 0,0-1 0 0 0,0 0 0 0 0,0 0 0 0 0,0-1 0 0 0,1 1 0 0 0,-1 0 0 0 0,1 0 0 0 0,0-1 0 0 0,-1 1 0 0 0,1-1 0 0 0,1 1 0 0 0,-1-1 0 0 0,0 0 0 0 0,0 0 0 0 0,1 0 0 0 0,-1 0 0 0 0,1 0 0 0 0,4 2 0 0 0,8 4-14 0 0,0 0 0 0 0,0-1 0 0 0,1 0 0 0 0,0-2-1 0 0,0 0 1 0 0,1 0 0 0 0,-1-2 0 0 0,1 0 0 0 0,0 0 0 0 0,0-2 0 0 0,0 0 0 0 0,0-1-1 0 0,0-1 1 0 0,0 0 0 0 0,-1-2 0 0 0,25-5 0 0 0,-38 7 14 0 0,0 0 1 0 0,1 0-1 0 0,-1-1 1 0 0,0 1-1 0 0,0-1 0 0 0,0 0 1 0 0,0 0-1 0 0,0 0 1 0 0,-1 0-1 0 0,1 0 0 0 0,-1-1 1 0 0,1 1-1 0 0,-1-1 1 0 0,0 1-1 0 0,0-1 0 0 0,0 0 1 0 0,0 0-1 0 0,0 0 1 0 0,-1 0-1 0 0,1 0 0 0 0,-1 0 1 0 0,0-1-1 0 0,1-5 1 0 0,-1 2-28 0 0,0 0 0 0 0,0 0 0 0 0,-1 0 1 0 0,0 1-1 0 0,-1-1 0 0 0,0 0 1 0 0,0 0-1 0 0,0 1 0 0 0,-1-1 1 0 0,0 0-1 0 0,-3-6 0 0 0,-1 1-352 0 0,-2-6-619 0 0,6 7-8434 0 0</inkml:trace>
  <inkml:trace contextRef="#ctx0" brushRef="#br0" timeOffset="1">663 152 3223 0 0,'0'0'288'0'0,"3"10"-288"0"0,0-2 0 0 0,2 2 4656 0 0,0 0 880 0 0,1-1 168 0 0,-1 3 40 0 0,2-6-4328 0 0,1 1-480 0 0,2-1-592 0 0,4-1-1224 0 0,4-3 344 0 0,1-1-10088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23 8751 0 0,'-1'1'20309'0'0,"-10"6"-20002"0"0,1 0-1 0 0,0 1 1 0 0,0 1-1 0 0,-12 13 0 0 0,-31 43 1401 0 0,18-22-1239 0 0,25-31-468 0 0,2-1 0 0 0,-1 1 0 0 0,1 1 0 0 0,1 0 0 0 0,0 0 0 0 0,-5 14 0 0 0,10-20 0 0 0,0-1 0 0 0,0 1 0 0 0,0-1 0 0 0,1 1 0 0 0,0 0 0 0 0,0-1 0 0 0,1 1 0 0 0,0 0 0 0 0,0 0 0 0 0,1-1 0 0 0,-1 1 0 0 0,2 0 0 0 0,-1-1 0 0 0,1 1 0 0 0,2 7 0 0 0,-2-10 0 0 0,1 0 0 0 0,-1 0 0 0 0,1 0 0 0 0,0 0 0 0 0,0-1 0 0 0,0 1 0 0 0,0-1 0 0 0,1 0 0 0 0,-1 0 0 0 0,1 0 0 0 0,0 0 0 0 0,0-1 0 0 0,0 0 0 0 0,0 1 0 0 0,0-1 0 0 0,1-1 0 0 0,8 3 0 0 0,0 0 0 0 0,0-1 0 0 0,0-1 0 0 0,0 0 0 0 0,26 0 0 0 0,-21-2-34 0 0,-1-1-1 0 0,0-1 1 0 0,0-1-1 0 0,29-7 1 0 0,-40 8 24 0 0,0 0 0 0 0,0 0 0 0 0,0 0 0 0 0,0-1-1 0 0,0 0 1 0 0,-1 0 0 0 0,0 0 0 0 0,1-1 0 0 0,-1 0 0 0 0,0 0 0 0 0,-1 0 0 0 0,1-1-1 0 0,-1 1 1 0 0,0-1 0 0 0,0 0 0 0 0,4-7 0 0 0,-7 8 12 0 0,1 0 0 0 0,-1 0 1 0 0,0-1-1 0 0,0 1 0 0 0,0-1 0 0 0,-1 1 1 0 0,0-1-1 0 0,1 1 0 0 0,-2-1 0 0 0,1 1 0 0 0,0-1 1 0 0,-1 1-1 0 0,0 0 0 0 0,0-1 0 0 0,0 1 1 0 0,-1 0-1 0 0,1-1 0 0 0,-1 1 0 0 0,0 0 1 0 0,-4-5-1 0 0,-5-9 16 0 0,-1 1 0 0 0,0 0 0 0 0,-16-15 0 0 0,23 26-14 0 0,-11-10-163 0 0,-1 0 0 0 0,-1 1 1 0 0,-24-15-1 0 0,-3-4-3202 0 0</inkml:trace>
  <inkml:trace contextRef="#ctx0" brushRef="#br0" timeOffset="1">618 1 17503 0 0,'0'2'6775'0'0,"8"38"-3753"0"0,3 52 1 0 0,0-3-579 0 0,20 130-2444 0 0,-27-185-38 0 0,-2-16-82 0 0,1 0 1 0 0,5 17-1 0 0,-8-34-58 0 0,0-1 1 0 0,0 1-1 0 0,1 0 1 0 0,-1 0 0 0 0,0-1-1 0 0,1 1 1 0 0,-1 0-1 0 0,1-1 1 0 0,-1 1 0 0 0,1-1-1 0 0,-1 1 1 0 0,1-1-1 0 0,-1 1 1 0 0,1-1 0 0 0,-1 1-1 0 0,1-1 1 0 0,0 1-1 0 0,1 0 1 0 0,7 2-1975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5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82 6447 0 0,'-1'-4'137'0'0,"-1"0"-1"0"0,1 0 0 0 0,0 0 0 0 0,0 1 0 0 0,0-1 0 0 0,1 0 0 0 0,-1 0 0 0 0,1-8 1 0 0,4-2 3842 0 0,4 0 5102 0 0,2 4-255 0 0,0 10-6108 0 0,-9 1-2676 0 0,1 0-1 0 0,0 0 1 0 0,-1 0-1 0 0,1 0 1 0 0,-1 1-1 0 0,1-1 1 0 0,-1 1-1 0 0,1-1 1 0 0,-1 1-1 0 0,2 3 1 0 0,1 0-39 0 0,-1 1 0 0 0,0 0 0 0 0,-1 1 0 0 0,1-1 0 0 0,-1 0 0 0 0,0 1 0 0 0,0 0 0 0 0,0 6 0 0 0,4 57 3 0 0,-6-50-6 0 0,-3 244 0 0 0,-2-87 0 0 0,7-153-17 0 0,-2-23-74 0 0,7-12-4538 0 0,3-1 2075 0 0,2-3-523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6911 0 0,'-1'1'15805'0'0,"-104"60"-9937"0"0,-20 13-1685 0 0,103-58-4183 0 0,-31 28 0 0 0,46-36 0 0 0,0-1 0 0 0,0 1 0 0 0,1 0 0 0 0,0 0 0 0 0,0 1 0 0 0,1 0 0 0 0,-6 12 0 0 0,10-19 0 0 0,1 0 0 0 0,-1 0 0 0 0,0 0 0 0 0,1 1 0 0 0,-1-1 0 0 0,1 0 0 0 0,-1 0 0 0 0,1 0 0 0 0,0 1 0 0 0,0-1 0 0 0,0 0 0 0 0,0 0 0 0 0,1 1 0 0 0,-1-1 0 0 0,1 0 0 0 0,-1 0 0 0 0,1 0 0 0 0,0 0 0 0 0,1 3 0 0 0,0-2 0 0 0,0 0 0 0 0,0-1 0 0 0,0 1 0 0 0,0-1 0 0 0,1 0 0 0 0,-1 1 0 0 0,1-1 0 0 0,0 0 0 0 0,-1-1 0 0 0,1 1 0 0 0,6 2 0 0 0,5 1 0 0 0,0 0 0 0 0,0-1 0 0 0,1 0 0 0 0,23 1 0 0 0,280 24 0 0 0,-225-22 0 0 0,-85-6 0 0 0,15 1 0 0 0,34-2 0 0 0,-50-1-48 0 0,1-2-531 0 0,-1-1 230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43 17247 0 0,'-1'-43'10073'0'0,"2"45"-9753"0"0,1 0 0 0 0,0 0 0 0 0,-1 0 0 0 0,1 0 0 0 0,-1 0-1 0 0,0 0 1 0 0,0 0 0 0 0,2 3 0 0 0,-3-4-156 0 0,5 10 83 0 0,-1 0 0 0 0,0 1 0 0 0,0 0 0 0 0,-1 0 0 0 0,2 15 1 0 0,2 63 112 0 0,-5-49-255 0 0,19 329 342 0 0,-21-365-444 0 0,0 43 5 0 0,0-42-8 0 0,0-1 0 0 0,-1 0-1 0 0,0 1 1 0 0,0-1 0 0 0,-1 0-1 0 0,-3 9 1 0 0,2-8-85 0 0,2-5-355 0 0,-15-13-1499 0 0,3-7-1036 0 0,6 6 1302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7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98 21191 0 0,'-6'-14'2324'0'0,"7"12"-2191"0"0,-1 1 0 0 0,0 0 1 0 0,1 0-1 0 0,-1 0 0 0 0,0 0 0 0 0,1-1 0 0 0,0 1 0 0 0,-1 0 0 0 0,1 0 0 0 0,-1 0 0 0 0,1 0 1 0 0,0 0-1 0 0,0 1 0 0 0,0-1 0 0 0,0 0 0 0 0,-1 0 0 0 0,1 0 0 0 0,0 1 0 0 0,2-2 1 0 0,19-12 3010 0 0,-9 8-2678 0 0,1 0 0 0 0,0 1 0 0 0,0 0 0 0 0,0 1 0 0 0,16-2 0 0 0,75-6-116 0 0,-92 11-262 0 0,25-2-45 0 0,-1 3 1 0 0,63 5-1 0 0,-76-2-30 0 0,-1 1 1 0 0,0 2-1 0 0,0 0 1 0 0,-1 1-1 0 0,31 14 1 0 0,-45-18-14 0 0,-1 1 0 0 0,1 1 0 0 0,-1 0 0 0 0,0 0 0 0 0,0 0 0 0 0,0 0 0 0 0,9 11 0 0 0,-14-13 0 0 0,0-1 0 0 0,0 1 0 0 0,0 0 0 0 0,-1 0 0 0 0,1-1 0 0 0,-1 1 0 0 0,0 0 0 0 0,1 0 0 0 0,-1 0 0 0 0,-1 1 0 0 0,1-1 0 0 0,0 0 0 0 0,-1 0 0 0 0,1 0 0 0 0,-1 1 0 0 0,0-1 0 0 0,0 0 0 0 0,0 0 0 0 0,-1 1 0 0 0,1-1 0 0 0,-1 0 0 0 0,0 0 0 0 0,-1 4 0 0 0,-2 3 0 0 0,-1 1 0 0 0,-1 0 0 0 0,0-1 0 0 0,0 0 0 0 0,-1-1 0 0 0,0 1 0 0 0,-1-1 0 0 0,-16 15 0 0 0,-8 3 0 0 0,-42 27 0 0 0,16-11 0 0 0,35-29-1246 0 0,18-12 471 0 0,1 1 1 0 0,0-1-1 0 0,0 0 0 0 0,0 1 1 0 0,1 0-1 0 0,-1 0 1 0 0,1 0-1 0 0,-1 1 1 0 0,1-1-1 0 0,0 1 0 0 0,-2 3 1 0 0,1 6-8797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7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24247 0 0,'0'0'2195'0'0,"2"0"-1809"0"0,26-3 882 0 0,1 0-1 0 0,55 4 0 0 0,-75-1-1138 0 0,0 1 1 0 0,0 1-1 0 0,0 0 0 0 0,-1 0 0 0 0,1 0 0 0 0,-1 1 1 0 0,1 0-1 0 0,-1 1 0 0 0,0 0 0 0 0,0 0 0 0 0,0 1 1 0 0,-1 0-1 0 0,13 11 0 0 0,-18-14-125 0 0,0-1 1 0 0,-1 1-1 0 0,1 0 0 0 0,-1 0 0 0 0,1 1 1 0 0,-1-1-1 0 0,0 0 0 0 0,0 0 0 0 0,0 1 1 0 0,0-1-1 0 0,0 1 0 0 0,0-1 0 0 0,-1 1 1 0 0,1-1-1 0 0,-1 1 0 0 0,0 2 0 0 0,0 0 8 0 0,0-1 0 0 0,-1 0 0 0 0,0 1 0 0 0,0-1 1 0 0,0 1-1 0 0,0-1 0 0 0,-1 0 0 0 0,-2 6 0 0 0,-5 5 24 0 0,0 0 1 0 0,0-1 0 0 0,-21 22 0 0 0,29-34-37 0 0,-20 21 0 0 0,-25 33 0 0 0,40-48 0 0 0,1 0 0 0 0,0 0 0 0 0,0 1 0 0 0,1-1 0 0 0,-4 14 0 0 0,5-8 0 0 0,4-10 0 0 0,0-2 0 0 0,-1-1 0 0 0,0-1 0 0 0,0 1 0 0 0,0 0 0 0 0,1-1 0 0 0,-1 1 0 0 0,0 0 0 0 0,0-1 0 0 0,0 1 0 0 0,1 0 0 0 0,-1-1 0 0 0,0 1 0 0 0,0 0 0 0 0,1-1 0 0 0,-1 1 0 0 0,1-1 0 0 0,-1 1 0 0 0,1-1 0 0 0,-1 1 0 0 0,1-1 0 0 0,-1 1 0 0 0,1-1 0 0 0,-1 1 0 0 0,1-1 0 0 0,1 1 0 0 0,0 0 0 0 0,1 2 0 0 0,1-1 0 0 0,0 0 0 0 0,-1 0 0 0 0,1-1 0 0 0,0 1 0 0 0,0-1 0 0 0,0 1 0 0 0,1-1 0 0 0,-1-1 0 0 0,6 2 0 0 0,45 0 0 0 0,-46-2 0 0 0,16 0-487 0 0,1-2 1 0 0,-1 0-1 0 0,0-2 0 0 0,0-1 1 0 0,0 0-1 0 0,-1-2 0 0 0,0-1 1 0 0,0-1-1 0 0,-1-1 0 0 0,36-21 1 0 0,-35 17-9529 0 0</inkml:trace>
  <inkml:trace contextRef="#ctx0" brushRef="#br0" timeOffset="1">902 31 25199 0 0,'0'0'2284'0'0,"8"-8"-1131"0"0,2 4-946 0 0,1 0 0 0 0,-1 0 0 0 0,1 1-1 0 0,0 1 1 0 0,0 0 0 0 0,0 0-1 0 0,0 1 1 0 0,22 0 0 0 0,9 4 839 0 0,43 8 1 0 0,-48-6-870 0 0,-15-2-906 0 0,41 11 1 0 0,-55-9-2130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12895 0 0,'2'1'9321'0'0,"6"3"-8305"0"0,-1 0-1 0 0,1-1 1 0 0,0 0-1 0 0,0 0 0 0 0,10 1 1 0 0,-5-1-235 0 0,0-2 1 0 0,23 1-1 0 0,2-3-360 0 0,50-9-1 0 0,-82 9-316 0 0,119-23-1683 0 0,-96 16-225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3:5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165 150 3223 0 0,'2'-10'52'0'0,"0"0"0"0"0,-1 1 0 0 0,0-1 0 0 0,-1 0 0 0 0,-1-17 0 0 0,0 20-552 0 0,-1-11 4781 0 0,2 13-1950 0 0,-1 1 0 0 0,0-1-1 0 0,0 0 1 0 0,0 1 0 0 0,-1 0-1 0 0,1-1 1 0 0,-4-4 0 0 0,5 8-2230 0 0,0 1 0 0 0,-1-1 0 0 0,1 1 1 0 0,0-1-1 0 0,-1 1 0 0 0,1 0 0 0 0,0-1 0 0 0,-1 1 1 0 0,1 0-1 0 0,0-1 0 0 0,-1 1 0 0 0,1 0 0 0 0,-1-1 1 0 0,1 1-1 0 0,-1 0 0 0 0,1 0 0 0 0,-1 0 0 0 0,1-1 1 0 0,-1 1-1 0 0,1 0 0 0 0,-1 0 0 0 0,1 0 1 0 0,-1 0-1 0 0,1 0 0 0 0,-1 0 0 0 0,1 0 0 0 0,-1 0 1 0 0,1 0-1 0 0,-2 0 0 0 0,1 1 19 0 0,-1-1 1 0 0,1 1 0 0 0,-1 0-1 0 0,1-1 1 0 0,0 1-1 0 0,-1 0 1 0 0,1 0-1 0 0,0 0 1 0 0,-3 2 0 0 0,-1 3 94 0 0,0 0 1 0 0,0 0-1 0 0,-4 8 1 0 0,-6 11-112 0 0,1 1 0 0 0,2 1 0 0 0,0 0 0 0 0,2 1 0 0 0,1 0 0 0 0,1 0 0 0 0,1 1 0 0 0,-5 47 0 0 0,11-56-18 0 0,1 1 0 0 0,0 0 0 0 0,1-1 0 0 0,1 1 0 0 0,8 31 0 0 0,-6-37-58 0 0,1 0 0 0 0,0 0 0 0 0,2-1 0 0 0,-1 1 1 0 0,2-2-1 0 0,0 1 0 0 0,18 24 0 0 0,-19-30-33 0 0,1 0 0 0 0,0 0 0 0 0,1 0-1 0 0,0-1 1 0 0,0 0 0 0 0,1-1 0 0 0,-1 0 0 0 0,1-1 0 0 0,1 0 0 0 0,-1 0-1 0 0,20 5 1 0 0,-11-5-9 0 0,0 0 0 0 0,1-2 1 0 0,0 0-1 0 0,0-2 0 0 0,36-1 0 0 0,-44 0-7 0 0,0-2 0 0 0,0 1 0 0 0,-1-2 0 0 0,1 1 0 0 0,-1-2 0 0 0,1 1 0 0 0,-1-2 0 0 0,0 1 0 0 0,-1-2 0 0 0,1 1 0 0 0,-1-1 0 0 0,0-1 0 0 0,0 0 0 0 0,14-14 0 0 0,-22 19 20 0 0,1-1-1 0 0,-1 0 1 0 0,0 0 0 0 0,0 0-1 0 0,0 0 1 0 0,0 0 0 0 0,-1-1-1 0 0,1 1 1 0 0,-1 0 0 0 0,0-1-1 0 0,0 1 1 0 0,0-1 0 0 0,0 1-1 0 0,-1-1 1 0 0,1 0 0 0 0,-1 1-1 0 0,0-1 1 0 0,0 0 0 0 0,0 1-1 0 0,-1-1 1 0 0,1 0 0 0 0,-1 1-1 0 0,0-1 1 0 0,0 1 0 0 0,0-1-1 0 0,-1 1 1 0 0,1 0 0 0 0,-1-1-1 0 0,0 1 1 0 0,1 0 0 0 0,-2 0-1 0 0,1 0 1 0 0,0 0 0 0 0,0 1-1 0 0,-1-1 1 0 0,0 0 0 0 0,1 1-1 0 0,-1 0 1 0 0,0 0 0 0 0,0 0-1 0 0,0 0 1 0 0,-1 0 0 0 0,1 0-1 0 0,0 1 1 0 0,-1 0 0 0 0,1-1-1 0 0,-1 1 1 0 0,-5 0 0 0 0,-3-1 29 0 0,-1 2 1 0 0,1 0-1 0 0,-1 0 1 0 0,1 1 0 0 0,-1 1-1 0 0,1 0 1 0 0,-17 5-1 0 0,-85 35 121 0 0,91-33-113 0 0,13-5-40 0 0,-9 3 22 0 0,-24 14 0 0 0,38-19-33 0 0,1 1-1 0 0,0 0 0 0 0,-1 0 1 0 0,1 0-1 0 0,0 0 0 0 0,1 1 1 0 0,-1 0-1 0 0,0-1 0 0 0,1 2 1 0 0,-5 6-1 0 0,8-11-34 0 0,0 1 0 0 0,-1 0 0 0 0,1 0 0 0 0,-1 0 0 0 0,1 0 0 0 0,0 0-1 0 0,0 0 1 0 0,-1 0 0 0 0,1 0 0 0 0,0 0 0 0 0,0 0 0 0 0,0 0 0 0 0,0 0 0 0 0,0 0 0 0 0,0 0 0 0 0,1 0 0 0 0,-1 0 0 0 0,0 0-1 0 0,0 0 1 0 0,1 0 0 0 0,-1 0 0 0 0,1 0 0 0 0,-1 0 0 0 0,1 0 0 0 0,-1 0 0 0 0,1 0 0 0 0,-1-1 0 0 0,1 1 0 0 0,0 0 0 0 0,-1 0 0 0 0,1-1-1 0 0,0 1 1 0 0,0 0 0 0 0,1 0 0 0 0,3 2-278 0 0,-1 0-1 0 0,0-1 1 0 0,1 0-1 0 0,0 0 1 0 0,9 2-1 0 0,15 3-1608 0 0,6-1-374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00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4 741 8287 0 0,'0'0'23453'0'0,"6"-14"-22546"0"0,-4 5-892 0 0,0-1 0 0 0,0 1 0 0 0,-1-1 1 0 0,0 1-1 0 0,-1-15 0 0 0,-8-50 12 0 0,2 22-25 0 0,2-45-2 0 0,15-154 0 0 0,-4 137 0 0 0,-2 49 0 0 0,-5 65 0 0 0,1 0 0 0 0,-1 0 0 0 0,0 1 0 0 0,0-1 0 0 0,0 0 0 0 0,0 0 0 0 0,0 0 0 0 0,0 0 0 0 0,0 0 0 0 0,1 1 0 0 0,-1-1 0 0 0,0 0 0 0 0,0 0 0 0 0,0 0 0 0 0,0 0 0 0 0,1 0 0 0 0,-1 0 0 0 0,0 0 0 0 0,0 0 0 0 0,0 0 0 0 0,0 0 0 0 0,1 0 0 0 0,-1 0 0 0 0,0 0 0 0 0,0 0 0 0 0,0 0 0 0 0,0 0 0 0 0,1 0 0 0 0,-1 0 0 0 0,0 0 0 0 0,0 0 0 0 0,0 0 0 0 0,1 0 0 0 0,-1 0 0 0 0,0 0 0 0 0,0 0 0 0 0,0 0 0 0 0,0 0 0 0 0,0 0 0 0 0,1-1 0 0 0,-1 1 0 0 0,0 0 0 0 0,0 0 0 0 0,0 0 0 0 0,0 0 0 0 0,0 0 0 0 0,0 0 0 0 0,1-1 0 0 0,-1 1 0 0 0,0 0 0 0 0,0 0 0 0 0,0 0 0 0 0,0 0 0 0 0,0-1 0 0 0,0 1 0 0 0,0 0 0 0 0,0 0 0 0 0,0 0 0 0 0,0-1 0 0 0,0 1 0 0 0,0 0 0 0 0,0 0 0 0 0,0-1 0 0 0,8 14 0 0 0,-7-12 0 0 0,22 44 0 0 0,-15-28 0 0 0,1 0 0 0 0,0 0 0 0 0,2-1 0 0 0,-1-1 0 0 0,2 1 0 0 0,23 22 0 0 0,-20-24 0 0 0,0-1 0 0 0,2-1 0 0 0,-1-1 0 0 0,2 0 0 0 0,18 8 0 0 0,-27-15 0 0 0,0 0 0 0 0,0-1 0 0 0,1 0 0 0 0,0 0 0 0 0,-1-1 0 0 0,1-1 0 0 0,0 0 0 0 0,0 0 0 0 0,0-1 0 0 0,0 0 0 0 0,0 0 0 0 0,12-3 0 0 0,-14 1 0 0 0,0 1 0 0 0,-1-1 0 0 0,0 0 0 0 0,0-1 0 0 0,1 0 0 0 0,-1 0 0 0 0,-1 0 0 0 0,1-1 0 0 0,-1 0 0 0 0,1-1 0 0 0,-1 1 0 0 0,0-1 0 0 0,-1 0 0 0 0,1-1 0 0 0,-1 1 0 0 0,0-1 0 0 0,0 0 0 0 0,6-11 0 0 0,1-4 0 0 0,-2-1 0 0 0,13-33 0 0 0,-23 55 0 0 0,0 0 0 0 0,0 0 0 0 0,0 0 0 0 0,0 0 0 0 0,0 0 0 0 0,0 0 0 0 0,1 0 0 0 0,-1 1 0 0 0,0-1 0 0 0,0 0 0 0 0,0 0 0 0 0,0 0 0 0 0,0 0 0 0 0,0 0 0 0 0,0 0 0 0 0,0 0 0 0 0,0 0 0 0 0,1 0 0 0 0,-1 0 0 0 0,0 0 0 0 0,0 0 0 0 0,0 0 0 0 0,0 0 0 0 0,0 0 0 0 0,0 0 0 0 0,0 0 0 0 0,1 0 0 0 0,-1 0 0 0 0,0 0 0 0 0,0 0 0 0 0,0 0 0 0 0,0 0 0 0 0,0 0 0 0 0,0 0 0 0 0,0 0 0 0 0,0 0 0 0 0,1 0 0 0 0,-1 0 0 0 0,0 0 0 0 0,0 0 0 0 0,0 0 0 0 0,0 0 0 0 0,0-1 0 0 0,0 1 0 0 0,0 0 0 0 0,0 0 0 0 0,0 0 0 0 0,0 0 0 0 0,1 0 0 0 0,1 14 0 0 0,-2-12 0 0 0,10 134 0 0 0,-2-6 0 0 0,-5-101-7 0 0,13 73-89 0 0,-13-88 70 0 0,1 0 0 0 0,0 0 1 0 0,1 0-1 0 0,13 25 0 0 0,-17-38-168 0 0,-1 1 0 0 0,1-1 0 0 0,0 0 0 0 0,-1 0 0 0 0,1 0 0 0 0,0 0 0 0 0,0 0 0 0 0,0 0 0 0 0,0 0 1 0 0,-1 0-1 0 0,2 0 0 0 0,-1-1 0 0 0,0 1 0 0 0,0 0 0 0 0,0-1 0 0 0,0 1 0 0 0,2 0 0 0 0,-1-1-292 0 0,-1 0 0 0 0,0 0 0 0 0,0 0 0 0 0,0 0 0 0 0,0-1 0 0 0,0 1 0 0 0,0 0 0 0 0,0-1 0 0 0,0 1 0 0 0,0-1 0 0 0,0 1 0 0 0,0-1 0 0 0,0 1-1 0 0,0-1 1 0 0,0 0 0 0 0,0 1 0 0 0,0-1 0 0 0,-1 0 0 0 0,1 0 0 0 0,0 0 0 0 0,1-1 0 0 0,6-9-7442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0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2759 0 0,'5'-20'201'0'0,"1"-27"0"0"0,-4 32 355 0 0,-1 9 2615 0 0,1 0 0 0 0,-1 0 0 0 0,1 0 0 0 0,5-12 9720 0 0,4 29-11353 0 0,-6-6-1342 0 0,-1 1 1 0 0,0 0 0 0 0,0 0 0 0 0,-1 0-1 0 0,1 1 1 0 0,-1-1 0 0 0,3 13-1 0 0,11 52 93 0 0,-12-47-267 0 0,14 91 22 0 0,-12-60-35 0 0,-1-5-9 0 0,-4-29 0 0 0,1 0 0 0 0,6 25 0 0 0,-7-36-1262 0 0,-1-5 301 0 0,-1-10 328 0 0,-1 0 193 0 0,-1-15-2726 0 0,-2-25-1 0 0,3 21-5428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0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95 10135 0 0,'0'-1'211'0'0,"-5"-7"-233"0"0,1-1 1 0 0,-5-16-1 0 0,7 3 2135 0 0,2 20-823 0 0,0 0 0 0 0,0 0 0 0 0,1-1 1 0 0,-1 1-1 0 0,1 0 0 0 0,0 0 0 0 0,7-8 5435 0 0,4 8-6192 0 0,-10 2 76 0 0,15-2-18 0 0,0 2 0 0 0,-1 0-1 0 0,1 0 1 0 0,21 4-1 0 0,67 17-369 0 0,-50-8-83 0 0,-52-13-137 0 0,120 30 89 0 0,-108-25-78 0 0,1 1 0 0 0,-2 0 0 0 0,1 1 0 0 0,-1 0 0 0 0,25 18 0 0 0,-36-23-12 0 0,0 0 0 0 0,0 1 0 0 0,0-1 0 0 0,-1 1 0 0 0,1 0 0 0 0,-1 0 0 0 0,0 0 0 0 0,0 0 0 0 0,0 0 0 0 0,0 0 0 0 0,0 0 0 0 0,-1 1 0 0 0,1-1 0 0 0,-1 1 0 0 0,0-1 0 0 0,0 1 0 0 0,0-1 0 0 0,-1 1 0 0 0,1 4 0 0 0,-1-4 0 0 0,-1-1 0 0 0,1 1 0 0 0,-1-1 0 0 0,0 1 0 0 0,0-1 0 0 0,0 1 0 0 0,0-1 0 0 0,0 1 0 0 0,-1-1 0 0 0,0 0 0 0 0,0 0 0 0 0,0 0 0 0 0,0 0 0 0 0,0 0 0 0 0,0 0 0 0 0,-1-1 0 0 0,1 1 0 0 0,-1-1 0 0 0,-5 5 0 0 0,-16 9 0 0 0,0-1 0 0 0,-37 16 0 0 0,-55 18 0 0 0,32-18-976 0 0,82-30 807 0 0,0 1-1 0 0,0-1 1 0 0,0 0 0 0 0,0 0 0 0 0,1 1-1 0 0,-1-1 1 0 0,0 1 0 0 0,0-1-1 0 0,-1 4 1 0 0,-1 6-2956 0 0,4-10 2649 0 0,1-1 0 0 0,-1 1 0 0 0,0 0 0 0 0,0 0 0 0 0,1-1 0 0 0,-1 1 0 0 0,0 0 0 0 0,1-1 0 0 0,-1 1 0 0 0,1 0 0 0 0,-1-1 0 0 0,1 1 0 0 0,-1 0 0 0 0,1-1 0 0 0,0 1 0 0 0,11 9-7898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0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55 7831 0 0,'48'-32'2303'0'0,"-28"17"13262"0"0,-20 15-15437 0 0,-1-1 1 0 0,1 1-1 0 0,0-1 0 0 0,0 1 1 0 0,0 0-1 0 0,-1-1 1 0 0,1 1-1 0 0,0 0 0 0 0,0-1 1 0 0,-1 1-1 0 0,1 0 0 0 0,0-1 1 0 0,-1 1-1 0 0,1 0 0 0 0,0 0 1 0 0,-1-1-1 0 0,1 1 0 0 0,0 0 1 0 0,-1 0-1 0 0,1 0 0 0 0,-1 0 1 0 0,1-1-1 0 0,-1 1 0 0 0,1 0 1 0 0,0 0-1 0 0,-1 0 0 0 0,1 0 1 0 0,-1 0-1 0 0,-12 0 801 0 0,7 1-628 0 0,-1 1 0 0 0,1 0 0 0 0,0 0 0 0 0,0 1 0 0 0,-7 4 0 0 0,-6 3-78 0 0,-13 3-58 0 0,-41 27 0 0 0,58-31-166 0 0,1 1 0 0 0,0 0-1 0 0,1 1 1 0 0,-22 24 0 0 0,32-32 1 0 0,-1 1 0 0 0,1 0 0 0 0,0 0 0 0 0,0 0 0 0 0,1 1 0 0 0,0-1 0 0 0,-1 1 0 0 0,1-1 0 0 0,0 1 0 0 0,1 0 0 0 0,-2 6 0 0 0,3-10 0 0 0,0 0 0 0 0,0 0 0 0 0,0 1 0 0 0,0-1 0 0 0,0 0 0 0 0,0 0 0 0 0,0 0 0 0 0,1 0 0 0 0,-1 0 0 0 0,0 0 0 0 0,1 1 0 0 0,-1-1 0 0 0,1 0 0 0 0,-1 0 0 0 0,1 0 0 0 0,0 0 0 0 0,-1 0 0 0 0,1-1 0 0 0,0 1 0 0 0,-1 0 0 0 0,1 0 0 0 0,0 0 0 0 0,0-1 0 0 0,0 1 0 0 0,0 0 0 0 0,0-1 0 0 0,0 1 0 0 0,0 0 0 0 0,0-1 0 0 0,0 0 0 0 0,0 1 0 0 0,0-1 0 0 0,0 0 0 0 0,1 1 0 0 0,-1-1 0 0 0,0 0 0 0 0,0 0 0 0 0,2 0 0 0 0,0 1 0 0 0,3-1-1 0 0,0 1 1 0 0,0-1-1 0 0,0 0 0 0 0,0 0 1 0 0,0 0-1 0 0,0-1 0 0 0,0 0 1 0 0,0 0-1 0 0,9-4 0 0 0,5-3-31 0 0,27-13-1 0 0,-28 11 21 0 0,15-10 25 0 0,-23 13 15 0 0,0 0-1 0 0,23-9 0 0 0,-31 15-24 0 0,0 0 0 0 0,0 0 0 0 0,0 0 0 0 0,0 0 0 0 0,0 1 0 0 0,0-1 0 0 0,0 1 0 0 0,0 0 0 0 0,0 0 0 0 0,0 0-1 0 0,0 0 1 0 0,0 1 0 0 0,0-1 0 0 0,0 1 0 0 0,0 0 0 0 0,0 0 0 0 0,4 1 0 0 0,0 3-3 0 0,-1-1 0 0 0,1 1 0 0 0,-1 0 0 0 0,0 1 0 0 0,10 10 0 0 0,14 13 0 0 0,12 6 0 0 0,-29-22 0 0 0,1-1 0 0 0,0-1 0 0 0,1-1 0 0 0,0 0 0 0 0,1 0 0 0 0,18 7 0 0 0,-18-11 0 0 0,-5-1 0 0 0,1-1 0 0 0,0 0 0 0 0,20 3 0 0 0,-21-6 0 0 0,-4-3-68 0 0,-6 2-284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04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16127 0 0,'0'-5'427'0'0,"0"-1"-1"0"0,1 0 0 0 0,-1 0 0 0 0,1 0 1 0 0,3-9-1 0 0,5-4 8640 0 0,-8 21-7954 0 0,1 3-798 0 0,1 0 0 0 0,-1 0 0 0 0,-1 0 0 0 0,1 0 0 0 0,-1 1 0 0 0,1 9 0 0 0,1 39 470 0 0,-1-10-494 0 0,3 146 23 0 0,-6-137-207 0 0,2 0 1 0 0,12 82-1 0 0,-13-132-106 0 0,3 10-29 0 0,-1-1 1 0 0,1 1-1 0 0,9 23 0 0 0,-11-35-97 0 0,-1-26-8582 0 0,-1 10-103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0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85 9671 0 0,'-2'-1'485'0'0,"-26"-8"19123"0"0,31 9-18817 0 0,17 2-285 0 0,0-2 0 0 0,39-3 1 0 0,42-12-182 0 0,-84 12-253 0 0,412-49 109 0 0,-394 49-769 0 0,1 2 0 0 0,-1 2-1 0 0,43 5 1 0 0,-52 0-1480 0 0,-2 5-5105 0 0,-5 3-1910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1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92 14279 0 0,'-5'-4'616'0'0,"0"-1"-1"0"0,-1 1 1 0 0,1 0-1 0 0,-1 1 1 0 0,0-1-1 0 0,0 1 1 0 0,-9-4 0 0 0,-11-6 8319 0 0,25 13-8852 0 0,1 0 1 0 0,0 0-1 0 0,-1 0 0 0 0,1 0 0 0 0,0-1 1 0 0,0 1-1 0 0,-1 0 0 0 0,1 0 0 0 0,0 0 1 0 0,0 0-1 0 0,-1-1 0 0 0,1 1 0 0 0,0 0 1 0 0,0 0-1 0 0,-1 0 0 0 0,1-1 0 0 0,0 1 1 0 0,0 0-1 0 0,0-1 0 0 0,0 1 0 0 0,-1 0 1 0 0,1 0-1 0 0,0-1 0 0 0,0 1 1 0 0,0 0-1 0 0,0-1 0 0 0,0 1 0 0 0,0 0 1 0 0,0-1-1 0 0,0 1 0 0 0,0 0 0 0 0,0 0 1 0 0,0-1-1 0 0,0 1 0 0 0,0 0 0 0 0,0-1 1 0 0,0 1-1 0 0,0 0 0 0 0,0-1 0 0 0,1 0 1 0 0,0 0-1 0 0,0 0 0 0 0,0 0 0 0 0,0 1 0 0 0,0-1 0 0 0,0 0 0 0 0,0 0 1 0 0,0 1-1 0 0,0-1 0 0 0,2 0 0 0 0,30-9 100 0 0,69-4-38 0 0,-84 13-167 0 0,-1 1 0 0 0,1 0 0 0 0,32 6 0 0 0,-47-6 12 0 0,0 1 1 0 0,1 0-1 0 0,-2-1 0 0 0,1 1 0 0 0,0 1 0 0 0,0-1 0 0 0,0 0 1 0 0,0 1-1 0 0,-1 0 0 0 0,1-1 0 0 0,4 5 0 0 0,-6-5 15 0 0,0 0-1 0 0,0 1 1 0 0,0-1-1 0 0,0 1 1 0 0,-1-1-1 0 0,1 0 1 0 0,0 1-1 0 0,0-1 1 0 0,-1 1-1 0 0,1-1 1 0 0,-1 1-1 0 0,0 0 1 0 0,1-1-1 0 0,-1 1 1 0 0,0-1-1 0 0,0 1 1 0 0,0 0-1 0 0,0-1 1 0 0,0 1-1 0 0,0 0 1 0 0,-1-1-1 0 0,1 1 1 0 0,-1-1-1 0 0,0 3 1 0 0,-3 7 7 0 0,-1-1 0 0 0,0 0 0 0 0,0 0-1 0 0,-1 0 1 0 0,-1-1 0 0 0,-8 11 0 0 0,-51 49 53 0 0,-18 0-65 0 0,6-5 0 0 0,61-46 0 0 0,17-18 0 0 0,0 0 0 0 0,0 0 0 0 0,0 1 0 0 0,0-1 0 0 0,0 0 0 0 0,0 0 0 0 0,-1 0 0 0 0,1 0 0 0 0,0 0 0 0 0,0 1 0 0 0,0-1 0 0 0,0 0 0 0 0,0 0 0 0 0,0 0 0 0 0,0 0 0 0 0,0 1 0 0 0,0-1 0 0 0,0 0 0 0 0,0 0 0 0 0,0 0 0 0 0,0 0 0 0 0,0 1 0 0 0,0-1 0 0 0,0 0 0 0 0,0 0 0 0 0,0 0 0 0 0,0 0 0 0 0,0 1 0 0 0,0-1 0 0 0,0 0 0 0 0,0 0 0 0 0,0 0 0 0 0,0 0 0 0 0,0 1 0 0 0,0-1 0 0 0,0 0 0 0 0,1 0 0 0 0,-1 0 0 0 0,0 0 0 0 0,0 0 0 0 0,0 0 0 0 0,0 1 0 0 0,0-1 0 0 0,1 0 0 0 0,-1 0 0 0 0,0 0 0 0 0,0 0 0 0 0,0 0 0 0 0,0 0 0 0 0,0 0 0 0 0,1 0 0 0 0,-1 0 0 0 0,8 2 0 0 0,-8-2 0 0 0,11 1 0 0 0,1-1 0 0 0,-1 0 0 0 0,1 0 0 0 0,-1-1 0 0 0,19-4 0 0 0,54-18 0 0 0,5-9-368 0 0,100-50 0 0 0,-139 61-1419 0 0,-20 10 38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1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36 6911 0 0,'-25'-11'24579'0'0,"38"10"-23947"0"0,24-4 1 0 0,2-1-653 0 0,23 1-14 0 0,37-2 81 0 0,-85 7-217 0 0,0 1-1 0 0,0 0 1 0 0,0 1-1 0 0,0 1 1 0 0,15 4 0 0 0,-26-6-184 0 0,0 0-1 0 0,0 1 1 0 0,0-1 0 0 0,0 1 0 0 0,0-1 0 0 0,-1 1-1 0 0,1 0 1 0 0,0 0 0 0 0,-1 0 0 0 0,0 0 0 0 0,1 1-1 0 0,-1-1 1 0 0,3 6 0 0 0,0 3-2630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14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25567 0 0,'0'0'4211'0'0,"9"1"-2757"0"0,2 1-1349 0 0,1-1 0 0 0,0 0 0 0 0,-1 0 0 0 0,1-1 0 0 0,0-1 0 0 0,11-1 0 0 0,234-46-1610 0 0,-148 21-8970 0 0,-85 20 1855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14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62 107 15199 0 0,'-5'-2'406'0'0,"0"1"0"0"0,1-1-1 0 0,-1 0 1 0 0,1 0 0 0 0,0 0-1 0 0,0 0 1 0 0,0-1 0 0 0,0 0-1 0 0,-5-4 1 0 0,-5-12 10101 0 0,25 5-8690 0 0,-6 10-1719 0 0,0 1-1 0 0,0-1 1 0 0,0 1-1 0 0,1 0 1 0 0,-1 1-1 0 0,1-1 1 0 0,0 1-1 0 0,8-2 1 0 0,6-1-46 0 0,24-2 0 0 0,-16 3-31 0 0,0 2 1 0 0,1 0 0 0 0,0 2 0 0 0,-1 1-1 0 0,1 2 1 0 0,54 11 0 0 0,-79-13-19 0 0,1 0 0 0 0,0 1 0 0 0,-1 0 0 0 0,1 0 0 0 0,-1 0 1 0 0,0 1-1 0 0,0-1 0 0 0,0 1 0 0 0,0 0 0 0 0,4 4 0 0 0,-7-6-2 0 0,1 1 0 0 0,-1 0 0 0 0,0-1-1 0 0,1 1 1 0 0,-1 0 0 0 0,0 0 0 0 0,0 0-1 0 0,-1 0 1 0 0,1 0 0 0 0,0 0 0 0 0,-1 0-1 0 0,1 0 1 0 0,-1 0 0 0 0,0 1 0 0 0,1-1-1 0 0,-1 0 1 0 0,0 0 0 0 0,0 0 0 0 0,0 0-1 0 0,-1 1 1 0 0,1-1 0 0 0,-1 0-1 0 0,1 0 1 0 0,-2 4 0 0 0,-1 0-1 0 0,0 0 0 0 0,0-1 0 0 0,0 1 0 0 0,0-1 0 0 0,-1 0 0 0 0,0 1 0 0 0,-8 7 0 0 0,-38 30 0 0 0,24-21 0 0 0,-88 70 0 0 0,70-57 0 0 0,31-25-120 0 0,0 1 0 0 0,-15 17-1 0 0,24-23 4 0 0,0 0 0 0 0,0 0 0 0 0,1 0-1 0 0,0 1 1 0 0,0-1 0 0 0,0 1-1 0 0,0 0 1 0 0,1-1 0 0 0,-2 12 0 0 0,0 1-1598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1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18887 0 0,'-5'6'1971'0'0,"-3"10"7"0"0,0-1 0 0 0,1 2 0 0 0,0-1 1 0 0,1 1-1 0 0,-6 31 0 0 0,11-42-1978 0 0,-1 1-2 0 0,3 4 11 0 0,-1-9-23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48 138 19351 0 0,'-3'1'235'0'0,"1"-1"1"0"0,-1 0-1 0 0,1 0 0 0 0,-1 0 0 0 0,1 0 0 0 0,-1 0 0 0 0,1 0 1 0 0,-1-1-1 0 0,1 1 0 0 0,-1-1 0 0 0,1 0 0 0 0,-1 1 1 0 0,1-1-1 0 0,0 0 0 0 0,0-1 0 0 0,-1 1 0 0 0,-2-2 0 0 0,5 2-24 0 0,0 1-1 0 0,0 0 0 0 0,0-1 0 0 0,0 1 1 0 0,0-1-1 0 0,0 1 0 0 0,0-1 0 0 0,0 1 1 0 0,0 0-1 0 0,0-1 0 0 0,0 1 0 0 0,0-1 1 0 0,0 1-1 0 0,0-1 0 0 0,0 1 0 0 0,0 0 1 0 0,0-1-1 0 0,1 1 0 0 0,-1-1 0 0 0,0 1 1 0 0,0 0-1 0 0,0-1 0 0 0,1 1 0 0 0,-1 0 1 0 0,0-1-1 0 0,0 1 0 0 0,1 0 0 0 0,-1 0 1 0 0,0-1-1 0 0,1 1 0 0 0,0 0 0 0 0,10-10 1106 0 0,0 5-1171 0 0,-1 1 0 0 0,1-1 0 0 0,1 2 0 0 0,-1 0 0 0 0,1 0 0 0 0,22-2 0 0 0,-14 2-130 0 0,398-33 91 0 0,-368 34-103 0 0,399-13-3 0 0,-112 6 0 0 0,885-4 0 0 0,-880 28 0 0 0,-333-14-23 0 0,-7-1-94 0 0,-16-2-651 0 0,6 0-833 0 0,3-1-490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0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10135 0 0,'8'-2'9782'0'0,"-7"2"-9525"0"0,7 12 4512 0 0,3 17-2226 0 0,0 22-1340 0 0,-3 0 0 0 0,3 85 1 0 0,-17 104-506 0 0,1-182-585 0 0,4-55-155 0 0,0-7-11 0 0,-1-5-67 0 0,4-35-144 0 0,1 1 0 0 0,2 0 0 0 0,2 0-1 0 0,13-44 1 0 0,0 22 146 0 0,52-116 0 0 0,-64 164 109 0 0,1 0-1 0 0,0 1 0 0 0,2 0 1 0 0,0 0-1 0 0,0 1 1 0 0,18-17-1 0 0,-28 30 23 0 0,1 1-1 0 0,-1 0 1 0 0,0 0-1 0 0,0 0 1 0 0,1 0-1 0 0,-1 0 1 0 0,1 0-1 0 0,-1 0 1 0 0,1 0-1 0 0,-1 0 1 0 0,1 1-1 0 0,-1-1 1 0 0,1 1-1 0 0,0-1 1 0 0,-1 1-1 0 0,1-1 1 0 0,0 1-1 0 0,-1 0 1 0 0,1 0-1 0 0,0 0 1 0 0,0 0-1 0 0,-1 0 1 0 0,1 0-1 0 0,2 1 1 0 0,-2 0 11 0 0,0 0 0 0 0,0 1 0 0 0,0-1 0 0 0,-1 0 0 0 0,1 1 1 0 0,0-1-1 0 0,-1 1 0 0 0,1-1 0 0 0,-1 1 0 0 0,0 0 0 0 0,1 0 0 0 0,-1 0 0 0 0,0 0 0 0 0,0 0 1 0 0,0 0-1 0 0,-1 0 0 0 0,1 0 0 0 0,1 4 0 0 0,5 29 178 0 0,-1 0 0 0 0,-1 0 0 0 0,-1 37 0 0 0,3 17-30 0 0,-5-70-208 0 0,16 121 280 0 0,-12-105-782 0 0,21 65 0 0 0,-25-96 352 0 0,-1-1 1 0 0,1 1-1 0 0,1 0 1 0 0,-1 0-1 0 0,3 2 1 0 0,3 6-982 0 0,-7-11 422 0 0,9-14-9580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39 216 3679 0 0,'-39'-5'24127'0'0,"52"1"-22179"0"0,140-37-663 0 0,95-29-1811 0 0,-4-12-4120 0 0,-237 79 4450 0 0,12-1-390 0 0,-4 0 371 0 0,-16 3 626 0 0,-11-1 543 0 0,4 3-583 0 0,0 0-1 0 0,0 0 1 0 0,0 1-1 0 0,0 0 1 0 0,0 0 0 0 0,1 1-1 0 0,-1 0 1 0 0,-7 5-1 0 0,-4 0 84 0 0,-9 3-22 0 0,-53 24 243 0 0,72-30-575 0 0,1 0-1 0 0,-11 9 1 0 0,19-14-94 0 0,-1 1 0 0 0,1-1 1 0 0,0 0-1 0 0,-1 1 1 0 0,1-1-1 0 0,0 1 0 0 0,0-1 1 0 0,-1 0-1 0 0,1 1 1 0 0,0-1-1 0 0,0 1 0 0 0,0-1 1 0 0,0 1-1 0 0,-1-1 0 0 0,1 1 1 0 0,0-1-1 0 0,0 1 1 0 0,0-1-1 0 0,0 1 0 0 0,0-1 1 0 0,0 1-1 0 0,1-1 0 0 0,-1 1 1 0 0,0-1-1 0 0,0 1 1 0 0,0-1-1 0 0,0 0 0 0 0,0 1 1 0 0,1-1-1 0 0,-1 1 1 0 0,0-1-1 0 0,0 1 0 0 0,1-1 1 0 0,-1 0-1 0 0,0 1 0 0 0,1-1 1 0 0,-1 0-1 0 0,0 1 1 0 0,1-1-1 0 0,-1 0 0 0 0,1 1 1 0 0,-1-1-1 0 0,1 0 1 0 0,-1 0-1 0 0,1 1 0 0 0,19 10 73 0 0,-11-10-64 0 0,-1 0 1 0 0,1 0-1 0 0,0 0 1 0 0,-1-1-1 0 0,17-2 0 0 0,7 0 31 0 0,5 2-49 0 0,73 2 52 0 0,-93-1-43 0 0,1 1-1 0 0,-1 1 1 0 0,1 0 0 0 0,17 7 0 0 0,-32-9-2 0 0,-1 0 1 0 0,1 0-1 0 0,0 0 1 0 0,-1 1-1 0 0,1-1 0 0 0,-1 1 1 0 0,1-1-1 0 0,-1 1 1 0 0,1 0-1 0 0,-1 0 0 0 0,0 0 1 0 0,0 0-1 0 0,0 0 1 0 0,0 1-1 0 0,2 4 1 0 0,-3-5 6 0 0,0 0 1 0 0,-1 0 0 0 0,1 0-1 0 0,-1 0 1 0 0,1 0 0 0 0,-1 0-1 0 0,0 1 1 0 0,0-1 0 0 0,0 0 0 0 0,0 0-1 0 0,0 0 1 0 0,0 0 0 0 0,-1 0-1 0 0,1 1 1 0 0,-1-1 0 0 0,1 0-1 0 0,-1 0 1 0 0,0 0 0 0 0,0 0 0 0 0,0 0-1 0 0,-2 3 1 0 0,-1 1 13 0 0,-1-1 0 0 0,1 1-1 0 0,-1-1 1 0 0,0 0 0 0 0,-1 0 0 0 0,1 0 0 0 0,-1-1 0 0 0,-6 4-1 0 0,-7 3 33 0 0,-27 12-1 0 0,23-13 17 0 0,-46 13-1 0 0,59-20-712 0 0,-1-1 0 0 0,1 0 0 0 0,0-1 0 0 0,-1 0 0 0 0,1 0 0 0 0,-1-1 0 0 0,-12-2 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1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32 4143 0 0,'0'0'191'0'0,"1"-1"-11"0"0,0 1 322 0 0,-1-1 0 0 0,1 0 0 0 0,0 1 0 0 0,0-1 0 0 0,-1 0 0 0 0,1 1 0 0 0,-1-1 0 0 0,1 0 0 0 0,-1 0 0 0 0,1 0 0 0 0,-1 0 0 0 0,1 1 0 0 0,-1-1 0 0 0,0 0 0 0 0,1 0 0 0 0,-1 0 0 0 0,0 0 0 0 0,0 0 0 0 0,0 0 0 0 0,-5-8 5823 0 0,5 9-5877 0 0,-1 0-1 0 0,1-1 1 0 0,-1 1 0 0 0,0 0 0 0 0,1-1 0 0 0,-1 1 0 0 0,1 0 0 0 0,-2 0 0 0 0,-17-3 5967 0 0,4 3-6188 0 0,-2 5-9 0 0,1 1-1 0 0,-1 0 0 0 0,1 1 1 0 0,-23 14-1 0 0,31-16-217 0 0,0 0 0 0 0,0 0 0 0 0,0 1 0 0 0,1 0 0 0 0,0 0 0 0 0,0 1 0 0 0,1-1 0 0 0,-6 9 0 0 0,11-14 0 0 0,1-1 0 0 0,-1 1 0 0 0,1-1 0 0 0,-1 1 0 0 0,1 0 0 0 0,0-1 0 0 0,-1 1 0 0 0,1 0 0 0 0,0-1 0 0 0,0 1 0 0 0,-1 0 0 0 0,1-1 0 0 0,0 1 0 0 0,0 0 0 0 0,0-1 0 0 0,0 1 0 0 0,0 0 0 0 0,0 0 0 0 0,0-1 0 0 0,0 1 0 0 0,0 0 0 0 0,0-1 0 0 0,0 1 0 0 0,1 0 0 0 0,-1-1 0 0 0,0 1 0 0 0,0 0 0 0 0,1-1 0 0 0,-1 1 0 0 0,0 0 0 0 0,1-1 0 0 0,-1 1 0 0 0,1-1 0 0 0,0 2 0 0 0,0-1 0 0 0,2 3 0 0 0,1-1 0 0 0,-1 1 0 0 0,1-1 0 0 0,-1 0 0 0 0,1 0 0 0 0,0 0 0 0 0,0-1 0 0 0,0 1 0 0 0,0-1 0 0 0,1 0 0 0 0,-1 0 0 0 0,1-1 0 0 0,-1 1 0 0 0,6 0 0 0 0,10 3 0 0 0,37 2 0 0 0,-57-7 0 0 0,30 3 19 0 0,-1 1-1 0 0,0 1 1 0 0,50 16 0 0 0,-57-9 23 0 0,-21-11-45 0 0,0-1-1 0 0,-1 1 1 0 0,1-1-1 0 0,0 1 1 0 0,0 0-1 0 0,-1-1 1 0 0,1 1-1 0 0,0 0 1 0 0,-1-1-1 0 0,1 1 1 0 0,-1 0-1 0 0,1 0 1 0 0,-1 0 0 0 0,1 0-1 0 0,-1 0 1 0 0,0-1-1 0 0,1 1 1 0 0,-1 0-1 0 0,0 0 1 0 0,0 0-1 0 0,0 0 1 0 0,0 0-1 0 0,0 0 1 0 0,0 0-1 0 0,0 0 1 0 0,0 0-1 0 0,0 0 1 0 0,0 0-1 0 0,0 0 1 0 0,0 0-1 0 0,-1 0 1 0 0,1 0-1 0 0,0 0 1 0 0,-1 0-1 0 0,1-1 1 0 0,-2 2-1 0 0,2 0 0 0 0,-3 2 8 0 0,0 0-1 0 0,0 0 1 0 0,0 0 0 0 0,-1 0-1 0 0,1-1 1 0 0,-1 1 0 0 0,0-1-1 0 0,0 0 1 0 0,-9 5 0 0 0,0 0 44 0 0,-29 11 0 0 0,15-7-1013 0 0,-1-2 1 0 0,-56 12-1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15287 0 0,'12'-8'661'0'0,"0"1"-1"0"0,24-11 1 0 0,-35 18-283 0 0,-1-1 1 0 0,1 1-1 0 0,0 0 1 0 0,-1 0 0 0 0,1 0-1 0 0,-1 0 1 0 0,1 0-1 0 0,0 0 1 0 0,-1 0-1 0 0,1 0 1 0 0,-1 0 0 0 0,1 0-1 0 0,0 0 1 0 0,-1 0-1 0 0,1 0 1 0 0,-1 1 0 0 0,1-1-1 0 0,0 0 1 0 0,-1 0-1 0 0,1 1 1 0 0,-1-1 0 0 0,1 0-1 0 0,0 1 1 0 0,0 0-107 0 0,0 0 1 0 0,0 0-1 0 0,-1 0 0 0 0,1 0 1 0 0,0 0-1 0 0,-1 1 1 0 0,1-1-1 0 0,0 0 0 0 0,-1 0 1 0 0,1 2-1 0 0,0 3 52 0 0,0-1 1 0 0,0 0-1 0 0,-1 1 0 0 0,1 4 0 0 0,-1 1 6 0 0,-1 10-94 0 0,1-1-1 0 0,1 0 1 0 0,1 0-1 0 0,1 0 1 0 0,9 33-1 0 0,-12-50-243 0 0,1 0-1 0 0,0-1 1 0 0,0 1 0 0 0,0-1 0 0 0,1 1-1 0 0,-1-1 1 0 0,1 0 0 0 0,-1 1-1 0 0,1-1 1 0 0,0 0 0 0 0,-1 0 0 0 0,1 0-1 0 0,0 0 1 0 0,1-1 0 0 0,-1 1-1 0 0,0 0 1 0 0,0-1 0 0 0,1 0 0 0 0,-1 1-1 0 0,1-1 1 0 0,-1 0 0 0 0,1 0-1 0 0,-1 0 1 0 0,1-1 0 0 0,0 1 0 0 0,-1-1-1 0 0,1 1 1 0 0,0-1 0 0 0,0 0-1 0 0,-1 0 1 0 0,1 0 0 0 0,0 0 0 0 0,-1-1-1 0 0,5 0 1 0 0,0-1-67 0 0,0 0 0 0 0,-1-1-1 0 0,0 1 1 0 0,1-1 0 0 0,-1 0 0 0 0,0-1-1 0 0,0 1 1 0 0,-1-1 0 0 0,1 0 0 0 0,-1-1-1 0 0,0 1 1 0 0,8-11 0 0 0,-5 5 11 0 0,-1-1 0 0 0,0 0 0 0 0,-1 0 0 0 0,0 0 0 0 0,0-1 0 0 0,4-17 0 0 0,-1-5 74 0 0,6-37 0 0 0,-15 79 140 0 0,1-1 0 0 0,0 1 0 0 0,0-1 0 0 0,0 0 0 0 0,1 1 0 0 0,0-1 0 0 0,1 0 0 0 0,-1 0 0 0 0,8 12 0 0 0,0 1-265 0 0,0 0 0 0 0,24 31 0 0 0,-34-51 54 0 0,29 33-694 0 0,-11-20-2004 0 0,3-6-6079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2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24679 0 0,'0'0'2473'0'0,"6"10"-1529"0"0,5 6-399 0 0,-2 0 0 0 0,0 1-1 0 0,11 26 1 0 0,15 59 1822 0 0,-28-79-2242 0 0,3 12-125 0 0,-6-18 0 0 0,9 21 0 0 0,-13-38 0 0 0,0 0 0 0 0,0 0 0 0 0,0 0 0 0 0,0 0 0 0 0,0 0 0 0 0,0 1 0 0 0,0-1 0 0 0,0 0 0 0 0,0 0 0 0 0,0 0 0 0 0,0 0 0 0 0,0 0 0 0 0,0 0 0 0 0,0 0 0 0 0,0 0 0 0 0,0 0 0 0 0,0 0 0 0 0,0 0 0 0 0,0 1 0 0 0,0-1 0 0 0,0 0 0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0,0 0 0 0 0,0 0 0 0 0,1 0 0 0 0,-1 0 0 0 0,0 0 0 0 0,0 0 0 0 0,2-6 0 0 0,1-8 0 0 0,0-11-35 0 0,2 1 0 0 0,1 0 0 0 0,16-44 0 0 0,-17 54 19 0 0,1 1 1 0 0,1 0-1 0 0,0 0 1 0 0,1 1-1 0 0,0 0 1 0 0,1 0-1 0 0,0 1 1 0 0,12-10-1 0 0,-5 11 16 0 0,-16 10 2 0 0,1-1-1 0 0,-1 1 1 0 0,0 0-1 0 0,1 0 1 0 0,-1 0-1 0 0,0 0 1 0 0,1 0-1 0 0,-1-1 1 0 0,0 1-1 0 0,1 0 1 0 0,-1 0 0 0 0,0 0-1 0 0,1 0 1 0 0,-1 0-1 0 0,0 0 1 0 0,1 0-1 0 0,-1 0 1 0 0,1 0-1 0 0,-1 0 1 0 0,0 1-1 0 0,1-1 1 0 0,-1 0 0 0 0,0 0-1 0 0,1 0 1 0 0,-1 0-1 0 0,0 0 1 0 0,0 1-1 0 0,1-1 1 0 0,-1 0-1 0 0,0 0 1 0 0,1 1-1 0 0,-1-1 1 0 0,0 0 0 0 0,0 0-1 0 0,0 1 1 0 0,1-1-1 0 0,-1 0 1 0 0,0 1-1 0 0,0-1 1 0 0,0 0-1 0 0,0 1 1 0 0,1-1-1 0 0,-1 0 1 0 0,0 1 0 0 0,0-1 1 0 0,4 8 11 0 0,0 0 1 0 0,0 0-1 0 0,0 0 0 0 0,-1 1 0 0 0,-1-1 0 0 0,1 1 0 0 0,-2 0 0 0 0,1 0 0 0 0,0 12 0 0 0,0-7 3 0 0,0-1-1 0 0,0 1 1 0 0,6 14-1 0 0,-1-8-16 0 0,9 22 0 0 0,-15-39 0 0 0,1 0 0 0 0,-1 0 0 0 0,1 0 0 0 0,0 0 0 0 0,0 0 0 0 0,1 0 0 0 0,-1-1 0 0 0,0 1 0 0 0,5 3 0 0 0,-5-5 0 0 0,-1 0 0 0 0,0 0-1 0 0,0-1 1 0 0,1 1 0 0 0,-1-1 0 0 0,0 1-1 0 0,1-1 1 0 0,-1 1 0 0 0,0-1 0 0 0,1 0-1 0 0,-1 1 1 0 0,1-1 0 0 0,-1 0 0 0 0,1 0-1 0 0,-1 0 1 0 0,1 0 0 0 0,-1 0 0 0 0,0-1 0 0 0,1 1-1 0 0,-1 0 1 0 0,1-1 0 0 0,-1 1 0 0 0,0-1-1 0 0,1 1 1 0 0,-1-1 0 0 0,0 1 0 0 0,2-3-1 0 0,1 2-8 0 0,0-2-32 0 0,0 1 0 0 0,-1-1-1 0 0,1 0 1 0 0,0 0 0 0 0,-1 0 0 0 0,0 0 0 0 0,0-1-1 0 0,0 0 1 0 0,0 1 0 0 0,0-1 0 0 0,2-5 0 0 0,4-8-109 0 0,10-27 0 0 0,-6 11-72 0 0,44-86-423 0 0,-57 118 770 0 0,3 22 79 0 0,-1-4-188 0 0,1 1 0 0 0,1-1 0 0 0,0 0-1 0 0,1 0 1 0 0,11 21 0 0 0,-14-32-12 0 0,1 0 1 0 0,0-1-1 0 0,1 1 0 0 0,0-1 0 0 0,0 0 1 0 0,0 0-1 0 0,0 0 0 0 0,1-1 1 0 0,-1 1-1 0 0,1-1 0 0 0,1 0 0 0 0,-1-1 1 0 0,0 1-1 0 0,1-1 0 0 0,0 0 0 0 0,-1 0 1 0 0,13 3-1 0 0,-10-4-4 0 0,-1 0 0 0 0,1-1 0 0 0,0 0 0 0 0,-1 0 0 0 0,1-1 0 0 0,0 0 0 0 0,0-1 0 0 0,0 1 0 0 0,-1-1 0 0 0,1-1 0 0 0,13-4 0 0 0,-10 3 0 0 0,-1-2 0 0 0,0 0 0 0 0,-1 0 0 0 0,1 0 0 0 0,-1-1 0 0 0,0-1 0 0 0,14-13 0 0 0,-10 8 0 0 0,-1-2 0 0 0,-1 1 0 0 0,0-1 0 0 0,-1-1 0 0 0,0 0 0 0 0,-1-1 0 0 0,-1 1 0 0 0,-1-2 0 0 0,0 1 0 0 0,6-21 0 0 0,-12 33 3 0 0,-1 0 1 0 0,1 0-1 0 0,0 0 0 0 0,-1 0 1 0 0,0 0-1 0 0,0 0 0 0 0,0 0 1 0 0,-2-6-1 0 0,2 9-1 0 0,0 0-1 0 0,0 1 1 0 0,-1-1-1 0 0,1 0 1 0 0,0 0 0 0 0,-1 0-1 0 0,1 1 1 0 0,-1-1 0 0 0,1 0-1 0 0,-1 1 1 0 0,1-1-1 0 0,-1 0 1 0 0,1 1 0 0 0,-1-1-1 0 0,1 0 1 0 0,-1 1 0 0 0,0-1-1 0 0,-1 0 1 0 0,1 1 0 0 0,0 0-1 0 0,0 0 1 0 0,0-1 0 0 0,0 1 0 0 0,0 0 0 0 0,0 0 0 0 0,0 0 0 0 0,0 0-1 0 0,0 0 1 0 0,0 0 0 0 0,0 1 0 0 0,0-1 0 0 0,-1 0 0 0 0,1 1 0 0 0,0-1-1 0 0,0 0 1 0 0,0 1 0 0 0,-1 0 0 0 0,-11 7 96 0 0,1 1 0 0 0,0 0 0 0 0,0 0 0 0 0,1 1 0 0 0,0 1 0 0 0,1 0-1 0 0,0 0 1 0 0,-12 19 0 0 0,18-24-91 0 0,1-1 0 0 0,0 0 0 0 0,0 0 0 0 0,0 1 0 0 0,1 0 0 0 0,0 0 0 0 0,0-1 0 0 0,0 1-1 0 0,1 0 1 0 0,0 0 0 0 0,0 1 0 0 0,1-1 0 0 0,0 0 0 0 0,0 0 0 0 0,1 11 0 0 0,0-12-2 0 0,1 0-1 0 0,-1 1 1 0 0,1-1 0 0 0,0 0 0 0 0,0 0 0 0 0,1 0 0 0 0,0-1 0 0 0,0 1 0 0 0,0 0 0 0 0,0-1 0 0 0,0 0 0 0 0,1 0-1 0 0,0 0 1 0 0,0 0 0 0 0,0-1 0 0 0,1 1 0 0 0,8 4 0 0 0,2 1-144 0 0,0-2 0 0 0,1 0 0 0 0,0 0 0 0 0,0-2-1 0 0,29 7 1 0 0,86 6-1690 0 0,-29-5 357 0 0,-79-8-960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 27903 0 0,'0'-1'134'0'0,"-1"1"0"0"0,1 0-1 0 0,-1 0 1 0 0,0 0 0 0 0,1 0 0 0 0,-1 0 0 0 0,1 0-1 0 0,-1 0 1 0 0,1 0 0 0 0,-1 0 0 0 0,1 0 0 0 0,-1 0-1 0 0,1 0 1 0 0,-1 1 0 0 0,1-1 0 0 0,-1 0-1 0 0,1 0 1 0 0,-1 0 0 0 0,1 1 0 0 0,-1-1 0 0 0,1 0-1 0 0,-1 1 1 0 0,0 0-323 0 0,1 0 0 0 0,0-1-1 0 0,-1 1 1 0 0,1 0 0 0 0,0 0-1 0 0,0 0 1 0 0,0 0 0 0 0,0-1-1 0 0,0 1 1 0 0,0 0 0 0 0,0 0-1 0 0,0 0 1 0 0,0 0 0 0 0,0 1-1 0 0,2 11-1879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3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10591 0 0,'-4'9'1927'0'0,"-1"3"-3133"0"0,-1 0 373 0 0,-2 12 20605 0 0,8-22-19213 0 0,0-1-470 0 0,-1 0 0 0 0,1 1 0 0 0,0-1 0 0 0,0 1 0 0 0,0-1 0 0 0,0 0 0 0 0,0 1 0 0 0,1-1 0 0 0,-1 0 0 0 0,0 1 0 0 0,1-1-1 0 0,-1 0 1 0 0,1 1 0 0 0,-1-1 0 0 0,1 0 0 0 0,-1 0 0 0 0,1 1 0 0 0,0-1 0 0 0,0 0 0 0 0,0 0 0 0 0,1 1 0 0 0,0 1-103 0 0,-1-2-27 0 0,0 1 1 0 0,0-1 0 0 0,0 1-1 0 0,0-1 1 0 0,0 1 0 0 0,1-1-1 0 0,-1 0 1 0 0,1 0 0 0 0,-1 1-1 0 0,1-1 1 0 0,0 0 0 0 0,1 0-1 0 0,6 3-260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315 118 23207 0 0,'-5'-6'2105'0'0,"-27"-63"286"0"0,30 66-2142 0 0,1 0 1 0 0,-1-1-1 0 0,-1 1 0 0 0,1 0 0 0 0,0 1 1 0 0,-1-1-1 0 0,0 0 0 0 0,1 1 1 0 0,-1-1-1 0 0,0 1 0 0 0,0 0 0 0 0,-6-3 1 0 0,6 4-187 0 0,0 0 1 0 0,1 0 0 0 0,-1 0 0 0 0,0 1-1 0 0,0 0 1 0 0,0-1 0 0 0,0 1 0 0 0,0 0-1 0 0,0 0 1 0 0,0 1 0 0 0,0-1 0 0 0,0 1-1 0 0,1-1 1 0 0,-1 1 0 0 0,0 0 0 0 0,0 0-1 0 0,-3 2 1 0 0,-8 4-37 0 0,1 1 1 0 0,-1 0-1 0 0,2 1 1 0 0,-1 1-1 0 0,1 0 0 0 0,1 0 1 0 0,0 1-1 0 0,0 1 0 0 0,1 0 1 0 0,1 0-1 0 0,0 1 1 0 0,-10 19-1 0 0,15-24-24 0 0,0 1 0 0 0,0-1 0 0 0,1 1 0 0 0,0 0 0 0 0,1 1 0 0 0,0-1 0 0 0,0 0 1 0 0,0 13-1 0 0,2-19-18 0 0,-1 0 1 0 0,2 1-1 0 0,-1-1 1 0 0,0 0 0 0 0,0 0-1 0 0,1 0 1 0 0,0 1-1 0 0,0-1 1 0 0,0 0-1 0 0,0 0 1 0 0,0 0 0 0 0,1 0-1 0 0,-1 0 1 0 0,1-1-1 0 0,-1 1 1 0 0,1 0 0 0 0,0-1-1 0 0,0 1 1 0 0,1-1-1 0 0,-1 0 1 0 0,0 0 0 0 0,1 1-1 0 0,0-2 1 0 0,-1 1-1 0 0,1 0 1 0 0,0 0-1 0 0,5 1 1 0 0,0 0-82 0 0,-1-1 0 0 0,1 0 0 0 0,0 0-1 0 0,0-1 1 0 0,0 0 0 0 0,0 0 0 0 0,0-1 0 0 0,0 0 0 0 0,0 0-1 0 0,1-1 1 0 0,-1 0 0 0 0,-1-1 0 0 0,13-3 0 0 0,-9 1 19 0 0,0 0 0 0 0,0-1 0 0 0,0 0-1 0 0,0-1 1 0 0,-1-1 0 0 0,0 1 0 0 0,-1-1 0 0 0,14-13 0 0 0,-19 16 79 0 0,0-1 1 0 0,0 0-1 0 0,0-1 0 0 0,-1 1 1 0 0,0-1-1 0 0,0 1 0 0 0,0-1 1 0 0,-1 0-1 0 0,0 0 0 0 0,0 0 1 0 0,2-13 1487 0 0,-1 27-1206 0 0,0 0-254 0 0,0-1 0 0 0,0 0 0 0 0,1 0 0 0 0,0 0 0 0 0,0 0-1 0 0,1-1 1 0 0,0 0 0 0 0,0 0 0 0 0,0 0 0 0 0,1 0 0 0 0,-1-1 0 0 0,1 0 0 0 0,1 0 0 0 0,-1-1-1 0 0,14 8 1 0 0,-16-10-79 0 0,0 0 0 0 0,0 0 0 0 0,0-1 0 0 0,1 1 0 0 0,-1-1 0 0 0,1 0 0 0 0,-1 0 0 0 0,1 0 0 0 0,-1-1 0 0 0,1 1 0 0 0,0-1 0 0 0,-1 0 0 0 0,1-1 0 0 0,0 1 0 0 0,-1-1 0 0 0,1 0 0 0 0,-1 0 0 0 0,1 0-1 0 0,-1-1 1 0 0,0 1 0 0 0,1-1 0 0 0,-1 0 0 0 0,0 0 0 0 0,0-1 0 0 0,0 1 0 0 0,-1-1 0 0 0,1 0 0 0 0,3-3 0 0 0,-2 0-98 0 0,0 0 1 0 0,-1-1-1 0 0,1 1 1 0 0,-1-1-1 0 0,0 0 0 0 0,-1 0 1 0 0,0 0-1 0 0,0 0 0 0 0,-1-1 1 0 0,1 1-1 0 0,0-11 1 0 0,1-5 239 0 0,-1 0 1 0 0,-1-36 1862 0 0,-1 77-1143 0 0,1-3-716 0 0,1-1-1 0 0,0 0 0 0 0,1 0 1 0 0,7 16-1 0 0,-8-23-181 0 0,0 0 1 0 0,1 0-1 0 0,0 0 1 0 0,0-1-1 0 0,1 0 1 0 0,-1 1-1 0 0,1-1 0 0 0,1-1 1 0 0,8 8-1 0 0,-13-12-92 0 0,1 0 0 0 0,-1 0 0 0 0,0-1-1 0 0,1 1 1 0 0,-1-1 0 0 0,0 1 0 0 0,1-1-1 0 0,-1 1 1 0 0,1-1 0 0 0,-1 0 0 0 0,1 0-1 0 0,-1 0 1 0 0,1 0 0 0 0,-1 0 0 0 0,2 0-1 0 0,-2 0-143 0 0,0 0-1 0 0,1-1 0 0 0,-1 1 0 0 0,0 0 1 0 0,0-1-1 0 0,0 1 0 0 0,0 0 0 0 0,0-1 1 0 0,1 1-1 0 0,-1-1 0 0 0,0 0 0 0 0,0 1 1 0 0,0-1-1 0 0,0 0 0 0 0,-1 0 0 0 0,1 0 1 0 0,0 1-1 0 0,1-3 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32 16927 0 0,'-14'-8'752'0'0,"10"4"152"0"0,0-3-720 0 0,-4-6 5232 0 0,24 18-19576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25399 0 0,'0'0'1237'0'0,"6"5"73"0"0,0 5-993 0 0,0 0 1 0 0,-1 0 0 0 0,0 0-1 0 0,-1 1 1 0 0,5 20-1 0 0,-4-17 672 0 0,5 21-287 0 0,-3-12-89 0 0,13 33-1 0 0,-20-56-612 0 0,0 0 0 0 0,0 0 0 0 0,0 0 0 0 0,0 0 0 0 0,0 0 0 0 0,0 0 0 0 0,0 0 0 0 0,0 0 0 0 0,0 1 0 0 0,0-1 0 0 0,0 0 0 0 0,1 0 0 0 0,-1 0 0 0 0,0 0 0 0 0,0 0 0 0 0,0 0 0 0 0,0 0 0 0 0,0 0 0 0 0,0 0 0 0 0,0 0 0 0 0,0 0 0 0 0,0 1 0 0 0,0-1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0 0 0 0,0 0 0 0 0,1 0 0 0 0,1-7 0 0 0,1-9 0 0 0,-3 16 0 0 0,1-12-8 0 0,1 0 1 0 0,1 0-1 0 0,0 0 0 0 0,1 1 0 0 0,0 0 1 0 0,0 0-1 0 0,2 0 0 0 0,-1 0 0 0 0,1 1 1 0 0,8-11-1 0 0,-2 6-38 0 0,1 0-1 0 0,1 0 1 0 0,0 1-1 0 0,1 1 1 0 0,21-15-1 0 0,13-6-2844 0 0,-24 21-7742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66 120 22519 0 0,'-12'-5'1033'0'0,"0"0"1"0"0,1-1-1 0 0,-20-12 2696 0 0,31 18-3627 0 0,0-1 0 0 0,0 1 0 0 0,0-1-1 0 0,1 1 1 0 0,-1-1 0 0 0,0 1 0 0 0,0-1-1 0 0,1 1 1 0 0,-1-1 0 0 0,0 1 0 0 0,0-1-1 0 0,1 1 1 0 0,-1-1 0 0 0,1 1 0 0 0,-1 0 0 0 0,0-1-1 0 0,1 1 1 0 0,-1 0 0 0 0,1-1 0 0 0,-1 1-1 0 0,1 0 1 0 0,-1-1 0 0 0,1 1 0 0 0,15-5 318 0 0,-12 3-291 0 0,27-5-52 0 0,-1 0 0 0 0,1 2 1 0 0,0 2-1 0 0,34-1 0 0 0,-10 1-36 0 0,-34 2-41 0 0,378-19 0 0 0,-396 20 0 0 0,190-7-624 0 0,-191 7 389 0 0,1 0 1 0 0,-1 0-1 0 0,1-1 1 0 0,-1 1-1 0 0,0-1 1 0 0,0 0-1 0 0,1 0 1 0 0,-1 1-1 0 0,0-2 0 0 0,0 1 1 0 0,0 0-1 0 0,3-2 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22775 0 0,'-16'4'7568'0'0,"21"8"-6496"0"0,-3-8-1022 0 0,0 0 0 0 0,1 0 0 0 0,0-1 1 0 0,0 1-1 0 0,0-1 0 0 0,0 0 0 0 0,0 1 0 0 0,1-1 0 0 0,0-1 0 0 0,-1 1 0 0 0,1 0 1 0 0,0-1-1 0 0,0 0 0 0 0,6 3 0 0 0,9 2 245 0 0,37 10 0 0 0,-48-15-285 0 0,82 18-10 0 0,-78-14 0 0 0,-10-2 0 0 0,-2-3 0 0 0,0 0 0 0 0,0-1 0 0 0,0 0 0 0 0,1 1 0 0 0,-1-1 0 0 0,0 1 0 0 0,0-1 0 0 0,0 1 0 0 0,1-1 0 0 0,-1 1 0 0 0,0-1 0 0 0,0 1 0 0 0,0-1 0 0 0,0 1 0 0 0,0-1 0 0 0,0 1 0 0 0,0-1 0 0 0,0 1 0 0 0,0-1 0 0 0,0 1 0 0 0,0-1 0 0 0,0 1 0 0 0,-1-1 0 0 0,1 0 0 0 0,0 1 0 0 0,0-1 0 0 0,0 1 0 0 0,-1-1 0 0 0,1 1 0 0 0,0-1 0 0 0,-1 0 0 0 0,1 1 0 0 0,0-1 0 0 0,-1 1 0 0 0,1-1 0 0 0,-1 1 0 0 0,-2 2 0 0 0,0 0 0 0 0,1 0 0 0 0,-1 0 0 0 0,-1 0 0 0 0,1 0 0 0 0,0-1 0 0 0,-1 0 0 0 0,-5 4 0 0 0,-35 14 0 0 0,28-13 0 0 0,-85 43-1345 0 0,100-49 515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22 150 23151 0 0,'0'0'1060'0'0,"0"2"-21"0"0,2 8-523 0 0,0 0-1 0 0,-1 0 1 0 0,0 1 0 0 0,-1-1 0 0 0,0 0 0 0 0,-1 1-1 0 0,0-1 1 0 0,0 0 0 0 0,-4 12 0 0 0,4-17-350 0 0,-6 27 586 0 0,3-12-285 0 0,-2 22 1 0 0,5-36-629 0 0,1 0 0 0 0,0-1 1 0 0,0 1-1 0 0,0 0 0 0 0,1-1 0 0 0,0 1 0 0 0,0-1 0 0 0,4 10 1 0 0,-5-15 55 0 0,0 0 1 0 0,1 0 0 0 0,-1 0 0 0 0,0 0 0 0 0,0 0-1 0 0,1 0 1 0 0,-1 0 0 0 0,0 0 0 0 0,1 0 0 0 0,-1 0-1 0 0,0 0 1 0 0,1 0 0 0 0,-1 0 0 0 0,0 0-1 0 0,0 0 1 0 0,1 0 0 0 0,-1 0 0 0 0,0-1 0 0 0,1 1-1 0 0,-1 0 1 0 0,0 0 0 0 0,0 0 0 0 0,1 0 0 0 0,-1-1-1 0 0,0 1 1 0 0,0 0 0 0 0,0 0 0 0 0,1-1-1 0 0,-1 1 1 0 0,0 0 0 0 0,14-16-1779 0 0,5 1-18 0 0</inkml:trace>
  <inkml:trace contextRef="#ctx0" brushRef="#br0" timeOffset="1">147 1 15199 0 0,'0'0'1648'0'0,"3"8"-1648"0"0,0 2 0 0 0,-1 3 0 0 0,4 1-168 0 0,0-1-72 0 0,2 7-16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7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247 340 3223 0 0,'7'-14'288'0'0,"-2"5"1114"0"0,8-18 9265 0 0,-12 25-9986 0 0,0 0-1 0 0,-1 0 0 0 0,1 0 0 0 0,-1 0 0 0 0,1 0 0 0 0,-1 0 0 0 0,0 0 0 0 0,1 0 0 0 0,-1 0 1 0 0,0 0-1 0 0,-1-2 0 0 0,1 4-566 0 0,0-1-1 0 0,0 0 1 0 0,0 0 0 0 0,-1 1 0 0 0,1-1-1 0 0,0 1 1 0 0,-1-1 0 0 0,1 0 0 0 0,-1 1-1 0 0,1-1 1 0 0,0 1 0 0 0,-1-1 0 0 0,1 0-1 0 0,-1 1 1 0 0,0 0 0 0 0,1-1 0 0 0,-1 1-1 0 0,1-1 1 0 0,-1 1 0 0 0,0 0 0 0 0,1-1-1 0 0,-1 1 1 0 0,0 0 0 0 0,1-1 0 0 0,-1 1-1 0 0,0 0 1 0 0,0 0 0 0 0,1 0 0 0 0,-1 0-1 0 0,0 0 1 0 0,1 0 0 0 0,-1 0 0 0 0,0 0-1 0 0,0 0 1 0 0,1 0 0 0 0,-1 0 0 0 0,0 0-1 0 0,1 1 1 0 0,-1-1 0 0 0,-1 1-1 0 0,-2 0 55 0 0,1 1 0 0 0,-1-1 0 0 0,0 1 0 0 0,1 0 0 0 0,-6 4-1 0 0,-105 83 1494 0 0,98-75-1574 0 0,2 0 0 0 0,0 1-1 0 0,1 0 1 0 0,0 1 0 0 0,-12 21 0 0 0,23-33-84 0 0,-1 0 0 0 0,1 0 1 0 0,1 0-1 0 0,-1 1 0 0 0,0-1 1 0 0,1 1-1 0 0,0-1 0 0 0,-1 10 0 0 0,2-13-23 0 0,0 0 0 0 0,0 0 0 0 0,0 1 0 0 0,0-1 0 0 0,1 0 0 0 0,-1 0-1 0 0,0 0 1 0 0,1 0 0 0 0,-1 0 0 0 0,0 0 0 0 0,1 1 0 0 0,-1-1 0 0 0,1 0-1 0 0,0 0 1 0 0,-1 0 0 0 0,1 0 0 0 0,0-1 0 0 0,0 1 0 0 0,0 0 0 0 0,-1 0 0 0 0,1 0-1 0 0,0-1 1 0 0,0 1 0 0 0,0 0 0 0 0,0-1 0 0 0,0 1 0 0 0,0-1 0 0 0,0 1-1 0 0,1-1 1 0 0,-1 0 0 0 0,0 1 0 0 0,0-1 0 0 0,0 0 0 0 0,0 0 0 0 0,1 0-1 0 0,-1 1 1 0 0,0-1 0 0 0,0-1 0 0 0,0 1 0 0 0,2 0 0 0 0,5-1-134 0 0,0 0 1 0 0,1 0 0 0 0,-1-1 0 0 0,0 0-1 0 0,0 0 1 0 0,0-1 0 0 0,-1 0 0 0 0,1 0 0 0 0,-1-1-1 0 0,9-5 1 0 0,-2 0-106 0 0,-1 0-1 0 0,0-1 1 0 0,0-1-1 0 0,12-14 1 0 0,2-5-39 0 0,-3-1 1 0 0,0-1-1 0 0,25-47 1 0 0,45-113 98 0 0,-85 165 396 0 0,-8 26-90 0 0,-6 7 458 0 0,-2 5-369 0 0,0 1 0 0 0,1-1 1 0 0,0 1-1 0 0,1 1 0 0 0,1-1 0 0 0,0 1 0 0 0,-2 13 0 0 0,-3 5 59 0 0,2-8-57 0 0,2 0 0 0 0,0-1 0 0 0,-2 34-1 0 0,6-47-177 0 0,1 0-1 0 0,0 0 0 0 0,1-1 0 0 0,0 1 0 0 0,0 0 0 0 0,1-1 0 0 0,0 1 0 0 0,0-1 1 0 0,1 0-1 0 0,0 0 0 0 0,0 1 0 0 0,7 9 0 0 0,-8-14-44 0 0,1-1-1 0 0,-1 0 1 0 0,1 0 0 0 0,0 0 0 0 0,0 0-1 0 0,0-1 1 0 0,0 1 0 0 0,1-1-1 0 0,-1 0 1 0 0,1 0 0 0 0,-1 0 0 0 0,1 0-1 0 0,0 0 1 0 0,-1-1 0 0 0,1 0-1 0 0,0 1 1 0 0,0-2 0 0 0,0 1 0 0 0,0 0-1 0 0,0-1 1 0 0,0 0 0 0 0,1 0-1 0 0,-1 0 1 0 0,5-1 0 0 0,2 0-17 0 0,-1-1 0 0 0,1-1 0 0 0,0 0 0 0 0,-1 0 0 0 0,1-1 0 0 0,-1-1 0 0 0,16-9 0 0 0,-14 7-22 0 0,-1-1 1 0 0,0 0-1 0 0,-1-1 0 0 0,0 0 1 0 0,-1-1-1 0 0,10-11 0 0 0,-6 4-80 0 0,0-1-1 0 0,-1-1 1 0 0,9-19-1 0 0,-18 32 109 0 0,0 0 0 0 0,-1 0 0 0 0,1 0 0 0 0,-1 0 0 0 0,0 0 0 0 0,-1 0 0 0 0,0 0 0 0 0,0-1 0 0 0,0 1 0 0 0,-1-11 0 0 0,1 17 40 0 0,-1-1-1 0 0,0 1 1 0 0,0-1 0 0 0,0 1-1 0 0,0-1 1 0 0,0 0 0 0 0,0 1-1 0 0,0-1 1 0 0,0 1 0 0 0,0-1-1 0 0,-1 1 1 0 0,1-1 0 0 0,0 1-1 0 0,0-1 1 0 0,0 1-1 0 0,-1-1 1 0 0,1 1 0 0 0,0-1-1 0 0,-1 1 1 0 0,1-1 0 0 0,0 1-1 0 0,-1-1 1 0 0,1 1 0 0 0,0 0-1 0 0,-1-1 1 0 0,1 1 0 0 0,-1 0-1 0 0,1-1 1 0 0,-1 1 0 0 0,1 0-1 0 0,-1 0 1 0 0,1-1-1 0 0,-1 1 1 0 0,1 0 0 0 0,-1 0-1 0 0,1 0 1 0 0,-1 0 0 0 0,1 0-1 0 0,-1 0 1 0 0,1-1 0 0 0,-1 1-1 0 0,0 0 1 0 0,0 1 0 0 0,-1-1 43 0 0,0 1 1 0 0,0-1-1 0 0,0 1 0 0 0,1 0 1 0 0,-1 0-1 0 0,0 0 1 0 0,-2 2-1 0 0,3-3 1 0 0,-6 6 73 0 0,1-1 0 0 0,-1 1 0 0 0,1 0 0 0 0,0 1-1 0 0,0-1 1 0 0,1 1 0 0 0,0 1 0 0 0,-7 12 0 0 0,7-10-86 0 0,0 0 1 0 0,1 0-1 0 0,0 0 1 0 0,1 0-1 0 0,0 1 1 0 0,-3 17-1 0 0,6-24-30 0 0,-1 1 0 0 0,1-1 1 0 0,0 1-1 0 0,0 0 0 0 0,1-1 0 0 0,-1 1 0 0 0,1-1 0 0 0,0 1 0 0 0,0-1 1 0 0,1 0-1 0 0,-1 1 0 0 0,1-1 0 0 0,0 0 0 0 0,0 0 0 0 0,6 7 1 0 0,-4-6-30 0 0,0 0 1 0 0,0-1 0 0 0,1 0 0 0 0,0 0 0 0 0,-1 0 0 0 0,2-1 0 0 0,-1 1-1 0 0,0-1 1 0 0,1-1 0 0 0,9 5 0 0 0,0-3-74 0 0,1 1-1 0 0,0-2 1 0 0,0 0 0 0 0,0-1-1 0 0,1 0 1 0 0,-1-2 0 0 0,0 0-1 0 0,18-2 1 0 0,13-3-83 0 0,-1-3 0 0 0,52-15 0 0 0,-69 14 172 0 0,-1-1-1 0 0,0-1 0 0 0,0-2 0 0 0,36-22 0 0 0,-47 24 9 0 0,0-1-1 0 0,16-14 1 0 0,-28 21 1 0 0,0 1 1 0 0,0-1-1 0 0,0-1 1 0 0,-1 1 0 0 0,0-1-1 0 0,0 1 1 0 0,-1-1-1 0 0,0 0 1 0 0,0 0-1 0 0,3-7 1 0 0,-6 12 7 0 0,0 0 0 0 0,1 0 0 0 0,-1 0 1 0 0,0 0-1 0 0,0 0 0 0 0,0 0 0 0 0,0 0 0 0 0,0 0 0 0 0,0 0 0 0 0,0 0 0 0 0,0 0 1 0 0,0 0-1 0 0,0 0 0 0 0,0 0 0 0 0,-1 0 0 0 0,1 0 0 0 0,0 0 0 0 0,-1 1 0 0 0,1-1 1 0 0,-1 0-1 0 0,1 0 0 0 0,-1 0 0 0 0,0 0 0 0 0,0-1 25 0 0,-1 1 0 0 0,1 0-1 0 0,-1 0 1 0 0,1 0 0 0 0,-1 0-1 0 0,1 0 1 0 0,-1 0 0 0 0,0 1 0 0 0,1-1-1 0 0,-1 0 1 0 0,-3 0 0 0 0,0 0 73 0 0,-1 0 1 0 0,1 1 0 0 0,-1 0 0 0 0,1-1-1 0 0,-1 2 1 0 0,1-1 0 0 0,-9 2-1 0 0,-7 5 68 0 0,0 1 0 0 0,1 1 0 0 0,0 1-1 0 0,-31 20 1 0 0,40-23-110 0 0,-2 0 41 0 0,0 2-1 0 0,1 0 1 0 0,0 0-1 0 0,-14 15 1 0 0,24-22-102 0 0,-1 1 1 0 0,0 0-1 0 0,1 0 1 0 0,-1 0-1 0 0,1 1 1 0 0,0-1-1 0 0,0 1 1 0 0,0-1-1 0 0,0 1 1 0 0,1-1-1 0 0,0 1 1 0 0,-1 0-1 0 0,1 0 1 0 0,1 0-1 0 0,-1 0 1 0 0,0 0-1 0 0,1 0 1 0 0,0 0-1 0 0,0 0 1 0 0,0 0-1 0 0,1 6 1 0 0,0-8-52 0 0,0 0 0 0 0,0 0 0 0 0,0 0-1 0 0,0 0 1 0 0,0 0 0 0 0,0 0 0 0 0,1 0 0 0 0,-1 0 0 0 0,1-1 0 0 0,-1 1 0 0 0,1 0 0 0 0,0-1 0 0 0,-1 1 0 0 0,1-1 0 0 0,0 0 0 0 0,0 0 0 0 0,0 1 0 0 0,0-1 0 0 0,0 0 0 0 0,0-1 0 0 0,0 1 0 0 0,1 0 0 0 0,-1-1 0 0 0,0 1-1 0 0,0-1 1 0 0,1 0 0 0 0,-1 1 0 0 0,0-1 0 0 0,3-1 0 0 0,3 1-69 0 0,-1 0 0 0 0,0-1 1 0 0,0 0-1 0 0,1 0 0 0 0,-1-1 0 0 0,0 0 0 0 0,12-5 0 0 0,-1-2-71 0 0,-1-1 0 0 0,-1-1 0 0 0,0 0 0 0 0,-1-1 0 0 0,0 0 0 0 0,0-2 0 0 0,-2 0 0 0 0,1 0 0 0 0,-2-1 0 0 0,0-1 0 0 0,-1 0 0 0 0,10-19 0 0 0,-19 31 184 0 0,0 0 0 0 0,0 0-1 0 0,-1 0 1 0 0,0 0 0 0 0,2-7-1 0 0,-1 4 20 0 0,-2 6 283 0 0,-7 4 116 0 0,3-1-351 0 0,1 0 1 0 0,0 1-1 0 0,-1 0 0 0 0,1-1 1 0 0,0 1-1 0 0,1 0 0 0 0,-1 1 1 0 0,0-1-1 0 0,1 0 1 0 0,0 1-1 0 0,0-1 0 0 0,0 1 1 0 0,0 0-1 0 0,1 0 0 0 0,-1 0 1 0 0,1 0-1 0 0,0 0 1 0 0,0 0-1 0 0,0 5 0 0 0,0-4 9 0 0,0 0-1 0 0,1 0 0 0 0,0 0 0 0 0,0 0 0 0 0,1 0 0 0 0,-1 0 0 0 0,1 0 0 0 0,0 0 0 0 0,0 0 0 0 0,1 0 1 0 0,-1 0-1 0 0,1 0 0 0 0,1 0 0 0 0,-1-1 0 0 0,3 5 0 0 0,-2-5-76 0 0,-1-1 1 0 0,1 0-1 0 0,0 0 0 0 0,0-1 1 0 0,0 1-1 0 0,0 0 1 0 0,0-1-1 0 0,0 0 0 0 0,1 0 1 0 0,-1 0-1 0 0,1 0 0 0 0,0 0 1 0 0,-1-1-1 0 0,5 1 0 0 0,-2 0-9 0 0,0-1-1 0 0,0 0 1 0 0,0-1-1 0 0,0 0 0 0 0,0 0 1 0 0,0 0-1 0 0,0-1 1 0 0,9-1-1 0 0,-2-1-8 0 0,-1-1 1 0 0,0 0-1 0 0,0-1 0 0 0,-1 0 1 0 0,0-1-1 0 0,1 0 0 0 0,-2-1 1 0 0,13-9-1 0 0,-7 3 20 0 0,-1-1 0 0 0,-1-1 0 0 0,0 0-1 0 0,-1-1 1 0 0,-1 0 0 0 0,17-31 0 0 0,46-114 5 0 0,-73 157-3 0 0,1-3 10 0 0,12-33 177 0 0,-14 38-168 0 0,-1 0-1 0 0,1-1 0 0 0,-1 1 1 0 0,1 0-1 0 0,-1-1 0 0 0,0 1 0 0 0,0-1 1 0 0,0 1-1 0 0,0-1 0 0 0,0 1 1 0 0,0 0-1 0 0,-1-1 0 0 0,-1-3 0 0 0,2 5 234 0 0,-7 5 271 0 0,4-2-456 0 0,0 0 0 0 0,1 1 0 0 0,-1-1 0 0 0,1 1-1 0 0,0 0 1 0 0,0 0 0 0 0,0-1 0 0 0,0 2 0 0 0,-2 2 0 0 0,-13 33 288 0 0,15-33-323 0 0,-5 10 17 0 0,2 0 1 0 0,0 0-1 0 0,1 1 0 0 0,0 0 1 0 0,2 0-1 0 0,0 0 0 0 0,0 1 1 0 0,2-1-1 0 0,0 0 0 0 0,3 20 0 0 0,-1-29-106 0 0,-1 1-1 0 0,1-1 0 0 0,1 1 1 0 0,-1-1-1 0 0,1 0 0 0 0,1 0 1 0 0,-1 0-1 0 0,1 0 0 0 0,1-1 1 0 0,0 0-1 0 0,0 0 0 0 0,0 0 1 0 0,1 0-1 0 0,0-1 0 0 0,0 0 1 0 0,0 0-1 0 0,1 0 0 0 0,0-1 0 0 0,0 0 1 0 0,0-1-1 0 0,16 8 0 0 0,-11-7-895 0 0,0-1 0 0 0,24 5 0 0 0,6-2-6279 0 0,-3-4-1650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293 202 24879 0 0,'-2'-11'960'0'0,"2"7"-691"0"0,-1-1 1 0 0,0 1 0 0 0,0 0 0 0 0,0 0 0 0 0,-2-5-1 0 0,2 7-210 0 0,-1 0-1 0 0,1 0 0 0 0,0 1 0 0 0,0-1 0 0 0,-1 0 1 0 0,1 1-1 0 0,-1-1 0 0 0,0 1 0 0 0,1 0 1 0 0,-1-1-1 0 0,0 1 0 0 0,0 0 0 0 0,-3-2 0 0 0,1 2 125 0 0,0 0 0 0 0,0 0-1 0 0,0 0 1 0 0,0 0 0 0 0,0 0 0 0 0,0 1-1 0 0,0-1 1 0 0,0 1 0 0 0,0 1-1 0 0,-1-1 1 0 0,1 0 0 0 0,0 1-1 0 0,0 0 1 0 0,0 0 0 0 0,0 0-1 0 0,0 0 1 0 0,0 1 0 0 0,-5 2 0 0 0,-3 3-97 0 0,0-1 0 0 0,1 1 0 0 0,0 1 1 0 0,-15 13-1 0 0,17-13-77 0 0,1 1 0 0 0,0 0 0 0 0,1 0 0 0 0,0 1-1 0 0,0 0 1 0 0,1 0 0 0 0,0 1 0 0 0,-7 18 0 0 0,13-27-42 0 0,-1 1 0 0 0,0-1 0 0 0,1 1 1 0 0,0 0-1 0 0,0-1 0 0 0,-1 1 0 0 0,2 0 0 0 0,-1-1 0 0 0,0 1 0 0 0,0-1 0 0 0,1 1 1 0 0,0 0-1 0 0,-1-1 0 0 0,1 1 0 0 0,0-1 0 0 0,0 1 0 0 0,0-1 0 0 0,1 0 0 0 0,-1 0 1 0 0,0 1-1 0 0,1-1 0 0 0,0 0 0 0 0,-1 0 0 0 0,1 0 0 0 0,0 0 0 0 0,0-1 0 0 0,0 1 1 0 0,0-1-1 0 0,0 1 0 0 0,1-1 0 0 0,3 2 0 0 0,-3-1-19 0 0,1 0-1 0 0,-1 0 1 0 0,1-1 0 0 0,0 1-1 0 0,0-1 1 0 0,0 0-1 0 0,0 0 1 0 0,0-1 0 0 0,0 1-1 0 0,0-1 1 0 0,0 0-1 0 0,0 0 1 0 0,0 0 0 0 0,0 0-1 0 0,0-1 1 0 0,0 0 0 0 0,0 0-1 0 0,0 0 1 0 0,-1 0-1 0 0,5-2 1 0 0,4-5 42 0 0,-1 0-1 0 0,1 0 1 0 0,-2-1-1 0 0,0 0 1 0 0,0-1-1 0 0,0 0 1 0 0,-1-1-1 0 0,-1 0 1 0 0,0-1-1 0 0,-1 1 1 0 0,0-1 0 0 0,6-14-1 0 0,-10 15 72 0 0,-2 5 576 0 0,4 11-295 0 0,8 25-179 0 0,-2 2-1 0 0,-1 0 1 0 0,11 58 0 0 0,13 113 40 0 0,-32-175-202 0 0,0 0 0 0 0,-2 0 0 0 0,-2 0 0 0 0,0 0 0 0 0,-8 36 0 0 0,8-56-24 0 0,-1 0 0 0 0,1 0 1 0 0,-1 0-1 0 0,-1 0 0 0 0,1 0 0 0 0,-1-1 1 0 0,-1 0-1 0 0,1 1 0 0 0,-1-2 0 0 0,-1 1 1 0 0,1-1-1 0 0,-1 1 0 0 0,0-2 0 0 0,0 1 0 0 0,-11 7 1 0 0,8-8-15 0 0,0 0 1 0 0,0 0 0 0 0,0-1 0 0 0,0 0-1 0 0,-1-1 1 0 0,1 0 0 0 0,-1-1-1 0 0,0 0 1 0 0,0 0 0 0 0,0-1 0 0 0,0 0-1 0 0,-18-2 1 0 0,17 1-48 0 0,1-1 0 0 0,-1-1 0 0 0,1 0 1 0 0,0 0-1 0 0,0-1 0 0 0,-16-7 0 0 0,23 9 20 0 0,-1-1 0 0 0,1 0 0 0 0,-1 0 0 0 0,1 0 1 0 0,-1 0-1 0 0,1-1 0 0 0,0 0 0 0 0,0 1 0 0 0,0-1 0 0 0,1 0 1 0 0,-1 0-1 0 0,1-1 0 0 0,-1 1 0 0 0,1 0 0 0 0,0-1 0 0 0,0 1 0 0 0,1-1 1 0 0,-1 0-1 0 0,1 0 0 0 0,-1-4 0 0 0,1 5-24 0 0,1-1 0 0 0,0 1 1 0 0,0-1-1 0 0,0 0 0 0 0,1 1 0 0 0,-1-1 0 0 0,1 1 0 0 0,0-1 0 0 0,0 1 1 0 0,0-1-1 0 0,0 1 0 0 0,3-6 0 0 0,4-5-545 0 0,14-20 1 0 0,-14 22 311 0 0,19-25-152 0 0,1 1 0 0 0,2 1 0 0 0,2 2 0 0 0,70-58 0 0 0,86-55-401 0 0,51-43 2837 0 0,-224 177-751 0 0,-1-2-1 0 0,15-18 1211 0 0,-32 32-2317 0 0,1 0 0 0 0,0 0 0 0 0,0 0 0 0 0,0 1 0 0 0,0-1 0 0 0,0 1 0 0 0,0-1 0 0 0,0 1 0 0 0,0 0 0 0 0,0 0 0 0 0,0 0 0 0 0,0 0 0 0 0,1 0 0 0 0,-4 2 0 0 0,-24 23-57 0 0,22-19 64 0 0,-26 23-29 0 0,13-12-59 0 0,1 1 0 0 0,-24 28 0 0 0,42-45-36 0 0,-1 0 1 0 0,1 1-1 0 0,-1-1 1 0 0,1 0 0 0 0,0 1-1 0 0,0-1 1 0 0,0 1 0 0 0,0-1-1 0 0,0 1 1 0 0,0 4-1 0 0,1-6-11 0 0,0 0-1 0 0,0-1 1 0 0,1 1-1 0 0,-1 0 0 0 0,0 0 1 0 0,0-1-1 0 0,1 1 1 0 0,-1 0-1 0 0,0-1 0 0 0,1 1 1 0 0,-1-1-1 0 0,0 1 1 0 0,1 0-1 0 0,-1-1 0 0 0,1 1 1 0 0,-1-1-1 0 0,1 1 1 0 0,0-1-1 0 0,-1 1 0 0 0,1-1 1 0 0,-1 0-1 0 0,1 1 1 0 0,0-1-1 0 0,-1 0 1 0 0,1 1-1 0 0,0-1 0 0 0,-1 0 1 0 0,1 0-1 0 0,0 0 1 0 0,0 1-1 0 0,-1-1 0 0 0,2 0 1 0 0,1 0-10 0 0,-1 0-1 0 0,0 0 1 0 0,1 0 0 0 0,-1 0 0 0 0,0 0 0 0 0,1 0-1 0 0,-1-1 1 0 0,4 0 0 0 0,3-4-98 0 0,1 1 0 0 0,-1-1 0 0 0,1-1 0 0 0,-1 0 0 0 0,16-14 0 0 0,33-41-869 0 0,-38 39 562 0 0,-12 15 234 0 0,-5 7 575 0 0,-5 15 1037 0 0,-1 3-839 0 0,3-15-552 0 0,0 0 0 0 0,0 0 0 0 0,1 0 0 0 0,-1 0-1 0 0,1 0 1 0 0,-1 0 0 0 0,1 0 0 0 0,0 0 0 0 0,0 0 0 0 0,0-1 0 0 0,1 1 0 0 0,-1 0-1 0 0,0-1 1 0 0,1 1 0 0 0,0-1 0 0 0,0 1 0 0 0,3 2 0 0 0,-2-2 16 0 0,0-1 1 0 0,0 0-1 0 0,0 0 0 0 0,0 0 1 0 0,1 0-1 0 0,-1-1 1 0 0,1 0-1 0 0,-1 1 0 0 0,1-1 1 0 0,-1 0-1 0 0,1-1 1 0 0,5 1-1 0 0,1 0 23 0 0,1-1 0 0 0,-1 0-1 0 0,1-1 1 0 0,-1 0 0 0 0,1-1 0 0 0,-1 0 0 0 0,0-1-1 0 0,0 0 1 0 0,11-5 0 0 0,-13 5-60 0 0,0-1 0 0 0,0-1 1 0 0,0 1-1 0 0,-1-2 0 0 0,0 1 0 0 0,0-1 0 0 0,8-7 0 0 0,-6 3-11 0 0,0-1-1 0 0,-1 0 0 0 0,13-23 1 0 0,12-24-175 0 0,26-66 1 0 0,-58 123 201 0 0,-1 1 0 0 0,0 0 0 0 0,0 0 0 0 0,0 0 0 0 0,0-1 0 0 0,0 1 1 0 0,0 0-1 0 0,0 0 0 0 0,1 0 0 0 0,-1 0 0 0 0,0 0 0 0 0,0-1 0 0 0,0 1 0 0 0,0 0 0 0 0,1 0 0 0 0,-1 0 0 0 0,0 0 0 0 0,0 0 0 0 0,0 0 0 0 0,1 0 1 0 0,-1 0-1 0 0,0 0 0 0 0,0 0 0 0 0,1 0 0 0 0,-1-1 0 0 0,0 1 0 0 0,0 0 0 0 0,0 1 0 0 0,1-1 0 0 0,-1 0 0 0 0,0 0 0 0 0,0 0 0 0 0,0 0 0 0 0,1 0 1 0 0,-1 0-1 0 0,0 0 0 0 0,1 0 0 0 0,10 8 95 0 0,8 11-86 0 0,33 43 34 0 0,-29-37-24 0 0,22 32 0 0 0,-43-54-26 0 0,9 13-2 0 0,17 33 0 0 0,-25-44 22 0 0,-1 0 0 0 0,0 0 0 0 0,-1 0 0 0 0,1 0 0 0 0,-1 1 0 0 0,0-1 0 0 0,0 0 0 0 0,-1 1 0 0 0,1-1 0 0 0,-1 0 0 0 0,0 1 0 0 0,-1 5 0 0 0,0-9-12 0 0,0 1-1 0 0,0-1 1 0 0,0 1-1 0 0,-1-1 1 0 0,1 1-1 0 0,-1-1 1 0 0,1 0 0 0 0,-1 0-1 0 0,0 0 1 0 0,1 0-1 0 0,-1 0 1 0 0,0 0 0 0 0,0 0-1 0 0,-1 0 1 0 0,1-1-1 0 0,0 1 1 0 0,0-1-1 0 0,-1 0 1 0 0,-3 2 0 0 0,-6 2 5 0 0,0-1 0 0 0,-21 5-1 0 0,33-9-17 0 0,-14 3 17 0 0,0 0-1 0 0,0-1 1 0 0,-1-1-1 0 0,-22-1 0 0 0,-57-10-251 0 0,41 3-765 0 0,28 5-184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9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35 168 15199 0 0,'-10'1'-1485'0'0,"-14"-2"15915"0"0,38 0-11351 0 0,207-9-1914 0 0,217-21-1861 0 0,-400 26-445 0 0,49-15-1 0 0,-70 15-743 0 0,0-1 0 0 0,26-13 0 0 0,-41 18 1328 0 0,1-1 0 0 0,-1 1 0 0 0,0 0 0 0 0,0-1 0 0 0,0 1-1 0 0,0-1 1 0 0,-1 0 0 0 0,1 1 0 0 0,0-1 0 0 0,-1 0 0 0 0,1 0 0 0 0,-1 0 0 0 0,0 0 0 0 0,2-4 0 0 0,-3 6 340 0 0,0-1-1 0 0,0 1 1 0 0,0-1 0 0 0,0 0 0 0 0,0 1-1 0 0,0-1 1 0 0,0 0 0 0 0,0 1-1 0 0,0-1 1 0 0,0 1 0 0 0,0-1 0 0 0,-1 0-1 0 0,1 1 1 0 0,0-1 0 0 0,0 1-1 0 0,-1-1 1 0 0,1 1 0 0 0,0-1 0 0 0,-1 1-1 0 0,1-1 1 0 0,-1 1 0 0 0,1-1 0 0 0,-1 1-1 0 0,0-1 1 0 0,-14-10-54 0 0,13 9-94 0 0,-2 0 963 0 0,0 0 0 0 0,1 0 0 0 0,-1 0 0 0 0,0 1 0 0 0,0 0 0 0 0,0-1 0 0 0,0 2 0 0 0,0-1 0 0 0,-8-1 0 0 0,8 2 355 0 0,1 0-1 0 0,0 0 0 0 0,0 0 0 0 0,0 0 0 0 0,0 1 0 0 0,0-1 0 0 0,0 1 1 0 0,0 0-1 0 0,0 0 0 0 0,0 0 0 0 0,0 0 0 0 0,0 1 0 0 0,-5 2 1636 0 0,8-2-2433 0 0,1 0 0 0 0,-1 0-1 0 0,0 0 1 0 0,1 0 0 0 0,-1 0-1 0 0,1 0 1 0 0,0 0 0 0 0,-1 0-1 0 0,1 0 1 0 0,2 2 0 0 0,1 1-113 0 0,0 0 1 0 0,0-1-1 0 0,1 1 1 0 0,-1-1-1 0 0,1 0 0 0 0,0-1 1 0 0,1 1-1 0 0,-1-1 1 0 0,7 4-1 0 0,9 1-15 0 0,27 10-1 0 0,-32-14-48 0 0,-1 1 0 0 0,0 1-1 0 0,24 13 1 0 0,-34-16 20 0 0,0 1 0 0 0,0-1 1 0 0,-1 1-1 0 0,1 0 1 0 0,-1 0-1 0 0,0 0 0 0 0,0 0 1 0 0,-1 1-1 0 0,7 9 1 0 0,-9-12 1 0 0,0 0 0 0 0,0 1 0 0 0,0 0 0 0 0,0-1 0 0 0,-1 1 0 0 0,1-1 0 0 0,-1 1 0 0 0,1 0 0 0 0,-1-1 0 0 0,0 1 0 0 0,0 0 0 0 0,0-1 0 0 0,-1 1 0 0 0,1 0 1 0 0,0-1-1 0 0,-1 1 0 0 0,0 0 0 0 0,0-1 0 0 0,0 1 0 0 0,0-1 0 0 0,0 1 0 0 0,0-1 0 0 0,-2 3 0 0 0,-4 5-27 0 0,-1-1 1 0 0,1 0-1 0 0,-1 0 0 0 0,-1-1 0 0 0,-13 10 1 0 0,-11 12-2322 0 0,42-24-2544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43 8751 0 0,'-2'-3'274'0'0,"0"-1"-1"0"0,0 1 0 0 0,-1 0 0 0 0,1 0 1 0 0,-5-4-1 0 0,5 5 852 0 0,-1 0-1 0 0,1 0 1 0 0,-1 0 0 0 0,0 0 0 0 0,0 1-1 0 0,0-1 1 0 0,1 1 0 0 0,-1 0-1 0 0,-1 0 1 0 0,1 0 0 0 0,0 0 0 0 0,0 0-1 0 0,0 1 1 0 0,0 0 0 0 0,-1-1-1 0 0,1 1 1 0 0,-5 1 0 0 0,-17 4-1607 0 0,13 0 777 0 0,1 0-1 0 0,-1 1 1 0 0,1 1 0 0 0,0 0 0 0 0,0 0-1 0 0,-11 11 1 0 0,2 0-48 0 0,-35 40 0 0 0,42-43-233 0 0,1 1 0 0 0,0 0 0 0 0,1 1 1 0 0,1 0-1 0 0,-13 29 0 0 0,21-41-25 0 0,0 0-1 0 0,0 0 1 0 0,1 0 0 0 0,0 0 0 0 0,0 0 0 0 0,0 0 0 0 0,0 0 0 0 0,1 1 0 0 0,0-1-1 0 0,0 0 1 0 0,1 0 0 0 0,-1 0 0 0 0,1 1 0 0 0,0-1 0 0 0,1 0 0 0 0,-1 0-1 0 0,1 0 1 0 0,0 0 0 0 0,0 0 0 0 0,0-1 0 0 0,1 1 0 0 0,0-1 0 0 0,0 1-1 0 0,0-1 1 0 0,0 0 0 0 0,5 4 0 0 0,-4-5-77 0 0,-1 0 1 0 0,1 0-1 0 0,0-1 1 0 0,0 1-1 0 0,0-1 1 0 0,0 0-1 0 0,0 0 1 0 0,1-1-1 0 0,-1 1 1 0 0,1-1-1 0 0,-1 0 0 0 0,1 0 1 0 0,5 0-1 0 0,3 0-320 0 0,0-1-1 0 0,0 0 1 0 0,19-3-1 0 0,-6-1-1221 0 0,-1-2 0 0 0,0-1-1 0 0,1 0 1 0 0,-2-2 0 0 0,34-17 0 0 0,-48 21 585 0 0,0-1 1 0 0,-1 0-1 0 0,11-10 1 0 0,-17 14 822 0 0,21-18-2009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4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5983 0 0,'0'0'542'0'0,"0"1"-446"0"0,-13 18 12071 0 0,5 0-5946 0 0,5-8-5333 0 0,1 0 0 0 0,0 0 0 0 0,-1 14-1 0 0,2-15 292 0 0,-3 33-422 0 0,1 0 0 0 0,3-1 0 0 0,6 61 0 0 0,-2-86-757 0 0,6-52 0 0 0,-6 18-14 0 0,1 0 0 0 0,1 0 0 0 0,1 1 0 0 0,0 0-1 0 0,1 1 1 0 0,1-1 0 0 0,0 1 0 0 0,1 1 0 0 0,1 0 0 0 0,0 0 0 0 0,17-15 0 0 0,-25 26 4 0 0,1 1 0 0 0,-1-1 0 0 0,0 1-1 0 0,1 0 1 0 0,0 0 0 0 0,-1 0 0 0 0,1 1 0 0 0,0-1 0 0 0,0 1 0 0 0,0 0 0 0 0,0 0 0 0 0,0 0 0 0 0,0 1 0 0 0,8-1 0 0 0,-10 1 8 0 0,0 1 0 0 0,-1-1 1 0 0,1 0-1 0 0,0 1 0 0 0,0-1 0 0 0,0 1 0 0 0,-1-1 0 0 0,1 1 1 0 0,0 0-1 0 0,-1 0 0 0 0,1 0 0 0 0,-1 0 0 0 0,1 0 0 0 0,-1 0 1 0 0,1 0-1 0 0,-1 1 0 0 0,0-1 0 0 0,1 0 0 0 0,-1 1 0 0 0,0-1 1 0 0,0 1-1 0 0,0-1 0 0 0,0 1 0 0 0,0 0 0 0 0,-1-1 0 0 0,1 1 1 0 0,0 0-1 0 0,-1 0 0 0 0,1-1 0 0 0,-1 1 0 0 0,0 0 1 0 0,1 0-1 0 0,-1 0 0 0 0,0 3 0 0 0,0 0-48 0 0,-1 0 0 0 0,1 0 0 0 0,-1 0 0 0 0,0-1 0 0 0,0 1 0 0 0,0 0 0 0 0,0 0 0 0 0,-1 0-1 0 0,0-1 1 0 0,0 1 0 0 0,-1-1 0 0 0,1 1 0 0 0,-1-1 0 0 0,0 0 0 0 0,0 0 0 0 0,0 0 0 0 0,0 0 0 0 0,-1-1 0 0 0,0 1 0 0 0,1-1 0 0 0,-1 0 0 0 0,-1 0 0 0 0,1-1 0 0 0,0 1 0 0 0,-1-1-1 0 0,1 0 1 0 0,-1 0 0 0 0,0 0 0 0 0,1-1 0 0 0,-1 1 0 0 0,0-1 0 0 0,-9 1 0 0 0,8-3-628 0 0,-8 2-3145 0 0,7 2 2160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12439 0 0,'0'0'958'0'0,"-1"9"-62"0"0,-5 29 9904 0 0,1-1-6004 0 0,-12 76-2694 0 0,16-106-2384 0 0,1 0 0 0 0,0 1 0 0 0,0-1 1 0 0,1 9-1 0 0,0-15-107 0 0,0 0 0 0 0,1 0 1 0 0,-1 0-1 0 0,0-1 1 0 0,1 1-1 0 0,-1 0 0 0 0,0 0 1 0 0,1-1-1 0 0,1 2 1 0 0,-3-2 155 0 0,10 3-1711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30 22951 0 0,'0'0'1051'0'0,"2"-13"386"0"0,0 7-1325 0 0,-2 6-22 0 0,0 0 1 0 0,0-1-1 0 0,0 1 0 0 0,0-1 1 0 0,0 1-1 0 0,0-1 0 0 0,0 1 1 0 0,-1 0-1 0 0,1-1 0 0 0,0 1 1 0 0,0-1-1 0 0,0 1 0 0 0,0 0 1 0 0,0-1-1 0 0,-1 1 0 0 0,1 0 1 0 0,0-1-1 0 0,0 1 0 0 0,-1 0 1 0 0,1-1-1 0 0,0 1 0 0 0,0 0 1 0 0,-1-1-1 0 0,1 1 0 0 0,0 0 1 0 0,-1 0-1 0 0,1-1 0 0 0,0 1 1 0 0,-1 0-1 0 0,1 0 0 0 0,-1 0 1 0 0,1 0-1 0 0,0 0 0 0 0,-1-1 1 0 0,1 1-1 0 0,-1 0 0 0 0,1 0 1 0 0,0 0-1 0 0,-1 0 0 0 0,0 0 1 0 0,-15 1 1133 0 0,9 1-1048 0 0,1 1 0 0 0,-1-1 0 0 0,1 2 1 0 0,0-1-1 0 0,0 1 0 0 0,0-1 0 0 0,-10 10 0 0 0,-35 37 52 0 0,44-42-153 0 0,-8 9 13 0 0,0 0 0 0 0,1 1 0 0 0,1 0 0 0 0,-13 25 0 0 0,22-34-101 0 0,-1-1 0 0 0,2 1 0 0 0,-1 0 0 0 0,1 0 0 0 0,1 0 0 0 0,-1 0 0 0 0,2 0 0 0 0,-1 1 1 0 0,1-1-1 0 0,1 0 0 0 0,0 1 0 0 0,1 17 0 0 0,0-24-3 0 0,-1 0-1 0 0,1-1 1 0 0,0 1-1 0 0,0 0 1 0 0,0 0 0 0 0,0 0-1 0 0,1-1 1 0 0,-1 1 0 0 0,1 0-1 0 0,-1-1 1 0 0,1 1-1 0 0,0-1 1 0 0,0 0 0 0 0,0 0-1 0 0,0 1 1 0 0,4 1-1 0 0,-3-2-38 0 0,1 0-1 0 0,0 0 1 0 0,0 0-1 0 0,0 0 0 0 0,0-1 1 0 0,0 1-1 0 0,0-1 0 0 0,1 0 1 0 0,-1-1-1 0 0,6 1 1 0 0,2 0-85 0 0,0-2 1 0 0,0 1-1 0 0,-1-2 0 0 0,1 0 1 0 0,0 0-1 0 0,-1-1 1 0 0,17-6-1 0 0,-18 5 96 0 0,-1 0 0 0 0,0-1 0 0 0,1-1 0 0 0,-1 0-1 0 0,-1 0 1 0 0,1 0 0 0 0,13-15 0 0 0,-1-2 223 0 0,24-34 0 0 0,-34 42 951 0 0,-5 34-546 0 0,-4-12-531 0 0,-2 0 1 0 0,1 0-1 0 0,-1 0 0 0 0,0 0 1 0 0,0 0-1 0 0,-1 0 0 0 0,0 0 1 0 0,-2 9-1 0 0,2-13-48 0 0,1-1-1 0 0,0 1 1 0 0,0 0-1 0 0,1 0 1 0 0,-1-1-1 0 0,1 1 1 0 0,-1 0-1 0 0,1-1 1 0 0,0 1-1 0 0,0 0 1 0 0,0-1-1 0 0,0 1 1 0 0,0-1-1 0 0,3 5 1 0 0,2 1 6 0 0,0-1 0 0 0,0 1 0 0 0,7 6 0 0 0,-6-8-11 0 0,6 1 0 0 0,-9-7 0 0 0,-2-1 0 0 0,0 2 0 0 0,0-1 0 0 0,0 0 0 0 0,0 1 0 0 0,-1-1 0 0 0,1 0 0 0 0,0 0 0 0 0,0 0 0 0 0,0 0 0 0 0,0-1 0 0 0,0 1 0 0 0,0 0 0 0 0,-1-1 0 0 0,1 1 0 0 0,0-1 0 0 0,0 0 0 0 0,-1 0 0 0 0,1 0 0 0 0,0 0 0 0 0,-1 0 0 0 0,3-1 0 0 0,-1-2 0 0 0,0 1 0 0 0,0 0 0 0 0,0-1 0 0 0,0 0 0 0 0,4-7 0 0 0,-2 2 0 0 0,41-68-57 0 0,17-24-217 0 0,-43 72-498 0 0,12-15-4533 0 0</inkml:trace>
  <inkml:trace contextRef="#ctx0" brushRef="#br0" timeOffset="1">852 112 3679 0 0,'-4'-7'14434'0'0,"14"5"-8517"0"0,12-5-1240 0 0,7-2-3418 0 0,45-7 348 0 0,-9 2-2061 0 0,0 3-3809 0 0,-55 10 2478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1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12439 0 0,'0'0'958'0'0,"1"2"-214"0"0,5 2-89 0 0,0 0 1 0 0,1 0-1 0 0,-1-1 1 0 0,1 0-1 0 0,0 0 0 0 0,0 0 1 0 0,0-1-1 0 0,0 0 1 0 0,0 0-1 0 0,1-1 1 0 0,-1 0-1 0 0,8 1 1 0 0,12-2 3268 0 0,52-4 1 0 0,-57 2-5174 0 0,22-7 0 0 0,20-8-5337 0 0,-61 16 6140 0 0,15-3-8584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2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28 13359 0 0,'-4'-7'1424'0'0,"4"6"-1117"0"0,0 1 1 0 0,-1-1-1 0 0,1 1 0 0 0,-1-1 0 0 0,1 1 1 0 0,-1-1-1 0 0,0 1 0 0 0,1-1 0 0 0,-1 1 0 0 0,1-1 1 0 0,-1 1-1 0 0,0 0 0 0 0,1-1 0 0 0,-1 1 1 0 0,0 0-1 0 0,1 0 0 0 0,-1-1 0 0 0,0 1 0 0 0,0 0 1 0 0,1 0-1 0 0,-1 0 0 0 0,0 0 0 0 0,0 0 0 0 0,1 0 1 0 0,-1 0-1 0 0,0 0 0 0 0,0 1 0 0 0,-18 5 3799 0 0,17-5-3942 0 0,-7 4 499 0 0,0 1 0 0 0,1 0 0 0 0,0 1 1 0 0,-15 13-1 0 0,3-1-327 0 0,0-1-73 0 0,0 0 0 0 0,2 2 0 0 0,-18 23 0 0 0,29-33-253 0 0,0 0 0 0 0,0 0 0 0 0,1 1 0 0 0,1 0 0 0 0,0 0-1 0 0,0 1 1 0 0,1-1 0 0 0,0 1 0 0 0,-2 13 0 0 0,6-22-85 0 0,-1-1 0 0 0,1 1 0 0 0,0-1 0 0 0,-1 1 0 0 0,1-1 0 0 0,0 1 0 0 0,0-1 0 0 0,1 1 0 0 0,-1-1 0 0 0,0 1 1 0 0,1-1-1 0 0,0 1 0 0 0,-1-1 0 0 0,1 1 0 0 0,0-1 0 0 0,0 0 0 0 0,1 1 0 0 0,-1-1 0 0 0,0 0 0 0 0,1 0 0 0 0,-1 0 0 0 0,1 0 1 0 0,0 0-1 0 0,0 0 0 0 0,-1-1 0 0 0,1 1 0 0 0,0 0 0 0 0,1-1 0 0 0,-1 0 0 0 0,0 1 0 0 0,0-1 0 0 0,1 0 0 0 0,-1 0 0 0 0,0 0 1 0 0,1-1-1 0 0,3 2 0 0 0,5 0-705 0 0,0 0 0 0 0,0-1 0 0 0,0 0 1 0 0,1 0-1 0 0,-1-1 0 0 0,0-1 0 0 0,1 0 1 0 0,-1-1-1 0 0,0 0 0 0 0,15-4 0 0 0,4-4-2864 0 0,0-2-1 0 0,40-20 0 0 0,-38 15 1857 0 0,35-23 0 0 0,-43 22 4284 0 0,41-37 0 0 0,-57 48-906 0 0,-1-2-1 0 0,1 1 1 0 0,6-12-1 0 0,-12 18-1116 0 0,-1-1 0 0 0,1 1-1 0 0,0-1 1 0 0,-1 0 0 0 0,0 0-1 0 0,0 0 1 0 0,0 0-1 0 0,0 0 1 0 0,0 0 0 0 0,0 0-1 0 0,-1 0 1 0 0,1 0 0 0 0,-1 0-1 0 0,0 0 1 0 0,0 0-1 0 0,-1-5 1 0 0,1 7-343 0 0,0 1 1 0 0,0-1-1 0 0,-1 0 0 0 0,1 0 0 0 0,0 0 1 0 0,-1 0-1 0 0,1 0 0 0 0,-1 0 0 0 0,1 1 1 0 0,-1-1-1 0 0,0 0 0 0 0,1 0 1 0 0,-1 1-1 0 0,0-1 0 0 0,1 0 0 0 0,-1 1 1 0 0,0-1-1 0 0,0 1 0 0 0,1-1 0 0 0,-1 1 1 0 0,0-1-1 0 0,0 1 0 0 0,-1-1 0 0 0,0 1-4 0 0,0 0 0 0 0,0-1 0 0 0,0 1-1 0 0,0 0 1 0 0,0 1 0 0 0,0-1-1 0 0,0 0 1 0 0,0 0 0 0 0,0 1 0 0 0,-3 1-1 0 0,-5 1 89 0 0,1 2-1 0 0,0-1 1 0 0,-12 10-1 0 0,19-13-117 0 0,-15 10 25 0 0,1 0 1 0 0,1 1-1 0 0,0 1 0 0 0,-13 14 1 0 0,23-21-116 0 0,1-1 1 0 0,-1 1-1 0 0,1 0 1 0 0,1 0 0 0 0,-1 0-1 0 0,-2 8 1 0 0,4-10-15 0 0,1 0-1 0 0,0 0 1 0 0,0 0 0 0 0,0 0 0 0 0,1 1 0 0 0,-1-1-1 0 0,1 0 1 0 0,0 0 0 0 0,0 0 0 0 0,1 0 0 0 0,0 7-1 0 0,0-8-45 0 0,0 0 1 0 0,0 0-1 0 0,0 0 0 0 0,1 0 0 0 0,-1 0 0 0 0,1-1 0 0 0,-1 1 0 0 0,1 0 0 0 0,0-1 0 0 0,0 1 0 0 0,0-1 1 0 0,0 0-1 0 0,1 1 0 0 0,-1-1 0 0 0,0 0 0 0 0,1-1 0 0 0,0 1 0 0 0,-1 0 0 0 0,1-1 0 0 0,0 1 0 0 0,0-1 1 0 0,5 1-1 0 0,-3 0-91 0 0,1-1 0 0 0,-1 0 0 0 0,0 0-1 0 0,1 0 1 0 0,-1-1 0 0 0,1 0 0 0 0,-1 0 0 0 0,1 0 0 0 0,-1-1 0 0 0,1 0 0 0 0,-1 0 0 0 0,6-2 0 0 0,0-1-61 0 0,-1 0 0 0 0,0-1 1 0 0,-1 0-1 0 0,1-1 0 0 0,15-12 0 0 0,40-40-455 0 0,-19 15 444 0 0,-37 35 175 0 0,-4 4 55 0 0,0-1 0 0 0,0 1-1 0 0,1 0 1 0 0,0 0 0 0 0,-1 1 0 0 0,8-4 0 0 0,-12 7 879 0 0,0 0-811 0 0,-1 1 0 0 0,1-1 0 0 0,-1 1 1 0 0,1-1-1 0 0,-1 1 0 0 0,1-1 0 0 0,-1 1 1 0 0,1-1-1 0 0,-1 1 0 0 0,1-1 0 0 0,-1 1 1 0 0,0 0-1 0 0,1-1 0 0 0,-1 1 0 0 0,0 0 1 0 0,0-1-1 0 0,0 1 0 0 0,1 0 0 0 0,-1 1 1 0 0,3 14 858 0 0,-1 33 439 0 0,-2-41-1321 0 0,-1 1 0 0 0,2-1-1 0 0,-1 1 1 0 0,1-1-1 0 0,1 1 1 0 0,-1-1-1 0 0,4 10 1 0 0,-5-18-69 0 0,1 1 1 0 0,-1 0-1 0 0,0-1 0 0 0,0 1 1 0 0,1 0-1 0 0,-1-1 0 0 0,0 1 0 0 0,1-1 1 0 0,-1 1-1 0 0,0 0 0 0 0,1-1 1 0 0,-1 1-1 0 0,1-1 0 0 0,-1 1 1 0 0,1-1-1 0 0,-1 1 0 0 0,1-1 0 0 0,-1 0 1 0 0,1 1-1 0 0,0-1 0 0 0,-1 0 1 0 0,1 1-1 0 0,0-1 0 0 0,-1 0 1 0 0,1 0-1 0 0,0 1 0 0 0,-1-1 0 0 0,1 0 1 0 0,0 0-1 0 0,-1 0 0 0 0,1 0 1 0 0,0 0-1 0 0,-1 0 0 0 0,1 0 1 0 0,0 0-1 0 0,0 0 0 0 0,-1 0 0 0 0,1-1 1 0 0,0 1-1 0 0,-1 0 0 0 0,1 0 1 0 0,0-1-1 0 0,-1 1 0 0 0,1 0 1 0 0,-1-1-1 0 0,1 1 0 0 0,-1-1 0 0 0,1 1 1 0 0,0-1-1 0 0,-1 1 0 0 0,0-1 1 0 0,2 0-1 0 0,1-3-34 0 0,1 0 0 0 0,-1 1 0 0 0,1-2 0 0 0,4-7 0 0 0,8-16-148 0 0,2 1 1 0 0,1 0-1 0 0,1 2 0 0 0,1 0 1 0 0,45-40-1 0 0,-63 63 182 0 0,-1 0 15 0 0,0 0 0 0 0,0 0 0 0 0,0 1 0 0 0,0-1 0 0 0,0 1 0 0 0,0 0-1 0 0,1-1 1 0 0,-1 1 0 0 0,5-1 0 0 0,-6 2 26 0 0,0 0 1 0 0,0 1-1 0 0,-1-1 0 0 0,1 1 1 0 0,0-1-1 0 0,0 1 0 0 0,-1-1 1 0 0,1 1-1 0 0,-1-1 0 0 0,1 1 1 0 0,0 0-1 0 0,-1-1 0 0 0,1 1 1 0 0,-1 0-1 0 0,0 0 0 0 0,1-1 1 0 0,-1 1-1 0 0,0 0 0 0 0,1 0 1 0 0,-1 0-1 0 0,0 0 0 0 0,6 20 339 0 0,-6-21-365 0 0,9 50 720 0 0,-6-34-617 0 0,-1 1 1 0 0,2-1 0 0 0,8 23-1 0 0,-10-34-117 0 0,0-1 0 0 0,0 1 0 0 0,1-1-1 0 0,-1 0 1 0 0,1 0 0 0 0,0 0 0 0 0,0 0-1 0 0,1 0 1 0 0,-1-1 0 0 0,1 1 0 0 0,0-1 0 0 0,-1 0-1 0 0,2 0 1 0 0,-1 0 0 0 0,9 4 0 0 0,-6-4-282 0 0,1-1 0 0 0,0 1 1 0 0,0-1-1 0 0,0 0 0 0 0,0-1 1 0 0,0 0-1 0 0,1 0 0 0 0,-1-1 1 0 0,0 0-1 0 0,0 0 0 0 0,1-1 1 0 0,-1 0-1 0 0,0 0 0 0 0,9-4 1 0 0,-5 2-296 0 0,-1-1 1 0 0,0-1 0 0 0,0 0 0 0 0,0-1-1 0 0,-1 0 1 0 0,0 0 0 0 0,0-1 0 0 0,0 0 0 0 0,9-10 0 0 0,-3 1 8 0 0,0-1 1 0 0,16-22-1 0 0,-26 31 841 0 0,-1 0 0 0 0,0 0-1 0 0,-1 0 1 0 0,1 0 0 0 0,-2-1-1 0 0,1 0 1 0 0,-1 0 0 0 0,2-11-1 0 0,-4 17 27 0 0,-1 0-1 0 0,0 0 1 0 0,0 0-1 0 0,0 0 1 0 0,0 0-1 0 0,-1 0 1 0 0,1 0-1 0 0,-1 0 0 0 0,0 0 1 0 0,1 0-1 0 0,-1 0 1 0 0,-1 0-1 0 0,1 0 1 0 0,0 0-1 0 0,-1 1 1 0 0,1-1-1 0 0,-1 1 0 0 0,0-1 1 0 0,0 1-1 0 0,0-1 1 0 0,-4-3-1 0 0,2 4-109 0 0,1-1 0 0 0,-1 0-1 0 0,0 1 1 0 0,0-1 0 0 0,0 1-1 0 0,0 0 1 0 0,0 1 0 0 0,0-1 0 0 0,0 1-1 0 0,-1-1 1 0 0,1 1 0 0 0,0 1 0 0 0,-1-1-1 0 0,-6 0 1 0 0,5 1-151 0 0,0 0 0 0 0,-1 0 0 0 0,1 1 0 0 0,0-1 0 0 0,-1 1 0 0 0,1 1 0 0 0,0-1 0 0 0,0 1 0 0 0,0 0 0 0 0,0 1 0 0 0,0-1 0 0 0,-9 7 0 0 0,10-5-28 0 0,4 4 0 0 0,1-5-2 0 0,0 0-1 0 0,1-1 1 0 0,0 1-1 0 0,-1-1 1 0 0,1 1-1 0 0,0-1 1 0 0,0 1 0 0 0,0-1-1 0 0,1 0 1 0 0,-1 1-1 0 0,1-1 1 0 0,-1 0-1 0 0,1 0 1 0 0,0 0-1 0 0,-1 0 1 0 0,1 0 0 0 0,0-1-1 0 0,0 1 1 0 0,4 1-1 0 0,4 5-4 0 0,1-2 1 0 0,19 9-1 0 0,-24-12 12 0 0,69 27-5 0 0,-47-20 0 0 0,34 17 0 0 0,-59-25 5 0 0,0 0 1 0 0,0 0-1 0 0,0 0 0 0 0,-1 0 1 0 0,1 0-1 0 0,-1 0 0 0 0,0 1 1 0 0,1-1-1 0 0,-1 1 0 0 0,0 0 1 0 0,0 0-1 0 0,-1 0 0 0 0,3 4 1 0 0,-4-6 9 0 0,0 0 0 0 0,0 0 1 0 0,0 1-1 0 0,0-1 1 0 0,0 0-1 0 0,0 1 0 0 0,0-1 1 0 0,0 0-1 0 0,0 0 1 0 0,-1 1-1 0 0,1-1 0 0 0,-1 0 1 0 0,1 0-1 0 0,-1 1 1 0 0,1-1-1 0 0,-1 0 0 0 0,0 0 1 0 0,1 0-1 0 0,-1 0 0 0 0,-1 1 1 0 0,-18 18 10 0 0,8-13 7 0 0,0 1 0 0 0,-1-2 0 0 0,0 1 0 0 0,0-2 0 0 0,-1 0 0 0 0,-16 4 0 0 0,3 0-160 0 0,20-7-37 0 0,-1-1 0 0 0,0 1 0 0 0,1-1 0 0 0,-1-1 0 0 0,0 1 0 0 0,0-1 0 0 0,-8-1 0 0 0,10 0-545 0 0,1 0 0 0 0,-1 0 1 0 0,0 0-1 0 0,1-1 0 0 0,-11-4 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 23327 0 0,'-2'-4'6345'0'0,"-7"30"-5690"0"0,2 1 0 0 0,0 0 0 0 0,-2 28 0 0 0,-4 86-700 0 0,8-78 213 0 0,-10 37-206 0 0,9-70-68 0 0,5-21-50 0 0,-1-1 1 0 0,-1 1-1 0 0,-6 15 0 0 0,8-21-143 0 0,-1 0 0 0 0,0 0-1 0 0,0 0 1 0 0,0 0 0 0 0,-4 4 0 0 0,5-6-115 0 0,0 0 0 0 0,0 0 0 0 0,-1 0 0 0 0,1 0 0 0 0,-1 0 1 0 0,1 0-1 0 0,-1 0 0 0 0,1 0 0 0 0,-1-1 0 0 0,1 1 0 0 0,-1-1 0 0 0,-2 1 0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25799 0 0,'0'0'587'0'0,"0"0"-559"0"0,0 0 1 0 0,0 0-1 0 0,0 0 1 0 0,0 0 0 0 0,0 0-1 0 0,0-1 1 0 0,0 1-1 0 0,0 0 1 0 0,0 0-1 0 0,0 0 1 0 0,0 0-1 0 0,0 0 1 0 0,0 0 0 0 0,0 0-1 0 0,0-1 1 0 0,-1 1-1 0 0,1 0 1 0 0,0 0-1 0 0,0 0 1 0 0,0 0-1 0 0,0 0 1 0 0,0 0 0 0 0,1 0-1 0 0,-1-1 1 0 0,0 1-1 0 0,0 0 1 0 0,0 0-1 0 0,0 0 1 0 0,0 0-1 0 0,0 0 1 0 0,0 0 0 0 0,0 0-1 0 0,0-1 1 0 0,0 1-1 0 0,0 0 1 0 0,0 0-1 0 0,0 0 1 0 0,0 0-1 0 0,0 0 1 0 0,1 0 0 0 0,-1 0-1 0 0,0 0 1 0 0,0 0-1 0 0,0 0 1 0 0,0 0-1 0 0,0 0 1 0 0,0-1-1 0 0,4 1 70 0 0,0-1-1 0 0,0 1 0 0 0,-1 0 0 0 0,1 0 0 0 0,0 0 0 0 0,0 0 0 0 0,-1 0 0 0 0,6 2 0 0 0,10 0-96 0 0,134 9 2809 0 0,-29-1-2601 0 0,-108-9-603 0 0,-1 1 0 0 0,24 7 1 0 0,-15-2-2503 0 0,-2 0-3663 0 0,0 1-2496 0 0</inkml:trace>
  <inkml:trace contextRef="#ctx0" brushRef="#br0" timeOffset="1">587 223 11519 0 0,'0'0'887'0'0,"-4"14"2784"0"0,4 6 8268 0 0,2-9-10207 0 0,-2-10-1100 0 0,4 10 1243 0 0,8 1-1436 0 0,-11-11-794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5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25343 0 0,'-6'1'2292'0'0,"5"-1"-2267"0"0,-1 1-1 0 0,1-1 0 0 0,0 1 1 0 0,0-1-1 0 0,-1 1 1 0 0,1-1-1 0 0,0 1 1 0 0,0 0-1 0 0,0-1 1 0 0,0 1-1 0 0,0 0 1 0 0,0 0-1 0 0,0 0 0 0 0,0 0 1 0 0,0 0-1 0 0,0 0 1 0 0,0 0-1 0 0,0 0 1 0 0,1 0-1 0 0,-1 1 1 0 0,1-1-1 0 0,-1 0 1 0 0,1 0-1 0 0,-1 1 0 0 0,1-1 1 0 0,-1 0-1 0 0,1 0 1 0 0,0 2-1 0 0,-2 3 94 0 0,-10 32 948 0 0,-11 62 1 0 0,20-76-889 0 0,0-1 1 0 0,1 1-1 0 0,4 46 0 0 0,-2-69-177 0 0,4 22-365 0 0,-3-22 262 0 0,-1-1 0 0 0,0 1 0 0 0,1 0 0 0 0,-1-1 0 0 0,1 1 1 0 0,-1 0-1 0 0,1-1 0 0 0,-1 1 0 0 0,1-1 0 0 0,-1 1 0 0 0,1-1 1 0 0,-1 1-1 0 0,1-1 0 0 0,0 1 0 0 0,-1-1 0 0 0,1 0 0 0 0,0 1 0 0 0,-1-1 1 0 0,1 0-1 0 0,0 0 0 0 0,0 1 0 0 0,-1-1 0 0 0,1 0 0 0 0,0 0 0 0 0,0 0 1 0 0,-1 0-1 0 0,1 0 0 0 0,1 0 0 0 0,11-2-1986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5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8 11519 0 0,'-11'-5'-1189'0'0,"-4"2"7766"0"0,14 3-6254 0 0,1 0 1 0 0,0 0-1 0 0,-1 0 1 0 0,1 0-1 0 0,-1 1 0 0 0,1-1 1 0 0,-1 0-1 0 0,1 0 1 0 0,-4 3 3234 0 0,3-2-3234 0 0,1 0-184 0 0,-1 0 1 0 0,1 0-1 0 0,-1 0 1 0 0,1 0-1 0 0,0 0 1 0 0,0 0 0 0 0,0 0-1 0 0,-1 1 1 0 0,1-1-1 0 0,0 0 1 0 0,0 0 0 0 0,1 1-1 0 0,-1 1-371 0 0,1-1 0 0 0,0 1 0 0 0,0-1 0 0 0,-1 1 0 0 0,2-1 0 0 0,-1 0 0 0 0,0 0 0 0 0,0 1 0 0 0,1-1 0 0 0,-1 0 1 0 0,1 0-1 0 0,0 0 0 0 0,-1-1 0 0 0,1 1 0 0 0,0 0 0 0 0,0-1 0 0 0,0 1 0 0 0,1-1 0 0 0,2 2 0 0 0,5 2-1249 0 0,-1 0 0 0 0,1-1 0 0 0,13 4 1 0 0,1 0-967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20671 0 0,'0'0'472'0'0,"3"16"1139"0"0,-3-12-1402 0 0,-1-1 0 0 0,1 1 0 0 0,-1 0 0 0 0,1-1 0 0 0,-1 1 0 0 0,-1-1 0 0 0,1 1 0 0 0,0-1 0 0 0,-1 0 0 0 0,1 1 0 0 0,-1-1-1 0 0,0 0 1 0 0,0 0 0 0 0,-1 0 0 0 0,1 0 0 0 0,0-1 0 0 0,-1 1 0 0 0,0-1 0 0 0,0 1 0 0 0,-4 2 0 0 0,-5 4 705 0 0,0-1 1 0 0,-2 0-1 0 0,-20 9 0 0 0,-97 39 506 0 0,131-56-1420 0 0,0 0 1 0 0,0 0-1 0 0,0 0 1 0 0,0 0-1 0 0,-1 0 1 0 0,1 0-1 0 0,0 0 1 0 0,0 0-1 0 0,0 0 1 0 0,0 0-1 0 0,-1 0 0 0 0,1 1 1 0 0,0-1-1 0 0,0 0 1 0 0,0 0-1 0 0,0 0 1 0 0,0 0-1 0 0,-1 0 1 0 0,1 0-1 0 0,0 0 1 0 0,0 1-1 0 0,0-1 0 0 0,0 0 1 0 0,0 0-1 0 0,0 0 1 0 0,0 0-1 0 0,0 0 1 0 0,0 1-1 0 0,-1-1 1 0 0,1 0-1 0 0,0 0 1 0 0,0 0-1 0 0,0 0 0 0 0,0 1 1 0 0,0-1-1 0 0,0 0 1 0 0,0 0-1 0 0,0 0 1 0 0,0 0-1 0 0,0 1 1 0 0,0-1-1 0 0,0 0 0 0 0,0 0 1 0 0,1 0-1 0 0,-1 0 1 0 0,0 1-1 0 0,0-1 1 0 0,0 0-1 0 0,0 0 1 0 0,0 0-1 0 0,0 0 1 0 0,0 0-1 0 0,0 1 0 0 0,0-1 1 0 0,1 0-1 0 0,-1 0 1 0 0,14 8-48 0 0,21 3-103 0 0,69 13-70 0 0,-86-19 106 0 0,1 2-1 0 0,-1 0 0 0 0,24 13 1 0 0,-38-18 131 0 0,0 1 1 0 0,0-1-1 0 0,0 1 1 0 0,-1 0-1 0 0,0 0 1 0 0,1 0-1 0 0,-1 0 1 0 0,0 0-1 0 0,4 7 1 0 0,-6-8-16 0 0,0-1 0 0 0,0 1 1 0 0,-1 0-1 0 0,1 0 0 0 0,-1-1 0 0 0,1 1 0 0 0,-1 0 1 0 0,1 0-1 0 0,-1-1 0 0 0,0 1 0 0 0,0 0 0 0 0,0 0 1 0 0,0 0-1 0 0,0 0 0 0 0,0-1 0 0 0,-1 1 0 0 0,1 0 1 0 0,-1 0-1 0 0,1 0 0 0 0,-1-1 0 0 0,1 1 0 0 0,-1 0 1 0 0,0-1-1 0 0,0 1 0 0 0,0-1 0 0 0,-1 3 0 0 0,-4 3 44 0 0,0-1-1 0 0,0 1 0 0 0,-1-1 1 0 0,0-1-1 0 0,0 1 1 0 0,0-1-1 0 0,0 0 0 0 0,-1 0 1 0 0,-15 5-1 0 0,-5 2 154 0 0,-43 11-1 0 0,63-22-213 0 0,13-10-69 0 0,7-4 59 0 0,0 0 1 0 0,1 1-1 0 0,18-12 0 0 0,-5 2 7 0 0,261-251-453 0 0,-246 234 323 0 0,-48 55 147 0 0,0 2 45 0 0,-33 33 67 0 0,-8 15 122 0 0,42-57-211 0 0,1 0-1 0 0,0 1 0 0 0,0-1 0 0 0,1 1 1 0 0,-4 15-1 0 0,7-21-44 0 0,0-1 0 0 0,1 1 0 0 0,-1 0 0 0 0,1-1 0 0 0,0 1 0 0 0,0 0 0 0 0,0-1 0 0 0,1 1 0 0 0,-1 0 0 0 0,1-1 0 0 0,2 7 0 0 0,-2-8 11 0 0,-1-1-1 0 0,1 0 0 0 0,0 1 0 0 0,-1-1 0 0 0,1 0 0 0 0,0 1 1 0 0,0-1-1 0 0,0 0 0 0 0,0 0 0 0 0,0 0 0 0 0,0 0 0 0 0,1 0 1 0 0,-1 0-1 0 0,0 0 0 0 0,0 0 0 0 0,1 0 0 0 0,-1-1 0 0 0,1 1 1 0 0,-1 0-1 0 0,0-1 0 0 0,1 1 0 0 0,-1-1 0 0 0,1 0 0 0 0,-1 1 1 0 0,1-1-1 0 0,0 0 0 0 0,-1 0 0 0 0,1 0 0 0 0,-1 0 1 0 0,2 0-1 0 0,6-2-227 0 0,0 0 0 0 0,0 0 1 0 0,0-1-1 0 0,0 0 1 0 0,-1 0-1 0 0,0-1 0 0 0,0 0 1 0 0,0-1-1 0 0,10-6 0 0 0,0-2-667 0 0,-1-2 0 0 0,26-25-1 0 0,-27 21 460 0 0,-1 0 1 0 0,-1-1-1 0 0,-1-1 0 0 0,-1 0 0 0 0,0 0 0 0 0,10-31 1736 0 0,-23 72 855 0 0,-18 50 648 0 0,14-57-2613 0 0,1 1 1 0 0,0 1-1 0 0,1-1 1 0 0,0 1-1 0 0,1-1 1 0 0,0 21-1 0 0,6-19-188 0 0,1-12-63 0 0,-4-3 49 0 0,1-1-13 0 0,0 0-1 0 0,0 0 1 0 0,0 1-1 0 0,0-1 0 0 0,0 0 1 0 0,0-1-1 0 0,0 1 0 0 0,0 0 1 0 0,0-1-1 0 0,0 1 1 0 0,-1-1-1 0 0,1 1 0 0 0,3-2 1 0 0,3-2-57 0 0,-1 0 0 0 0,0 0-1 0 0,0 0 1 0 0,-1-1 0 0 0,1 0 0 0 0,-1 0 0 0 0,9-10 0 0 0,36-47-413 0 0,-39 46 425 0 0,20-28-86 0 0,-16 21 107 0 0,1 0-1 0 0,28-28 0 0 0,-44 50 151 0 0,0 1-71 0 0,-1 1 1 0 0,1-1-1 0 0,-1 0 0 0 0,1 1 0 0 0,-1-1 0 0 0,1 0 0 0 0,-1 1 0 0 0,0-1 0 0 0,1 1 0 0 0,-1-1 0 0 0,1 1 0 0 0,-1-1 0 0 0,0 1 0 0 0,0-1 0 0 0,1 1 0 0 0,-1-1 0 0 0,0 1 0 0 0,0-1 0 0 0,0 1 1 0 0,0 0-1 0 0,0-1 0 0 0,1 2 0 0 0,1 14 253 0 0,-2-16-244 0 0,1 14 272 0 0,-1 0 0 0 0,-3 24 0 0 0,1-21-170 0 0,1 26 0 0 0,1-38-245 0 0,1 0-1 0 0,-1 0 1 0 0,1 0 0 0 0,0-1-1 0 0,0 1 1 0 0,1 0 0 0 0,0 0-1 0 0,0-1 1 0 0,3 8 0 0 0,-4-11-215 0 0,1 1 1 0 0,-1 0-1 0 0,0-1 1 0 0,1 1-1 0 0,-1-1 1 0 0,1 0-1 0 0,2 3 1 0 0,7 1-6950 0 0,0-3-1207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65 10591 0 0,'7'-22'839'0'0,"9"-20"16153"0"0,-15 46-16706 0 0,-1-1 0 0 0,0 1 1 0 0,0-1-1 0 0,-1 1 0 0 0,1-1 0 0 0,-1 1 1 0 0,-1 4-1 0 0,0 4 120 0 0,-16 116 525 0 0,-20 111-1666 0 0,35-223-91 0 0,-1 0 1 0 0,-11 29-1 0 0,10-34-1089 0 0,0-1 0 0 0,-11 16-1 0 0,12-20-929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18023 0 0,'4'-9'481'0'0,"0"0"1"0"0,0-1-1 0 0,0 1 0 0 0,1 1 0 0 0,1-1 1 0 0,-1 1-1 0 0,2 0 0 0 0,-1 0 0 0 0,1 1 0 0 0,0 0 1 0 0,0 0-1 0 0,1 0 0 0 0,0 1 0 0 0,0 0 0 0 0,0 1 1 0 0,1 0-1 0 0,0 0 0 0 0,0 1 0 0 0,0 0 1 0 0,1 1-1 0 0,-1 0 0 0 0,1 0 0 0 0,11-1 0 0 0,-17 3-379 0 0,-1 1 0 0 0,1 0 0 0 0,-1 0-1 0 0,1 0 1 0 0,-1 0 0 0 0,1 0 0 0 0,-1 1 0 0 0,1 0-1 0 0,-1-1 1 0 0,1 1 0 0 0,-1 1 0 0 0,0-1-1 0 0,1 0 1 0 0,-1 1 0 0 0,4 2 0 0 0,-3-1-25 0 0,0 1 1 0 0,-1-1 0 0 0,1 0 0 0 0,-1 1-1 0 0,0 0 1 0 0,0 0 0 0 0,0 0-1 0 0,0 0 1 0 0,4 9 0 0 0,-1 3 15 0 0,-1 0 0 0 0,0 0 0 0 0,-1 0 0 0 0,-1 0 0 0 0,2 25 0 0 0,1 86 138 0 0,-5-130-231 0 0,-1 0 1 0 0,1 0-1 0 0,0 1 0 0 0,1-1 1 0 0,-1 1-1 0 0,0-1 1 0 0,4-4-1 0 0,19-26-4 0 0,-13 17-8 0 0,7-7-118 0 0,1 1-1 0 0,1 1 1 0 0,1 1 0 0 0,29-22 0 0 0,-38 33-24 0 0,0 1 0 0 0,0 0 0 0 0,0 1 0 0 0,1 1 0 0 0,0 0-1 0 0,1 0 1 0 0,20-5 0 0 0,-26 9-32 0 0,0 0-1 0 0,1 1 0 0 0,-1-1 0 0 0,0 2 1 0 0,1-1-1 0 0,-1 1 0 0 0,0 0 1 0 0,1 1-1 0 0,-1 0 0 0 0,0 0 1 0 0,1 1-1 0 0,-1 0 0 0 0,0 0 0 0 0,9 5 1 0 0,-15-6 175 0 0,0 0 0 0 0,0 0 0 0 0,0 0 0 0 0,-1 0 0 0 0,1 1 0 0 0,0-1 0 0 0,-1 0 0 0 0,1 1 0 0 0,0-1 0 0 0,-1 1 0 0 0,0 0 0 0 0,1 0 0 0 0,-1-1 0 0 0,0 1 1 0 0,0 0-1 0 0,0 0 0 0 0,0 0 0 0 0,0 0 0 0 0,-1 0 0 0 0,1 0 0 0 0,-1 1 0 0 0,1-1 0 0 0,-1 0 0 0 0,0 0 0 0 0,1 0 0 0 0,-1 0 0 0 0,-1 5 0 0 0,0-2 120 0 0,0-1 0 0 0,0 1 1 0 0,0 0-1 0 0,-1-1 0 0 0,0 1 0 0 0,0-1 0 0 0,0 1 0 0 0,-1-1 0 0 0,1 0 0 0 0,-1 0 0 0 0,-6 6 0 0 0,-5 5 663 0 0,-33 24-1 0 0,4-4-244 0 0,23-17-421 0 0,19-17-218 0 0,2-1-172 0 0,-1 1 258 0 0,0 0-1 0 0,1-1 0 0 0,-1 1 1 0 0,0-1-1 0 0,1 1 1 0 0,-1-1-1 0 0,1 0 0 0 0,-1 1 1 0 0,1-1-1 0 0,-1 1 0 0 0,1-1 1 0 0,-1 0-1 0 0,1 1 0 0 0,-1-1 1 0 0,1 0-1 0 0,0 0 0 0 0,-1 0 1 0 0,1 1-1 0 0,-1-1 0 0 0,1 0 1 0 0,1 0-1 0 0,13 3-501 0 0,-6-3 309 0 0,1 0 0 0 0,-1 0 0 0 0,0-1 0 0 0,1 0 1 0 0,-1-1-1 0 0,0 0 0 0 0,0 0 0 0 0,0-1 0 0 0,0 0 1 0 0,-1 0-1 0 0,1-1 0 0 0,-1-1 0 0 0,0 1 0 0 0,0-1 1 0 0,0-1-1 0 0,-1 1 0 0 0,8-9 0 0 0,-6 6 165 0 0,1-2-41 0 0,0-1 0 0 0,-1 0 0 0 0,0 0 0 0 0,0-1-1 0 0,-2 0 1 0 0,8-15 0 0 0,-4 6 197 0 0,-6 11 52 0 0,0 0 0 0 0,-1 0-1 0 0,6-19 1700 0 0,-10 31-1730 0 0,1 0 0 0 0,-1 0 0 0 0,1 0 0 0 0,0 0 0 0 0,0 0 0 0 0,0 0 0 0 0,2 3 0 0 0,3 10 172 0 0,-2 5 53 0 0,-1 0 1 0 0,-1 1-1 0 0,-1-1 1 0 0,-1 29-1 0 0,0 1 127 0 0,0 17 36 0 0,6 89 39 0 0,1-52-448 0 0,-3-20-41 0 0,-3-74-54 0 0,0 0 0 0 0,-1-1-1 0 0,0 1 1 0 0,0 0 0 0 0,-1 0 0 0 0,-1-1 0 0 0,1 1-1 0 0,-1-1 1 0 0,-1 1 0 0 0,-4 11 0 0 0,2-14 35 0 0,5-7-41 0 0,0 0-1 0 0,-1 0 0 0 0,1 1 0 0 0,0-1 1 0 0,0 0-1 0 0,-1 0 0 0 0,1 0 1 0 0,0 0-1 0 0,-1 1 0 0 0,1-1 0 0 0,0 0 1 0 0,-1 0-1 0 0,1 0 0 0 0,0 0 0 0 0,-1 0 1 0 0,1 0-1 0 0,0 0 0 0 0,-1 0 1 0 0,1 0-1 0 0,0 0 0 0 0,-1 0 0 0 0,1 0 1 0 0,0 0-1 0 0,-1 0 0 0 0,1 0 0 0 0,0 0 1 0 0,-1-1-1 0 0,1 1 0 0 0,0 0 1 0 0,-1 0-1 0 0,1 0 0 0 0,0 0 0 0 0,0-1 1 0 0,-1 1-1 0 0,1 0 0 0 0,0 0 0 0 0,0-1 1 0 0,-1 1-1 0 0,-1-2-21 0 0,0 0-1 0 0,0 0 1 0 0,0 0-1 0 0,1 0 1 0 0,-1 0-1 0 0,0-1 1 0 0,1 1-1 0 0,0 0 1 0 0,-1-1 0 0 0,1 1-1 0 0,0-1 1 0 0,0 1-1 0 0,1-1 1 0 0,-1 0-1 0 0,0-4 1 0 0,-1-6-94 0 0,0-24-1 0 0,2 31 90 0 0,-1-39-167 0 0,2 0 0 0 0,2 0 1 0 0,2 0-1 0 0,2 0 0 0 0,2 1 0 0 0,2 0 0 0 0,2 1 1 0 0,2 0-1 0 0,22-45 0 0 0,-25 65 232 0 0,0 1 0 0 0,18-24 0 0 0,-23 38 24 0 0,-1 0 1 0 0,1 0-1 0 0,0 0 0 0 0,1 1 0 0 0,0 0 0 0 0,0 1 0 0 0,1-1 0 0 0,9-4 0 0 0,-16 10-30 0 0,1-1 0 0 0,0 1-1 0 0,0 0 1 0 0,-1 0 0 0 0,1 0-1 0 0,0 0 1 0 0,0 0 0 0 0,0 1 0 0 0,0-1-1 0 0,0 1 1 0 0,0 0 0 0 0,0 0-1 0 0,0 0 1 0 0,0 0 0 0 0,0 1-1 0 0,0-1 1 0 0,0 1 0 0 0,0 0-1 0 0,0 0 1 0 0,0 0 0 0 0,-1 0-1 0 0,1 0 1 0 0,0 1 0 0 0,-1-1 0 0 0,1 1-1 0 0,2 2 1 0 0,-2-1-22 0 0,0-1 1 0 0,0 1-1 0 0,0 1 0 0 0,-1-1 1 0 0,0 0-1 0 0,1 1 1 0 0,-1-1-1 0 0,0 1 0 0 0,-1 0 1 0 0,1-1-1 0 0,-1 1 0 0 0,0 0 1 0 0,0 0-1 0 0,0 0 1 0 0,0 0-1 0 0,-1 0 0 0 0,1 0 1 0 0,-1 8-1 0 0,-1-1 24 0 0,-1 0 0 0 0,0 0 0 0 0,-1 0 0 0 0,0 0 0 0 0,-1-1 0 0 0,0 1 0 0 0,0-1 0 0 0,-1 0 0 0 0,-7 11 0 0 0,-6 7-189 0 0,-38 45 1 0 0,48-63-2870 0 0,26-27-5578 0 0,52-48 262 0 0,-6-6 7685 0 0,-30 34 2327 0 0,-22 25 1051 0 0,14-17-1 0 0,-26 28-2368 0 0,1 0 0 0 0,0 0 0 0 0,-1 0 0 0 0,1 0 0 0 0,0 1 0 0 0,0-1-1 0 0,-1 0 1 0 0,1 0 0 0 0,0 1 0 0 0,0-1 0 0 0,0 0 0 0 0,0 1 0 0 0,0-1 0 0 0,0 1 0 0 0,0-1 0 0 0,0 1 0 0 0,2-1 0 0 0,-2 1-158 0 0,0 0-1 0 0,0 1 1 0 0,-1-1-1 0 0,1 0 0 0 0,0 1 1 0 0,-1-1-1 0 0,1 1 1 0 0,0-1-1 0 0,-1 1 1 0 0,1-1-1 0 0,0 1 0 0 0,-1-1 1 0 0,1 1-1 0 0,-1-1 1 0 0,1 1-1 0 0,-1 0 1 0 0,0-1-1 0 0,1 1 0 0 0,-1 0 1 0 0,0 0-1 0 0,1-1 1 0 0,-1 1-1 0 0,0 0 0 0 0,0 0 1 0 0,0-1-1 0 0,1 2 1 0 0,1 8 214 0 0,0-1 0 0 0,-1 1 1 0 0,0 0-1 0 0,-1-1 0 0 0,0 17 1 0 0,-1-18-394 0 0,0 0-1 0 0,1 0 1 0 0,1 0 0 0 0,-1 0 0 0 0,1-1 0 0 0,1 1 0 0 0,-1 0 0 0 0,1-1-1 0 0,5 13 1 0 0,-6-19-136 0 0,-1 0-1 0 0,1 0 1 0 0,0 0-1 0 0,-1 0 1 0 0,1 0-1 0 0,0 0 1 0 0,0 0-1 0 0,0 0 0 0 0,0 0 1 0 0,0 0-1 0 0,0-1 1 0 0,2 2-1 0 0,9 3-8545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4:5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12895 0 0,'0'0'11744'0'0,"10"-4"-11744"0"0,0 1 0 0 0,2 2-80 0 0,1 1-1488 0 0,4 1-288 0 0,3 1-64 0 0</inkml:trace>
  <inkml:trace contextRef="#ctx0" brushRef="#br0" timeOffset="1">346 18 17135 0 0,'1'0'786'0'0,"4"0"-411"0"0,-1-1 0 0 0,0 1 1 0 0,0-1-1 0 0,0 0 1 0 0,0 0-1 0 0,9-4 8322 0 0,-15 6-8551 0 0,0 0 0 0 0,0-1 0 0 0,0 1 0 0 0,0 0 0 0 0,0 0 0 0 0,1 0 0 0 0,-1 0 0 0 0,0 0 0 0 0,1 1 0 0 0,-1-1 0 0 0,-2 3 0 0 0,1-2 60 0 0,-142 128 1724 0 0,137-123-1929 0 0,1 0 1 0 0,0 1 0 0 0,0 0-1 0 0,1 1 1 0 0,0 0 0 0 0,-5 11-1 0 0,9-18-1 0 0,1 1 0 0 0,0-1 0 0 0,0 1 0 0 0,0-1 0 0 0,1 1 0 0 0,-1 0 0 0 0,0 0 0 0 0,1-1 0 0 0,0 1 0 0 0,-1 0-1 0 0,1 0 1 0 0,0-1 0 0 0,1 1 0 0 0,-1 0 0 0 0,0 0 0 0 0,1-1 0 0 0,0 1 0 0 0,-1 0 0 0 0,1-1 0 0 0,0 1 0 0 0,0-1 0 0 0,1 1-1 0 0,-1-1 1 0 0,0 1 0 0 0,1-1 0 0 0,-1 0 0 0 0,5 4 0 0 0,-1-1 0 0 0,1-1 0 0 0,-1 0 0 0 0,1 0 0 0 0,0 0 0 0 0,0-1 0 0 0,0 0 0 0 0,1 0 0 0 0,-1 0 0 0 0,1-1 0 0 0,-1 0 0 0 0,11 2 0 0 0,10 0 0 0 0,45 1 0 0 0,-27-3 0 0 0,4-1-21 0 0,0-2 0 0 0,92-15 1 0 0,-134 16 7 0 0,62-5-3407 0 0,-50 2-7141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0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15 115 24391 0 0,'-1'-1'125'0'0,"0"1"-1"0"0,0-1 0 0 0,0 0 1 0 0,0 0-1 0 0,0 1 0 0 0,1-1 1 0 0,-1 0-1 0 0,0 0 1 0 0,0 0-1 0 0,0 0 0 0 0,1 0 1 0 0,-1 0-1 0 0,1 0 1 0 0,-1 0-1 0 0,1 0 0 0 0,-1-1 1 0 0,1 1-1 0 0,-1 0 1 0 0,1 0-1 0 0,0 0 0 0 0,0-2 1 0 0,0 1-125 0 0,0 1 0 0 0,1-1 0 0 0,-1 1 0 0 0,1-1 0 0 0,0 1 1 0 0,0-1-1 0 0,0 1 0 0 0,-1-1 0 0 0,1 1 0 0 0,0 0 0 0 0,0-1 0 0 0,1 1 1 0 0,-1 0-1 0 0,2-2 0 0 0,1-1 64 0 0,0 1 0 0 0,0 0-1 0 0,0 0 1 0 0,0 0 0 0 0,1 0 0 0 0,-1 1 0 0 0,1-1 0 0 0,0 1 0 0 0,-1 0 0 0 0,1 1 0 0 0,0-1 0 0 0,7-1-1 0 0,86-12 777 0 0,124-3-1 0 0,-172 16-796 0 0,0 2 1 0 0,83 11-1 0 0,-111-7-25 0 0,-1 0-1 0 0,0 1 1 0 0,1 1-1 0 0,-2 1 1 0 0,1 1-1 0 0,-1 1 1 0 0,0 1 0 0 0,28 19-1 0 0,-41-24-11 0 0,0 0 1 0 0,0 1-1 0 0,-1 0 0 0 0,1 1 1 0 0,-1-1-1 0 0,-1 1 0 0 0,0 0 0 0 0,0 1 1 0 0,6 11-1 0 0,-6-8 37 0 0,0 0 0 0 0,-1 1-1 0 0,-1-1 1 0 0,0 1 0 0 0,-1 0 0 0 0,2 18 0 0 0,-1 24 270 0 0,-2 0 0 0 0,-11 92 0 0 0,-30 109 263 0 0,29-195-473 0 0,-43 220 205 0 0,-22 134-5 0 0,47-188-179 0 0,1 439 0 0 0,29-626-124 0 0,3-1 0 0 0,1 1 0 0 0,2 0 0 0 0,1-1 0 0 0,2-1 0 0 0,2 1 0 0 0,1-2 0 0 0,2 0 0 0 0,2 0 0 0 0,1-2 0 0 0,31 47 0 0 0,-44-75 0 0 0,-1 1 0 0 0,1-1 0 0 0,-2 2 0 0 0,1-1 0 0 0,-1 0 0 0 0,3 9 0 0 0,-6-13 0 0 0,1-1 0 0 0,-1 0 0 0 0,1 0 0 0 0,-1 0 0 0 0,0 0 0 0 0,0 1 0 0 0,0-1 0 0 0,0 0 0 0 0,-1 0 0 0 0,1 0 0 0 0,-1 0 0 0 0,1 1 0 0 0,-1-1 0 0 0,0 0 0 0 0,1 0 0 0 0,-1 0 0 0 0,0 0 0 0 0,-1 0 0 0 0,1-1 0 0 0,0 1 0 0 0,0 0 0 0 0,-1 0 0 0 0,1-1 0 0 0,-1 1 0 0 0,1-1 0 0 0,-1 1 0 0 0,-2 1 0 0 0,-6 3 0 0 0,0 0 0 0 0,-1 0 0 0 0,1-1 0 0 0,-17 6 0 0 0,-48 11 0 0 0,46-14 0 0 0,-401 81 0 0 0,413-87 0 0 0,0 0 0 0 0,-1-1 0 0 0,1 0 0 0 0,-24-3 0 0 0,24-4-1391 0 0,16 6 1342 0 0,1 0 0 0 0,0 0 0 0 0,-1-1 0 0 0,1 1 0 0 0,0 0 1 0 0,0-1-1 0 0,-1 1 0 0 0,1 0 0 0 0,0-1 0 0 0,0 1 0 0 0,-1 0 0 0 0,1-1 0 0 0,0 1 1 0 0,0-1-1 0 0,0 1 0 0 0,0 0 0 0 0,0-1 0 0 0,-1 1 0 0 0,1-1 0 0 0,0 1 1 0 0,0 0-1 0 0,0-1 0 0 0,0 1 0 0 0,0-1 0 0 0,0 1 0 0 0,1-1 0 0 0,-1 1 1 0 0,0 0-1 0 0,0-1 0 0 0,0 1 0 0 0,0-1 0 0 0,0 1 0 0 0,1 0 0 0 0,-1-1 1 0 0,0 1-1 0 0,0 0 0 0 0,0-1 0 0 0,1 1 0 0 0,-1 0 0 0 0,1-1 0 0 0,9-10-1180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4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58 25111 0 0,'-11'-57'4945'0'0,"11"58"-4222"0"0,-22 257 1177 0 0,19-209-1881 0 0,1-10-208 0 0,3 58-1 0 0,1-90-2289 0 0,2-6 1198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 12439 0 0,'0'0'958'0'0,"-20"-1"14128"0"0,19 2-15079 0 0,1 0-1 0 0,0 0 1 0 0,0 0-1 0 0,0 0 1 0 0,0 0-1 0 0,0 0 1 0 0,0 0 0 0 0,0 0-1 0 0,0 0 1 0 0,0 0-1 0 0,1 0 1 0 0,-1 0-1 0 0,0 0 1 0 0,1 0-1 0 0,-1 0 1 0 0,1 0 0 0 0,-1 0-1 0 0,1 0 1 0 0,-1 0-1 0 0,1 0 1 0 0,-1 0-1 0 0,1 0 1 0 0,0-1-1 0 0,0 1 1 0 0,-1 0 0 0 0,1 0-1 0 0,0-1 1 0 0,0 1-1 0 0,0-1 1 0 0,0 1-1 0 0,0-1 1 0 0,1 1-1 0 0,0 1-55 0 0,13 6-1195 0 0,1-1-1 0 0,-1 0 1 0 0,1-1 0 0 0,31 8 0 0 0,-31-9 445 0 0,45 11-2019 0 0,-28-8 1834 0 0,47 17-1 0 0,-77-24 1175 0 0,-1 0-1 0 0,1 1 0 0 0,-1-1 1 0 0,1 1-1 0 0,-1 0 0 0 0,1-1 1 0 0,2 4 1463 0 0,-7 12 2863 0 0,1-14-4074 0 0,0 0 1 0 0,0 0-1 0 0,-1 0 0 0 0,1 0 1 0 0,-1-1-1 0 0,1 1 1 0 0,-1 0-1 0 0,0-1 1 0 0,-4 4-1 0 0,-25 22 1732 0 0,15-13-1442 0 0,-6 4-460 0 0,13-12-134 0 0,1 0-1 0 0,1 0 1 0 0,-1 0 0 0 0,1 1 0 0 0,-11 17 0 0 0,17-24-138 0 0,1-1 0 0 0,0 1 0 0 0,-1-1 0 0 0,1 1 0 0 0,0-1 0 0 0,0 1 0 0 0,-1 0 0 0 0,1-1 0 0 0,0 1 0 0 0,0-1 0 0 0,0 1 0 0 0,0 0 0 0 0,0-1 0 0 0,0 1 0 0 0,0-1 0 0 0,0 1 0 0 0,0 0 0 0 0,0-1 0 0 0,0 1 0 0 0,0-1 0 0 0,0 1 0 0 0,1 0 0 0 0,-1-1 0 0 0,0 1 0 0 0,0-1 0 0 0,1 1 0 0 0,-1-1 0 0 0,0 1 0 0 0,1-1 0 0 0,-1 1 0 0 0,0-1 0 0 0,1 1 0 0 0,-1-1 0 0 0,1 0 0 0 0,0 1 0 0 0,0 0 0 0 0,2 2-5 0 0,0-1 1 0 0,0 1-1 0 0,1-1 0 0 0,-1 0 1 0 0,1 0-1 0 0,-1-1 0 0 0,1 1 1 0 0,6 1-1 0 0,34 8-84 0 0,-19-6 35 0 0,6 3-94 0 0,41 12 97 0 0,-63-17 114 0 0,0 1 0 0 0,0 0 0 0 0,-1 0 0 0 0,0 1 1 0 0,15 11-1 0 0,-22-15-63 0 0,0 0 0 0 0,0 0 0 0 0,0 0 1 0 0,0 1-1 0 0,0-1 0 0 0,-1 0 0 0 0,1 1 0 0 0,0-1 1 0 0,-1 0-1 0 0,1 1 0 0 0,-1-1 0 0 0,1 1 0 0 0,-1-1 1 0 0,0 1-1 0 0,0 0 0 0 0,0-1 0 0 0,0 1 1 0 0,0-1-1 0 0,0 1 0 0 0,0-1 0 0 0,0 1 0 0 0,0-1 1 0 0,-1 1-1 0 0,1-1 0 0 0,-1 1 0 0 0,1-1 0 0 0,-1 1 1 0 0,0-1-1 0 0,1 0 0 0 0,-2 3 0 0 0,-2 2 0 0 0,0 1 0 0 0,0-1 0 0 0,-1 0-1 0 0,0 0 1 0 0,-5 5 0 0 0,2-3 0 0 0,0-1 0 0 0,0 0 0 0 0,-1 0 0 0 0,0-1 0 0 0,0 0 0 0 0,0-1 0 0 0,-1 0 0 0 0,0 0 0 0 0,0-1 0 0 0,-16 5 0 0 0,16-6 0 0 0,-6 2 0 0 0,16-5 0 0 0,0 0 0 0 0,-1 0 0 0 0,1 0 0 0 0,0 0 0 0 0,0 0 0 0 0,-1 0 0 0 0,1 0 0 0 0,0 0 0 0 0,0 0 0 0 0,-1-1 0 0 0,1 1 0 0 0,0 0 0 0 0,0 0 0 0 0,0 0 0 0 0,-1 0 0 0 0,1 0 0 0 0,0 0 0 0 0,0 0 0 0 0,0-1 0 0 0,-1 1 0 0 0,1 0 0 0 0,0 0 0 0 0,0 0 0 0 0,0-1 0 0 0,0 1 0 0 0,-1 0 0 0 0,1 0 0 0 0,0 0 0 0 0,0-1 0 0 0,0 1 0 0 0,0 0 0 0 0,0 0 0 0 0,0-1 0 0 0,0 1 0 0 0,0 0 0 0 0,0 0 0 0 0,0 0 0 0 0,-1-1 0 0 0,1 1 0 0 0,0 0 0 0 0,1 0 0 0 0,-1-1 0 0 0,0 1 0 0 0,0 0 0 0 0,0 0 0 0 0,0-1 0 0 0,0 1 0 0 0,0 0 0 0 0,0 0 0 0 0,0-1 0 0 0,0 1 0 0 0,0 0 0 0 0,1 0 0 0 0,-1 0 0 0 0,0-1 0 0 0,3-6-7 0 0,1 0-1 0 0,0 0 1 0 0,0 0-1 0 0,1 0 1 0 0,0 1-1 0 0,0 0 1 0 0,0 0 0 0 0,12-10-1 0 0,3-5-5 0 0,131-138-299 0 0,-100 104 213 0 0,85-71 1 0 0,-147 145 278 0 0,-1-4-58 0 0,-63 85 117 0 0,61-80-240 0 0,2 0-1 0 0,0 1 1 0 0,-10 28 0 0 0,20-44 7 0 0,1 0 1 0 0,0 0-1 0 0,-1 0 1 0 0,1 0 0 0 0,1 0-1 0 0,-1 0 1 0 0,1 1-1 0 0,0-1 1 0 0,1 9-1 0 0,-1-13-11 0 0,1 1 0 0 0,-1 0-1 0 0,0-1 1 0 0,1 1 0 0 0,-1-1 0 0 0,1 1-1 0 0,0-1 1 0 0,-1 1 0 0 0,1-1-1 0 0,0 1 1 0 0,0-1 0 0 0,0 0-1 0 0,0 1 1 0 0,0-1 0 0 0,0 0-1 0 0,0 0 1 0 0,0 0 0 0 0,1 0 0 0 0,-1 0-1 0 0,0 0 1 0 0,1 0 0 0 0,-1 0-1 0 0,0-1 1 0 0,1 1 0 0 0,-1 0-1 0 0,1-1 1 0 0,0 1 0 0 0,-1-1-1 0 0,1 0 1 0 0,-1 1 0 0 0,1-1 0 0 0,0 0-1 0 0,-1 0 1 0 0,1 0 0 0 0,1 0-1 0 0,3-1-123 0 0,1 0 0 0 0,-1 0-1 0 0,0-1 1 0 0,0 1-1 0 0,0-1 1 0 0,0-1 0 0 0,7-3-1 0 0,38-24-883 0 0,-42 24 791 0 0,12-8-179 0 0,-1-1 0 0 0,-1-1 1 0 0,-1-1-1 0 0,0 0 0 0 0,19-25 0 0 0,67-103-905 0 0,-104 145 1306 0 0,3-5 81 0 0,0 0-1 0 0,0 0 1 0 0,0 0-1 0 0,2-8 2161 0 0,-9 23-940 0 0,-9 25-645 0 0,-15 67 0 0 0,26-88-533 0 0,-1 0 0 0 0,2 1 0 0 0,0-1 0 0 0,0 0 0 0 0,2 1 0 0 0,0-1 0 0 0,4 27 0 0 0,-4-39-150 0 0,0 1 0 0 0,-1 0 0 0 0,1-1 0 0 0,0 1 0 0 0,0-1 0 0 0,1 0 0 0 0,-1 1 0 0 0,0-1 0 0 0,1 0 0 0 0,-1 0 0 0 0,1 0 0 0 0,0 0 0 0 0,3 4 0 0 0,-3-6 12 0 0,-1 1-1 0 0,0 0 1 0 0,0-1 0 0 0,1 1-1 0 0,-1-1 1 0 0,0 0-1 0 0,0 1 1 0 0,1-1-1 0 0,-1 0 1 0 0,0 0-1 0 0,1 0 1 0 0,-1 0-1 0 0,1 0 1 0 0,-1 0 0 0 0,0 0-1 0 0,1 0 1 0 0,-1-1-1 0 0,0 1 1 0 0,0-1-1 0 0,1 1 1 0 0,-1 0-1 0 0,0-1 1 0 0,0 0-1 0 0,1 1 1 0 0,-1-1-1 0 0,0 0 1 0 0,0 0 0 0 0,0 0-1 0 0,1-1 1 0 0,5-3-124 0 0,-1-1 0 0 0,0-1 1 0 0,0 1-1 0 0,0-1 0 0 0,-1 0 1 0 0,5-9-1 0 0,25-50-503 0 0,-31 57 556 0 0,11-22-134 0 0,52-98-350 0 0,-55 109 564 0 0,1 1 0 0 0,0 1-1 0 0,1 0 1 0 0,24-22 0 0 0,-20 25 251 0 0,-17 14 135 0 0,0 26 403 0 0,-1-16-558 0 0,1 1 0 0 0,-2-1 1 0 0,-1 18-1 0 0,-13 40 185 0 0,-7 36-153 0 0,19-85-427 0 0,1 0-1 0 0,1 1 1 0 0,2 30-1 0 0,4-22-1365 0 0,-4-26 1303 0 0,-1 0 1 0 0,1 1-1 0 0,-1-1 1 0 0,1 0-1 0 0,0 0 0 0 0,-1 1 1 0 0,1-1-1 0 0,0 0 1 0 0,0 0-1 0 0,0 0 0 0 0,0 0 1 0 0,0 0-1 0 0,0 0 0 0 0,0 0 1 0 0,0-1-1 0 0,0 1 1 0 0,0 0-1 0 0,2 0 0 0 0,7 2-1688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21767 0 0,'0'0'2531'0'0,"0"2"-1411"0"0,-31 110 5238 0 0,13-37-5910 0 0,-13 119-1 0 0,25-135-463 0 0,-11 95-2169 0 0,16-147 1705 0 0,-1 0 0 0 0,0 0 0 0 0,0-1 0 0 0,0 1 1 0 0,-1-1-1 0 0,-5 9 0 0 0,7-14-301 0 0,-11-7-2039 0 0,10 4 2530 0 0,0-1 0 0 0,0 1 1 0 0,0-1-1 0 0,0 1 0 0 0,1-1 0 0 0,-1 0 0 0 0,1 0 1 0 0,0 0-1 0 0,0 0 0 0 0,0 0 0 0 0,-1-4 1 0 0,-5-35-1362 0 0,7 42 1646 0 0,-1-12-110 0 0,1 1 1 0 0,0-1-1 0 0,2-15 1 0 0,0 13 1041 0 0,0 0 0 0 0,2-1 1 0 0,-1 1-1 0 0,10-20 0 0 0,-6 19 267 0 0,0 0 1 0 0,1 0-1 0 0,1 1 0 0 0,20-25 0 0 0,-22 31-935 0 0,1 0 0 0 0,-1 1-1 0 0,1 0 1 0 0,1 0 0 0 0,0 1 0 0 0,0 0 0 0 0,0 0-1 0 0,16-6 1 0 0,-22 10-215 0 0,1 1 0 0 0,-1 0 0 0 0,1 0 0 0 0,-1 0 0 0 0,1 0 0 0 0,-1 1 0 0 0,1 0 0 0 0,-1-1 0 0 0,1 1 0 0 0,-1 0 0 0 0,1 1 0 0 0,-1-1 0 0 0,1 1 0 0 0,0-1 0 0 0,-1 1 0 0 0,0 0 0 0 0,1 1 0 0 0,-1-1-1 0 0,0 0 1 0 0,1 1 0 0 0,-1 0 0 0 0,4 2 0 0 0,-3-1-5 0 0,-1 1 0 0 0,1-1-1 0 0,0 1 1 0 0,-1 0 0 0 0,0 0-1 0 0,0 0 1 0 0,0 0-1 0 0,0 0 1 0 0,-1 1 0 0 0,0-1-1 0 0,1 1 1 0 0,-2 0-1 0 0,1-1 1 0 0,0 1 0 0 0,0 5-1 0 0,0 7-8 0 0,0 0-1 0 0,-1 0 0 0 0,-1 24 1 0 0,-9 52 107 0 0,3-43-109 0 0,1-30-28 0 0,3-15 0 0 0,2-14 0 0 0,1 4-5 0 0,1 0 0 0 0,-1 0 1 0 0,2 0-1 0 0,-1 0 0 0 0,0 0 0 0 0,1 1 1 0 0,0-1-1 0 0,0 1 0 0 0,0 0 0 0 0,7-7 1 0 0,-2 2-11 0 0,9-12-9 0 0,2 1-1 0 0,0 1 1 0 0,2 0-1 0 0,0 2 1 0 0,0 1-1 0 0,2 0 1 0 0,0 2-1 0 0,0 0 1 0 0,36-14-1 0 0,-48 24 25 0 0,0 0 0 0 0,19-4 0 0 0,-27 8 0 0 0,0-1 0 0 0,-1 1 0 0 0,1-1 0 0 0,0 1 0 0 0,-1 0 0 0 0,1 0 0 0 0,0 0 0 0 0,-1 0 0 0 0,1 1 0 0 0,0-1 0 0 0,-1 1 0 0 0,1-1 0 0 0,0 1 0 0 0,-1 0 0 0 0,1 0 0 0 0,-1 0 0 0 0,4 3 0 0 0,-5-4 0 0 0,-1 0 1 0 0,1 1-1 0 0,-1-1 0 0 0,0 1 0 0 0,1-1 0 0 0,-1 0 1 0 0,1 1-1 0 0,-1-1 0 0 0,0 1 0 0 0,1-1 1 0 0,-1 1-1 0 0,0-1 0 0 0,1 1 0 0 0,-1-1 1 0 0,0 1-1 0 0,0-1 0 0 0,0 1 0 0 0,0-1 1 0 0,1 1-1 0 0,-1 0 0 0 0,0-1 0 0 0,0 1 1 0 0,0-1-1 0 0,0 1 0 0 0,0-1 0 0 0,0 1 1 0 0,-1 1-1 0 0,1-1 6 0 0,0 5 8 0 0,0-1-1 0 0,0 1 0 0 0,0 0 0 0 0,-1-1 0 0 0,0 1 0 0 0,0-1 1 0 0,-1 0-1 0 0,1 1 0 0 0,-1-1 0 0 0,-4 7 0 0 0,-4 8 63 0 0,-15 22-1 0 0,20-35-72 0 0,-4 7-3 0 0,5-8 0 0 0,0-1 0 0 0,0 1 0 0 0,1 0 0 0 0,-1 1 0 0 0,2-1 0 0 0,-1 0 0 0 0,-2 10 0 0 0,5-16-3 0 0,0 1 1 0 0,0 0-1 0 0,-1-1 0 0 0,1 1 1 0 0,0 0-1 0 0,0-1 0 0 0,0 1 1 0 0,0 0-1 0 0,0-1 0 0 0,0 1 1 0 0,0 0-1 0 0,0-1 0 0 0,1 1 1 0 0,-1-1-1 0 0,0 1 1 0 0,0 0-1 0 0,0-1 0 0 0,1 1 1 0 0,-1 0-1 0 0,0-1 0 0 0,1 1 1 0 0,-1-1-1 0 0,1 1 0 0 0,-1-1 1 0 0,0 1-1 0 0,1-1 0 0 0,-1 1 1 0 0,1-1-1 0 0,-1 0 0 0 0,1 1 1 0 0,0-1-1 0 0,-1 1 0 0 0,2-1 1 0 0,0 1-16 0 0,-1-1 0 0 0,1 1 0 0 0,0-1 0 0 0,0 0 0 0 0,0 0 0 0 0,-1 0 1 0 0,5 0-1 0 0,-5 0 3 0 0,9-1-83 0 0,0-1 1 0 0,-1 0-1 0 0,1 0 0 0 0,-1 0 0 0 0,0-2 1 0 0,0 1-1 0 0,0-1 0 0 0,0 0 0 0 0,-1-1 1 0 0,14-9-1 0 0,-15 9 37 0 0,0 0-1 0 0,-1-1 1 0 0,0 1 0 0 0,0-1-1 0 0,0-1 1 0 0,-1 1 0 0 0,0-1 0 0 0,0 0-1 0 0,0 0 1 0 0,-1-1 0 0 0,0 1-1 0 0,4-14 1 0 0,-7 19 58 0 0,-1-1-1 0 0,1 1 1 0 0,-1-1 0 0 0,0 1 0 0 0,0-1-1 0 0,1 0 1 0 0,-2 1 0 0 0,1-1-1 0 0,0 0 1 0 0,-1 1 0 0 0,1-1-1 0 0,-1 1 1 0 0,1-1 0 0 0,-1 1 0 0 0,0-1-1 0 0,0 1 1 0 0,-1 0 0 0 0,1-1-1 0 0,0 1 1 0 0,-1 0 0 0 0,1 0 0 0 0,-1 0-1 0 0,0 0 1 0 0,-1-2 0 0 0,-4-2-81 0 0,0 0 0 0 0,-1 0 1 0 0,1 1-1 0 0,-1 0 1 0 0,-13-6-1 0 0,-4 4-645 0 0,23 7 418 0 0,2 0 220 0 0,0 0 0 0 0,0 0-1 0 0,0 0 1 0 0,0 0 0 0 0,0 0 0 0 0,0 0-1 0 0,-1 0 1 0 0,1 0 0 0 0,0 0 0 0 0,0 0 0 0 0,0-1-1 0 0,-1-1-2462 0 0,23-4-2492 0 0,44-7 1 0 0,-40 10 1976 0 0,31-10 0 0 0,-34 7 1996 0 0,30-6 1 0 0,-15 10 2728 0 0,-33 2-615 0 0,0 1 1 0 0,1-1-1 0 0,-1 1 1 0 0,0 1-1 0 0,5 1 1 0 0,-9-2-605 0 0,1-1 1 0 0,-1 1-1 0 0,0 0 1 0 0,0 0-1 0 0,1-1 1 0 0,-1 1 0 0 0,0 0-1 0 0,0 0 1 0 0,0 1-1 0 0,0-1 1 0 0,0 0-1 0 0,0 0 1 0 0,0 0 0 0 0,-1 1-1 0 0,1-1 1 0 0,0 0-1 0 0,-1 1 1 0 0,1-1-1 0 0,-1 0 1 0 0,1 1-1 0 0,-1 1 1 0 0,1 3 344 0 0,0 0 0 0 0,0 0 0 0 0,-1 10 0 0 0,0-11-354 0 0,-4 69 1106 0 0,-13 79 0 0 0,-1 18 30 0 0,17-157-1563 0 0,0-1 0 0 0,0 1 0 0 0,-2 0 1 0 0,1-1-1 0 0,-2 0 0 0 0,-8 23 0 0 0,12-35 9 0 0,0 0-9 0 0,0-1 0 0 0,0 1 0 0 0,-1-1 0 0 0,1 1 0 0 0,0-1 0 0 0,0 1 0 0 0,0-1 0 0 0,-1 1 0 0 0,1-1 0 0 0,0 0 0 0 0,0 1 0 0 0,-1-1 0 0 0,1 1 0 0 0,0-1 0 0 0,-1 1 0 0 0,1-1 0 0 0,-1 0 0 0 0,1 1 0 0 0,0-1 0 0 0,-1 0 0 0 0,1 0 0 0 0,-1 1 0 0 0,1-1 0 0 0,-1 0 0 0 0,1 0 0 0 0,-1 0 0 0 0,1 1 0 0 0,-1-1 0 0 0,0 0 0 0 0,0 0-9 0 0,0 0-1 0 0,0 1 1 0 0,0-1 0 0 0,0 0-1 0 0,0 0 1 0 0,0 0 0 0 0,0 0-1 0 0,0 0 1 0 0,0 0 0 0 0,0 0-1 0 0,0 0 1 0 0,0-1 0 0 0,-1 1-1 0 0,1 0 1 0 0,0-1 0 0 0,0 1-1 0 0,1 0 1 0 0,-1-1 0 0 0,0 1 0 0 0,0-1-1 0 0,0 0 1 0 0,0 1 0 0 0,0-1-1 0 0,0 0 1 0 0,1 1 0 0 0,-1-1-1 0 0,0 0 1 0 0,1 0 0 0 0,-1 0-1 0 0,0 0 1 0 0,1 1 0 0 0,-1-1-1 0 0,1 0 1 0 0,0 0 0 0 0,-1-2-1 0 0,-2-2-62 0 0,1 0-1 0 0,1 0 1 0 0,-1 0-1 0 0,0 0 0 0 0,0-8 1 0 0,1-5-101 0 0,0 1 0 0 0,2-1 0 0 0,0 1 0 0 0,1 0 0 0 0,0-1 0 0 0,2 1 0 0 0,5-18 0 0 0,8-14-510 0 0,23-50 0 0 0,-20 56 467 0 0,3 1 0 0 0,1 1 0 0 0,58-75 0 0 0,-77 109 424 0 0,0 1-1 0 0,1-1 1 0 0,0 1 0 0 0,0 0 0 0 0,1 0 0 0 0,0 1 0 0 0,0 0-1 0 0,0 0 1 0 0,1 1 0 0 0,8-5 0 0 0,-15 9-180 0 0,0 0 0 0 0,0 0 1 0 0,0 0-1 0 0,0 0 0 0 0,-1-1 0 0 0,1 1 1 0 0,0 0-1 0 0,0 0 0 0 0,0 1 0 0 0,0-1 1 0 0,-1 0-1 0 0,1 0 0 0 0,0 0 0 0 0,0 0 0 0 0,0 1 1 0 0,-1-1-1 0 0,1 0 0 0 0,0 1 0 0 0,0-1 1 0 0,-1 1-1 0 0,1-1 0 0 0,0 1 0 0 0,-1-1 0 0 0,1 1 1 0 0,0-1-1 0 0,-1 1 0 0 0,1 0 0 0 0,-1-1 1 0 0,1 1-1 0 0,-1 0 0 0 0,0-1 0 0 0,1 1 1 0 0,0 1-1 0 0,0 1-16 0 0,0 0 1 0 0,0 0-1 0 0,0 0 1 0 0,0 1-1 0 0,0-1 1 0 0,0 4-1 0 0,-1-1 2 0 0,0 0 0 0 0,0 0 0 0 0,-1 0 0 0 0,0 0 1 0 0,0 0-1 0 0,-1 0 0 0 0,1 0 0 0 0,-4 6 0 0 0,-3 6 41 0 0,-12 21 0 0 0,1-8-406 0 0,-1 0-1 0 0,-2-1 1 0 0,-1-1-1 0 0,-34 34 1 0 0,74-70-9154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6447 0 0,'17'-20'7155'0'0,"-16"28"-804"0"0,2 1-3786 0 0,1 8-52 0 0,-4 13 823 0 0,-3 33-1 0 0,-1 10-2654 0 0,5-52-770 0 0,6 33 0 0 0,-4-34-454 0 0,-3-18 125 0 0,3 1-926 0 0,-3-3 1209 0 0,0 0 0 0 0,0 0 0 0 0,0 1 1 0 0,0-1-1 0 0,0 0 0 0 0,0 0 1 0 0,0 0-1 0 0,0 1 0 0 0,1-1 0 0 0,-1 0 1 0 0,0 0-1 0 0,0 0 0 0 0,0 0 0 0 0,0 1 1 0 0,0-1-1 0 0,1 0 0 0 0,-1 0 0 0 0,0 0 1 0 0,0 0-1 0 0,0 0 0 0 0,1 1 0 0 0,-1-1 1 0 0,0 0-1 0 0,0 0 0 0 0,0 0 1 0 0,1 0-1 0 0</inkml:trace>
  <inkml:trace contextRef="#ctx0" brushRef="#br0" timeOffset="1">217 3 8751 0 0,'-6'-2'18225'0'0,"8"3"-17990"0"0,3 1-416 0 0,29 17-1560 0 0,-10-7-5442 0 0,-5-3-620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7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0 22319 0 0,'-5'7'2019'0'0,"-24"19"39"0"0,0-2 1 0 0,-38 25-1 0 0,50-38-1817 0 0,-1 2 289 0 0,-43 32 535 0 0,53-38-1008 0 0,0 0-1 0 0,1 0 0 0 0,0 1 0 0 0,0 0 1 0 0,-6 10-1 0 0,11-16-55 0 0,1-1-1 0 0,0 1 1 0 0,1 0-1 0 0,-1-1 1 0 0,0 1-1 0 0,0 0 1 0 0,1 0 0 0 0,-1 0-1 0 0,1 0 1 0 0,-1-1-1 0 0,1 1 1 0 0,0 0-1 0 0,0 0 1 0 0,0 0 0 0 0,0 0-1 0 0,0 0 1 0 0,0 0-1 0 0,0 0 1 0 0,1 0-1 0 0,-1 0 1 0 0,2 2-1 0 0,-1-2 3 0 0,1 1-1 0 0,-1-1 0 0 0,1 1 0 0 0,0-1 0 0 0,0 1 0 0 0,0-1 0 0 0,0 0 0 0 0,0 0 1 0 0,1 0-1 0 0,-1 0 0 0 0,1-1 0 0 0,3 3 0 0 0,4 1 5 0 0,1 0-1 0 0,0-1 1 0 0,0 0 0 0 0,0 0-1 0 0,21 3 1 0 0,-9-5 80 0 0,0 0 0 0 0,1-1 0 0 0,22-2 0 0 0,70-11-1860 0 0,-89 8 585 0 0,13-1-9615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7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68 26719 0 0,'-5'5'314'0'0,"1"0"0"0"0,0 0 0 0 0,0 1-1 0 0,1-1 1 0 0,-1 1 0 0 0,1 0 0 0 0,0 1 0 0 0,1-1-1 0 0,-2 7 1 0 0,-2 10-233 0 0,-4 29 0 0 0,6-31 620 0 0,-26 214 1346 0 0,28-189-2047 0 0,2-46 0 0 0,0 0 0 0 0,0 0 0 0 0,0 1 0 0 0,0-1 0 0 0,0 0 0 0 0,0 0 0 0 0,0 0 0 0 0,0 1 0 0 0,0-1 0 0 0,0 0 0 0 0,0 0 0 0 0,0 0 0 0 0,0 1 0 0 0,0-1 0 0 0,0 0 0 0 0,0 0 0 0 0,0 0 0 0 0,0 0 0 0 0,1 1 0 0 0,-1-1 0 0 0,0 0 0 0 0,0 0 0 0 0,0 0 0 0 0,0 1 0 0 0,0-1 0 0 0,0 0 0 0 0,1 0 0 0 0,-1 0 0 0 0,0 0 0 0 0,0 0 0 0 0,0 0 0 0 0,0 1 0 0 0,1-1 0 0 0,-1 0 0 0 0,0 0 0 0 0,0 0 0 0 0,0 0 0 0 0,1 0 0 0 0,-1 0 0 0 0,0 0 0 0 0,0 0 0 0 0,0 0 0 0 0,1 0 0 0 0,-1 0 0 0 0,0 0 0 0 0,0 0 0 0 0,0 0 0 0 0,1 0 0 0 0,-1 0 0 0 0,0 0 0 0 0,0 0 0 0 0,0 0 0 0 0,0 0 0 0 0,1 0 0 0 0,-1 0 0 0 0,0-1 0 0 0,0 1 0 0 0,0 0 0 0 0,1 0 0 0 0,7-7 0 0 0,-8 7 0 0 0,6-9 0 0 0,0 0 0 0 0,0 0 0 0 0,-1-1 0 0 0,0 1 0 0 0,-1-1 0 0 0,4-12 0 0 0,6-11 0 0 0,16-34 0 0 0,34-72 0 0 0,-50 113-333 0 0,0 1 0 0 0,2 1 0 0 0,1 0 0 0 0,1 1-1 0 0,21-22 1 0 0,-37 43-135 0 0,1-1-1 0 0,0 1 1 0 0,-1-1-1 0 0,1 1 1 0 0,1 0-1 0 0,4-3 0 0 0,3 2-1412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11 530 10135 0 0,'-10'31'12860'0'0,"19"-29"-10412"0"0,-7-2-2290 0 0,1 0 1 0 0,0-1-1 0 0,0 1 0 0 0,0-1 1 0 0,0 0-1 0 0,0 0 0 0 0,-1 0 1 0 0,1 0-1 0 0,0-1 0 0 0,-1 1 0 0 0,1 0 1 0 0,-1-1-1 0 0,0 0 0 0 0,1 0 1 0 0,-1 0-1 0 0,3-2 0 0 0,5-7 284 0 0,16-20 0 0 0,-26 30-430 0 0,28-35 308 0 0,-1-2 1 0 0,24-48-1 0 0,-50 85-160 0 0,-16 15 139 0 0,5-2-209 0 0,1 0 0 0 0,1 1 0 0 0,0 0 0 0 0,1 0 0 0 0,0 0 0 0 0,-8 27 0 0 0,8-20 24 0 0,2-1-1 0 0,1 1 0 0 0,0 0 1 0 0,-1 32-1 0 0,5-47-152 0 0,0-1 0 0 0,0 1 1 0 0,0-1-1 0 0,0 0 0 0 0,1 1 0 0 0,0-1 0 0 0,0 0 1 0 0,0 0-1 0 0,3 7 0 0 0,-3-9 16 0 0,0-1 0 0 0,0 1 1 0 0,1 0-1 0 0,-1-1 0 0 0,0 1 0 0 0,1-1 0 0 0,-1 0 0 0 0,1 1 1 0 0,-1-1-1 0 0,1 0 0 0 0,0 0 0 0 0,-1 0 0 0 0,1 0 0 0 0,0 0 1 0 0,0 0-1 0 0,0-1 0 0 0,-1 1 0 0 0,1 0 0 0 0,0-1 0 0 0,0 0 1 0 0,0 1-1 0 0,0-1 0 0 0,3 0 0 0 0,2 0-170 0 0,-1-1-1 0 0,1 0 1 0 0,0 0-1 0 0,-1 0 1 0 0,1-1-1 0 0,-1 1 1 0 0,1-2-1 0 0,6-2 1 0 0,3-3-1005 0 0,28-18 1 0 0,-20 7-652 0 0,0 0 1 0 0,-2-1-1 0 0,0-2 0 0 0,22-29 0 0 0,-30 33 468 0 0,-1-1-1 0 0,0-1 1 0 0,-2 0-1 0 0,0-1 1 0 0,-1 0 0 0 0,-1 0-1 0 0,8-31 1 0 0,-11 27 722 0 0,6-39 0 0 0,-10 37 1626 0 0,-2 0 17045 0 0,-8 34-15861 0 0,4 2-1584 0 0,1-1-1 0 0,0 0 1 0 0,1 1-1 0 0,0-1 1 0 0,0 1-1 0 0,0 0 1 0 0,1 12-1 0 0,-3 7-10 0 0,-12 121 305 0 0,15-134-950 0 0,2 0 0 0 0,-1 0 0 0 0,2-1 0 0 0,0 1 0 0 0,1 0 0 0 0,0-1 1 0 0,11 29-1 0 0,-13-40-108 0 0,0 0 1 0 0,1 0-1 0 0,-1 0 1 0 0,1 0-1 0 0,0 0 1 0 0,0 0 0 0 0,0-1-1 0 0,0 1 1 0 0,0-1-1 0 0,1 1 1 0 0,-1-1-1 0 0,1 0 1 0 0,0 0 0 0 0,-1 0-1 0 0,1 0 1 0 0,0 0-1 0 0,0-1 1 0 0,0 1-1 0 0,0-1 1 0 0,1 0-1 0 0,-1 0 1 0 0,0 0 0 0 0,0 0-1 0 0,1-1 1 0 0,-1 1-1 0 0,1-1 1 0 0,-1 0-1 0 0,0 0 1 0 0,1 0-1 0 0,-1 0 1 0 0,0-1 0 0 0,1 1-1 0 0,-1-1 1 0 0,0 0-1 0 0,6-2 1 0 0,8-4-879 0 0,-1 0 1 0 0,0-1-1 0 0,0-1 0 0 0,-1-1 1 0 0,0 0-1 0 0,0-1 1 0 0,-1 0-1 0 0,15-17 1 0 0,-3 1 277 0 0,-2-1 0 0 0,40-61 1 0 0,-29 29 2453 0 0,-31 52-1007 0 0,-1 0-1 0 0,1 0 1 0 0,-2 0-1 0 0,1-1 1 0 0,2-16-1 0 0,-5 24-546 0 0,0 1 0 0 0,0-1 0 0 0,1 1 0 0 0,-1-1 0 0 0,0 0-1 0 0,0 1 1 0 0,0-1 0 0 0,0 1 0 0 0,0-1 0 0 0,0 0 0 0 0,0 1 0 0 0,0-1-1 0 0,0 0 1 0 0,0 1 0 0 0,-1-1 0 0 0,1 1 0 0 0,0-1 0 0 0,0 0 0 0 0,0 1 0 0 0,-1-1-1 0 0,1 1 1 0 0,0-1 0 0 0,-1 1 0 0 0,1-1 0 0 0,0 1 0 0 0,-1-1 0 0 0,1 1-1 0 0,-1-1 1 0 0,1 1 0 0 0,-1 0 0 0 0,1-1 0 0 0,-1 1 0 0 0,1 0 0 0 0,-1-1-1 0 0,1 1 1 0 0,-1 0 0 0 0,0 0 0 0 0,1-1 0 0 0,-1 1 0 0 0,1 0 0 0 0,-1 0 0 0 0,0 0-1 0 0,1 0 1 0 0,-1 0 0 0 0,1 0 0 0 0,-1 0 0 0 0,0 0 0 0 0,1 0 0 0 0,-1 0-1 0 0,0 0 1 0 0,1 0 0 0 0,-1 1 0 0 0,1-1 0 0 0,-1 0 0 0 0,0 1 0 0 0,-5 1 572 0 0,0 0 1 0 0,0 1 0 0 0,0 0 0 0 0,-6 4 0 0 0,10-5-472 0 0,-22 14 1117 0 0,1 0 1 0 0,-34 32-1 0 0,37-29-1073 0 0,1 1-1 0 0,1 1 1 0 0,0 1 0 0 0,2 1 0 0 0,-15 27 0 0 0,27-44-240 0 0,1 1 1 0 0,0 0 0 0 0,0 0-1 0 0,1 0 1 0 0,0 0 0 0 0,0 0-1 0 0,0 0 1 0 0,1 1 0 0 0,0-1-1 0 0,1 1 1 0 0,0 7 0 0 0,0-14-40 0 0,1 1-1 0 0,-1 0 1 0 0,0-1 0 0 0,1 1 0 0 0,-1-1 0 0 0,1 1 0 0 0,0-1 0 0 0,-1 1 0 0 0,1-1 0 0 0,0 1 0 0 0,0-1-1 0 0,0 0 1 0 0,0 1 0 0 0,0-1 0 0 0,1 0 0 0 0,-1 0 0 0 0,0 0 0 0 0,2 2 0 0 0,0-2-52 0 0,-1 0 0 0 0,0 0 1 0 0,1 0-1 0 0,-1-1 1 0 0,1 1-1 0 0,-1 0 0 0 0,1-1 1 0 0,-1 0-1 0 0,1 0 0 0 0,4 0 1 0 0,2 0-126 0 0,-1-1 0 0 0,1-1 0 0 0,-1 0 1 0 0,1 0-1 0 0,14-7 0 0 0,-12 4-58 0 0,-1 0 0 0 0,1-1 0 0 0,-1 0 0 0 0,0-1 0 0 0,-1-1 0 0 0,0 1 1 0 0,0-1-1 0 0,-1-1 0 0 0,13-15 0 0 0,-12 12 134 0 0,0 0 1 0 0,-2-1-1 0 0,1 0 0 0 0,-2 0 1 0 0,0-1-1 0 0,0 1 1 0 0,5-22-1 0 0,-10 20 353 0 0,-5 12 232 0 0,-3 7-167 0 0,5 0-230 0 0,-1-1 0 0 0,1 0 1 0 0,0 1-1 0 0,0 0 0 0 0,0-1 0 0 0,0 1 0 0 0,1 0 1 0 0,0 0-1 0 0,0 0 0 0 0,-1 5 0 0 0,-1 2 51 0 0,2 0-1 0 0,-1 19 0 0 0,2-23-76 0 0,1 1-1 0 0,-1 0 1 0 0,1-1-1 0 0,1 1 1 0 0,-1-1-1 0 0,1 0 1 0 0,1 1 0 0 0,-1-1-1 0 0,5 9 1 0 0,-4-12-39 0 0,-1 0 0 0 0,1 0 0 0 0,0-1 0 0 0,0 1 0 0 0,0 0 0 0 0,0-1 0 0 0,0 0 0 0 0,1 0 0 0 0,0 0 0 0 0,-1 0 0 0 0,1 0 0 0 0,0-1 0 0 0,1 1 0 0 0,-1-1 0 0 0,0-1 0 0 0,6 3 0 0 0,-1-1-76 0 0,0-1 0 0 0,0 0 0 0 0,1-1 1 0 0,-1 0-1 0 0,1 0 0 0 0,0-1 0 0 0,-1 0 0 0 0,1 0 0 0 0,-1-1 0 0 0,1-1 0 0 0,15-4 1 0 0,-13 2-135 0 0,0 0 0 0 0,0-1 0 0 0,-1-1 0 0 0,0 0 0 0 0,0-1 0 0 0,0 0 0 0 0,-1 0 1 0 0,10-10-1 0 0,-2 0 4 0 0,-2-1 1 0 0,0-1 0 0 0,-1 0-1 0 0,-1-1 1 0 0,0 0 0 0 0,-2-1-1 0 0,-1-1 1 0 0,16-40 0 0 0,-13 25 852 0 0,-1-1 0 0 0,-3 0-1 0 0,-1 0 1 0 0,6-58 0 0 0,-15 55 763 0 0,0 40-1271 0 0,0-1 0 0 0,-1 0 0 0 0,1 0-1 0 0,0 1 1 0 0,-1-1 0 0 0,1 0 0 0 0,-1 1-1 0 0,1-1 1 0 0,-1 0 0 0 0,0 1-1 0 0,0-1 1 0 0,1 1 0 0 0,-1-1 0 0 0,0 1-1 0 0,-1 0 1 0 0,1-1 0 0 0,0 1 0 0 0,0 0-1 0 0,-2-2 1 0 0,2 3-65 0 0,0 1 0 0 0,0-1 1 0 0,0 0-1 0 0,0 1 0 0 0,0-1 0 0 0,0 1 0 0 0,0-1 0 0 0,0 1 1 0 0,1-1-1 0 0,-1 1 0 0 0,0 0 0 0 0,0-1 0 0 0,1 1 1 0 0,-1 0-1 0 0,-1 1 0 0 0,2-1 32 0 0,-6 6-15 0 0,1 1 0 0 0,0-1 0 0 0,0 1 0 0 0,1 0-1 0 0,0 0 1 0 0,0 1 0 0 0,1-1 0 0 0,1 1 0 0 0,-3 10 0 0 0,-11 84-44 0 0,15-98-23 0 0,-12 188-402 0 0,7-84-1882 0 0,5-98 1319 0 0,0 1 0 0 0,-5 17 0 0 0,4-24-281 0 0,0 1 1 0 0,0-1 0 0 0,-5 10-1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1 349 7831 0 0,'0'-26'-308'0'0,"0"22"1466"0"0,0-1 1 0 0,1 1-1 0 0,0 0 0 0 0,0 0 0 0 0,0 0 1 0 0,4-7-1 0 0,-4 8-189 0 0,0 0 0 0 0,1 1 0 0 0,0-1 0 0 0,0 1 0 0 0,0-1 0 0 0,0 1 1 0 0,0 0-1 0 0,0-1 0 0 0,5-2 0 0 0,-4 3-552 0 0,0 0 1 0 0,0 1-1 0 0,0-1 1 0 0,0 1 0 0 0,6-2-1 0 0,16-3 204 0 0,-1 1 0 0 0,1 2 0 0 0,0 0 0 0 0,0 2 0 0 0,0 1 0 0 0,49 5 0 0 0,-66-4-592 0 0,1 1 0 0 0,-1 0 0 0 0,1 0 0 0 0,-1 1 1 0 0,0 0-1 0 0,0 0 0 0 0,0 1 0 0 0,0 0 0 0 0,-1 0 1 0 0,1 1-1 0 0,6 6 0 0 0,-9-7-21 0 0,0 1 0 0 0,0 0 1 0 0,0 1-1 0 0,-1-1 0 0 0,0 1 0 0 0,0 0 0 0 0,0 0 1 0 0,-1 0-1 0 0,0 0 0 0 0,0 1 0 0 0,-1-1 0 0 0,0 1 1 0 0,0 0-1 0 0,1 8 0 0 0,0 3-376 0 0,-1 1 0 0 0,-1-1-1 0 0,0 0 1 0 0,-2 1 0 0 0,0-1 0 0 0,-5 25 0 0 0</inkml:trace>
  <inkml:trace contextRef="#ctx0" brushRef="#br0" timeOffset="1">453 18 21799 0 0,'-3'-11'2128'0'0,"2"5"240"0"0,12 6-2288 0 0,3 3-16 0 0,0 2 0 0 0,1 2-1488 0 0,2 2-304 0 0,-1 0-56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91 18631 0 0,'0'0'1684'0'0,"0"8"-1352"0"0,0-5-89 0 0,-1 1-1 0 0,0-1 1 0 0,0 1-1 0 0,0-1 1 0 0,-1 0-1 0 0,1 1 1 0 0,-1-1-1 0 0,0 0 1 0 0,0 0-1 0 0,0 0 1 0 0,-2 3-1 0 0,-31 30 4195 0 0,24-25-3704 0 0,-22 21 645 0 0,-35 36 60 0 0,60-58-1363 0 0,1-1 0 0 0,0 1-1 0 0,0 0 1 0 0,1 1-1 0 0,-8 18 1 0 0,13-27-102 0 0,0-1-1 0 0,1 0 1 0 0,-1 0 0 0 0,1 1-1 0 0,0-1 1 0 0,-1 0 0 0 0,1 0-1 0 0,0 1 1 0 0,0-1-1 0 0,0 1 1 0 0,0-1 0 0 0,0 0-1 0 0,0 1 1 0 0,0-1 0 0 0,0 0-1 0 0,1 1 1 0 0,-1-1 0 0 0,1 0-1 0 0,-1 0 1 0 0,1 1 0 0 0,-1-1-1 0 0,2 2 1 0 0,-1-2-56 0 0,0 0 0 0 0,0 0 0 0 0,1 0 0 0 0,-1-1 0 0 0,0 1 0 0 0,0 0 0 0 0,1 0 0 0 0,-1-1 0 0 0,1 1 0 0 0,-1-1 0 0 0,0 0 0 0 0,1 1 0 0 0,-1-1 0 0 0,1 0 0 0 0,-1 0 0 0 0,1 0 0 0 0,-1 0 0 0 0,1 0 0 0 0,-1 0 0 0 0,3 0 0 0 0,6-2-212 0 0,0 0 1 0 0,-1 0-1 0 0,1-1 0 0 0,-1-1 0 0 0,0 1 1 0 0,1-2-1 0 0,-2 1 0 0 0,1-1 0 0 0,14-10 1 0 0,6-8-327 0 0,32-32 1 0 0,-50 44 420 0 0,-8 9 173 0 0,56-57-316 0 0,-50 49 436 0 0,0-1 1 0 0,0 0-1 0 0,12-23 1 0 0,-2 4 3014 0 0,-20 35-2687 0 0,0 0 0 0 0,0 0 0 0 0,0 0 0 0 0,-1 0 1 0 0,-4 10-1 0 0,-2 8 76 0 0,3-4-397 0 0,2-9 27 0 0,0 0 1 0 0,1 0 0 0 0,-2 19-1 0 0,4-24-104 0 0,0-1 0 0 0,1 1-1 0 0,-1-1 1 0 0,1 1 0 0 0,0-1-1 0 0,0 1 1 0 0,1-1 0 0 0,-1 0-1 0 0,1 1 1 0 0,0-1 0 0 0,0 0 0 0 0,0 0-1 0 0,3 4 1 0 0,-4-7-25 0 0,0 0-1 0 0,0 0 1 0 0,0-1 0 0 0,0 1-1 0 0,-1 0 1 0 0,2 0 0 0 0,-1-1-1 0 0,0 1 1 0 0,0 0 0 0 0,0-1-1 0 0,0 1 1 0 0,0-1 0 0 0,0 0 0 0 0,1 1-1 0 0,-1-1 1 0 0,0 0 0 0 0,0 0-1 0 0,1 0 1 0 0,-1 1 0 0 0,0-1-1 0 0,0 0 1 0 0,1-1 0 0 0,-1 1-1 0 0,0 0 1 0 0,0 0 0 0 0,0-1-1 0 0,2 1 1 0 0,0-1-10 0 0,0 0 0 0 0,0-1 0 0 0,0 1 0 0 0,0 0 1 0 0,0-1-1 0 0,0 0 0 0 0,0 1 0 0 0,3-4 0 0 0,13-16-37 0 0,0 0 0 0 0,-2-2 0 0 0,0 0 0 0 0,15-29 0 0 0,-11 18-11 0 0,28-34 1 0 0,-42 59 57 0 0,26-28-33 0 0,-30 34 31 0 0,1-1 1 0 0,-1 1 0 0 0,1 0-1 0 0,0 1 1 0 0,0-1 0 0 0,1 1-1 0 0,7-4 1 0 0,-1 4 14 0 0,-9 3 4 0 0,0 0 1 0 0,0 0 0 0 0,-1 0 0 0 0,1 1-1 0 0,0-1 1 0 0,-1 0 0 0 0,1 0 0 0 0,-1 1-1 0 0,1-1 1 0 0,-1 1 0 0 0,1 0 0 0 0,-1-1-1 0 0,0 1 1 0 0,0 0 0 0 0,0 0 0 0 0,0 0-1 0 0,1 3 1 0 0,11 37 268 0 0,-12-39-262 0 0,12 75 392 0 0,-10-52-384 0 0,1 1 0 0 0,10 28 0 0 0,-12-47-60 0 0,1-1-1 0 0,0 1 0 0 0,0-1 1 0 0,1 0-1 0 0,0 0 0 0 0,0 0 0 0 0,0-1 1 0 0,1 1-1 0 0,0-1 0 0 0,1 0 1 0 0,8 8-1 0 0,-7-10-252 0 0,-1 0 0 0 0,1 0 1 0 0,0-1-1 0 0,0 0 0 0 0,0 0 0 0 0,0-1 0 0 0,1 1 1 0 0,14 1-1 0 0,-17-3-315 0 0,-1-1 1 0 0,1 0-1 0 0,0 0 1 0 0,0-1-1 0 0,0 1 0 0 0,0-1 1 0 0,8-2-1 0 0,-8 2 36 0 0,18-4-1830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5:2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84 11055 0 0,'3'-5'237'0'0,"0"0"-1"0"0,0 0 1 0 0,-1 0-1 0 0,4-9 1 0 0,-2-2 2676 0 0,-4 16-2587 0 0,0-1-1 0 0,1 1 0 0 0,-1-1 0 0 0,0 1 0 0 0,0-1 1 0 0,0 0-1 0 0,0 1 0 0 0,-1-1 0 0 0,1 1 1 0 0,0-1-1 0 0,0 1 0 0 0,0-1 0 0 0,0 1 1 0 0,0-1-1 0 0,-1 1 0 0 0,1-1 0 0 0,0 1 1 0 0,0-1-1 0 0,-1 1 0 0 0,1 0 0 0 0,0-1 1 0 0,-1 1-1 0 0,0-1 0 0 0,-14-8 4058 0 0,-17 0-616 0 0,17 7-3555 0 0,0 1 0 0 0,0 0 1 0 0,0 2-1 0 0,-16 1 0 0 0,-60 14 387 0 0,83-14-599 0 0,0 0 0 0 0,-1 0 0 0 0,1 1 0 0 0,0 0 0 0 0,1 0 0 0 0,-1 1 0 0 0,-9 6 0 0 0,15-8 0 0 0,0-1 0 0 0,0 1 0 0 0,0 0 0 0 0,0 0 0 0 0,0 0 0 0 0,0 0 0 0 0,1 0 0 0 0,-1 0 0 0 0,1 0 0 0 0,-1 0 0 0 0,1 1 0 0 0,0-1 0 0 0,0 0 0 0 0,0 1 0 0 0,0-1 0 0 0,1 1 0 0 0,-1 0 0 0 0,1-1 0 0 0,-1 1 0 0 0,1-1 0 0 0,0 1 0 0 0,0 0 0 0 0,0-1 0 0 0,0 1 0 0 0,1 0 0 0 0,-1-1 0 0 0,2 4 0 0 0,0 1 0 0 0,0-1 0 0 0,1 1 0 0 0,0-1 0 0 0,0 0 0 0 0,1 0 0 0 0,-1 0 0 0 0,1-1 0 0 0,1 1 0 0 0,-1-1 0 0 0,1 0 0 0 0,0 0 0 0 0,0-1 0 0 0,0 1 0 0 0,1-1 0 0 0,9 6 0 0 0,9 3 0 0 0,1 0 0 0 0,41 14 0 0 0,-33-13 0 0 0,101 48 0 0 0,-117-53 0 0 0,-1 1 0 0 0,0 1 0 0 0,0 0 0 0 0,-1 1 0 0 0,21 22 0 0 0,-31-29 0 0 0,-1 1 0 0 0,0-1 0 0 0,0 1 0 0 0,0 0 0 0 0,-1 0 0 0 0,0 0 0 0 0,0 1 0 0 0,2 8 0 0 0,-4-13 0 0 0,0 0 0 0 0,-1 0 0 0 0,1 0 0 0 0,-1 0 0 0 0,0 0 0 0 0,0 0 0 0 0,0 0 0 0 0,0 0 0 0 0,0 0 0 0 0,0 0 0 0 0,0 0 0 0 0,-1 1 0 0 0,1-1 0 0 0,-1 0 0 0 0,0 0 0 0 0,1 0 0 0 0,-1-1 0 0 0,0 1 0 0 0,0 0 0 0 0,0 0 0 0 0,0 0 0 0 0,-1-1 0 0 0,1 1 0 0 0,0 0 0 0 0,-1-1 0 0 0,1 1 0 0 0,-1-1 0 0 0,0 0 0 0 0,1 1 0 0 0,-4 1 0 0 0,-4 1 0 0 0,-1 0 0 0 0,1 0 0 0 0,-1 0 0 0 0,0-1 0 0 0,0-1 0 0 0,0 0 0 0 0,0 0 0 0 0,-20 0 0 0 0,-7-1 0 0 0,-40-6 0 0 0,57 3 0 0 0,-92-14-2111 0 0,2-9-4806 0 0,76 15-3279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9 214 23671 0 0,'0'0'3104'0'0,"0"1"-2832"0"0,2 2-136 0 0,0 0-1 0 0,-1-1 1 0 0,0 1-1 0 0,1 0 1 0 0,-1 0-1 0 0,0 0 1 0 0,-1 0-1 0 0,1 0 1 0 0,0 5-1 0 0,1 32 785 0 0,-1-32-764 0 0,-12 178 1309 0 0,0-44-634 0 0,11-140-818 0 0,-1 13 43 0 0,1 0-1 0 0,1 0 1 0 0,3 23 0 0 0,-4-38-55 0 0,0 0 0 0 0,0 1-1 0 0,0-1 1 0 0,0 0 0 0 0,0 1 0 0 0,0-1 0 0 0,0 0 0 0 0,0 0 0 0 0,0 1 0 0 0,0-1 0 0 0,0 0 0 0 0,0 1 0 0 0,1-1 0 0 0,-1 0-1 0 0,0 0 1 0 0,0 1 0 0 0,0-1 0 0 0,0 0 0 0 0,1 0 0 0 0,-1 1 0 0 0,0-1 0 0 0,0 0 0 0 0,1 0 0 0 0,-1 0 0 0 0,0 1 0 0 0,0-1 0 0 0,1 0-1 0 0,-1 0 1 0 0,0 0 0 0 0,0 0 0 0 0,1 0 0 0 0,-1 0 0 0 0,0 1 0 0 0,1-1 0 0 0,-1 0 0 0 0,0 0 0 0 0,0 0 0 0 0,1 0 0 0 0,-1 0-1 0 0,0 0 1 0 0,1 0 0 0 0,-1 0 0 0 0,0 0 0 0 0,1 0 0 0 0,-1 0 0 0 0,0-1 0 0 0,0 1 0 0 0,1 0 0 0 0,-1 0 0 0 0,0 0 0 0 0,1 0 0 0 0,-1 0-1 0 0,0-1 1 0 0,0 1 0 0 0,1 0 0 0 0,-1 0 0 0 0,0-1 0 0 0,4-1-3 0 0,0 0 0 0 0,0-1 0 0 0,-1 1 0 0 0,1-1 1 0 0,-1 0-1 0 0,0 0 0 0 0,1 0 0 0 0,-1-1 0 0 0,-1 1 0 0 0,1-1 0 0 0,2-4 0 0 0,5-9-28 0 0,9-21 0 0 0,-13 26 29 0 0,91-203-59 0 0,-95 212 60 0 0,3-10-9 0 0,0 0 0 0 0,1 1 0 0 0,1 0-1 0 0,0 0 1 0 0,1 0 0 0 0,15-18 0 0 0,-22 30 8 0 0,-1-1 0 0 0,0 1 0 0 0,1-1 0 0 0,-1 1 1 0 0,1-1-1 0 0,-1 1 0 0 0,1 0 0 0 0,-1-1 0 0 0,1 1 0 0 0,0 0 0 0 0,-1-1 0 0 0,1 1 0 0 0,-1 0 1 0 0,1 0-1 0 0,0-1 0 0 0,-1 1 0 0 0,1 0 0 0 0,0 0 0 0 0,-1 0 0 0 0,1 0 0 0 0,0 0 0 0 0,-1 0 0 0 0,1 0 1 0 0,0 0-1 0 0,-1 0 0 0 0,1 0 0 0 0,0 1 0 0 0,0-1-3 0 0,0 1 1 0 0,0 0-1 0 0,0 0 0 0 0,-1-1 1 0 0,1 1-1 0 0,0 0 0 0 0,-1 0 1 0 0,1 0-1 0 0,0 0 0 0 0,-1 0 1 0 0,1 0-1 0 0,-1 0 0 0 0,0 0 1 0 0,1 2-1 0 0,1 4-16 0 0,0 0 0 0 0,-1 1 0 0 0,1 10 0 0 0,0 34 29 0 0,0 0 18 0 0,12 69 1 0 0,-13-116-28 0 0,0 1 0 0 0,0-1 0 0 0,1 1 0 0 0,-1-1 0 0 0,1 1 0 0 0,1-1 0 0 0,-1 0 0 0 0,1 0 0 0 0,4 7 0 0 0,-6-12 0 0 0,-1 1 0 0 0,1-1 0 0 0,-1 1-1 0 0,0 0 1 0 0,1-1 0 0 0,-1 1 0 0 0,1-1 0 0 0,-1 0 0 0 0,1 1-1 0 0,0-1 1 0 0,-1 1 0 0 0,1-1 0 0 0,-1 0 0 0 0,1 1 0 0 0,0-1 0 0 0,-1 0-1 0 0,1 0 1 0 0,0 0 0 0 0,-1 0 0 0 0,1 1 0 0 0,0-1 0 0 0,-1 0-1 0 0,1 0 1 0 0,0 0 0 0 0,0 0 0 0 0,-1 0 0 0 0,1-1 0 0 0,0 1 0 0 0,-1 0-1 0 0,1 0 1 0 0,0 0 0 0 0,-1 0 0 0 0,1-1 0 0 0,0 0 0 0 0,1 1-10 0 0,0-1 7 0 0,0 0 0 0 0,0 0 0 0 0,-1 0-1 0 0,1-1 1 0 0,0 1 0 0 0,0 0-1 0 0,-1-1 1 0 0,1 0 0 0 0,-1 1 0 0 0,1-1-1 0 0,2-3 1 0 0,12-25-27 0 0,-10 19 26 0 0,20-43-63 0 0,34-105 0 0 0,-6 12-31 0 0,-31 87 41 0 0,-16 40 24 0 0,0 0 0 0 0,2 1 0 0 0,0 0-1 0 0,1 0 1 0 0,19-26 0 0 0,-29 45 34 0 0,0 0 0 0 0,0-1 0 0 0,1 1 0 0 0,-1 0 0 0 0,0 0 0 0 0,0 0 0 0 0,0-1 1 0 0,0 1-1 0 0,1 0 0 0 0,-1 0 0 0 0,0 0 0 0 0,0 0 0 0 0,0 0 0 0 0,1 0 0 0 0,-1-1 0 0 0,0 1 0 0 0,0 0 0 0 0,1 0 0 0 0,-1 0 0 0 0,0 0 0 0 0,0 0 0 0 0,1 0 1 0 0,-1 0-1 0 0,0 0 0 0 0,0 0 0 0 0,1 0 0 0 0,-1 0 0 0 0,0 0 0 0 0,0 0 0 0 0,1 0 0 0 0,-1 0 0 0 0,0 0 0 0 0,0 0 0 0 0,1 1 0 0 0,-1-1 0 0 0,0 0 0 0 0,0 0 1 0 0,0 0-1 0 0,1 0 0 0 0,-1 0 0 0 0,0 1 0 0 0,0-1 0 0 0,0 0 0 0 0,1 0 0 0 0,-1 0 0 0 0,0 1 0 0 0,0-1 0 0 0,0 0 0 0 0,0 0 0 0 0,0 0 0 0 0,0 1 0 0 0,1-1 1 0 0,-1 0-1 0 0,0 0 0 0 0,0 1 0 0 0,0-1 0 0 0,0 0 0 0 0,0 0 0 0 0,0 1 0 0 0,0-1 0 0 0,0 0 0 0 0,0 0 0 0 0,0 1 0 0 0,0-1 0 0 0,2 12 70 0 0,0 0 0 0 0,-1 0 0 0 0,0 0 0 0 0,-1 0 0 0 0,-1 13 0 0 0,0 4 9 0 0,0 60 85 0 0,0 65-74 0 0,3-125-85 0 0,1-1 1 0 0,1 1-1 0 0,10 35 0 0 0,-14-64-7 0 0,0 1 0 0 0,0-1 0 0 0,0 1 0 0 0,0-1 0 0 0,0 1-1 0 0,0-1 1 0 0,0 0 0 0 0,0 1 0 0 0,0-1 0 0 0,1 1 0 0 0,-1-1 0 0 0,0 1 0 0 0,0-1 0 0 0,0 0 0 0 0,1 1 0 0 0,-1-1 0 0 0,0 0-1 0 0,0 1 1 0 0,1-1 0 0 0,-1 0 0 0 0,0 1 0 0 0,1-1 0 0 0,-1 0 0 0 0,0 0 0 0 0,1 1 0 0 0,-1-1 0 0 0,1 0 0 0 0,-1 0-1 0 0,0 0 1 0 0,1 1 0 0 0,-1-1 0 0 0,1 0 0 0 0,0 0 0 0 0,3-3-22 0 0,-2 0 20 0 0,1 1 1 0 0,0 0-1 0 0,0-1 0 0 0,-1 0 1 0 0,0 0-1 0 0,1 1 0 0 0,-1-1 0 0 0,0-1 1 0 0,2-2-1 0 0,13-34-46 0 0,-8 17 49 0 0,-3 8-24 0 0,12-28-39 0 0,2 2-1 0 0,1 0 1 0 0,30-42 0 0 0,-44 75 52 0 0,-7 8 10 0 0,0 0 0 0 0,0-1 1 0 0,1 1-1 0 0,-1 0 0 0 0,0 0 0 0 0,0 0 0 0 0,0 0 0 0 0,0-1 1 0 0,1 1-1 0 0,-1 0 0 0 0,0 0 0 0 0,0 0 0 0 0,0 0 1 0 0,1 0-1 0 0,-1 0 0 0 0,0 0 0 0 0,0 0 0 0 0,0 0 0 0 0,1 0 1 0 0,-1-1-1 0 0,0 1 0 0 0,0 0 0 0 0,1 0 0 0 0,-1 0 1 0 0,0 0-1 0 0,0 0 0 0 0,0 1 0 0 0,1-1 0 0 0,-1 0 0 0 0,0 0 1 0 0,0 0-1 0 0,0 0 0 0 0,1 0 0 0 0,-1 0 0 0 0,0 0 0 0 0,0 0 1 0 0,0 0-1 0 0,1 1 0 0 0,-1-1 0 0 0,0 0 0 0 0,0 0 1 0 0,0 0-1 0 0,0 0 0 0 0,1 0 0 0 0,-1 1 0 0 0,0-1 0 0 0,0 0 1 0 0,0 0-1 0 0,0 0 0 0 0,0 1 0 0 0,0-1 0 0 0,0 0 1 0 0,0 0-1 0 0,0 0 0 0 0,1 1 0 0 0,-1-1 0 0 0,0 0 0 0 0,0 0 1 0 0,0 1-1 0 0,0-1 0 0 0,0 0 0 0 0,0 0 0 0 0,0 0 1 0 0,-1 1-1 0 0,2 11 7 0 0,-1-1 1 0 0,0 1-1 0 0,-1-1 0 0 0,-3 17 1 0 0,-1 5 30 0 0,2-3 63 0 0,2 42-1 0 0,1-61-95 0 0,1 0 0 0 0,1-1 1 0 0,0 1-1 0 0,0-1 0 0 0,1 1 0 0 0,0-1 0 0 0,7 14 0 0 0,-8-21-4 0 0,-1-1 1 0 0,0 1-1 0 0,1-1 1 0 0,-1 0-1 0 0,1 0 0 0 0,0 1 1 0 0,0-1-1 0 0,0 0 1 0 0,0-1-1 0 0,0 1 0 0 0,0 0 1 0 0,1-1-1 0 0,-1 1 1 0 0,0-1-1 0 0,1 1 1 0 0,3 0-1 0 0,-2-1-6 0 0,0 0 0 0 0,-1 0 0 0 0,1-1-1 0 0,0 1 1 0 0,0-1 0 0 0,0 0 0 0 0,0 0 0 0 0,-1-1 0 0 0,1 1 0 0 0,7-2-1 0 0,-2-1-13 0 0,0 0 0 0 0,0-1 0 0 0,0 0 0 0 0,-1 0-1 0 0,1-1 1 0 0,-1 0 0 0 0,0 0 0 0 0,12-11-1 0 0,-7 2 0 0 0,0 0 1 0 0,-1-1-1 0 0,0 0 0 0 0,-1 0 0 0 0,-1-2 0 0 0,15-29 0 0 0,-9 9 10 0 0,-1-1-1 0 0,11-44 0 0 0,-22 57-41 0 0,-4 24 53 0 0,0 1-1 0 0,0 0 1 0 0,0 0 0 0 0,0 0 0 0 0,0-1 0 0 0,0 1 0 0 0,0 0-1 0 0,0 0 1 0 0,0-1 0 0 0,0 1 0 0 0,0 0 0 0 0,0 0 0 0 0,0 0 0 0 0,0-1-1 0 0,0 1 1 0 0,0 0 0 0 0,0 0 0 0 0,0-1 0 0 0,0 1 0 0 0,-1 0-1 0 0,1 0 1 0 0,0 0 0 0 0,0 0 0 0 0,0-1 0 0 0,0 1 0 0 0,0 0 0 0 0,-1 0-1 0 0,1 0 1 0 0,0 0 0 0 0,0-1 0 0 0,0 1 0 0 0,0 0 0 0 0,-1 0-1 0 0,1 0 1 0 0,0 0 0 0 0,0 0 0 0 0,0 0 0 0 0,-1 0 0 0 0,1 0 0 0 0,0 0-1 0 0,0 0 1 0 0,-1 0 0 0 0,1 0 0 0 0,0 0 0 0 0,0 0 0 0 0,0 0-1 0 0,-1 0 1 0 0,1 0 0 0 0,0 0 0 0 0,0 0 0 0 0,-1 0 0 0 0,1 0 0 0 0,0 0-1 0 0,0 0 1 0 0,0 0 0 0 0,-1 0 0 0 0,1 1 0 0 0,0-1 0 0 0,0 0-1 0 0,0 0 1 0 0,0 0 0 0 0,-1 0 0 0 0,1 0 0 0 0,0 1 0 0 0,0-1 0 0 0,0 0-1 0 0,0 0 1 0 0,-1 1 0 0 0,-2 2 4 0 0,-1 0 1 0 0,1 0-1 0 0,-1 0 0 0 0,1 1 1 0 0,0-1-1 0 0,1 1 0 0 0,-1 0 1 0 0,-2 4-1 0 0,-17 36 28 0 0,19-37-39 0 0,-5 12 15 0 0,0 0 0 0 0,1 1 0 0 0,-6 34 0 0 0,10-41-3 0 0,2 1-1 0 0,-1 0 1 0 0,2-1-1 0 0,0 1 1 0 0,0 0-1 0 0,4 19 1 0 0,-3-30-129 0 0,-1-1-1 0 0,1 1 1 0 0,0-1-1 0 0,0 0 1 0 0,0 0-1 0 0,0 1 1 0 0,0-1-1 0 0,0 0 1 0 0,0 0-1 0 0,1 0 1 0 0,-1 0-1 0 0,1 0 1 0 0,0 0-1 0 0,-1-1 1 0 0,1 1-1 0 0,0 0 1 0 0,0-1 0 0 0,0 1-1 0 0,0-1 1 0 0,0 0-1 0 0,0 0 1 0 0,1 0-1 0 0,-1 0 1 0 0,0 0-1 0 0,1 0 1 0 0,-1-1-1 0 0,0 1 1 0 0,1-1-1 0 0,-1 1 1 0 0,1-1-1 0 0,-1 0 1 0 0,4 0-1 0 0,1-1-321 0 0,0 1 0 0 0,0-1-1 0 0,0 0 1 0 0,0-1 0 0 0,0 0-1 0 0,0 0 1 0 0,-1 0 0 0 0,1-1-1 0 0,-1 0 1 0 0,7-4 0 0 0,-3 1-381 0 0,0-1 0 0 0,-1-1 0 0 0,0 1 0 0 0,0-2 0 0 0,-1 1 1 0 0,0-1-1 0 0,0 0 0 0 0,8-14 0 0 0,-5 3 395 0 0,0 0 0 0 0,-2 0 0 0 0,11-32 1 0 0,-11 24 848 0 0,7-18 1094 0 0,-3 16 8243 0 0,-9 51-6576 0 0,-4-21-2984 0 0,7 70 2097 0 0,14 106-810 0 0,-17-150-1318 0 0,-4-25-46 0 0,12-11-53 0 0,-8 4-56 0 0,0 0 0 0 0,-1 0-1 0 0,0 0 1 0 0,0 0 0 0 0,0 0 0 0 0,-1-1 0 0 0,2-8 0 0 0,3-5-7 0 0,4-12-172 0 0,2 0 1 0 0,1 1-1 0 0,1 1 0 0 0,2 0 1 0 0,41-54-1 0 0,-54 79-198 0 0,0 0 0 0 0,1 0 1 0 0,0 1-1 0 0,6-5 0 0 0,-10 8 135 0 0,0 0-1 0 0,0 0 1 0 0,0 1-1 0 0,0-1 1 0 0,0 0-1 0 0,0 1 1 0 0,0-1-1 0 0,1 1 1 0 0,-1 0 0 0 0,0-1-1 0 0,0 1 1 0 0,0 0-1 0 0,0 0 1 0 0,1 0-1 0 0,-1-1 1 0 0,0 1-1 0 0,0 1 1 0 0,0-1 0 0 0,1 0-1 0 0,-1 0 1 0 0,0 0-1 0 0,0 0 1 0 0,0 1-1 0 0,0-1 1 0 0,0 1-1 0 0,1-1 1 0 0,-1 1-1 0 0,0-1 1 0 0,0 1 0 0 0,1 1-1 0 0,7 6-2213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0 329 6911 0 0,'0'0'315'0'0,"3"9"102"0"0,-3-8-255 0 0,1 0-1 0 0,-1 0 0 0 0,1 0 1 0 0,-1 0-1 0 0,1 0 0 0 0,-1 0 1 0 0,1 0-1 0 0,0-1 0 0 0,-1 1 1 0 0,1 0-1 0 0,0 0 0 0 0,0 0 1 0 0,-1-1-1 0 0,1 1 0 0 0,0 0 1 0 0,0-1-1 0 0,0 1 0 0 0,0-1 1 0 0,0 1-1 0 0,0-1 1 0 0,0 1-1 0 0,0-1 0 0 0,0 0 1 0 0,0 0-1 0 0,0 1 0 0 0,1-1 1 0 0,-1 0-1 0 0,0 0 0 0 0,0 0 1 0 0,0 0-1 0 0,2 0 0 0 0,0 0 1203 0 0,1 0-367 0 0,-1 0 0 0 0,0-1 0 0 0,0 1-1 0 0,0-1 1 0 0,0 1 0 0 0,5-2 0 0 0,19-11 1989 0 0,-12 4-2109 0 0,18-16-1 0 0,-27 21-472 0 0,13-12 174 0 0,1-2 0 0 0,-2 0-1 0 0,31-41 1 0 0,-19 18-145 0 0,24-47-1 0 0,-50 81-392 0 0,-1 1 1 0 0,0-1-1 0 0,0 0 1 0 0,0 0-1 0 0,-1 0 0 0 0,2-11 1 0 0,-3 16 97 0 0,-9 2 121 0 0,6 0-216 0 0,0 0 1 0 0,0 0-1 0 0,-1 0 1 0 0,1 0 0 0 0,0 1-1 0 0,0-1 1 0 0,0 1-1 0 0,0-1 1 0 0,-1 1-1 0 0,-3 1 1 0 0,-3 4 64 0 0,-1 0 1 0 0,1 0 0 0 0,1 0-1 0 0,-1 1 1 0 0,1 1-1 0 0,0-1 1 0 0,-9 13 0 0 0,-4 6-19 0 0,-17 30 1 0 0,32-48-88 0 0,2 0 0 0 0,-1 0 0 0 0,1 1 0 0 0,1-1-1 0 0,0 1 1 0 0,0 0 0 0 0,0 0 0 0 0,1 1 0 0 0,1-1-1 0 0,-2 14 1 0 0,3-18-106 0 0,0-1 0 0 0,0 0 0 0 0,1 1 0 0 0,0-1 0 0 0,-1 1 0 0 0,1-1 0 0 0,1 0 0 0 0,-1 0 0 0 0,1 0 0 0 0,-1 1 0 0 0,1-1 0 0 0,0-1 0 0 0,1 1 0 0 0,-1 0 0 0 0,1 0-1 0 0,-1-1 1 0 0,1 0 0 0 0,0 1 0 0 0,0-1 0 0 0,1 0 0 0 0,-1-1 0 0 0,1 1 0 0 0,-1 0 0 0 0,5 1 0 0 0,0 0-400 0 0,-1-1 0 0 0,1 0 0 0 0,0-1 0 0 0,0 0 0 0 0,0 0 1 0 0,0 0-1 0 0,16 0 0 0 0,59-3-3697 0 0,-59-1 3489 0 0,36 0-1703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7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10591 0 0,'2'0'10782'0'0,"4"1"-10027"0"0,0 0 1 0 0,-1 1 0 0 0,1 0 0 0 0,0 0 0 0 0,-1 0 0 0 0,0 0 0 0 0,1 1 0 0 0,-1 0 0 0 0,0 0 0 0 0,7 7 0 0 0,-4-4-370 0 0,-1 1 0 0 0,0 1 1 0 0,-1-1-1 0 0,1 1 0 0 0,8 15 0 0 0,-3 0-313 0 0,0 1-1 0 0,-2 0 0 0 0,14 50 0 0 0,-17-44-20 0 0,-1 0 1 0 0,-2 0-1 0 0,-1 1 1 0 0,-1-1 0 0 0,-2 1-1 0 0,-1-1 1 0 0,-1 1-1 0 0,-9 37 1 0 0,10-58-53 0 0,-2-1 0 0 0,0 1 0 0 0,0-1 0 0 0,0 0 0 0 0,-1 0 0 0 0,-1 0 0 0 0,1 0 0 0 0,-12 14 0 0 0,13-19 0 0 0,0 0 0 0 0,0-1 0 0 0,0 0 0 0 0,-1 1 0 0 0,1-1 0 0 0,-1 0 0 0 0,0-1 0 0 0,0 1 0 0 0,0-1 0 0 0,0 0 0 0 0,0 0 0 0 0,-1 0 0 0 0,1 0 0 0 0,0-1 0 0 0,-1 0 0 0 0,0 0 0 0 0,1 0 0 0 0,-1 0 0 0 0,1-1 0 0 0,-8 0 0 0 0,10 0 0 0 0,0 0 0 0 0,-1 0 0 0 0,1 0 0 0 0,0-1 0 0 0,0 1 0 0 0,-1-1 0 0 0,1 1 0 0 0,0-1 0 0 0,0 0 0 0 0,0 0 0 0 0,0 0 0 0 0,0 0 0 0 0,0-1 0 0 0,0 1 0 0 0,0 0 0 0 0,0-1 0 0 0,1 1 0 0 0,-3-3 0 0 0,3 2 0 0 0,-1-1 0 0 0,1 1 0 0 0,0-1 0 0 0,-1 1 0 0 0,1-1 0 0 0,0 0 0 0 0,1 0 0 0 0,-1 1 0 0 0,0-1 0 0 0,1 0 0 0 0,0 0 0 0 0,-1-5 0 0 0,2-1 0 0 0,0 0 0 0 0,0 0 0 0 0,0-1 0 0 0,1 1 0 0 0,1 0 0 0 0,0 0 0 0 0,7-15 0 0 0,2 1 0 0 0,1 0 0 0 0,1 1 0 0 0,27-33 0 0 0,60-55 0 0 0,-55 61 0 0 0,96-94-975 0 0,-113 116 588 0 0,2 2-1 0 0,0 2 0 0 0,39-22 1 0 0,-45 31-776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39 104 21191 0 0,'0'0'2213'0'0,"8"0"-1818"0"0,-2 0 1152 0 0,0-1 0 0 0,0 0-1 0 0,10-2 1 0 0,35-15 877 0 0,-5 2-2079 0 0,205-47-1164 0 0,-245 62 796 0 0</inkml:trace>
  <inkml:trace contextRef="#ctx0" brushRef="#br0" timeOffset="1">11 246 11055 0 0,'0'0'852'0'0,"-11"25"11769"0"0,12-23-11885 0 0,11 4 3196 0 0,-2-3-3937 0 0,1 1 466 0 0,0-1 1 0 0,1 0-1 0 0,-1-1 1 0 0,1 0-1 0 0,22 0 0 0 0,59-7-237 0 0,-65 2-64 0 0,103-10-358 0 0,-75 1-8460 0 0,-21 3-1430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400 128 7831 0 0,'4'-26'-1428'0'0,"-3"18"3265"0"0,1-1 1 0 0,-2 1-1 0 0,1-1 1 0 0,-2-16-1 0 0,1 23-1340 0 0,0 0-1 0 0,-1 0 0 0 0,1 0 0 0 0,-1 0 0 0 0,1 0 0 0 0,-1 1 1 0 0,0-1-1 0 0,0 0 0 0 0,0 0 0 0 0,0 0 0 0 0,0 1 1 0 0,0-1-1 0 0,-1 1 0 0 0,1-1 0 0 0,0 1 0 0 0,-1-1 0 0 0,1 1 1 0 0,-1 0-1 0 0,0 0 0 0 0,1-1 0 0 0,-1 1 0 0 0,0 0 1 0 0,0 1-1 0 0,1-1 0 0 0,-5-1 0 0 0,2 1-299 0 0,-1 0-1 0 0,1 1 1 0 0,0 0-1 0 0,-1 0 1 0 0,1 0-1 0 0,-1 0 1 0 0,1 0-1 0 0,-1 1 1 0 0,1 0-1 0 0,0 0 1 0 0,0 0-1 0 0,-5 2 1 0 0,-8 4 208 0 0,-25 13-1 0 0,18-6-317 0 0,0 0 0 0 0,1 1 0 0 0,1 2 0 0 0,0 0 0 0 0,-23 25 0 0 0,35-32-57 0 0,1 0 0 0 0,0 0 0 0 0,1 1 0 0 0,0 0 0 0 0,1 1 0 0 0,0 0 0 0 0,1 0 0 0 0,1 0 0 0 0,-1 1 0 0 0,2 0 0 0 0,0 0 0 0 0,-4 23 0 0 0,7-29-45 0 0,1 1 1 0 0,0 0-1 0 0,0 0 0 0 0,0-1 1 0 0,1 1-1 0 0,1 0 1 0 0,-1-1-1 0 0,1 1 0 0 0,0-1 1 0 0,1 0-1 0 0,0 1 0 0 0,0-1 1 0 0,0 0-1 0 0,1-1 1 0 0,0 1-1 0 0,6 7 0 0 0,-7-10 5 0 0,1 0-1 0 0,0-1 0 0 0,-1 1 0 0 0,1-1 1 0 0,1 1-1 0 0,-1-1 0 0 0,0 0 0 0 0,1-1 1 0 0,-1 1-1 0 0,1-1 0 0 0,0 0 0 0 0,0 0 1 0 0,0-1-1 0 0,0 1 0 0 0,0-1 0 0 0,0 0 1 0 0,0 0-1 0 0,0-1 0 0 0,1 0 0 0 0,-1 1 1 0 0,0-2-1 0 0,0 1 0 0 0,0-1 0 0 0,9-2 1 0 0,-5 1-4 0 0,-1-1 0 0 0,1 0 1 0 0,-1-1-1 0 0,0 0 0 0 0,0 0 0 0 0,0-1 1 0 0,-1 0-1 0 0,0 0 0 0 0,11-11 1 0 0,4-6 35 0 0,28-35 1 0 0,-17 17 218 0 0,-33 40-239 0 0,0 0-1 0 0,0-1 1 0 0,1 1 0 0 0,-1 0-1 0 0,0 0 1 0 0,0 0-1 0 0,0 0 1 0 0,0 0 0 0 0,0 0-1 0 0,0 0 1 0 0,1 0 0 0 0,-1 0-1 0 0,0-1 1 0 0,0 1 0 0 0,0 0-1 0 0,0 0 1 0 0,0 0-1 0 0,1 0 1 0 0,-1 0 0 0 0,0 0-1 0 0,0 0 1 0 0,0 0 0 0 0,0 0-1 0 0,1 0 1 0 0,-1 0 0 0 0,0 0-1 0 0,0 0 1 0 0,0 0-1 0 0,0 0 1 0 0,0 0 0 0 0,1 1-1 0 0,-1-1 1 0 0,0 0 0 0 0,0 0-1 0 0,0 0 1 0 0,0 0 0 0 0,0 0-1 0 0,1 0 1 0 0,-1 0-1 0 0,0 0 1 0 0,0 1 0 0 0,0-1-1 0 0,0 0 1 0 0,0 0 0 0 0,0 0-1 0 0,0 0 1 0 0,0 0 0 0 0,0 0-1 0 0,0 1 1 0 0,1-1-1 0 0,-1 0 1 0 0,0 0 0 0 0,4 16 121 0 0,1 17 35 0 0,-3-3-172 0 0,1 12-68 0 0,2 0 0 0 0,11 51 0 0 0,-15-89 74 0 0,5 11 4 0 0,-5-14 6 0 0,-1-1-1 0 0,0 1 1 0 0,0-1 0 0 0,1 1-1 0 0,-1-1 1 0 0,0 0-1 0 0,0 1 1 0 0,1-1 0 0 0,-1 0-1 0 0,1 1 1 0 0,-1-1 0 0 0,0 0-1 0 0,1 1 1 0 0,-1-1 0 0 0,1 0-1 0 0,-1 0 1 0 0,0 1-1 0 0,1-1 1 0 0,-1 0 0 0 0,1 0-1 0 0,-1 0 1 0 0,1 0 0 0 0,-1 0-1 0 0,1 0 1 0 0,0 0 0 0 0,1 0 7 0 0,-1 0 0 0 0,0 0 1 0 0,1-1-1 0 0,-1 1 0 0 0,0 0 1 0 0,0-1-1 0 0,1 1 0 0 0,-1-1 1 0 0,2-1-1 0 0,1-1 14 0 0,0 0-1 0 0,-1 0 1 0 0,1 0 0 0 0,-1 0-1 0 0,4-5 1 0 0,9-17-23 0 0,0-1 0 0 0,-1 0 0 0 0,13-35 0 0 0,-20 43 0 0 0,81-174 0 0 0,-72 150-590 0 0,7-13-1337 0 0,-17 45-108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8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325 194 5983 0 0,'17'-51'1400'0'0,"-6"16"5439"0"0,-4 10 338 0 0,-3-6-3428 0 0,-4 29-3586 0 0,0 0 0 0 0,0 0 0 0 0,1 0 0 0 0,-2-1 0 0 0,1 1 0 0 0,0 0 0 0 0,0 0 0 0 0,-1 0 0 0 0,1 0 0 0 0,-1 0 0 0 0,0 0 0 0 0,1 0 0 0 0,-1 0 0 0 0,0 0 0 0 0,0 0 0 0 0,0 1 0 0 0,-1-1 0 0 0,1 0 0 0 0,0 0 0 0 0,-1 1 0 0 0,1-1 0 0 0,-1 1 0 0 0,1 0 0 0 0,-3-2 0 0 0,1 2-76 0 0,1 0 0 0 0,0 1 0 0 0,0-1 0 0 0,0 1 0 0 0,-1-1-1 0 0,1 1 1 0 0,0 0 0 0 0,-1 0 0 0 0,1 0 0 0 0,0 1 0 0 0,0-1 0 0 0,-1 0 0 0 0,1 1 0 0 0,0-1-1 0 0,0 1 1 0 0,0 0 0 0 0,0 0 0 0 0,-3 1 0 0 0,-6 4 96 0 0,1 0 0 0 0,-12 9 0 0 0,15-10-72 0 0,-13 10 63 0 0,1 0 0 0 0,1 1 0 0 0,-20 23 1 0 0,-42 62-55 0 0,70-87-128 0 0,1 1 1 0 0,0 0-1 0 0,1 0 0 0 0,0 1 1 0 0,1 0-1 0 0,-5 21 0 0 0,9-29-6 0 0,1 1 0 0 0,1-1 0 0 0,-1 1 0 0 0,1 0 0 0 0,1-1 0 0 0,0 1 0 0 0,0 0 0 0 0,0-1 0 0 0,1 1 0 0 0,1-1 0 0 0,-1 1 0 0 0,1-1 0 0 0,1 1 0 0 0,4 11 0 0 0,-5-17-23 0 0,0 1 0 0 0,0-1 0 0 0,0 1-1 0 0,1-1 1 0 0,-1 0 0 0 0,1 0 0 0 0,-1 0 0 0 0,1 0 0 0 0,0-1-1 0 0,0 1 1 0 0,0-1 0 0 0,1 0 0 0 0,-1 1 0 0 0,7 2 0 0 0,-4-3 8 0 0,-1-1 1 0 0,1 1 0 0 0,-1-1 0 0 0,1 0 0 0 0,0 0 0 0 0,0 0 0 0 0,0-1-1 0 0,-1 0 1 0 0,8-1 0 0 0,2-1-37 0 0,-1-1 0 0 0,0 0 0 0 0,-1-1 0 0 0,1 0-1 0 0,-1-1 1 0 0,0-1 0 0 0,18-10 0 0 0,84-61-285 0 0,-12 6 339 0 0,-102 71 281 0 0,-2 9 173 0 0,-24 63 381 0 0,-22 83-140 0 0,26-57-686 0 0,12-51 5 0 0,-28 87 0 0 0,34-128-4 0 0,3-4 1 0 0,0 0-1 0 0,-1 0 0 0 0,0 0 0 0 0,1-1 1 0 0,-1 1-1 0 0,0 0 0 0 0,0 0 1 0 0,0-1-1 0 0,0 1 0 0 0,0-1 0 0 0,-1 1 1 0 0,1-1-1 0 0,-3 3 0 0 0,4-4-8 0 0,-1 0 1 0 0,1 0-1 0 0,0 0 0 0 0,-1 0 0 0 0,1 1 0 0 0,-1-1 0 0 0,1 0 0 0 0,-1 0 0 0 0,1 0 1 0 0,-1 0-1 0 0,1 0 0 0 0,-1 0 0 0 0,1 0 0 0 0,-1 0 0 0 0,1-1 0 0 0,-1 1 0 0 0,1 0 0 0 0,-1 0 1 0 0,1 0-1 0 0,0 0 0 0 0,-1-1 0 0 0,1 1 0 0 0,-1 0 0 0 0,1 0 0 0 0,0-1 0 0 0,-1 1 1 0 0,1 0-1 0 0,0-1 0 0 0,-1 1 0 0 0,1 0 0 0 0,0-1 0 0 0,-1 1 0 0 0,1-1 0 0 0,0 1 0 0 0,-1-1 1 0 0,1 1 2 0 0,-2-4-128 0 0,1 1 0 0 0,-1 0 0 0 0,1-1 0 0 0,0 0 0 0 0,0 1 0 0 0,0-1 0 0 0,0 0 0 0 0,1 1 0 0 0,-1-1 0 0 0,1 0 0 0 0,0-6 0 0 0,2-7-1065 0 0,3-22 0 0 0,-2 18 233 0 0,43-259-4091 0 0,-45 273 4945 0 0,0-4 756 0 0,1 1 0 0 0,0-1 0 0 0,6-14 0 0 0,-7 22-388 0 0,0 1 0 0 0,0-1 0 0 0,0 1 0 0 0,0-1 0 0 0,1 1 0 0 0,-1 0 0 0 0,1 0 0 0 0,0-1 0 0 0,-1 1 0 0 0,1 0 0 0 0,0 1 0 0 0,0-1 0 0 0,1 0 0 0 0,-1 0 0 0 0,0 1 0 0 0,0 0 0 0 0,1-1 0 0 0,4-1 0 0 0,9-1 20 0 0,0 0 1 0 0,0 1 0 0 0,0 0-1 0 0,1 1 1 0 0,22 1-1 0 0,-6 2-178 0 0,55 10-1 0 0,-84-11-71 0 0,0 1 0 0 0,-1 0 0 0 0,1-1 0 0 0,-1 2 0 0 0,1-1 0 0 0,-1 0-1 0 0,0 1 1 0 0,1-1 0 0 0,-1 1 0 0 0,0 0 0 0 0,0 0 0 0 0,4 4 0 0 0,-5-4-11 0 0,-1-1 0 0 0,0 1 0 0 0,0-1 0 0 0,0 1 0 0 0,0 0 0 0 0,-1 0 0 0 0,1-1 0 0 0,0 1 0 0 0,-1 0 0 0 0,1 0 0 0 0,-1 0 0 0 0,0-1 0 0 0,1 1 0 0 0,-1 0 0 0 0,0 0 0 0 0,0 0 0 0 0,0 0 0 0 0,0 0 0 0 0,-1 0 0 0 0,1 0 0 0 0,0-1 0 0 0,-1 1 0 0 0,1 0 0 0 0,-1 0 0 0 0,-1 3 0 0 0,-2 2 41 0 0,1 0-1 0 0,-1 0 1 0 0,0 0 0 0 0,-1 0-1 0 0,0-1 1 0 0,0 1 0 0 0,0-1-1 0 0,0-1 1 0 0,-1 1 0 0 0,0-1-1 0 0,-1 0 1 0 0,-7 5 0 0 0,4-4-626 0 0,-1 0 1 0 0,0-1 0 0 0,0 0 0 0 0,-1-1-1 0 0,1 0 1 0 0,-1-1 0 0 0,-15 3-1 0 0,19-5-1119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79 25167 0 0,'-16'-2'1419'0'0,"-23"-7"1283"0"0,40 8-1958 0 0,16-4-164 0 0,0 1 0 0 0,0 1 0 0 0,27-1 0 0 0,-10 0-350 0 0,298-24-141 0 0,3 19-9 0 0,-144 4-64 0 0,34 1-680 0 0,-224 4 257 0 0,-1 1 129 0 0,-1 0 0 0 0,1 0 0 0 0,-1 0 1 0 0,0 0-1 0 0,1 0 0 0 0,-1 0 0 0 0,0 0 0 0 0,0 0 0 0 0,0 0 0 0 0,1-1 0 0 0,-1 1 0 0 0,0 0 0 0 0,0 0 0 0 0,0-1 0 0 0,-2 1 0 0 0,1 1-887 0 0,-15 8-8440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2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28799 0 0,'0'0'661'0'0,"0"-1"-562"0"0,0 1 0 0 0,0 0 0 0 0,0 0 0 0 0,0 0 0 0 0,-1-1 0 0 0,1 1 0 0 0,0 0-1 0 0,0 0 1 0 0,0 0 0 0 0,0-1 0 0 0,0 1 0 0 0,0 0 0 0 0,0 0 0 0 0,0-1 0 0 0,0 1-1 0 0,0 0 1 0 0,0 0 0 0 0,0-1 0 0 0,0 1 0 0 0,0 0 0 0 0,0 0 0 0 0,0-1 0 0 0,0 1-1 0 0,0-1 1 0 0,6-2-34 0 0,0-1 0 0 0,1 1-1 0 0,-1 0 1 0 0,1 0 0 0 0,-1 1-1 0 0,1-1 1 0 0,0 2 0 0 0,0-1-1 0 0,0 1 1 0 0,0 0 0 0 0,13 0-1 0 0,170 3-194 0 0,-189-2-432 0 0,1 0-171 0 0,5 1-1177 0 0,2 2-5433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30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16127 0 0,'0'0'1460'0'0,"2"0"-1204"0"0,45-10 8269 0 0,2 5-4134 0 0,52 3-2650 0 0,-39 1-1562 0 0,63 4-184 0 0,-83-1-545 0 0,-21-1-1859 0 0,0 0-8275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6 14743 0 0,'0'0'672'0'0,"-6"-3"230"0"0,0 1-458 0 0,5 2 324 0 0,0 1 0 0 0,0 0 0 0 0,-1 0 0 0 0,1 0 1 0 0,0-1-1 0 0,0 1 0 0 0,0 0 0 0 0,0 0 1 0 0,-2 3 455 0 0,1-1-503 0 0,0-1 0 0 0,0 1 0 0 0,0 0 0 0 0,1 0 0 0 0,-3 5 0 0 0,-8 33 307 0 0,6-19-570 0 0,-13 36-10 0 0,0 1-331 0 0,-24 120-1 0 0,41-161-368 0 0,2-10-247 0 0,-2 1 0 0 0,1-1-1 0 0,-4 14 1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29 11519 0 0,'1'-2'173'0'0,"0"2"-115"0"0,-1-1-1 0 0,1 1 0 0 0,-1-1 1 0 0,0 1-1 0 0,1-1 0 0 0,-1 1 0 0 0,0-1 1 0 0,0 1-1 0 0,1-1 0 0 0,-1 0 1 0 0,0 1-1 0 0,0-1 0 0 0,0 1 0 0 0,-3-9 6802 0 0,-10 12-3080 0 0,4 3-2854 0 0,2-1-1 0 0,-1 1 0 0 0,1 0 0 0 0,-1 1 1 0 0,2-1-1 0 0,-1 2 0 0 0,-7 10 0 0 0,0 1-227 0 0,-20 39-1 0 0,30-51-630 0 0,0 1 0 0 0,1 0 1 0 0,0 0-1 0 0,1-1 0 0 0,0 2 0 0 0,0-1 0 0 0,-2 14 0 0 0,4-19-65 0 0,0-1 0 0 0,0 0-1 0 0,0 0 1 0 0,0 0 0 0 0,1 0-1 0 0,-1 0 1 0 0,1 0 0 0 0,-1 0-1 0 0,1 0 1 0 0,-1 0 0 0 0,1 0-1 0 0,0 0 1 0 0,0 0 0 0 0,0 0-1 0 0,0 0 1 0 0,1-1 0 0 0,-1 1-1 0 0,0 0 1 0 0,1-1 0 0 0,-1 1-1 0 0,1-1 1 0 0,-1 0 0 0 0,1 1-1 0 0,0-1 1 0 0,-1 0 0 0 0,1 0-1 0 0,0 0 1 0 0,0 0 0 0 0,0 0-1 0 0,0 0 1 0 0,0-1 0 0 0,0 1-1 0 0,0-1 1 0 0,0 1 0 0 0,3-1-1 0 0,4 1-62 0 0,0 0 1 0 0,0-1-1 0 0,0 0 0 0 0,-1-1 0 0 0,1 0 0 0 0,0 0 0 0 0,0-1 0 0 0,-1 0 0 0 0,1 0 0 0 0,10-6 0 0 0,-12 6 23 0 0,0-2 0 0 0,0 1-1 0 0,0-1 1 0 0,-1 0-1 0 0,1-1 1 0 0,-1 1 0 0 0,0-1-1 0 0,-1 0 1 0 0,1-1-1 0 0,-1 1 1 0 0,0-1-1 0 0,5-8 1 0 0,-6 6 35 0 0,1 0-1 0 0,-1 0 1 0 0,-1 0-1 0 0,0 0 1 0 0,0-1-1 0 0,0 1 1 0 0,-1-1 0 0 0,-1 0-1 0 0,2-10 1 0 0,-3 15-6 0 0,0 0 0 0 0,0 0 1 0 0,0-1-1 0 0,-1 1 1 0 0,1 0-1 0 0,-1 0 0 0 0,0 0 1 0 0,0 0-1 0 0,0 0 0 0 0,-1 0 1 0 0,0 1-1 0 0,1-1 1 0 0,-1 0-1 0 0,-1 1 0 0 0,1-1 1 0 0,0 1-1 0 0,-1 0 0 0 0,0 0 1 0 0,1 0-1 0 0,-1 0 1 0 0,-7-5-1 0 0,4 4-333 0 0,0 0 1 0 0,0 0-1 0 0,-8-3 0 0 0,13 7-303 0 0,-4-2-933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6 20671 0 0,'0'0'1877'0'0,"-1"1"-1334"0"0,-65 65 6827 0 0,-26 41-5584 0 0,87-99-1746 0 0,-1-1 0 0 0,1 1 0 0 0,1 1 0 0 0,-1-1 0 0 0,2 0 0 0 0,-1 1 0 0 0,1 0 0 0 0,0 0 0 0 0,1 0 0 0 0,0 0 0 0 0,0 1 0 0 0,0 16 0 0 0,2-25-40 0 0,0 1-1 0 0,0-1 1 0 0,1 0 0 0 0,-1 0-1 0 0,0 0 1 0 0,1 0 0 0 0,-1 0-1 0 0,0 0 1 0 0,1 0 0 0 0,-1 0-1 0 0,1 0 1 0 0,0 0 0 0 0,-1 0-1 0 0,1 0 1 0 0,0 0 0 0 0,0 0-1 0 0,-1-1 1 0 0,1 1 0 0 0,1 1-1 0 0,1-1-1 0 0,-1 0 0 0 0,0 0 0 0 0,0 0 0 0 0,1 0 0 0 0,-1 0 0 0 0,0 0 0 0 0,1-1 0 0 0,3 1 0 0 0,4 0-15 0 0,-1-1 1 0 0,0 0 0 0 0,16-2-1 0 0,-9 0-26 0 0,-1-1-1 0 0,0-1 0 0 0,-1 0 1 0 0,1-1-1 0 0,0 0 0 0 0,-1-1 0 0 0,0-1 1 0 0,-1 0-1 0 0,14-10 0 0 0,-18 11 40 0 0,-1-1-1 0 0,1 1 1 0 0,-2-2-1 0 0,1 1 0 0 0,-1-1 1 0 0,0 0-1 0 0,0-1 1 0 0,-1 1-1 0 0,0-1 0 0 0,-1-1 1 0 0,0 1-1 0 0,-1-1 1 0 0,7-19-1 0 0,-10 24 17 0 0,0 0 1 0 0,0 0-1 0 0,-1 0 0 0 0,0 0 1 0 0,0 1-1 0 0,0-1 0 0 0,0 0 0 0 0,-1 0 1 0 0,0 0-1 0 0,0 0 0 0 0,0 1 1 0 0,-1-1-1 0 0,0 1 0 0 0,1-1 1 0 0,-2 1-1 0 0,1-1 0 0 0,0 1 1 0 0,-1 0-1 0 0,0 0 0 0 0,0 0 1 0 0,-6-6-1 0 0,5 7-212 0 0,0-1 0 0 0,0 1 1 0 0,0-1-1 0 0,0 1 0 0 0,-1 1 1 0 0,1-1-1 0 0,-1 0 0 0 0,-9-2 1 0 0,10 3-367 0 0,-1 1 0 0 0,1 0 1 0 0,0 1-1 0 0,0-1 0 0 0,-1 1 1 0 0,1-1-1 0 0,0 1 0 0 0,-1 1 1 0 0,1-1-1 0 0,0 1 0 0 0,-6 1 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7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51 19375 0 0,'0'0'892'0'0,"3"-9"286"0"0,-2 7-920 0 0,-1 0 0 0 0,1 0 0 0 0,0-1 1 0 0,-1 1-1 0 0,0 0 0 0 0,1-1 1 0 0,-1 1-1 0 0,0 0 0 0 0,0 0 1 0 0,-1-5-1 0 0,1 6-102 0 0,-1 0 1 0 0,1 0-1 0 0,0 1 1 0 0,-1-1-1 0 0,1 0 0 0 0,-1 1 1 0 0,1-1-1 0 0,-1 1 0 0 0,1-1 1 0 0,-1 0-1 0 0,0 1 1 0 0,1-1-1 0 0,-1 1 0 0 0,0 0 1 0 0,1-1-1 0 0,-1 1 0 0 0,0-1 1 0 0,1 1-1 0 0,-1 0 0 0 0,0 0 1 0 0,0-1-1 0 0,0 1 1 0 0,1 0-1 0 0,-1 0 0 0 0,0 0 1 0 0,0 0-1 0 0,0 0 0 0 0,1 0 1 0 0,-1 0-1 0 0,0 0 1 0 0,0 0-1 0 0,0 0 0 0 0,1 1 1 0 0,-2-1-1 0 0,-5 2 87 0 0,1-1 0 0 0,0 1-1 0 0,0 1 1 0 0,0-1 0 0 0,0 1 0 0 0,0 0 0 0 0,1 0-1 0 0,-1 1 1 0 0,-5 4 0 0 0,-7 7-42 0 0,-18 20-1 0 0,34-34-174 0 0,-8 10-5 0 0,1-1 1 0 0,0 1-1 0 0,0 1 1 0 0,-11 21-1 0 0,17-28-18 0 0,0 0 0 0 0,1 0 0 0 0,0 1 1 0 0,0-1-1 0 0,0 0 0 0 0,1 1 0 0 0,-1-1 0 0 0,1 1 0 0 0,1 0 0 0 0,-1-1 0 0 0,1 1 0 0 0,0 0 0 0 0,0 0 0 0 0,2 8 0 0 0,-1-12-3 0 0,-1 0 0 0 0,1 0 0 0 0,0 0 0 0 0,0 0 0 0 0,0 0 0 0 0,0 0 0 0 0,0 0 0 0 0,0-1 0 0 0,0 1 0 0 0,1 0 0 0 0,-1-1 0 0 0,0 1 0 0 0,1-1 0 0 0,0 1 0 0 0,-1-1 0 0 0,3 1 0 0 0,-1 0 0 0 0,0 0 0 0 0,1-1 0 0 0,-1 0 0 0 0,0 0 0 0 0,1 0 0 0 0,-1 0 0 0 0,1 0 0 0 0,6 0 0 0 0,2-1 0 0 0,-1-1 0 0 0,1 0 0 0 0,-1 0 0 0 0,22-6 0 0 0,-20 3-30 0 0,0 0 1 0 0,0-1-1 0 0,-1-1 0 0 0,1 0 1 0 0,-1-1-1 0 0,-1 0 0 0 0,1-1 1 0 0,-1 0-1 0 0,0 0 1 0 0,-1-1-1 0 0,0-1 0 0 0,-1 0 1 0 0,0 0-1 0 0,0-1 0 0 0,-1 0 1 0 0,13-24-1 0 0,-19 31 2 0 0,0 1 0 0 0,-1-1 0 0 0,0 0 0 0 0,1 0 0 0 0,-1 0 0 0 0,0 0 0 0 0,-1 0 0 0 0,1 0 0 0 0,-1 0 0 0 0,0 0 0 0 0,0-8 0 0 0,-1 9-60 0 0,1 0 0 0 0,-1 1 0 0 0,1-1 0 0 0,-1 0 0 0 0,0 0 0 0 0,0 1 0 0 0,0-1 0 0 0,-1 1 0 0 0,1-1 0 0 0,0 1 0 0 0,-1-1 0 0 0,0 1 0 0 0,1 0 0 0 0,-1-1 0 0 0,0 1 0 0 0,-4-3 0 0 0,-12-7-3757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28303 0 0,'0'0'3032'0'0,"2"-1"-2939"0"0,10-4 58 0 0,0 2-1 0 0,0-1 0 0 0,0 1 0 0 0,18-1 0 0 0,55-2 231 0 0,-44 4-302 0 0,619-16-3 0 0,1 31-29 0 0,-401-7-42 0 0,-247-6-4 0 0,13 1-21 0 0,-1-1 0 0 0,51-8 0 0 0,-75 8-285 0 0,-25-8-2675 0 0,12 6 1132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50 18431 0 0,'-7'-3'1916'0'0,"-6"-3"-1391"0"0,1-2 6235 0 0,12 8-6598 0 0,0 0 0 0 0,-1-1 810 0 0,0 0-810 0 0,1 1 0 0 0,0 0 0 0 0,0 0 0 0 0,0 0 0 0 0,0-1 0 0 0,0 1 0 0 0,0 0 0 0 0,0 0 0 0 0,-1-1 0 0 0,1 1 0 0 0,0 0 0 0 0,0 0 0 0 0,0 0 0 0 0,0-1 0 0 0,0 1 0 0 0,0 0 0 0 0,0 0 0 0 0,0-1 0 0 0,0 1 0 0 0,0-1 0 0 0,8-3-137 0 0,-1 1 1 0 0,1-1 0 0 0,0 1-1 0 0,-1 0 1 0 0,1 1 0 0 0,0 0-1 0 0,1 0 1 0 0,-1 1 0 0 0,16-1-1 0 0,4 2 66 0 0,45 5-1 0 0,-61-4-98 0 0,-1 1 0 0 0,1 0 0 0 0,-1 1 0 0 0,0 0 0 0 0,0 0 0 0 0,20 11 0 0 0,-27-12 4 0 0,0 0-1 0 0,0 1 1 0 0,0 0-1 0 0,0 0 1 0 0,-1 0 0 0 0,1 0-1 0 0,-1 1 1 0 0,0-1-1 0 0,0 1 1 0 0,0 0 0 0 0,0 0-1 0 0,-1 0 1 0 0,0 0-1 0 0,1 0 1 0 0,-1 1 0 0 0,-1-1-1 0 0,1 1 1 0 0,-1-1-1 0 0,1 6 1 0 0,0 5 11 0 0,0 0 0 0 0,-2 1 0 0 0,0-1-1 0 0,0 0 1 0 0,-2 0 0 0 0,0 0 0 0 0,-5 21 0 0 0,-37 101 82 0 0,43-135-89 0 0,-12 30 0 0 0,-2-1 0 0 0,-1 0 0 0 0,-22 31 0 0 0,33-55-36 0 0,-1 3-267 0 0,-1-1 0 0 0,-10 12 0 0 0,16-19 240 0 0,-1 0 1 0 0,0-1-1 0 0,0 1 1 0 0,0-1-1 0 0,0 1 0 0 0,0-1 1 0 0,0 1-1 0 0,0-1 0 0 0,0 0 1 0 0,-1 0-1 0 0,1 0 1 0 0,0 0-1 0 0,-1-1 0 0 0,1 1 1 0 0,-1-1-1 0 0,-3 1 1 0 0,4-1-531 0 0,0-1 1 0 0,1 1-1 0 0,-1-1 1 0 0,0 0 0 0 0,0 1-1 0 0,0-1 1 0 0,0 0-1 0 0,1 0 1 0 0,-1 0 0 0 0,0 0-1 0 0,-2-3 1 0 0,-3-2-5492 0 0,-1-4-1530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31 282 18511 0 0,'0'-1'852'0'0,"-4"-4"-572"0"0,0 0 0 0 0,-1 1 0 0 0,1-1 0 0 0,-9-5 7433 0 0,21 8-6055 0 0,36-4-743 0 0,171-34 214 0 0,-182 32-1238 0 0,-1-2-1 0 0,0-1 1 0 0,-1-2-1 0 0,44-24 1 0 0,-47 19 3 0 0,47-40-1 0 0,-53 41 64 0 0,-21 16 47 0 0,8-7 31 0 0,1 1-1 0 0,13-7 1 0 0,-22 13 272 0 0,9 5 142 0 0,-9 0-398 0 0,1 1 0 0 0,0-1 0 0 0,-1 0 0 0 0,0 0-1 0 0,0 1 1 0 0,0-1 0 0 0,-1 1 0 0 0,1-1 0 0 0,-1 1 0 0 0,-1 4 0 0 0,-5 50 120 0 0,4-48-126 0 0,-31 140-13 0 0,31-143-27 0 0,0 1 0 0 0,1-1 0 0 0,-1 14 1 0 0,1-4-58 0 0,-6 29 0 0 0,7-46-377 0 0,3-3-2477 0 0,-2 1 2579 0 0,0 1 0 0 0,0-1-1 0 0,0 0 1 0 0,0 0 0 0 0,0 0-1 0 0,0 0 1 0 0,0 0 0 0 0,1-2-1 0 0,0 0-1528 0 0,9-8-7220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 24103 0 0,'0'0'2729'0'0,"0"1"-1843"0"0,-8 13-436 0 0,0-2-1 0 0,0 1 1 0 0,-1-1 0 0 0,-14 14 0 0 0,-47 43 2076 0 0,46-46-2252 0 0,-44 32-274 0 0,24-21 0 0 0,36-29 1 0 0,7-4-1 0 0,-1 0-1 0 0,1 0 1 0 0,0-1-1 0 0,-1 1 1 0 0,1 0-1 0 0,0 0 0 0 0,0 0 1 0 0,0 0-1 0 0,0 0 1 0 0,0 1-1 0 0,0-1 1 0 0,0 0-1 0 0,0 0 0 0 0,0 1 1 0 0,0-1-1 0 0,1 0 1 0 0,-1 1-1 0 0,1-1 1 0 0,-1 1-1 0 0,0 1 0 0 0,2-2-2 0 0,-1-1 0 0 0,0 1 1 0 0,1-1-1 0 0,-1 1 0 0 0,1-1 0 0 0,-1 1 0 0 0,0-1 0 0 0,1 1 0 0 0,-1-1 0 0 0,1 0 0 0 0,0 1 0 0 0,-1-1 0 0 0,1 0 0 0 0,-1 1 0 0 0,1-1 0 0 0,1 0 0 0 0,-2 1 0 0 0,5 1 3 0 0,0 0 0 0 0,0 0 0 0 0,0-1 0 0 0,1 0-1 0 0,-1 0 1 0 0,0 0 0 0 0,8 0 0 0 0,38-1 12 0 0,179-16-39 0 0,-212 14-103 0 0,34-4 101 0 0,-21-3-2981 0 0,-29 8 2745 0 0,0-1-437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49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6447 0 0,'0'0'20367'0'0,"0"2"-19057"0"0,-2 27 138 0 0,-1 1 0 0 0,-12 44 0 0 0,8-41-1325 0 0,-6 27-21 0 0,4-23-99 0 0,-7 74 1 0 0,15-106-210 0 0,1 0-1 0 0,1 0 1 0 0,-1 0-1 0 0,1 0 1 0 0,1 7-1 0 0,4 1-8771 0 0</inkml:trace>
  <inkml:trace contextRef="#ctx0" brushRef="#br0" timeOffset="1">395 270 4607 0 0,'-10'10'488'0'0,"6"-5"3117"0"0,0-1 1 0 0,0 1-1 0 0,1 0 0 0 0,-1 0 0 0 0,-2 6 0 0 0,-5 7 2468 0 0,-1-4-7329 0 0,12-14 1236 0 0,0 1-1 0 0,0-1 1 0 0,0 0-1 0 0,0 1 1 0 0,0-1-1 0 0,0 0 1 0 0,0 1-1 0 0,0-1 1 0 0,1 0-1 0 0,-1 1 1 0 0,0-1-1 0 0,0 0 1 0 0,0 0-1 0 0,1 1 1 0 0,-1-1-1 0 0,0 0 1 0 0,0 0-1 0 0,0 1 1 0 0,1-1-1 0 0,-1 0 1 0 0,0 0-1 0 0,1 0 1 0 0,-1 0-1 0 0,0 1 1 0 0,1-1-1 0 0,-1 0 1 0 0,9 6-759 0 0,6 0-8393 0 0,0-1 108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5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 12895 0 0,'-6'-3'18621'0'0,"8"3"-18087"0"0,3-2-495 0 0,0 1-1 0 0,0 1 1 0 0,0-1 0 0 0,1 1 0 0 0,-1 0 0 0 0,0 0-1 0 0,0 0 1 0 0,1 1 0 0 0,9 2 0 0 0,50 17 263 0 0,-46-13-275 0 0,-13-5-27 0 0,1 0 0 0 0,-1 0 0 0 0,0 1 0 0 0,0 0 0 0 0,0 1 0 0 0,0-1 0 0 0,-1 1 0 0 0,1 0 0 0 0,7 8 0 0 0,-11-9 0 0 0,0 0 0 0 0,0-1 0 0 0,0 1 0 0 0,0 0 0 0 0,0 0 0 0 0,-1 0 0 0 0,1 1 0 0 0,-1-1 0 0 0,0 0 0 0 0,0 0 0 0 0,0 1 0 0 0,-1-1 0 0 0,1 1 0 0 0,-1-1 0 0 0,0 0 0 0 0,0 1 0 0 0,0-1 0 0 0,0 1 0 0 0,0-1 0 0 0,-2 7 0 0 0,-1-1 0 0 0,0 0 0 0 0,0 0 0 0 0,-1 0 0 0 0,0 0 0 0 0,0-1 0 0 0,-1 0 0 0 0,0 0 0 0 0,0 0 0 0 0,-1 0 0 0 0,0-1 0 0 0,-1 0 0 0 0,-7 7 0 0 0,-12 8 0 0 0,-1-2 0 0 0,-32 20 0 0 0,-2 1 0 0 0,58-39 0 0 0,-8 10 0 0 0,11-12 0 0 0,-1 1 0 0 0,1-1 0 0 0,0 0 0 0 0,0 0 0 0 0,0 0 0 0 0,0 1 0 0 0,0-1 0 0 0,-1 0 0 0 0,1 0 0 0 0,0 1 0 0 0,0-1 0 0 0,0 0 0 0 0,0 0 0 0 0,0 1 0 0 0,0-1 0 0 0,0 0 0 0 0,0 1 0 0 0,0-1 0 0 0,0 0 0 0 0,0 0 0 0 0,0 1 0 0 0,0-1 0 0 0,0 0 0 0 0,0 0 0 0 0,0 1 0 0 0,0-1 0 0 0,0 0 0 0 0,0 0 0 0 0,0 1 0 0 0,1-1 0 0 0,-1 0 0 0 0,0 0 0 0 0,0 1 0 0 0,0-1 0 0 0,0 0 0 0 0,1 0 0 0 0,-1 0 0 0 0,0 1 0 0 0,0-1 0 0 0,0 0 0 0 0,1 0 0 0 0,-1 0 0 0 0,0 0 0 0 0,0 1 0 0 0,1-1 0 0 0,-1 0 0 0 0,0 0 0 0 0,0 0 0 0 0,1 0 0 0 0,-1 0 0 0 0,0 0 0 0 0,1 0 0 0 0,-1 0 0 0 0,0 0 0 0 0,0 0 0 0 0,1 0 0 0 0,5 2 0 0 0,0-1 0 0 0,-1 1 0 0 0,1-1 0 0 0,0 0 0 0 0,0-1 0 0 0,0 1 0 0 0,12-2 0 0 0,43-8 0 0 0,-29 3 0 0 0,3 0-11 0 0,65-22 1 0 0,-30-1-2489 0 0,-58 24 363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50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340 108 11975 0 0,'0'0'1083'0'0,"2"-14"-870"0"0,-1 2 1439 0 0,-2-15 11908 0 0,0 18-11181 0 0,6-1-1531 0 0,-5 10-826 0 0,0 0 0 0 0,1 0 1 0 0,-1-1-1 0 0,0 1 0 0 0,1 0 1 0 0,-1 0-1 0 0,0-1 0 0 0,0 1 1 0 0,1 0-1 0 0,-1-1 0 0 0,0 1 1 0 0,0 0-1 0 0,0-1 0 0 0,0 1 1 0 0,1 0-1 0 0,-1-1 0 0 0,0 1 1 0 0,0-1-1 0 0,0 1 0 0 0,0 0 1 0 0,0-1-1 0 0,0 1 0 0 0,0-1 0 0 0,0 1 1 0 0,0 0-1 0 0,0-1 0 0 0,0 1 1 0 0,0-1-1 0 0,0 1 0 0 0,0 0 1 0 0,-1-1-1 0 0,1 1 0 0 0,0 0 1 0 0,0-1-1 0 0,-3-2-12 0 0,-1 1 1 0 0,1-1-1 0 0,0 1 1 0 0,-1 0-1 0 0,0 0 0 0 0,1 1 1 0 0,-1-1-1 0 0,0 1 1 0 0,0-1-1 0 0,0 1 0 0 0,0 0 1 0 0,0 1-1 0 0,0-1 1 0 0,0 1-1 0 0,0 0 0 0 0,0 0 1 0 0,0 0-1 0 0,-6 1 1 0 0,-8 2 14 0 0,-1 0 0 0 0,-30 11 1 0 0,33-9-24 0 0,-1 1-2 0 0,0 0 0 0 0,0 1 0 0 0,-24 14 0 0 0,34-17 0 0 0,0 0 0 0 0,1 0 0 0 0,-1 1 0 0 0,1 0 0 0 0,1 0 0 0 0,-1 1 0 0 0,1 0 0 0 0,-1 0 0 0 0,2 0 0 0 0,-8 12 0 0 0,11-17 0 0 0,0 0 0 0 0,1 1 0 0 0,-1-1 0 0 0,1 0 0 0 0,-1 1 0 0 0,1-1 0 0 0,-1 1 0 0 0,1-1 0 0 0,0 1 0 0 0,0 0 0 0 0,0-1 0 0 0,-1 1 0 0 0,2-1 0 0 0,-1 1 0 0 0,0-1 0 0 0,0 1 0 0 0,0-1 0 0 0,1 1 0 0 0,-1-1 0 0 0,1 1 0 0 0,-1-1 0 0 0,1 1 0 0 0,0-1 0 0 0,-1 0 0 0 0,1 1 0 0 0,0-1 0 0 0,0 0 0 0 0,0 0 0 0 0,0 1 0 0 0,0-1 0 0 0,0 0 0 0 0,0 0 0 0 0,1 0 0 0 0,-1 0 0 0 0,0 0 0 0 0,0-1 0 0 0,1 1 0 0 0,-1 0 0 0 0,1-1 0 0 0,1 2 0 0 0,3 0 0 0 0,1 0 0 0 0,-1 0 0 0 0,1 0 0 0 0,-1-1 0 0 0,1 0 0 0 0,0 0 0 0 0,13 0 0 0 0,-2-3-27 0 0,0 0 0 0 0,0-1 0 0 0,0-1 0 0 0,30-12 0 0 0,-25 9-4 0 0,0 0-1 0 0,1 1 0 0 0,48-5 1 0 0,-71 11 37 0 0,-1 0 0 0 0,1 0 0 0 0,0 0 0 0 0,-1 1 1 0 0,1-1-1 0 0,0 0 0 0 0,-1 0 0 0 0,1 1 0 0 0,-1-1 1 0 0,1 0-1 0 0,0 1 0 0 0,-1-1 0 0 0,1 1 0 0 0,-1-1 1 0 0,1 1-1 0 0,-1-1 0 0 0,1 1 0 0 0,-1-1 0 0 0,0 1 1 0 0,1-1-1 0 0,-1 1 0 0 0,1 1 0 0 0,5 13 3 0 0,-6-15-7 0 0,2 7 6 0 0,-1 0 0 0 0,0 0 0 0 0,0 0 0 0 0,-1 1 0 0 0,1-1 0 0 0,-2 0 0 0 0,-1 12 0 0 0,1-12-2 0 0,1 0-1 0 0,-1 0 1 0 0,1 0-1 0 0,0 0 1 0 0,1 0-1 0 0,0 1 1 0 0,2 7-1 0 0,-3-14-5 0 0,1 1 0 0 0,0 0 0 0 0,-1 0 0 0 0,1 0 0 0 0,0 0 0 0 0,-1 0 0 0 0,1 1 0 0 0,-1-1 0 0 0,0 0 0 0 0,1 0 0 0 0,-1 1 0 0 0,0-1 0 0 0,-1 0 0 0 0,1 0 0 0 0,0 1 0 0 0,-1-1 0 0 0,1 0 0 0 0,-1 0 0 0 0,1 0 0 0 0,-1 1 0 0 0,-2 1 0 0 0,-3 19 0 0 0,6-21 0 0 0,0 1 0 0 0,-1-1 0 0 0,1 0 0 0 0,-1 0 0 0 0,0 1 0 0 0,1-1 0 0 0,-1 0 0 0 0,0 0 0 0 0,0 0 0 0 0,0 0 0 0 0,-3 3 0 0 0,-2 3 8 0 0,4-5-16 0 0,0-1 0 0 0,0 1 0 0 0,0-1 0 0 0,0 1 0 0 0,-1-1 0 0 0,-3 3 0 0 0,5-4-236 0 0,11-3-3927 0 0,-8-3 2410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5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12895 0 0,'0'0'998'0'0,"-3"-12"-656"0"0,4 8 3068 0 0,6 0-2723 0 0,1 0-1 0 0,-1 1 1 0 0,0 0 0 0 0,1 0 0 0 0,0 0 0 0 0,-1 1 0 0 0,1 0 0 0 0,12-1 0 0 0,71 0 6699 0 0,-44 2-5832 0 0,56 5-4501 0 0</inkml:trace>
  <inkml:trace contextRef="#ctx0" brushRef="#br0" timeOffset="1">64 128 6447 0 0,'0'0'499'0'0,"2"0"358"0"0,13 2 8398 0 0,3 1-1764 0 0,1 0-3285 0 0,72 7-1457 0 0,-54-8-3804 0 0,47-2 0 0 0,-61-2-116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5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22831 0 0,'0'0'4428'0'0,"3"8"-2352"0"0,-3-2-1804 0 0,0-1-1 0 0,0 1 1 0 0,0-1-1 0 0,0 0 1 0 0,-1 1-1 0 0,0-1 1 0 0,0 1-1 0 0,-3 6 1 0 0,-19 42 359 0 0,20-46-589 0 0,-76 148 149 0 0,1 1-67 0 0,76-154-126 0 0,0 2-29 0 0,0-1 1 0 0,0 1-1 0 0,0 0 0 0 0,0 0 0 0 0,1 0 1 0 0,0 1-1 0 0,-1 6 0 0 0,3-12-117 0 0,-1 1 0 0 0,1-1-1 0 0,0 1 1 0 0,0-1 0 0 0,0 1 0 0 0,-1-1-1 0 0,1 0 1 0 0,0 1 0 0 0,0-1 0 0 0,0 0-1 0 0,0 0 1 0 0,0 1 0 0 0,-1-1 0 0 0,1 0 0 0 0,0 0-1 0 0,2 0 1 0 0,9-1-1204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51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26143 0 0,'-6'6'2373'0'0,"-36"39"1678"0"0,44-44-4089 0 0,-1 0 1 0 0,0 0-1 0 0,0-1 0 0 0,0 1 1 0 0,1 0-1 0 0,-1-1 1 0 0,0 0-1 0 0,1 1 0 0 0,-1-1 1 0 0,0 0-1 0 0,1 1 0 0 0,-1-1 1 0 0,1 0-1 0 0,-1 0 0 0 0,0 0 1 0 0,1 0-1 0 0,-1 0 1 0 0,1-1-1 0 0,-1 1 0 0 0,2-1 1 0 0,30-10-3290 0 0,-28 9 1983 0 0,11-5-8563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5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0 16583 0 0,'11'8'14555'0'0,"-14"-1"-14404"0"0,0 1-1 0 0,-1-1 1 0 0,0 0 0 0 0,0 0 0 0 0,-1-1 0 0 0,1 1 0 0 0,-1-1 0 0 0,-1 0-1 0 0,-7 7 1 0 0,-1 2-30 0 0,2-3-121 0 0,-1-1 0 0 0,0 0 0 0 0,-15 9 0 0 0,-14 12 0 0 0,25-18-3 0 0,-122 97-74 0 0,117-97 121 0 0,15-10-51 0 0,0 1 1 0 0,0 0 0 0 0,0 0 0 0 0,1 0-1 0 0,0 1 1 0 0,-8 8 0 0 0,13-13 6 0 0,1-1 0 0 0,0 0 0 0 0,0 0 0 0 0,0 0 0 0 0,0 0 0 0 0,0 1 0 0 0,0-1 0 0 0,-1 0 0 0 0,1 0 0 0 0,0 0 0 0 0,0 1 0 0 0,0-1 0 0 0,0 0 0 0 0,0 0 0 0 0,0 1 0 0 0,0-1 0 0 0,0 0 0 0 0,0 0 0 0 0,0 0 0 0 0,0 1 0 0 0,0-1 0 0 0,0 0 0 0 0,0 0 0 0 0,0 1 0 0 0,0-1 0 0 0,0 0 0 0 0,1 0 0 0 0,-1 0 0 0 0,0 1 0 0 0,0-1 0 0 0,0 0 0 0 0,0 0 0 0 0,0 0 0 0 0,0 0 0 0 0,0 1 0 0 0,1-1 0 0 0,-1 0 0 0 0,0 0 0 0 0,0 0 0 0 0,0 0 0 0 0,1 0 0 0 0,-1 1 0 0 0,0-1 0 0 0,0 0 0 0 0,0 0 0 0 0,1 0 0 0 0,-1 0 0 0 0,0 0 0 0 0,10 2 0 0 0,-10-2 0 0 0,30 5 29 0 0,45 0 0 0 0,-21-2-7 0 0,198 14-102 0 0,-70-10 126 0 0,-104-10-4479 0 0,-70 2 2084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52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27903 0 0,'0'0'2801'0'0,"-1"2"-2565"0"0,-1-1-175 0 0,1 1 0 0 0,0 1 0 0 0,-1-1 0 0 0,1 0 0 0 0,0 0 0 0 0,0 0 0 0 0,0 1 0 0 0,1-1 0 0 0,-1 1 0 0 0,0-1 0 0 0,1 3 0 0 0,-4 33 660 0 0,3-25-547 0 0,-1 68-80 0 0,14 145-1 0 0,-1-72-80 0 0,-10-133-13 0 0,1 91 0 0 0,-3-95 0 0 0,-1-1 0 0 0,0 1 0 0 0,-1-1 0 0 0,-9 28 0 0 0,0-21 266 0 0,2-8-3033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0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37 26143 0 0,'-7'-7'840'0'0,"5"5"-618"0"0,0 0 1 0 0,0 0-1 0 0,0 0 0 0 0,1 0 0 0 0,-1 0 0 0 0,0 0 1 0 0,1 0-1 0 0,-2-4 0 0 0,3 6-204 0 0,0-1 1 0 0,0 1-1 0 0,0 0 1 0 0,0 0-1 0 0,0-1 1 0 0,0 1-1 0 0,0 0 1 0 0,0-1-1 0 0,0 1 0 0 0,0 0 1 0 0,0-1-1 0 0,0 1 1 0 0,-1 0-1 0 0,1 0 1 0 0,0-1-1 0 0,0 1 1 0 0,0 0-1 0 0,0 0 0 0 0,-1-1 1 0 0,1 1-1 0 0,0 0 1 0 0,0 0-1 0 0,-1 0 1 0 0,1-1-1 0 0,0 1 1 0 0,0 0-1 0 0,-1 0 0 0 0,1 0 1 0 0,0 0-1 0 0,0-1 1 0 0,-1 1-1 0 0,1 0 1 0 0,0 0-1 0 0,-1 0 0 0 0,1 0 1 0 0,0 0-1 0 0,-1 0 1 0 0,1 0-1 0 0,0 0 1 0 0,0 0-1 0 0,-1 0 1 0 0,1 0-1 0 0,0 0 0 0 0,-1 0 1 0 0,1 0-1 0 0,0 1 1 0 0,-1-1-1 0 0,1 0 1 0 0,0 0-1 0 0,0 0 1 0 0,-1 0-1 0 0,1 0 0 0 0,0 1 1 0 0,0-1-1 0 0,-1 0 1 0 0,1 0-1 0 0,0 0 1 0 0,-1 1-1 0 0,-7 11 1262 0 0,4-2-1107 0 0,1 1 0 0 0,0 0 0 0 0,1 0 1 0 0,0 0-1 0 0,-1 12 0 0 0,-1 10-60 0 0,-4 16-88 0 0,-62 392 214 0 0,60-338-239 0 0,-4 27 0 0 0,14-128-39 0 0,0 1-1 0 0,-1 0 1 0 0,0 0-1 0 0,1-1 1 0 0,-1 1 0 0 0,0-1-1 0 0,0 1 1 0 0,-3 3-1 0 0,4-5-358 0 0,0-1 361 0 0,0 0 0 0 0,0 1 1 0 0,0-1-1 0 0,0 0 0 0 0,0 0 1 0 0,-1 0-1 0 0,1 1 0 0 0,0-1 1 0 0,0 0-1 0 0,0 0 0 0 0,0 0 1 0 0,0 1-1 0 0,0-1 0 0 0,0 0 1 0 0,-1 0-1 0 0,1 0 0 0 0,0 1 1 0 0,0-1-1 0 0,0 0 0 0 0,0 0 1 0 0,-1 0-1 0 0,1 0 0 0 0,0 0 1 0 0,0 1-1 0 0,0-1 0 0 0,-1 0 1 0 0,1 0-1 0 0,0 0 0 0 0,0 0 1 0 0,0 0-1 0 0,-1 0 0 0 0,1 0 1 0 0,0 0-1 0 0,0 0 0 0 0,-1 0 1 0 0,1 0-1 0 0,0 0 0 0 0,0 0 1 0 0,-1 0-1 0 0,1 0 0 0 0,0 0 1 0 0,0 0-1 0 0,0 0 0 0 0,-1 0 1 0 0,1 0-1 0 0,0-1 0 0 0,0 1 1 0 0,0 0-1 0 0,-1 0 0 0 0,-9-6-3121 0 0,5-3-3611 0 0,-1-2-1973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0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41 184 15199 0 0,'-41'-11'13000'0'0,"47"5"-10908"0"0,-1 4-1898 0 0,0 0 0 0 0,0-1 0 0 0,1 2 1 0 0,-1-1-1 0 0,0 0 0 0 0,0 1 0 0 0,8-1 0 0 0,4-1-34 0 0,366-72 579 0 0,279 3-1120 0 0,-649 71-28 0 0,-1 0 0 0 0,1 1 0 0 0,0 1 0 0 0,0 0 1 0 0,-1 1-1 0 0,1 0 0 0 0,19 7 0 0 0,-14 1-1611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09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21191 0 0,'0'0'1920'0'0,"2"1"-1581"0"0,4 1 472 0 0,0 1 1 0 0,0-1 0 0 0,1 0-1 0 0,-1-1 1 0 0,0 0 0 0 0,14 1-1 0 0,43-2 2784 0 0,-29-1-3774 0 0,-9 0 242 0 0,-11 0-9 0 0,24 3 1 0 0,-34-2-51 0 0,-1 0 0 0 0,1 1 0 0 0,0 0 0 0 0,-1 0 0 0 0,1 0 0 0 0,-1 0 0 0 0,1 1 0 0 0,-1 0 0 0 0,1-1 0 0 0,-1 1 0 0 0,3 3 0 0 0,-4-4-4 0 0,-1 0 0 0 0,0 1 0 0 0,0-1 0 0 0,0 1 0 0 0,0-1 0 0 0,0 1 0 0 0,0 0 0 0 0,-1-1 0 0 0,1 1 0 0 0,0 0 0 0 0,-1 0 0 0 0,1-1 0 0 0,-1 1 0 0 0,0 0 0 0 0,0 0 0 0 0,1 0 0 0 0,-1-1 0 0 0,0 1 0 0 0,-1 0 0 0 0,1 0 0 0 0,0 0 0 0 0,0 0 0 0 0,-2 2 0 0 0,0 4 0 0 0,0-1 0 0 0,-1 0 0 0 0,1 0 0 0 0,-6 9 0 0 0,-5 5 0 0 0,-1-1 0 0 0,0 0 0 0 0,-24 26 0 0 0,-58 47 0 0 0,84-83 0 0 0,2-2 0 0 0,0 1 0 0 0,0 1 0 0 0,1-1 0 0 0,1 1 0 0 0,-11 16 0 0 0,16-18 0 0 0,3-7 0 0 0,-1-1 0 0 0,1 1 0 0 0,0-1 0 0 0,0 1 0 0 0,0-1 0 0 0,0 0 0 0 0,0 1 0 0 0,0-1 0 0 0,-1 1 0 0 0,1-1 0 0 0,0 1 0 0 0,0-1 0 0 0,0 1 0 0 0,1-1 0 0 0,-1 0 0 0 0,0 1 0 0 0,0-1 0 0 0,0 1 0 0 0,0-1 0 0 0,0 1 0 0 0,0-1 0 0 0,1 0 0 0 0,-1 1 0 0 0,0-1 0 0 0,0 1 0 0 0,1-1 0 0 0,-1 0 0 0 0,0 1 0 0 0,0-1 0 0 0,1 0 0 0 0,-1 1 0 0 0,0-1 0 0 0,1 0 0 0 0,-1 0 0 0 0,1 1 0 0 0,-1-1 0 0 0,1 0 0 0 0,0 1 0 0 0,1 0 0 0 0,1 1 0 0 0,-1-1 0 0 0,1 0 0 0 0,-1 0 0 0 0,1 0 0 0 0,0 0 0 0 0,0 0 0 0 0,-1-1 0 0 0,1 1 0 0 0,4 0 0 0 0,32 0 0 0 0,-31-1 0 0 0,12-1 0 0 0,1-1 0 0 0,24-6 0 0 0,-14 2 0 0 0,-7 1-122 0 0,1-2 1 0 0,-1 0-1 0 0,-1-1 1 0 0,1-2-1 0 0,-2 0 1 0 0,27-17-1 0 0,-18 7-1982 0 0,-1-1-4982 0 0,3-4-2689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0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54 26375 0 0,'-1'0'2389'0'0,"-3"-2"-1855"0"0,20-4 1503 0 0,8 0-1415 0 0,48-3-1 0 0,-35 4-432 0 0,162-14-1249 0 0,-153 12-2513 0 0,-35 8 966 0 0</inkml:trace>
  <inkml:trace contextRef="#ctx0" brushRef="#br0" timeOffset="1">24 142 26431 0 0,'0'0'2661'0'0,"8"3"-2418"0"0,5-1-55 0 0,0 0-1 0 0,0-1 1 0 0,0-1-1 0 0,0 0 1 0 0,0 0-1 0 0,-1-1 1 0 0,14-3-1 0 0,11 0 84 0 0,204-30-869 0 0,-142 13-2512 0 0,-49 10 1255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653 26 27935 0 0,'0'0'2801'0'0,"-3"8"-2475"0"0,-7 14 646 0 0,3-8-608 0 0,-9 26 1 0 0,-1 30-363 0 0,-13 104 1 0 0,15-73-4 0 0,-12 90 1 0 0,20-137-11 0 0,3-18-15 0 0,-2 0 1 0 0,-1-1-1 0 0,-12 35 1 0 0,19-70-21 0 0,0 0 1 0 0,0 1 0 0 0,0-1 0 0 0,0 0-1 0 0,0 0 1 0 0,0 1 0 0 0,-1-1 0 0 0,1 0-1 0 0,0 1 1 0 0,0-1 0 0 0,0 0 0 0 0,0 0-1 0 0,-1 0 1 0 0,1 1 0 0 0,0-1 0 0 0,0 0-1 0 0,-1 0 1 0 0,1 0 0 0 0,0 1 0 0 0,0-1-1 0 0,-1 0 1 0 0,1 0 0 0 0,0 0 0 0 0,0 0-1 0 0,-1 0 1 0 0,1 0 0 0 0,0 1 0 0 0,-1-1-1 0 0,1 0 1 0 0,0 0 0 0 0,-1 0 0 0 0,1 0-1 0 0,0 0 1 0 0,0 0 0 0 0,-1 0 0 0 0,1 0-1 0 0,0-1 1 0 0,-1 1 0 0 0,1 0 0 0 0,0 0-1 0 0,0 0 1 0 0,-1 0 0 0 0,1 0 0 0 0,0 0-1 0 0,-1 0 1 0 0,1-1 0 0 0,0 1 0 0 0,0 0-1 0 0,-1-1 1 0 0,-12-12-2288 0 0,10 9 1507 0 0,-7-5-903 0 0</inkml:trace>
  <inkml:trace contextRef="#ctx0" brushRef="#br0" timeOffset="1">7 39 7367 0 0,'-1'-1'303'0'0,"0"0"-1"0"0,1 0 1 0 0,-1 0-1 0 0,1 0 1 0 0,-1 0-1 0 0,1 0 0 0 0,-1 0 1 0 0,1-1-1 0 0,0 1 1 0 0,-1 0-1 0 0,1 0 0 0 0,0 0 1 0 0,0 0-1 0 0,0 0 1 0 0,6-11 7900 0 0,-6 12-7738 0 0,1-1 0 0 0,0 1 0 0 0,18-6 9291 0 0,-7 5-8237 0 0,-7 1-3410 0 0,32-3 2774 0 0,69 6 0 0 0,-19 1-773 0 0,85-7-104 0 0,226 10-7 0 0,-379-5-207 0 0,37 9 1 0 0,-47-9-321 0 0,-1 1 1 0 0,0 0 0 0 0,0 0-1 0 0,0 1 1 0 0,-1 0 0 0 0,13 9-1 0 0,1 6-9869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7831 0 0,'0'0'603'0'0,"0"2"-396"0"0,-1 27 10310 0 0,0 0-3674 0 0,-3 32-1057 0 0,-2 36-4935 0 0,6-85-826 0 0,-2-1 0 0 0,-3 18 0 0 0,2-19-23 0 0,1 1 0 0 0,1-1 0 0 0,-1 12-1 0 0,-3 122 48 0 0,1-68-78 0 0,5-37-2615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695 68 22751 0 0,'-5'-6'2061'0'0,"-8"-13"-1937"0"0,10 14 340 0 0,0 0 0 0 0,0 0 1 0 0,-1 1-1 0 0,0-1 0 0 0,-6-5 1 0 0,9 9-327 0 0,0 0 1 0 0,-1 0-1 0 0,1 1 1 0 0,0-1-1 0 0,-1 0 1 0 0,1 0-1 0 0,-1 1 1 0 0,1-1-1 0 0,-1 1 1 0 0,1-1-1 0 0,-1 1 1 0 0,0 0-1 0 0,1 0 1 0 0,-1 0-1 0 0,1 0 1 0 0,-1 0-1 0 0,0 0 1 0 0,1 0-1 0 0,-1 0 1 0 0,1 0-1 0 0,-1 1 1 0 0,1-1-1 0 0,-1 1 1 0 0,-2 1-1 0 0,-4 2 2 0 0,0 0 0 0 0,1 1-1 0 0,0 0 1 0 0,0 0-1 0 0,0 1 1 0 0,0 0 0 0 0,-10 12-1 0 0,-35 52 73 0 0,50-67-199 0 0,-61 97 56 0 0,6 2 1 0 0,-54 129 0 0 0,-82 284-70 0 0,174-448 8 0 0,-16 109 0 0 0,30-137-5 0 0,2-1 0 0 0,2 1 1 0 0,1 0-1 0 0,7 53 0 0 0,-3-71-3 0 0,0 0 0 0 0,1 0 0 0 0,15 38 0 0 0,-16-49 0 0 0,1-1 0 0 0,0 1 0 0 0,0-1 0 0 0,1 0 0 0 0,1 0 0 0 0,-1 0 0 0 0,1-1 0 0 0,1 0 0 0 0,11 10 0 0 0,-17-17-85 0 0,0 1 1 0 0,0-1-1 0 0,-1 0 0 0 0,1 0 1 0 0,0-1-1 0 0,0 1 0 0 0,0 0 1 0 0,0-1-1 0 0,0 1 0 0 0,0-1 1 0 0,1 1-1 0 0,-1-1 0 0 0,0 0 1 0 0,0 0-1 0 0,0 0 0 0 0,0 0 1 0 0,0 0-1 0 0,0-1 0 0 0,0 1 1 0 0,0-1-1 0 0,1 1 0 0 0,-1-1 1 0 0,3-1-1 0 0,2-2-579 0 0,0 0 0 0 0,0 0 0 0 0,0-1 0 0 0,10-9 0 0 0,-6 4-238 0 0,0-1 0 0 0,-1-1 0 0 0,0 1 0 0 0,-1-1 0 0 0,10-18 0 0 0,-18 29 817 0 0,34-60-2730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9215 0 0,'-13'9'976'0'0,"11"-7"-462"0"0,0 0-1 0 0,1 0 0 0 0,-1 1 1 0 0,0-1-1 0 0,1 0 0 0 0,-3 5 0 0 0,-9 32 10674 0 0,7-19-7227 0 0,-58 202-178 0 0,19 4-3714 0 0,-21 86-354 0 0,58-287 120 0 0,8-26 151 0 0,0 1 1 0 0,0 0-1 0 0,0 0 0 0 0,0 0 0 0 0,0 0 0 0 0,0 0 0 0 0,0 0 0 0 0,0 0 1 0 0,0 0-1 0 0,0 0 0 0 0,0 0 0 0 0,0 0 0 0 0,0 0 0 0 0,0 0 0 0 0,0 0 1 0 0,0 0-1 0 0,0 0 0 0 0,0 0 0 0 0,0 0 0 0 0,0 0 0 0 0,0 0 0 0 0,0 0 1 0 0,0 0-1 0 0,0 0 0 0 0,0 0 0 0 0,-1 0 0 0 0,1 0 0 0 0,0 0 0 0 0,0 0 1 0 0,0 0-1 0 0,0 0 0 0 0,0 0 0 0 0,0 0 0 0 0,0 0 0 0 0,0 0 0 0 0,0 0 1 0 0,0 0-1 0 0,0 0 0 0 0,0 0 0 0 0,0 0 0 0 0,0 0 0 0 0,0 0 0 0 0,0 0 1 0 0,0 0-1 0 0,0 0 0 0 0,0 0 0 0 0,0-14-1041 0 0,2 3-418 0 0,0 1 0 0 0,0 0 0 0 0,5-12 0 0 0,-2 5-2823 0 0,6-21-4494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1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65 24767 0 0,'-2'0'118'0'0,"0"-1"0"0"0,0 0 0 0 0,1 1 0 0 0,-1-1 0 0 0,1 0 0 0 0,-1 0 0 0 0,1 0-1 0 0,-1 0 1 0 0,1-1 0 0 0,-1 1 0 0 0,1 0 0 0 0,0-1 0 0 0,0 1 0 0 0,0-1 0 0 0,0 1 0 0 0,0-1 0 0 0,0 1 0 0 0,0-1-1 0 0,0 0 1 0 0,1 1 0 0 0,-1-1 0 0 0,0-3 0 0 0,1 5-78 0 0,0-1 1 0 0,0 0-1 0 0,0 1 0 0 0,0-1 0 0 0,0 1 1 0 0,0-1-1 0 0,0 1 0 0 0,0-1 0 0 0,0 0 1 0 0,1 1-1 0 0,-1-1 0 0 0,0 1 1 0 0,0-1-1 0 0,1 1 0 0 0,-1-1 0 0 0,0 1 1 0 0,1-1-1 0 0,-1 1 0 0 0,0-1 0 0 0,1 1 1 0 0,-1 0-1 0 0,1-1 0 0 0,-1 1 0 0 0,1 0 1 0 0,-1-1-1 0 0,1 1 0 0 0,-1 0 1 0 0,1-1-1 0 0,-1 1 0 0 0,1 0 0 0 0,-1 0 1 0 0,1-1-1 0 0,1 1 178 0 0,2-2 79 0 0,0 0 1 0 0,0 0 0 0 0,0 0-1 0 0,1 0 1 0 0,-1 1 0 0 0,1-1-1 0 0,-1 1 1 0 0,9 0 0 0 0,39-1 127 0 0,-26 2-309 0 0,-17 0-96 0 0,141 0 199 0 0,-128 2-215 0 0,0 0-1 0 0,-1 1 1 0 0,1 2-1 0 0,37 11 1 0 0,-55-14-4 0 0,1 0 0 0 0,0 0 0 0 0,-1 1 0 0 0,0-1 0 0 0,1 1 0 0 0,-1 0 0 0 0,0 0 0 0 0,-1 0 0 0 0,1 1 0 0 0,0-1 0 0 0,-1 1 0 0 0,0 0 0 0 0,4 6 0 0 0,-5-7 0 0 0,0 0 0 0 0,-1 0 0 0 0,0 1 0 0 0,0-1 0 0 0,0 0 0 0 0,0 0 0 0 0,0 1 0 0 0,-1-1 0 0 0,1 0 0 0 0,-1 1 0 0 0,0-1 0 0 0,0 0 0 0 0,0 1 0 0 0,-1-1 0 0 0,1 1 0 0 0,-1-1 0 0 0,0 0 0 0 0,0 0 0 0 0,0 1 0 0 0,0-1 0 0 0,-2 3 0 0 0,-2 3 10 0 0,0 0 0 0 0,-1 0 0 0 0,0-1 1 0 0,-1 1-1 0 0,0-1 0 0 0,-14 12 0 0 0,-53 39-27 0 0,36-31-9 0 0,-13 10-413 0 0,-48 40-2507 0 0,79-59 1687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4143 0 0,'0'0'319'0'0,"1"0"-210"0"0,3 2 2434 0 0,0 0 1 0 0,0-1-1 0 0,0 0 0 0 0,8 2 0 0 0,19-1 5693 0 0,35-7-1768 0 0,-39 2-6468 0 0,0-1 129 0 0,-6 2 79 0 0,29-1-1 0 0,-45 3-188 0 0,0 0 1 0 0,0 0-1 0 0,0 1 0 0 0,-1 0 1 0 0,1 0-1 0 0,0 0 0 0 0,0 1 1 0 0,0-1-1 0 0,-1 1 0 0 0,1 0 1 0 0,5 4-1 0 0,-9-6-19 0 0,-1 0 0 0 0,0 0 0 0 0,1 1 0 0 0,-1-1 0 0 0,1 0 0 0 0,-1 0 0 0 0,0 1 0 0 0,1-1 0 0 0,-1 0 0 0 0,1 1 0 0 0,-1-1 0 0 0,0 0 0 0 0,1 1 0 0 0,-1-1 0 0 0,0 1 0 0 0,0-1 0 0 0,1 0 0 0 0,-1 1 0 0 0,0-1 0 0 0,0 1 0 0 0,0-1 0 0 0,1 1 0 0 0,-1-1 0 0 0,0 1 0 0 0,0-1 0 0 0,0 1 0 0 0,0-1 0 0 0,0 0 0 0 0,0 1 0 0 0,0-1 0 0 0,0 1 0 0 0,0-1 0 0 0,0 1 0 0 0,-1 0 0 0 0,1 0 0 0 0,0 4 0 0 0,-1 1 0 0 0,0-1 0 0 0,0 0 0 0 0,-1 1 0 0 0,1-1 0 0 0,-1 0 0 0 0,0 0 0 0 0,0 0 0 0 0,-1 0 0 0 0,0-1 0 0 0,-3 7 0 0 0,-8 6 0 0 0,-20 23 0 0 0,25-29 0 0 0,-36 46 0 0 0,41-50 0 0 0,3 0 0 0 0,4 0 0 0 0,0-5 0 0 0,-1 1 0 0 0,1-1 0 0 0,-1-1 0 0 0,1 1 0 0 0,0 0 0 0 0,0-1 0 0 0,0 1 0 0 0,0-1 0 0 0,0 0 0 0 0,1 0 0 0 0,-1 0 0 0 0,0 0 0 0 0,0-1 0 0 0,1 1 0 0 0,3-1 0 0 0,8 1 0 0 0,0-2 0 0 0,16-1 0 0 0,-21 1 0 0 0,113-18 0 0 0,-35 5 0 0 0,-83 13 0 0 0,79-7-58 0 0,-73 7 30 0 0,1 1-1 0 0,0 1 0 0 0,-1 0 1 0 0,1 1-1 0 0,12 3 1 0 0,-22-5-28 0 0,0 1-1 0 0,0-1 1 0 0,-1 1 0 0 0,1 0 0 0 0,0-1 0 0 0,-1 1 0 0 0,1 0-1 0 0,-1 0 1 0 0,1 0 0 0 0,-1 0 0 0 0,0 0 0 0 0,1 1 0 0 0,-1-1 0 0 0,0 0-1 0 0,0 1 1 0 0,1-1 0 0 0,0 3 0 0 0,0 5-1296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26431 0 0,'0'0'2397'0'0,"1"1"-1970"0"0,1 2-352 0 0,0-1 1 0 0,0 0-1 0 0,1 0 0 0 0,-1 0 0 0 0,1 0 1 0 0,0 0-1 0 0,-1-1 0 0 0,1 1 1 0 0,0-1-1 0 0,0 1 0 0 0,0-1 0 0 0,0 0 1 0 0,0 0-1 0 0,7 0 0 0 0,6 2 649 0 0,26 1 0 0 0,-37-4-677 0 0,257 2 410 0 0,1-16-80 0 0,-143 7-323 0 0,20-7-49 0 0,-74 7-20 0 0,106 0 0 0 0,-163 8-37 0 0,-3-2-13 0 0,0 1 1 0 0,0 1-1 0 0,0-1 0 0 0,0 1 0 0 0,-1 0 1 0 0,1 0-1 0 0,0 1 0 0 0,-1 0 1 0 0,11 4-1 0 0,-16-6 6 0 0,1 1 1 0 0,-1-1-1 0 0,1 1 1 0 0,-1-1-1 0 0,1 1 0 0 0,-1-1 1 0 0,0 1-1 0 0,1-1 0 0 0,-1 1 1 0 0,0-1-1 0 0,1 1 1 0 0,-1-1-1 0 0,0 1 0 0 0,0 0 1 0 0,0-1-1 0 0,0 1 0 0 0,1-1 1 0 0,-1 1-1 0 0,0 0 1 0 0,0-1-1 0 0,0 1 0 0 0,0 0 1 0 0,0-1-1 0 0,0 1 0 0 0,-1-1 1 0 0,1 1-1 0 0,0 0 1 0 0,0-1-1 0 0,0 1 0 0 0,0-1 1 0 0,-1 1-1 0 0,1-1 0 0 0,0 1 1 0 0,-1 0-1 0 0,0 0 1 0 0,-16 19-1603 0 0,15-19 1500 0 0,-17 17-1738 0 0,-3 1-306 0 0</inkml:trace>
  <inkml:trace contextRef="#ctx0" brushRef="#br0" timeOffset="1">637 347 23839 0 0,'0'0'3625'0'0,"3"8"-1297"0"0,1 8-1760 0 0,-1 0-1 0 0,-1 0 1 0 0,-1 0-1 0 0,0 29 1 0 0,-1-1-559 0 0,0 113 80 0 0,-1-64-50 0 0,1-77-50 0 0,0 0 0 0 0,-1 0 0 0 0,-1 0 0 0 0,-1-1-1 0 0,-4 18 1 0 0,6-31 11 0 0,0 0-1 0 0,0 0 0 0 0,0 0 0 0 0,0-1 1 0 0,0 1-1 0 0,0 0 0 0 0,-1-1 0 0 0,1 1 1 0 0,-1-1-1 0 0,1 0 0 0 0,-1 1 0 0 0,1-1 1 0 0,-1 0-1 0 0,0 0 0 0 0,0 0 0 0 0,1 0 1 0 0,-5 1-1 0 0,6-2-1 0 0,-1 0 0 0 0,1 0 0 0 0,-1 0-1 0 0,1 0 1 0 0,-1 1 0 0 0,0-1 0 0 0,1 0 0 0 0,-1 0 0 0 0,1-1 0 0 0,-1 1-1 0 0,1 0 1 0 0,-1 0 0 0 0,1 0 0 0 0,-1 0 0 0 0,1 0 0 0 0,-1-1 0 0 0,1 1 0 0 0,-1 0-1 0 0,1 0 1 0 0,-1-1 0 0 0,1 1 0 0 0,0 0 0 0 0,-1-1 0 0 0,1 1 0 0 0,-1 0-1 0 0,1-1 1 0 0,0 1 0 0 0,-1-1 0 0 0,1 0 0 0 0,-1 0-57 0 0,-8-8-1458 0 0,2 0 0 0 0,-10-12 0 0 0,8 8-4684 0 0,-5-6-3196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11055 0 0,'0'-7'1002'0'0,"1"6"-910"0"0,-1 0 1 0 0,0 0 0 0 0,0 0-1 0 0,0 0 1 0 0,1 0 0 0 0,-1 0-1 0 0,1 0 1 0 0,-1 0 0 0 0,1 0-1 0 0,-1 0 1 0 0,1 0 0 0 0,-1 0-1 0 0,1 0 1 0 0,0 0 0 0 0,0 0-1 0 0,0 0 1 0 0,-1 1 0 0 0,1-1-1 0 0,0 0 1 0 0,0 1 0 0 0,0-1-1 0 0,0 1 1 0 0,0-1 0 0 0,0 1-1 0 0,0-1 1 0 0,0 1 0 0 0,0-1 0 0 0,0 1-1 0 0,2 0 1 0 0,0-1 1421 0 0,21-7 7149 0 0,2 3-3800 0 0,55-2-2161 0 0,-71 7-2603 0 0,13-1-89 0 0,418-5 69 0 0,-415 8-396 0 0,-1 0 1 0 0,0 2 0 0 0,25 7-1 0 0,-42-9 177 0 0,0 0-1 0 0,0 1 1 0 0,0 0-1 0 0,-1 1 1 0 0,1 0-1 0 0,-1 0 1 0 0,0 0 0 0 0,0 1-1 0 0,-1 0 1 0 0,1 0-1 0 0,-1 1 1 0 0,0 0-1 0 0,5 7 1 0 0,-1 1-1276 0 0</inkml:trace>
  <inkml:trace contextRef="#ctx0" brushRef="#br0" timeOffset="1">874 354 17047 0 0,'-4'5'12592'0'0,"8"0"-15736"0"0,0-3 1120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3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40 17047 0 0,'0'0'1311'0'0,"-5"-15"4241"0"0,6 13-5057 0 0,0 0 1 0 0,0 1 0 0 0,0 0-1 0 0,1-1 1 0 0,-1 1 0 0 0,0 0-1 0 0,1-1 1 0 0,-1 1 0 0 0,1 0-1 0 0,0 0 1 0 0,-1 0 0 0 0,4-1-1 0 0,-2 1-131 0 0,1 0 0 0 0,0 0 0 0 0,0 0-1 0 0,0 0 1 0 0,6 0 0 0 0,6 1-478 0 0,-1 0 0 0 0,20 3 1 0 0,-21-1 604 0 0,11 1-482 0 0,0 2 0 0 0,-1 0 0 0 0,0 2-1 0 0,-1 0 1 0 0,27 13 0 0 0,-20-6-2 0 0,0 2 0 0 0,-1 0 0 0 0,34 27 0 0 0,-57-39-7 0 0,0 1 0 0 0,0 1 0 0 0,0-1 0 0 0,-1 1 0 0 0,1 0 0 0 0,-2 0 0 0 0,1 1 0 0 0,7 13 0 0 0,-11-18 0 0 0,0 1 0 0 0,0-1 0 0 0,0 1 0 0 0,0 0 0 0 0,0-1 0 0 0,-1 1 0 0 0,1 0 0 0 0,-1 0 0 0 0,0-1 0 0 0,1 1 0 0 0,-2 0 0 0 0,1 0 0 0 0,0-1 0 0 0,0 1 0 0 0,-1 0 0 0 0,1 0 0 0 0,-1-1 0 0 0,0 1 0 0 0,0-1 0 0 0,0 1 0 0 0,0-1 0 0 0,-1 1 0 0 0,1-1 0 0 0,0 1 0 0 0,-1-1 0 0 0,0 0 0 0 0,0 0 0 0 0,-3 4 0 0 0,-3 0 0 0 0,-1 1 1 0 0,0-1-1 0 0,0 0 0 0 0,0-1 0 0 0,-1 0 1 0 0,0 0-1 0 0,0-1 0 0 0,0-1 0 0 0,0 0 1 0 0,0 0-1 0 0,-1-1 0 0 0,-16 2 0 0 0,-13-1-5 0 0,-80-4 0 0 0,92 0-1 0 0,1 0-306 0 0,-65-4 226 0 0,32-2-4452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14743 0 0,'-2'1'9665'0'0,"-8"5"-5223"0"0,3-1-4248 0 0,1 0 0 0 0,0 1 0 0 0,0-1 0 0 0,1 1 0 0 0,0 1 0 0 0,0-1 0 0 0,0 1 0 0 0,1 0 0 0 0,0 0 0 0 0,0 0 0 0 0,0 0 0 0 0,-2 9 0 0 0,3-6-57 0 0,0 0 0 0 0,0 0 1 0 0,1 0-1 0 0,0 1 0 0 0,1-1 0 0 0,0 0 0 0 0,1 1 0 0 0,0-1 0 0 0,1 12 0 0 0,0-18-273 0 0,-1 0-1 0 0,1 0 1 0 0,0 0 0 0 0,1 0 0 0 0,-1 0-1 0 0,1 0 1 0 0,-1 0 0 0 0,4 4 0 0 0,-5-6 65 0 0,1-1 0 0 0,0 0 0 0 0,0 0 0 0 0,0 0 0 0 0,0 0 0 0 0,0 0 0 0 0,0 0 0 0 0,1 0 0 0 0,-1-1 0 0 0,0 1 0 0 0,0 0 0 0 0,1-1 0 0 0,-1 1 0 0 0,0-1 0 0 0,1 1-1 0 0,-1-1 1 0 0,1 1 0 0 0,-1-1 0 0 0,0 0 0 0 0,1 0 0 0 0,-1 0 0 0 0,1 0 0 0 0,-1 0 0 0 0,1 0 0 0 0,-1 0 0 0 0,1 0 0 0 0,0-1 0 0 0,9-1-1466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4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27 102 23351 0 0,'-4'-4'267'0'0,"1"-1"0"0"0,0 0 0 0 0,0 0 0 0 0,0-1-1 0 0,0 1 1 0 0,1 0 0 0 0,-2-7 0 0 0,3 10-170 0 0,1 1 0 0 0,0-1 0 0 0,0 0 0 0 0,0 1 0 0 0,0-1 0 0 0,0 0 0 0 0,0 1 0 0 0,0-1 0 0 0,1 1 0 0 0,-1-1 0 0 0,0 1 0 0 0,1-1 0 0 0,0 0 0 0 0,-1 1 0 0 0,1 0 0 0 0,0-1 0 0 0,-1 1 0 0 0,1-1 0 0 0,0 1 0 0 0,0 0 0 0 0,0-1 0 0 0,0 1 0 0 0,1 0 0 0 0,-1 0 0 0 0,0 0 0 0 0,0 0 0 0 0,1 0-1 0 0,-1 0 1 0 0,0 1 0 0 0,3-2 0 0 0,1 0 74 0 0,0 0-1 0 0,0 0 0 0 0,-1 1 0 0 0,1-1 1 0 0,0 1-1 0 0,0 0 0 0 0,0 1 1 0 0,0-1-1 0 0,0 1 0 0 0,1 0 0 0 0,-1 1 1 0 0,0-1-1 0 0,0 1 0 0 0,0 0 0 0 0,0 0 1 0 0,-1 0-1 0 0,1 1 0 0 0,0 0 1 0 0,0 0-1 0 0,7 4 0 0 0,0 1-80 0 0,-1 0 0 0 0,0 0 0 0 0,-1 1 1 0 0,1 1-1 0 0,-1 0 0 0 0,16 19 0 0 0,-14-12-82 0 0,0 1-1 0 0,-1 0 1 0 0,-1 0-1 0 0,-1 1 1 0 0,-1 0 0 0 0,0 1-1 0 0,7 29 1 0 0,0 13-5 0 0,8 74 1 0 0,-2 56-4 0 0,-8 320 0 0 0,-15-413 0 0 0,-6 1 0 0 0,-19 100 0 0 0,19-160 0 0 0,-2-1 0 0 0,-1-1 0 0 0,-2 0 0 0 0,-1 0 0 0 0,-2-1 0 0 0,-2-1 0 0 0,-1-1 0 0 0,-27 37 0 0 0,41-63 0 0 0,-1 0 0 0 0,-1-1 0 0 0,1 1 0 0 0,-1-1 0 0 0,-1-1 0 0 0,1 0 0 0 0,-10 7 0 0 0,17-13-12 0 0,0 0-1 0 0,-1 0 1 0 0,1 0-1 0 0,0 1 1 0 0,0-1-1 0 0,-1 0 1 0 0,1 0-1 0 0,0 0 1 0 0,-1 0-1 0 0,1 0 1 0 0,0 0-1 0 0,0 0 1 0 0,-1 0-1 0 0,1 0 1 0 0,0 0-1 0 0,-1 0 1 0 0,1 0-1 0 0,0 0 1 0 0,-1 0-1 0 0,1 0 1 0 0,0 0-1 0 0,0 0 1 0 0,-1 0-1 0 0,1 0 1 0 0,0 0-1 0 0,-1 0 1 0 0,1 0-1 0 0,0-1 1 0 0,0 1-1 0 0,-1 0 1 0 0,1 0-1 0 0,0 0 1 0 0,0 0-1 0 0,-1-1 1 0 0,1 1-1 0 0,0 0 1 0 0,0 0-1 0 0,0-1 1 0 0,-1 1-1 0 0,1 0 1 0 0,0 0-1 0 0,0-1 1 0 0,0 1-1 0 0,0 0 1 0 0,0 0-1 0 0,0-1 1 0 0,-2-10-1061 0 0,2 10 992 0 0,2-13-2749 0 0,3-6-7439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16127 0 0,'0'0'1242'0'0,"0"-1"-812"0"0,0 0-284 0 0,0 1 0 0 0,0-1 0 0 0,0 0 0 0 0,0 1 0 0 0,1-1 0 0 0,-1 0 0 0 0,0 1-1 0 0,1-1 1 0 0,-1 0 0 0 0,1 1 0 0 0,-1-1 0 0 0,0 1 0 0 0,1-1 0 0 0,-1 1 0 0 0,1-1 0 0 0,-1 1 0 0 0,1-1-1 0 0,0 1 1 0 0,-1 0 0 0 0,1-1 0 0 0,0 1 0 0 0,-1 0 0 0 0,1-1 0 0 0,0 1 0 0 0,-1 0 0 0 0,1 0 0 0 0,1-1-1 0 0,0 0 798 0 0,5-2-1 0 0,-1 1 0 0 0,0-1-1 0 0,0 1 1 0 0,1 0 0 0 0,-1 1-1 0 0,8-2 1 0 0,-3 2-472 0 0,0 1 0 0 0,0-1 0 0 0,14 3 0 0 0,-10-1-353 0 0,0 2 0 0 0,0 0 1 0 0,0 1-1 0 0,0 0 1 0 0,19 9-1 0 0,-27-10-83 0 0,0 0 1 0 0,0 1-1 0 0,-1 0 1 0 0,1 0-1 0 0,-1 0 1 0 0,0 1-1 0 0,0 0 1 0 0,0 0-1 0 0,-1 0 1 0 0,0 1-1 0 0,0 0 1 0 0,0 0-1 0 0,-1 0 1 0 0,0 1-1 0 0,0-1 1 0 0,0 1-1 0 0,-1 0 1 0 0,0 0-1 0 0,0 0 1 0 0,-1 1-1 0 0,3 12 1 0 0,-4-4-35 0 0,0 0 1 0 0,-1-1-1 0 0,-1 1 1 0 0,0 0-1 0 0,-1-1 1 0 0,-1 1-1 0 0,0-1 1 0 0,-1 0-1 0 0,-1 0 1 0 0,-12 26-1 0 0,14-34 0 0 0,-1-1 0 0 0,0 0 0 0 0,0 0 0 0 0,-1-1 0 0 0,1 1 0 0 0,-1-1 0 0 0,-1 0 0 0 0,1 0 0 0 0,-1-1 0 0 0,1 0 0 0 0,-1 0 0 0 0,-1 0 0 0 0,1 0 0 0 0,0-1 0 0 0,-12 4 0 0 0,17-7 0 0 0,-1 1 0 0 0,1-1 0 0 0,-1 0 0 0 0,1 1 0 0 0,0-1 0 0 0,-1 0 0 0 0,1 0 0 0 0,-1 0 0 0 0,1 0 0 0 0,-1 0 0 0 0,1 0 0 0 0,-1-1 0 0 0,1 1 0 0 0,-1 0 0 0 0,1-1 0 0 0,0 1 0 0 0,-1-1 0 0 0,1 1 0 0 0,0-1 0 0 0,-1 0 0 0 0,1 0 0 0 0,0 0 0 0 0,0 1 0 0 0,0-1 0 0 0,0 0 0 0 0,0 0 0 0 0,0-1 0 0 0,0 1 0 0 0,0 0 0 0 0,0 0 0 0 0,0 0 0 0 0,0-1 0 0 0,1 1 0 0 0,-1 0 0 0 0,1-1 0 0 0,-1 1 0 0 0,1 0 0 0 0,-1-1 0 0 0,1 1 0 0 0,-1-3 0 0 0,0-4 0 0 0,1 1 0 0 0,0-1 0 0 0,0 1 0 0 0,0-1 0 0 0,1 1 0 0 0,2-13 0 0 0,2-3 0 0 0,1 0 0 0 0,2 0 0 0 0,0 0 0 0 0,1 1 0 0 0,1 1 0 0 0,2-1 0 0 0,20-30 0 0 0,-17 29-746 0 0,1 2 0 0 0,1 0 0 0 0,1 1 1 0 0,28-26-1 0 0,-38 40 274 0 0,-1 1 0 0 0,1 0 0 0 0,0 0 1 0 0,0 1-1 0 0,0-1 0 0 0,1 2 0 0 0,9-4 0 0 0,-12 5 117 0 0,0 1 1 0 0,1 0-1 0 0,-1 0 0 0 0,0 1 0 0 0,0-1 0 0 0,1 1 0 0 0,-1 1 0 0 0,0-1 0 0 0,1 1 0 0 0,-1 0 0 0 0,10 3 1 0 0,2 2-8708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1 421 14743 0 0,'0'0'1335'0'0,"2"0"-1096"0"0,78-42 10576 0 0,3 3-5893 0 0,6-2-6664 0 0,-1-6-7747 0 0,-61 31 521 0 0</inkml:trace>
  <inkml:trace contextRef="#ctx0" brushRef="#br0" timeOffset="1">578 1 13823 0 0,'-5'1'14939'0'0,"-22"48"-11489"0"0,24-45-3397 0 0,1-2-30 0 0,1 0 1 0 0,-1 0-1 0 0,1-1 0 0 0,-1 1 1 0 0,1 0-1 0 0,0 0 1 0 0,0 0-1 0 0,0 0 0 0 0,0 0 1 0 0,1 1-1 0 0,-1-1 1 0 0,0 0-1 0 0,1 0 0 0 0,0 0 1 0 0,-1 1-1 0 0,1-1 1 0 0,0 0-1 0 0,0 0 1 0 0,0 1-1 0 0,1 1 0 0 0,2 26-20 0 0,-1 0-1 0 0,-2 0 0 0 0,-1 0 0 0 0,-5 34 0 0 0,3-40-2 0 0,-2 24-1143 0 0,-13 52-1 0 0,13-77 511 0 0,-2 1 0 0 0,-1-1-1 0 0,-1-1 1 0 0,-13 26 0 0 0,10-27-1650 0 0,-2 0-429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5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26575 0 0,'0'0'2412'0'0,"1"-1"-1883"0"0,11-3-109 0 0,1 0-1 0 0,-1 1 0 0 0,1 1 1 0 0,-1 0-1 0 0,1 0 1 0 0,17 1-1 0 0,-17 0-387 0 0,201-14 95 0 0,155-7 29 0 0,-338 20-163 0 0,-2 0-65 0 0,1 2-1 0 0,0 1 1 0 0,43 6 0 0 0,-70-6-2 0 0,-1-1 0 0 0,1 1 0 0 0,-1-1 0 0 0,1 1 0 0 0,-1 0 0 0 0,1 0 0 0 0,-1 0 0 0 0,0 0 0 0 0,1 1-1 0 0,-1-1 1 0 0,0 1 0 0 0,0-1 0 0 0,0 1 0 0 0,3 3 0 0 0,-4-4-72 0 0,-1 1-1 0 0,1-1 0 0 0,-1 1 1 0 0,1-1-1 0 0,-1 0 1 0 0,1 1-1 0 0,-1-1 0 0 0,0 1 1 0 0,0-1-1 0 0,0 1 0 0 0,0-1 1 0 0,0 1-1 0 0,0-1 1 0 0,0 1-1 0 0,0-1 0 0 0,0 0 1 0 0,-1 1-1 0 0,1-1 1 0 0,-1 1-1 0 0,1-1 0 0 0,-1 0 1 0 0,0 1-1 0 0,1-1 1 0 0,-1 0-1 0 0,0 1 0 0 0,0-1 1 0 0,-1 1-1 0 0,-12 16-6681 0 0,-4 3-1984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6:16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14743 0 0,'0'0'1136'0'0,"2"0"-746"0"0,16 4 2735 0 0,0 1 1 0 0,-1 1 0 0 0,22 10-1 0 0,-28-11-2635 0 0,-1 1 0 0 0,0 0 0 0 0,-1 0 0 0 0,0 1 1 0 0,0 0-1 0 0,13 14 0 0 0,-12-10-416 0 0,-1 0-1 0 0,0 1 1 0 0,-1-1 0 0 0,0 2 0 0 0,-1-1 0 0 0,10 26 0 0 0,-15-32-82 0 0,0 1 0 0 0,0-1 0 0 0,-1 0 0 0 0,0 0 0 0 0,0 1 0 0 0,-1-1 0 0 0,0 12 0 0 0,0-13 8 0 0,-1-1 1 0 0,0 0 0 0 0,0 0 0 0 0,0 0 0 0 0,0 0-1 0 0,-1-1 1 0 0,1 1 0 0 0,-1 0 0 0 0,0 0 0 0 0,0-1-1 0 0,-1 0 1 0 0,1 1 0 0 0,-4 3 0 0 0,4-5 3 0 0,1-1 0 0 0,-1 1 1 0 0,0-1-1 0 0,0 1 0 0 0,0-1 1 0 0,0 0-1 0 0,0 0 0 0 0,-1 0 0 0 0,1 0 1 0 0,0 0-1 0 0,-1 0 0 0 0,1 0 1 0 0,0-1-1 0 0,-1 1 0 0 0,1-1 1 0 0,-1 0-1 0 0,1 0 0 0 0,0 0 0 0 0,-1 0 1 0 0,1 0-1 0 0,-1 0 0 0 0,1-1 1 0 0,-5 0-1 0 0,5 0-8 0 0,-1 0 0 0 0,0 0 0 0 0,1 0 0 0 0,-1 0 0 0 0,1-1 1 0 0,0 1-1 0 0,-1-1 0 0 0,1 1 0 0 0,0-1 0 0 0,0 0 0 0 0,0 0 0 0 0,0 0 0 0 0,0 0 0 0 0,0 0 0 0 0,0-1 1 0 0,1 1-1 0 0,-1 0 0 0 0,1-1 0 0 0,0 1 0 0 0,-2-5 0 0 0,2 0 7 0 0,-1-1 0 0 0,1 0 0 0 0,0 0-1 0 0,1 0 1 0 0,0 0 0 0 0,0 0 0 0 0,1 0 0 0 0,0 0 0 0 0,0 1 0 0 0,1-1-1 0 0,0 0 1 0 0,1 1 0 0 0,2-9 0 0 0,5-7 10 0 0,2-1 1 0 0,22-36-1 0 0,-20 40-20 0 0,1 1 1 0 0,1 0-1 0 0,0 1 1 0 0,26-22-1 0 0,82-58-37 0 0,-91 73 41 0 0,32-20 15 0 0,-35 26-155 0 0,31-27-1 0 0,-52 36-141 0 0,-4-1-3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49 22399 0 0,'0'0'1027'0'0,"-4"-6"338"0"0,0 2-250 0 0,8-8 2459 0 0,-2 10-3416 0 0,-1 0 0 0 0,1 1 1 0 0,0-1-1 0 0,0 1 0 0 0,0 0 0 0 0,0-1 0 0 0,0 1 0 0 0,0 0 0 0 0,0 0 0 0 0,0 0 0 0 0,0 1 0 0 0,0-1 0 0 0,0 0 0 0 0,4 0 0 0 0,36-3 336 0 0,-35 3-432 0 0,71-2 74 0 0,121 10 0 0 0,-178-5-240 0 0,5 0-403 0 0,-1 0 0 0 0,0 2 0 0 0,27 7 0 0 0,-50-10 159 0 0,1 0 1 0 0,0-1-1 0 0,-1 1 0 0 0,1 0 0 0 0,-1 0 1 0 0,1 1-1 0 0,-1-1 0 0 0,0 0 0 0 0,1 1 1 0 0,-1-1-1 0 0,0 1 0 0 0,0 0 0 0 0,0 0 1 0 0,0 0-1 0 0,2 2 0 0 0,-2 6-1820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52 12439 0 0,'-11'-2'1823'0'0,"-34"-2"14527"0"0,124 1-15513 0 0,93-17-1 0 0,-41 3-1075 0 0,-99 14-1588 0 0,-1 1 0 0 0,50 3-1 0 0,-59 2-25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3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14 10591 0 0,'-7'-13'10404'0'0,"-4"18"-5724"0"0,6-1-3909 0 0,0-1-1 0 0,1 1 1 0 0,0 1 0 0 0,-7 7-1 0 0,0 3-167 0 0,-11 23-1 0 0,5-10-139 0 0,-120 171 649 0 0,119-178-1066 0 0,-1 2 90 0 0,-29 46 0 0 0,58-66-72 0 0,8-2-52 0 0,0-1 1 0 0,0-1-1 0 0,1 0 1 0 0,31-7-1 0 0,9-2 3 0 0,70-12-53 0 0,-23 3-55 0 0,-80 15-1430 0 0,49-13 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17967 0 0,'0'0'2252'0'0,"0"8"1163"0"0,-5 234 1661 0 0,-1 0-1019 0 0,6-206-4172 0 0,-6 58 1 0 0,8-87-262 0 0,13-9-4755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6 24359 0 0,'0'-1'2209'0'0,"-2"-3"-1685"0"0,1 3 218 0 0,-7 1 1112 0 0,6 1-1713 0 0,-1 0-1 0 0,1 0 0 0 0,0 0 0 0 0,0 0 0 0 0,0 0 0 0 0,0 0 0 0 0,0 0 1 0 0,0 1-1 0 0,0-1 0 0 0,0 0 0 0 0,1 1 0 0 0,-1 0 0 0 0,0-1 0 0 0,-1 4 0 0 0,-20 30 485 0 0,17-23-509 0 0,-9 13-49 0 0,-19 45-1 0 0,29-58-51 0 0,1-1-1 0 0,1 1 1 0 0,-1 0 0 0 0,2 0 0 0 0,0 1-1 0 0,-1 20 1 0 0,3-31-15 0 0,0 1 0 0 0,0 0 0 0 0,0 0 0 0 0,0-1 0 0 0,1 1 0 0 0,-1 0 0 0 0,1-1 0 0 0,0 1 0 0 0,0 0 0 0 0,0-1 0 0 0,0 1 0 0 0,0-1 0 0 0,0 0 0 0 0,1 1 0 0 0,-1-1 0 0 0,1 0 0 0 0,0 0 0 0 0,-1 0 0 0 0,1 0 0 0 0,0 0 0 0 0,0 0 0 0 0,1 0 0 0 0,-1-1 0 0 0,0 1 0 0 0,0-1 0 0 0,1 1 0 0 0,-1-1 0 0 0,1 0 0 0 0,-1 0 0 0 0,1 0 0 0 0,0-1 0 0 0,-1 1 0 0 0,1 0 0 0 0,3-1 0 0 0,2 1 0 0 0,1 0 0 0 0,-1-1 0 0 0,1-1 0 0 0,-1 0 0 0 0,1 0 0 0 0,-1 0 0 0 0,0-1 0 0 0,1 0 0 0 0,14-6 0 0 0,-13 3-7 0 0,-1 0-1 0 0,1 0 1 0 0,-1-1 0 0 0,0 0-1 0 0,-1-1 1 0 0,0 1 0 0 0,0-2-1 0 0,0 1 1 0 0,-1-1 0 0 0,0 0-1 0 0,11-17 1 0 0,-13 18 0 0 0,-1-1 0 0 0,-1 1 0 0 0,1 0 0 0 0,-1-1 0 0 0,0 0 0 0 0,-1 0 0 0 0,0 0 0 0 0,0 0-1 0 0,-1 0 1 0 0,0 0 0 0 0,0 0 0 0 0,-1 0 0 0 0,0 0 0 0 0,-1-1 0 0 0,1 1 0 0 0,-3-10 0 0 0,2 15-57 0 0,0 0-1 0 0,0-1 1 0 0,0 1-1 0 0,0 0 1 0 0,-1 0 0 0 0,0-1-1 0 0,1 1 1 0 0,-1 0-1 0 0,0 0 1 0 0,0 1 0 0 0,0-1-1 0 0,-1 0 1 0 0,1 1-1 0 0,-1 0 1 0 0,-4-4 0 0 0,5 5-126 0 0,0 0-1 0 0,0 0 1 0 0,0 0 0 0 0,-1 0 0 0 0,1 0 0 0 0,0 1 0 0 0,-1-1 0 0 0,1 1 0 0 0,0-1-1 0 0,-1 1 1 0 0,1 0 0 0 0,-1 0 0 0 0,1 0 0 0 0,0 1 0 0 0,-1-1 0 0 0,1 0 0 0 0,0 1-1 0 0,-1-1 1 0 0,1 1 0 0 0,0 0 0 0 0,-1 0 0 0 0,1 0 0 0 0,-2 2 0 0 0,-10 5-1752 0 0,-1 3-59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57 19439 0 0,'0'0'1759'0'0,"-1"-6"-1414"0"0,0 1-119 0 0,0 4 208 0 0,0 1 0 0 0,-1 0 0 0 0,1 0 1 0 0,-1-1-1 0 0,1 1 0 0 0,-1 0 0 0 0,1 0 1 0 0,-1 0-1 0 0,-2 1 0 0 0,0 0 9 0 0,0 1-1 0 0,-1-1 1 0 0,1 1 0 0 0,0 0-1 0 0,0 0 1 0 0,0 0 0 0 0,1 0-1 0 0,-1 1 1 0 0,-4 3 0 0 0,-32 31 734 0 0,35-32-1057 0 0,-11 11 55 0 0,1 1 0 0 0,-14 19 0 0 0,25-30-141 0 0,0-1 0 0 0,1 1 0 0 0,0 0 0 0 0,0 0 0 0 0,0 0 0 0 0,1 0-1 0 0,0 0 1 0 0,0 0 0 0 0,0 1 0 0 0,1-1 0 0 0,-1 12 0 0 0,2-15-36 0 0,0 0 0 0 0,0-1 0 0 0,0 1 0 0 0,0 0 1 0 0,1-1-1 0 0,-1 1 0 0 0,1 0 0 0 0,0-1 0 0 0,0 1 0 0 0,0-1 0 0 0,0 1 0 0 0,0-1 0 0 0,1 0 1 0 0,-1 1-1 0 0,1-1 0 0 0,-1 0 0 0 0,1 0 0 0 0,2 2 0 0 0,0-1-5 0 0,-1-1 0 0 0,0 0 0 0 0,0 0 1 0 0,1-1-1 0 0,-1 1 0 0 0,1 0 0 0 0,-1-1 0 0 0,1 0 0 0 0,0 0 0 0 0,-1 0 1 0 0,7 0-1 0 0,3 0-15 0 0,0-1 0 0 0,0-1 0 0 0,-1 1 1 0 0,1-2-1 0 0,0 0 0 0 0,19-6 0 0 0,-23 5-17 0 0,0 0 0 0 0,0-1 0 0 0,0 0-1 0 0,0-1 1 0 0,-1 0 0 0 0,0 0 0 0 0,0-1-1 0 0,-1 0 1 0 0,1 0 0 0 0,-1 0 0 0 0,0-1-1 0 0,-1 0 1 0 0,0-1 0 0 0,0 0 0 0 0,5-8-1 0 0,-8 10-10 0 0,0 1 0 0 0,0-1-1 0 0,-1 0 1 0 0,1 0-1 0 0,-1 0 1 0 0,-1 0-1 0 0,1-1 1 0 0,-1 1-1 0 0,0 0 1 0 0,0-1 0 0 0,-1 1-1 0 0,0-1 1 0 0,0 1-1 0 0,-1 0 1 0 0,1-1-1 0 0,-2 1 1 0 0,1-1-1 0 0,0 1 1 0 0,-1 0 0 0 0,0 0-1 0 0,-1 0 1 0 0,0 0-1 0 0,-4-8 1 0 0,2 7-351 0 0,1 0-1 0 0,-2 0 1 0 0,1 0 0 0 0,-1 1 0 0 0,-8-8 0 0 0,-9-1-10151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74 10135 0 0,'2'-8'919'0'0,"-1"3"-677"0"0,-1 0 0 0 0,0 0 0 0 0,0 0 0 0 0,-2-8-1 0 0,0 2 3173 0 0,0 1 3424 0 0,2 10-6507 0 0,0-1 0 0 0,0 0 0 0 0,0 1 0 0 0,0-1 0 0 0,-1 1 0 0 0,1-1 0 0 0,0 1 0 0 0,0-1 0 0 0,-1 1 0 0 0,1-1 0 0 0,-1 1 0 0 0,1-1 0 0 0,0 1 0 0 0,-1-1 0 0 0,1 1 0 0 0,-1-1 0 0 0,1 1 0 0 0,-1 0 0 0 0,1-1 0 0 0,-2 1 0 0 0,-12-2 1584 0 0,11 3-1857 0 0,-1-1 0 0 0,1 1-1 0 0,-1 0 1 0 0,1 1-1 0 0,-6 1 1 0 0,-1 4 8 0 0,-1 1-1 0 0,1 0 1 0 0,0 0 0 0 0,0 1 0 0 0,1 0-1 0 0,1 1 1 0 0,-1 0 0 0 0,2 0-1 0 0,-1 1 1 0 0,1 0 0 0 0,1 0 0 0 0,0 1-1 0 0,-6 16 1 0 0,11-24-59 0 0,-1 0 1 0 0,1 0-1 0 0,0 1 0 0 0,0-1 1 0 0,0 0-1 0 0,1 1 0 0 0,-1-1 1 0 0,1 1-1 0 0,0-1 0 0 0,0 0 1 0 0,1 1-1 0 0,0-1 0 0 0,-1 1 1 0 0,1-1-1 0 0,3 7 0 0 0,-2-8-7 0 0,-1 0-1 0 0,1 0 1 0 0,0 1-1 0 0,0-1 1 0 0,1-1-1 0 0,-1 1 0 0 0,1 0 1 0 0,-1-1-1 0 0,1 1 1 0 0,0-1-1 0 0,0 0 1 0 0,0 0-1 0 0,0 0 0 0 0,1 0 1 0 0,-1 0-1 0 0,0-1 1 0 0,1 0-1 0 0,6 2 1 0 0,-1-1-16 0 0,-1 0 1 0 0,1-1 0 0 0,0 0 0 0 0,0-1-1 0 0,0 0 1 0 0,0 0 0 0 0,-1-1-1 0 0,1 0 1 0 0,0-1 0 0 0,0 0-1 0 0,-1 0 1 0 0,12-5 0 0 0,-11 4-2 0 0,0-1-1 0 0,0-1 1 0 0,-1 1 0 0 0,0-1-1 0 0,0-1 1 0 0,0 1 0 0 0,-1-1-1 0 0,1-1 1 0 0,-1 1 0 0 0,-1-1-1 0 0,8-11 1 0 0,-10 14 15 0 0,-2-1 1 0 0,1 0-1 0 0,-1 0 1 0 0,1 0-1 0 0,-1 0 1 0 0,-1 0-1 0 0,1-1 1 0 0,-1 1-1 0 0,0-1 1 0 0,0 1-1 0 0,0-1 1 0 0,-1 1-1 0 0,0-1 1 0 0,0 1-1 0 0,-1-1 1 0 0,1 1-1 0 0,-1-1 1 0 0,-2-5-1 0 0,2 7-55 0 0,0 0-1 0 0,-1 1 1 0 0,1-1-1 0 0,-1 1 1 0 0,0-1-1 0 0,0 1 1 0 0,0 0-1 0 0,0 0 1 0 0,0 0-1 0 0,-1 0 1 0 0,0 0-1 0 0,1 0 1 0 0,-1 1-1 0 0,0 0 1 0 0,0-1-1 0 0,-1 1 1 0 0,1 0-1 0 0,0 0 1 0 0,-1 1-1 0 0,1-1 1 0 0,-1 1-1 0 0,1-1 1 0 0,-1 1-1 0 0,0 0 1 0 0,0 1-1 0 0,-6-2 1 0 0,2 2-378 0 0,0 0 0 0 0,0 1 0 0 0,0 0 0 0 0,1 0 1 0 0,-1 0-1 0 0,0 1 0 0 0,0 0 0 0 0,1 1 0 0 0,0 0 0 0 0,-1 0 0 0 0,1 1 1 0 0,0-1-1 0 0,0 1 0 0 0,-8 7 0 0 0,-4 4-2073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65 5983 0 0,'1'-3'753'0'0,"-2"-23"13760"0"0,-15 29-11080 0 0,8 0-2759 0 0,1 2 1 0 0,-1-1-1 0 0,1 0 1 0 0,0 1-1 0 0,1 1 1 0 0,-1-1-1 0 0,1 1 0 0 0,-7 9 1 0 0,-10 7-23 0 0,16-15-547 0 0,1 0 1 0 0,-1 1-1 0 0,1 0 0 0 0,0 0 0 0 0,1 0 0 0 0,0 1 0 0 0,0-1 0 0 0,-5 13 0 0 0,9-16-100 0 0,-1-1 0 0 0,0 1 0 0 0,1-1 0 0 0,0 1-1 0 0,0 0 1 0 0,0-1 0 0 0,1 1 0 0 0,-1 0 0 0 0,1 0 0 0 0,1-1-1 0 0,-1 1 1 0 0,0 0 0 0 0,1 0 0 0 0,0-1 0 0 0,0 1 0 0 0,1-1-1 0 0,-1 1 1 0 0,1-1 0 0 0,3 6 0 0 0,-3-6-5 0 0,1-1-1 0 0,0 1 1 0 0,0-1-1 0 0,1 0 1 0 0,-1 0 0 0 0,1 0-1 0 0,-1-1 1 0 0,1 1 0 0 0,0-1-1 0 0,0 0 1 0 0,0 0-1 0 0,0 0 1 0 0,0 0 0 0 0,1-1-1 0 0,-1 0 1 0 0,1 0 0 0 0,-1 0-1 0 0,0 0 1 0 0,6 0-1 0 0,4 0-13 0 0,-1-1 0 0 0,1-1 0 0 0,0 0-1 0 0,-1 0 1 0 0,15-4 0 0 0,-21 3 9 0 0,-1 0 0 0 0,1 0 0 0 0,0-1 0 0 0,0 0 1 0 0,-1 0-1 0 0,0 0 0 0 0,0-1 0 0 0,0 0 0 0 0,0 0 1 0 0,0-1-1 0 0,-1 0 0 0 0,0 0 0 0 0,0 0 0 0 0,0 0 1 0 0,0-1-1 0 0,-1 0 0 0 0,0 1 0 0 0,0-2 0 0 0,-1 1 1 0 0,6-13-1 0 0,-6 10-16 0 0,-1 1 0 0 0,1-1 0 0 0,-1 0 0 0 0,-1 1 0 0 0,1-1-1 0 0,-2 0 1 0 0,1 0 0 0 0,-1 0 0 0 0,-1 0 0 0 0,1 0 0 0 0,-1 0 0 0 0,-1 0 0 0 0,0 1 0 0 0,0-1 0 0 0,-1 0 0 0 0,-5-12 0 0 0,5 15 4 0 0,-1 1 1 0 0,1 0-1 0 0,-1 0 0 0 0,1 0 1 0 0,-1 0-1 0 0,-1 1 0 0 0,1 0 1 0 0,-10-8-1 0 0,11 10-275 0 0,0 0 0 0 0,0 0 1 0 0,-1 1-1 0 0,1-1 0 0 0,0 1 0 0 0,-1-1 0 0 0,-4 0 0 0 0,6 2-364 0 0,0-1-1 0 0,0 1 1 0 0,0 0-1 0 0,0 0 1 0 0,0 0-1 0 0,0 0 1 0 0,0 0-1 0 0,0 1 1 0 0,0-1-1 0 0,0 1 1 0 0,0-1-1 0 0,0 1 1 0 0,-3 1-1 0 0,-6 4-8059 0 0</inkml:trace>
  <inkml:trace contextRef="#ctx0" brushRef="#br0" timeOffset="1.16">553 198 14743 0 0,'15'13'16557'0'0,"-13"-11"-16550"0"0,0 0 0 0 0,1 0 0 0 0,-1 0 0 0 0,1 0 0 0 0,5 2 0 0 0,10 3-2758 0 0,-10-5 495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11975 0 0,'0'0'12909'0'0,"-5"7"-10714"0"0,-35 46 2593 0 0,15-17-4343 0 0,-32 61 1 0 0,55-91-445 0 0,-1 0-1 0 0,1-1 1 0 0,0 1 0 0 0,0 0 0 0 0,0 0 0 0 0,1 0 0 0 0,0 0 0 0 0,0 1 0 0 0,1-1 0 0 0,0 0 0 0 0,0 0-1 0 0,1 9 1 0 0,0-11-1 0 0,0 0 0 0 0,0-1 0 0 0,0 1 0 0 0,0-1 0 0 0,1 1 0 0 0,-1-1 0 0 0,1 1-1 0 0,0-1 1 0 0,0 0 0 0 0,0 0 0 0 0,1 0 0 0 0,-1 0 0 0 0,1 0 0 0 0,-1-1 0 0 0,1 1 0 0 0,0-1 0 0 0,0 1-1 0 0,0-1 1 0 0,1 0 0 0 0,-1 0 0 0 0,5 1 0 0 0,0 0-6 0 0,0 0-1 0 0,0-1 1 0 0,0 0-1 0 0,0-1 1 0 0,0 1-1 0 0,1-2 1 0 0,-1 1-1 0 0,0-1 1 0 0,1 0-1 0 0,-1-1 1 0 0,0 0-1 0 0,1-1 1 0 0,7-1-1 0 0,-6 0-2 0 0,-1 0-1 0 0,1 0 0 0 0,-1-1 1 0 0,0 0-1 0 0,0-1 0 0 0,0 1 0 0 0,-1-2 1 0 0,0 1-1 0 0,0-1 0 0 0,12-12 1 0 0,-16 14 4 0 0,-1 0 0 0 0,0-1 1 0 0,0 1-1 0 0,0-1 1 0 0,0 1-1 0 0,-1-1 0 0 0,0 0 1 0 0,0 0-1 0 0,0 0 0 0 0,0 0 1 0 0,-1-1-1 0 0,0 1 0 0 0,0 0 1 0 0,0-1-1 0 0,-1 1 1 0 0,0 0-1 0 0,0-1 0 0 0,0 1 1 0 0,-1-1-1 0 0,0 1 0 0 0,0 0 1 0 0,0-1-1 0 0,0 1 0 0 0,-1 0 1 0 0,-2-6-1 0 0,-2-1-244 0 0,0 0 0 0 0,0 0 0 0 0,-1 1 0 0 0,-1 0-1 0 0,1 0 1 0 0,-2 1 0 0 0,0 0 0 0 0,0 0 0 0 0,-12-9 0 0 0,19 17-20 0 0,-8-6-1291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6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11055 0 0,'0'0'16339'0'0,"0"1"-15141"0"0,-7 32-607 0 0,2 0 0 0 0,1 0-1 0 0,1 52 1 0 0,13 101 1221 0 0,17-6-1793 0 0,-10-86-174 0 0,-17-93-552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82 5983 0 0,'-25'-26'470'0'0,"5"5"102"0"0,4 8 2968 0 0,-8 0 6299 0 0,-3 5-4511 0 0,25 8-5167 0 0,0-1 0 0 0,0 1-1 0 0,0 0 1 0 0,-1 0 0 0 0,1 0-1 0 0,0 1 1 0 0,0-1 0 0 0,0 0 0 0 0,-1 1-1 0 0,1 0 1 0 0,0-1 0 0 0,0 1-1 0 0,0 0 1 0 0,0 0 0 0 0,0 0-1 0 0,0 0 1 0 0,0 1 0 0 0,1-1 0 0 0,-1 0-1 0 0,0 1 1 0 0,1-1 0 0 0,-3 4-1 0 0,-13 19 232 0 0,2 0 0 0 0,1 1 0 0 0,-14 34 0 0 0,19-39-341 0 0,-84 212 317 0 0,15 7-16 0 0,50-143-217 0 0,4 1 0 0 0,5 1 0 0 0,-12 155 0 0 0,28-173-43 0 0,3 0 0 0 0,3 0 0 0 0,4 0 0 0 0,33 150 0 0 0,-22-168-92 0 0,31 70 0 0 0,-26-76 0 0 0,26 100 0 0 0,-49-153-5 0 0,4 14-208 0 0,-4-17 208 0 0,0 0 0 0 0,0 0 1 0 0,0 0-1 0 0,0 0 0 0 0,0 0 1 0 0,-1-1-1 0 0,1 1 0 0 0,0 0 1 0 0,0 0-1 0 0,0 0 0 0 0,0 0 1 0 0,0 0-1 0 0,0 0 0 0 0,0 0 1 0 0,0 0-1 0 0,0 0 0 0 0,0 0 1 0 0,0 0-1 0 0,0 0 0 0 0,0 0 0 0 0,0 0 1 0 0,0 0-1 0 0,0 0 0 0 0,0 0 1 0 0,0 0-1 0 0,0 0 0 0 0,0 0 1 0 0,0 0-1 0 0,0 0 0 0 0,0 1 1 0 0,0-1-1 0 0,0 0 0 0 0,0 0 1 0 0,0 0-1 0 0,0 0 0 0 0,0 0 1 0 0,0 0-1 0 0,0 0 0 0 0,0 0 1 0 0,0 0-1 0 0,-5-10-216 0 0,5 8 17 0 0,-3-4-881 0 0,1 0 0 0 0,0 0-1 0 0,-2-10 1 0 0,1-5-8971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8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40 17015 0 0,'39'-39'11904'0'0,"-52"58"-11354"0"0,1 1-1 0 0,0 1 1 0 0,-13 35 0 0 0,12-24-338 0 0,1 1 1 0 0,-7 36-1 0 0,15-52-150 0 0,1-1-1 0 0,1 1 1 0 0,1 0-1 0 0,0-1 1 0 0,1 1-1 0 0,3 23 1 0 0,-2-36-56 0 0,-1 1 1 0 0,1-1-1 0 0,0 1 1 0 0,1-1 0 0 0,-1 0-1 0 0,1 0 1 0 0,-1 1-1 0 0,1-1 1 0 0,0 0 0 0 0,1-1-1 0 0,-1 1 1 0 0,1 0-1 0 0,0-1 1 0 0,0 1 0 0 0,0-1-1 0 0,0 0 1 0 0,0 0-1 0 0,1 0 1 0 0,0 0 0 0 0,-1-1-1 0 0,1 0 1 0 0,0 1-1 0 0,0-1 1 0 0,0-1-1 0 0,0 1 1 0 0,1 0 0 0 0,-1-1-1 0 0,0 0 1 0 0,1 0-1 0 0,-1 0 1 0 0,1-1 0 0 0,-1 0-1 0 0,1 0 1 0 0,-1 0-1 0 0,8-1 1 0 0,4-1-7 0 0,0-2 0 0 0,0 0 0 0 0,-1-1 0 0 0,1 0 0 0 0,-1-1 0 0 0,0-1 0 0 0,-1 0 0 0 0,0-1 0 0 0,0-1 0 0 0,0 0 0 0 0,-1-1 0 0 0,-1 0 0 0 0,1-1 0 0 0,20-25 0 0 0,-30 32 0 0 0,-1 1 0 0 0,0-1 0 0 0,1 0 0 0 0,-1-1 0 0 0,-1 1 0 0 0,1 0 0 0 0,0-1 0 0 0,-1 1 0 0 0,0-1 0 0 0,0 1 0 0 0,0-9 0 0 0,-1 11 0 0 0,0 1 0 0 0,0-1 0 0 0,0 0 0 0 0,0 1 0 0 0,0-1 0 0 0,-1 0 0 0 0,1 1 0 0 0,-1-1 0 0 0,1 0 0 0 0,-1 1 0 0 0,0-1 0 0 0,1 1 0 0 0,-1-1 0 0 0,0 1 0 0 0,0 0 0 0 0,0-1 0 0 0,0 1 0 0 0,0 0 0 0 0,0 0 0 0 0,-1-1 0 0 0,1 1 0 0 0,0 0 0 0 0,0 0 0 0 0,-1 0 0 0 0,1 1 0 0 0,-1-1 0 0 0,1 0 0 0 0,-1 0 0 0 0,1 1 0 0 0,-1-1 0 0 0,0 1 0 0 0,1 0 0 0 0,-1-1 0 0 0,1 1 0 0 0,-4 0 0 0 0,-5-1 0 0 0,1 1 1 0 0,0 1-1 0 0,-1-1 1 0 0,1 2-1 0 0,-1-1 1 0 0,1 1-1 0 0,0 1 1 0 0,0 0-1 0 0,0 0 0 0 0,0 1 1 0 0,-12 7-1 0 0,-8 6-32 0 0,-49 38-1 0 0,69-48-89 0 0,1 0-1 0 0,0 0 1 0 0,0 1 0 0 0,1 0-1 0 0,-9 12 1 0 0,14-17-170 0 0,0 0 0 0 0,1-1 1 0 0,-1 1-1 0 0,1 0 0 0 0,-1 0 0 0 0,1 0 0 0 0,0 0 0 0 0,0 0 0 0 0,0 0 1 0 0,1 0-1 0 0,-1 0 0 0 0,1 0 0 0 0,0 0 0 0 0,0 0 0 0 0,0 1 0 0 0,0-1 1 0 0,0 0-1 0 0,1 0 0 0 0,-1 0 0 0 0,1 0 0 0 0,0 0 0 0 0,2 6 0 0 0,8 10-2129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17503 0 0,'2'1'11059'0'0,"12"2"-10394"0"0,0-1-1 0 0,0-1 1 0 0,0 0 0 0 0,18-1 0 0 0,61-7-408 0 0,-51 2-8 0 0,-27 4-243 0 0,597-39 363 0 0,-569 39-592 0 0,0 2 0 0 0,83 14 0 0 0,-119-14-127 0 0,0 1 0 0 0,0 0 1 0 0,0 0-1 0 0,11 6 1 0 0,-16-8 103 0 0,-1 1 1 0 0,1 0 0 0 0,-1 0 0 0 0,0 0 0 0 0,1 0-1 0 0,-1 0 1 0 0,0 0 0 0 0,0 0 0 0 0,1 0-1 0 0,-1 1 1 0 0,0-1 0 0 0,0 0 0 0 0,0 1 0 0 0,-1-1-1 0 0,1 1 1 0 0,0-1 0 0 0,0 1 0 0 0,-1-1-1 0 0,1 1 1 0 0,-1-1 0 0 0,1 1 0 0 0,-1 0 0 0 0,0-1-1 0 0,0 4 1 0 0,-3 10-8711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59 16127 0 0,'-5'-5'412'0'0,"3"3"-238"0"0,1 0-1 0 0,-1 1 0 0 0,0-1 1 0 0,1 0-1 0 0,0 0 0 0 0,-1 0 1 0 0,1 0-1 0 0,3-12 10327 0 0,13 9-9223 0 0,-15 5-990 0 0,20-6 356 0 0,1 2-1 0 0,38-3 1 0 0,-49 6-645 0 0,19-1 65 0 0,0 2 0 0 0,0 1 0 0 0,0 2 0 0 0,56 11 0 0 0,-78-12-61 0 0,1-1 8 0 0,-1 1 1 0 0,0 0-1 0 0,1 1 1 0 0,-1-1 0 0 0,0 2-1 0 0,11 6 1 0 0,-18-9-7 0 0,1 0 1 0 0,-1 0-1 0 0,0 1 0 0 0,0-1 1 0 0,0 0-1 0 0,0 0 0 0 0,0 0 0 0 0,0 1 1 0 0,0-1-1 0 0,0 0 0 0 0,0 0 1 0 0,-1 0-1 0 0,0 3 0 0 0,1-3 8 0 0,-1 3-1 0 0,-1 0-1 0 0,1-1 1 0 0,-1 1-1 0 0,1-1 0 0 0,-1 0 1 0 0,0 1-1 0 0,0-1 1 0 0,0 0-1 0 0,-1 0 1 0 0,1 0-1 0 0,-5 3 1 0 0,-6 6 76 0 0,-18 11 1 0 0,12-9-36 0 0,-9 6-34 0 0,-43 23 0 0 0,42-26-162 0 0,-48 35-1 0 0,61-35 110 0 0,15-15 314 0 0,2 0-292 0 0,0 0 0 0 0,1 0 1 0 0,-1 0-1 0 0,1 0 0 0 0,-1 0 0 0 0,1 0 0 0 0,0 0 0 0 0,0-1 1 0 0,0 1-1 0 0,0-1 0 0 0,0 1 0 0 0,0-1 0 0 0,0 0 0 0 0,3 2 1 0 0,-1-2 12 0 0,1 1 1 0 0,0 0-1 0 0,0-1 1 0 0,0 0-1 0 0,0 0 0 0 0,8 0 1 0 0,5-2-184 0 0,0 0 0 0 0,35-7 0 0 0,-49 8 108 0 0,56-12-3484 0 0,-36 7-6745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09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4 307 8751 0 0,'-1'1'10204'0'0,"1"0"-9658"0"0,0 0 0 0 0,-1 0-1 0 0,1 0 1 0 0,-1 0 0 0 0,1 0 0 0 0,0 0-1 0 0,0-1 1 0 0,0 1 0 0 0,-1 0-1 0 0,1 0 1 0 0,0 0 0 0 0,0 0 0 0 0,0 0-1 0 0,1 0 1 0 0,-1 0 0 0 0,0 0 0 0 0,0 0-1 0 0,0 0 1 0 0,1 0 0 0 0,0 2-1 0 0,0-1-303 0 0,0 0 0 0 0,0-1 0 0 0,1 1-1 0 0,-1 0 1 0 0,1 0 0 0 0,-1 0-1 0 0,1-1 1 0 0,3 3 0 0 0,0 0-751 0 0,-1-1 0 0 0,1-1 0 0 0,0 1 0 0 0,0 0 0 0 0,0-1 0 0 0,1 0 0 0 0,5 1 0 0 0,2-1-955 0 0</inkml:trace>
  <inkml:trace contextRef="#ctx0" brushRef="#br0" timeOffset="1">339 0 17967 0 0,'0'0'2339'0'0,"0"10"4829"0"0,5 84-2127 0 0,13 50-4898 0 0,-4-41-101 0 0,-13-99 79 0 0,0 0-652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 0 0,'0'0'1103'0'0,"8"2"-254"0"0,38 14 9279 0 0,-1 6-6784 0 0,39 31-2203 0 0,-51-28-882 0 0,-1 2 0 0 0,-2 0 0 0 0,0 3 0 0 0,-2 0 0 0 0,-1 2 0 0 0,37 57-1 0 0,-15-8-208 0 0,69 155 0 0 0,-85-159-48 0 0,-4 0 0 0 0,-3 2 0 0 0,-3 0-1 0 0,-4 2 1 0 0,16 149 0 0 0,-34-190-2 0 0,-1 0 0 0 0,-1 0 0 0 0,-3 0 0 0 0,-1-1 0 0 0,-2 1 0 0 0,-2-1 0 0 0,-1-1 0 0 0,-2 0 0 0 0,-2 0 0 0 0,-1-1 0 0 0,-2-1 0 0 0,-2-1 0 0 0,-1 0 0 0 0,-1-1 0 0 0,-2-2 0 0 0,-38 44 0 0 0,53-68 0 0 0,-1 1 0 0 0,1-1 0 0 0,-15 10 0 0 0,23-18-10 0 0,-1 1 0 0 0,1-1 0 0 0,0 0 1 0 0,-1 0-1 0 0,1 0 0 0 0,-1 1 0 0 0,1-1 0 0 0,0 0 0 0 0,-1 0 1 0 0,1 0-1 0 0,-1 0 0 0 0,1 0 0 0 0,0 0 0 0 0,-1 0 0 0 0,1 0 0 0 0,-1 0 1 0 0,1 0-1 0 0,0 0 0 0 0,-1 0 0 0 0,1 0 0 0 0,-1-1 0 0 0,1 1 1 0 0,0 0-1 0 0,-1 0 0 0 0,1 0 0 0 0,0 0 0 0 0,-1-1 0 0 0,1 1 0 0 0,0 0 1 0 0,-1 0-1 0 0,1-1 0 0 0,0 1 0 0 0,0 0 0 0 0,-1-1 0 0 0,1 1 0 0 0,0 0 1 0 0,0-1-1 0 0,-1 1 0 0 0,1-1 0 0 0,-5-11-615 0 0,4 11 563 0 0,-2-8-2102 0 0,3 1 209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2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39 8287 0 0,'-9'-18'-715'0'0,"8"16"1304"0"0,-1 0-1 0 0,1 1 1 0 0,0-1 0 0 0,-1 1-1 0 0,0-1 1 0 0,1 1-1 0 0,-1 0 1 0 0,0-1 0 0 0,1 1-1 0 0,-4-1 1 0 0,3 1 50 0 0,0 0 0 0 0,0 1 1 0 0,1-1-1 0 0,-1 1 0 0 0,0 0 1 0 0,0-1-1 0 0,0 1 0 0 0,0 0 1 0 0,0 0-1 0 0,0 0 0 0 0,1 1 1 0 0,-3-1-1 0 0,-16 8 1911 0 0,13-3-2208 0 0,-1 0 0 0 0,2 0 0 0 0,-1 1 0 0 0,1 0-1 0 0,-1 0 1 0 0,2 1 0 0 0,-8 9 0 0 0,3-2 207 0 0,1 0 1 0 0,-13 28-1 0 0,17-31-448 0 0,1-1 0 0 0,1 1 0 0 0,0 0-1 0 0,0 0 1 0 0,1 0 0 0 0,1 0 0 0 0,0 0 0 0 0,0 0-1 0 0,1 1 1 0 0,2 16 0 0 0,-2-24-90 0 0,1 0 0 0 0,-1 0 0 0 0,1 0 0 0 0,0 0-1 0 0,0 0 1 0 0,1 0 0 0 0,0 0 0 0 0,-1-1 0 0 0,1 1 0 0 0,0-1 0 0 0,0 1 0 0 0,1-1 0 0 0,-1 0-1 0 0,1 1 1 0 0,0-1 0 0 0,0-1 0 0 0,0 1 0 0 0,0 0 0 0 0,0-1 0 0 0,1 1 0 0 0,-1-1-1 0 0,1 0 1 0 0,-1 0 0 0 0,1-1 0 0 0,0 1 0 0 0,0-1 0 0 0,0 1 0 0 0,-1-1 0 0 0,1 0 0 0 0,1-1-1 0 0,5 1 1 0 0,-2-1-9 0 0,1 0-1 0 0,-1-1 1 0 0,0 0 0 0 0,0 0-1 0 0,0-1 1 0 0,0 0-1 0 0,0 0 1 0 0,-1-1-1 0 0,1 0 1 0 0,-1 0-1 0 0,0-1 1 0 0,14-9 0 0 0,-10 5-18 0 0,1-1 1 0 0,-1 0-1 0 0,-1 0 1 0 0,0-1-1 0 0,0-1 1 0 0,13-19-1 0 0,-19 24 14 0 0,0-1-1 0 0,-1 0 1 0 0,1 0-1 0 0,-2 0 1 0 0,1 0-1 0 0,-1-1 0 0 0,0 1 1 0 0,0 0-1 0 0,-1-1 1 0 0,0 0-1 0 0,0 1 1 0 0,-1-11-1 0 0,0 13-24 0 0,-1 1 1 0 0,1 0-1 0 0,-1 0 0 0 0,1 0 0 0 0,-1 0 0 0 0,-1 0 1 0 0,1 0-1 0 0,0 0 0 0 0,-1 0 0 0 0,0 1 1 0 0,0-1-1 0 0,0 1 0 0 0,0-1 0 0 0,-1 1 0 0 0,1 0 1 0 0,-1-1-1 0 0,0 1 0 0 0,0 1 0 0 0,0-1 1 0 0,0 0-1 0 0,-1 1 0 0 0,1-1 0 0 0,0 1 0 0 0,-7-2 1 0 0,8 3-88 0 0,0 0 1 0 0,0 1-1 0 0,0-1 1 0 0,0 1-1 0 0,-1 0 0 0 0,1-1 1 0 0,0 1-1 0 0,0 0 1 0 0,0 0-1 0 0,-1 1 1 0 0,1-1-1 0 0,0 0 1 0 0,0 1-1 0 0,-4 1 1 0 0,-6 3-2804 0 0,3 4-3299 0 0,1 3-2027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22863 0 0,'0'0'2071'0'0,"-6"7"-1574"0"0,3-3-228 0 0,1 0-1 0 0,-1 1 1 0 0,1-1 0 0 0,0 1-1 0 0,0-1 1 0 0,0 1 0 0 0,1-1-1 0 0,0 1 1 0 0,0 0 0 0 0,0 0-1 0 0,0 0 1 0 0,1 0 0 0 0,0 0-1 0 0,0 0 1 0 0,0 6 0 0 0,1-10-412 0 0,-1 1 0 0 0,0 0 1 0 0,1-1-1 0 0,-1 1 0 0 0,1 0 1 0 0,-1-1-1 0 0,1 1 0 0 0,0 0 1 0 0,0-1-1 0 0,0 0 0 0 0,0 1 1 0 0,1 1-1 0 0,-1-3-94 0 0,0 1-1 0 0,-1 0 1 0 0,1-1-1 0 0,0 1 1 0 0,0-1-1 0 0,0 1 1 0 0,0-1 0 0 0,0 0-1 0 0,0 1 1 0 0,0-1-1 0 0,1 0 1 0 0,3 2-482 0 0,6 1-1701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21 8751 0 0,'10'-20'19376'0'0,"-16"26"-18000"0"0,-36 44 174 0 0,-61 58 0 0 0,81-86-1442 0 0,-20 13-52 0 0,42-35-56 0 0,0 0 0 0 0,0 0 0 0 0,0 0 0 0 0,-1 0 0 0 0,1 0 0 0 0,0 0 0 0 0,0 1 0 0 0,0-1 0 0 0,0 0 0 0 0,0 0 0 0 0,0 0 0 0 0,-1 0 0 0 0,1 1 0 0 0,0-1 0 0 0,0 0 0 0 0,0 0 0 0 0,0 0 0 0 0,0 0 0 0 0,0 1 0 0 0,0-1 0 0 0,0 0 0 0 0,0 0 0 0 0,0 0 0 0 0,0 1 0 0 0,0-1 0 0 0,0 0 0 0 0,0 0 0 0 0,0 0 0 0 0,0 1 0 0 0,0-1 0 0 0,0 0 0 0 0,0 0 0 0 0,0 0 0 0 0,0 1 0 0 0,0-1 0 0 0,1 0 0 0 0,-1 0 0 0 0,0 0 0 0 0,0 0 0 0 0,0 0 0 0 0,0 1 0 0 0,0-1 0 0 0,0 0 0 0 0,1 0 0 0 0,-1 0 0 0 0,0 0 0 0 0,0 0 0 0 0,0 0 0 0 0,0 1 0 0 0,1-1 0 0 0,-1 0 0 0 0,0 0 0 0 0,0 0 0 0 0,0 0 0 0 0,0 0 0 0 0,1 0 0 0 0,9 3 0 0 0,-9-3 0 0 0,9 1 0 0 0,1-1 0 0 0,-1 0 0 0 0,1 0 0 0 0,0-1 0 0 0,15-3 0 0 0,-1 0 0 0 0,15-2 0 0 0,-24 3 0 0 0,0 0 0 0 0,0 2 0 0 0,16 0 0 0 0,20-2-258 0 0,-10 0-95 0 0,-35 3 730 0 0,10 1-6984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20383 0 0,'0'0'5545'0'0,"0"2"-4389"0"0,-5 31 1961 0 0,-3 18-1951 0 0,-1 72-1 0 0,9-85-1236 0 0,8 62 0 0 0,-8-99-182 0 0,0 0-1 0 0,0 0 1 0 0,0-1 0 0 0,1 1 0 0 0,-1 0 0 0 0,0 0 0 0 0,0-1 0 0 0,1 1-1 0 0,-1 0 1 0 0,1 0 0 0 0,-1-1 0 0 0,1 1 0 0 0,0 1 0 0 0,3 2-3722 0 0,-1 1 1679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92 13359 0 0,'-29'-7'2417'0'0,"-35"-3"-1"0"0,-20-4 11014 0 0,107 7-12584 0 0,102-5-646 0 0,-19 3-101 0 0,303-17-99 0 0,-227 21 0 0 0,360 3 0 0 0,-504 4 0 0 0,135 8 0 0 0,-149-10 0 0 0,-24 0 0 0 0,0 0-1 0 0,0 0 1 0 0,0 0-1 0 0,0 0 1 0 0,0 0-1 0 0,0 0 1 0 0,0 0-1 0 0,0 0 1 0 0,0 0-1 0 0,0 0 1 0 0,0 0-1 0 0,1 0 1 0 0,-1 0 0 0 0,0 0-1 0 0,0 0 1 0 0,0 0-1 0 0,0 0 1 0 0,0 0-1 0 0,0 0 1 0 0,0 0-1 0 0,0 0 1 0 0,0 0-1 0 0,0 0 1 0 0,1 0-1 0 0,-1 0 1 0 0,0 0 0 0 0,0 0-1 0 0,0 0 1 0 0,0 0-1 0 0,0 0 1 0 0,0 0-1 0 0,0 1 1 0 0,0-1-1 0 0,0 0 1 0 0,0 0-1 0 0,0 0 1 0 0,0 0-1 0 0,0 0 1 0 0,0 0-1 0 0,1 0 1 0 0,-1 0 0 0 0,0 0-1 0 0,0 0 1 0 0,0 0-1 0 0,0 0 1 0 0,0 1-1 0 0,0-1 1 0 0,0 0-1 0 0,0 0 1 0 0,0 0-1 0 0,0 0 1 0 0,0 0-1 0 0,0 0 1 0 0,0 0 0 0 0,0 0-1 0 0,0 1 1 0 0,-6 3-83 0 0,-7 3-269 0 0,9-5-132 0 0,-1 0 0 0 0,1 0 0 0 0,0 0 0 0 0,-1 1 1 0 0,1-1-1 0 0,-5 5 0 0 0,-2 3-1452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6911 0 0,'0'0'15715'0'0,"4"9"-12214"0"0,-2-4-2897 0 0,-1 1 0 0 0,1 0-1 0 0,-1 0 1 0 0,0 0 0 0 0,0 1 0 0 0,-1-1-1 0 0,0 11 1 0 0,-2 3-36 0 0,-4 20 1 0 0,0-1-439 0 0,-1 73 1 0 0,7-111-726 0 0,2 6-3325 0 0,0 0-2134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5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15199 0 0,'0'0'5418'0'0,"-4"8"-3203"0"0,-4 13 4907 0 0,3-2-6093 0 0,6-17-1039 0 0,-1-1 0 0 0,0 0-1 0 0,0 1 1 0 0,0-1 0 0 0,1 0 0 0 0,-1 0-1 0 0,1 1 1 0 0,-1-1 0 0 0,1 0 0 0 0,-1 0 0 0 0,1 0-1 0 0,0 0 1 0 0,-1 0 0 0 0,1 0 0 0 0,0 0-1 0 0,0 0 1 0 0,1 1 0 0 0,17 14-3997 0 0,-4-8-5770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5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3 17967 0 0,'0'0'10729'0'0,"-4"7"-8859"0"0,-6 8-1554 0 0,-1 0 0 0 0,-1-1-1 0 0,-26 24 1 0 0,-48 30 622 0 0,83-65-938 0 0,-19 12 0 0 0,0-1 0 0 0,-1 0 0 0 0,-25 10 0 0 0,82-20 0 0 0,206-18-261 0 0,-77 2-7 0 0,-129 13-2118 0 0</inkml:trace>
  <inkml:trace contextRef="#ctx0" brushRef="#br0" timeOffset="1">324 0 12439 0 0,'0'0'17736'0'0,"0"9"-16221"0"0,1 82-1156 0 0,5 0 0 0 0,21 114 0 0 0,-25-195-645 0 0,1 1 1 0 0,0-1-1 0 0,0 0 1 0 0,7 14-1 0 0,-5-15-510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6911 0 0,'1'-1'528'0'0,"2"-2"675"0"0,0 1-1 0 0,0-1 1 0 0,1 1-1 0 0,0-1 0 0 0,-1 1 1 0 0,1 0-1 0 0,0 0 1 0 0,0 1-1 0 0,0-1 0 0 0,0 1 1 0 0,0 0-1 0 0,0 0 1 0 0,0 0-1 0 0,6 0 0 0 0,6-2-186 0 0,18-4 1 0 0,1 2 0 0 0,48-2 0 0 0,-55 6-1625 0 0,47 7 0 0 0,-41 1-783 0 0,-4 7-73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7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23263 0 0,'0'0'2720'0'0,"2"0"-2529"0"0,19-5 69 0 0,-3 1 49 0 0,0 1-1 0 0,22-2 0 0 0,37 2-6 0 0,137-5-3855 0 0,-158 7 1804 0 0,-7-2-11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9 424 21423 0 0,'-1'-6'435'0'0,"-6"-14"4618"0"0,25 18-2853 0 0,-8 3-1846 0 0,0 0 0 0 0,-1 1 0 0 0,1 0 0 0 0,-1 1 0 0 0,16 6 0 0 0,0 0-161 0 0,7 0-144 0 0,30 12 67 0 0,-54-18-105 0 0,0 0-1 0 0,0 1 0 0 0,-1 0 0 0 0,0 1 1 0 0,11 7-1 0 0,-4 5-10 0 0,-14-16 0 0 0,1 0 0 0 0,0-1 0 0 0,-1 1 0 0 0,1 0 0 0 0,-1 0 0 0 0,1 0 0 0 0,-1 0 0 0 0,0 0 0 0 0,1 0 0 0 0,-1 0 0 0 0,0 0 0 0 0,0 0 0 0 0,0 0 0 0 0,1 0 0 0 0,-1 0 0 0 0,0 0 0 0 0,-1 0 0 0 0,1 0 0 0 0,0 1 0 0 0,0-1 0 0 0,0 0 0 0 0,0 0 0 0 0,-1 0 0 0 0,1 0 0 0 0,-1-1 0 0 0,0 3 0 0 0,0 0 0 0 0,-1 0 0 0 0,0 0 0 0 0,-1 0 0 0 0,1 1 0 0 0,-1-1 0 0 0,0-1 0 0 0,1 1 0 0 0,-1 0 0 0 0,0-1 0 0 0,-1 1 0 0 0,1-1 0 0 0,0 0 0 0 0,-6 2 0 0 0,-8 5 0 0 0,-22 7 0 0 0,24-11 0 0 0,-92 41-1156 0 0</inkml:trace>
  <inkml:trace contextRef="#ctx0" brushRef="#br0" timeOffset="1">1286 19 11519 0 0,'0'-18'20763'0'0,"-16"267"-20363"0"0,5-127-315 0 0,8-75-85 0 0,-9 89 0 0 0,9-110 0 0 0,-2-1 0 0 0,-1 0 0 0 0,-11 30 0 0 0,15-49-12 0 0,-1 1 1 0 0,0-1-1 0 0,0 0 1 0 0,-7 8-1 0 0,8-12 5 0 0,1 0 0 0 0,-1 0 1 0 0,0 0-1 0 0,1 0 0 0 0,-1 0 0 0 0,0-1 0 0 0,0 1 1 0 0,0-1-1 0 0,-1 1 0 0 0,1-1 0 0 0,0 0 0 0 0,0 0 1 0 0,-1 0-1 0 0,-2 1 0 0 0,3-3-68 0 0,0 1 0 0 0,0 0-1 0 0,1-1 1 0 0,-1 0 0 0 0,0 1 0 0 0,1-1-1 0 0,-1 0 1 0 0,1 0 0 0 0,-1 0 0 0 0,1 0 0 0 0,-1 0-1 0 0,1 0 1 0 0,-1 0 0 0 0,1 0 0 0 0,0-1-1 0 0,-1-1 1 0 0,1 3 46 0 0,-3-5-529 0 0,1 1 0 0 0,0-1 0 0 0,-1 0 0 0 0,-2-7 0 0 0,4 8-141 0 0,-11-19-1744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8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25855 0 0,'0'0'2345'0'0,"1"0"-1833"0"0,105 6 2897 0 0,4 1-2886 0 0,28-7-488 0 0,259 36 0 0 0,-391-35-60 0 0,23 4-223 0 0,38 12 1 0 0,-60-15-158 0 0,0 0 0 0 0,1 1 0 0 0,-1 0-1 0 0,0 1 1 0 0,-1 0 0 0 0,1 0 0 0 0,-1 0 0 0 0,1 1 0 0 0,-1 0 0 0 0,7 7 0 0 0,-2 3-2158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0 307 20815 0 0,'0'0'959'0'0,"8"5"309"0"0,35 19 1715 0 0,1-2 0 0 0,62 21 0 0 0,-103-42-2924 0 0,1 1 0 0 0,0-1 0 0 0,-1 1 0 0 0,0 0 0 0 0,1 0 0 0 0,-1 0 0 0 0,4 4 0 0 0,-6-5-45 0 0,0 0 0 0 0,1 1 0 0 0,-1-1 0 0 0,0 0 0 0 0,0 0 0 0 0,0 1 0 0 0,-1-1 0 0 0,1 1 0 0 0,0-1 0 0 0,-1 0 0 0 0,1 1 0 0 0,0 0 0 0 0,-1-1 0 0 0,0 1 0 0 0,1-1 0 0 0,-1 1 0 0 0,0-1 0 0 0,0 1-1 0 0,0 0 1 0 0,0 1 0 0 0,-2 6-12 0 0,0 0 0 0 0,-1 0-1 0 0,0 0 1 0 0,-1 0 0 0 0,0 0-1 0 0,0-1 1 0 0,-11 16 0 0 0,9-16-3 0 0,1 0 1 0 0,0 1 0 0 0,1 0-1 0 0,0 0 1 0 0,0 0-1 0 0,-4 19 1 0 0,7-26 0 0 0,0-1 0 0 0,1-1 0 0 0,0 1 0 0 0,0 0 0 0 0,0-1 0 0 0,-1 1 0 0 0,1 0 0 0 0,0-1 0 0 0,0 1 0 0 0,0 0 0 0 0,0-1 0 0 0,0 1 0 0 0,0 0 0 0 0,0-1 0 0 0,0 1 0 0 0,1 0 0 0 0,-1-1 0 0 0,0 1 0 0 0,0 0 0 0 0,1 0 0 0 0,-1 1 0 0 0,0-1 0 0 0,1 1 0 0 0,-1-1 0 0 0,1 0 0 0 0,-1 1 0 0 0,1-1 0 0 0,-1 0 0 0 0,1 1 0 0 0,0-1 0 0 0,0 0 0 0 0,0 0 0 0 0,-1 0 0 0 0,1 0 0 0 0,0 0 0 0 0,1 0 0 0 0,-1 0 0 0 0,0 0 0 0 0,0 0 0 0 0,0 0 0 0 0,0 0 0 0 0,1-1 0 0 0,-1 1 0 0 0,2 0 0 0 0,-2 0 0 0 0,5 1-6 0 0,-1 0 0 0 0,1-1 0 0 0,0 0 0 0 0,-1 0 0 0 0,1 0 0 0 0,0-1-1 0 0,0 1 1 0 0,-1-1 0 0 0,1-1 0 0 0,0 1 0 0 0,0-1 0 0 0,0 0 0 0 0,6-2 0 0 0,8-3-87 0 0,0-1 0 0 0,23-11 0 0 0,-23 8-1107 0 0,0-1-1 0 0,32-24 1 0 0,-27 16-1355 0 0</inkml:trace>
  <inkml:trace contextRef="#ctx0" brushRef="#br0" timeOffset="1">892 39 9671 0 0,'3'-14'-816'0'0,"7"0"9846"0"0,-9 13-8068 0 0,0 0 1 0 0,1 0-1 0 0,-1 1 0 0 0,0-1 1 0 0,0 0-1 0 0,1 1 1 0 0,-1-1-1 0 0,0 1 0 0 0,1 0 1 0 0,1-1-1 0 0,10-1-278 0 0,0 1 1 0 0,0 0-1 0 0,0 1 0 0 0,0 1 1 0 0,15 2-1 0 0,16 1-561 0 0,71-1-56 0 0,-73 3-508 0 0,-40-5 194 0 0,-5 7-2984 0 0,-3 3 1598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1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25279 0 0,'0'0'2805'0'0,"8"0"-1503"0"0,79-1 1304 0 0,209 10-1998 0 0,-265-2-1464 0 0,-14 2-3008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 14743 0 0,'-6'-3'7491'0'0,"2"4"-7047"0"0,1 1 0 0 0,-1-1 1 0 0,0 1-1 0 0,1 0 0 0 0,-1 0 0 0 0,1 1 1 0 0,-1-1-1 0 0,1 1 0 0 0,0-1 0 0 0,0 1 1 0 0,-4 6-1 0 0,-5 6 201 0 0,-12 20 1 0 0,18-25-416 0 0,-18 27 357 0 0,1 1 1 0 0,-31 75 0 0 0,48-99-519 0 0,1 1 1 0 0,0-1 0 0 0,2 1 0 0 0,0 0 0 0 0,0 0 0 0 0,1 0 0 0 0,1 1 0 0 0,1-1-1 0 0,0 0 1 0 0,1 0 0 0 0,5 30 0 0 0,-5-40-64 0 0,1 1-1 0 0,-1-1 1 0 0,1 0 0 0 0,1 0 0 0 0,-1 0-1 0 0,1-1 1 0 0,-1 1 0 0 0,1-1-1 0 0,1 1 1 0 0,-1-1 0 0 0,0 0 0 0 0,1 0-1 0 0,7 5 1 0 0,-8-6-3 0 0,1-1 0 0 0,0 1-1 0 0,0-1 1 0 0,0 0 0 0 0,1 0 0 0 0,-1-1 0 0 0,0 1 0 0 0,1-1-1 0 0,-1 0 1 0 0,1 0 0 0 0,-1-1 0 0 0,1 1 0 0 0,-1-1 0 0 0,1 0-1 0 0,-1 0 1 0 0,7-2 0 0 0,0 0-19 0 0,-1 0 0 0 0,-1-1-1 0 0,1 0 1 0 0,0-1 0 0 0,-1 0 0 0 0,0 0-1 0 0,1-1 1 0 0,-2 0 0 0 0,1-1 0 0 0,15-13-1 0 0,-3-1-48 0 0,0-1 1 0 0,27-36-1 0 0,-41 49 39 0 0,-1 0 0 0 0,0-1 1 0 0,0 0-1 0 0,-1 0 1 0 0,0 0-1 0 0,-1-1 0 0 0,0 1 1 0 0,0-1-1 0 0,2-12 1 0 0,-6 22 24 0 0,0-1 1 0 0,0 1 0 0 0,1-1-1 0 0,-1 0 1 0 0,0 1-1 0 0,0-1 1 0 0,0 1 0 0 0,0-1-1 0 0,0 1 1 0 0,0-1-1 0 0,0 1 1 0 0,0-1 0 0 0,-1 1-1 0 0,1-1 1 0 0,0 1-1 0 0,0-1 1 0 0,0 1 0 0 0,0-1-1 0 0,-1 1 1 0 0,1-1-1 0 0,0 1 1 0 0,-1-1 0 0 0,1 1-1 0 0,0-1 1 0 0,-1 1-1 0 0,1-1 1 0 0,0 1 0 0 0,-2-1-1 0 0,2 1 1 0 0,-1 0 0 0 0,0 0 1 0 0,0 0-1 0 0,0-1 0 0 0,0 1 0 0 0,0 1 0 0 0,0-1 0 0 0,0 0 1 0 0,0 0-1 0 0,0 0 0 0 0,1 0 0 0 0,-1 0 0 0 0,0 1 0 0 0,0-1 1 0 0,-1 1-1 0 0,-3 2 13 0 0,0-1 0 0 0,0 1-1 0 0,-9 7 1 0 0,-1 2 13 0 0,1 1 0 0 0,0 0-1 0 0,0 1 1 0 0,-13 20-1 0 0,21-26-39 0 0,1 1-1 0 0,0 0 1 0 0,0 0 0 0 0,1 0-1 0 0,0 1 1 0 0,-3 14-1 0 0,6-19-197 0 0,0 0 0 0 0,0-1 0 0 0,0 1 0 0 0,1 0 0 0 0,-1-1 0 0 0,1 1 0 0 0,1 0-1 0 0,-1 0 1 0 0,1 0 0 0 0,-1-1 0 0 0,1 1 0 0 0,1 0 0 0 0,-1-1 0 0 0,1 1 0 0 0,3 8 0 0 0,7-1-1958 0 0,4-1-91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0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32 11519 0 0,'0'0'887'0'0,"-6"-7"-550"0"0,4 5-98 0 0,0 0 1 0 0,0 0-1 0 0,0 0 0 0 0,-1 0 0 0 0,1 0 0 0 0,-1 0 0 0 0,-5-2 1 0 0,5 3 422 0 0,0 0 1 0 0,-1 0 0 0 0,1 0 0 0 0,-1 0-1 0 0,1 1 1 0 0,-1-1 0 0 0,0 1 0 0 0,1 0 0 0 0,-1 0-1 0 0,-4 1 1 0 0,4-1 149 0 0,0 1 0 0 0,0 0 0 0 0,-1 0 0 0 0,1 1 0 0 0,0-1 0 0 0,0 1 0 0 0,0 0 0 0 0,-4 2 0 0 0,4-1-488 0 0,1-1 0 0 0,0 0 0 0 0,0 1 0 0 0,1-1 0 0 0,-5 6 0 0 0,5-6-307 0 0,1-1 1 0 0,0 1-1 0 0,-1 0 1 0 0,1 0-1 0 0,0 0 1 0 0,0 1-1 0 0,0-1 1 0 0,0 0-1 0 0,0 0 0 0 0,1 0 1 0 0,-1 1-1 0 0,1-1 1 0 0,-1 0-1 0 0,1 1 1 0 0,0-1-1 0 0,0 0 0 0 0,0 1 1 0 0,0-1-1 0 0,1 0 1 0 0,-1 1-1 0 0,0-1 1 0 0,1 0-1 0 0,0 1 1 0 0,-1-1-1 0 0,1 0 0 0 0,0 0 1 0 0,0 0-1 0 0,0 0 1 0 0,1 0-1 0 0,-1 0 1 0 0,0 0-1 0 0,1 0 0 0 0,0 0 1 0 0,-1-1-1 0 0,4 3 1 0 0,2 3 11 0 0,1-1 0 0 0,0 0 0 0 0,0 0 1 0 0,0-1-1 0 0,1 0 0 0 0,0-1 0 0 0,10 4 0 0 0,43 16 103 0 0,-1 3-1 0 0,65 39 1 0 0,-119-61-143 0 0,1 0 0 0 0,-1 1 0 0 0,0-1 0 0 0,-1 1-1 0 0,1 0 1 0 0,-1 1 0 0 0,-1 0 0 0 0,7 8 0 0 0,-11-13 11 0 0,0 0 0 0 0,1 0 0 0 0,-1 0 0 0 0,0 0 1 0 0,0 1-1 0 0,0-1 0 0 0,0 0 0 0 0,0 1 0 0 0,-1-1 0 0 0,1 1 0 0 0,-1-1 0 0 0,1 1 1 0 0,-1-1-1 0 0,0 1 0 0 0,0-1 0 0 0,0 1 0 0 0,-1-1 0 0 0,1 1 0 0 0,0-1 0 0 0,-1 1 1 0 0,0-1-1 0 0,1 0 0 0 0,-1 1 0 0 0,0-1 0 0 0,0 0 0 0 0,-1 1 0 0 0,1-1 0 0 0,0 0 1 0 0,-1 0-1 0 0,1 0 0 0 0,-1 0 0 0 0,-3 3 0 0 0,0-2 15 0 0,0 1 1 0 0,0-1-1 0 0,0 0 1 0 0,0 0-1 0 0,-1 0 1 0 0,1-1-1 0 0,-1 0 1 0 0,0 0-1 0 0,-8 2 1 0 0,-2-1 46 0 0,0-1 0 0 0,-21 1 0 0 0,23-3-260 0 0,-1 0 0 0 0,1-1-1 0 0,-1-1 1 0 0,1-1 0 0 0,-1 0-1 0 0,1 0 1 0 0,0-2 0 0 0,1 0-1 0 0,-1 0 1 0 0,1-1 0 0 0,-17-11-1 0 0,24 14-495 0 0,1-1-1 0 0,-1 0 0 0 0,-5-6 1 0 0,-4-3-737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20271 0 0,'0'0'1560'0'0,"3"-1"-1008"0"0,18-3 939 0 0,0 1-1 0 0,0 1 1 0 0,0 1-1 0 0,32 2 1 0 0,-50-1-1516 0 0,278 16 2145 0 0,-88-4-2108 0 0,-161-11-7 0 0,86 9 65 0 0,-117-10 270 0 0,-11 13-184 0 0,-31 20-62 0 0,30-26-86 0 0,0 2 0 0 0,0 0-1 0 0,1 0 1 0 0,-13 17 0 0 0,20-22-1 0 0,-1 1-1 0 0,1-1 1 0 0,0 1 0 0 0,1 0-1 0 0,-1 0 1 0 0,1 1 0 0 0,0-1-1 0 0,-1 6 1 0 0,3-10-5 0 0,-1 1 0 0 0,1-1-1 0 0,0 1 1 0 0,0 0 0 0 0,0-1 0 0 0,0 1 0 0 0,0 0 0 0 0,0-1-1 0 0,0 1 1 0 0,1-1 0 0 0,-1 1 0 0 0,1 0 0 0 0,-1-1-1 0 0,1 1 1 0 0,-1-1 0 0 0,1 0 0 0 0,0 1 0 0 0,0-1 0 0 0,0 1-1 0 0,0-1 1 0 0,0 0 0 0 0,0 0 0 0 0,0 1 0 0 0,0-1-1 0 0,0 0 1 0 0,1 0 0 0 0,-1 0 0 0 0,0 0 0 0 0,1-1 0 0 0,-1 1-1 0 0,1 0 1 0 0,1 0 0 0 0,13 4-2 0 0,-1-1 0 0 0,1 0 0 0 0,0-1 0 0 0,0-1 0 0 0,0-1 0 0 0,21 0 0 0 0,-33-1 0 0 0,19 0 0 0 0,0 0 0 0 0,-1-2 0 0 0,27-4 0 0 0,-40 4 0 0 0,0 0 0 0 0,0-1 0 0 0,0 0 0 0 0,0 0 0 0 0,-1-1 0 0 0,0 0 0 0 0,1 0 0 0 0,-1-1 0 0 0,-1 0 0 0 0,12-9 0 0 0,-16 12-3 0 0,-1 0 0 0 0,0 0 0 0 0,0 0 0 0 0,0 0 0 0 0,0-1 0 0 0,0 1 0 0 0,-1-1-1 0 0,1 1 1 0 0,-1-1 0 0 0,1 1 0 0 0,-1-1 0 0 0,0 0 0 0 0,0 0 0 0 0,0 0 0 0 0,-1 0 0 0 0,1 1 0 0 0,-1-1 0 0 0,1 0 0 0 0,-1 0 0 0 0,0 0 0 0 0,0 0-1 0 0,0 0 1 0 0,-1 0 0 0 0,1 0 0 0 0,-1 0 0 0 0,1 0 0 0 0,-1 0 0 0 0,0 0 0 0 0,0 1 0 0 0,0-1 0 0 0,-1 0 0 0 0,1 1 0 0 0,-1-1 0 0 0,1 1 0 0 0,-1-1-1 0 0,0 1 1 0 0,0 0 0 0 0,0 0 0 0 0,0 0 0 0 0,0 0 0 0 0,-1 0 0 0 0,-3-3 0 0 0,-3 0-50 0 0,0 0 0 0 0,0 0-1 0 0,-1 1 1 0 0,1 1 0 0 0,-1-1 0 0 0,0 1-1 0 0,0 1 1 0 0,0 0 0 0 0,0 0 0 0 0,0 1-1 0 0,0 1 1 0 0,0-1 0 0 0,-16 3 0 0 0,11-1-388 0 0,0 1 1 0 0,0 1-1 0 0,0 0 0 0 0,0 1 1 0 0,1 1-1 0 0,0 0 1 0 0,0 1-1 0 0,-17 9 0 0 0,24-11-407 0 0,1 1 0 0 0,0-1 0 0 0,0 1 0 0 0,0 0 0 0 0,-5 7 0 0 0,-14 15-7685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364 115 7367 0 0,'6'-23'-901'0'0,"-5"18"2384"0"0,0 0-1 0 0,-1-1 1 0 0,1 1 0 0 0,-1-9 0 0 0,-1 11-656 0 0,1 1 0 0 0,0-1 1 0 0,-1 1-1 0 0,1-1 0 0 0,-1 1 0 0 0,0 0 1 0 0,0-1-1 0 0,0 1 0 0 0,0 0 0 0 0,0-1 1 0 0,-2-1-1 0 0,1 2-431 0 0,1 0 0 0 0,-1 1 0 0 0,0-1 1 0 0,1 1-1 0 0,-1-1 0 0 0,0 1 0 0 0,0 0 0 0 0,-3-2 0 0 0,0 1-149 0 0,-1 0-1 0 0,1 0 1 0 0,-1 1-1 0 0,1 0 1 0 0,-1 0-1 0 0,0 0 1 0 0,0 1-1 0 0,1 0 1 0 0,-1 0-1 0 0,0 0 1 0 0,0 1-1 0 0,1 0 1 0 0,-1 0-1 0 0,1 0 1 0 0,-9 4-1 0 0,-6 2 40 0 0,0 1-1 0 0,-33 20 0 0 0,37-19-217 0 0,0 1 0 0 0,1 1 0 0 0,0 0 0 0 0,-25 26 0 0 0,35-32-53 0 0,0 0 0 0 0,1 0 0 0 0,-1 1 0 0 0,1 0 0 0 0,1-1 0 0 0,-1 1 0 0 0,1 1 0 0 0,0-1 0 0 0,0 0 0 0 0,1 1 0 0 0,0 0 0 0 0,0-1 0 0 0,1 1 0 0 0,0 0 0 0 0,0 0 0 0 0,0 9 0 0 0,1-13-15 0 0,1 0 0 0 0,0 0 0 0 0,0 0 0 0 0,0 0 0 0 0,0 0 0 0 0,0 0 0 0 0,0 0 0 0 0,1-1 0 0 0,-1 1 0 0 0,1 0 0 0 0,0-1 0 0 0,0 1 0 0 0,0-1 0 0 0,0 1 0 0 0,1-1 0 0 0,-1 0 0 0 0,0 0 0 0 0,4 2 0 0 0,2 2 0 0 0,1-1 0 0 0,0 0 0 0 0,0 0 0 0 0,12 4 0 0 0,-3-3-1 0 0,1 0 0 0 0,0-1 0 0 0,0-1 0 0 0,1-1 1 0 0,-1-1-1 0 0,1 0 0 0 0,-1-1 0 0 0,1-2 0 0 0,-1 0 0 0 0,1 0 0 0 0,19-6 0 0 0,-32 5 0 0 0,0 0 0 0 0,-1-1 0 0 0,1 0 0 0 0,-1 0 0 0 0,0-1 0 0 0,0 1 0 0 0,0-1-1 0 0,0-1 1 0 0,-1 1 0 0 0,1-1 0 0 0,-1 0 0 0 0,-1 0 0 0 0,1 0 0 0 0,-1-1 0 0 0,1 0 0 0 0,-2 0-1 0 0,1 0 1 0 0,-1 0 0 0 0,0-1 0 0 0,3-6 0 0 0,-4 7-31 0 0,0 0 1 0 0,0 0-1 0 0,-1 0 1 0 0,0 0-1 0 0,0 0 1 0 0,0-1-1 0 0,-1 1 0 0 0,0 0 1 0 0,0-1-1 0 0,0 1 1 0 0,-1 0-1 0 0,0 0 1 0 0,0-1-1 0 0,-1 1 1 0 0,0 0-1 0 0,0 0 0 0 0,0 0 1 0 0,-1 1-1 0 0,1-1 1 0 0,-1 0-1 0 0,-1 1 1 0 0,-6-9-1 0 0,7 11-100 0 0,1 0 0 0 0,-1 1-1 0 0,1-1 1 0 0,-1 1 0 0 0,0 0 0 0 0,0 0 0 0 0,0 0-1 0 0,0 0 1 0 0,0 1 0 0 0,0-1 0 0 0,-6-1 0 0 0,6 2-162 0 0,1 1 1 0 0,0-1 0 0 0,0 1 0 0 0,-1 0-1 0 0,1 0 1 0 0,0 0 0 0 0,-1 0 0 0 0,1 1-1 0 0,0-1 1 0 0,0 0 0 0 0,-1 1 0 0 0,-1 0-1 0 0,-8 4-1443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26207 0 0,'0'0'3417'0'0,"0"1"-2799"0"0,7 74 1800 0 0,-7-71-2481 0 0,0-1 0 0 0,0 1 0 0 0,1-1 0 0 0,-1 0 0 0 0,1 1 0 0 0,0-1 0 0 0,0 0 0 0 0,0 1 1 0 0,1-1-1 0 0,-1 0 0 0 0,1 0 0 0 0,-1 0 0 0 0,1 0 0 0 0,0-1 0 0 0,0 1 0 0 0,5 4 0 0 0,-6-6-700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2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24015 0 0,'0'0'2689'0'0,"13"-10"-177"0"0,-10 9-2273 0 0,0-1 0 0 0,-1 0-1 0 0,1 0 1 0 0,0 1 0 0 0,0-1 0 0 0,0 1-1 0 0,0 0 1 0 0,6-1 0 0 0,29-5 612 0 0,-25 5-704 0 0,103-12 73 0 0,10-1-36 0 0,-112 12-184 0 0,-1 1 0 0 0,0 0 0 0 0,0 1 0 0 0,0 0 0 0 0,1 2 0 0 0,-1-1 0 0 0,0 1 0 0 0,19 5 0 0 0,-30-6 0 0 0,0 1 0 0 0,0 0 0 0 0,0-1 0 0 0,0 1 0 0 0,-1 0 0 0 0,1 0 0 0 0,0 0 0 0 0,0 0 0 0 0,-1 1 0 0 0,1-1 0 0 0,-1 0 0 0 0,1 1 0 0 0,-1-1 0 0 0,0 1 0 0 0,1-1 0 0 0,-1 1 0 0 0,1 2 0 0 0,-1-1 0 0 0,0 0 0 0 0,0-1 0 0 0,0 1 0 0 0,0 0 0 0 0,-1 0 0 0 0,0 0 0 0 0,1 0 0 0 0,-1 0 0 0 0,0 0 0 0 0,-1 5 0 0 0,-1 4 0 0 0,-1 0 0 0 0,0 0 0 0 0,-1 0 0 0 0,-7 17 0 0 0,9-25 0 0 0,-19 48 0 0 0,1 2 0 0 0,3 0 0 0 0,-18 106 0 0 0,33-144-60 0 0,-1 0-1 0 0,0 0 1 0 0,-8 21 0 0 0,10-35-231 0 0,0-1 0 0 0,0 1 0 0 0,0-1 0 0 0,-1 1 0 0 0,1-1 0 0 0,-1 1 0 0 0,1-1 0 0 0,-1 0 0 0 0,1 1 0 0 0,-1-1 0 0 0,0 0 0 0 0,1 0 0 0 0,-1 0 0 0 0,0 0 0 0 0,0-1 0 0 0,0 1 0 0 0,0 0 0 0 0,0-1 0 0 0,-3 1 0 0 0,-4-1-2408 0 0</inkml:trace>
  <inkml:trace contextRef="#ctx0" brushRef="#br0" timeOffset="1">106 313 23927 0 0,'0'0'2165'0'0,"2"-1"-1781"0"0,48-4 1661 0 0,60 0-1 0 0,54 9-1388 0 0,-65-1-1821 0 0,-68-2-231 0 0,-1 0-385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15199 0 0,'1'1'7024'0'0,"5"12"-5065"0"0,-1 0 1 0 0,0 0-1 0 0,5 22 0 0 0,-6-13-734 0 0,3 37 0 0 0,-10 106-1982 0 0,0-120 1447 0 0,-2 27-662 0 0,-2-1 0 0 0,-24 94 0 0 0,25-140-68 0 0,-6 24-3821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3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17 20879 0 0,'0'-2'108'0'0,"-1"1"-1"0"0,0 0 1 0 0,0 0 0 0 0,1 0-1 0 0,-1 0 1 0 0,0 0 0 0 0,0 0-1 0 0,0 0 1 0 0,0 1 0 0 0,0-1-1 0 0,0 0 1 0 0,-1 1 0 0 0,1-1-1 0 0,0 0 1 0 0,0 1 0 0 0,0-1-1 0 0,-1 1 1 0 0,-1-1 0 0 0,1 1 114 0 0,-1 0 0 0 0,0 0 0 0 0,1 0 0 0 0,-1 0 0 0 0,0 0 0 0 0,1 0 0 0 0,-1 1 0 0 0,-4 1 0 0 0,-4 2 591 0 0,0 0 1 0 0,1 1-1 0 0,-14 9 1 0 0,18-10-457 0 0,-27 17 956 0 0,-52 45 1 0 0,27-20-772 0 0,44-35-407 0 0,4-4-53 0 0,1 0-1 0 0,0 0 0 0 0,0 0 0 0 0,1 1 0 0 0,0 1 0 0 0,0-1 0 0 0,-7 12 0 0 0,14-19-78 0 0,1 0 0 0 0,-1 0-1 0 0,1 0 1 0 0,-1 0 0 0 0,1 1 0 0 0,0-1-1 0 0,0 0 1 0 0,-1 0 0 0 0,1 0 0 0 0,0 1-1 0 0,0-1 1 0 0,0 0 0 0 0,0 0 0 0 0,0 0-1 0 0,0 1 1 0 0,0-1 0 0 0,1 0 0 0 0,-1 0-1 0 0,0 0 1 0 0,2 3 0 0 0,-1-2 6 0 0,0 0-1 0 0,1 1 1 0 0,0-1-1 0 0,-1 0 1 0 0,1 0 0 0 0,0 0-1 0 0,0 0 1 0 0,0 0-1 0 0,3 1 1 0 0,2 2 10 0 0,0-1-1 0 0,0 0 1 0 0,1 0 0 0 0,-1 0-1 0 0,13 3 1 0 0,9 1-14 0 0,1 0 0 0 0,-1-2-1 0 0,2-1 1 0 0,30 1 0 0 0,-24-5-401 0 0,1-2-1 0 0,68-10 1 0 0,-92 8-271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4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 19375 0 0,'-1'-4'1805'0'0,"1"12"-725"0"0,0 26-240 0 0,-1 3-206 0 0,-5 124 1927 0 0,-4 251 810 0 0,40 174-1874 0 0,-11-267-1069 0 0,-16 180-129 0 0,-5-468-260 0 0,1-12-34 0 0,0-1-1 0 0,-8 36 1 0 0,4-39-6 0 0,3-13-4 0 0,0-1-4 0 0,1 0-117 0 0,-2-6-1544 0 0,2 2 1308 0 0,-1-1 0 0 0,0 0 1 0 0,1 1-1 0 0,0-1 0 0 0,0 0 0 0 0,0 0 1 0 0,1 0-1 0 0,-1 0 0 0 0,1 0 0 0 0,0 0 0 0 0,0 1 1 0 0,0-1-1 0 0,2-6 0 0 0,1-18-8818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7:2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3 162 18431 0 0,'0'-5'423'0'0,"-1"-2"-44"0"0,0 0 0 0 0,1 0 0 0 0,0-11 0 0 0,1 16-252 0 0,-1 0-1 0 0,0-1 1 0 0,1 1 0 0 0,0 0-1 0 0,-1 0 1 0 0,1 0 0 0 0,0 0-1 0 0,0 0 1 0 0,0 0 0 0 0,0 0-1 0 0,1 0 1 0 0,-1 0 0 0 0,0 1-1 0 0,1-1 1 0 0,2-2-1 0 0,5-3 233 0 0,0 1 0 0 0,-1 1 0 0 0,2 0 0 0 0,-1 0 0 0 0,1 1 0 0 0,18-6 0 0 0,63-11-300 0 0,-30 12 255 0 0,61 0-1 0 0,62 6 329 0 0,-176 3-617 0 0,490 25 728 0 0,-83 13-667 0 0,331 22-104 0 0,1222 31-206 0 0,-1754-82 209 0 0,1601 120-38 0 0,-818-27 136 0 0,-358-42 34 0 0,-528-57 404 0 0,-92-3-437 0 0,-19 0-44 0 0,0-1 0 0 0,0 1-1 0 0,0-1 1 0 0,0 1-1 0 0,0-1 1 0 0,0 1 0 0 0,0-1-1 0 0,0 1 1 0 0,0-1-1 0 0,0 1 1 0 0,0-1 0 0 0,0 1-1 0 0,0-1 1 0 0,0 1-1 0 0,0-1 1 0 0,-1 1 0 0 0,1-1-1 0 0,0 1 1 0 0,0-1-1 0 0,0 1 1 0 0,-1-1-1 0 0,0 0 1 0 0,-6-14 592 0 0,-16-15-385 0 0,22 29-193 0 0,1 3 16 0 0,0 2-55 0 0,1 1 1 0 0,0 0-1 0 0,0-1 1 0 0,0 1-1 0 0,0 0 1 0 0,1-1-1 0 0,0 0 1 0 0,0 1-1 0 0,3 5 1 0 0,27 38 72 0 0,-18-29-53 0 0,8 15-21 0 0,-2 2-1 0 0,-1 0 0 0 0,-2 1 1 0 0,-1 1-1 0 0,20 76 0 0 0,25 207 0 0 0,-42-201 33 0 0,0-7-11 0 0,90 585-18 0 0,-78-306-101 0 0,-31-332 183 0 0,-3 0 0 0 0,-3 0 0 0 0,-2 0 1 0 0,-24 88-1 0 0,26-128 19 0 0,-12 29 1 0 0,15-43-90 0 0,0 0 0 0 0,0-1 0 0 0,0 1 0 0 0,-1-1 0 0 0,1 0 0 0 0,-1 0 1 0 0,-1 0-1 0 0,1-1 0 0 0,-7 7 0 0 0,8-10-9 0 0,0 1 0 0 0,0 0 0 0 0,-1-1 0 0 0,1 1 0 0 0,0-1 0 0 0,-1 0 1 0 0,1 0-1 0 0,-1 0 0 0 0,1-1 0 0 0,-1 1 0 0 0,1-1 0 0 0,-1 0 0 0 0,1 0 0 0 0,-1 0 0 0 0,1-1 0 0 0,-7 0 0 0 0,-5-3 54 0 0,1 0-1 0 0,-24-10 1 0 0,19 7-28 0 0,-91-30-99 0 0,-2 5 1 0 0,-2 5-1 0 0,0 5 1 0 0,-222-13-1 0 0,-99 25-211 0 0,0 16 133 0 0,20 0 13 0 0,-1494-37 24 0 0,1361 17 164 0 0,47 1 35 0 0,-738-12 74 0 0,1152 25-172 0 0,-486 0 302 0 0,434 0-219 0 0,-223 7 116 0 0,264-2-161 0 0,-262 24 166 0 0,348-28-315 0 0,-1 1 0 0 0,1 1 0 0 0,0 0 0 0 0,0 1 0 0 0,-20 8 0 0 0,31-11-273 0 0,0 1-510 0 0,1 0 624 0 0,0-1 1 0 0,0 1-1 0 0,0-1 1 0 0,0 1-1 0 0,0-1 1 0 0,0 1-1 0 0,1-1 0 0 0,-1 1 1 0 0,0-1-1 0 0,1 1 1 0 0,-1-1-1 0 0,1 1 1 0 0,0-1-1 0 0,0 2 0 0 0,11 9-9270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29:49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999 65 14279 0 0,'16'-23'1103'0'0,"-1"4"-664"0"0,-10 16-482 0 0,-1 1 35 0 0,2-1-71 0 0,0 1 0 0 0,0-1 0 0 0,0 1 0 0 0,0 0 0 0 0,0 1 1 0 0,1-1-1 0 0,-1 1 0 0 0,0 1 0 0 0,1-1 0 0 0,-1 1 0 0 0,7 0 0 0 0,13 2-103 0 0,35 7 0 0 0,-34-4 218 0 0,303 73-36 0 0,236 45-63 0 0,-539-118 62 0 0,345 47 1 0 0,5-21 0 0 0,-319-26 0 0 0,661 18-274 0 0,-682-23 268 0 0,305 0-107 0 0,13-1 18 0 0,-56-1 69 0 0,128 4-20 0 0,-123 1 47 0 0,-176-4-22 0 0,-143-6-293 0 0,0 3 86 0 0,0 0 1 0 0,0 0-1 0 0,0 2 1 0 0,-31-2 0 0 0,9 1 4 0 0,-921-79-587 0 0,716 63 770 0 0,-588-38 116 0 0,-924-20 294 0 0,884 64-292 0 0,646 13-6 0 0,-249-11 670 0 0,407 9 136 0 0,76 13-612 0 0,-6-8-245 0 0,0 0 1 0 0,0-1 0 0 0,1 1-1 0 0,-1-1 1 0 0,1 0 0 0 0,-1 0-1 0 0,1-1 1 0 0,-1 0 0 0 0,7 2-1 0 0,46 4 81 0 0,-49-6-91 0 0,493 31 120 0 0,250-34 18 0 0,-256-6-96 0 0,-213 5-42 0 0,1865-16 218 0 0,-1858 22-229 0 0,163-1 0 0 0,-324-4 126 0 0,192-11 468 0 0,-283 7-430 0 0,-23 4 695 0 0,27-2 0 0 0,-41 7-1105 0 0,-7 29-4684 0 0,0-16-296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22463 0 0,'0'0'2032'0'0,"-1"3"-1599"0"0,-4 18 251 0 0,1-1-1 0 0,1 1 0 0 0,1 0 0 0 0,1 1 1 0 0,1 26-1 0 0,0 5 181 0 0,0-45-775 0 0,0 292 1081 0 0,0-297-1171 0 0,0 3-3 0 0,0 1 0 0 0,1-1 1 0 0,3 12-1 0 0,-4-17-135 0 0,22-13-6516 0 0,-10 2 853 0 0,-1-4-2202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941 251 7367 0 0,'-38'-43'787'0'0,"2"2"4232"0"0,-1-3 922 0 0,-3 2-3579 0 0,27 30-1817 0 0,-1 1-1 0 0,0 0 1 0 0,0 1 0 0 0,-24-13-1 0 0,32 21-389 0 0,1-1-1 0 0,0 1 1 0 0,-1 1 0 0 0,0-1-1 0 0,1 1 1 0 0,-1 0-1 0 0,0 0 1 0 0,0 0 0 0 0,1 1-1 0 0,-1 0 1 0 0,-6 1-1 0 0,3 0 7 0 0,0 1 1 0 0,1-1-1 0 0,-1 2 0 0 0,1 0 0 0 0,0 0 0 0 0,-13 6 0 0 0,1 3 84 0 0,1 0 0 0 0,1 1-1 0 0,0 1 1 0 0,-29 30 0 0 0,-1 7-28 0 0,2 2-1 0 0,3 2 1 0 0,2 2 0 0 0,3 1 0 0 0,3 2 0 0 0,2 2-1 0 0,2 1 1 0 0,4 1 0 0 0,-28 93 0 0 0,47-124-178 0 0,0-1-1 0 0,2 1 1 0 0,2 0 0 0 0,1 0 0 0 0,1 0 0 0 0,2 0-1 0 0,1 1 1 0 0,9 49 0 0 0,-7-64-36 0 0,2-1-1 0 0,0 1 1 0 0,0-1 0 0 0,2 0-1 0 0,1 0 1 0 0,0-1 0 0 0,1 0-1 0 0,0-1 1 0 0,2 1 0 0 0,0-2-1 0 0,1 0 1 0 0,0 0 0 0 0,1-1-1 0 0,1-1 1 0 0,0 0 0 0 0,19 13-1 0 0,-15-15-15 0 0,0-1-1 0 0,1 0 0 0 0,0-2 1 0 0,0 0-1 0 0,1-1 0 0 0,0-1 1 0 0,0-1-1 0 0,0-1 1 0 0,1-1-1 0 0,-1 0 0 0 0,31-1 1 0 0,-14-3-5 0 0,-1-1 0 0 0,0-2 1 0 0,0-1-1 0 0,0-2 1 0 0,60-20-1 0 0,-67 16 8 0 0,0-2 0 0 0,-1-1 0 0 0,0-1 0 0 0,-2-1 0 0 0,1-2 1 0 0,-2 0-1 0 0,0-2 0 0 0,-2-1 0 0 0,0 0 0 0 0,-1-2 0 0 0,21-29 0 0 0,-16 17-3 0 0,-3-2 1 0 0,0 0-1 0 0,-3-1 1 0 0,-1-2-1 0 0,-2 0 0 0 0,-1-1 1 0 0,15-61-1 0 0,-24 68 29 0 0,-1 0 0 0 0,-2 0 0 0 0,-1-1 0 0 0,-2 1 0 0 0,-2-38 0 0 0,-1 49-5 0 0,-2 0-1 0 0,0 0 1 0 0,-2 0 0 0 0,-1 0-1 0 0,0 1 1 0 0,-2 0 0 0 0,0 0-1 0 0,-19-33 1 0 0,15 34-54 0 0,-1 1 0 0 0,0 0 0 0 0,-2 1 0 0 0,0 1 0 0 0,-1 0 0 0 0,-1 1 0 0 0,-24-19 0 0 0,22 22-198 0 0,-26-15 1 0 0,37 25-205 0 0,0 1 1 0 0,1-1 0 0 0,-1 1-1 0 0,-1 1 1 0 0,1-1-1 0 0,-17-1 1 0 0,1 2-1108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4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30 191 13359 0 0,'-7'1'206'0'0,"0"0"1005"0"0,-9-1 6848 0 0,59 2-2766 0 0,13 0-4603 0 0,254-30 682 0 0,620-17 338 0 0,-656 32-1464 0 0,197-12-214 0 0,-84-6-1523 0 0,-331 25-306 0 0,-1-3 0 0 0,56-15 0 0 0,-92 17-115 0 0,-8-2-57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12439 0 0,'-36'7'16367'0'0,"36"-4"-16294"0"0,1 0 1 0 0,-1 0-1 0 0,1-1 1 0 0,-1 1 0 0 0,1 0-1 0 0,0-1 1 0 0,0 1-1 0 0,0 0 1 0 0,0-1-1 0 0,1 1 1 0 0,-1-1-1 0 0,0 0 1 0 0,1 1 0 0 0,0-1-1 0 0,0 0 1 0 0,0 0-1 0 0,3 3 1 0 0,4 2 285 0 0,0 0 0 0 0,1-1 0 0 0,10 6 0 0 0,-6-4-238 0 0,82 38-91 0 0,-63-31-13 0 0,34 20 0 0 0,-65-33-17 0 0,0-1 0 0 0,0 0 0 0 0,0 1 0 0 0,0 0 0 0 0,0-1 0 0 0,-1 1 0 0 0,4 3 0 0 0,-5-4 4 0 0,1-1-1 0 0,-1 1 1 0 0,1 0 0 0 0,-1-1-1 0 0,1 1 1 0 0,-1 0 0 0 0,1 0 0 0 0,-1-1-1 0 0,1 1 1 0 0,-1 0 0 0 0,0 0-1 0 0,1 0 1 0 0,-1-1 0 0 0,0 1-1 0 0,0 0 1 0 0,0 0 0 0 0,0 0 0 0 0,0 0-1 0 0,0 0 1 0 0,0 0 0 0 0,0-1-1 0 0,0 1 1 0 0,0 0 0 0 0,0 0-1 0 0,-1 0 1 0 0,1 0 0 0 0,0 0-1 0 0,-1-1 1 0 0,1 1 0 0 0,0 0 0 0 0,-2 1-1 0 0,1 0 24 0 0,-2 4 16 0 0,-1 0 0 0 0,0 0-1 0 0,0-1 1 0 0,-1 0 0 0 0,1 0-1 0 0,-1 0 1 0 0,0 0 0 0 0,-6 4-1 0 0,-49 30 183 0 0,36-24-191 0 0,15-9-615 0 0,-59 38 1726 0 0,46-28-3819 0 0,1 1-4415 0 0,7-4-2940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4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33 25543 0 0,'0'0'2313'0'0,"5"-15"-754"0"0,-2 13-1455 0 0,0 0 0 0 0,0 0 0 0 0,0 0 0 0 0,0 1 0 0 0,0-1 0 0 0,1 1 0 0 0,-1 0 0 0 0,0 0 0 0 0,1 0 0 0 0,-1 0 0 0 0,1 0 0 0 0,-1 1 0 0 0,0 0 0 0 0,1 0 0 0 0,-1 0 0 0 0,1 0 0 0 0,4 1 0 0 0,-3-1-106 0 0,0 1 0 0 0,1 0 0 0 0,-1 0-1 0 0,0 0 1 0 0,0 1 0 0 0,0 0 0 0 0,0 0 0 0 0,0 0-1 0 0,-1 0 1 0 0,9 7 0 0 0,-10-7 10 0 0,-1 0 0 0 0,0 1-1 0 0,0-1 1 0 0,0 1 0 0 0,0-1 0 0 0,-1 1-1 0 0,1 0 1 0 0,-1-1 0 0 0,0 1 0 0 0,1 0 0 0 0,-1 0-1 0 0,-1 0 1 0 0,1 0 0 0 0,0 0 0 0 0,-1 1-1 0 0,1-1 1 0 0,-1 0 0 0 0,0 0 0 0 0,0 0-1 0 0,0 0 1 0 0,-1 0 0 0 0,1 1 0 0 0,-1-1 0 0 0,-1 4-1 0 0,-2 8 50 0 0,-1-1 0 0 0,-1 1 0 0 0,-13 22 0 0 0,14-27-31 0 0,-22 42 202 0 0,-60 85 0 0 0,76-124-192 0 0,2 0 0 0 0,0 1 0 0 0,0 0 0 0 0,2 0 0 0 0,0 1 0 0 0,0 0 0 0 0,-6 25 0 0 0,12-39-36 0 0,1 1 0 0 0,-1-1 0 0 0,1 1 0 0 0,0-1 0 0 0,-1 1 0 0 0,1 0 0 0 0,0-1 0 0 0,0 1 0 0 0,0-1 0 0 0,1 1 0 0 0,-1 0 0 0 0,0-1 0 0 0,0 1 0 0 0,1-1 0 0 0,-1 1 0 0 0,1-1 0 0 0,0 1 0 0 0,-1-1 0 0 0,1 1 0 0 0,0-1 0 0 0,0 0 0 0 0,0 1 0 0 0,0-1 0 0 0,0 0 0 0 0,0 0 0 0 0,0 1 0 0 0,0-1 0 0 0,1 0 0 0 0,-1 0 0 0 0,0-1 0 0 0,1 1 0 0 0,-1 0 0 0 0,0 0 0 0 0,1 0 0 0 0,-1-1 0 0 0,1 1 0 0 0,-1-1 0 0 0,1 0 0 0 0,0 1 0 0 0,-1-1 0 0 0,3 0 0 0 0,4 1 0 0 0,0-1 0 0 0,0 0 0 0 0,0 0 0 0 0,0-1 0 0 0,0 0 0 0 0,0 0 0 0 0,9-3 0 0 0,29-12-331 0 0,-1-1 0 0 0,-1-3 0 0 0,75-45 0 0 0,-90 47-1139 0 0,-1-1 0 0 0,47-44-1 0 0,-41 31-258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1153 120 4143 0 0,'-19'-12'62'0'0,"1"0"-1"0"0,-31-12 1 0 0,29 16 1959 0 0,-1 0 0 0 0,-1 2 1 0 0,1 0-1 0 0,-1 1 0 0 0,0 2 1 0 0,0 0-1 0 0,-1 1 0 0 0,1 1 1 0 0,-44 5-1 0 0,41-1-1383 0 0,1 1 0 0 0,-41 13 0 0 0,22-2-254 0 0,1 1-1 0 0,0 2 1 0 0,1 2-1 0 0,1 2 1 0 0,1 2-1 0 0,2 1 1 0 0,0 2-1 0 0,1 1 1 0 0,2 2-1 0 0,1 1 1 0 0,2 2-1 0 0,1 1 1 0 0,1 2-1 0 0,2 0 1 0 0,-24 46-1 0 0,34-53-363 0 0,3 1 1 0 0,0 1-1 0 0,2 1 0 0 0,1 0 1 0 0,-10 49-1 0 0,17-56-14 0 0,1 0 0 0 0,1 0 0 0 0,1 0 0 0 0,1 0 0 0 0,1-1 0 0 0,2 1 0 0 0,0 0 0 0 0,8 26 0 0 0,-3-24-6 0 0,1 0 0 0 0,1-1 0 0 0,1 0 0 0 0,2 0 0 0 0,1-1 0 0 0,0-1 0 0 0,2-1 0 0 0,1 0 0 0 0,23 25 0 0 0,-17-24 0 0 0,1-1 0 0 0,2 0 0 0 0,0-2 0 0 0,1-1 0 0 0,1-2 0 0 0,1 0 0 0 0,43 19 0 0 0,-43-26 0 0 0,0 0 0 0 0,50 10 0 0 0,61 2 0 0 0,-92-18-18 0 0,0-2 0 0 0,0-1 0 0 0,94-11 0 0 0,-106 3 6 0 0,0-1 0 0 0,-1-1 0 0 0,0-2 0 0 0,0-2 0 0 0,60-29 0 0 0,-56 21 12 0 0,-1-3 0 0 0,-2-1 0 0 0,0-2 0 0 0,-2-2 0 0 0,0 0 0 0 0,30-36 0 0 0,-40 37 0 0 0,0-2 0 0 0,-2 0 0 0 0,-2-1 0 0 0,0-2 0 0 0,-2 0 0 0 0,-2-1 0 0 0,21-56 0 0 0,-29 65 0 0 0,-2-1 0 0 0,0 0 0 0 0,-2 0 0 0 0,-1 0 0 0 0,0-1 0 0 0,-2 1 0 0 0,-1-1 0 0 0,-1 1 0 0 0,-2 0 0 0 0,0-1 0 0 0,-1 1 0 0 0,-2 0 0 0 0,-1 1 0 0 0,0 0 0 0 0,-2 0 0 0 0,-1 0 0 0 0,-1 1 0 0 0,-26-42 0 0 0,17 37-1 0 0,-1 1 0 0 0,-2 1-1 0 0,-1 0 1 0 0,-1 2 0 0 0,-1 1 0 0 0,-29-20-1 0 0,-5 1-133 0 0,-119-60-1 0 0,135 80-1044 0 0,-2 1 1 0 0,-72-22-1 0 0,86 36-5950 0 0,2 5-2209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6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18 5063 0 0,'-2'-4'97'0'0,"0"2"59"0"0,0-1-1 0 0,-16-5 15077 0 0,18 26-10711 0 0,1-9-3470 0 0,-16 201 2657 0 0,3-78-3244 0 0,3 98-1801 0 0,14-220-3198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6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24 12439 0 0,'-5'-5'1104'0'0,"0"0"-880"0"0,-1-2-224 0 0,-4 3 4696 0 0,1 1 560 0 0,1 6-3960 0 0,4 6-904 0 0,3 3-8 0 0,1 4-968 0 0,3 3-192 0 0,2 1-40 0 0,4 1-8 0 0,0-2-1160 0 0,4 0-240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9215 0 0,'0'0'831'0'0,"-2"0"-146"0"0,-2 1 452 0 0,-45 8 11552 0 0,43-7-11817 0 0,0 0 1 0 0,-1 1-1 0 0,-7 4 1 0 0,-7 5 415 0 0,0 0-698 0 0,1 0 1 0 0,0 1-1 0 0,-32 28 0 0 0,-4 17-319 0 0,49-49-255 0 0,1 0 0 0 0,-1 0 0 0 0,2 0 0 0 0,-1 1 0 0 0,-5 13 0 0 0,10-20-16 0 0,0-1 0 0 0,1 1 0 0 0,-1 0 0 0 0,0 0 0 0 0,1 0 0 0 0,0 0 0 0 0,0 0 0 0 0,0 0 0 0 0,0-1 0 0 0,0 1 0 0 0,0 0 1 0 0,1 0-1 0 0,-1 0 0 0 0,3 5 0 0 0,-1-3-7 0 0,0 0 0 0 0,0-1 0 0 0,1 1 0 0 0,0-1 0 0 0,0 0 0 0 0,0 0 0 0 0,7 7 0 0 0,4 2-40 0 0,0-1 1 0 0,2-1 0 0 0,24 16 0 0 0,-33-24 30 0 0,175 101-252 0 0,-177-101 266 0 0,5 2-1 0 0,0 2 1 0 0,-1-1-1 0 0,1 2 1 0 0,11 11-1 0 0,-19-17 3 0 0,0 1 0 0 0,0 0 0 0 0,0-1 1 0 0,0 1-1 0 0,0 0 0 0 0,-1 0 0 0 0,1 0 0 0 0,-1 0 0 0 0,0 0 0 0 0,0 1 1 0 0,0-1-1 0 0,0 0 0 0 0,-1 1 0 0 0,1-1 0 0 0,-1 0 0 0 0,0 1 0 0 0,0-1 1 0 0,0 0-1 0 0,0 1 0 0 0,-1 3 0 0 0,-1 0 12 0 0,0 1 1 0 0,-1-1-1 0 0,0 0 1 0 0,0 0-1 0 0,0 0 1 0 0,-1 0-1 0 0,0-1 1 0 0,0 1-1 0 0,-1-1 1 0 0,-6 7-1 0 0,-2 1 27 0 0,0-2 0 0 0,-1 0-1 0 0,-18 13 1 0 0,29-23-34 0 0,-1 0 1 0 0,0 0-1 0 0,1-1 1 0 0,-1 1-1 0 0,0-1 1 0 0,0 0-1 0 0,0 0 1 0 0,0 0-1 0 0,0 0 1 0 0,-7 0-1 0 0,10-1-6 0 0,1 0 0 0 0,-1 0-1 0 0,1 0 1 0 0,-1 0 0 0 0,1 0 0 0 0,-1 0 0 0 0,0 0 0 0 0,1 0-1 0 0,-1 0 1 0 0,1 0 0 0 0,-1 0 0 0 0,0 0 0 0 0,1-1-1 0 0,-1 1 1 0 0,1 0 0 0 0,-1 0 0 0 0,1-1 0 0 0,-1 1 0 0 0,1 0-1 0 0,-1-1 1 0 0,1 1 0 0 0,-1-1 0 0 0,1 1 0 0 0,0 0-1 0 0,-1-1 1 0 0,1 1 0 0 0,-1-1 0 0 0,1 1 0 0 0,0-1 0 0 0,0 1-1 0 0,-1-1 1 0 0,1 1 0 0 0,0-1 0 0 0,0 0 0 0 0,0 1-1 0 0,-1-1 1 0 0,1 1 0 0 0,0-1 0 0 0,0 0 0 0 0,0 1 0 0 0,0-1-1 0 0,0 1 1 0 0,0-1 0 0 0,0 0 0 0 0,0 1 0 0 0,0-1-1 0 0,1 1 1 0 0,-1-1 0 0 0,0 1 0 0 0,0-1 0 0 0,1 1 0 0 0,-1-1-1 0 0,1 0 1 0 0,-1-1-15 0 0,3-7-18 0 0,0 0 1 0 0,0 0-1 0 0,1 0 0 0 0,0 0 0 0 0,8-12 1 0 0,30-39-124 0 0,-15 25 120 0 0,152-267-139 0 0,-128 210 164 0 0,-29 50 23 0 0,-21 40 49 0 0,-11 11 249 0 0,-5 6-168 0 0,-2 13-97 0 0,0 1-1 0 0,2 0 0 0 0,1 1 0 0 0,1 1 1 0 0,2 0-1 0 0,-13 55 0 0 0,21-70-41 0 0,0 0-1 0 0,1 0 1 0 0,1 0-1 0 0,1 27 1 0 0,0-38-86 0 0,0 0 0 0 0,1 0 0 0 0,0 0-1 0 0,0 0 1 0 0,0 0 0 0 0,1 0 0 0 0,-1 0 0 0 0,1 0 0 0 0,0 0 0 0 0,0-1 0 0 0,1 1 0 0 0,0-1 0 0 0,-1 0 0 0 0,1 0 0 0 0,1 0 0 0 0,-1 0 0 0 0,1 0 0 0 0,6 5 0 0 0,-7-7-88 0 0,0-1 1 0 0,0 1-1 0 0,0-1 1 0 0,0 0-1 0 0,0 0 1 0 0,0 0-1 0 0,0 0 1 0 0,0 0 0 0 0,0-1-1 0 0,0 0 1 0 0,0 1-1 0 0,0-1 1 0 0,1 0-1 0 0,-1-1 1 0 0,0 1-1 0 0,0 0 1 0 0,0-1-1 0 0,0 0 1 0 0,5-2-1 0 0,-1 1-606 0 0,-1 0-1 0 0,0-1 1 0 0,7-5-1 0 0,15-12-6102 0 0,-7 2-489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35 113 17191 0 0,'-6'-4'1834'0'0,"5"5"-1609"0"0,0-1 1 0 0,0 0 0 0 0,0 0 0 0 0,0 1 0 0 0,0-1-1 0 0,0 0 1 0 0,0 1 0 0 0,0-1 0 0 0,0 1-1 0 0,0-1 1 0 0,0 1 0 0 0,0 0 0 0 0,0-1 0 0 0,0 1-1 0 0,1 0 1 0 0,-1 0 0 0 0,0 0 0 0 0,1-1 0 0 0,-1 1-1 0 0,0 0 1 0 0,1 0 0 0 0,-1 0 0 0 0,1 0 0 0 0,-1 0-1 0 0,1 0 1 0 0,0 0 0 0 0,-1 0 0 0 0,1 0 0 0 0,0 0-1 0 0,0 2 1 0 0,-1-2-94 0 0,-1 15 714 0 0,0 1-1 0 0,1-1 0 0 0,0 1 0 0 0,3 20 0 0 0,-1-14-557 0 0,1 36 125 0 0,2 1 1 0 0,22 104 0 0 0,-19-143-433 0 0,-7-19-67 0 0,14-20-110 0 0,-8 6 150 0 0,0-1 1 0 0,-1 0 0 0 0,-1 0 0 0 0,0 0-1 0 0,3-19 1 0 0,4-11-77 0 0,16-46-52 0 0,3 2-1 0 0,44-88 0 0 0,-67 158 141 0 0,-5 12 46 0 0,0-1-1 0 0,1 1 0 0 0,-1 0 0 0 0,1 0 0 0 0,6-8 1 0 0,-8 12 97 0 0,8 57 220 0 0,6 107-144 0 0,-9-126-216 0 0,1-1-1 0 0,17 50 1 0 0,-20-74-284 0 0,1-1 0 0 0,9 18 0 0 0,-12-25 4 0 0,1 1 1 0 0,0-1-1 0 0,1 1 0 0 0,-1-1 1 0 0,1 0-1 0 0,-1-1 0 0 0,1 1 0 0 0,7 4 1 0 0,-10-7 112 0 0,0 0 1 0 0,1-1-1 0 0,-1 1 0 0 0,1 0 1 0 0,-1-1-1 0 0,1 0 1 0 0,-1 1-1 0 0,1-1 1 0 0,-1 0-1 0 0,1 1 0 0 0,0-1 1 0 0,-1 0-1 0 0,1 0 1 0 0,-1 0-1 0 0,1-1 1 0 0,-1 1-1 0 0,1 0 0 0 0,2-1 1 0 0,0-1-452 0 0,-1 1 0 0 0,1-1 1 0 0,-1 0-1 0 0,0 0 1 0 0,0 0-1 0 0,6-4 0 0 0,1-4-1835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8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72 212 3679 0 0,'15'-87'382'0'0,"-7"25"1210"0"0,-6 46 2293 0 0,-1 1-1 0 0,-2-17 7669 0 0,-1 40-7448 0 0,-6 58-2101 0 0,6-5-1544 0 0,6 78-1 0 0,16 61-390 0 0,-6-72-489 0 0,-10-93-287 0 0,3 54-1553 0 0,-6-75 983 0 0,-2 0 0 0 0,1 0 0 0 0,-2 0-1 0 0,-4 17 1 0 0,6-31 1013 0 0,0 1 0 0 0,0 0 0 0 0,0-1 0 0 0,0 1 0 0 0,0-1 1 0 0,0 1-1 0 0,0 0 0 0 0,-1-1 0 0 0,1 1 0 0 0,0-1 0 0 0,0 1 0 0 0,-1 0 0 0 0,1-1 0 0 0,-1 1 0 0 0,1-1 0 0 0,0 1 0 0 0,-1-1 0 0 0,1 1 0 0 0,-1-1 0 0 0,1 0 0 0 0,-1 1 0 0 0,1-1 1 0 0,-1 0-1 0 0,1 1 0 0 0,-1-1 0 0 0,0 0 0 0 0,1 1 0 0 0,-1-1 0 0 0,1 0 0 0 0,-1 0 0 0 0,0 0 0 0 0,1 0 0 0 0,-1 0 0 0 0,0 0 0 0 0,1 0 0 0 0,-1 0 0 0 0,1 0 0 0 0,-1 0 1 0 0,0 0-1 0 0,1 0 0 0 0,-1 0 0 0 0,0 0 0 0 0,0-1 0 0 0,-1 0-41 0 0,0 0 0 0 0,0 0 1 0 0,0 0-1 0 0,0 0 0 0 0,0-1 0 0 0,1 1 1 0 0,-1-1-1 0 0,0 1 0 0 0,1-1 0 0 0,-1 0 0 0 0,-1-2 1 0 0,-31-50-1599 0 0,25 39 3442 0 0,1 0 0 0 0,1-1 1 0 0,-8-26-1 0 0,12 33-654 0 0,1 1-1 0 0,1-1 1 0 0,-1 0 0 0 0,1 0 0 0 0,1 0 0 0 0,-1 0-1 0 0,2 0 1 0 0,-1 0 0 0 0,1 0 0 0 0,1 0 0 0 0,-1 1-1 0 0,2-1 1 0 0,-1 0 0 0 0,1 1 0 0 0,0 0 0 0 0,5-9-1 0 0,-1 5-341 0 0,0 0-1 0 0,1 1 0 0 0,1-1 1 0 0,-1 2-1 0 0,2-1 0 0 0,0 1 0 0 0,21-16 1 0 0,-19 17-413 0 0,0 0 0 0 0,1 1-1 0 0,1 1 1 0 0,-1 0 0 0 0,1 1 0 0 0,0 0 0 0 0,0 1 0 0 0,1 1 0 0 0,-1 0 0 0 0,1 1 0 0 0,29-2 0 0 0,-38 5-120 0 0,1 0 0 0 0,0 1 1 0 0,-1 0-1 0 0,1 0 1 0 0,-1 0-1 0 0,1 1 0 0 0,-1-1 1 0 0,0 2-1 0 0,0-1 0 0 0,11 6 1 0 0,-9-3 14 0 0,0 1 0 0 0,0 0 0 0 0,0 0 0 0 0,-1 1 0 0 0,0-1 0 0 0,10 13 0 0 0,-3 1 22 0 0,0 1-1 0 0,-2 0 0 0 0,0 1 1 0 0,17 45-1 0 0,1 21-39 0 0,-27-76-5 0 0,0 0 0 0 0,-1 1 0 0 0,0-1 1 0 0,-1 0-1 0 0,-1 19 0 0 0,0-26-1 0 0,-1-1-1 0 0,0 0 1 0 0,0 0 0 0 0,0 1-1 0 0,-3 6 1 0 0,-2-3-1 0 0,1-3-13 0 0,4-4-51 0 0,-3-10-235 0 0,3 7 275 0 0,1-1 0 0 0,0 1-1 0 0,0 0 1 0 0,0 0 0 0 0,0 0 0 0 0,0-1 0 0 0,1 1 0 0 0,-1 0-1 0 0,1 0 1 0 0,-1 0 0 0 0,1 0 0 0 0,0 0 0 0 0,1-3-1 0 0,17-27-275 0 0,-11 21 187 0 0,17-30-176 0 0,-7 9 61 0 0,2 2 0 0 0,25-30 0 0 0,-44 59 226 0 0,139-149-335 0 0,-124 134 436 0 0,-15 14 743 0 0,-1 4-735 0 0,-13 36 6 0 0,-22 46 1 0 0,-13 35-146 0 0,46-113-38 0 0,1 0 1 0 0,0 0 0 0 0,0 1-1 0 0,0-1 1 0 0,1 0 0 0 0,0 1-1 0 0,0 9 1 0 0,1-15 28 0 0,-1 0 1 0 0,0-1-1 0 0,0 1 0 0 0,1 0 1 0 0,-1 0-1 0 0,0 0 0 0 0,1-1 1 0 0,-1 1-1 0 0,1 0 0 0 0,-1 0 1 0 0,1-1-1 0 0,-1 1 0 0 0,1 0 1 0 0,-1-1-1 0 0,1 1 0 0 0,0-1 1 0 0,-1 1-1 0 0,1-1 0 0 0,0 1 1 0 0,-1-1-1 0 0,1 1 0 0 0,0-1 1 0 0,0 0-1 0 0,0 1 1 0 0,-1-1-1 0 0,1 0 0 0 0,0 0 1 0 0,0 1-1 0 0,0-1 0 0 0,0 0 1 0 0,0 0-1 0 0,-1 0 0 0 0,1 0 1 0 0,0 0-1 0 0,0 0 0 0 0,0-1 1 0 0,0 1-1 0 0,0 0 0 0 0,1-1 1 0 0,3 0-122 0 0,1-1 1 0 0,0 0 0 0 0,-1 0 0 0 0,6-3 0 0 0,2-1 14 0 0,-1-1 0 0 0,-1-1 0 0 0,1 1 0 0 0,-2-2 0 0 0,1 0 0 0 0,-1 0 0 0 0,16-19 0 0 0,1-8 106 0 0,25-40 0 0 0,18-24 604 0 0,-43 70 121 0 0,-25 28 399 0 0,-1 4-1009 0 0,0-1 0 0 0,1 0 0 0 0,-1 1-1 0 0,0-1 1 0 0,1 0 0 0 0,-1 1 0 0 0,0-1 0 0 0,0 1 0 0 0,0 0 0 0 0,0-1-1 0 0,-1 1 1 0 0,2 2 0 0 0,3 12 91 0 0,-1 0 1 0 0,-1 0-1 0 0,0 1 0 0 0,-1-1 1 0 0,-1 28-1 0 0,0-30-92 0 0,22 266 271 0 0,-1-24-105 0 0,-21-234-235 0 0,1-6 8 0 0,-1-1-1 0 0,-1 1 1 0 0,-1-1 0 0 0,0 1 0 0 0,-5 22 0 0 0,3-29 14 0 0,3-9-33 0 0,-1 0-1 0 0,1 0 1 0 0,0 0 0 0 0,-1 0-1 0 0,1 0 1 0 0,-1 0-1 0 0,1 0 1 0 0,-1 0-1 0 0,1-1 1 0 0,-1 1 0 0 0,1 0-1 0 0,0 0 1 0 0,-1 0-1 0 0,1-1 1 0 0,-1 1-1 0 0,1 0 1 0 0,0-1 0 0 0,-1 1-1 0 0,1 0 1 0 0,-1-1-1 0 0,-3-5-34 0 0,1 1 0 0 0,-1-1-1 0 0,1 0 1 0 0,0-1-1 0 0,0 1 1 0 0,1 0 0 0 0,0-1-1 0 0,0 1 1 0 0,-2-13-1 0 0,-2-5-70 0 0,-5-20-61 0 0,1-1 0 0 0,3 0 1 0 0,1 0-1 0 0,1-70 0 0 0,7 38-7 0 0,23-141-1 0 0,-19 184 192 0 0,1 0-1 0 0,2 1 1 0 0,1 0-1 0 0,19-42 1 0 0,-26 69 43 0 0,0 0 1 0 0,1 0-1 0 0,0 0 1 0 0,0 0-1 0 0,0 0 0 0 0,1 1 1 0 0,0 0-1 0 0,0 0 1 0 0,0 0-1 0 0,1 1 0 0 0,9-7 1 0 0,-12 10-40 0 0,0-1 0 0 0,0 1 0 0 0,0-1 0 0 0,0 1 0 0 0,0 0 0 0 0,0 0 0 0 0,0 1 0 0 0,0-1 0 0 0,0 1-1 0 0,1-1 1 0 0,-1 1 0 0 0,0 0 0 0 0,0 0 0 0 0,1 1 0 0 0,-1-1 0 0 0,0 1 0 0 0,0-1 0 0 0,0 1 0 0 0,0 0 0 0 0,0 0 0 0 0,0 0 0 0 0,0 1 0 0 0,0-1 0 0 0,0 1 0 0 0,0 0 0 0 0,-1-1 0 0 0,4 3 0 0 0,-1 1-12 0 0,0 0 1 0 0,-1 1-1 0 0,1-1 0 0 0,-1 1 0 0 0,0 0 1 0 0,0 0-1 0 0,-1 0 0 0 0,0 1 1 0 0,0-1-1 0 0,0 1 0 0 0,-1-1 0 0 0,0 1 1 0 0,1 9-1 0 0,2 9 9 0 0,-2 0-1 0 0,1 34 1 0 0,-4-23 15 0 0,-2-1-1 0 0,-1 1 1 0 0,-1-1-1 0 0,-18 67 1 0 0,19-93-45 0 0,2-7-73 0 0,2-14-425 0 0,3-11 210 0 0,1 0 0 0 0,1 1 0 0 0,1 0-1 0 0,15-33 1 0 0,48-80-452 0 0,-45 90 638 0 0,-18 32 185 0 0,0 1-1 0 0,1 0 1 0 0,0 0 0 0 0,1 1-1 0 0,1 0 1 0 0,15-14-1 0 0,-23 24 168 0 0,-1 2 101 0 0,1 0-254 0 0,0 1 1 0 0,0-1-1 0 0,0 1 0 0 0,0 0 1 0 0,0 0-1 0 0,-1 0 0 0 0,1 0 1 0 0,-1 0-1 0 0,1 0 0 0 0,-1 0 1 0 0,0 0-1 0 0,0 0 0 0 0,0 1 1 0 0,0-1-1 0 0,0 1 0 0 0,0-1 1 0 0,0 3-1 0 0,2 10 234 0 0,1 25 1 0 0,-2-25-155 0 0,14 157 173 0 0,-13-151-407 0 0,7 28 0 0 0,-10-46-105 0 0,13-3-6832 0 0,-6 0 6159 0 0,0 0 0 0 0,-1-1 1 0 0,13-3-1 0 0,-14 3 361 0 0,-1-1 1 0 0,1 0-1 0 0,-1-1 1 0 0,7-3-1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55 14743 0 0,'-5'0'8971'0'0,"21"-4"-9462"0"0,-1 1 0 0 0,1 1-1 0 0,-1 1 1 0 0,21 0 0 0 0,-6 0-1730 0 0,49-1-6110 0 0,-49-1 6718 0 0,-1-1 1 0 0,-1 0-1 0 0,51-17 0 0 0,-71 18 1661 0 0,1 1-1 0 0,0 0 0 0 0,29 0 20889 0 0,-40 10-19466 0 0,-4 7-735 0 0,-2 1 1 0 0,0-1-1 0 0,-1-1 1 0 0,0 0-1 0 0,-1 0 1 0 0,-13 14-1 0 0,-25 36-215 0 0,26-28-452 0 0,1 1 0 0 0,-18 45 1 0 0,33-70-79 0 0,2 1 0 0 0,0-1 0 0 0,0 1 1 0 0,1 0-1 0 0,1 1 0 0 0,0-1 0 0 0,1 0 1 0 0,0 1-1 0 0,1-1 0 0 0,4 27 0 0 0,-3-36 4 0 0,0 1 0 0 0,0 0 0 0 0,0-1 0 0 0,1 1 0 0 0,0-1 0 0 0,0 0 0 0 0,0 0 0 0 0,1 0 0 0 0,-1 0 0 0 0,1 0 0 0 0,0 0 0 0 0,0 0 0 0 0,0-1 0 0 0,0 0 0 0 0,1 0 0 0 0,6 5 0 0 0,-5-5 16 0 0,1 1-1 0 0,0-2 1 0 0,0 1 0 0 0,0-1 0 0 0,0 0-1 0 0,0 0 1 0 0,1-1 0 0 0,-1 1 0 0 0,0-1-1 0 0,1-1 1 0 0,9 1 0 0 0,12-2 36 0 0,1-2 0 0 0,-1 0 0 0 0,0-2 0 0 0,0-1 0 0 0,28-10 0 0 0,5-6-986 0 0,65-32 0 0 0,-90 37-40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5:5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 25511 0 0,'-17'-5'2768'0'0,"10"6"-1200"0"0,17 10-3744 0 0,0-1 928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5527 0 0,'-4'28'-227'0'0,"-5"0"3730"0"0,0-1 3407 0 0,5 2 5156 0 0,17-29-11076 0 0,-11 1-978 0 0,1-1 1 0 0,-1 0 0 0 0,0 0-1 0 0,1 0 1 0 0,-1 0 0 0 0,0 0 0 0 0,0-1-1 0 0,1 1 1 0 0,-1-1 0 0 0,4-1-1 0 0,61-30-2674 0 0,-37 17 1135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20 16583 0 0,'-13'-10'1822'0'0,"10"8"-1097"0"0,0 1 0 0 0,0 0 0 0 0,-1 0 1 0 0,1 0-1 0 0,-1 0 0 0 0,1 0 1 0 0,-1 1-1 0 0,0-1 0 0 0,1 1 0 0 0,-1 0 1 0 0,-6 1-1 0 0,3-1-67 0 0,-1 1-1 0 0,0 1 1 0 0,0 0 0 0 0,-9 3-1 0 0,-2 2-505 0 0,0 2 0 0 0,1 0-1 0 0,0 1 1 0 0,1 1-1 0 0,0 0 1 0 0,-17 16 0 0 0,9-4 92 0 0,1 1 1 0 0,-39 51-1 0 0,57-68-244 0 0,1 1 0 0 0,0 0 0 0 0,1 0 0 0 0,-6 13 0 0 0,9-19 0 0 0,0 1 0 0 0,0 0 0 0 0,0 0 0 0 0,0 0 0 0 0,1 0 0 0 0,-1 0 0 0 0,1 1 0 0 0,0-1 0 0 0,0 0 0 0 0,0 0 0 0 0,0 0 0 0 0,0 0 0 0 0,1 0 0 0 0,-1 0 0 0 0,1 0 0 0 0,2 5 0 0 0,-2-6-2 0 0,0 0 0 0 0,1-1 0 0 0,-1 1 0 0 0,1 0 0 0 0,-1-1 0 0 0,1 1 0 0 0,0-1 0 0 0,0 1 0 0 0,0-1 0 0 0,-1 0 0 0 0,1 0 0 0 0,0 0 0 0 0,1 0 0 0 0,2 1-1 0 0,35 8-41 0 0,-27-7 39 0 0,139 22-37 0 0,-29-6-15 0 0,-97-14 47 0 0,-1 2 1 0 0,43 16-1 0 0,-62-20 15 0 0,5 1-8 0 0,0 1 0 0 0,0 0 1 0 0,-1 1-1 0 0,1 0 0 0 0,12 11 0 0 0,-20-15 8 0 0,-1 0 1 0 0,0 0-1 0 0,0 1 0 0 0,0-1 0 0 0,0 1 0 0 0,-1-1 0 0 0,1 1 1 0 0,-1-1-1 0 0,1 1 0 0 0,-1 0 0 0 0,0 0 0 0 0,0 0 0 0 0,0 0 1 0 0,0 0-1 0 0,-1 0 0 0 0,1 0 0 0 0,-1 0 0 0 0,0 0 1 0 0,0 0-1 0 0,0 0 0 0 0,0 0 0 0 0,0 0 0 0 0,-1 0 0 0 0,1 0 1 0 0,-1 0-1 0 0,-2 5 0 0 0,1-3 12 0 0,-1 0 0 0 0,1 0 1 0 0,-1 0-1 0 0,0 0 0 0 0,0 0 0 0 0,-1-1 1 0 0,0 1-1 0 0,1-1 0 0 0,-1 0 0 0 0,-1 0 0 0 0,1-1 1 0 0,-7 5-1 0 0,-4 2 43 0 0,0-1 1 0 0,-28 12-1 0 0,10-8-511 0 0,0-1-1 0 0,-1-1 1 0 0,0-2 0 0 0,0-2-1 0 0,-1 0 1 0 0,-53 1-1 0 0,64-6-1433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1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1 371 22575 0 0,'2'-1'1035'0'0,"135"-24"2398"0"0,-116 21-2834 0 0,0 1 1 0 0,0 2-1 0 0,0 0 0 0 0,0 1 0 0 0,0 1 0 0 0,28 5 1 0 0,-48-6-588 0 0,-1 0 1 0 0,1 0 0 0 0,-1 0 0 0 0,1 0-1 0 0,-1 1 1 0 0,1-1 0 0 0,-1 0-1 0 0,0 0 1 0 0,1 1 0 0 0,-1-1-1 0 0,1 0 1 0 0,-1 1 0 0 0,0-1 0 0 0,1 0-1 0 0,-1 1 1 0 0,0-1 0 0 0,0 0-1 0 0,1 1 1 0 0,-1-1 0 0 0,0 1 0 0 0,0-1-1 0 0,1 1 1 0 0,-1-1 0 0 0,0 0-1 0 0,0 1 1 0 0,0-1 0 0 0,0 1-1 0 0,0-1 1 0 0,0 1 0 0 0,0-1 0 0 0,0 1-1 0 0,0-1 1 0 0,0 1 0 0 0,0-1-1 0 0,0 1 1 0 0,0-1 0 0 0,0 1 0 0 0,-1 0-1 0 0,-5 17 245 0 0,-1-10-173 0 0,0 0 0 0 0,-1 0 0 0 0,1-1 0 0 0,-1 0 1 0 0,-1-1-1 0 0,-11 8 0 0 0,-2 2-51 0 0,-8 6-17 0 0,-66 54 70 0 0,82-63-76 0 0,0 0 1 0 0,1 1 0 0 0,1 1-1 0 0,-14 21 1 0 0,24-34-11 0 0,0 1 0 0 0,1-1 0 0 0,-1 1 0 0 0,1 0 0 0 0,0 0 0 0 0,0-1 0 0 0,0 1 0 0 0,0 0 0 0 0,0 0 0 0 0,1 0 0 0 0,-1 0 0 0 0,1 0 0 0 0,0 6 0 0 0,0-7 0 0 0,1 0 0 0 0,-1 0 0 0 0,1 0 0 0 0,0 0 0 0 0,0-1 0 0 0,0 1 0 0 0,0 0 0 0 0,0-1 0 0 0,0 1 0 0 0,0 0 0 0 0,0-1 0 0 0,0 0 0 0 0,1 1 0 0 0,-1-1 0 0 0,1 0 0 0 0,-1 1 0 0 0,1-1 0 0 0,0 0 0 0 0,-1 0 0 0 0,1-1 0 0 0,0 1 0 0 0,3 1 0 0 0,3 1-4 0 0,0-1 1 0 0,0 0-1 0 0,0-1 0 0 0,0 0 1 0 0,0 0-1 0 0,0-1 0 0 0,1 0 0 0 0,-1 0 1 0 0,0-1-1 0 0,14-3 0 0 0,8-3-62 0 0,43-15 0 0 0,-27 4-705 0 0,-1-2 1 0 0,64-38 0 0 0,-28 8-8332 0 0,-38 22-32 0 0</inkml:trace>
  <inkml:trace contextRef="#ctx0" brushRef="#br0" timeOffset="1">758 12 7831 0 0,'-36'-12'24111'0'0,"38"13"-23865"0"0,10 3-170 0 0,1-1 0 0 0,0 0 0 0 0,0-1 1 0 0,0 0-1 0 0,16-1 0 0 0,26 4-82 0 0,-17-1-207 0 0,-29-4-230 0 0,0 1-1 0 0,0 0 1 0 0,0 1 0 0 0,0-1 0 0 0,0 2-1 0 0,14 5 1 0 0</inkml:trace>
  <inkml:trace contextRef="#ctx0" brushRef="#br0" timeOffset="2">708 260 13823 0 0,'0'0'10696'0'0,"2"0"-9364"0"0,51-10 490 0 0,87-29-1 0 0,-9 1-2451 0 0,63-20-3054 0 0,-142 38 1367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1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19 21279 0 0,'-2'0'976'0'0,"-34"-8"295"0"0,24 5-708 0 0,0 0 0 0 0,0 1 0 0 0,0 1 0 0 0,0 0 0 0 0,-16 0 0 0 0,5 4-155 0 0,1 2 0 0 0,0 0-1 0 0,1 1 1 0 0,-1 1 0 0 0,1 0-1 0 0,0 2 1 0 0,1 1 0 0 0,0 1-1 0 0,0 0 1 0 0,1 1 0 0 0,-20 18-1 0 0,29-22-376 0 0,1 1 0 0 0,-1-1 1 0 0,2 2-1 0 0,-1-1 0 0 0,2 1 0 0 0,-1 1 0 0 0,1-1 0 0 0,1 1 0 0 0,0 0 0 0 0,0 1 0 0 0,-4 13 0 0 0,8-19-40 0 0,0-1 1 0 0,1 1-1 0 0,-1-1 0 0 0,1 1 0 0 0,1-1 0 0 0,-1 1 0 0 0,1 0 1 0 0,0 0-1 0 0,0-1 0 0 0,1 1 0 0 0,-1 0 0 0 0,1-1 1 0 0,1 1-1 0 0,-1-1 0 0 0,1 1 0 0 0,0-1 0 0 0,0 0 0 0 0,0 1 1 0 0,1-1-1 0 0,0 0 0 0 0,0-1 0 0 0,0 1 0 0 0,1 0 0 0 0,-1-1 1 0 0,1 0-1 0 0,9 8 0 0 0,-3-5 3 0 0,1 0 1 0 0,-1 0-1 0 0,2-1 0 0 0,-1-1 1 0 0,1 0-1 0 0,-1 0 0 0 0,1-1 1 0 0,18 4-1 0 0,8-1-10 0 0,56 4-1 0 0,-31-6 21 0 0,28 2 32 0 0,111 23 0 0 0,-140-12 99 0 0,-60-18-79 0 0,-3 3-38 0 0,-1 0 0 0 0,1 0 0 0 0,0 0 0 0 0,-1 0 1 0 0,1-1-1 0 0,-1 1 0 0 0,0 0 0 0 0,0-1 0 0 0,0 0 1 0 0,0 1-1 0 0,0-1 0 0 0,-1 0 0 0 0,1 0 0 0 0,0 0 1 0 0,-1-1-1 0 0,0 1 0 0 0,-3 1 0 0 0,-7 3 7 0 0,-1 0-1 0 0,-21 6 0 0 0,13-5 32 0 0,-77 22-69 0 0,-5 1-557 0 0,84-22-477 0 0,0 0 0 0 0,1 1 0 0 0,-19 11 0 0 0,23-9-5879 0 0,5-1-2076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26751 0 0,'0'0'2425'0'0,"1"2"-1994"0"0,6 5-138 0 0,0 0 0 0 0,0 1 0 0 0,-1 0 0 0 0,0 0 0 0 0,-1 0 1 0 0,0 1-1 0 0,0 0 0 0 0,4 12 0 0 0,-5-8-190 0 0,-1 0 1 0 0,0 1-1 0 0,0 0 0 0 0,0 21 1 0 0,-2-6-106 0 0,-1 0 0 0 0,-2-1 0 0 0,-1 1 0 0 0,-1-1 0 0 0,-1 1 1 0 0,-2-2-1 0 0,-9 28 0 0 0,10-36-164 0 0,-8 19-1799 0 0,10-30 172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68 21455 0 0,'0'-2'984'0'0,"-1"-2"-667"0"0,-1-5-149 0 0,-1-1-1 0 0,-1 1 0 0 0,1 0 0 0 0,-8-13 0 0 0,10 20-409 0 0,1 3-208 0 0,1 1 462 0 0,-1-1-1 0 0,1 0 1 0 0,-1 0-1 0 0,1 0 1 0 0,0 1-1 0 0,0-1 1 0 0,0 0 0 0 0,0 0-1 0 0,1 1 1 0 0,4 5 6 0 0,2 7-7 0 0,0 0-1 0 0,0 1 1 0 0,9 29 0 0 0,10 49 26 0 0,-17-56-32 0 0,25 108 26 0 0,24 213-1 0 0,-16 156 48 0 0,1 405-32 0 0,-28-522-39 0 0,41 1632-24 0 0,-29 798-478 0 0,-119-788 1671 0 0,34-1339-154 0 0,-30 428 849 0 0,42 1-196 0 0,66 483-472 0 0,0-687-1209 0 0,-20-889-41 0 0,1 25-705 0 0,-7 67 1 0 0,-1-92-2212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78 8751 0 0,'-3'-7'155'0'0,"-1"0"-1"0"0,0 1 0 0 0,-5-8 0 0 0,-15-30 20248 0 0,31 54-19765 0 0,-2-2-499 0 0,0 1 0 0 0,0 0 0 0 0,-1 1 0 0 0,0-1-1 0 0,3 15 1 0 0,10 53-134 0 0,-13-53 13 0 0,33 330 101 0 0,-28-219 180 0 0,-3-64-327 0 0,-3 0-1 0 0,-8 97 1 0 0,4-161-268 0 0,0 0 0 0 0,0 0 0 0 0,-1-1-1 0 0,0 1 1 0 0,0 0 0 0 0,-1-1 0 0 0,-3 7 0 0 0,5-12-693 0 0,-1-1-735 0 0,-8-3-319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0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25255 0 0,'0'0'2285'0'0,"1"0"-1837"0"0,20-2 42 0 0,0-1-1 0 0,0 0 1 0 0,29-10 0 0 0,-24 6-86 0 0,93-26 557 0 0,33-9-567 0 0,-119 35-364 0 0,0 1 0 0 0,55-1 0 0 0,-77 6-27 0 0,0 2-1 0 0,0-1 0 0 0,0 1 1 0 0,0 1-1 0 0,0 0 0 0 0,0 1 1 0 0,0 0-1 0 0,-1 1 0 0 0,1 0 1 0 0,-1 0-1 0 0,0 1 1 0 0,0 1-1 0 0,0-1 0 0 0,-1 2 1 0 0,0-1-1 0 0,0 1 0 0 0,-1 0 1 0 0,0 1-1 0 0,0 0 0 0 0,-1 1 1 0 0,0-1-1 0 0,0 1 0 0 0,-1 1 1 0 0,9 16-1 0 0,-5-3 3 0 0,0 0 1 0 0,-1 1-1 0 0,8 38 1 0 0,8 78 136 0 0,-22-120-114 0 0,14 192 137 0 0,-7-56-103 0 0,3-68-9 0 0,-10-80-42 0 0,5-16 27 0 0,-4 1-61 0 0,0-1 1 0 0,0 1-1 0 0,-1 0 0 0 0,0-1 0 0 0,4-15 0 0 0,6-44-58 0 0,-5 24 15 0 0,0 5-10 0 0,2 0 0 0 0,1 1 0 0 0,2 1-1 0 0,21-43 1 0 0,-29 71 49 0 0,-4 8 24 0 0,0 0 0 0 0,-1 1 0 0 0,1-1 0 0 0,-1 0 0 0 0,1 1 0 0 0,-1-1-1 0 0,1 0 1 0 0,-1 1 0 0 0,1-1 0 0 0,-1 1 0 0 0,0-1 0 0 0,1 1 0 0 0,-1-1-1 0 0,0 1 1 0 0,1-1 0 0 0,-1 2 0 0 0,0-2 3 0 0,4 8 12 0 0,-1 0 0 0 0,0 0 0 0 0,0 1 0 0 0,-1-1 0 0 0,0 1 0 0 0,-1 0 0 0 0,0-1 0 0 0,0 11 0 0 0,2 10 21 0 0,-1-17-10 0 0,2 19 4 0 0,1 0 0 0 0,1-1 1 0 0,12 33-1 0 0,-15-53-27 0 0,1-1 0 0 0,1 0-1 0 0,0 0 1 0 0,0-1 0 0 0,11 15 0 0 0,-12-18 0 0 0,1 0 0 0 0,-1-1 0 0 0,1 0 0 0 0,0 0 0 0 0,0 0 0 0 0,0-1 0 0 0,0 1 0 0 0,1-1 0 0 0,-1 0 0 0 0,9 2 0 0 0,-7-3-9 0 0,0-1 0 0 0,1 0 0 0 0,-1 0 0 0 0,0 0 0 0 0,1-1-1 0 0,-1-1 1 0 0,1 1 0 0 0,-1-1 0 0 0,0 0 0 0 0,0-1 0 0 0,1 0 0 0 0,-1 0 0 0 0,0 0 0 0 0,-1-1 0 0 0,1 0-1 0 0,12-8 1 0 0,-9 4 0 0 0,0-1 0 0 0,0 0 0 0 0,-1-1 0 0 0,0 0 0 0 0,-1 0 0 0 0,0-1 0 0 0,0 0 0 0 0,-1 0 0 0 0,-1-1 0 0 0,0 0 0 0 0,0 0 0 0 0,6-18 0 0 0,-3 8 11 0 0,-1-1-1 0 0,-1 0 1 0 0,-1 0-1 0 0,-1 0 1 0 0,-1-1-1 0 0,2-31 1 0 0,-8 51 40 0 0,2 2-40 0 0,0 1 0 0 0,0 0 0 0 0,-1-1 0 0 0,1 1 0 0 0,0 0 0 0 0,0-1 0 0 0,-1 1 0 0 0,1 0 0 0 0,0-1-1 0 0,-1 1 1 0 0,1 0 0 0 0,0 0 0 0 0,-1-1 0 0 0,1 1 0 0 0,-1 0 0 0 0,1 0 0 0 0,0 0 0 0 0,-1 0 0 0 0,1-1 0 0 0,-1 1-1 0 0,1 0 1 0 0,-1 0 0 0 0,1 0 0 0 0,-1 0 0 0 0,1 0 0 0 0,0 0 0 0 0,-1 0 0 0 0,1 0 0 0 0,-1 0 0 0 0,1 0 0 0 0,-1 0-1 0 0,1 1 1 0 0,0-1 0 0 0,-1 0 0 0 0,1 0 0 0 0,-1 0 0 0 0,1 1 0 0 0,-1-1 0 0 0,0 1 11 0 0,-3 1-2 0 0,0 0-1 0 0,1 0 1 0 0,-1 0-1 0 0,1 1 1 0 0,0 0-1 0 0,-1 0 1 0 0,1 0-1 0 0,0 0 0 0 0,0 0 1 0 0,1 0-1 0 0,-1 1 1 0 0,1 0-1 0 0,0-1 1 0 0,0 1-1 0 0,-3 7 1 0 0,-2 7 8 0 0,1-1 0 0 0,-4 24 0 0 0,9-39-17 0 0,-2 13 2 0 0,0 0-1 0 0,1 1 1 0 0,1-1-1 0 0,0 0 1 0 0,2 23-1 0 0,0-31-45 0 0,0 0 0 0 0,0 0 0 0 0,0 0 0 0 0,1-1-1 0 0,0 1 1 0 0,0-1 0 0 0,1 1 0 0 0,0-1-1 0 0,0 0 1 0 0,0 0 0 0 0,1 0 0 0 0,0 0-1 0 0,0-1 1 0 0,8 9 0 0 0,-9-12-126 0 0,0 1 0 0 0,1-1-1 0 0,-1 0 1 0 0,1 0 0 0 0,0 0 0 0 0,-1-1-1 0 0,1 1 1 0 0,0-1 0 0 0,0 0 0 0 0,0 0 0 0 0,0 0-1 0 0,0-1 1 0 0,0 1 0 0 0,1-1 0 0 0,-1 0-1 0 0,0 0 1 0 0,0 0 0 0 0,0-1 0 0 0,0 0 0 0 0,6-1-1 0 0,4-2-858 0 0,-1 0-1 0 0,0-1 1 0 0,-1 0-1 0 0,24-13 0 0 0,-26 11 119 0 0,0 0-1 0 0,-1 0 0 0 0,0-1 1 0 0,0 0-1 0 0,0-1 0 0 0,-1 0 1 0 0,0 0-1 0 0,-1-1 0 0 0,0 0 1 0 0,0 0-1 0 0,-1-1 0 0 0,7-16 0 0 0,-7 11 335 0 0,-1 0 1 0 0,0 0-1 0 0,4-22 0 0 0,-6 22 1411 0 0,-1 0 1 0 0,-1 0-1 0 0,-1-22 1 0 0,-5 5 12521 0 0,2 44-10859 0 0,2 0-2045 0 0,0 1 1 0 0,1-1-1 0 0,0 1 1 0 0,1 0-1 0 0,0-1 0 0 0,4 14 1 0 0,-3-11-303 0 0,4 9 0 0 0,0-1 1 0 0,2 1-1 0 0,0-1 0 0 0,22 38 0 0 0,-26-52-137 0 0,2 3-4 0 0,1-2 31 0 0,2-4-31 0 0,-8-5-12 0 0,0 0-1 0 0,-1 0 1 0 0,1 0 0 0 0,0 0-1 0 0,0 0 1 0 0,0 0 0 0 0,-1-1-1 0 0,1 1 1 0 0,0 0-1 0 0,0 0 1 0 0,-1-1 0 0 0,1 1-1 0 0,0 0 1 0 0,0-1 0 0 0,-1 1-1 0 0,1-1 1 0 0,0 1 0 0 0,-1-1-1 0 0,1 1 1 0 0,-1-1 0 0 0,1 1-1 0 0,0-1 1 0 0,-1 1 0 0 0,1-1-1 0 0,-1 0 1 0 0,1 0-1 0 0,10-24-88 0 0,-7 14 54 0 0,33-72-100 0 0,14-30-81 0 0,-39 91 213 0 0,0 0 0 0 0,31-39 0 0 0,-39 56 5 0 0,-1 1 1 0 0,1 1 0 0 0,0-1 0 0 0,0 0 0 0 0,7-4 0 0 0,-11 7 5 0 0,1 1-1 0 0,0 0 1 0 0,0-1 0 0 0,0 1 0 0 0,-1 0 0 0 0,1 0 0 0 0,0 0 0 0 0,0 0 0 0 0,0 0 0 0 0,0-1 0 0 0,-1 1-1 0 0,1 1 1 0 0,0-1 0 0 0,0 0 0 0 0,0 0 0 0 0,-1 0 0 0 0,1 0 0 0 0,0 1 0 0 0,0-1 0 0 0,0 0-1 0 0,-1 0 1 0 0,1 1 0 0 0,0-1 0 0 0,0 1 0 0 0,0 0 0 0 0,1 0 15 0 0,0 0 1 0 0,0 1-1 0 0,-1-1 1 0 0,1 0-1 0 0,-1 1 1 0 0,1-1-1 0 0,-1 1 1 0 0,2 2-1 0 0,1 5 21 0 0,-1 0 0 0 0,0 1 0 0 0,-1-1 0 0 0,1 1 0 0 0,-2 0 0 0 0,0 0 0 0 0,0 17 0 0 0,2 7-6 0 0,3 32 45 0 0,6 42 17 0 0,-9-90-91 0 0,1 0-1 0 0,1 0 1 0 0,14 32-1 0 0,-19-49-5 0 0,0-1 0 0 0,0 0-1 0 0,0 1 1 0 0,0-1 0 0 0,0 0 0 0 0,1 1 0 0 0,-1-1 0 0 0,0 0-1 0 0,0 1 1 0 0,0-1 0 0 0,1 0 0 0 0,-1 1 0 0 0,0-1 0 0 0,1 0-1 0 0,-1 0 1 0 0,0 1 0 0 0,1-1 0 0 0,-1 0 0 0 0,0 0-1 0 0,1 0 1 0 0,-1 0 0 0 0,0 1 0 0 0,1-1 0 0 0,-1 0 0 0 0,0 0-1 0 0,1 0 1 0 0,-1 0 0 0 0,1 0 0 0 0,-1 0 0 0 0,0 0-1 0 0,1 0 1 0 0,0 0 0 0 0,0 0-1 0 0,0-1 0 0 0,0 1-1 0 0,0-1 1 0 0,0 1 0 0 0,0-1 0 0 0,0 0 0 0 0,0 1-1 0 0,0-1 1 0 0,0 0 0 0 0,0 0 0 0 0,0-1 0 0 0,18-25-7 0 0,-8 4-53 0 0,-1-2 0 0 0,9-34 1 0 0,1-1-14 0 0,-5 17 42 0 0,-6 15-29 0 0,2 1 1 0 0,0 0-1 0 0,16-26 1 0 0,1 0-42 0 0,-27 53 98 0 0,-1-1 0 0 0,0 1 0 0 0,0 0 0 0 0,0-1 0 0 0,0 1 0 0 0,1 0 0 0 0,-1-1 0 0 0,0 1 0 0 0,0 0 0 0 0,1-1 0 0 0,-1 1 0 0 0,0 0 0 0 0,1 0 0 0 0,-1 0 0 0 0,0-1 0 0 0,0 1 0 0 0,1 0 0 0 0,-1 0 0 0 0,0 0 0 0 0,1-1 0 0 0,-1 1 0 0 0,1 0 0 0 0,0 0 0 0 0,0 1 2 0 0,0-1-1 0 0,0 1 1 0 0,0 0 0 0 0,-1 0-1 0 0,1-1 1 0 0,0 1 0 0 0,0 0-1 0 0,0 0 1 0 0,-1 0 0 0 0,1 0-1 0 0,0 0 1 0 0,-1 0-1 0 0,1 0 1 0 0,-1 0 0 0 0,0 1-1 0 0,1 0 1 0 0,7 23 110 0 0,-3 4-45 0 0,-1 1 1 0 0,1 36-1 0 0,-4-39-23 0 0,1 0 0 0 0,1-1 0 0 0,8 33 0 0 0,-6-50-42 0 0,-4-8 0 0 0,0-1 0 0 0,0 0 0 0 0,0 1 0 0 0,0-1 0 0 0,0 0 0 0 0,0 0 0 0 0,0 0 0 0 0,1 0 0 0 0,-1 0 0 0 0,0 0 0 0 0,0 0 0 0 0,0 0 0 0 0,0 0 0 0 0,0-1 0 0 0,0 1 0 0 0,0 0 0 0 0,0-1 0 0 0,0 1 0 0 0,0-1 0 0 0,0 1 0 0 0,0-1 0 0 0,0 1 0 0 0,0-1 0 0 0,0 0 0 0 0,0 1 0 0 0,-1-1 0 0 0,2-1 0 0 0,2-2 0 0 0,0 0 0 0 0,0 0 0 0 0,-1 0 0 0 0,5-6 0 0 0,11-24-173 0 0,-1-1 0 0 0,22-62 0 0 0,3-6-302 0 0,-34 85 413 0 0,1 0 1 0 0,0 0-1 0 0,17-20 1 0 0,-26 36-6 0 0,0 4-77 0 0,-1 15 201 0 0,0-1 0 0 0,0 0 0 0 0,-6 31-1 0 0,-1 10 13 0 0,6-29-42 0 0,0 0 0 0 0,7 52 0 0 0,-5-70-36 0 0,1 0 1 0 0,1 0-1 0 0,-1 0 0 0 0,2 0 1 0 0,-1-1-1 0 0,1 1 1 0 0,1-1-1 0 0,0 0 0 0 0,0 0 1 0 0,1-1-1 0 0,7 10 1 0 0,-10-15-15 0 0,1 0 0 0 0,-1 0 1 0 0,1 0-1 0 0,-1-1 0 0 0,1 1 0 0 0,0-1 1 0 0,0 0-1 0 0,0 0 0 0 0,1 0 0 0 0,-1 0 1 0 0,0-1-1 0 0,1 0 0 0 0,-1 0 1 0 0,1 0-1 0 0,-1-1 0 0 0,1 1 0 0 0,-1-1 1 0 0,1 0-1 0 0,-1 0 0 0 0,1-1 0 0 0,0 1 1 0 0,-1-1-1 0 0,8-2 0 0 0,-1 0 3 0 0,-1-1 1 0 0,1 0-1 0 0,-1 0 0 0 0,1-1 0 0 0,-1 0 0 0 0,-1-1 0 0 0,1 0 1 0 0,12-11-1 0 0,-7 3 31 0 0,0-1 0 0 0,-1 0 1 0 0,-1-1-1 0 0,-1-1 0 0 0,0 1 1 0 0,-1-2-1 0 0,-1 0 0 0 0,0 0 1 0 0,13-38-1 0 0,-22 54-8 0 0,0-1 0 0 0,-1 1 0 0 0,1-1 0 0 0,-1 1 0 0 0,0 0 0 0 0,1-1-1 0 0,-1 1 1 0 0,0-1 0 0 0,0 1 0 0 0,-1-1 0 0 0,1 1 0 0 0,-1 0 0 0 0,1-1 0 0 0,-1 1 0 0 0,0-1 0 0 0,1 1 0 0 0,-1 0 0 0 0,-2-4 0 0 0,2 5 0 0 0,1 1 0 0 0,-1-1 1 0 0,0 0-1 0 0,0 0 0 0 0,1 1 0 0 0,-1-1 1 0 0,0 0-1 0 0,0 1 0 0 0,0-1 1 0 0,0 1-1 0 0,0-1 0 0 0,0 1 1 0 0,0-1-1 0 0,0 1 0 0 0,0 0 1 0 0,0-1-1 0 0,-1 1 0 0 0,0 0 6 0 0,0 0 0 0 0,0 0-1 0 0,0 0 1 0 0,1 0-1 0 0,-1 1 1 0 0,0-1 0 0 0,1 1-1 0 0,-1-1 1 0 0,0 1 0 0 0,1 0-1 0 0,-1-1 1 0 0,0 1-1 0 0,-2 2 1 0 0,-13 11 40 0 0,0 0-1 0 0,1 1 1 0 0,1 1-1 0 0,-19 24 1 0 0,26-31-60 0 0,0 1 1 0 0,1 0 0 0 0,1 1-1 0 0,-1-1 1 0 0,2 1 0 0 0,-1 0 0 0 0,2 1-1 0 0,-1-1 1 0 0,2 1 0 0 0,-5 21-1 0 0,8-30-19 0 0,0 1-1 0 0,-1 0 0 0 0,2-1 0 0 0,-1 1 0 0 0,0 0 0 0 0,1-1 1 0 0,-1 1-1 0 0,1 0 0 0 0,0-1 0 0 0,2 5 0 0 0,-2-7-1 0 0,-1 1-1 0 0,1-1 0 0 0,0 0 1 0 0,-1 0-1 0 0,1 0 0 0 0,0 0 1 0 0,0 0-1 0 0,0 0 0 0 0,0 0 1 0 0,-1 0-1 0 0,1-1 0 0 0,1 1 1 0 0,-1 0-1 0 0,0-1 0 0 0,0 1 1 0 0,0 0-1 0 0,0-1 0 0 0,0 1 1 0 0,1-1-1 0 0,-1 0 0 0 0,0 1 1 0 0,0-1-1 0 0,1 0 0 0 0,-1 0 0 0 0,0 0 1 0 0,0 0-1 0 0,1 0 0 0 0,-1 0 1 0 0,0 0-1 0 0,1 0 0 0 0,-1 0 1 0 0,1-1-1 0 0,6-1-235 0 0,0-1 1 0 0,-1 0-1 0 0,0 0 0 0 0,0 0 1 0 0,0-1-1 0 0,0 0 0 0 0,0-1 1 0 0,-1 0-1 0 0,10-8 0 0 0,4-7-482 0 0,22-29-1 0 0,-41 48 736 0 0,11-15-118 0 0,-1-1 0 0 0,-1-1 1 0 0,0 1-1 0 0,-1-2 0 0 0,8-23 1 0 0,-16 40 433 0 0,-16 23 532 0 0,9-11-618 0 0,1 1-1 0 0,0 0 1 0 0,0 0 0 0 0,1 0-1 0 0,0 1 1 0 0,1-1-1 0 0,1 1 1 0 0,-3 17-1 0 0,5-24-182 0 0,0 0-1 0 0,-1 0 1 0 0,2 0-1 0 0,-1 0 1 0 0,0 0-1 0 0,1 0 0 0 0,0 0 1 0 0,0 0-1 0 0,1-1 1 0 0,-1 1-1 0 0,1 0 1 0 0,0-1-1 0 0,0 1 1 0 0,1-1-1 0 0,-1 1 1 0 0,1-1-1 0 0,0 0 1 0 0,0 0-1 0 0,0 0 1 0 0,1-1-1 0 0,0 1 1 0 0,6 4-1 0 0,-7-6-30 0 0,0-1 0 0 0,0 0-1 0 0,0 1 1 0 0,0-1 0 0 0,0-1 0 0 0,1 1-1 0 0,-1 0 1 0 0,0-1 0 0 0,0 1 0 0 0,1-1 0 0 0,-1 0-1 0 0,0 0 1 0 0,1-1 0 0 0,-1 1 0 0 0,0-1-1 0 0,0 1 1 0 0,1-1 0 0 0,2-1 0 0 0,5-2-33 0 0,0 0 0 0 0,-1-1 1 0 0,19-11-1 0 0,-12 5 19 0 0,0-2 0 0 0,-1 0-1 0 0,0-1 1 0 0,-2 0 0 0 0,0-2 0 0 0,0 1 0 0 0,-1-2-1 0 0,-1 0 1 0 0,-1 0 0 0 0,15-31 0 0 0,3-16 2 0 0,36-119 1 0 0,-64 178-5 0 0,15-44 136 0 0,-3-1 0 0 0,-1 0 1 0 0,7-87-1 0 0,-18 133-91 0 0,-1-2 50 0 0,1 0 0 0 0,-1-1 0 0 0,0 1 0 0 0,-1 0 0 0 0,1 0 0 0 0,-1 0 0 0 0,-4-11-1 0 0,5 17-63 0 0,0-1-1 0 0,0 1 0 0 0,0-1 1 0 0,0 1-1 0 0,0 0 0 0 0,0-1 1 0 0,0 1-1 0 0,-1 0 0 0 0,1-1 1 0 0,0 1-1 0 0,0 0 0 0 0,0-1 1 0 0,-1 1-1 0 0,1 0 0 0 0,0-1 1 0 0,0 1-1 0 0,-1 0 0 0 0,1 0 1 0 0,0-1-1 0 0,-1 1 0 0 0,1 0 1 0 0,0 0-1 0 0,-1 0 0 0 0,1 0 1 0 0,0-1-1 0 0,-1 1 0 0 0,1 0 1 0 0,-1 0-1 0 0,1 0 0 0 0,0 0 1 0 0,-1 0-1 0 0,1 0 0 0 0,-1 0 1 0 0,1 0-1 0 0,0 0 0 0 0,-1 0 1 0 0,1 0-1 0 0,-1 0 0 0 0,1 0 1 0 0,0 0-1 0 0,-1 0 0 0 0,1 1 1 0 0,0-1-1 0 0,-1 0 0 0 0,1 0 1 0 0,0 0-1 0 0,-1 1 0 0 0,1-1 1 0 0,0 0-1 0 0,-1 0 0 0 0,1 1 1 0 0,0-1-1 0 0,0 0 0 0 0,-1 0 1 0 0,1 1-1 0 0,0-1 0 0 0,0 0 1 0 0,0 1-1 0 0,-1 0 0 0 0,-13 22 443 0 0,4 1-179 0 0,1 0 1 0 0,-9 34-1 0 0,-7 54 53 0 0,23-99-301 0 0,-8 37 110 0 0,3 1 0 0 0,-1 63 0 0 0,8-85-145 0 0,1 0-1 0 0,2 0 0 0 0,0 0 0 0 0,2-1 0 0 0,13 41 1 0 0,-16-61-156 0 0,1 0-1 0 0,0-1 1 0 0,0 0 0 0 0,1 1 0 0 0,0-1 0 0 0,0-1 0 0 0,10 13-1 0 0,16 8-640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14 755 22951 0 0,'0'0'1051'0'0,"0"-1"-25"0"0,0-2-971 0 0,-1 0-1 0 0,1 0 0 0 0,-1 0 1 0 0,1 0-1 0 0,-1 0 0 0 0,0 0 0 0 0,-2-4 1 0 0,2 5-27 0 0,0 0 1 0 0,0 0-1 0 0,0 0 0 0 0,0-1 1 0 0,1 1-1 0 0,-1 0 1 0 0,1 0-1 0 0,-1-1 1 0 0,1 1-1 0 0,0 0 1 0 0,0-1-1 0 0,0 1 0 0 0,0 0 1 0 0,1 0-1 0 0,0-5 1 0 0,5-11 647 0 0,2 0 0 0 0,0 0 1 0 0,16-26-1 0 0,-6 14-437 0 0,-2-1 0 0 0,-1 0 0 0 0,-2-1 0 0 0,-1-1 0 0 0,-1 0 0 0 0,-2-1 0 0 0,6-37 0 0 0,-14 53-239 0 0,0 18 0 0 0,-1-1 0 0 0,0 1 0 0 0,0-1 0 0 0,0 1 0 0 0,0-1 0 0 0,0 1 0 0 0,0-1 0 0 0,0 1 0 0 0,0-1 0 0 0,0 1 0 0 0,0-1 0 0 0,0 1 0 0 0,0-1 0 0 0,0 1 0 0 0,0-1 0 0 0,0 1 0 0 0,0-1 0 0 0,-1 1 0 0 0,1-1 0 0 0,0 1 0 0 0,0-1 0 0 0,-1 1 0 0 0,1-1 0 0 0,0 1 0 0 0,-1-1 0 0 0,1 1 0 0 0,0 0 0 0 0,-1-1 0 0 0,1 1 0 0 0,-1-1 0 0 0,-5 3 0 0 0,3-1 0 0 0,0 0 0 0 0,0 1 0 0 0,0-1 0 0 0,0 1 0 0 0,0 0 0 0 0,0 0 0 0 0,0 0 0 0 0,1 0 0 0 0,-1 0 0 0 0,1 1 0 0 0,-1-1 0 0 0,-3 6 0 0 0,-2 4-25 0 0,-12 21-1 0 0,16-26 4 0 0,-10 18-6 0 0,1 0-1 0 0,1 1 1 0 0,-13 47 0 0 0,22-64 11 0 0,0 1 0 0 0,1 0 0 0 0,1 0 0 0 0,0 0 0 0 0,0-1 0 0 0,1 1 1 0 0,0 0-1 0 0,1 0 0 0 0,0 0 0 0 0,1 0 0 0 0,0 0 0 0 0,0-1 0 0 0,1 1 0 0 0,5 11 0 0 0,-7-17-7 0 0,1-1-1 0 0,0 1 0 0 0,0-1 1 0 0,1 0-1 0 0,-1 1 1 0 0,1-1-1 0 0,-1 0 1 0 0,1 0-1 0 0,0-1 1 0 0,0 1-1 0 0,0-1 1 0 0,1 1-1 0 0,-1-1 1 0 0,0 0-1 0 0,6 2 1 0 0,-4-2-30 0 0,0-1 0 0 0,0 1 0 0 0,0-1 0 0 0,0-1 0 0 0,0 1 0 0 0,0-1 0 0 0,0 0 0 0 0,1 0 0 0 0,-1 0 0 0 0,9-2 0 0 0,-1-1-53 0 0,-1-1-1 0 0,1 0 1 0 0,-1-1 0 0 0,0 0 0 0 0,0-1 0 0 0,0 0 0 0 0,-1-1 0 0 0,16-12-1 0 0,-9 3 61 0 0,-1 0-1 0 0,0-1 0 0 0,-2 0 0 0 0,0-2 1 0 0,0 0-1 0 0,-2 0 0 0 0,0-1 0 0 0,-2-1 1 0 0,10-22-1 0 0,4-19 51 0 0,32-124 1 0 0,-55 178 10 0 0,7-23 139 0 0,-1-1 0 0 0,-2 0 0 0 0,4-53 0 0 0,-10 84 66 0 0,-1 3 5 0 0,-5 15 0 0 0,2-1 0 0 0,-1 1 0 0 0,-2 30 0 0 0,2-18-73 0 0,-8 68 54 0 0,4 0 0 0 0,4 1 0 0 0,4-1 0 0 0,17 146 0 0 0,-14-220-403 0 0,2-1 1 0 0,0 1-1 0 0,1-1 1 0 0,1 0-1 0 0,13 32 1 0 0,-18-52 92 0 0,0 0-1 0 0,0 0 1 0 0,0-1 0 0 0,0 1 0 0 0,0 0 0 0 0,0-1 0 0 0,1 1-1 0 0,-1-1 1 0 0,0 1 0 0 0,1-1 0 0 0,-1 1 0 0 0,1-1-1 0 0,0 0 1 0 0,-1 0 0 0 0,1 0 0 0 0,0 0 0 0 0,0 0 0 0 0,2 1-1 0 0,-2-2-69 0 0,0 0-1 0 0,0 0 0 0 0,0 0 0 0 0,-1 0 0 0 0,1 0 0 0 0,0 0 0 0 0,0 0 0 0 0,0-1 0 0 0,-1 1 0 0 0,1-1 0 0 0,0 1 1 0 0,0-1-1 0 0,-1 0 0 0 0,1 1 0 0 0,0-1 0 0 0,1-2 0 0 0,3-1-295 0 0,-1-1 1 0 0,1 0-1 0 0,-1 0 0 0 0,0 0 0 0 0,-1 0 1 0 0,1-1-1 0 0,-1 0 0 0 0,0 0 1 0 0,3-7-1 0 0,22-56-3081 0 0,-15 27 1417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0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127 123 4143 0 0,'-3'-86'1082'0'0,"-1"49"14646"0"0,-5 51-12091 0 0,1 4-2899 0 0,1 0 0 0 0,0 1 0 0 0,2 0 0 0 0,0 0 1 0 0,-3 22-1 0 0,2-6-134 0 0,-18 86 36 0 0,6 0 0 0 0,-2 133 0 0 0,18-185-1217 0 0,3 1 0 0 0,20 138 0 0 0,-20-203-20 0 0,0 0 1 0 0,1 0-1 0 0,-1 1 0 0 0,1-1 0 0 0,0-1 0 0 0,0 1 0 0 0,1 0 0 0 0,3 5 0 0 0,0-4-1444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13823 0 0,'0'0'1247'0'0,"2"0"-1023"0"0,62-10 8005 0 0,20 9-3230 0 0,30-2-3510 0 0,-42-3-1058 0 0,83-3 36 0 0,-131 10-450 0 0,-1 0 0 0 0,0 1 0 0 0,0 2 0 0 0,37 9 0 0 0,-52-10-17 0 0,0 0 1 0 0,0 0 0 0 0,0 1 0 0 0,-1 0 0 0 0,0 1-1 0 0,0 0 1 0 0,0 0 0 0 0,0 0 0 0 0,-1 1-1 0 0,1-1 1 0 0,-1 2 0 0 0,-1-1 0 0 0,0 1-1 0 0,1 0 1 0 0,-2 0 0 0 0,1 0 0 0 0,-1 1 0 0 0,0-1-1 0 0,-1 1 1 0 0,0 0 0 0 0,3 10 0 0 0,-3-4-200 0 0,1 1 0 0 0,-2 0 0 0 0,0 1 1 0 0,0-1-1 0 0,-2 0 0 0 0,0 0 0 0 0,-1 0 1 0 0,0 1-1 0 0,-1-1 0 0 0,-1 0 0 0 0,-4 16 1 0 0,2-15-2508 0 0,1-1-6751 0 0</inkml:trace>
  <inkml:trace contextRef="#ctx0" brushRef="#br0" timeOffset="1">823 49 23495 0 0,'0'0'1040'0'0,"-3"-7"216"0"0,0-3-1000 0 0,1 1 176 0 0,7 2 520 0 0,5 0-472 0 0,4 4-584 0 0,0-1-120 0 0,5 3-16 0 0,5 1-8 0 0,4 0-1792 0 0,3 1-360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1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220 204 22055 0 0,'-6'5'2001'0'0,"-109"114"1995"0"0,101-103-3317 0 0,1 1-1 0 0,1 0 1 0 0,-12 23-1 0 0,18-29-613 0 0,1-1 0 0 0,0 1 0 0 0,1 1 0 0 0,0-1 1 0 0,1 1-1 0 0,0-1 0 0 0,-2 15 0 0 0,5-22-61 0 0,0 0 0 0 0,0 0 0 0 0,0 0 0 0 0,0 0 0 0 0,1 0 0 0 0,-1 0 0 0 0,1 0 0 0 0,0 0 0 0 0,0 0 1 0 0,0 0-1 0 0,1-1 0 0 0,-1 1 0 0 0,1 0 0 0 0,4 6 0 0 0,-4-8-30 0 0,0 0 0 0 0,0 0 0 0 0,0 0 0 0 0,1 0 0 0 0,-1 0 0 0 0,0-1 0 0 0,1 1 0 0 0,-1 0 0 0 0,1-1 0 0 0,0 0 0 0 0,-1 0 0 0 0,1 0 1 0 0,0 0-1 0 0,0 0 0 0 0,0 0 0 0 0,0-1 0 0 0,-1 0 0 0 0,1 1 0 0 0,0-1 0 0 0,6 0 0 0 0,0-1-81 0 0,0 0-1 0 0,-1-1 1 0 0,1 0 0 0 0,0 0-1 0 0,-1-1 1 0 0,0 0-1 0 0,1 0 1 0 0,-1-1 0 0 0,-1 0-1 0 0,15-10 1 0 0,-2-1-103 0 0,-1-1-1 0 0,28-30 1 0 0,-32 28 190 0 0,-1 0 1 0 0,-1-2-1 0 0,21-37 0 0 0,3-7 555 0 0,-36 62 209 0 0,8 22 32 0 0,-6-6-504 0 0,0 2-1 0 0,2 27 1 0 0,1 6-151 0 0,-4-37-292 0 0,1 1-1 0 0,0-1 1 0 0,1 0-1 0 0,0 0 1 0 0,0 0-1 0 0,2-1 1 0 0,12 22-1 0 0,-17-32-528 0 0,2 1-549 0 0,1 0 358 0 0</inkml:trace>
  <inkml:trace contextRef="#ctx0" brushRef="#br0" timeOffset="1">540 0 15663 0 0,'0'0'696'0'0,"-9"2"136"0"0,1 0-664 0 0,-1 0-168 0 0,1 1 1760 0 0,1 4 320 0 0,0 0 64 0 0,2 1 16 0 0,1 3-1744 0 0,4 3-344 0 0,2 1-72 0 0,1 1 0 0 0,1-1-2112 0 0,3 4-416 0 0,1 2-88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7831 0 0,'1'1'603'0'0,"0"0"-528"0"0,0-1 0 0 0,0 1 0 0 0,0-1 0 0 0,0 1 0 0 0,0-1 0 0 0,0 1 0 0 0,1-1 0 0 0,-1 1 0 0 0,0-1 0 0 0,0 0 0 0 0,0 0 0 0 0,0 0 0 0 0,1 0-1 0 0,-1 0 1 0 0,0 0 0 0 0,0 0 0 0 0,0 0 0 0 0,0 0 0 0 0,1 0 0 0 0,-1-1 0 0 0,0 1 0 0 0,0 0 0 0 0,0-1 0 0 0,1 0 0 0 0,2 0 831 0 0,5-3 922 0 0,0 0 1 0 0,0 0-1 0 0,0 0 0 0 0,-1-1 1 0 0,12-8-1 0 0,36-34 1592 0 0,-48 40-3034 0 0,46-50 1791 0 0,-50 50-1717 0 0,-9 9-118 0 0,-11 7-5 0 0,-1 8-38 0 0,1 1 0 0 0,0 0 0 0 0,-23 38 0 0 0,23-33-178 0 0,5-7-90 0 0,1 0 0 0 0,1 0 1 0 0,0 1-1 0 0,2 0 0 0 0,0 0 0 0 0,0 1 0 0 0,2 0 1 0 0,0 0-1 0 0,-2 21 0 0 0,6-36-88 0 0,1 1 0 0 0,0-1-1 0 0,0 0 1 0 0,0 0 0 0 0,0 0 0 0 0,1 1-1 0 0,0-1 1 0 0,-1 0 0 0 0,1 0 0 0 0,0 0-1 0 0,0 0 1 0 0,1 0 0 0 0,-1 0 0 0 0,0 0 0 0 0,1-1-1 0 0,0 1 1 0 0,0 0 0 0 0,0-1 0 0 0,0 1-1 0 0,0-1 1 0 0,0 0 0 0 0,1 0 0 0 0,-1 0-1 0 0,1 0 1 0 0,-1 0 0 0 0,1 0 0 0 0,0-1-1 0 0,0 1 1 0 0,0-1 0 0 0,0 0 0 0 0,0 0 0 0 0,0 0-1 0 0,0 0 1 0 0,0 0 0 0 0,0-1 0 0 0,0 1-1 0 0,1-1 1 0 0,-1 0 0 0 0,0 0 0 0 0,4-1-1 0 0,7 0-665 0 0,0-1 0 0 0,-1-1 0 0 0,1 0 0 0 0,-1-1 0 0 0,0 0 0 0 0,0-1 0 0 0,0-1 0 0 0,-1 0 0 0 0,0 0-1 0 0,0-1 1 0 0,0-1 0 0 0,-1 0 0 0 0,0-1 0 0 0,11-11 0 0 0,-13 11 278 0 0,-1 1 0 0 0,-1-2-1 0 0,0 1 1 0 0,0-1 0 0 0,-1 0 0 0 0,0 0 0 0 0,0 0-1 0 0,3-12 1 0 0,0-2 1370 0 0,-2-1 0 0 0,7-42 0 0 0,-9 53 126 0 0,-1 3 1143 0 0,-2 3 3847 0 0,-2 10-5912 0 0,1-1-1 0 0,-1 1 0 0 0,1-1 0 0 0,0 1 0 0 0,0-1 0 0 0,0 0 0 0 0,0 0 0 0 0,0 1 0 0 0,0-1 0 0 0,1 1 0 0 0,4 5 314 0 0,-2 0-218 0 0,-1 0 0 0 0,-1 1 1 0 0,1-1-1 0 0,-1 0 0 0 0,-1 1 0 0 0,1-1 0 0 0,0 16 0 0 0,0 0 159 0 0,10 61 373 0 0,7 51-176 0 0,-17-127-503 0 0,-2-7 6 0 0,2-1-16 0 0,1-1-66 0 0,-1-1 0 0 0,1 1 0 0 0,0-1 0 0 0,-1 1 1 0 0,1-1-1 0 0,-1 0 0 0 0,1 0 0 0 0,-1 0 0 0 0,0 0 1 0 0,0 0-1 0 0,0-1 0 0 0,0 1 0 0 0,3-5 0 0 0,1-4-9 0 0,11-25-1 0 0,-7 12-44 0 0,5-7-13 0 0,3-8-48 0 0,45-71 1 0 0,-28 59 33 0 0,44-59-37 0 0,-72 102 114 0 0,0 0 0 0 0,1 0 1 0 0,14-11-1 0 0,-21 18 4 0 0,-1 1 0 0 0,1-1 0 0 0,-1 1 0 0 0,1-1 0 0 0,0 1 0 0 0,-1 0 0 0 0,1-1 0 0 0,-1 1 0 0 0,1 0-1 0 0,0 0 1 0 0,-1 0 0 0 0,1-1 0 0 0,0 1 0 0 0,-1 0 0 0 0,1 0 0 0 0,1 0 0 0 0,-1 0 8 0 0,1 1-1 0 0,-1 0 1 0 0,1-1 0 0 0,-1 1-1 0 0,0 0 1 0 0,1 0 0 0 0,-1 0 0 0 0,0 0-1 0 0,1 0 1 0 0,-1 0 0 0 0,0 0-1 0 0,0 0 1 0 0,0 1 0 0 0,0-1-1 0 0,0 0 1 0 0,0 1 0 0 0,0-1-1 0 0,-1 1 1 0 0,1-1 0 0 0,0 1-1 0 0,0 2 1 0 0,3 7 62 0 0,-1 0 1 0 0,2 12-1 0 0,-3-13-12 0 0,11 94 158 0 0,1 0-58 0 0,-7-68-355 0 0,-6-24-15 0 0,1-1 1 0 0,0 0-1 0 0,1 1 0 0 0,0-1 0 0 0,1 0 0 0 0,0-1 0 0 0,0 1 1 0 0,9 13-1 0 0,-12-23-73 0 0,1 1 0 0 0,-1 0-1 0 0,1 0 1 0 0,-1-1 0 0 0,1 1 0 0 0,0-1 0 0 0,-1 1 0 0 0,1-1 0 0 0,0 0 0 0 0,0 0 0 0 0,0 0 0 0 0,3 1-1 0 0,10 4-1848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2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41 11055 0 0,'0'0'852'0'0,"-2"1"-560"0"0,-18 23 2498 0 0,13-14 59 0 0,1 0 1 0 0,0 1-1 0 0,0-1 1 0 0,-6 19-1 0 0,5-4-2177 0 0,5-2 32 0 0,2-21-133 0 0,19 4-491 0 0,-15-7-102 0 0,-1 1-1 0 0,0-1 1 0 0,0 0 0 0 0,0 0-1 0 0,0 0 1 0 0,0 0 0 0 0,0 0-1 0 0,0-1 1 0 0,0 1 0 0 0,0-1-1 0 0,-1 0 1 0 0,1 0 0 0 0,-1 0-1 0 0,1 0 1 0 0,-1 0 0 0 0,0-1-1 0 0,0 1 1 0 0,0-1 0 0 0,0 1-1 0 0,2-5 1 0 0,3-4-25 0 0,-1 0 1 0 0,-1 0-1 0 0,9-24 0 0 0,-12 26 36 0 0,1 0 1 0 0,-1 0-1 0 0,-1 0 0 0 0,0 0 1 0 0,0-10-1 0 0,-2 8 11 0 0,-4 5 0 0 0,4 5 6 0 0,-1 1 0 0 0,1-1 0 0 0,-1 1-1 0 0,0-1 1 0 0,1 1 0 0 0,-1 0 0 0 0,0-1 0 0 0,0 1-1 0 0,1 0 1 0 0,-1 0 0 0 0,0 1 0 0 0,1-1 0 0 0,-1 0 0 0 0,0 0-1 0 0,1 1 1 0 0,-1-1 0 0 0,0 1 0 0 0,1-1 0 0 0,-1 1 0 0 0,1 0-1 0 0,-1 0 1 0 0,1 0 0 0 0,-1 0 0 0 0,-2 2 0 0 0,-3 3 21 0 0,-1 0 0 0 0,-12 14 0 0 0,20-20-27 0 0,-17 18 15 0 0,1 0-1 0 0,1 2 1 0 0,-18 29 0 0 0,27-40-17 0 0,2 0 0 0 0,-1 0 0 0 0,2 1 0 0 0,-1-1 1 0 0,1 1-1 0 0,0 0 0 0 0,1 0 0 0 0,0 0 0 0 0,1 0 0 0 0,0 21 0 0 0,1-27-24 0 0,0 0 1 0 0,1 0-1 0 0,0 0 0 0 0,0 1 0 0 0,0-1 0 0 0,0 0 0 0 0,1 0 0 0 0,-1 0 0 0 0,1-1 0 0 0,0 1 1 0 0,0 0-1 0 0,0-1 0 0 0,1 1 0 0 0,-1-1 0 0 0,1 1 0 0 0,0-1 0 0 0,0 0 0 0 0,0 0 0 0 0,1-1 0 0 0,-1 1 1 0 0,0-1-1 0 0,8 4 0 0 0,-4-3-41 0 0,-1 0 1 0 0,1 0 0 0 0,0-1-1 0 0,1 0 1 0 0,-1 0-1 0 0,0-1 1 0 0,0 0 0 0 0,1 0-1 0 0,-1-1 1 0 0,1 0-1 0 0,-1 0 1 0 0,9-2 0 0 0,11-2-99 0 0,-1-2 0 0 0,1 0-1 0 0,39-16 1 0 0,-53 17 109 0 0,-1-1 0 0 0,0 0 0 0 0,-1-1-1 0 0,1 0 1 0 0,-1-1 0 0 0,0 0 0 0 0,-1-1 0 0 0,0 0-1 0 0,10-12 1 0 0,-11 9 56 0 0,-1-1 0 0 0,10-18 0 0 0,-8 11 0 0 0,-8 18-4 0 0,-1 0-1 0 0,0-1 1 0 0,0 1 0 0 0,0-1-1 0 0,0 1 1 0 0,0-1 0 0 0,0 1-1 0 0,-1-1 1 0 0,1 1 0 0 0,-1-1-1 0 0,0 0 1 0 0,1 1 0 0 0,-1-1-1 0 0,-1 0 1 0 0,1 1-1 0 0,0-1 1 0 0,-1 0 0 0 0,0-3-1 0 0,1 5-88 0 0,-2 1 26 0 0,0 1 80 0 0,0 0-1 0 0,0-1 0 0 0,0 1 1 0 0,0 0-1 0 0,0 1 0 0 0,1-1 1 0 0,-1 0-1 0 0,0 0 0 0 0,1 1 1 0 0,-1-1-1 0 0,1 1 0 0 0,-1-1 1 0 0,1 1-1 0 0,0 0 0 0 0,-2 2 0 0 0,-1 3 39 0 0,0 0-1 0 0,1-1 0 0 0,-4 11 0 0 0,5-9-46 0 0,0 1 1 0 0,0 0 0 0 0,1-1 0 0 0,0 1-1 0 0,1 0 1 0 0,0 0 0 0 0,0 0 0 0 0,1-1-1 0 0,0 1 1 0 0,0 0 0 0 0,1-1 0 0 0,0 1-1 0 0,1-1 1 0 0,0 1 0 0 0,0-1 0 0 0,1 0-1 0 0,5 7 1 0 0,-7-11-16 0 0,1 0 0 0 0,0 0 0 0 0,0-1 0 0 0,1 1 0 0 0,-1-1 0 0 0,1 0 0 0 0,0 0 0 0 0,0-1 0 0 0,0 1 0 0 0,0-1 0 0 0,0 1 0 0 0,0-1 0 0 0,1-1 0 0 0,-1 1 0 0 0,9 1 0 0 0,-5-1-8 0 0,-1 0-1 0 0,1-1 0 0 0,0-1 1 0 0,-1 1-1 0 0,1-1 1 0 0,0 0-1 0 0,0-1 1 0 0,14-3-1 0 0,-13 2 48 0 0,0-1 0 0 0,-1 0 0 0 0,1 0 0 0 0,-1-1 0 0 0,0 0 0 0 0,0-1 0 0 0,0 0 0 0 0,-1 0 0 0 0,0-1 0 0 0,13-11 0 0 0,-11 7 24 0 0,0-1 0 0 0,-1 0 0 0 0,0-1 0 0 0,-1 0 0 0 0,0 0 0 0 0,8-19 0 0 0,-10 19 4 0 0,9-21 284 0 0,15-48 0 0 0,-24 53 253 0 0,-5 27 142 0 0,-4 10-223 0 0,-8 23-220 0 0,2 1-1 0 0,0 0 1 0 0,-8 67 0 0 0,9-47-144 0 0,-21 124-54 0 0,-8 198 1 0 0,14-115-95 0 0,6-178 0 0 0,15-71 0 0 0,-1 0 0 0 0,0 0 0 0 0,-1-1 0 0 0,0 1 0 0 0,-8 10 0 0 0,-2-3-555 0 0,11-27-652 0 0,4 8 963 0 0,-1 0 1 0 0,0 0 0 0 0,1 0 0 0 0,-1-1 0 0 0,0 1 0 0 0,1 0 0 0 0,0-1 0 0 0,-1 1-1 0 0,1-1 1 0 0,0 1 0 0 0,0-3 0 0 0,3-13-6722 0 0,3-6-2134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3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6911 0 0,'-3'11'23448'0'0,"6"-1"-23216"0"0,1 0-32 0 0,1 1-408 0 0,0 1-80 0 0,2 0-24 0 0,0 0 0 0 0,0 0-1592 0 0,1 4-320 0 0</inkml:trace>
  <inkml:trace contextRef="#ctx0" brushRef="#br0" timeOffset="1">116 388 2303 0 0,'0'2'167'0'0,"-5"7"-2914"0"0,0 2 4593 0 0,2-3 5360 0 0,-1 1-1 0 0,2 0 1 0 0,-4 17 2038 0 0,6-16-10782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4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61 26087 0 0,'-2'-2'1193'0'0,"-9"-9"-213"0"0,5 4-851 0 0,0 1-1 0 0,0 1 1 0 0,0-1 0 0 0,-1 1 0 0 0,-8-5 0 0 0,12 8-92 0 0,1 1 0 0 0,-1 0 0 0 0,0 0 0 0 0,0 0 1 0 0,1 0-1 0 0,-1 1 0 0 0,0-1 0 0 0,0 1 0 0 0,0-1 0 0 0,0 1 0 0 0,0 0 0 0 0,0 0 0 0 0,0 1 0 0 0,0-1 1 0 0,0 0-1 0 0,0 1 0 0 0,1 0 0 0 0,-1 0 0 0 0,-4 1 0 0 0,0 2 58 0 0,0 0-1 0 0,1 0 1 0 0,-1 0 0 0 0,1 0-1 0 0,0 1 1 0 0,0 0 0 0 0,0 1-1 0 0,1-1 1 0 0,-6 9 0 0 0,-7 9-39 0 0,-16 29 0 0 0,20-29 17 0 0,-3 3-69 0 0,1 1-1 0 0,2 1 1 0 0,-13 33 0 0 0,23-49-6 0 0,0 1 0 0 0,0-1 0 0 0,1 1 0 0 0,1 0 0 0 0,0 0 0 0 0,1 0 0 0 0,0 1 0 0 0,1-1 0 0 0,1 0 0 0 0,2 15 0 0 0,-2-24-29 0 0,-1 0-1 0 0,1 0 0 0 0,1 0 0 0 0,-1-1 0 0 0,0 1 1 0 0,1 0-1 0 0,0-1 0 0 0,0 0 0 0 0,0 1 0 0 0,0-1 1 0 0,0 0-1 0 0,1 0 0 0 0,-1 0 0 0 0,1 0 1 0 0,0 0-1 0 0,0-1 0 0 0,0 1 0 0 0,0-1 0 0 0,1 0 1 0 0,-1 0-1 0 0,0 0 0 0 0,1 0 0 0 0,0-1 0 0 0,-1 1 1 0 0,1-1-1 0 0,0 0 0 0 0,0 0 0 0 0,0 0 1 0 0,-1-1-1 0 0,1 1 0 0 0,0-1 0 0 0,0 0 0 0 0,0 0 1 0 0,0 0-1 0 0,0-1 0 0 0,0 1 0 0 0,7-3 0 0 0,-1-1-80 0 0,1 0 0 0 0,0 0 0 0 0,-1-1 0 0 0,0-1 0 0 0,0 0 0 0 0,0 0 0 0 0,-1-1 0 0 0,0 0 0 0 0,0-1 0 0 0,10-12 0 0 0,-4 5-49 0 0,-2-2 1 0 0,0 0 0 0 0,0-1-1 0 0,15-32 1 0 0,-22 40 133 0 0,-1 1 0 0 0,-1-1 1 0 0,0 0-1 0 0,0 0 0 0 0,-1-1 1 0 0,0 1-1 0 0,-1-1 0 0 0,0 0 1 0 0,0-20-1 0 0,-2 30 263 0 0,-10 17 48 0 0,8-9-267 0 0,-1-1-1 0 0,1 1 1 0 0,1 0 0 0 0,-1 0-1 0 0,1 0 1 0 0,0 0 0 0 0,1 1-1 0 0,0-1 1 0 0,0 0-1 0 0,0 0 1 0 0,1 0 0 0 0,0 0-1 0 0,0 0 1 0 0,1 0 0 0 0,0 0-1 0 0,5 10 1 0 0,-3-8-126 0 0,1 0 0 0 0,0 0-1 0 0,0-1 1 0 0,1 0 0 0 0,0 0 0 0 0,0 0 0 0 0,1-1 0 0 0,0 0 0 0 0,0 0 0 0 0,1-1 0 0 0,12 8-1 0 0,-16-11 52 0 0,1-1 0 0 0,0 1-1 0 0,0-1 1 0 0,0-1-1 0 0,1 1 1 0 0,-1-1-1 0 0,0 0 1 0 0,1 0-1 0 0,-1 0 1 0 0,1-1 0 0 0,-1 1-1 0 0,0-2 1 0 0,1 1-1 0 0,7-2 1 0 0,-5 1-13 0 0,0-1 1 0 0,0 0-1 0 0,-1 0 1 0 0,1-1-1 0 0,-1 0 1 0 0,0 0 0 0 0,1-1-1 0 0,-1 0 1 0 0,7-5-1 0 0,-2-1 124 0 0,0-1 0 0 0,-1 0 0 0 0,0-1 0 0 0,-1 0 0 0 0,10-15 0 0 0,39-72 413 0 0,-47 78-415 0 0,13-22 490 0 0,-24 41 260 0 0,2 17-141 0 0,-3-1-414 0 0,-1-1-1 0 0,0 1 1 0 0,0 0-1 0 0,-1 0 0 0 0,-7 22 1 0 0,1 0-16 0 0,-72 511 838 0 0,78-519-1287 0 0,-1-5-611 0 0,2 25 0 0 0,1-43 660 0 0,0 1 0 0 0,1 0 0 0 0,0 0 0 0 0,0-1 0 0 0,0 1 0 0 0,1-1-1 0 0,0 1 1 0 0,0-1 0 0 0,4 8 0 0 0,-5-13 18 0 0,-1 1-1 0 0,1-1 0 0 0,-1 1 1 0 0,1-1-1 0 0,-1 0 1 0 0,1 0-1 0 0,0 1 0 0 0,-1-1 1 0 0,1 0-1 0 0,-1 0 1 0 0,1 0-1 0 0,0 0 1 0 0,-1 0-1 0 0,1 0 0 0 0,0 0 1 0 0,-1 0-1 0 0,1 0 1 0 0,0 0-1 0 0,-1 0 1 0 0,2 0-1 0 0,-1-1-260 0 0,12-1-1598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4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211 323 11975 0 0,'-8'-3'1244'0'0,"-9"-4"-895"0"0,15 6 317 0 0,0 1 1 0 0,0-1 0 0 0,-1 1-1 0 0,1-1 1 0 0,0 1 0 0 0,0 0-1 0 0,-1 0 1 0 0,1 0-1 0 0,0 0 1 0 0,0 1 0 0 0,-1-1-1 0 0,1 0 1 0 0,0 1 0 0 0,0 0-1 0 0,0 0 1 0 0,-4 1-1 0 0,-3 3-414 0 0,0 0-1 0 0,0 0 1 0 0,1 1-1 0 0,0 0 0 0 0,0 1 1 0 0,0 0-1 0 0,1 0 0 0 0,0 1 1 0 0,0 0-1 0 0,1 0 0 0 0,0 0 1 0 0,1 1-1 0 0,0 0 0 0 0,-6 13 1 0 0,5-7-253 0 0,0 0 0 0 0,1 1 0 0 0,1-1 0 0 0,1 1 0 0 0,0 0 0 0 0,1 1 0 0 0,0-1 0 0 0,2 23 0 0 0,0-35-101 0 0,0-1 0 0 0,0 1 0 0 0,0-1 0 0 0,1 0 0 0 0,-1 1 1 0 0,1-1-1 0 0,0 0 0 0 0,0 0 0 0 0,0 1 0 0 0,0-1 0 0 0,1 0 0 0 0,-1 0 1 0 0,1 0-1 0 0,0 0 0 0 0,0-1 0 0 0,0 1 0 0 0,0 0 0 0 0,0-1 0 0 0,1 1 1 0 0,-1-1-1 0 0,1 0 0 0 0,0 0 0 0 0,-1 0 0 0 0,1 0 0 0 0,0-1 0 0 0,0 1 1 0 0,0-1-1 0 0,0 1 0 0 0,0-1 0 0 0,1 0 0 0 0,-1 0 0 0 0,0 0 0 0 0,1-1 1 0 0,-1 1-1 0 0,0-1 0 0 0,1 0 0 0 0,4 0 0 0 0,1-1-181 0 0,0 0 0 0 0,0 0 0 0 0,-1-1 0 0 0,1 0 0 0 0,-1 0 0 0 0,1-1 0 0 0,-1 0 0 0 0,0-1 0 0 0,10-5 0 0 0,9-8-488 0 0,30-22-1 0 0,-50 33 652 0 0,14-10-97 0 0,-1-2 0 0 0,-1-1 0 0 0,-1 0 0 0 0,0-1 0 0 0,-1-1 0 0 0,-2-1 0 0 0,23-40 0 0 0,-7 1 287 0 0,42-115 0 0 0,-66 157 63 0 0,16-51 651 0 0,-21 63-343 0 0,0 0-1 0 0,-1 0 1 0 0,0 0 0 0 0,0 0-1 0 0,-1 0 1 0 0,0 0 0 0 0,-2-13-1 0 0,2 19 479 0 0,-2 1-757 0 0,1 0 0 0 0,0 0 0 0 0,-1 1 0 0 0,1-1 0 0 0,-1 1-1 0 0,1-1 1 0 0,0 1 0 0 0,0 0 0 0 0,-1-1 0 0 0,1 1 0 0 0,0 0 0 0 0,0 0 0 0 0,0 0 0 0 0,0 0 0 0 0,0 0-1 0 0,-2 2 1 0 0,-14 20 655 0 0,17-22-779 0 0,-19 33 211 0 0,2 1 1 0 0,2 1-1 0 0,1 1 1 0 0,1 0 0 0 0,-8 44-1 0 0,14-48-133 0 0,1-1-1 0 0,1 1 1 0 0,1 55 0 0 0,4-75-97 0 0,0 1 1 0 0,1-1-1 0 0,1 1 0 0 0,0-1 1 0 0,1 1-1 0 0,1-1 1 0 0,0 0-1 0 0,1 0 1 0 0,0 0-1 0 0,1-1 1 0 0,11 19-1 0 0,-14-27-37 0 0,1 1 0 0 0,0-1-1 0 0,0 1 1 0 0,0-1 0 0 0,0 0 0 0 0,0-1 0 0 0,1 1 0 0 0,-1-1-1 0 0,1 0 1 0 0,0 0 0 0 0,0 0 0 0 0,1-1 0 0 0,7 3-1 0 0,-5-3-41 0 0,0 0-1 0 0,0-1 1 0 0,0 0-1 0 0,0-1 0 0 0,0 1 1 0 0,1-2-1 0 0,-1 1 1 0 0,15-4-1 0 0,-14 2 3 0 0,-1 0 0 0 0,1-1 0 0 0,-1 0-1 0 0,0-1 1 0 0,0 0 0 0 0,0 0 0 0 0,12-9 0 0 0,47-43-213 0 0,-43 32 214 0 0,-2 0 1 0 0,0-2-1 0 0,-2-1 0 0 0,-1-1 0 0 0,-1 0 1 0 0,27-60-1 0 0,-43 85 64 0 0,9-28 15 0 0,-10 30-4 0 0,-1 0 1 0 0,0 0-1 0 0,1 0 0 0 0,-1-1 0 0 0,0 1 1 0 0,0 0-1 0 0,0 0 0 0 0,0-1 0 0 0,0 1 1 0 0,0 0-1 0 0,-1 0 0 0 0,1-1 0 0 0,0 1 0 0 0,-1 0 1 0 0,1 0-1 0 0,0 0 0 0 0,-1-1 0 0 0,0 1 1 0 0,1 0-1 0 0,-1 0 0 0 0,-1-1 0 0 0,2 1 16 0 0,-1 1 0 0 0,1 0 0 0 0,-1 0 0 0 0,0 0 0 0 0,1 0 0 0 0,-1 0 0 0 0,1 0 0 0 0,-1 0 0 0 0,0 1 0 0 0,1-1-1 0 0,-1 0 1 0 0,1 0 0 0 0,-1 0 0 0 0,0 0 0 0 0,1 1 0 0 0,-1-1 0 0 0,1 0 0 0 0,-1 1 0 0 0,0 0 0 0 0,-10 6 223 0 0,11-7-254 0 0,-7 6 146 0 0,-1 0-1 0 0,2 1 1 0 0,-1 0 0 0 0,1 1-1 0 0,0-1 1 0 0,0 1-1 0 0,1 1 1 0 0,0-1 0 0 0,1 1-1 0 0,0-1 1 0 0,0 1-1 0 0,-5 19 1 0 0,8-22-108 0 0,1-1-1 0 0,-1 1 1 0 0,1 0 0 0 0,0 0-1 0 0,0-1 1 0 0,0 1 0 0 0,1 0-1 0 0,0 0 1 0 0,0-1-1 0 0,1 1 1 0 0,-1 0 0 0 0,5 7-1 0 0,-3-5-9 0 0,2-1-1 0 0,-1 0 0 0 0,1 0 0 0 0,0 0 0 0 0,0-1 0 0 0,1 1 1 0 0,12 10-1 0 0,-6-7-23 0 0,1-1 0 0 0,1-1-1 0 0,-1 1 1 0 0,1-2 0 0 0,1 0 0 0 0,-1-1 0 0 0,1 0 0 0 0,27 6 0 0 0,-18-8-113 0 0,1-1 1 0 0,47 1-1 0 0,50-10-4510 0 0,-101 4 3029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132 436 18887 0 0,'-2'-1'863'0'0,"-1"-4"-355"0"0,0 2-367 0 0,0-1-1 0 0,0 1 1 0 0,0 0 0 0 0,-1 0-1 0 0,-3-3 1 0 0,5 5 719 0 0,-20 10 2605 0 0,18-6-3214 0 0,1 0 1 0 0,-1 1-1 0 0,1-1 0 0 0,0 1 0 0 0,0 0 0 0 0,0 0 1 0 0,0 0-1 0 0,1 0 0 0 0,0 0 0 0 0,0 1 0 0 0,-2 5 1 0 0,-3 9 240 0 0,-5 26 1 0 0,8-29-290 0 0,4-15-191 0 0,-5 19 142 0 0,0 0 0 0 0,1 0 0 0 0,1 0-1 0 0,0 37 1 0 0,5-45-95 0 0,0-3 6 0 0,-2-9-63 0 0,1 0 0 0 0,-1 0 1 0 0,0 1-1 0 0,1-1 0 0 0,-1 0 0 0 0,0 0 0 0 0,0 0 0 0 0,1 0 1 0 0,-1 0-1 0 0,0 0 0 0 0,1 0 0 0 0,-1 0 0 0 0,0 0 1 0 0,1 1-1 0 0,-1-1 0 0 0,0 0 0 0 0,1 0 0 0 0,-1-1 0 0 0,0 1 1 0 0,1 0-1 0 0,-1 0 0 0 0,0 0 0 0 0,0 0 0 0 0,1 0 1 0 0,-1 0-1 0 0,0 0 0 0 0,1 0 0 0 0,-1-1 0 0 0,0 1 0 0 0,0 0 1 0 0,1 0-1 0 0,9-6-21 0 0,-5 0-1 0 0,0 0 1 0 0,0 0 0 0 0,-1 0-1 0 0,0 0 1 0 0,0-1 0 0 0,0 0-1 0 0,-1 0 1 0 0,0 0 0 0 0,2-7-1 0 0,5-10-46 0 0,38-86-75 0 0,45-93-74 0 0,-72 163 189 0 0,1 2-1 0 0,2 0 1 0 0,1 2 0 0 0,46-51 0 0 0,-65 80 30 0 0,1 0-1 0 0,0 0 1 0 0,1 1-1 0 0,-1 0 0 0 0,10-5 1 0 0,-15 10 13 0 0,0 0 0 0 0,-1 0 0 0 0,1 0 0 0 0,0 0 0 0 0,0 0 0 0 0,0 1 0 0 0,0-1 0 0 0,-1 0 0 0 0,1 1 0 0 0,0 0 0 0 0,0 0 0 0 0,0-1 0 0 0,0 1 0 0 0,0 0 0 0 0,0 0 0 0 0,0 1 0 0 0,0-1 0 0 0,0 0 0 0 0,0 1 0 0 0,0-1 0 0 0,0 1 0 0 0,0 0 0 0 0,-1-1 0 0 0,1 1 0 0 0,0 0 0 0 0,0 0 0 0 0,-1 0 0 0 0,1 1 0 0 0,0-1 0 0 0,-1 0 0 0 0,2 2 0 0 0,1 2 51 0 0,-1-1-1 0 0,0 1 0 0 0,0 0 0 0 0,0 0 1 0 0,0 0-1 0 0,-1 0 0 0 0,0 1 0 0 0,0-1 0 0 0,-1 1 1 0 0,1-1-1 0 0,0 7 0 0 0,1 11-7 0 0,-1 33-1 0 0,-1-40-62 0 0,-15 408 621 0 0,3-214-460 0 0,1 111-59 0 0,18 0-257 0 0,-8-272-275 0 0,-1-34-108 0 0,1 0 1 0 0,1 0-1 0 0,3 20 0 0 0,2-18-2196 0 0,3-10-4499 0 0,3-5-1168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1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2759 0 0,'-1'1'207'0'0,"-13"25"3248"0"0,-5 19 11836 0 0,11-25-11913 0 0,-11 36-307 0 0,-22 110 0 0 0,33-116-2956 0 0,2 0-1 0 0,2 0 0 0 0,2 1 0 0 0,10 93 0 0 0,-5-120-1015 0 0,0-1-1 0 0,11 36 1 0 0,-13-58-515 0 0,5 5-3361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0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1 485 22663 0 0,'0'0'2053'0'0,"8"-6"-866"0"0,25-16 1246 0 0,50-24 0 0 0,-71 40-2321 0 0,1 1 0 0 0,0 0-1 0 0,0 1 1 0 0,0 0 0 0 0,0 1 0 0 0,1 0-1 0 0,25-1 1 0 0,-34 5-97 0 0,-1-1 1 0 0,0 1-1 0 0,0-1 0 0 0,0 1 0 0 0,1 0 1 0 0,-1 1-1 0 0,0-1 0 0 0,0 1 0 0 0,0 0 1 0 0,-1 0-1 0 0,1 0 0 0 0,0 0 0 0 0,-1 1 1 0 0,1-1-1 0 0,-1 1 0 0 0,0 0 0 0 0,0 0 1 0 0,0 0-1 0 0,0 0 0 0 0,-1 1 1 0 0,1-1-1 0 0,-1 1 0 0 0,3 5 0 0 0,3 9 34 0 0,0 0 0 0 0,-1 0 0 0 0,8 35 0 0 0,-12-42-30 0 0,17 91 120 0 0,-7-34-67 0 0,-9-57-72 0 0,1-4 0 0 0,-3-8-3 0 0,-1 1 0 0 0,0 0-1 0 0,0 0 1 0 0,1 0 0 0 0,-1-1 0 0 0,0 1-1 0 0,1-1 1 0 0,-1 1 0 0 0,0-1 0 0 0,0 0-1 0 0,0 1 1 0 0,0-1 0 0 0,0 0 0 0 0,0 0 0 0 0,0 0-1 0 0,0 0 1 0 0,1-1 0 0 0,16-19-78 0 0,32-70-100 0 0,-38 67 132 0 0,0 1 0 0 0,1 1 1 0 0,1 0-1 0 0,25-29 0 0 0,-36 47 41 0 0,-2 3 6 0 0,0 0 1 0 0,0 0-1 0 0,0-1 1 0 0,0 1 0 0 0,0 1-1 0 0,0-1 1 0 0,1 0-1 0 0,-1 0 1 0 0,0 0-1 0 0,3 0 1 0 0,-4 1-2 0 0,1 0-1 0 0,0 1 1 0 0,-1-1-1 0 0,1 0 1 0 0,0 1-1 0 0,-1-1 1 0 0,1 1-1 0 0,-1-1 1 0 0,1 1-1 0 0,-1-1 1 0 0,1 1-1 0 0,-1-1 1 0 0,1 1-1 0 0,-1 0 1 0 0,0-1-1 0 0,1 2 1 0 0,-1-1 2 0 0,5 8 17 0 0,-1 0 0 0 0,0 1 0 0 0,0 0-1 0 0,-1 0 1 0 0,-1 0 0 0 0,0 0 0 0 0,2 20 0 0 0,5 24 46 0 0,-9-53-62 0 0,3 11-25 0 0,0 0-1 0 0,1 0 1 0 0,1 0-1 0 0,7 14 1 0 0,-11-24-101 0 0,1 1 1 0 0,-1-1-1 0 0,1 1 0 0 0,0-1 1 0 0,0 0-1 0 0,0 0 1 0 0,0 0-1 0 0,0 0 0 0 0,0 0 1 0 0,0 0-1 0 0,1 0 0 0 0,-1-1 1 0 0,1 1-1 0 0,-1-1 1 0 0,1 0-1 0 0,0 0 0 0 0,-1 0 1 0 0,1 0-1 0 0,0 0 0 0 0,0 0 1 0 0,0-1-1 0 0,0 1 1 0 0,0-1-1 0 0,4 0 0 0 0,12-2-1474 0 0,3-1-57 0 0</inkml:trace>
  <inkml:trace contextRef="#ctx0" brushRef="#br0" timeOffset="0.24">1139 13 10591 0 0,'2'0'14020'0'0,"39"-9"-6845"0"0,-30 7-6996 0 0,0 1 0 0 0,0 0 0 0 0,20 2 0 0 0,112 3-290 0 0,-127-3-254 0 0,1 1 0 0 0,18 5 1 0 0,-29-5-565 0 0,1 0 1 0 0,-1 0 0 0 0,0 1-1 0 0,11 6 1 0 0,-3 1-8816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23783 0 0,'0'0'3336'0'0,"1"1"-2517"0"0,3 1-580 0 0,1 0-1 0 0,-1-1 1 0 0,0 1 0 0 0,1-1 0 0 0,-1 0 0 0 0,0 0-1 0 0,1 0 1 0 0,0-1 0 0 0,-1 0 0 0 0,6 0 0 0 0,51-6 454 0 0,-39 4-483 0 0,122-17-88 0 0,-48 3-2905 0 0,-40 6-7569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63 5983 0 0,'0'-9'623'0'0,"-4"-3"-274"0"0,1-19 22156 0 0,18 179-19762 0 0,1 14-2401 0 0,-10-118-286 0 0,21 72 1 0 0,12-6 5 0 0,-33-95-54 0 0,1-1 0 0 0,1 0 0 0 0,0 0-1 0 0,1 0 1 0 0,12 13 0 0 0,-19-24-8 0 0,1-1 0 0 0,-1 0 1 0 0,0 1-1 0 0,1-1 0 0 0,-1 0 0 0 0,1 0 1 0 0,0 0-1 0 0,-1-1 0 0 0,1 1 0 0 0,0-1 0 0 0,6 3 1 0 0,-8-4-2 0 0,1 0 1 0 0,0 0-1 0 0,-1 0 1 0 0,1 0-1 0 0,-1 0 1 0 0,1 0-1 0 0,-1 0 1 0 0,1 0-1 0 0,-1-1 1 0 0,1 1-1 0 0,-1-1 1 0 0,1 1-1 0 0,-1-1 1 0 0,1 1-1 0 0,-1-1 1 0 0,0 0-1 0 0,1 0 1 0 0,-1 0-1 0 0,0 0 1 0 0,0 0-1 0 0,1 0 1 0 0,-1 0-1 0 0,0 0 1 0 0,0 0-1 0 0,0 0 1 0 0,0-2-1 0 0,7-7-18 0 0,-1-1 0 0 0,-1 0 0 0 0,0 0 0 0 0,8-21-1 0 0,11-51-90 0 0,-11 36 59 0 0,68-303-358 0 0,-78 335 398 0 0,-2 9 11 0 0,1 7 1 0 0,-2 5 10 0 0,-1-6-11 0 0,16 101 251 0 0,1 9-134 0 0,-13-90-118 0 0,1-1 0 0 0,1-1 0 0 0,12 30 0 0 0,-14-40 0 0 0,1 0 1 0 0,-1 0-1 0 0,1 0 1 0 0,0-1-1 0 0,1 0 1 0 0,0 0-1 0 0,0 0 1 0 0,1-1-1 0 0,11 10 0 0 0,-14-13 5 0 0,0-1-1 0 0,0 1 0 0 0,0-1 1 0 0,0 0-1 0 0,1-1 0 0 0,-1 1 1 0 0,0-1-1 0 0,1 0 0 0 0,-1 0 1 0 0,1 0-1 0 0,-1 0 0 0 0,1-1 0 0 0,0 0 1 0 0,-1 0-1 0 0,1 0 0 0 0,-1-1 1 0 0,1 1-1 0 0,0-1 0 0 0,-1 0 1 0 0,9-3-1 0 0,-1-1 1 0 0,-1-1 0 0 0,1 0-1 0 0,-1 0 1 0 0,-1-1 0 0 0,1-1 0 0 0,-1 0-1 0 0,0 0 1 0 0,-1-1 0 0 0,0 0 0 0 0,0-1 0 0 0,-1 1-1 0 0,-1-2 1 0 0,11-15 0 0 0,-2-5-18 0 0,-1 1 0 0 0,-1-2 0 0 0,18-59 0 0 0,-25 66-276 0 0,0-1-1 0 0,3-28 1 0 0,-9 46-104 0 0,0 1 1 0 0,0-1 0 0 0,-1 0 0 0 0,-1 1-1 0 0,1-1 1 0 0,-1 1 0 0 0,0-1 0 0 0,-1 0-1 0 0,0 1 1 0 0,0 0 0 0 0,-6-14 0 0 0,-4 3-1030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4 205 16583 0 0,'0'0'1276'0'0,"-1"-1"-822"0"0,-2-7 4631 0 0,25-8 297 0 0,8 3-3810 0 0,-11 6-1378 0 0,21-5 0 0 0,44-4 32 0 0,127-8 1 0 0,-31 5-3236 0 0,-127 11-73 0 0,-1-1-6189 0 0</inkml:trace>
  <inkml:trace contextRef="#ctx0" brushRef="#br0" timeOffset="1">1073 17 21999 0 0,'0'0'1995'0'0,"2"0"-1645"0"0,156-9 4007 0 0,30 1-2487 0 0,-178 8-2521 0 0,-1 1 0 0 0,1 0 0 0 0,-1 0 1 0 0,1 1-1 0 0,-1 0 0 0 0,13 5 0 0 0,-1 5-8861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2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8 314 21391 0 0,'0'2'984'0'0,"-3"9"-543"0"0,1 0 0 0 0,1 0 0 0 0,0 0 0 0 0,0 1-1 0 0,2-1 1 0 0,1 17 0 0 0,0 15 2793 0 0,-2-25-2740 0 0,1 1-1 0 0,2 0 1 0 0,-1-1 0 0 0,2 0 0 0 0,1 0-1 0 0,8 23 1 0 0,-9-33-414 0 0,-4-6 12 0 0,2-2-28 0 0,0 0-64 0 0,0 0 1 0 0,0 0-1 0 0,0 0 1 0 0,0-1-1 0 0,0 1 1 0 0,0 0-1 0 0,-1-1 0 0 0,1 0 1 0 0,0 1-1 0 0,0-1 1 0 0,0 0-1 0 0,-1 0 0 0 0,1 0 1 0 0,-1 0-1 0 0,1 0 1 0 0,-1-1-1 0 0,1 1 1 0 0,-1 0-1 0 0,1-1 0 0 0,-1 1 1 0 0,0-1-1 0 0,0 1 1 0 0,0-1-1 0 0,0 0 1 0 0,1-1-1 0 0,1-2 1 0 0,4-8-20 0 0,0 0-1 0 0,8-22 1 0 0,-6 15-28 0 0,4-13-80 0 0,-1 4-48 0 0,1 0 0 0 0,2 1 0 0 0,19-28 0 0 0,-33 54 82 0 0,0 2 88 0 0,0 1 1 0 0,-1-1-1 0 0,1 1 1 0 0,0-1-1 0 0,0 1 1 0 0,0-1-1 0 0,0 1 1 0 0,-1-1-1 0 0,1 1 0 0 0,0 0 1 0 0,-1 0-1 0 0,1-1 1 0 0,0 1-1 0 0,-1 0 1 0 0,1 0-1 0 0,0 1 1 0 0,8 13 10 0 0,-6-6 5 0 0,1 0 0 0 0,-2-1 1 0 0,4 19-1 0 0,-4-18 7 0 0,0 0 0 0 0,1 0 0 0 0,6 16 0 0 0,-4-16-14 0 0,0 0 0 0 0,0 0 0 0 0,0-1 0 0 0,1 0 0 0 0,0 0 0 0 0,1-1 0 0 0,14 13 1 0 0,-16-16-24 0 0,0 0 0 0 0,0-1 1 0 0,1 0-1 0 0,-1 0 1 0 0,1 0-1 0 0,-1-1 0 0 0,1 0 1 0 0,0 0-1 0 0,0 0 1 0 0,0-1-1 0 0,1 0 1 0 0,-1 0-1 0 0,12 0 0 0 0,-6-1-51 0 0,1-1-1 0 0,0 0 0 0 0,-1 0 0 0 0,1-2 0 0 0,-1 0 1 0 0,0 0-1 0 0,1-1 0 0 0,-1 0 0 0 0,-1-1 1 0 0,1-1-1 0 0,18-11 0 0 0,-23 11 40 0 0,-1 1 0 0 0,0-1 0 0 0,0 0 0 0 0,-1-1 0 0 0,1 0 0 0 0,-1 0 0 0 0,-1 0 0 0 0,8-14 0 0 0,-1-3-94 0 0,10-39 1 0 0,-20 59 113 0 0,0 1-1 0 0,0-1 1 0 0,-1 1 0 0 0,1-1-1 0 0,-1 1 1 0 0,0-1 0 0 0,0-4-1 0 0,0 7 9 0 0,0 0 0 0 0,0 0 0 0 0,0 1 0 0 0,0-1 0 0 0,0 0 0 0 0,-1 1 0 0 0,1-1 0 0 0,0 0 0 0 0,0 1-1 0 0,0-1 1 0 0,-1 0 0 0 0,1 1 0 0 0,0-1 0 0 0,-1 0 0 0 0,1 1 0 0 0,-1-1 0 0 0,1 1 0 0 0,-1-1 0 0 0,0 0 0 0 0,-6 1-63 0 0,6 0 60 0 0,-2 0 14 0 0,1 0 1 0 0,-1 1-1 0 0,1 0 1 0 0,0-1-1 0 0,-1 1 0 0 0,1 0 1 0 0,0 0-1 0 0,-1 0 0 0 0,1 0 1 0 0,0 0-1 0 0,0 1 0 0 0,0-1 1 0 0,0 1-1 0 0,0 0 1 0 0,0-1-1 0 0,0 1 0 0 0,-2 4 1 0 0,-4 3 62 0 0,2 1 1 0 0,-9 16 0 0 0,11-19-54 0 0,-1 2-5 0 0,0 1 1 0 0,1 0-1 0 0,0 0 0 0 0,1 0 0 0 0,0 0 1 0 0,0 1-1 0 0,1-1 0 0 0,1 1 0 0 0,0 0 1 0 0,0-1-1 0 0,2 21 0 0 0,0-25-20 0 0,-1-1-1 0 0,1 1 1 0 0,1 0 0 0 0,-1 0-1 0 0,1-1 1 0 0,0 1 0 0 0,0-1-1 0 0,1 1 1 0 0,-1-1 0 0 0,1 0-1 0 0,1 0 1 0 0,-1 0 0 0 0,0-1-1 0 0,1 1 1 0 0,0-1 0 0 0,0 0-1 0 0,1 0 1 0 0,-1 0-1 0 0,1 0 1 0 0,0-1 0 0 0,0 0-1 0 0,0 0 1 0 0,6 2 0 0 0,-3-2-83 0 0,1 0 1 0 0,0-1-1 0 0,0 0 1 0 0,0 0-1 0 0,1-1 1 0 0,-1 0-1 0 0,0-1 1 0 0,0 0 0 0 0,1-1-1 0 0,-1 0 1 0 0,0 0-1 0 0,0-1 1 0 0,0 0-1 0 0,0 0 1 0 0,0-1-1 0 0,16-8 1 0 0,-11 5-82 0 0,0-2 1 0 0,-1 1-1 0 0,0-2 1 0 0,0 0-1 0 0,0 0 0 0 0,-2-1 1 0 0,1-1-1 0 0,-1 0 1 0 0,13-17-1 0 0,-7 3 15 0 0,-1 0-1 0 0,-1-2 1 0 0,23-52-1 0 0,-23 37 206 0 0,-1-1-1 0 0,8-44 1 0 0,-18 68 111 0 0,-1 0 0 0 0,-1 0 0 0 0,0-27 1 0 0,-2 39 61 0 0,0 0 0 0 0,-1 0 1 0 0,0 0-1 0 0,0 0 1 0 0,-1 0-1 0 0,0 1 1 0 0,0-1-1 0 0,0 1 0 0 0,-1-1 1 0 0,0 1-1 0 0,0 0 1 0 0,-7-9-1 0 0,10 14-178 0 0,-1 1 0 0 0,1 0 0 0 0,-1-1 0 0 0,1 1 0 0 0,0 0 0 0 0,-1-1 0 0 0,1 1 0 0 0,-1 0-1 0 0,1 0 1 0 0,-1 0 0 0 0,1 0 0 0 0,-1-1 0 0 0,1 1 0 0 0,-1 0 0 0 0,1 0 0 0 0,0 0 0 0 0,-1 0 0 0 0,1 0 0 0 0,-1 0 0 0 0,1 0 0 0 0,-1 0 0 0 0,1 0 0 0 0,-1 0 0 0 0,1 1-1 0 0,-1-1 1 0 0,1 0 0 0 0,-1 0 0 0 0,1 0 0 0 0,-1 1 0 0 0,0-1 0 0 0,-11 9 386 0 0,10-5-384 0 0,-1-1 1 0 0,1 1-1 0 0,0 0 1 0 0,0-1-1 0 0,0 1 0 0 0,0 0 1 0 0,1 0-1 0 0,-1 1 1 0 0,0 4-1 0 0,-6 42 55 0 0,7-37-103 0 0,-4 35 27 0 0,2 0 1 0 0,5 88-1 0 0,2-105-547 0 0,0 0 0 0 0,3 0 0 0 0,0 0 0 0 0,2-1 0 0 0,15 37 0 0 0,-10-35-3510 0 0,-7-21-5163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30 5983 0 0,'-7'-2'121'0'0,"4"1"-52"0"0,1 1 0 0 0,0-1-1 0 0,0 0 1 0 0,-23-21 21604 0 0,72 22-19296 0 0,99-2-1535 0 0,-95 1-1480 0 0,0 3 1 0 0,-1 2-1 0 0,62 13 0 0 0,-84-10-2292 0 0,-2 3-6541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28303 0 0,'0'0'1299'0'0,"0"0"-1244"0"0,0 0 0 0 0,0 0 1 0 0,0-1-1 0 0,0 1 0 0 0,0 0 1 0 0,0 0-1 0 0,0-1 1 0 0,0 1-1 0 0,0 0 0 0 0,0 0 1 0 0,0 0-1 0 0,0-1 0 0 0,0 1 1 0 0,0 0-1 0 0,0 0 0 0 0,0-1 1 0 0,0 1-1 0 0,0 0 0 0 0,0 0 1 0 0,1 0-1 0 0,-1-1 0 0 0,0 1 1 0 0,0 0-1 0 0,0 0 1 0 0,0 0-1 0 0,0 0 0 0 0,1-1 1 0 0,-1 1-1 0 0,0 0 0 0 0,0 0 1 0 0,0 0-1 0 0,1 0 0 0 0,6-3-25 0 0,-1 0 0 0 0,1 1 0 0 0,0 0 0 0 0,0 0 0 0 0,0 1 0 0 0,14-1 0 0 0,-11 1 20 0 0,163-23 334 0 0,116-12 311 0 0,269 19-695 0 0,35 22 0 0 0,-267 0 0 0 0,113 18-13 0 0,-434-22-64 0 0,1-1-154 0 0,1 1 0 0 0,-1 0-1 0 0,1 0 1 0 0,8 4-1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7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666 160 19351 0 0,'-2'-1'1491'0'0,"-48"-29"722"0"0,13 10 2498 0 0,30 15-4204 0 0,-1 0 0 0 0,-1 1 0 0 0,1 0 1 0 0,-1 1-1 0 0,-9-3 0 0 0,15 5-451 0 0,0 1-1 0 0,0-1 1 0 0,0 1 0 0 0,-1 0-1 0 0,1 0 1 0 0,0 0 0 0 0,0 1-1 0 0,-1-1 1 0 0,1 1 0 0 0,0 0-1 0 0,0-1 1 0 0,0 1 0 0 0,0 1 0 0 0,0-1-1 0 0,0 0 1 0 0,0 1 0 0 0,1 0-1 0 0,-6 3 1 0 0,-18 16 76 0 0,0 2 0 0 0,2 0 1 0 0,-23 28-1 0 0,-58 85 1 0 0,100-129-122 0 0,-33 45 35 0 0,4 1-1 0 0,1 1 0 0 0,3 2 1 0 0,-31 80-1 0 0,56-122-51 0 0,0 0 1 0 0,1 1-1 0 0,0 0 1 0 0,1 0-1 0 0,1 0 1 0 0,1 0-1 0 0,0 1 1 0 0,1-1-1 0 0,2 18 1 0 0,-1-27 2 0 0,0 1 0 0 0,0-1 0 0 0,1 0 0 0 0,-1 0 0 0 0,2 0 0 0 0,-1 0 0 0 0,1 0 0 0 0,-1-1 0 0 0,2 1 0 0 0,-1-1 0 0 0,0 0 0 0 0,1 0-1 0 0,0 0 1 0 0,1 0 0 0 0,-1-1 0 0 0,1 1 0 0 0,-1-1 0 0 0,1 0 0 0 0,1-1 0 0 0,-1 1 0 0 0,0-1 0 0 0,1 0 0 0 0,0 0 0 0 0,9 3 0 0 0,2-1-17 0 0,-1-1-1 0 0,1-1 0 0 0,0 0 1 0 0,0-2-1 0 0,0 1 0 0 0,0-2 0 0 0,0 0 1 0 0,33-6-1 0 0,-19 0-48 0 0,1-1 1 0 0,-2-1-1 0 0,57-24 0 0 0,-67 22 56 0 0,0 0 0 0 0,-1-1 0 0 0,0-1 0 0 0,-1-1 0 0 0,0 0-1 0 0,-1-1 1 0 0,-1-1 0 0 0,0-1 0 0 0,-1 0 0 0 0,17-24 0 0 0,-16 16-1 0 0,0-1 0 0 0,-2-1 0 0 0,-1 0 0 0 0,-1-1 0 0 0,-1 0 0 0 0,-1-1 0 0 0,8-37 0 0 0,-9 25 14 0 0,-2-1 0 0 0,-2 0 0 0 0,-2 0 0 0 0,-1 0 0 0 0,-2 0 0 0 0,-6-41 0 0 0,4 67-39 0 0,-1 0-1 0 0,-1 0 1 0 0,0 1 0 0 0,-1-1-1 0 0,-11-21 1 0 0,12 27 8 0 0,-1 0 0 0 0,-1 0 1 0 0,1 1-1 0 0,-1-1 0 0 0,-1 2 0 0 0,0-1 0 0 0,0 1 1 0 0,0 0-1 0 0,-11-8 0 0 0,15 13-80 0 0,0 0 0 0 0,0 1 0 0 0,0-1 0 0 0,0 0 0 0 0,0 1 0 0 0,-1 0 0 0 0,1 0 0 0 0,0 0 0 0 0,-1 0 0 0 0,1 0 0 0 0,-1 1 0 0 0,1-1 0 0 0,-1 1 0 0 0,1 0 0 0 0,-1 0 0 0 0,1 1 0 0 0,-1-1 0 0 0,1 1 0 0 0,-1-1 0 0 0,1 1 0 0 0,-1 0 0 0 0,1 0 0 0 0,0 1 0 0 0,0-1 0 0 0,-1 1 0 0 0,1-1-1 0 0,0 1 1 0 0,0 0 0 0 0,-3 4 0 0 0,0-1-492 0 0,0 0-1 0 0,0 0 0 0 0,1 1 1 0 0,0 0-1 0 0,-6 9 0 0 0,6-7-1229 0 0,0 1-1 0 0,0 0 1 0 0,-5 15 0 0 0,-1 14-5561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8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17967 0 0,'-3'-1'984'0'0,"-6"0"3035"0"0,7 13-746 0 0,2 8-2548 0 0,0 0 0 0 0,1 0-1 0 0,1 0 1 0 0,1 0 0 0 0,0 0-1 0 0,9 23 1 0 0,-2-12-572 0 0,2-1 0 0 0,1 0-1 0 0,19 31 1 0 0,-20-39-365 0 0,2 0 0 0 0,0-2 1 0 0,2 1-1 0 0,0-2 0 0 0,21 20 0 0 0,-31-34-431 0 0,1 1 0 0 0,0-1-1 0 0,1 0 1 0 0,-1-1 0 0 0,1 0-1 0 0,0 0 1 0 0,0-1 0 0 0,0 0-1 0 0,1 0 1 0 0,-1-1 0 0 0,11 2-1 0 0,0-2-1525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13823 0 0,'0'0'1247'0'0,"1"3"-567"0"0,1 53 11562 0 0,2 11-8855 0 0,0-32-3174 0 0,-4-26-278 0 0,1 1-1 0 0,0-1 1 0 0,0 0 0 0 0,1 1 0 0 0,0-1-1 0 0,1 0 1 0 0,0 0 0 0 0,1 0-1 0 0,6 12 1 0 0,-9-19-165 0 0,1-1 0 0 0,-1 1 0 0 0,0-1 0 0 0,0 0 0 0 0,1 0 0 0 0,-1 0 0 0 0,1 0 0 0 0,-1 0-1 0 0,1 0 1 0 0,-1 0 0 0 0,1 0 0 0 0,0 0 0 0 0,-1-1 0 0 0,1 1 0 0 0,0-1 0 0 0,0 1 0 0 0,0-1 0 0 0,-1 0 0 0 0,3 1 0 0 0,8-1-1653 0 0</inkml:trace>
  <inkml:trace contextRef="#ctx0" brushRef="#br0" timeOffset="1">171 83 11519 0 0,'-17'-20'512'0'0,"11"11"96"0"0,1-1-480 0 0,0-1-128 0 0,-2 1 0 0 0,-3-12 13568 0 0,27 27-16016 0 0,4 0 1040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6:2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14743 0 0,'0'0'1136'0'0,"-1"2"-746"0"0,-5 52 9221 0 0,5-42-8408 0 0,1 0-1 0 0,0 0 0 0 0,1 14 1 0 0,3 5-454 0 0,9 32 0 0 0,4-15-605 0 0,-17-46-58 0 0,2-1-28 0 0,-2-1-57 0 0,1 0-1 0 0,0 0 0 0 0,0 0 1 0 0,0 1-1 0 0,-1-1 0 0 0,1 0 0 0 0,0 0 1 0 0,0 0-1 0 0,-1 0 0 0 0,1 0 1 0 0,0 0-1 0 0,0 0 0 0 0,0-1 1 0 0,-1 1-1 0 0,1 0 0 0 0,0 0 1 0 0,0-1-1 0 0,-1 1 0 0 0,1 0 0 0 0,0-1 1 0 0,0 1-1 0 0,-1 0 0 0 0,1-1 1 0 0,-1 1-1 0 0,1-1 0 0 0,0 0 1 0 0,-1 1-1 0 0,1-1 0 0 0,-1 1 0 0 0,1-1 1 0 0,0 0-1 0 0,0-1 1 0 0,8-9-20 0 0,0 0 1 0 0,-1 0-1 0 0,0-1 0 0 0,-1 0 0 0 0,0-1 1 0 0,5-13-1 0 0,0 1-13 0 0,-7 16 18 0 0,0 1 0 0 0,0 0 0 0 0,1 1 0 0 0,0-1 0 0 0,0 1 0 0 0,0 0-1 0 0,1 1 1 0 0,13-11 0 0 0,-16 14 10 0 0,1 0 0 0 0,-1 0 0 0 0,1 1 0 0 0,0-1 0 0 0,0 1-1 0 0,0 0 1 0 0,0 0 0 0 0,0 0 0 0 0,0 1 0 0 0,0 0 0 0 0,1 0 0 0 0,-1 0 0 0 0,0 1-1 0 0,1 0 1 0 0,-1 0 0 0 0,9 1 0 0 0,-11 0 13 0 0,0-1-1 0 0,0 1 1 0 0,-1 1-1 0 0,1-1 1 0 0,0 0-1 0 0,-1 1 1 0 0,1-1-1 0 0,-1 1 1 0 0,1 0-1 0 0,-1 0 1 0 0,0 0-1 0 0,0 0 1 0 0,0 0-1 0 0,0 0 1 0 0,0 1-1 0 0,-1-1 1 0 0,1 1-1 0 0,-1-1 1 0 0,1 1-1 0 0,-1 0 1 0 0,0-1-1 0 0,0 1 1 0 0,0 0-1 0 0,0 3 1 0 0,3 9 61 0 0,-2-1 1 0 0,0 0-1 0 0,0 24 1 0 0,-1-28-62 0 0,2 133-1405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28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97 13823 0 0,'0'0'1844'0'0,"0"3"119"0"0,2 41 4537 0 0,-6 27-3506 0 0,2-32-2600 0 0,-2 53 502 0 0,9 105 1 0 0,-3-163-832 0 0,-1-13 18 0 0,3 22 1 0 0,-3-41-4 0 0,0-4-13 0 0,12-20-64 0 0,0 0 0 0 0,-2-1 0 0 0,11-31 0 0 0,-3 7-2 0 0,86-171-1 0 0,-79 173 0 0 0,1 1 0 0 0,57-69 0 0 0,-78 107 1 0 0,0 0 1 0 0,0-1-1 0 0,1 2 0 0 0,-1-1 1 0 0,14-7-1 0 0,-19 11 6 0 0,1 1 1 0 0,0 0-1 0 0,0 0 0 0 0,0 1 1 0 0,-1-1-1 0 0,1 0 1 0 0,0 1-1 0 0,0-1 1 0 0,0 1-1 0 0,0-1 0 0 0,0 1 1 0 0,0 0-1 0 0,0 0 1 0 0,0 0-1 0 0,0 0 0 0 0,0 0 1 0 0,0 0-1 0 0,0 1 1 0 0,0-1-1 0 0,0 1 0 0 0,0-1 1 0 0,0 1-1 0 0,0 0 1 0 0,0 0-1 0 0,0 0 0 0 0,-1 0 1 0 0,1 0-1 0 0,0 0 1 0 0,-1 0-1 0 0,3 2 0 0 0,0 3 34 0 0,0-1-1 0 0,0 0 1 0 0,-1 1 0 0 0,1-1-1 0 0,-1 1 1 0 0,0 0-1 0 0,-1 0 1 0 0,0 0-1 0 0,0 1 1 0 0,0-1-1 0 0,1 8 1 0 0,1 13 137 0 0,1 36 0 0 0,-4-51-127 0 0,0 113 462 0 0,-18 162 0 0 0,4-139-330 0 0,-2 416-99 0 0,16-503-652 0 0,2 0 0 0 0,3 1 0 0 0,25 105 0 0 0,-29-161 131 0 0,-1-1 0 0 0,1 0 0 0 0,1 1-1 0 0,-1-1 1 0 0,1 0 0 0 0,0 0 0 0 0,0 0 0 0 0,6 7-1 0 0,1-1-1291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2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11519 0 0,'0'0'887'0'0,"-1"2"-583"0"0,-6 14 2285 0 0,0 1 0 0 0,2 0 0 0 0,-1 0 0 0 0,2 0 0 0 0,-3 26 1 0 0,1-12-2283 0 0,-7 42 1192 0 0,-6 119 0 0 0,18-147-2259 0 0,1 1 1 0 0,3-1-1 0 0,17 84 0 0 0,-19-124 358 0 0,1 7-349 0 0,3-5-2696 0 0,1-1 1343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29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15 142 15663 0 0,'-14'-1'10104'0'0,"21"-7"-9665"0"0,1 0 0 0 0,1 1 0 0 0,-1 0 0 0 0,1 0 0 0 0,1 1-1 0 0,-1 0 1 0 0,16-6 0 0 0,3-4-278 0 0,-7 4-44 0 0,1 0 0 0 0,43-16 0 0 0,-57 26-80 0 0,0-1 1 0 0,0 1-1 0 0,-1 1 1 0 0,1-1-1 0 0,0 1 0 0 0,0 1 1 0 0,0-1-1 0 0,1 2 1 0 0,-1-1-1 0 0,0 1 1 0 0,0 0-1 0 0,15 4 0 0 0,-18-2 6 0 0,1-1-1 0 0,-1 1 1 0 0,0 0-1 0 0,0 0 0 0 0,0 1 1 0 0,0 0-1 0 0,0 0 0 0 0,-1 0 1 0 0,0 0-1 0 0,0 1 1 0 0,0-1-1 0 0,0 1 0 0 0,-1 0 1 0 0,0 0-1 0 0,0 1 0 0 0,0-1 1 0 0,2 7-1 0 0,3 8 119 0 0,-2-1 1 0 0,0 1-1 0 0,4 34 0 0 0,14 135 223 0 0,-22-168-389 0 0,0 14 6 0 0,-2-25 9 0 0,0 0 1 0 0,1 0-1 0 0,0 1 1 0 0,6 18-1 0 0,-5-21-14 0 0,6-33-213 0 0,48-147-80 0 0,-44 144 272 0 0,0 1 0 0 0,2 0 0 0 0,35-49 0 0 0,-47 73 48 0 0,1 0 1 0 0,-1 0 0 0 0,1 0 0 0 0,6-5-1 0 0,0 4 36 0 0,-8 4-58 0 0,1 1 0 0 0,-1-1 1 0 0,1 0-1 0 0,-1 0 0 0 0,1 1 0 0 0,-1-1 0 0 0,1 1 0 0 0,-1-1 1 0 0,0 1-1 0 0,1 0 0 0 0,-1 0 0 0 0,0-1 0 0 0,1 1 0 0 0,-1 0 1 0 0,0 0-1 0 0,0 0 0 0 0,0 0 0 0 0,0 1 0 0 0,0-1 1 0 0,0 0-1 0 0,0 0 0 0 0,0 1 0 0 0,-1-1 0 0 0,1 0 0 0 0,0 1 1 0 0,0 1-1 0 0,3 6 34 0 0,-1-1-1 0 0,-1 1 1 0 0,3 9 0 0 0,-5-18-34 0 0,15 103 127 0 0,-2-6-1184 0 0,-9-83-254 0 0,0 1 0 0 0,7 17-1 0 0,-5-18-5442 0 0,1 0-1979 0 0</inkml:trace>
  <inkml:trace contextRef="#ctx0" brushRef="#br0" timeOffset="1">1007 392 23095 0 0,'0'0'1059'0'0,"0"1"-26"0"0,-8 19-271 0 0,1 1 0 0 0,1-1-1 0 0,0 1 1 0 0,2 1 0 0 0,0-1 0 0 0,2 1-1 0 0,0 22 1 0 0,2-27-768 0 0,2 0 0 0 0,0 0 0 0 0,4 17-1 0 0,4 0-1954 0 0,-10-32 1077 0 0,2-1 303 0 0,-1 0 0 0 0,1 0-1 0 0,-1 0 1 0 0,1 0 0 0 0,-1-1 0 0 0,1 1 0 0 0,0 0-1 0 0,-1-1 1 0 0,1 1 0 0 0,1-1 0 0 0,8 1-7646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 10591 0 0,'-24'-2'13304'0'0,"23"3"-12818"0"0,-2 7 1522 0 0,3-8-2047 0 0,-2 8 574 0 0,0 1 0 0 0,1 0 0 0 0,0-1 0 0 0,1 1 1 0 0,-1 0-1 0 0,2-1 0 0 0,2 18 0 0 0,-1-3-146 0 0,15 246 691 0 0,-17-213-938 0 0,0-54-89 0 0,2-22 11 0 0,-3 1-77 0 0,1-1 1 0 0,1 1-1 0 0,5-26 1 0 0,15-58-94 0 0,-17 86 98 0 0,0 0-8 0 0,1 0-1 0 0,1 1 1 0 0,0-1-1 0 0,2 1 1 0 0,-1 1-1 0 0,2 0 1 0 0,19-27-1 0 0,-10 27 17 0 0,-18 14 0 0 0,1 1 0 0 0,-1-1 0 0 0,1 1 0 0 0,-1 0 0 0 0,1-1 0 0 0,0 1 0 0 0,-1-1 0 0 0,1 1 0 0 0,-1 0 0 0 0,1 0 0 0 0,0-1 0 0 0,-1 1 0 0 0,1 0 0 0 0,0 0 0 0 0,0 0 0 0 0,-1 0 0 0 0,1 0 0 0 0,0 0 0 0 0,-1 0 0 0 0,1 0 0 0 0,0 0 0 0 0,0 0 0 0 0,0 0 0 0 0,2 1 0 0 0,0-2 0 0 0,1 0 0 0 0,10 6 0 0 0,-10-4 5 0 0,0 1 0 0 0,-1 1 0 0 0,1-1 0 0 0,-1 1 0 0 0,1-1 0 0 0,-1 1 0 0 0,0 0 0 0 0,0 0 0 0 0,0 0 0 0 0,-1 1 0 0 0,1-1 0 0 0,-1 0 0 0 0,1 1 0 0 0,-1 0 0 0 0,-1 0 0 0 0,1 0 0 0 0,1 5 0 0 0,4 10 48 0 0,-2 0-1 0 0,5 29 0 0 0,-5-20-22 0 0,22 144 53 0 0,-15-225-219 0 0,-6 30 107 0 0,3-17-4 0 0,-2 6-87 0 0,21-59 0 0 0,-24 84 106 0 0,0 0-1 0 0,0 0 0 0 0,1 0 0 0 0,0 1 1 0 0,0 0-1 0 0,1 0 0 0 0,0 0 0 0 0,1 1 1 0 0,-1-1-1 0 0,16-11 0 0 0,-12 14 4 0 0,0 3-31 0 0,0 6 31 0 0,-7-1 11 0 0,0 0 0 0 0,1 0 0 0 0,-2 0 0 0 0,1 0 0 0 0,0 0 0 0 0,-1 1 0 0 0,1-1 0 0 0,-1 1 0 0 0,0 0 0 0 0,0-1 0 0 0,-1 1 0 0 0,3 7 0 0 0,1 6 0 0 0,5 29 0 0 0,-9-41 0 0 0,2 14-18 0 0,0 2-134 0 0,1 0-1 0 0,1 0 1 0 0,0-1-1 0 0,16 37 1 0 0,-19-53 124 0 0,1 0 0 0 0,-1 0 0 0 0,0 0 0 0 0,1 0 0 0 0,0 0 0 0 0,0 0 0 0 0,0-1 1 0 0,1 1-1 0 0,-1-1 0 0 0,1 0 0 0 0,-1 0 0 0 0,1 0 0 0 0,0-1 0 0 0,0 1 0 0 0,1-1 0 0 0,-1 0 1 0 0,0 0-1 0 0,1 0 0 0 0,-1-1 0 0 0,1 0 0 0 0,0 0 0 0 0,-1 0 0 0 0,1 0 0 0 0,0-1 0 0 0,0 1 0 0 0,-1-1 1 0 0,9-1-1 0 0,-5 0-76 0 0,-1 0 1 0 0,1-1-1 0 0,0 0 1 0 0,0 0-1 0 0,0-1 1 0 0,-1 0-1 0 0,0 0 1 0 0,1-1-1 0 0,-1 0 1 0 0,9-7-1 0 0,-6 4 56 0 0,-1-1 0 0 0,0 0 0 0 0,-1-1 1 0 0,0 1-1 0 0,0-2 0 0 0,8-14 0 0 0,-3 3 63 0 0,-2-1 1 0 0,-1 0-1 0 0,0 0 1 0 0,-2-1-1 0 0,0-1 1 0 0,5-31-1 0 0,-12 51 1 0 0,0-1 1 0 0,-1 1-1 0 0,1-1 0 0 0,-1 1 0 0 0,0 0 0 0 0,0-1 0 0 0,-1 1 0 0 0,0-8 0 0 0,0 12-4 0 0,1-1 0 0 0,0 0 1 0 0,-1 0-1 0 0,1 0 0 0 0,0 0 0 0 0,-1 1 1 0 0,1-1-1 0 0,-1 0 0 0 0,1 0 1 0 0,-1 1-1 0 0,0-1 0 0 0,1 0 0 0 0,-1 1 1 0 0,0-1-1 0 0,1 1 0 0 0,-1-1 0 0 0,0 1 1 0 0,-1-1-1 0 0,0 0 8 0 0,1 1 0 0 0,-1 0 0 0 0,1-1 0 0 0,-1 1 0 0 0,1 0 0 0 0,-1 0 0 0 0,1 0 0 0 0,-1 1 0 0 0,0-1 0 0 0,1 0 0 0 0,-1 0 0 0 0,1 1 0 0 0,-1-1 0 0 0,-2 2 0 0 0,-4 2 91 0 0,-1 0 1 0 0,1 1-1 0 0,0 0 1 0 0,0 1 0 0 0,0-1-1 0 0,1 1 1 0 0,-11 11-1 0 0,-2 6 72 0 0,-19 26-1 0 0,31-38-155 0 0,0 1-1 0 0,1 0 1 0 0,0 1-1 0 0,1 0 1 0 0,0 0 0 0 0,-4 16-1 0 0,8-23-36 0 0,0 0 0 0 0,1 0 1 0 0,-1 1-1 0 0,2-1 0 0 0,-1 0 0 0 0,1 0 0 0 0,0 1 0 0 0,0-1 1 0 0,1 0-1 0 0,-1 1 0 0 0,1-1 0 0 0,1 0 0 0 0,-1 0 0 0 0,1 0 0 0 0,1 0 1 0 0,2 8-1 0 0,-2-11-62 0 0,-1 0 0 0 0,1 0-1 0 0,0 0 1 0 0,-1 0 0 0 0,1 0 0 0 0,1-1 0 0 0,-1 1 0 0 0,0-1 0 0 0,1 0 0 0 0,-1 0 0 0 0,1 0 0 0 0,-1 0 0 0 0,1-1-1 0 0,0 1 1 0 0,0-1 0 0 0,0 0 0 0 0,0 0 0 0 0,-1 0 0 0 0,1-1 0 0 0,5 1 0 0 0,-1-1-147 0 0,-1 0 0 0 0,1 0 1 0 0,0 0-1 0 0,-1-1 0 0 0,1 0 0 0 0,-1-1 1 0 0,0 0-1 0 0,1 0 0 0 0,13-6 0 0 0,-14 4 132 0 0,0 0 0 0 0,-1 0 0 0 0,1-1-1 0 0,-1 0 1 0 0,0-1 0 0 0,0 1 0 0 0,-1-1-1 0 0,1 0 1 0 0,-1 0 0 0 0,-1-1 0 0 0,1 0-1 0 0,-1 0 1 0 0,5-10 0 0 0,1-7-321 0 0,-1-2-1 0 0,10-42 1 0 0,-14 51 377 0 0,-3 10 82 0 0,-1 0-1 0 0,0 0 1 0 0,0 0 0 0 0,-1 0-1 0 0,0 0 1 0 0,0 0 0 0 0,-1 0-1 0 0,-1-9 1 0 0,2 15 141 0 0,-7-4 1112 0 0,5 6-1217 0 0,1-1 0 0 0,-1 0 0 0 0,1 1 0 0 0,-1 0 0 0 0,1-1 0 0 0,-1 1 0 0 0,1 0 1 0 0,0 0-1 0 0,-1 0 0 0 0,1 0 0 0 0,0 0 0 0 0,-1 0 0 0 0,1 0 0 0 0,0 0 0 0 0,0 0 0 0 0,0 1 0 0 0,-1 2 0 0 0,0-1 14 0 0,0 0 0 0 0,1 1-1 0 0,0-1 1 0 0,0 1 0 0 0,0-1 0 0 0,0 1-1 0 0,0 6 1 0 0,0-1-27 0 0,1-1-1 0 0,0 1 1 0 0,1-1-1 0 0,0 1 1 0 0,0-1-1 0 0,5 14 1 0 0,-4-16-79 0 0,1 1 0 0 0,0 0 0 0 0,1-1-1 0 0,-1 1 1 0 0,1-1 0 0 0,1 0 0 0 0,-1 0 0 0 0,1-1-1 0 0,0 1 1 0 0,0-1 0 0 0,0 0 0 0 0,1 0 0 0 0,0-1 0 0 0,9 6-1 0 0,-11-8-61 0 0,1 1 1 0 0,0-1-1 0 0,0 0 0 0 0,0 0 0 0 0,1 0 0 0 0,-1-1 0 0 0,0 1 0 0 0,1-1 0 0 0,-1-1 0 0 0,1 1 0 0 0,-1-1 0 0 0,1 0 0 0 0,-1 0 1 0 0,1-1-1 0 0,-1 1 0 0 0,1-1 0 0 0,-1 0 0 0 0,0-1 0 0 0,9-3 0 0 0,-10 3 23 0 0,1 0 0 0 0,-1-1 0 0 0,0 0 0 0 0,0 0 0 0 0,0 0-1 0 0,0-1 1 0 0,0 1 0 0 0,-1-1 0 0 0,1 0 0 0 0,-1 0 0 0 0,0 0 0 0 0,0-1 0 0 0,-1 1 0 0 0,1-1-1 0 0,-1 1 1 0 0,0-1 0 0 0,0 0 0 0 0,-1 0 0 0 0,1 0 0 0 0,0-5 0 0 0,2-12 129 0 0,-2-1 0 0 0,0 1 0 0 0,-1-29 0 0 0,-1 40 13 0 0,0 5-44 0 0,-1-5 229 0 0,2-1 0 0 0,0 0 1 0 0,3-18 1420 0 0,-2 31-1424 0 0,5 3-85 0 0,0 1 0 0 0,1 0 0 0 0,-2 0 0 0 0,1 1 0 0 0,11 12 0 0 0,29 39 165 0 0,-30-36-293 0 0,-13-15-50 0 0,72 82 168 0 0,-66-78-226 0 0,0-1 0 0 0,1 0-1 0 0,0 0 1 0 0,0-1 0 0 0,1-1 0 0 0,16 9 0 0 0,-15-11-830 0 0,0 1 0 0 0,21 4 1 0 0,-26-8-616 0 0,0-1 0 0 0,-1 0 0 0 0,11 0 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6 6911 0 0,'-9'-6'8732'0'0,"2"8"-4585"0"0,-1 10-516 0 0,6-9-1842 0 0,-87 123 3728 0 0,-4-3-3815 0 0,52-74-2330 0 0,-2-1 1 0 0,-88 75-1 0 0,112-109-742 0 0,8-6-7192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44 24879 0 0,'0'0'1915'0'0,"2"0"-1234"0"0,10-4-709 0 0,2-1 1226 0 0,1 0 0 0 0,-1 1 0 0 0,29-4 0 0 0,97-5-726 0 0,-105 11-460 0 0,47 0 32 0 0,-43 2-228 0 0,-25-1-34 0 0,1 1 1 0 0,21 3-1 0 0,-8 1-2058 0 0,-27-4 2025 0 0,0 1-1 0 0,-1-1 1 0 0,1 1 0 0 0,0 0 0 0 0,-1 0 0 0 0,1-1 0 0 0,-1 1 0 0 0,1 0-1 0 0,-1 0 1 0 0,1 0 0 0 0,0 1 0 0 0,2 10-2510 0 0</inkml:trace>
  <inkml:trace contextRef="#ctx0" brushRef="#br0" timeOffset="1">1 239 23871 0 0,'0'0'2165'0'0,"6"10"-845"0"0,-2-7-1158 0 0,0-1-1 0 0,-1 1 1 0 0,1-1-1 0 0,0 0 1 0 0,0 0-1 0 0,0 0 0 0 0,0 0 1 0 0,0-1-1 0 0,1 0 1 0 0,-1 0-1 0 0,0 0 0 0 0,1 0 1 0 0,-1-1-1 0 0,6 0 1 0 0,12 1 1065 0 0,35-5 0 0 0,-45 3-1140 0 0,258-44-1379 0 0,-234 37 656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140 114 10135 0 0,'-2'-16'277'0'0,"-1"1"-1"0"0,-6-22 1 0 0,-9-8 16791 0 0,13 70-12573 0 0,4-20-5499 0 0,-39 304 2091 0 0,22-147-991 0 0,7-75-79 0 0,-21 231 26 0 0,32-314-43 0 0,0 41-42 0 0,0-41 28 0 0,1 0 0 0 0,-1 0 1 0 0,1 0-1 0 0,0 0 0 0 0,0 0 1 0 0,1 0-1 0 0,-1 0 0 0 0,3 4 1 0 0,-4-7-26 0 0,1 0 0 0 0,0-1 0 0 0,-1 1 0 0 0,1 0 0 0 0,0-1-1 0 0,0 1 1 0 0,-1-1 0 0 0,1 1 0 0 0,0-1 0 0 0,0 1 0 0 0,0-1 0 0 0,0 1 0 0 0,0-1 0 0 0,0 0 0 0 0,0 0 0 0 0,0 1 0 0 0,-1-1 0 0 0,1 0 0 0 0,0 0 0 0 0,0 0 0 0 0,0 0 0 0 0,0 0 0 0 0,0 0 0 0 0,0 0 0 0 0,1-1 0 0 0,23-6-1642 0 0,10-15-6392 0 0,-32 20 6946 0 0,20-15-7804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23903 0 0,'0'0'2165'0'0,"1"-1"-1781"0"0,1-3-113 0 0,1 1 0 0 0,0-1 0 0 0,0 1 0 0 0,0 0 0 0 0,0 0-1 0 0,0 0 1 0 0,1 0 0 0 0,-1 0 0 0 0,1 1 0 0 0,-1 0 0 0 0,1-1-1 0 0,0 1 1 0 0,5-1 0 0 0,6-2 493 0 0,0 0 0 0 0,22-3 0 0 0,-5 1-656 0 0,82-11-5 0 0,-64 12-83 0 0,125-10-1539 0 0,27-4-1669 0 0,-167 15 559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769 211 15663 0 0,'0'-9'15896'0'0,"0"11"-15444"0"0,2 5-395 0 0,-1 1 0 0 0,0-1 0 0 0,0 0 1 0 0,-1 0-1 0 0,0 0 0 0 0,-1 10 0 0 0,-9 46 258 0 0,5-37-274 0 0,-88 398-41 0 0,26-188 0 0 0,61-219-398 0 0,4-13 200 0 0,1 1 0 0 0,-1-1 0 0 0,1 0 0 0 0,0 0 0 0 0,0 1 0 0 0,0 4 0 0 0,-15-25-2742 0 0,11 4 45 0 0,0-3-6350 0 0</inkml:trace>
  <inkml:trace contextRef="#ctx0" brushRef="#br0" timeOffset="1">16 178 14279 0 0,'-7'-5'1298'0'0,"1"-2"-1069"0"0,6 7-163 0 0,0 0 0 0 0,-1-1-1 0 0,1 1 1 0 0,0 0 0 0 0,0 0 0 0 0,0-1 0 0 0,-1 1 0 0 0,1 0-1 0 0,0-1 1 0 0,0 1 0 0 0,0 0 0 0 0,0-1 0 0 0,0 1 0 0 0,0-1-1 0 0,0 1 1 0 0,0 0 0 0 0,0-1 0 0 0,0 1 0 0 0,0 0 0 0 0,0-1-1 0 0,0 1 1 0 0,0 0 0 0 0,0-1 0 0 0,0 1 0 0 0,0 0 0 0 0,0-1-1 0 0,0 1 1 0 0,1 0 0 0 0,-1-1 0 0 0,0 1 0 0 0,0 0 0 0 0,0-1 0 0 0,1 1-1 0 0,-1 0 1 0 0,0 0 0 0 0,0-1 0 0 0,1 1 0 0 0,-1 0 0 0 0,0 0-1 0 0,0 0 1 0 0,1-1 0 0 0,-1 1 0 0 0,0 0 0 0 0,1 0 0 0 0,2-3 1373 0 0,0 1 0 0 0,0 0 0 0 0,0 0 0 0 0,1 0 0 0 0,6-2 0 0 0,21-5 2011 0 0,-11 7-3340 0 0,25-1-1 0 0,-20 2 749 0 0,673-54-21 0 0,-482 28-863 0 0,163-13-163 0 0,-374 40 103 0 0,15-1-104 0 0,23 2-1 0 0,-39-1-5 0 0,0 1 0 0 0,0-1 0 0 0,0 1 0 0 0,0 0 0 0 0,0 0 0 0 0,0 0 0 0 0,0 1 0 0 0,0-1 0 0 0,0 1 0 0 0,-1 0 1 0 0,1 0-1 0 0,4 3 0 0 0,0 7-2740 0 0,-4 3-6811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6 9215 0 0,'0'0'707'0'0,"1"-1"-464"0"0,29-3 15636 0 0,-25 11-14676 0 0,-3-4-858 0 0,-1 1 0 0 0,1-1 0 0 0,-1 1 0 0 0,1 0 0 0 0,-1 0 1 0 0,0 0-1 0 0,-1 0 0 0 0,1 0 0 0 0,-1 0 0 0 0,0 0 0 0 0,0 0 0 0 0,0 4 0 0 0,-1 4-137 0 0,-1-1 0 0 0,1 0 1 0 0,-5 13-1 0 0,0-6-179 0 0,-1 0 0 0 0,-12 21 1 0 0,12-27-14 0 0,1 0 0 0 0,1 1 0 0 0,0-1 0 0 0,0 1 1 0 0,1 0-1 0 0,-4 26 0 0 0,8-36-16 0 0,0-2 0 0 0,0 0 0 0 0,-1 0 0 0 0,1 0 0 0 0,0 0 0 0 0,0 0 0 0 0,1 0 0 0 0,-1 0 0 0 0,0 0 0 0 0,0 0 0 0 0,0 0 0 0 0,1 0 0 0 0,-1 0 0 0 0,0 0 0 0 0,1 0 0 0 0,-1 0 0 0 0,1 0 0 0 0,-1 0 0 0 0,1 0 0 0 0,0 0 0 0 0,-1-1 0 0 0,1 1 0 0 0,1 1 0 0 0,0 0 0 0 0,1 1 0 0 0,-1-1 0 0 0,1 1 0 0 0,0-1 0 0 0,0 0 0 0 0,0 0 0 0 0,0 0 0 0 0,0-1 0 0 0,0 1 0 0 0,1-1 0 0 0,-1 0 0 0 0,0 0 0 0 0,1 0 0 0 0,-1 0 0 0 0,1 0 0 0 0,-1-1 0 0 0,1 0 0 0 0,6 0 0 0 0,6 0 0 0 0,1-1 0 0 0,29-7 0 0 0,-21 4 0 0 0,82-20-110 0 0,18-2-76 0 0,-48 19-951 0 0,-67 7 332 0 0,-1 0 0 0 0,1 1 0 0 0,0 0 0 0 0,-1 1 0 0 0,19 5 0 0 0,-12-1-1740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67 16127 0 0,'-7'2'11019'0'0,"17"-9"-6433"0"0,0 0-4407 0 0,5 2-64 0 0,0 1-1 0 0,0 0 1 0 0,0 1 0 0 0,1 1-1 0 0,0 1 1 0 0,17 0 0 0 0,-1-1-94 0 0,300-8 5 0 0,-199 8-20 0 0,311-2-6 0 0,-154 3 0 0 0,-86 2-10 0 0,249-13-47 0 0,-437 10-430 0 0,-5 0-2044 0 0,0 1-3499 0 0,3 1-4135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22 14279 0 0,'0'0'1103'0'0,"0"-1"-720"0"0,-3-9 591 0 0,2 10-275 0 0,-4-6 4192 0 0,5 5-4192 0 0,-1 1 0 0 0,0-1-1 0 0,-1 0 1 0 0,1 0-354 0 0,0 1-1 0 0,1 0 0 0 0,-1 0 1 0 0,1-1-1 0 0,-1 1 0 0 0,0 0 1 0 0,1 0-1 0 0,-1 0 1 0 0,1 0-1 0 0,-1 0 0 0 0,0 0 1 0 0,1 0-1 0 0,-1 0 0 0 0,0 0 1 0 0,1 0-1 0 0,-1 1 1 0 0,1-1-1 0 0,-1 0 0 0 0,1 0 1 0 0,-2 1-1 0 0,-7 8-1420 0 0,5-1 1259 0 0,0 0 1 0 0,1 0-1 0 0,0 1 0 0 0,0 0 0 0 0,1 0 0 0 0,-3 17 0 0 0,2-10-111 0 0,-63 497 61 0 0,66-511-133 0 0,-3 24 6 0 0,-6 32-1 0 0,6-47-14 0 0,0 1-1 0 0,-1 0 1 0 0,-1-1 0 0 0,0 0-1 0 0,-11 18 1 0 0,16-28-41 0 0,-1-1 1 0 0,1 1-1 0 0,-1 0 1 0 0,1-1-1 0 0,-1 1 1 0 0,1-1 0 0 0,-1 1-1 0 0,1 0 1 0 0,-1-1-1 0 0,0 1 1 0 0,0-1-1 0 0,1 0 1 0 0,-1 1 0 0 0,0-1-1 0 0,0 1 1 0 0,1-1-1 0 0,-1 0 1 0 0,0 0-1 0 0,0 0 1 0 0,0 1-1 0 0,1-1 1 0 0,-1 0 0 0 0,0 0-1 0 0,0 0 1 0 0,0 0-1 0 0,1 0 1 0 0,-1 0-1 0 0,0 0 1 0 0,0-1 0 0 0,-1 1-1 0 0,1-1-350 0 0,-1 1-1 0 0,0-1 1 0 0,0 0 0 0 0,0 0-1 0 0,1 0 1 0 0,-1 0 0 0 0,1-1-1 0 0,-1 1 1 0 0,1 0 0 0 0,-1-1-1 0 0,1 1 1 0 0,-2-3-1 0 0,-5-7-9160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20271 0 0,'0'0'2112'0'0,"2"0"-1729"0"0,21-2 3492 0 0,33 0 0 0 0,-12 1-2992 0 0,299-6 414 0 0,-177 6-1282 0 0,-129 0-33 0 0,255 2-21 0 0,-252 1-564 0 0,0 1 0 0 0,67 16 1 0 0,-101-17 236 0 0,-1-1 0 0 0,1 1 0 0 0,-1 0 1 0 0,0 0-1 0 0,0 1 0 0 0,1-1 0 0 0,-2 1 1 0 0,1 0-1 0 0,0 1 0 0 0,0-1 0 0 0,5 7 0 0 0,6 11-1683 0 0</inkml:trace>
  <inkml:trace contextRef="#ctx0" brushRef="#br0" timeOffset="0.49">1207 469 11519 0 0,'0'0'887'0'0,"2"-1"-583"0"0,22-10 15278 0 0,-17 22-13320 0 0,-5-4-2115 0 0,1-1 1 0 0,-1 1-1 0 0,0 0 0 0 0,-1 0 1 0 0,0 0-1 0 0,0 0 1 0 0,0 0-1 0 0,-1 12 0 0 0,-2 6 297 0 0,-4 27-1 0 0,-2-12-443 0 0,-1 0 0 0 0,-3 0 0 0 0,-1-1 0 0 0,-1-1 0 0 0,-3 0 0 0 0,-30 52 0 0 0,-9 2-576 0 0,55-91-159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1 14743 0 0,'0'0'15075'0'0,"-1"2"-14229"0"0,-6 37-164 0 0,-16 46-1 0 0,-5 21 59 0 0,-1 83-883 0 0,28-184-439 0 0,0 4 718 0 0</inkml:trace>
  <inkml:trace contextRef="#ctx0" brushRef="#br0" timeOffset="1">1 285 23727 0 0,'0'0'2152'0'0,"2"-1"-1616"0"0,110-8 4801 0 0,-23 3-4618 0 0,91-15-654 0 0,-142 15-3235 0 0,0 0-3284 0 0,-17 3-3395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6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20 27327 0 0,'-7'-1'436'0'0,"0"0"0"0"0,0 0-1 0 0,0-1 1 0 0,0 1 0 0 0,0-2 0 0 0,-12-5 0 0 0,19 8-425 0 0,0 0 0 0 0,1 0 0 0 0,-1 0 1 0 0,0 0-1 0 0,0 0 0 0 0,0 0 0 0 0,0 0 1 0 0,0 0-1 0 0,0 0 0 0 0,0 0 0 0 0,0 0 1 0 0,0 0-1 0 0,0 0 0 0 0,0 0 0 0 0,1 0 1 0 0,-1 0-1 0 0,0 0 0 0 0,0 0 0 0 0,0-1 1 0 0,0 1-1 0 0,0 0 0 0 0,0 0 0 0 0,0 0 1 0 0,0 0-1 0 0,0 0 0 0 0,0 0 0 0 0,0 0 1 0 0,0 0-1 0 0,0 0 0 0 0,0 0 0 0 0,0-1 1 0 0,0 1-1 0 0,0 0 0 0 0,0 0 0 0 0,0 0 1 0 0,0 0-1 0 0,0 0 0 0 0,0 0 0 0 0,0 0 1 0 0,0 0-1 0 0,0-1 0 0 0,0 1 0 0 0,0 0 1 0 0,0 0-1 0 0,0 0 0 0 0,7 2 68 0 0,0 1 0 0 0,0 0 0 0 0,0 0 0 0 0,0 0 0 0 0,-1 1 0 0 0,1 0 0 0 0,-1 0 0 0 0,0 1 0 0 0,0-1 0 0 0,-1 1 0 0 0,1 1-1 0 0,-1-1 1 0 0,6 8 0 0 0,6 11 16 0 0,0 1-1 0 0,13 27 0 0 0,55 107 48 0 0,40 69-112 0 0,23 15-2135 0 0,-147-241 1293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6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 26063 0 0,'0'0'1192'0'0,"-8"4"393"0"0,3 0-1531 0 0,0 0-1 0 0,0 0 0 0 0,0 1 0 0 0,1 0 1 0 0,-1 0-1 0 0,1 0 0 0 0,1 1 0 0 0,-6 9 1 0 0,-2 1 105 0 0,-85 154 1887 0 0,14-21-1411 0 0,59-114-651 0 0,-20 35-725 0 0,-94 114 1 0 0,129-176-2420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7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23 12439 0 0,'-18'0'12195'0'0,"16"20"-7882"0"0,-8 13-2466 0 0,-2 6-1062 0 0,-20 161 157 0 0,27-153-940 0 0,2 1 0 0 0,4 60 0 0 0,-1-108-1 0 0,0 0 1 0 0,0 1-1 0 0,0-1 1 0 0,0 0-1 0 0,0 0 0 0 0,0 1 1 0 0,0-1-1 0 0,0 0 1 0 0,0 0-1 0 0,0 1 0 0 0,0-1 1 0 0,0 0-1 0 0,0 0 1 0 0,0 1-1 0 0,0-1 1 0 0,0 0-1 0 0,0 0 0 0 0,0 1 1 0 0,0-1-1 0 0,1 0 1 0 0,-1 0-1 0 0,0 0 0 0 0,0 1 1 0 0,0-1-1 0 0,0 0 1 0 0,1 0-1 0 0,-1 0 0 0 0,0 0 1 0 0,0 1-1 0 0,0-1 1 0 0,1 0-1 0 0,-1 0 0 0 0,0 0 1 0 0,0 0-1 0 0,1 0 1 0 0,-1 0-1 0 0,0 0 0 0 0,0 0 1 0 0,1 0-1 0 0,-1 1 1 0 0,1-1-1 0 0,10-8 9 0 0,10-18-15 0 0,-21 26 5 0 0,19-31-30 0 0,0 0 0 0 0,18-46 1 0 0,-1 2-10 0 0,-22 49 35 0 0,11-22-43 0 0,1 1 1 0 0,54-71-1 0 0,-76 114 47 0 0,0-1 0 0 0,0 1 0 0 0,0 0 0 0 0,1 0 0 0 0,0 0 0 0 0,0 0 0 0 0,7-3 0 0 0,-2 4 0 0 0,-9 4 1 0 0,0-1 1 0 0,0 1-1 0 0,1-1 0 0 0,-1 1 1 0 0,0-1-1 0 0,0 1 1 0 0,-1 0-1 0 0,1 0 0 0 0,0 0 1 0 0,0-1-1 0 0,0 1 0 0 0,0 0 1 0 0,-1 0-1 0 0,1 0 0 0 0,0 0 1 0 0,-1 0-1 0 0,1 0 1 0 0,-1 1-1 0 0,1-1 0 0 0,-1 0 1 0 0,0 0-1 0 0,1 0 0 0 0,-1 2 1 0 0,5 28 50 0 0,-2 85 81 0 0,2 20-61 0 0,-3-114-117 0 0,2 0 1 0 0,0-1-1 0 0,1 1 0 0 0,8 22 1 0 0,-11-39-81 0 0,0 0 1 0 0,1 0-1 0 0,-1 0 1 0 0,1 0-1 0 0,0 0 1 0 0,0-1 0 0 0,1 0-1 0 0,-1 1 1 0 0,1-1-1 0 0,0 0 1 0 0,0-1-1 0 0,6 5 1 0 0,-7-6-55 0 0,-1-1 1 0 0,1 1-1 0 0,0-1 1 0 0,-1 0-1 0 0,1 0 1 0 0,0 0-1 0 0,0 0 1 0 0,0 0-1 0 0,0-1 1 0 0,0 1-1 0 0,0-1 1 0 0,0 0-1 0 0,1 0 0 0 0,-1 0 1 0 0,0 0-1 0 0,0-1 1 0 0,0 1-1 0 0,0-1 1 0 0,0 0-1 0 0,0 0 1 0 0,0 0-1 0 0,-1 0 1 0 0,4-2-1 0 0,3-2-594 0 0,0-1 0 0 0,0 0 0 0 0,0 0 0 0 0,-1-1 0 0 0,0 0 0 0 0,0-1 0 0 0,6-9 0 0 0,6-7-922 0 0,17-31 0 0 0,-21 28 1785 0 0,-1-1 0 0 0,-1 0 0 0 0,-1-1 0 0 0,13-48 0 0 0,-24 71 271 0 0,-1 0 1 0 0,0 0-1 0 0,0 1 0 0 0,0-1 0 0 0,-1 0 0 0 0,0-8 0 0 0,0 13-229 0 0,0 0-1 0 0,0 0 1 0 0,0 0 0 0 0,0 0-1 0 0,-1 0 1 0 0,1 0-1 0 0,0 0 1 0 0,-1 0-1 0 0,1 0 1 0 0,0 0-1 0 0,-1 0 1 0 0,0 0 0 0 0,1 0-1 0 0,-1 1 1 0 0,1-1-1 0 0,-1 0 1 0 0,0 0-1 0 0,1 1 1 0 0,-1-1-1 0 0,0 0 1 0 0,0 1-1 0 0,0-1 1 0 0,0 1 0 0 0,1-1-1 0 0,-1 1 1 0 0,0 0-1 0 0,0-1 1 0 0,0 1-1 0 0,0 0 1 0 0,0-1-1 0 0,0 1 1 0 0,0 0 0 0 0,0 0-1 0 0,0 0 1 0 0,0 0-1 0 0,0 0 1 0 0,0 0-1 0 0,0 0 1 0 0,0 0-1 0 0,0 0 1 0 0,0 1-1 0 0,0-1 1 0 0,0 0 0 0 0,-1 1-1 0 0,-5 1 256 0 0,0 1-1 0 0,1 0 0 0 0,0 0 1 0 0,-1 0-1 0 0,1 0 1 0 0,1 1-1 0 0,-1 0 0 0 0,0 1 1 0 0,1-1-1 0 0,0 1 1 0 0,-8 9-1 0 0,0 2 33 0 0,1 0 0 0 0,-18 33-1 0 0,25-38-339 0 0,0-1 0 0 0,0 0 0 0 0,1 1 0 0 0,0 0 0 0 0,1 0 0 0 0,-2 14 0 0 0,4-20-71 0 0,1 0-1 0 0,-1 0 1 0 0,1 0 0 0 0,0 0-1 0 0,0 0 1 0 0,1-1 0 0 0,0 1-1 0 0,-1 0 1 0 0,2 0 0 0 0,-1 0-1 0 0,0-1 1 0 0,1 1 0 0 0,0-1-1 0 0,0 1 1 0 0,0-1 0 0 0,1 0-1 0 0,4 6 1 0 0,-4-7-40 0 0,1 1 0 0 0,0-1 0 0 0,0-1 0 0 0,0 1 0 0 0,0 0 0 0 0,0-1 0 0 0,1 0 0 0 0,-1 0 0 0 0,1 0 0 0 0,-1-1 0 0 0,1 1 0 0 0,0-1 0 0 0,7 1 0 0 0,4 0-153 0 0,0 0 1 0 0,28-2 0 0 0,-30-1 44 0 0,0 0 1 0 0,0-1 0 0 0,-1-1-1 0 0,1 0 1 0 0,-1-1 0 0 0,1 0-1 0 0,-1-1 1 0 0,-1-1 0 0 0,20-11-1 0 0,-23 12 75 0 0,0-1-1 0 0,-1 0 1 0 0,1-1-1 0 0,-1 0 1 0 0,-1 0-1 0 0,1-1 1 0 0,-2 0-1 0 0,1 0 1 0 0,-1-1-1 0 0,0 0 1 0 0,0 0-1 0 0,-1 0 1 0 0,4-12-1 0 0,-7 16 8 0 0,0-1 0 0 0,-1 0 0 0 0,0 1 0 0 0,0-1-1 0 0,0 0 1 0 0,-1 0 0 0 0,0 0 0 0 0,-1-11 0 0 0,-1 5-514 0 0,0-1 0 0 0,-8-21 0 0 0,10 32 216 0 0,-1 1-1 0 0,1-1 0 0 0,0 0 1 0 0,0 1-1 0 0,0-1 0 0 0,0 1 1 0 0,0-1-1 0 0,0 0 1 0 0,0 1-1 0 0,1-1 0 0 0,-1 1 1 0 0,0-1-1 0 0,1 1 0 0 0,0-3 1 0 0,4-5-4433 0 0,5-3-2434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7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18743 0 0,'0'1'8429'0'0,"-1"11"-7358"0"0,0 0-1 0 0,-6 22 0 0 0,-1 5-586 0 0,-10 184 91 0 0,6-43-886 0 0,8-141-24 0 0,-1 11-1896 0 0,-13 59 0 0 0,13-85-4358 0 0,0-2-1933 0 0</inkml:trace>
  <inkml:trace contextRef="#ctx0" brushRef="#br0" timeOffset="1">1 392 6911 0 0,'0'0'528'0'0,"2"-1"-341"0"0,19-9 3191 0 0,-11 5-90 0 0,1 0 0 0 0,-1 1 0 0 0,15-4 0 0 0,12 1-2365 0 0,0 2 0 0 0,1 1-1 0 0,67 3 1 0 0,112 22-3983 0 0,-169-15-5896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8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405 517 10135 0 0,'28'-25'1167'0'0,"27"-32"-1"0"0,19-33 5417 0 0,-67 80-6102 0 0,0 0 1 0 0,0 0-1 0 0,-1 0 0 0 0,0-1 0 0 0,-1 0 0 0 0,0 0 0 0 0,-1 0 1 0 0,5-18-1 0 0,-9 27-363 0 0,0 0 0 0 0,1 0 0 0 0,-1 1 0 0 0,0-1 0 0 0,0 0 0 0 0,0 0 0 0 0,0 0 0 0 0,0 0 0 0 0,-1 0 0 0 0,1 1 0 0 0,-1-1 0 0 0,1 0 0 0 0,-1 0 0 0 0,1 0 0 0 0,-1 1 0 0 0,0-1 0 0 0,0 1 0 0 0,0-1 1 0 0,0 0-1 0 0,0 1 0 0 0,0-1 0 0 0,-1 1 0 0 0,1 0 0 0 0,0-1 0 0 0,-1 1 0 0 0,1 0 0 0 0,-1 0 0 0 0,1 0 0 0 0,-1 0 0 0 0,1 0 0 0 0,-1 0 0 0 0,0 1 0 0 0,1-1 0 0 0,-4 0 0 0 0,-1-1 60 0 0,0 1 1 0 0,0 0-1 0 0,0 1 0 0 0,-1-1 1 0 0,1 1-1 0 0,0 0 0 0 0,0 1 1 0 0,-1-1-1 0 0,-5 3 0 0 0,-7 2 5 0 0,0 0 0 0 0,0 2 0 0 0,1 0 0 0 0,0 1-1 0 0,1 1 1 0 0,-23 14 0 0 0,-1 6 43 0 0,-48 43 0 0 0,56-43-86 0 0,1 2-1 0 0,-33 41 0 0 0,48-50-93 0 0,1 0 0 0 0,1 2 0 0 0,0 0 0 0 0,-17 42 0 0 0,30-60-52 0 0,-1 1-1 0 0,1-1 1 0 0,1 1-1 0 0,-1 0 0 0 0,1 0 1 0 0,0-1-1 0 0,1 1 1 0 0,-1 0-1 0 0,2 0 0 0 0,0 11 1 0 0,-1-16-37 0 0,1 0 0 0 0,0 1 0 0 0,-1-1 1 0 0,1 1-1 0 0,0-1 0 0 0,0 0 0 0 0,0 1 0 0 0,0-1 1 0 0,1 0-1 0 0,-1 0 0 0 0,1 0 0 0 0,-1 0 0 0 0,1 0 0 0 0,-1 0 1 0 0,1-1-1 0 0,0 1 0 0 0,0 0 0 0 0,0-1 0 0 0,0 0 0 0 0,0 1 1 0 0,1-1-1 0 0,-1 0 0 0 0,0 0 0 0 0,1 0 0 0 0,-1 0 1 0 0,0-1-1 0 0,1 1 0 0 0,-1 0 0 0 0,1-1 0 0 0,-1 0 0 0 0,5 0 1 0 0,2 0-182 0 0,1 0 0 0 0,0-1 1 0 0,-1 0-1 0 0,1-1 1 0 0,-1 0-1 0 0,0-1 0 0 0,0 0 1 0 0,0 0-1 0 0,14-8 1 0 0,3-2-313 0 0,44-34 0 0 0,-48 29 478 0 0,-1 0 0 0 0,0-2 0 0 0,-2 0 0 0 0,25-33-1 0 0,57-99-145 0 0,-66 91 349 0 0,-2-2 1 0 0,-3-1-1 0 0,35-109 0 0 0,-63 167 33 0 0,-1 0 0 0 0,1 0-1 0 0,-2 1 1 0 0,2-10-1 0 0,-2 13 187 0 0,-2 3-285 0 0,0-1-1 0 0,1 1 0 0 0,-1-1 1 0 0,1 1-1 0 0,-1-1 0 0 0,1 1 1 0 0,-1 0-1 0 0,1-1 0 0 0,-1 1 1 0 0,1 0-1 0 0,0 0 0 0 0,0 0 0 0 0,-1 0 1 0 0,1 1-1 0 0,0-1 0 0 0,-1 1 1 0 0,-16 23 305 0 0,17-24-358 0 0,-15 26 47 0 0,1 2 0 0 0,1 0 1 0 0,2 0-1 0 0,1 1 0 0 0,1 0 1 0 0,1 1-1 0 0,2 0 0 0 0,1 1 1 0 0,2-1-1 0 0,1 1 0 0 0,1 0 1 0 0,5 63-1 0 0,-2-83-107 0 0,1 0 0 0 0,0-1 0 0 0,1 1 0 0 0,0-1 0 0 0,1 1 0 0 0,0-1 0 0 0,9 16 0 0 0,-10-22 14 0 0,0-1 1 0 0,0 1 0 0 0,0-1 0 0 0,0 1-1 0 0,1-1 1 0 0,0 0 0 0 0,0 0-1 0 0,0-1 1 0 0,0 1 0 0 0,1-1 0 0 0,-1 0-1 0 0,1 0 1 0 0,0-1 0 0 0,0 1 0 0 0,0-1-1 0 0,0 0 1 0 0,0 0 0 0 0,6 1-1 0 0,-4-2-73 0 0,1 0 0 0 0,-1 0-1 0 0,0 0 1 0 0,0-1-1 0 0,1 0 1 0 0,-1-1-1 0 0,0 0 1 0 0,1 0 0 0 0,-1 0-1 0 0,0-1 1 0 0,11-4-1 0 0,-9 2 6 0 0,0-1-1 0 0,-1 1 0 0 0,0-2 0 0 0,0 1 0 0 0,0-1 0 0 0,-1 0 0 0 0,13-13 1 0 0,0-7-7 0 0,-1 1 1 0 0,-1-2 0 0 0,-1-1-1 0 0,15-34 1 0 0,-26 51 97 0 0,-5 9-3 0 0,23-49-15 0 0,-21 45 17 0 0,-1 0 0 0 0,0-1-1 0 0,0 1 1 0 0,-1-1 0 0 0,0 1 0 0 0,1-10 0 0 0,-2 15 6 0 0,0 1 0 0 0,0-1 1 0 0,0 0-1 0 0,0 0 1 0 0,0 0-1 0 0,0 0 0 0 0,0 1 1 0 0,0-1-1 0 0,0 0 0 0 0,0 0 1 0 0,0 0-1 0 0,-1 1 1 0 0,1-1-1 0 0,0 0 0 0 0,-1 0 1 0 0,1 1-1 0 0,0-1 0 0 0,-1 0 1 0 0,1 0-1 0 0,-1 1 0 0 0,1-1 1 0 0,-1 1-1 0 0,0-1 1 0 0,1 0-1 0 0,-1 1 0 0 0,1-1 1 0 0,-1 1-1 0 0,0-1 0 0 0,0 1 1 0 0,1 0-1 0 0,-1-1 1 0 0,0 1-1 0 0,0 0 0 0 0,1-1 1 0 0,-1 1-1 0 0,0 0 0 0 0,0 0 1 0 0,0 0-1 0 0,1 0 1 0 0,-1 0-1 0 0,0 0 0 0 0,0 0 1 0 0,0 0-1 0 0,0 0 0 0 0,1 0 1 0 0,-1 0-1 0 0,0 0 0 0 0,-1 1 1 0 0,-2 0 53 0 0,0 1-1 0 0,0-1 1 0 0,0 1 0 0 0,0 0-1 0 0,1 0 1 0 0,-1 1 0 0 0,0-1-1 0 0,-2 3 1 0 0,-8 8 51 0 0,0 1 0 0 0,1 0 0 0 0,1 1 0 0 0,1 0 0 0 0,0 1 0 0 0,-11 21 0 0 0,16-25-106 0 0,0 0 0 0 0,1 1 1 0 0,1-1-1 0 0,0 1 0 0 0,0 0 1 0 0,1 0-1 0 0,1 1 0 0 0,0-1 1 0 0,1 23-1 0 0,1-31-36 0 0,0 1 1 0 0,1-1-1 0 0,-1 0 1 0 0,1 0-1 0 0,0 0 0 0 0,1-1 1 0 0,0 1-1 0 0,-1 0 1 0 0,1 0-1 0 0,1-1 0 0 0,-1 1 1 0 0,1-1-1 0 0,0 0 1 0 0,0 0-1 0 0,0 0 0 0 0,0 0 1 0 0,7 6-1 0 0,-4-6-199 0 0,0 0-1 0 0,0 0 1 0 0,0 0-1 0 0,1-1 0 0 0,-1 0 1 0 0,1 0-1 0 0,0-1 1 0 0,0 0-1 0 0,0 0 1 0 0,0 0-1 0 0,13 0 1 0 0,-3-1-92 0 0,1-1 1 0 0,-1 0-1 0 0,0-1 1 0 0,1-1-1 0 0,-1-1 1 0 0,0-1-1 0 0,0 0 1 0 0,-1-1-1 0 0,0-1 1 0 0,1 0-1 0 0,-2-1 1 0 0,1-1-1 0 0,15-11 1 0 0,-7 4 156 0 0,-1-2 0 0 0,-1 0 1 0 0,-1-2-1 0 0,-1 0 0 0 0,0-2 1 0 0,-2 0-1 0 0,22-31 0 0 0,-18 20 607 0 0,-1-2-1 0 0,-2-1 1 0 0,-1 0 0 0 0,-2-1-1 0 0,-1-1 1 0 0,17-68-1 0 0,-30 98-1 0 0,-1-1-1 0 0,0 0 0 0 0,0 1 1 0 0,0-1-1 0 0,-2-16 1416 0 0,-1 24-1254 0 0,-1 1-484 0 0,0 1 1 0 0,0-1-1 0 0,1 1 1 0 0,-1 0-1 0 0,0-1 0 0 0,0 1 1 0 0,1 1-1 0 0,-1-1 1 0 0,1 0-1 0 0,0 0 0 0 0,0 1 1 0 0,0-1-1 0 0,0 1 1 0 0,-2 4-1 0 0,-4 6 141 0 0,-10 26 1 0 0,13-29-170 0 0,-5 17 63 0 0,0 0 1 0 0,-10 47 0 0 0,-2 59-12 0 0,5-28 0 0 0,-7 57-110 0 0,-17 75-2056 0 0,34-206 885 0 0,-1 4-3798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13823 0 0,'2'0'12569'0'0,"74"-2"-11251"0"0,78-13-1 0 0,75-23 303 0 0,-151 27-1551 0 0,-68 11-57 0 0,-1-1 1 0 0,1 1 0 0 0,-1 1-1 0 0,1 0 1 0 0,-1 0 0 0 0,11 4-1 0 0,-17-5 1 0 0,0 2 1 0 0,-1-1-1 0 0,1 0 0 0 0,0 0 0 0 0,0 1 0 0 0,-1 0 0 0 0,1 0 0 0 0,-1-1 0 0 0,0 1 1 0 0,1 1-1 0 0,-1-1 0 0 0,0 0 0 0 0,3 4 0 0 0,-2-1 11 0 0,-1-1-1 0 0,1 1 1 0 0,-1 0 0 0 0,0 0-1 0 0,0 0 1 0 0,0 0 0 0 0,0 7-1 0 0,0 1 22 0 0,0 0 0 0 0,-1 0 0 0 0,-1 0 0 0 0,0 0 0 0 0,-3 20 0 0 0,0 0-18 0 0,3-25-301 0 0,0 1-1 0 0,-1 0 0 0 0,0-1 0 0 0,-1 0 0 0 0,-3 10 1 0 0,5-16-886 0 0</inkml:trace>
  <inkml:trace contextRef="#ctx0" brushRef="#br0" timeOffset="1">760 11 13823 0 0,'0'0'1472'0'0,"-5"-5"2976"0"0,-2 0 1536 0 0,19 13-10184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9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6447 0 0,'0'0'499'0'0,"-1"9"-310"0"0,1 3 2820 0 0,0 0-1 0 0,1-1 0 0 0,1 1 0 0 0,4 20 0 0 0,4 22 894 0 0,-5 25-856 0 0,-7 115 1 0 0,2-193-3031 0 0,0-1-9 0 0,0 1 0 0 0,0-1 0 0 0,0 1 0 0 0,-1-1 0 0 0,1 1-1 0 0,0-1 1 0 0,0 1 0 0 0,0-1 0 0 0,0 1 0 0 0,0-1 0 0 0,1 1 0 0 0,-1-1 0 0 0,0 1 0 0 0,0-1 0 0 0,0 1 0 0 0,0-1 0 0 0,0 0 0 0 0,1 1-1 0 0,-1-1 1 0 0,0 1 0 0 0,2 0-7 0 0,-1-1 1 0 0,0 0-1 0 0,0 1 0 0 0,0-1 0 0 0,1 0 0 0 0,-1 0 0 0 0,0 1 0 0 0,0-1 0 0 0,1 0 0 0 0,-1-1 0 0 0,0 1 0 0 0,0 0 0 0 0,1 0 0 0 0,-1 0 1 0 0,0-1-1 0 0,0 1 0 0 0,0-1 0 0 0,1 1 0 0 0,-1-1 0 0 0,0 1 0 0 0,0-1 0 0 0,0 1 0 0 0,0-1 0 0 0,0 0 0 0 0,0 0 0 0 0,0 0 1 0 0,0 0-1 0 0,1-1 0 0 0,0 0-5 0 0,9-11-60 0 0,-1-1 1 0 0,0 0-1 0 0,0-1 1 0 0,-2 0-1 0 0,12-27 0 0 0,-2 5-22 0 0,13-26 17 0 0,-16 30 15 0 0,1 1 1 0 0,2 0-1 0 0,28-37 1 0 0,-46 69 54 0 0,0 0 0 0 0,0 0 0 0 0,0-1 0 0 0,0 1 0 0 0,1 0 0 0 0,-1 0 0 0 0,0 0 0 0 0,0-1-1 0 0,0 1 1 0 0,0 0 0 0 0,1 0 0 0 0,-1 0 0 0 0,0 0 0 0 0,0-1 0 0 0,0 1 0 0 0,1 0 0 0 0,-1 0 0 0 0,0 0 0 0 0,0 0 0 0 0,1 0 0 0 0,-1 0 0 0 0,0 0 0 0 0,0 0 0 0 0,1-1 0 0 0,-1 1-1 0 0,0 0 1 0 0,0 0 0 0 0,1 0 0 0 0,-1 0 0 0 0,0 0 0 0 0,0 0 0 0 0,1 1 0 0 0,-1-1 0 0 0,0 0 0 0 0,0 0 0 0 0,1 0 0 0 0,-1 0 0 0 0,0 0 0 0 0,0 0 0 0 0,0 0 0 0 0,1 0-1 0 0,-1 1 1 0 0,0-1 0 0 0,0 0 0 0 0,1 0 0 0 0,-1 0 0 0 0,0 0 0 0 0,0 1 0 0 0,0-1 0 0 0,0 0 0 0 0,0 0 0 0 0,1 0 0 0 0,-1 1 0 0 0,0-1 0 0 0,4 12 12 0 0,-4-11-8 0 0,4 20 58 0 0,-1 1 0 0 0,-1-1-1 0 0,-1 44 1 0 0,-1-38-29 0 0,-1 7-24 0 0,0-7-8 0 0,2-1-1 0 0,0 1 1 0 0,7 36-1 0 0,-8-62-9 0 0,1 0 0 0 0,-1 0 0 0 0,0 0 0 0 0,0 0 0 0 0,0 0 0 0 0,0-1 0 0 0,1 1 0 0 0,-1 0 0 0 0,0 0 0 0 0,1 0 0 0 0,-1 0 0 0 0,1-1 0 0 0,-1 1 0 0 0,1 0 0 0 0,-1-1 0 0 0,1 1 0 0 0,0 0 0 0 0,-1-1 0 0 0,1 1 0 0 0,0-1 0 0 0,-1 1 0 0 0,1-1 0 0 0,2 2 0 0 0,-3-2-14 0 0,1 0 0 0 0,0 0-1 0 0,0 0 1 0 0,0 0 0 0 0,0 0-1 0 0,0-1 1 0 0,-1 1 0 0 0,1 0 0 0 0,0 0-1 0 0,0-1 1 0 0,0 1 0 0 0,-1 0-1 0 0,3-2 1 0 0,-1 1-19 0 0,3-1 0 0 0,-1-1 0 0 0,1 0 0 0 0,-1 0 0 0 0,0 0 0 0 0,0-1 0 0 0,0 1 0 0 0,0-1 0 0 0,0 0 0 0 0,-1 0 1 0 0,4-6-1 0 0,4-7-36 0 0,12-26 1 0 0,-5 8-67 0 0,113-212-180 0 0,-130 245 692 0 0,-4 9-4 0 0,-9 25-178 0 0,2 0 0 0 0,2 1 0 0 0,-6 39 0 0 0,-2 103-229 0 0,16-168-99 0 0,0 0 0 0 0,0 0 0 0 0,1-1-1 0 0,0 1 1 0 0,3 11 0 0 0,-4-16-274 0 0,14-6-3767 0 0,-11 2 3692 0 0,0 0 0 0 0,1 1 0 0 0,-1-1 0 0 0,0 0-1 0 0,0-1 1 0 0,4-3 0 0 0,7-9-1392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3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16 22399 0 0,'-10'-2'449'0'0,"-11"-4"1494"0"0,4-2-1127 0 0,20 8-1052 0 0,21 9-1977 0 0,-15-4 432 0 0,3 2-277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6447 0 0,'-1'2'15294'0'0,"-16"31"-7425"0"0,-31 69-5000 0 0,31-60-2745 0 0,3-9-42 0 0,-10 40 0 0 0,-30 151-82 0 0,48-198-2 0 0,-22 110-96 0 0,24-111-32 0 0,2-13-151 0 0,0 0 1 0 0,0 15-1 0 0,2-25 25 0 0,0 0-1 0 0,0 1 1 0 0,0-1 0 0 0,0 0 0 0 0,-1 0-1 0 0,1 1 1 0 0,-1-1 0 0 0,0 3-1 0 0,8 1-3572 0 0,1-4 1661 0 0</inkml:trace>
  <inkml:trace contextRef="#ctx0" brushRef="#br0" timeOffset="1">0 330 12439 0 0,'0'0'958'0'0,"1"-1"-268"0"0,1-2 54 0 0,0 2-1 0 0,0-1 0 0 0,0 0 1 0 0,0 0-1 0 0,1 1 1 0 0,-1-1-1 0 0,0 1 0 0 0,1-1 1 0 0,-1 1-1 0 0,4-1 1 0 0,0 0 253 0 0,0 0 1 0 0,1 1 0 0 0,12-2 0 0 0,-3 2-71 0 0,0 1 1 0 0,28 3-1 0 0,-28-1-557 0 0,-1 1 0 0 0,1 0-1 0 0,-1 1 1 0 0,28 11 0 0 0,-37-13-305 0 0,0 1-1 0 0,0 1 0 0 0,0-1 1 0 0,-1 1-1 0 0,1 0 0 0 0,-1 0 1 0 0,0 1-1 0 0,0 0 0 0 0,-1-1 1 0 0,1 2-1 0 0,-1-1 0 0 0,0 0 1 0 0,0 1-1 0 0,2 6 0 0 0,0 0 7 0 0,-1 0 0 0 0,-1 1 0 0 0,0-1 0 0 0,0 1 0 0 0,-1 0 0 0 0,-1 0 0 0 0,1 22-1 0 0,-3 4-410 0 0,-6 49 0 0 0,3-46-737 0 0,2-40 757 0 0,1 4 328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 8287 0 0,'-3'-7'13211'0'0,"5"7"-13028"0"0,1 1 0 0 0,0 0 0 0 0,-1-1 0 0 0,1 1 0 0 0,-1 0 0 0 0,0 0 0 0 0,3 2 0 0 0,6 2-69 0 0,34 12-788 0 0,137 45-7834 0 0,-160-56 7385 0 0,47 13-559 0 0,-59-15 2228 0 0,-1 0 1 0 0,0 0-1 0 0,0 0 0 0 0,0 1 1 0 0,8 7-1 0 0,-16-12-299 0 0,0 1 0 0 0,0 0-1 0 0,0-1 1 0 0,0 1 0 0 0,-1 0-1 0 0,1 0 1 0 0,0-1-1 0 0,0 1 1 0 0,-1 0 0 0 0,1 0-1 0 0,-1 0 1 0 0,1 0 0 0 0,-1 0-1 0 0,1 0 1 0 0,-1 0 0 0 0,0 0-1 0 0,1 0 1 0 0,-1 0 0 0 0,0 0-1 0 0,0 1 1 0 0,0-1-1 0 0,0 0 1 0 0,0 0 0 0 0,0 1-1 0 0,-1 2 457 0 0,0-1 0 0 0,0 1 0 0 0,0-1-1 0 0,0 1 1 0 0,-1-1 0 0 0,-2 3-1 0 0,3-3-690 0 0,-20 31 1590 0 0,-2-1 0 0 0,-1 0 0 0 0,-44 45 0 0 0,42-48-1211 0 0,-14 11-375 0 0,20-20 114 0 0,-23 30 0 0 0,37-42-118 0 0,3-2-31 0 0,4-6 6 0 0,-1-1 0 0 0,1 1 0 0 0,0-1 0 0 0,-1 0 0 0 0,1 1 0 0 0,0-1 0 0 0,0 1 0 0 0,0-1 0 0 0,0 0-1 0 0,-1 0 1 0 0,1 0 0 0 0,0 1 0 0 0,1-1 0 0 0,-2 0 2 0 0,8 0-90 0 0,-1 1 1 0 0,1-1 0 0 0,0 0-1 0 0,-1-1 1 0 0,1 0 0 0 0,-1 0 0 0 0,1-1-1 0 0,-1 0 1 0 0,0 0 0 0 0,0-1-1 0 0,0 1 1 0 0,13-9 0 0 0,2-2-71 0 0,0 0-1 0 0,30-27 1 0 0,42-50-124 0 0,-40 35 200 0 0,-5 12 13 0 0,-44 39 100 0 0,0 1 0 0 0,0-1 0 0 0,0 1 0 0 0,1 0 0 0 0,-1 1 0 0 0,1-1 0 0 0,0 1 0 0 0,8-2 0 0 0,-14 4 0 0 0,1 0 1 0 0,-1 0-1 0 0,1 0 1 0 0,0 0 0 0 0,-1 0-1 0 0,1 0 1 0 0,-1 0-1 0 0,1 0 1 0 0,-1 0 0 0 0,1 0-1 0 0,0 0 1 0 0,-1 0-1 0 0,1 1 1 0 0,-1-1 0 0 0,1 0-1 0 0,-1 0 1 0 0,1 1-1 0 0,-1-1 1 0 0,1 0 0 0 0,-1 1-1 0 0,1-1 1 0 0,-1 1-1 0 0,0-1 1 0 0,2 1-1 0 0,-2 1 17 0 0,1-1-1 0 0,0 1 0 0 0,0-1 0 0 0,-1 0 0 0 0,1 1 0 0 0,-1 0 0 0 0,1-1 1 0 0,-1 1-1 0 0,0 1 0 0 0,1 4 108 0 0,-1-1-1 0 0,0 1 1 0 0,-1 10 0 0 0,-13 60 555 0 0,8-49-556 0 0,2 1 0 0 0,-3 42 0 0 0,7-66-132 0 0,0-1 0 0 0,0 1 0 0 0,1-1 0 0 0,-1 0-1 0 0,3 7 1 0 0,-3-10-8 0 0,0 0-1 0 0,1-1 0 0 0,-1 1 1 0 0,0 0-1 0 0,0 0 1 0 0,1-1-1 0 0,-1 1 0 0 0,1 0 1 0 0,-1 0-1 0 0,1-1 0 0 0,-1 1 1 0 0,1-1-1 0 0,-1 1 1 0 0,1 0-1 0 0,-1-1 0 0 0,1 1 1 0 0,0-1-1 0 0,-1 1 0 0 0,1-1 1 0 0,0 0-1 0 0,0 1 1 0 0,-1-1-1 0 0,1 0 0 0 0,0 1 1 0 0,0-1-1 0 0,-1 0 1 0 0,1 0-1 0 0,0 0 0 0 0,1 0 1 0 0,0 1-2 0 0,2-1 1 0 0,-1 1 0 0 0,1-1 0 0 0,-1 0 0 0 0,1 0 0 0 0,-1 0 0 0 0,1-1 0 0 0,-1 1 0 0 0,0-1 0 0 0,1 0 0 0 0,-1 1 0 0 0,0-2 0 0 0,1 1 0 0 0,-1 0 0 0 0,0-1 0 0 0,4-2 0 0 0,6-4 0 0 0,0-1 0 0 0,13-12 0 0 0,-9 8 0 0 0,91-84 0 0 0,-40 33 0 0 0,37-22-100 0 0,-82 69 67 0 0,0 2-1 0 0,47-23 1 0 0,-64 35 33 0 0,1 0 0 0 0,0 0 0 0 0,0 1 0 0 0,0 0-1 0 0,0 1 1 0 0,1-1 0 0 0,-1 1 0 0 0,8 0 0 0 0,-12 1 1 0 0,0 0-1 0 0,-1 1 0 0 0,1-1 1 0 0,0 0-1 0 0,-1 1 1 0 0,1 0-1 0 0,-1 0 1 0 0,1 0-1 0 0,-1 0 1 0 0,1 0-1 0 0,-1 0 0 0 0,0 0 1 0 0,0 1-1 0 0,1-1 1 0 0,-1 1-1 0 0,0 0 1 0 0,0 0-1 0 0,-1 0 1 0 0,1-1-1 0 0,0 2 0 0 0,-1-1 1 0 0,1 0-1 0 0,-1 0 1 0 0,1 0-1 0 0,0 5 1 0 0,4 9 20 0 0,0 1 1 0 0,-2 1-1 0 0,0-1 1 0 0,-1 0-1 0 0,-1 1 1 0 0,0 26-1 0 0,3 23 18 0 0,-2-35 47 0 0,-2-22-518 0 0,-1 1 1 0 0,2-1-1 0 0,-1 1 0 0 0,2-1 0 0 0,-1 1 1 0 0,1-1-1 0 0,7 14 0 0 0,-1-10-10168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470 602 15663 0 0,'0'0'719'0'0,"-1"-2"-20"0"0,-5-7-136 0 0,0-1-1 0 0,0-1 1 0 0,1 1 0 0 0,0-1 0 0 0,-3-12 0 0 0,-12-23 4825 0 0,18 41-4976 0 0,-4-7 440 0 0,0 0-1 0 0,-1 0 1 0 0,-16-20-1 0 0,21 30-755 0 0,0-1-1 0 0,-1 1 1 0 0,1 0-1 0 0,-1 0 0 0 0,1 0 1 0 0,-1 0-1 0 0,0 0 0 0 0,0 0 1 0 0,-4-1-1 0 0,5 3-60 0 0,0-1-1 0 0,1 1 1 0 0,-1-1-1 0 0,0 1 0 0 0,0 0 1 0 0,0 0-1 0 0,0 0 1 0 0,0 0-1 0 0,0 0 1 0 0,0 0-1 0 0,0 0 1 0 0,0 1-1 0 0,0-1 1 0 0,0 1-1 0 0,0-1 1 0 0,-3 3-1 0 0,-8 4 119 0 0,0 0 0 0 0,0 1 0 0 0,1 1 0 0 0,-18 17-1 0 0,-40 45 191 0 0,49-46-238 0 0,0 0 0 0 0,-30 51 1 0 0,41-59-93 0 0,1 0 0 0 0,1 1 1 0 0,0 0-1 0 0,2 0 1 0 0,0 0-1 0 0,-4 21 0 0 0,9-34-18 0 0,1 0 0 0 0,-1-1-1 0 0,1 1 1 0 0,0-1-1 0 0,0 1 1 0 0,1 0-1 0 0,-1-1 1 0 0,1 1 0 0 0,0-1-1 0 0,0 1 1 0 0,0-1-1 0 0,1 1 1 0 0,2 3 0 0 0,-3-5-7 0 0,1-1 0 0 0,-1 0-1 0 0,1 1 1 0 0,0-1 0 0 0,0 0 0 0 0,0 0 0 0 0,0 0 0 0 0,0 0 0 0 0,0-1 0 0 0,0 1 0 0 0,1-1 0 0 0,-1 1 0 0 0,1-1 0 0 0,-1 0 0 0 0,1 0 0 0 0,-1 0-1 0 0,1 0 1 0 0,0 0 0 0 0,-1-1 0 0 0,1 1 0 0 0,0-1 0 0 0,5 1 0 0 0,2-2-33 0 0,1 1-1 0 0,-1-2 1 0 0,1 1 0 0 0,-1-1-1 0 0,0-1 1 0 0,1 0 0 0 0,-1 0 0 0 0,-1-1-1 0 0,1 0 1 0 0,0-1 0 0 0,-1 0-1 0 0,0 0 1 0 0,0-1 0 0 0,-1-1-1 0 0,13-10 1 0 0,-2-2-34 0 0,0 0 0 0 0,-1-1-1 0 0,-1-1 1 0 0,27-45 0 0 0,-28 37 53 0 0,-1-1 1 0 0,-1 0-1 0 0,11-38 1 0 0,21-99 38 0 0,-38 135-19 0 0,15-63 6 0 0,19-70 11 0 0,-40 156 49 0 0,-10 81 368 0 0,4-23-311 0 0,-18 250 315 0 0,22-278-431 0 0,1 1 0 0 0,1 0 1 0 0,4 24-1 0 0,-3-34-5 0 0,0 0 1 0 0,1 0 0 0 0,0 0-1 0 0,1 0 1 0 0,0-1 0 0 0,12 20-1 0 0,-16-29-12 0 0,1 1-1 0 0,0-1 0 0 0,-1 0 1 0 0,1 0-1 0 0,0-1 0 0 0,0 1 1 0 0,0 0-1 0 0,1-1 1 0 0,-1 1-1 0 0,0-1 0 0 0,0 1 1 0 0,1-1-1 0 0,-1 0 0 0 0,1 0 1 0 0,4 1-1 0 0,-3-1-14 0 0,0-1 1 0 0,0 1-1 0 0,1-1 0 0 0,-1 0 0 0 0,0 0 1 0 0,0-1-1 0 0,1 1 0 0 0,-1-1 0 0 0,5-1 1 0 0,-1-1-29 0 0,1 0 1 0 0,-1 0-1 0 0,1-1 0 0 0,-1 0 1 0 0,-1-1-1 0 0,1 1 0 0 0,0-2 1 0 0,11-9-1 0 0,-7 3 28 0 0,-1-1 1 0 0,0 0-1 0 0,0 0 0 0 0,-1-1 1 0 0,-1 0-1 0 0,9-18 0 0 0,-8 10-3 0 0,-1-1 0 0 0,-1 0-1 0 0,8-40 1 0 0,-12 47 34 0 0,-1 3 0 0 0,0 0 0 0 0,0 0 0 0 0,-2 0 0 0 0,0 0 0 0 0,-1-25 0 0 0,0 38 0 0 0,0-1 0 0 0,0 1 0 0 0,0-1 0 0 0,0 1 0 0 0,0-1 0 0 0,0 0 0 0 0,0 1 0 0 0,-1-1 0 0 0,1 1 0 0 0,0-1 0 0 0,0 1 0 0 0,-1 0 0 0 0,1-1 0 0 0,0 1 0 0 0,-1-1 0 0 0,0 0 0 0 0,1 1 0 0 0,-1 0 0 0 0,0 0 0 0 0,0-1 0 0 0,1 1 0 0 0,-1 0 0 0 0,0 0 0 0 0,0 0 0 0 0,1 1 0 0 0,-1-1 0 0 0,0 0 0 0 0,0 0 0 0 0,0 0 0 0 0,1 0 0 0 0,-1 1 0 0 0,0-1 0 0 0,1 0 0 0 0,-1 1 0 0 0,0-1 0 0 0,1 1 0 0 0,-1-1 0 0 0,0 0 0 0 0,1 1 0 0 0,-1-1 0 0 0,1 1 0 0 0,-1 0 0 0 0,0 0 0 0 0,-15 17 0 0 0,5-2 49 0 0,1 1 1 0 0,1 0-1 0 0,-9 19 0 0 0,3-3 42 0 0,4-11-73 0 0,2-1 1 0 0,0 1-1 0 0,2 1 0 0 0,0-1 0 0 0,-6 43 1 0 0,12-53-23 0 0,0-1 0 0 0,1 1 0 0 0,0-1 0 0 0,1 1 1 0 0,4 21-1 0 0,-3-25-1 0 0,0-1 0 0 0,1 1 0 0 0,0-1-1 0 0,0 0 1 0 0,1 0 0 0 0,-1 0 0 0 0,2-1 0 0 0,-1 1 0 0 0,9 9 0 0 0,-9-12-10 0 0,0 0-1 0 0,1 0 1 0 0,-1 0-1 0 0,1 0 1 0 0,0-1 0 0 0,0 0-1 0 0,0 0 1 0 0,0 0 0 0 0,0-1-1 0 0,1 0 1 0 0,-1 0-1 0 0,9 2 1 0 0,-6-2-35 0 0,0-1 0 0 0,1-1-1 0 0,-1 1 1 0 0,0-1 0 0 0,1-1-1 0 0,-1 1 1 0 0,0-1 0 0 0,9-3 0 0 0,-1 0-51 0 0,-1-1 1 0 0,0-1-1 0 0,0 0 1 0 0,-1-1 0 0 0,1 0-1 0 0,-2-2 1 0 0,1 1-1 0 0,19-18 1 0 0,-19 14 67 0 0,-2-1-1 0 0,0-1 1 0 0,0 0-1 0 0,-1-1 1 0 0,-1 0-1 0 0,-1-1 1 0 0,9-17-1 0 0,1-8 59 0 0,22-73 1 0 0,-16 27 322 0 0,18-118 1 0 0,-37 144-177 0 0,-5 38 2 0 0,6-29 0 0 0,-3 25 154 0 0,-4 26 32 0 0,-2 3-168 0 0,-5 14-62 0 0,-1 0 0 0 0,2 0 0 0 0,0 1 0 0 0,-4 22 0 0 0,-10 75 67 0 0,15-79-132 0 0,-7 56-18 0 0,-2 184-1 0 0,27-20-291 0 0,-9-190-134 0 0,-3-43-594 0 0,-1-1-1 0 0,-4 33 0 0 0,4-52 33 0 0,-7-30-18682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115 296 5527 0 0,'-17'-10'725'0'0,"-33"-14"-1"0"0,20 12 5120 0 0,24 10-3934 0 0,5 2-1612 0 0,1 0 1 0 0,-1 0-1 0 0,1-1 1 0 0,-1 1-1 0 0,0 0 1 0 0,1 0-1 0 0,-1-1 0 0 0,1 1 1 0 0,-1 0-1 0 0,1-1 1 0 0,-1 1-1 0 0,1-1 0 0 0,-1 1 1 0 0,1-1-1 0 0,-1 1 1 0 0,1-1-1 0 0,0 1 1 0 0,-1-1-1 0 0,1 1 0 0 0,0-1 1 0 0,-1 1-1 0 0,1-2 1 0 0,0 1-140 0 0,0 1 0 0 0,0-1 1 0 0,0 1-1 0 0,0-1 0 0 0,1 1 0 0 0,-1-1 1 0 0,0 1-1 0 0,0-1 0 0 0,0 0 1 0 0,1 1-1 0 0,-1-1 0 0 0,0 1 0 0 0,1-1 1 0 0,-1 1-1 0 0,1 0 0 0 0,-1-1 1 0 0,0 1-1 0 0,1-1 0 0 0,0 1 0 0 0,2-3 267 0 0,1 0-1 0 0,0 1 0 0 0,0 0 0 0 0,6-3 1 0 0,85-35 1940 0 0,46-19-1399 0 0,-57 24-650 0 0,-44 17-174 0 0,1 2-1 0 0,54-13 0 0 0,-87 27-121 0 0,52-10 134 0 0,-52 11-126 0 0,-1 1-1 0 0,0 0 1 0 0,1 0-1 0 0,-1 0 1 0 0,0 1-1 0 0,10 1 1 0 0,-15-1-13 0 0,0 0 0 0 0,1 0 0 0 0,-1 0 0 0 0,0 0 0 0 0,0 0 0 0 0,0 0 0 0 0,0 0 0 0 0,0 1 0 0 0,0-1 0 0 0,0 1 0 0 0,-1-1 1 0 0,1 1-1 0 0,0 0 0 0 0,1 2 0 0 0,-1 0 19 0 0,1 0 1 0 0,-1 0-1 0 0,1 0 1 0 0,-2 1 0 0 0,1-1-1 0 0,2 8 1 0 0,-1 2 81 0 0,-1 0 1 0 0,0 0-1 0 0,0 26 1 0 0,-4-7 13 0 0,-2-1-1 0 0,-8 39 1 0 0,1-8-399 0 0,11-61 113 0 0,10-9-5995 0 0,1-1 3651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 0 0,'0'0'10579'0'0,"2"0"-10431"0"0,4 0-163 0 0,0 0-1 0 0,0 1 1 0 0,0 0 0 0 0,0 0 0 0 0,0 0 0 0 0,0 0 0 0 0,0 1 0 0 0,0 0-1 0 0,-1 0 1 0 0,11 6 0 0 0,-13-5 58 0 0,1 0-1 0 0,0-1 1 0 0,-1 1-1 0 0,0 1 1 0 0,1-1 0 0 0,-1 0-1 0 0,-1 1 1 0 0,1 0-1 0 0,0 0 1 0 0,-1-1 0 0 0,0 2-1 0 0,0-1 1 0 0,0 0-1 0 0,0 0 1 0 0,1 7-1 0 0,5 26 1060 0 0,-2 0-1 0 0,-2 0 0 0 0,-2 0 0 0 0,-1 41 1 0 0,-2-32-404 0 0,13 91 1 0 0,-12-133-682 0 0,0-3-15 0 0,0 1 1 0 0,0-1 0 0 0,0 1 0 0 0,1-1 0 0 0,-1 1 0 0 0,0-1-1 0 0,1 0 1 0 0,-1 1 0 0 0,1-1 0 0 0,0 1 0 0 0,-1-1 0 0 0,1 0 0 0 0,2 3-1 0 0,-2-4-5 0 0,0 1 1 0 0,0-1-1 0 0,0 1 0 0 0,0-1 0 0 0,0 0 0 0 0,0 1 0 0 0,0-1 0 0 0,0 0 1 0 0,0 0-1 0 0,0 0 0 0 0,1 0 0 0 0,-1 0 0 0 0,0 0 0 0 0,0 0 0 0 0,0 0 1 0 0,0 0-1 0 0,0-1 0 0 0,0 1 0 0 0,1 0 0 0 0,-1-1 0 0 0,0 1 0 0 0,0-1 1 0 0,0 1-1 0 0,0-1 0 0 0,0 1 0 0 0,0-1 0 0 0,-1 0 0 0 0,1 1 0 0 0,0-1 1 0 0,0 0-1 0 0,0 0 0 0 0,-1 0 0 0 0,1 0 0 0 0,0 0 0 0 0,-1 0 0 0 0,2-1 1 0 0,-1 0-10 0 0,6-8 2 0 0,-1-1 0 0 0,0 0-1 0 0,-1 0 1 0 0,7-20 0 0 0,2-3 1 0 0,18-56 12 0 0,-4 7-19 0 0,-18 59-39 0 0,30-62-101 0 0,-30 66 167 0 0,-8 41 106 0 0,-6 48-98 0 0,2-50-10 0 0,0 0 0 0 0,2 0 0 0 0,0 0 0 0 0,5 27 0 0 0,-4-37-27 0 0,1 0 0 0 0,0 0 1 0 0,1 0-1 0 0,0-1 0 0 0,1 1 0 0 0,5 10 0 0 0,-7-16 10 0 0,0 0-1 0 0,0 0 1 0 0,1 0 0 0 0,-1-1-1 0 0,1 1 1 0 0,-1-1-1 0 0,1 1 1 0 0,0-1-1 0 0,0 0 1 0 0,0 0 0 0 0,0 0-1 0 0,0 0 1 0 0,0-1-1 0 0,0 1 1 0 0,1-1-1 0 0,-1 0 1 0 0,1 0 0 0 0,-1 0-1 0 0,5 0 1 0 0,-3-1-22 0 0,0 0 1 0 0,1 0 0 0 0,-1 0 0 0 0,0 0 0 0 0,0-1 0 0 0,0 0-1 0 0,1 0 1 0 0,-1-1 0 0 0,0 0 0 0 0,0 1 0 0 0,-1-1 0 0 0,1-1-1 0 0,0 1 1 0 0,-1-1 0 0 0,5-3 0 0 0,7-6-48 0 0,-2-1-1 0 0,25-25 1 0 0,-29 25 43 0 0,1-1-1 0 0,-2 0 1 0 0,0-1-1 0 0,12-28 1 0 0,8-10 14 0 0,-20 33 31 0 0,-9 19 42 0 0,0 3 0 0 0,1 3-7 0 0,-1 1-1 0 0,0 0 0 0 0,-1-1 1 0 0,0 1-1 0 0,-2 10 1 0 0,-2 13 244 0 0,2 17-152 0 0,-8 191-28 0 0,12-231-166 0 0,-1 4 51 0 0,1 1 1 0 0,0 0 0 0 0,3 11 0 0 0,-4-20-81 0 0,0-1 0 0 0,0 1 0 0 0,1-1 0 0 0,-1 1-1 0 0,1-1 1 0 0,-1 1 0 0 0,1-1 0 0 0,0 0 0 0 0,-1 1 0 0 0,1-1 0 0 0,0 0 0 0 0,0 1 0 0 0,0-1 0 0 0,0 0 0 0 0,0 0 0 0 0,0 0 0 0 0,0 0 0 0 0,1 0-1 0 0,-1 0 1 0 0,0 0 0 0 0,0 0 0 0 0,1 0 0 0 0,-1-1 0 0 0,1 1 0 0 0,-1 0 0 0 0,1-1 0 0 0,-1 1 0 0 0,1-1 0 0 0,2 1 0 0 0,-3-2-109 0 0,1 1 0 0 0,-1 0 0 0 0,1 0 0 0 0,0-1 0 0 0,-1 1 0 0 0,1-1 0 0 0,-1 1 0 0 0,1-1 0 0 0,-1 0 0 0 0,1 0 0 0 0,-1 0 0 0 0,1 1 0 0 0,-1-1 0 0 0,2-2 0 0 0,16-18-6287 0 0,-16 17 3963 0 0,7-10-5044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36 100 6447 0 0,'-13'-14'455'0'0,"-9"-14"22025"0"0,30 30-23328 0 0,1 0 0 0 0,0-1 1 0 0,15 1-1 0 0,-9-3-728 0 0</inkml:trace>
  <inkml:trace contextRef="#ctx0" brushRef="#br0" timeOffset="1">321 0 11519 0 0,'0'2'15656'0'0,"2"5"-15041"0"0,0 1 0 0 0,-1-1 0 0 0,0 1-1 0 0,0-1 1 0 0,-1 1 0 0 0,-1 12 0 0 0,-8 50 33 0 0,5-46-387 0 0,-20 122-249 0 0,-13 98-13 0 0,33-193 21 0 0,2-28-626 0 0,-1 1 0 0 0,-7 30 1 0 0,9-51 518 0 0,-1 0-1296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3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4607 0 0,'0'0'354'0'0,"2"1"403"0"0,3-1 801 0 0,-1 1-1 0 0,0 0 0 0 0,0-1 1 0 0,1 0-1 0 0,-1 0 1 0 0,0 0-1 0 0,6-1 0 0 0,34-8 5502 0 0,-13 2-5876 0 0,-5 2-291 0 0,10-1 306 0 0,46-4 0 0 0,-72 10-1078 0 0,-1 0-1 0 0,1 0 1 0 0,-1 1 0 0 0,0 0-1 0 0,1 0 1 0 0,-1 1-1 0 0,0 0 1 0 0,0 1 0 0 0,0 0-1 0 0,10 5 1 0 0,-12-4-48 0 0,-1 1 1 0 0,0-1-1 0 0,0 1 0 0 0,-1 0 0 0 0,1 0 1 0 0,-1 1-1 0 0,0 0 0 0 0,-1-1 0 0 0,1 2 1 0 0,-1-1-1 0 0,-1 0 0 0 0,1 1 1 0 0,-1 0-1 0 0,0 0 0 0 0,4 12 0 0 0,-2 0-50 0 0,-1 0-1 0 0,-1 0 1 0 0,-1 1-1 0 0,1 35 1 0 0,-4-43-625 0 0,1-1 1 0 0,-2 1-1 0 0,0 0 0 0 0,0-1 1 0 0,-6 18-1 0 0,8-27-833 0 0,1 6-40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7:4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8287 0 0,'2'0'3388'0'0,"31"9"3699"0"0,18 13-4953 0 0,-14-6-2703 0 0,91 29-4863 0 0,-1-1 1234 0 0,-97-32 4540 0 0,-2 1 0 0 0,34 21 0 0 0,-59-32 274 0 0,-1-1 0 0 0,1 2 0 0 0,0-1 0 0 0,0 0 0 0 0,-1 0-1 0 0,1 1 1 0 0,-1 0 0 0 0,0-1 0 0 0,2 4 0 0 0,-3-4-318 0 0,0-1-1 0 0,0 1 1 0 0,-1 0 0 0 0,1 0-1 0 0,0 0 1 0 0,-1-1 0 0 0,0 1-1 0 0,1 0 1 0 0,-1 0 0 0 0,0 0-1 0 0,0 0 1 0 0,0 0 0 0 0,0-1-1 0 0,0 1 1 0 0,-1 0 0 0 0,1 0-1 0 0,0 0 1 0 0,-2 3 0 0 0,-3 7 606 0 0,0 0 1 0 0,-1 0 0 0 0,-1-1-1 0 0,0 1 1 0 0,-11 12 0 0 0,-47 51 854 0 0,20-27-950 0 0,30-31-585 0 0,-39 51 337 0 0,49-60-546 0 0,0-1 0 0 0,1 1 0 0 0,0-1 0 0 0,0 1 0 0 0,1 1 0 0 0,0-1 0 0 0,-3 15 0 0 0,6-15-35 0 0,0-7-73 0 0,12 4-173 0 0,-8-4 211 0 0,0 0 1 0 0,0-1-1 0 0,0 1 0 0 0,0-1 0 0 0,0 0 0 0 0,0-1 0 0 0,-1 1 1 0 0,1 0-1 0 0,0-1 0 0 0,0 0 0 0 0,0 0 0 0 0,0 0 0 0 0,-1-1 0 0 0,1 1 1 0 0,0-1-1 0 0,5-3 0 0 0,2-2-80 0 0,0-1-1 0 0,0 1 1 0 0,16-17 0 0 0,54-59-28 0 0,-50 49 64 0 0,2 1 0 0 0,57-45 0 0 0,-57 58 113 0 0,-31 19-11 0 0,0 0 1 0 0,0 0-1 0 0,-1 0 1 0 0,1 1-1 0 0,0-1 1 0 0,0 1-1 0 0,0-1 0 0 0,0 1 1 0 0,0 0-1 0 0,0 0 1 0 0,0 0-1 0 0,0 0 0 0 0,0 0 1 0 0,0 0-1 0 0,0 0 1 0 0,3 1-1 0 0,-4 0 24 0 0,1 0-1 0 0,-1 1 1 0 0,0-1-1 0 0,1 0 1 0 0,-1 0 0 0 0,0 1-1 0 0,0-1 1 0 0,0 0 0 0 0,0 1-1 0 0,0-1 1 0 0,0 1-1 0 0,-1 0 1 0 0,2 2 0 0 0,6 24 425 0 0,-2 10 81 0 0,-4-22-437 0 0,1 0 0 0 0,0 0 0 0 0,1-1 0 0 0,0 1-1 0 0,7 15 1 0 0,-6-17-44 0 0,-4-12-52 0 0,0 1 0 0 0,0 0 0 0 0,0-1 0 0 0,0 1 0 0 0,0-1 0 0 0,0 1 0 0 0,1-1 0 0 0,0 1 0 0 0,-1-1 0 0 0,1 0 0 0 0,0 0 0 0 0,0 0 0 0 0,0 0 0 0 0,0 0 0 0 0,0 0 0 0 0,0-1 0 0 0,1 1 0 0 0,-1-1 0 0 0,1 1 0 0 0,4 1 0 0 0,-3-1-14 0 0,0-1 0 0 0,0 1 0 0 0,0-1 0 0 0,0 1 0 0 0,0-1 0 0 0,0-1-1 0 0,0 1 1 0 0,1 0 0 0 0,-1-1 0 0 0,0 0 0 0 0,0 0 0 0 0,1 0 0 0 0,-1-1-1 0 0,0 0 1 0 0,0 1 0 0 0,0-1 0 0 0,1-1 0 0 0,-1 1 0 0 0,0-1 0 0 0,0 1-1 0 0,-1-1 1 0 0,1 0 0 0 0,0 0 0 0 0,4-4 0 0 0,3-3-48 0 0,0-1 0 0 0,-1 0 1 0 0,-1 0-1 0 0,1-1 0 0 0,-1 0 1 0 0,7-13-1 0 0,13-14-314 0 0,1 1-1 0 0,45-42 1 0 0,-50 57-10 0 0,-24 22 374 0 0,0 0-1 0 0,-1 0 1 0 0,1-1-1 0 0,-1 1 1 0 0,1 0-1 0 0,0 0 1 0 0,-1 0-1 0 0,1 0 1 0 0,0 0-1 0 0,-1 0 1 0 0,1 0-1 0 0,0 0 1 0 0,-1 0-1 0 0,1 0 1 0 0,-1 0-1 0 0,1 0 1 0 0,0 0-1 0 0,-1 1 0 0 0,1-1 1 0 0,0 0-1 0 0,-1 0 1 0 0,1 1-1 0 0,-1-1 1 0 0,1 0-1 0 0,-1 1 1 0 0,2 0-1 0 0,11 13 114 0 0,-12-13-18 0 0,6 9 336 0 0,-1-1-1 0 0,10 19 1 0 0,-12-19-249 0 0,1 0-1 0 0,1 0 1 0 0,-1 0-1 0 0,10 10 1 0 0,-1-5-55 0 0,0-1 1 0 0,1-1-1 0 0,1 0 1 0 0,0 0-1 0 0,0-2 1 0 0,1 0-1 0 0,36 14 1 0 0,-28-14-922 0 0,44 9 0 0 0,-40-13-3688 0 0,38 3 0 0 0,-36-7-5041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38:0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47 9295 0 0,'3'-2'84'0'0,"0"0"1"0"0,0 1-1 0 0,0-1 0 0 0,1 0 0 0 0,-1 1 0 0 0,0 0 0 0 0,1 0 0 0 0,-1 0 0 0 0,1 0 1 0 0,5 0-1 0 0,40 1 6 0 0,-35 0-98 0 0,251 14 403 0 0,-159-11-164 0 0,223-1 747 0 0,389-30 2546 0 0,-330 19-2290 0 0,-193 5-756 0 0,552 3 490 0 0,-526 3-877 0 0,17 3-33 0 0,226-4 97 0 0,-420-2-144 0 0,-87-4 133 0 0,-778-6-124 0 0,726 12-168 0 0,-1163 21-1081 0 0,1077-18 1223 0 0,-615 39-10 0 0,192 48-712 0 0,518-76 552 0 0,74-13 175 0 0,0 0-1 0 0,1 0-1 0 0,-1 1 1 0 0,-16 6 0 0 0,28-9 1 0 0,0 0 0 0 0,0 0 0 0 0,0 0 1 0 0,1 0-1 0 0,-1 0 0 0 0,0 0 1 0 0,0 0-1 0 0,0 0 0 0 0,0 0 1 0 0,0 1-1 0 0,0-1 0 0 0,0 0 0 0 0,0 0 1 0 0,0 0-1 0 0,0 0 0 0 0,0 0 1 0 0,0 0-1 0 0,0 0 0 0 0,0 0 1 0 0,0 0-1 0 0,1 0 0 0 0,-1 0 0 0 0,0 0 1 0 0,0 0-1 0 0,0 0 0 0 0,0 1 1 0 0,0-1-1 0 0,0 0 0 0 0,0 0 1 0 0,0 0-1 0 0,0 0 0 0 0,0 0 1 0 0,0 0-1 0 0,0 0 0 0 0,0 0 0 0 0,0 0 1 0 0,0 0-1 0 0,0 0 0 0 0,0 1 1 0 0,0-1-1 0 0,0 0 0 0 0,0 0 1 0 0,0 0-1 0 0,0 0 0 0 0,-1 0 0 0 0,1 0 1 0 0,0 0-1 0 0,0 0 0 0 0,0 0 1 0 0,0 0-1 0 0,0 0 0 0 0,0 0 1 0 0,0 0-1 0 0,0 0 0 0 0,0 0 0 0 0,0 1 1 0 0,0-1-1 0 0,0 0 0 0 0,0 0 1 0 0,-1 0-1 0 0,9 5 12 0 0,0 0 0 0 0,1 0 0 0 0,-1-1 0 0 0,1 0-1 0 0,0 0 1 0 0,0-1 0 0 0,0 0 0 0 0,1 0 0 0 0,18 1 0 0 0,10 0 124 0 0,45-1 0 0 0,-66-3-107 0 0,445 0 522 0 0,-138-5-271 0 0,-37 0-54 0 0,-100 4-76 0 0,701 4 701 0 0,-795-1-776 0 0,485 7 371 0 0,-291-3-300 0 0,-24-1-61 0 0,164-11 3 0 0,-379 6-123 0 0,-32-1 26 0 0,20 1-548 0 0,-33 0 369 0 0,0 0 0 0 0,-1 0 1 0 0,1 1-1 0 0,0 0 1 0 0,-1-1-1 0 0,1 1 0 0 0,-1 0 1 0 0,1 0-1 0 0,-1 0 1 0 0,4 3-1 0 0,-6-4 86 0 0,1 1 1 0 0,0-1-1 0 0,-1 1 0 0 0,1 0 1 0 0,0-1-1 0 0,-1 1 0 0 0,1 0 1 0 0,-1-1-1 0 0,1 1 0 0 0,-1 0 1 0 0,1 0-1 0 0,-1-1 0 0 0,1 3 1 0 0,-3 7-1352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1:5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81 117 16127 0 0,'-2'-1'1242'0'0,"-5"-6"4895"0"0,10 2-5815 0 0,0 0-1 0 0,1 0 1 0 0,0 0 0 0 0,0 0 0 0 0,0 0 0 0 0,1 1-1 0 0,-1 0 1 0 0,1 0 0 0 0,0 0 0 0 0,0 0 0 0 0,1 1-1 0 0,-1 0 1 0 0,1 0 0 0 0,-1 1 0 0 0,1-1 0 0 0,8-1-1 0 0,15-7-69 0 0,-15 5-151 0 0,1 1 1 0 0,0 0-1 0 0,0 1 1 0 0,31-4-1 0 0,-42 8-90 0 0,13-1 49 0 0,24 1 0 0 0,-36 0-50 0 0,-1 0 0 0 0,0 1 0 0 0,1 0 0 0 0,-1 0 0 0 0,0 0 0 0 0,0 1-1 0 0,1-1 1 0 0,-1 1 0 0 0,0 0 0 0 0,5 3 0 0 0,-8-3 4 0 0,1 0-1 0 0,-1-1 1 0 0,0 1 0 0 0,0 0-1 0 0,0 0 1 0 0,0 0 0 0 0,0 0-1 0 0,0 0 1 0 0,0 0 0 0 0,-1 1-1 0 0,1-1 1 0 0,-1 0-1 0 0,1 0 1 0 0,-1 0 0 0 0,0 1-1 0 0,0 2 1 0 0,0 3 28 0 0,-1 0 1 0 0,1-1-1 0 0,-1 1 1 0 0,-1-1-1 0 0,0 1 1 0 0,0-1-1 0 0,0 1 0 0 0,-1-1 1 0 0,0 0-1 0 0,-6 10 1 0 0,-5 6 160 0 0,-28 35 0 0 0,24-35-124 0 0,-92 111 315 0 0,-14 18-116 0 0,103-125-193 0 0,-22 33 39 0 0,39-54-105 0 0,1-1 0 0 0,0 1 0 0 0,1 0 0 0 0,-1 0-1 0 0,1 0 1 0 0,0 1 0 0 0,1-1 0 0 0,-2 12 0 0 0,3-17-15 0 0,-1 1 1 0 0,1-1-1 0 0,0 1 1 0 0,1-1-1 0 0,-1 0 1 0 0,0 1 0 0 0,0-1-1 0 0,1 1 1 0 0,-1-1-1 0 0,0 0 1 0 0,1 1-1 0 0,0-1 1 0 0,-1 0-1 0 0,1 0 1 0 0,0 1 0 0 0,-1-1-1 0 0,1 0 1 0 0,0 0-1 0 0,0 0 1 0 0,2 2-1 0 0,-1-2-1 0 0,0 1-1 0 0,0-1 0 0 0,0 0 1 0 0,1 0-1 0 0,-1 0 0 0 0,0 0 1 0 0,1 0-1 0 0,-1-1 0 0 0,1 1 1 0 0,4 0-1 0 0,4 0-3 0 0,1-1-1 0 0,-1 0 1 0 0,23-4-1 0 0,-32 3 4 0 0,37-6 0 0 0,-1-1 1 0 0,55-21-1 0 0,69-36-162 0 0,-96 37-70 0 0,66-31-1764 0 0,-63 26-1258 0 0,-41 21 1673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1:5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28 7831 0 0,'-6'-6'141'0'0,"4"4"-84"0"0,0 1 1 0 0,0-1 0 0 0,-1 0 0 0 0,1 1-1 0 0,0 0 1 0 0,0-1 0 0 0,-1 1 0 0 0,1 0-1 0 0,-1 0 1 0 0,1 0 0 0 0,-5 0 0 0 0,3 0 1152 0 0,1-1 0 0 0,-1 2 0 0 0,1-1 0 0 0,-1 0 0 0 0,0 1 0 0 0,0 0 0 0 0,1 0 0 0 0,-6 0 1 0 0,5 1-349 0 0,1 0 1 0 0,-1-1 0 0 0,1 1-1 0 0,-1 1 1 0 0,1-1 0 0 0,0 0-1 0 0,-5 3 1 0 0,1 1-149 0 0,1 0 1 0 0,-1 1-1 0 0,1 0 0 0 0,0 0 0 0 0,-7 9 0 0 0,12-15-718 0 0,-17 21 434 0 0,1 1 0 0 0,-26 46 0 0 0,35-54-379 0 0,2 0 0 0 0,0 0-1 0 0,0 0 1 0 0,1 1 0 0 0,1 0-1 0 0,-4 27 1 0 0,8-38-49 0 0,-1-1 1 0 0,1 1-1 0 0,0 0 0 0 0,0-1 1 0 0,0 1-1 0 0,0 0 0 0 0,1-1 1 0 0,-1 1-1 0 0,1-1 0 0 0,0 1 1 0 0,0 0-1 0 0,0-1 0 0 0,1 0 1 0 0,-1 1-1 0 0,1-1 0 0 0,0 0 1 0 0,0 0-1 0 0,0 0 0 0 0,0 0 1 0 0,1 0-1 0 0,-1 0 0 0 0,1 0 1 0 0,-1-1-1 0 0,1 0 0 0 0,0 1 1 0 0,0-1-1 0 0,0 0 0 0 0,0 0 0 0 0,1-1 1 0 0,4 3-1 0 0,0-1-10 0 0,0-1 1 0 0,0 0-1 0 0,0-1 0 0 0,1 0 0 0 0,-1 0 0 0 0,0 0 1 0 0,0-1-1 0 0,1-1 0 0 0,-1 1 0 0 0,0-1 0 0 0,0 0 0 0 0,13-5 1 0 0,-1 1-58 0 0,-1-2 0 0 0,0-1-1 0 0,-1 0 1 0 0,0-1 0 0 0,0-1 0 0 0,-1 0 0 0 0,0-2 0 0 0,0 0 0 0 0,18-18 0 0 0,-24 19-11 0 0,5-3 41 0 0,-1-1 1 0 0,-1-1 0 0 0,16-23-1 0 0,-27 35 25 0 0,0-1 1 0 0,0 1-1 0 0,-1-1 0 0 0,0 0 0 0 0,0 0 0 0 0,0 0 1 0 0,0 0-1 0 0,-1 0 0 0 0,0 0 0 0 0,0 0 0 0 0,0 0 1 0 0,-1 0-1 0 0,1-1 0 0 0,-1 1 0 0 0,-1 0 0 0 0,1-1 1 0 0,-1 1-1 0 0,-2-9 0 0 0,-4-4-8 0 0,4 14 16 0 0,-1 2-6 0 0,1-2-56 0 0,-1 0-1 0 0,0 1 1 0 0,-1 0 0 0 0,1 0-1 0 0,-1 0 1 0 0,1 0-1 0 0,-1 1 1 0 0,0-1 0 0 0,-8-1-1 0 0,-12-1-3087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1:5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16583 0 0,'0'0'1730'0'0,"1"-2"-1361"0"0,3-2 489 0 0,1 0 0 0 0,0-1 0 0 0,0 1 0 0 0,0 1 0 0 0,0-1 1 0 0,1 1-1 0 0,-1 0 0 0 0,1 0 0 0 0,11-3 0 0 0,35-10 1427 0 0,-26 7-1684 0 0,37-6 1 0 0,-38 10-428 0 0,2 0 12 0 0,42-2-1 0 0,-62 6-169 0 0,0 1 1 0 0,0 0-1 0 0,0 1 1 0 0,0 0-1 0 0,0 0 0 0 0,-1 0 1 0 0,1 1-1 0 0,0 0 0 0 0,-1 0 1 0 0,1 1-1 0 0,8 4 0 0 0,-13-6-4 0 0,-1 1 0 0 0,1-1-1 0 0,0 0 1 0 0,0 1-1 0 0,-1-1 1 0 0,1 1 0 0 0,-1-1-1 0 0,1 1 1 0 0,-1 0 0 0 0,0 0-1 0 0,0 0 1 0 0,0 0-1 0 0,0 0 1 0 0,0 0 0 0 0,0 0-1 0 0,1 4 1 0 0,-2-3 7 0 0,1 1 0 0 0,-1-1 0 0 0,0 1-1 0 0,0 0 1 0 0,0-1 0 0 0,-1 1 0 0 0,1-1 0 0 0,-1 1 0 0 0,-1 4 0 0 0,-2 3 31 0 0,-1 0 1 0 0,0 0 0 0 0,0-1 0 0 0,-1 0-1 0 0,-9 12 1 0 0,-114 135 302 0 0,103-127-338 0 0,5-5 1 0 0,2 0 0 0 0,1 2 0 0 0,-23 42 0 0 0,27-31-5 0 0,11-23 42 0 0,3-15-49 0 0,0 1 0 0 0,1 0-1 0 0,-1 0 1 0 0,0 0 0 0 0,0 0 0 0 0,0 0 0 0 0,1 0-1 0 0,-1 0 1 0 0,0-1 0 0 0,1 1 0 0 0,-1 0 0 0 0,0 0 0 0 0,1 0-1 0 0,1 1-5 0 0,0-1 0 0 0,-1 1 0 0 0,1-1 0 0 0,0 0 0 0 0,0 0-1 0 0,0 0 1 0 0,0 0 0 0 0,0 0 0 0 0,0 0 0 0 0,0-1 0 0 0,0 1 0 0 0,0-1-1 0 0,0 1 1 0 0,0-1 0 0 0,1 0 0 0 0,-1 0 0 0 0,0 0 0 0 0,4 0 0 0 0,8-1-27 0 0,24-5 0 0 0,-26 3 39 0 0,16-2-107 0 0,-1-2 0 0 0,54-21 0 0 0,48-33-1338 0 0,-17-3-2171 0 0,-74 42 1941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1:59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 13359 0 0,'-12'-10'14436'0'0,"6"23"-13424"0"0,0 0-1 0 0,1 1 1 0 0,-7 27-1 0 0,-6 51-347 0 0,17-85-610 0 0,-9 78 50 0 0,1 106 0 0 0,14-28-104 0 0,-4-154-103 0 0,0 1-1 0 0,1-1 1 0 0,0 1-1 0 0,1-1 1 0 0,0 0 0 0 0,0 0-1 0 0,1 0 1 0 0,0 0-1 0 0,1-1 1 0 0,7 12 0 0 0,-12-20-39 0 0,1 1 1 0 0,-1-1 0 0 0,1 1 0 0 0,-1-1-1 0 0,1 1 1 0 0,0-1 0 0 0,-1 0-1 0 0,1 1 1 0 0,-1-1 0 0 0,1 0-1 0 0,-1 1 1 0 0,1-1 0 0 0,0 0 0 0 0,-1 0-1 0 0,1 0 1 0 0,1 1 0 0 0,1 0-1272 0 0,15 4-8731 0 0</inkml:trace>
  <inkml:trace contextRef="#ctx0" brushRef="#br0" timeOffset="1">466 613 16127 0 0,'-1'1'738'0'0,"-8"16"286"0"0,-9 20-1075 0 0,8-9 2799 0 0,4-9 1799 0 0,-2 22-1 0 0,5-21-3150 0 0,0 24 0 0 0,3-29-1400 0 0,1 1 1 0 0,0-1-1 0 0,1 1 0 0 0,0-1 0 0 0,1 0 0 0 0,6 18 0 0 0,8 5-1796 0 0,-13-26 115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1:5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17503 0 0,'0'0'9340'0'0,"3"2"-8331"0"0,1 1-828 0 0,0 0 0 0 0,0 0 0 0 0,0 1 0 0 0,0-1 0 0 0,-1 1 0 0 0,1 0 0 0 0,-1 0 0 0 0,0 1 0 0 0,0-1-1 0 0,-1 0 1 0 0,1 1 0 0 0,-1 0 0 0 0,0 0 0 0 0,0-1 0 0 0,-1 1 0 0 0,0 0 0 0 0,2 9 0 0 0,0 7-31 0 0,0 1 0 0 0,-2-1 0 0 0,-1 23 1 0 0,-23 167 404 0 0,2-42-440 0 0,19-73-788 0 0,2-96 576 0 0,0 1 0 0 0,0-1 0 0 0,0 0 0 0 0,-1 0 0 0 0,1 1 1 0 0,0-1-1 0 0,0 0 0 0 0,0 1 0 0 0,0-1 0 0 0,1 0 0 0 0,-1 1 0 0 0,0-1 0 0 0,0 0 0 0 0,0 1 0 0 0,0-1 0 0 0,0 0 0 0 0,0 0 1 0 0,0 1-1 0 0,1-1 0 0 0,-1 0 0 0 0,0 1 0 0 0,0-1 0 0 0,0 0 0 0 0,1 0 0 0 0,-1 1 0 0 0,0-1 0 0 0,0 0 0 0 0,0 0 0 0 0,1 0 1 0 0,-1 0-1 0 0,0 1 0 0 0,1-1 0 0 0,8-3-2902 0 0,-7 2 3007 0 0,12-6-2271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0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22 5527 0 0,'-7'-2'254'0'0,"0"-1"-1"0"0,1 0 0 0 0,-1 0 1 0 0,-24-7 22402 0 0,30 11-22294 0 0,0 0 0 0 0,0 0 0 0 0,-1 0 0 0 0,1 0 0 0 0,0 1 0 0 0,0-1 0 0 0,1 0 0 0 0,-1 1 0 0 0,0-1 0 0 0,-1 3 0 0 0,-7 29-3855 0 0,7-24 5653 0 0,-36 331-1583 0 0,37-327-1050 0 0,-1 47 1269 0 0,2-51-2907 0 0,1-1-1 0 0,3 15 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0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34 176 5527 0 0,'-7'-2'305'0'0,"-19"-10"22261"0"0,28 10-21340 0 0,4-3-886 0 0,0 0 0 0 0,1 0 0 0 0,-1 1-1 0 0,1 0 1 0 0,0 0 0 0 0,1 1 0 0 0,13-5-1 0 0,60-14-263 0 0,-61 17 93 0 0,413-71 11 0 0,-428 76-180 0 0,183-17-120 0 0,-156 16 78 0 0,0 1 0 0 0,0 2 0 0 0,60 11 0 0 0,-85-12-128 0 0,0 1 0 0 0,0 0 0 0 0,0 1 0 0 0,0-1 0 0 0,-1 1 0 0 0,1 1 0 0 0,-1-1 0 0 0,9 7 1 0 0,-14-9 2 0 0,1 1 0 0 0,0-1 0 0 0,-1 1 0 0 0,1 0 0 0 0,-1 0 0 0 0,1-1 0 0 0,-1 1 0 0 0,0 0 0 0 0,0 0 0 0 0,0 0 0 0 0,0 1 0 0 0,0-1 0 0 0,0 0 0 0 0,0 0 0 0 0,-1 0 0 0 0,1 1 0 0 0,-1-1 0 0 0,0 0 0 0 0,0 1 0 0 0,0-1 0 0 0,0 0 0 0 0,0 1 0 0 0,0-1 0 0 0,0 0 1 0 0,-1 0-1 0 0,1 1 0 0 0,-1-1 0 0 0,0 0 0 0 0,0 0 0 0 0,-1 3 0 0 0,-2 3-812 0 0,-1 1 0 0 0,0 0 0 0 0,-10 13 0 0 0,-10 8-1552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00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37 20359 0 0,'-18'8'827'0'0,"-33"19"1"0"0,45-23-516 0 0,1-1 1 0 0,-1 1 0 0 0,1 0 0 0 0,0 0 0 0 0,0 1-1 0 0,1 0 1 0 0,0 0 0 0 0,-1 0 0 0 0,-5 13 2762 0 0,13-15-2863 0 0,0-1-1 0 0,0 0 1 0 0,0-1-1 0 0,1 1 0 0 0,-1-1 1 0 0,0 1-1 0 0,1-1 1 0 0,-1 0-1 0 0,1 0 0 0 0,0-1 1 0 0,-1 1-1 0 0,1-1 1 0 0,-1 1-1 0 0,6-1 0 0 0,11-1 139 0 0,25-3 0 0 0,-41 4-314 0 0,187-36 660 0 0,-100 17-491 0 0,40-9-165 0 0,117-20-25 0 0,-152 38-1440 0 0,-84 10 1083 0 0,1 0 0 0 0,0 1 0 0 0,-1 0 0 0 0,1 0 0 0 0,19 6 0 0 0,-22-3-2602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01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28679 0 0,'0'0'2180'0'0,"-2"1"-1484"0"0,0 0-659 0 0,1 0 0 0 0,-1 0 1 0 0,0 0-1 0 0,0 1 0 0 0,0-1 0 0 0,1 1 1 0 0,-1-1-1 0 0,1 1 0 0 0,-1 0 0 0 0,1 0 1 0 0,-1 0-1 0 0,1 0 0 0 0,0 0 0 0 0,0 0 0 0 0,-1 3 1 0 0,0 1 99 0 0,0 0 1 0 0,1 0 0 0 0,-2 11 0 0 0,2-5-73 0 0,-1 3-65 0 0,1 1 0 0 0,1 27 0 0 0,1-13 0 0 0,-1-20 0 0 0,1-3-20 0 0,-1-5-73 0 0,2-2-766 0 0,18-4-1654 0 0,-6 0-4030 0 0,-13 3 5583 0 0,16-4-8420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0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12439 0 0,'1'-1'8472'0'0,"5"-4"-6157"0"0,3 0-1528 0 0,-1 0 0 0 0,1 0 0 0 0,0 1-1 0 0,0 0 1 0 0,1 0 0 0 0,17-4 0 0 0,60-8 3194 0 0,-84 16-3977 0 0,98-11 20 0 0,-86 10-19 0 0,0 1 0 0 0,0 1-1 0 0,0 1 1 0 0,27 5 0 0 0,-39-6-5 0 0,-1 0 0 0 0,1 0 0 0 0,0 0 0 0 0,0 0 0 0 0,-1 0 0 0 0,1 1 0 0 0,0-1 0 0 0,-1 1 0 0 0,1 0 0 0 0,-1 0 0 0 0,0 0 0 0 0,0 0 0 0 0,0 0 0 0 0,0 0 0 0 0,0 1 0 0 0,0-1 0 0 0,0 0 0 0 0,-1 1 0 0 0,1 0 0 0 0,-1-1 0 0 0,0 1 0 0 0,0 0 0 0 0,0 0 0 0 0,0 0 0 0 0,0-1 0 0 0,-1 1 0 0 0,1 0 0 0 0,-1 0 0 0 0,0 0 0 0 0,0 0 0 0 0,0 0 0 0 0,-1 5 0 0 0,0 3 0 0 0,-1-1 0 0 0,0 0 0 0 0,0 0 0 0 0,-1 0 0 0 0,-1 0 0 0 0,0-1 0 0 0,0 1 0 0 0,-8 11 0 0 0,-22 30 0 0 0,-81 91 0 0 0,12-16 0 0 0,81-98 0 0 0,11-15 0 0 0,1 1 0 0 0,0 0 0 0 0,1 0 0 0 0,-13 28 0 0 0,19-31 0 0 0,3-2 0 0 0,1-7 0 0 0,0-1 0 0 0,1 1 0 0 0,-1 0 0 0 0,0 0 0 0 0,1-1 0 0 0,-1 1 0 0 0,1-1 0 0 0,-1 1 0 0 0,1-1 0 0 0,0 0 0 0 0,0 1 0 0 0,0-1 0 0 0,0 0 0 0 0,0 0 0 0 0,0-1 0 0 0,0 1 0 0 0,0 0 0 0 0,3 0 0 0 0,3 1 0 0 0,-1 0 0 0 0,1-1 0 0 0,0 0 0 0 0,8 0 0 0 0,10-3 0 0 0,0-1 0 0 0,40-9 0 0 0,-32 5 0 0 0,364-69 0 0 0,-345 65 0 0 0,-28 5 0 0 0,28-3 0 0 0,-7 3 0 0 0,-23 3 0 0 0,33-1 0 0 0,-54 4-522 0 0,-8-1-1106 0 0,-13 2-5318 0 0,7 0-3222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39 17391 0 0,'0'0'1574'0'0,"-6"-7"-1260"0"0,4 4 47 0 0,-1-1 0 0 0,1 1 1 0 0,-1 0-1 0 0,0 0 0 0 0,0 0 0 0 0,0 0 0 0 0,0 0 0 0 0,-5-2 0 0 0,6 4-151 0 0,1 1 0 0 0,-1 0 0 0 0,1-1 1 0 0,-1 1-1 0 0,1 0 0 0 0,-1 0 0 0 0,0 0 0 0 0,1 0 0 0 0,-1 0 0 0 0,1 1 0 0 0,-1-1 0 0 0,1 0 1 0 0,-1 1-1 0 0,1-1 0 0 0,0 1 0 0 0,-1 0 0 0 0,-2 1 0 0 0,-2 1 17 0 0,0 0 0 0 0,0 1-1 0 0,0 0 1 0 0,1 1 0 0 0,-1-1 0 0 0,1 1-1 0 0,0 0 1 0 0,1 0 0 0 0,-1 0-1 0 0,-6 11 1 0 0,-2 6 110 0 0,-17 35 0 0 0,1 10 35 0 0,-31 109 0 0 0,52-148-283 0 0,1 1-1 0 0,1 0 0 0 0,-3 59 1 0 0,9-73-77 0 0,0 0 0 0 0,1 0-1 0 0,0 0 1 0 0,1 0 0 0 0,1-1 0 0 0,1 1 0 0 0,0-1-1 0 0,0 1 1 0 0,12 22 0 0 0,-12-31-23 0 0,0 1 0 0 0,0-1 0 0 0,0 0 1 0 0,1-1-1 0 0,0 1 0 0 0,0-1 0 0 0,1 0 0 0 0,-1 0 0 0 0,1 0 1 0 0,0-1-1 0 0,0 0 0 0 0,1 0 0 0 0,-1-1 0 0 0,1 0 0 0 0,0 0 1 0 0,7 2-1 0 0,-4-2-486 0 0,-1-1 0 0 0,1 0 1 0 0,0 0-1 0 0,17-1 0 0 0,-16-1-1191 0 0,0 0 0 0 0,1-1 0 0 0,-1-1 0 0 0,11-3 0 0 0,12-4-6764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1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16127 0 0,'0'0'1242'0'0,"1"-1"-812"0"0,3-5 537 0 0,0 0-1 0 0,1 0 1 0 0,0 1-1 0 0,0-1 1 0 0,1 1-1 0 0,11-8 1 0 0,42-24 1476 0 0,-58 37-2460 0 0,12-7 174 0 0,-1 0 0 0 0,2 1 1 0 0,-1 1-1 0 0,0 0 0 0 0,1 1 0 0 0,0 0 0 0 0,0 1 0 0 0,18-1 1 0 0,-26 3-94 0 0,0 1 0 0 0,0 1 0 0 0,0-1 1 0 0,0 1-1 0 0,0 0 0 0 0,0 0 1 0 0,-1 0-1 0 0,1 1 0 0 0,10 4 0 0 0,-12-4-7 0 0,0 1-1 0 0,-1-1 0 0 0,1 1 0 0 0,0 0 0 0 0,-1 0 0 0 0,1 0 1 0 0,-1 0-1 0 0,0 1 0 0 0,0-1 0 0 0,0 1 0 0 0,-1 0 1 0 0,1 0-1 0 0,-1 0 0 0 0,2 5 0 0 0,0 1 47 0 0,0 1 0 0 0,-1 0 0 0 0,0 0-1 0 0,-1 1 1 0 0,0-1 0 0 0,0 14 0 0 0,-2 70 274 0 0,0-83-342 0 0,-3 23-45 0 0,2-25-227 0 0,0 0 0 0 0,0 0 0 0 0,1 1 0 0 0,1-1 0 0 0,0 0 1 0 0,0 0-1 0 0,3 10 0 0 0,-3-18-638 0 0,7 3-4753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2 106 20935 0 0,'0'0'1899'0'0,"0"2"-1563"0"0,2 20 1762 0 0,-1-1 1 0 0,-3 33-1 0 0,0 15-515 0 0,2-33-1356 0 0,1-3-126 0 0,5 36-1 0 0,-2-40-190 0 0,-2-16-430 0 0,0 1 0 0 0,0-1 0 0 0,7 20 0 0 0,-8-31-468 0 0,6 1-2128 0 0</inkml:trace>
  <inkml:trace contextRef="#ctx0" brushRef="#br0" timeOffset="1">67 102 17015 0 0,'-6'-15'752'0'0,"4"8"160"0"0,0-3-728 0 0,0 1-184 0 0,1 0 920 0 0,1 1 144 0 0,0-1 32 0 0,0 1 392 0 0,5 1-1256 0 0,3 0-24 0 0,3 2-8 0 0,1-2-2112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2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9671 0 0,'4'9'656'0'0,"-1"0"0"0"0,0 0-1 0 0,0 0 1 0 0,0 0-1 0 0,-1 0 1 0 0,-1 1 0 0 0,1 11-1 0 0,2 9 4823 0 0,20 73 4184 0 0,26 46-7054 0 0,-46-135-2591 0 0,-3-11-9 0 0,-1 0-1 0 0,1 0 1 0 0,0 0-1 0 0,0 0 0 0 0,0 0 1 0 0,1 0-1 0 0,-1 0 1 0 0,1-1-1 0 0,0 1 1 0 0,3 3-1 0 0,1 0-3 0 0,-6-6-4 0 0,0 0 0 0 0,1 1 0 0 0,-1-1 0 0 0,0 0 0 0 0,1 0 0 0 0,-1 1 0 0 0,0-1 0 0 0,1 0 0 0 0,-1 0 0 0 0,0 0 0 0 0,1 0 0 0 0,-1 1 0 0 0,1-1 0 0 0,-1 0 0 0 0,0 0 0 0 0,1 0 0 0 0,-1 0 0 0 0,1 0 0 0 0,0 0 0 0 0,0-1 0 0 0,0 0 0 0 0,0 0 0 0 0,0 1 0 0 0,0-1 0 0 0,0 0 0 0 0,0 0 0 0 0,0 0 0 0 0,0 0 0 0 0,-1 0 0 0 0,1 0 0 0 0,0-1 0 0 0,0-1 0 0 0,10-21 0 0 0,-6 13 0 0 0,37-83-1487 0 0,-19 41-2044 0 0,2 0 0 0 0,39-61 0 0 0,-48 91-5397 0 0</inkml:trace>
  <inkml:trace contextRef="#ctx0" brushRef="#br0" timeOffset="1">316 338 6911 0 0,'0'0'528'0'0,"1"1"-341"0"0,1 1 387 0 0,0-1 0 0 0,-1 1 0 0 0,1-1 0 0 0,0 0 0 0 0,0 1 0 0 0,0-1-1 0 0,0 0 1 0 0,0 0 0 0 0,0 0 0 0 0,0-1 0 0 0,1 1 0 0 0,-1 0 0 0 0,0-1 0 0 0,0 1 0 0 0,4-1 0 0 0,-1 0 63 0 0,-1 0 1 0 0,0-1-1 0 0,0 1 1 0 0,0-1 0 0 0,0 0-1 0 0,0 0 1 0 0,0-1-1 0 0,4-1 1 0 0,6-4 337 0 0,-1 0-1 0 0,-1-1 1 0 0,22-18 0 0 0,-13 9-507 0 0,-1-2 1 0 0,-1 0-1 0 0,19-23 1 0 0,-27 28-416 0 0,-1 0 0 0 0,-1-1 0 0 0,0 0 1 0 0,0-1-1 0 0,10-30 0 0 0,-15 35-53 0 0,-4 11 1 0 0,0 0 0 0 0,0 0 0 0 0,-1 0-1 0 0,1 0 1 0 0,0 0 0 0 0,0 1 0 0 0,0-1 0 0 0,0 0-1 0 0,0 0 1 0 0,0 0 0 0 0,-1 0 0 0 0,1 0 0 0 0,0 0 0 0 0,0 0-1 0 0,0 0 1 0 0,0 0 0 0 0,-1 0 0 0 0,1 0 0 0 0,0 0 0 0 0,0 0-1 0 0,0 0 1 0 0,0 0 0 0 0,-1 0 0 0 0,1 0 0 0 0,0 0-1 0 0,0 0 1 0 0,0 0 0 0 0,0 0 0 0 0,-1 0 0 0 0,1 0 0 0 0,0 0-1 0 0,0 0 1 0 0,0 0 0 0 0,0 0 0 0 0,0 0 0 0 0,-1 0 0 0 0,1 0-1 0 0,0-1 1 0 0,0 1 0 0 0,0 0 0 0 0,0 0 0 0 0,0 0 0 0 0,0 0-1 0 0,-1 0 1 0 0,1 0 0 0 0,0-1 0 0 0,0 1 0 0 0,0 0-1 0 0,0 0 1 0 0,0 0 0 0 0,0 0 0 0 0,0 0 0 0 0,0-1 0 0 0,0 1-1 0 0,0 0 1 0 0,0 0 0 0 0,0 0 0 0 0,0 0 0 0 0,0-1 0 0 0,0 1-1 0 0,0 0 1 0 0,0 0 0 0 0,0 0 0 0 0,0 0 0 0 0,0-1-1 0 0,0 1 1 0 0,-10 8 8 0 0,-1 2 45 0 0,2 1-1 0 0,-1 1 1 0 0,2-1 0 0 0,-1 2-1 0 0,2-1 1 0 0,0 1 0 0 0,-8 18-1 0 0,7-12-15 0 0,2 0-1 0 0,0 0 0 0 0,0 1 1 0 0,-3 33-1 0 0,8-48-79 0 0,1 1 0 0 0,0-1 0 0 0,0 0 0 0 0,0 1 0 0 0,1-1 0 0 0,-1 0 0 0 0,1 0 0 0 0,1 0 0 0 0,-1 1 0 0 0,1-1 0 0 0,0 0 0 0 0,4 7 0 0 0,-5-9-103 0 0,1-1 0 0 0,-1 0 0 0 0,1 0 1 0 0,0 1-1 0 0,0-2 0 0 0,0 1 1 0 0,0 0-1 0 0,0 0 0 0 0,1 0 0 0 0,-1-1 1 0 0,1 0-1 0 0,-1 1 0 0 0,1-1 0 0 0,-1 0 1 0 0,1 0-1 0 0,-1 0 0 0 0,1 0 1 0 0,0-1-1 0 0,0 1 0 0 0,-1-1 0 0 0,1 0 1 0 0,0 0-1 0 0,0 0 0 0 0,0 0 0 0 0,2 0 1 0 0,4-2-1737 0 0,-1 1-1 0 0,-1-1 1 0 0,16-6 0 0 0,-21 7 1459 0 0,28-12-6954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22463 0 0,'0'0'2253'0'0,"0"5"-2042"0"0,-10 46 475 0 0,5-28 27 0 0,0 0-1 0 0,2 1 1 0 0,1-1 0 0 0,0 1 0 0 0,4 32 0 0 0,-1-41-635 0 0,0-5-2 0 0,0 0 0 0 0,1 0 0 0 0,1 0 0 0 0,0 0 0 0 0,0 0 0 0 0,6 12 0 0 0,-9-20-9 0 0,12-6-3 0 0,-4 2-60 0 0,-1-1 0 0 0,0 0 0 0 0,0-1 0 0 0,0 0 0 0 0,0 0 0 0 0,0 0 0 0 0,-1-1-1 0 0,0 0 1 0 0,7-7 0 0 0,6-8 30 0 0,21-29-1 0 0,0 1-11 0 0,-29 35-11 0 0,27-26 34 0 0,-35 37-42 0 0,0-1-1 0 0,0 1 0 0 0,1 0 0 0 0,-1 0 0 0 0,0 0 0 0 0,1 0 0 0 0,-1 0 1 0 0,1 1-1 0 0,0 0 0 0 0,6-2 0 0 0,-9 3 9 0 0,0 0 0 0 0,0 0 0 0 0,0 0 0 0 0,0 0-1 0 0,-1 0 1 0 0,1 1 0 0 0,0-1 0 0 0,0 0 0 0 0,0 1 0 0 0,0-1 0 0 0,-1 0-1 0 0,1 1 1 0 0,0-1 0 0 0,0 1 0 0 0,-1 0 0 0 0,1-1 0 0 0,0 1 0 0 0,-1-1 0 0 0,1 1-1 0 0,0 0 1 0 0,0 0 0 0 0,8 16 129 0 0,-3 1 93 0 0,-2 0 1 0 0,0 1 0 0 0,2 31 0 0 0,-1-3 108 0 0,7 17-970 0 0,36 115 0 0 0,-36-133-1072 0 0,-11-41 975 0 0,0-1-1 0 0,-1 1 0 0 0,1 0 0 0 0,-1 0 0 0 0,0 0 0 0 0,-1 0 0 0 0,1-1 0 0 0,-2 8 0 0 0,-5 3-1377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25 760 20735 0 0,'-13'0'573'0'0,"1"1"5630"0"0,24-4-2738 0 0,280-13-1967 0 0,-272 16-1405 0 0,262-9 6 0 0,79 0 2 0 0,-33 2-101 0 0,-2 0 0 0 0,-220 4-416 0 0,150-25 0 0 0,-176 11-3152 0 0,-37 5-6736 0 0</inkml:trace>
  <inkml:trace contextRef="#ctx0" brushRef="#br0" timeOffset="1">2696 13 27071 0 0,'0'0'4088'0'0,"16"-12"-4944"0"0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26431 0 0,'0'0'2397'0'0,"0"2"-1970"0"0,-1 5-279 0 0,0-5 363 0 0,-1 1 496 0 0,2-3-939 0 0,-1 0 0 0 0,1 0 0 0 0,-1 1 0 0 0,1-1 0 0 0,-1 1 0 0 0,1-1 0 0 0,-1 0 1 0 0,1 1-1 0 0,0-1 0 0 0,-1 1 0 0 0,1-1 0 0 0,0 1 0 0 0,0-1 0 0 0,-1 1 0 0 0,1-1 0 0 0,0 1 0 0 0,0-1 0 0 0,0 1 0 0 0,-1 0 0 0 0,1-1 1 0 0,0 1-1 0 0,0-1 0 0 0,0 1 0 0 0,0-1 0 0 0,0 1 0 0 0,0 0 0 0 0,2 0-79 0 0,-1 0 1 0 0,1 0-1 0 0,-1 0 0 0 0,1-1 0 0 0,-1 1 1 0 0,1 0-1 0 0,-1-1 0 0 0,1 1 1 0 0,-1-1-1 0 0,1 0 0 0 0,0 1 0 0 0,-1-1 1 0 0,1 0-1 0 0,3 0 0 0 0,1 0-52 0 0,8 1-2206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5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10 16583 0 0,'-2'-9'11639'0'0,"1"22"-10382"0"0,-16 248 530 0 0,13-158-1782 0 0,5 48 255 0 0,1-52-3403 0 0,-22-115-975 0 0,13 9 2411 0 0,-2-1-41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32 113 20039 0 0,'-31'-15'7417'0'0,"46"13"-5698"0"0,75 0 56 0 0,79-8-854 0 0,-153 8-862 0 0,312-49 569 0 0,-199 28-539 0 0,-100 19-137 0 0,1 1 0 0 0,40 2 0 0 0,-14 7-401 0 0,-51-5 359 0 0,0-1-1 0 0,-1 2 0 0 0,1-1 1 0 0,-1 0-1 0 0,1 1 1 0 0,-1 0-1 0 0,0 0 1 0 0,0 0-1 0 0,7 5 0 0 0,-10-6-68 0 0,0 1 0 0 0,1-1 1 0 0,-1 0-1 0 0,0 1 0 0 0,0 0 0 0 0,0-1 0 0 0,0 1 0 0 0,0 0 0 0 0,0-1 0 0 0,-1 1 0 0 0,1 0 0 0 0,0 0 0 0 0,-1 0 0 0 0,0 0 0 0 0,1-1 0 0 0,-1 1 0 0 0,0 3 0 0 0,0 0-1044 0 0,0 0-1 0 0,-1 0 1 0 0,1-1 0 0 0,-1 1-1 0 0,0 0 1 0 0,-2 4-1 0 0,-8 18-7372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6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 22975 0 0,'0'0'528'0'0,"-6"-12"6239"0"0,9 59-5258 0 0,-1 17-1020 0 0,-1 174-342 0 0,0-207-593 0 0,-1-24-3757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277 201 10591 0 0,'0'2'16677'0'0,"-3"3"-16003"0"0,0 1 0 0 0,0 0 0 0 0,1 0 0 0 0,0 0 1 0 0,1 1-1 0 0,-3 11 0 0 0,0 45-576 0 0,2-31 125 0 0,-13 199-811 0 0,14-227 207 0 0,1 1-1 0 0,-1-1 1 0 0,0 0-1 0 0,0 0 1 0 0,0 0-1 0 0,-1 0 0 0 0,1 0 1 0 0,-1 0-1 0 0,0 0 1 0 0,-4 6-1 0 0</inkml:trace>
  <inkml:trace contextRef="#ctx0" brushRef="#br0" timeOffset="1">4 480 25199 0 0,'0'0'572'0'0,"-4"-9"1592"0"0,4 7-2067 0 0,1-1 0 0 0,-1 1 0 0 0,1-1 0 0 0,0 1 0 0 0,-1-1 0 0 0,1 1 0 0 0,0 0-1 0 0,0-1 1 0 0,1 1 0 0 0,-1 0 0 0 0,0 0 0 0 0,1 0 0 0 0,-1 0 0 0 0,1 0 0 0 0,0 0 0 0 0,0 0 0 0 0,0 0 0 0 0,0 1 0 0 0,0-1 0 0 0,0 1-1 0 0,0-1 1 0 0,0 1 0 0 0,4-1 0 0 0,7-5 281 0 0,0 1 0 0 0,29-7 0 0 0,-27 9-470 0 0,74-30-255 0 0,-1 0-4238 0 0,-51 23-5067 0 0</inkml:trace>
  <inkml:trace contextRef="#ctx0" brushRef="#br0" timeOffset="2">756 79 11975 0 0,'2'0'4820'0'0,"23"-6"5898"0"0,14-8-6507 0 0,-1 1-3573 0 0,-13 6-570 0 0,0 1 1 0 0,47-5-1 0 0,74-11-2371 0 0,-127 22 634 0 0,-2 5-399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25511 0 0,'0'0'2796'0'0,"2"1"-2379"0"0,4 0-179 0 0,0 1-1 0 0,1-1 1 0 0,-1 0-1 0 0,0 0 1 0 0,1-1-1 0 0,10 0 1 0 0,45-6 475 0 0,-48 4-554 0 0,15-1-92 0 0,250-41-2890 0 0,-247 37 815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25975 0 0,'0'0'2352'0'0,"0"2"-1935"0"0,-6 20 475 0 0,0 1-1 0 0,-4 44 1 0 0,4 50 361 0 0,14 78-1185 0 0,-3-131-377 0 0,-6-53 602 0 0,0-7-1313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19807 0 0,'0'-9'2065'0'0,"0"8"-1811"0"0,0-1 0 0 0,1 0-1 0 0,-1 1 1 0 0,0-1-1 0 0,1 0 1 0 0,-1 1-1 0 0,1-1 1 0 0,0 1-1 0 0,-1-1 1 0 0,1 1-1 0 0,0-1 1 0 0,0 1-1 0 0,0-1 1 0 0,0 1-1 0 0,0 0 1 0 0,0 0-1 0 0,1-1 1 0 0,-1 1-1 0 0,0 0 1 0 0,1 0-1 0 0,1-1 1 0 0,3-2 1271 0 0,-1 0-1267 0 0,-1 1 0 0 0,1 0 0 0 0,0 0 0 0 0,1 0 0 0 0,-1 1 0 0 0,0 0 0 0 0,1 0 0 0 0,0 0 0 0 0,-1 1 0 0 0,1 0 0 0 0,6-1 0 0 0,6 0-135 0 0,1 1-1 0 0,22 1 1 0 0,-32 1-113 0 0,0-1-1 0 0,0 1 1 0 0,0 1 0 0 0,0 0 0 0 0,0 0-1 0 0,10 4 1 0 0,-17-5-5 0 0,0 0 1 0 0,0-1-1 0 0,0 1 0 0 0,0 0 1 0 0,0 1-1 0 0,-1-1 0 0 0,1 0 0 0 0,0 0 1 0 0,-1 1-1 0 0,1-1 0 0 0,-1 1 1 0 0,0 0-1 0 0,1-1 0 0 0,-1 1 0 0 0,0 0 1 0 0,0 0-1 0 0,0-1 0 0 0,0 1 1 0 0,0 0-1 0 0,-1 0 0 0 0,1 0 1 0 0,0 0-1 0 0,-1 0 0 0 0,0 0 0 0 0,1 0 1 0 0,-1 1-1 0 0,0-1 0 0 0,0 0 1 0 0,0 0-1 0 0,0 0 0 0 0,-1 0 0 0 0,0 4 1 0 0,-1 1-22 0 0,0 0 0 0 0,0-1 0 0 0,-1 1 0 0 0,0 0 0 0 0,0-1 0 0 0,-6 9 0 0 0,-30 35 77 0 0,24-31-42 0 0,-49 57 30 0 0,-34 47 19 0 0,95-118-68 0 0,-1 1 0 0 0,1-1 0 0 0,0 1 0 0 0,0 0 0 0 0,1 0 0 0 0,-1 0 0 0 0,1 0 0 0 0,-1 8 0 0 0,3-13 0 0 0,-1 0 0 0 0,1 1 0 0 0,0-1 0 0 0,0 0 0 0 0,0 0 0 0 0,0 0 0 0 0,0 0 0 0 0,0 1 0 0 0,0-1 0 0 0,1 0 0 0 0,-1 0 0 0 0,0 0 0 0 0,1 0 0 0 0,0 2 0 0 0,7 3 0 0 0,-6-5 0 0 0,1 1-2 0 0,0-1 0 0 0,1 0 1 0 0,-1 0-1 0 0,0 0 0 0 0,0 0 0 0 0,1 0 1 0 0,-1-1-1 0 0,0 1 0 0 0,1-1 0 0 0,-1 0 1 0 0,1 0-1 0 0,3-1 0 0 0,46-7-33 0 0,-32 3 29 0 0,0 1-443 0 0,0-2 0 0 0,-1 0 1 0 0,1-1-1 0 0,-1-2 0 0 0,37-20 0 0 0,87-68-2851 0 0,-129 86 3022 0 0,4-3 86 0 0,0 0 0 0 0,-1-2-1 0 0,-1 0 1 0 0,0-1-1 0 0,-2-1 1 0 0,0 0-1 0 0,0-1 1 0 0,17-33-1 0 0,-31 50 956 0 0,-6-5 2152 0 0,3 6-2757 0 0,0 0 0 0 0,0 1 0 0 0,0-1 0 0 0,0 1 0 0 0,-1 0 0 0 0,1-1 0 0 0,0 1 0 0 0,0 0 1 0 0,-1 0-1 0 0,1 1 0 0 0,0-1 0 0 0,0 0 0 0 0,0 1 0 0 0,-1-1 0 0 0,1 1 0 0 0,0 0 0 0 0,0 0 0 0 0,0-1 0 0 0,0 2 1 0 0,0-1-1 0 0,0 0 0 0 0,0 0 0 0 0,1 0 0 0 0,-4 3 0 0 0,-4 5-88 0 0,0-1 1 0 0,0 1-1 0 0,-8 12 1 0 0,14-18-12 0 0,-3 5-52 0 0,-1 0 0 0 0,2 1 0 0 0,-1 0-1 0 0,1 0 1 0 0,0 0 0 0 0,1 0 0 0 0,0 1 0 0 0,0 0 0 0 0,1 0 0 0 0,0 0-1 0 0,1 0 1 0 0,0 0 0 0 0,0 13 0 0 0,2-21-7 0 0,0 1 0 0 0,0-1 0 0 0,0 0 0 0 0,1 0 0 0 0,-1 0 0 0 0,0 0 0 0 0,1 0 0 0 0,0 1 0 0 0,-1-1 0 0 0,3 3 0 0 0,2 3 0 0 0,0-1 0 0 0,12 12 0 0 0,-14-17-2 0 0,0 1 0 0 0,0-1 0 0 0,0 0 0 0 0,0 0 0 0 0,1 0-1 0 0,-1-1 1 0 0,0 1 0 0 0,1-1 0 0 0,0 1 0 0 0,-1-1 0 0 0,1-1 0 0 0,0 1 0 0 0,-1 0 0 0 0,6 0-1 0 0,7-1-37 0 0,32-1-1 0 0,-48 1 41 0 0,16-1-73 0 0,0 0 0 0 0,0-2 0 0 0,-1 0 0 0 0,30-9 0 0 0,-40 10 57 0 0,0 0 1 0 0,0 0 0 0 0,0-1 0 0 0,0 0 0 0 0,-1 1-1 0 0,1-2 1 0 0,-1 1 0 0 0,0 0 0 0 0,0-1 0 0 0,0 0-1 0 0,0 0 1 0 0,-1 0 0 0 0,1 0 0 0 0,-1-1 0 0 0,0 0-1 0 0,-1 1 1 0 0,5-11 0 0 0,-5 9 13 0 0,-1 1 0 0 0,0-1 0 0 0,0 0 0 0 0,0 0 0 0 0,0 0 0 0 0,-1 0 0 0 0,0 0 0 0 0,-1 0 0 0 0,1 0 0 0 0,-1 0 0 0 0,0 0 0 0 0,-1 0 0 0 0,1 1 0 0 0,-1-1 0 0 0,0 0 0 0 0,-1 1 0 0 0,1 0 0 0 0,-1-1 0 0 0,0 1 0 0 0,-7-9 0 0 0,2 5-77 0 0,1 0 0 0 0,-2 0 1 0 0,1 0-1 0 0,-1 1 0 0 0,0 0 0 0 0,-1 1 1 0 0,1 0-1 0 0,-1 1 0 0 0,-18-9 1 0 0,23 12-323 0 0,0 1 1 0 0,-1 0-1 0 0,0 0 1 0 0,1 0-1 0 0,-1 1 1 0 0,0 0-1 0 0,0 0 0 0 0,1 0 1 0 0,-12 1-1 0 0,12 11-8098 0 0,4-7 7590 0 0,0 1 0 0 0,0-1 1 0 0,0 6-1 0 0,5 10-1866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46 11055 0 0,'0'0'15772'0'0,"-1"1"-14443"0"0,-36 28 1625 0 0,13-10-2318 0 0,-33 32 0 0 0,53-47-604 0 0,-5 6 31 0 0,0 0 0 0 0,-12 17 0 0 0,19-24-61 0 0,0 0 0 0 0,1 0 1 0 0,-1 1-1 0 0,0-1 1 0 0,1 0-1 0 0,0 1 1 0 0,0 0-1 0 0,0-1 0 0 0,0 1 1 0 0,1 0-1 0 0,-1-1 1 0 0,1 1-1 0 0,0 0 1 0 0,0 4-1 0 0,1-6-2 0 0,0 1 0 0 0,0-1 0 0 0,0 1 0 0 0,0-1 0 0 0,0 0 0 0 0,0 0 1 0 0,1 1-1 0 0,-1-1 0 0 0,1 0 0 0 0,0 0 0 0 0,-1 0 0 0 0,1-1 0 0 0,0 1 0 0 0,0 0 0 0 0,3 1 0 0 0,1 1-3 0 0,-1 0 0 0 0,1 0 0 0 0,0-1 1 0 0,10 4-1 0 0,-4-4-41 0 0,-1 0 0 0 0,0 0 1 0 0,1-1-1 0 0,-1-1 1 0 0,15 1-1 0 0,2-2-98 0 0,28-4-1 0 0,-46 3 101 0 0,0-1-1 0 0,-1 0 1 0 0,1-1-1 0 0,-1 0 1 0 0,0 0-1 0 0,0-1 1 0 0,0 0-1 0 0,0 0 1 0 0,-1-1-1 0 0,1-1 1 0 0,-1 1-1 0 0,13-13 1 0 0,-18 16 30 0 0,-1-1 1 0 0,0 0-1 0 0,0 1 0 0 0,0-1 0 0 0,0 0 1 0 0,0 0-1 0 0,-1 0 0 0 0,1 0 0 0 0,-1 0 1 0 0,0 0-1 0 0,0-1 0 0 0,0 1 0 0 0,0 0 1 0 0,-1-1-1 0 0,1 1 0 0 0,-1 0 0 0 0,0-5 1 0 0,0 2-6 0 0,-1 0 1 0 0,1 0-1 0 0,-1-1 1 0 0,-1 1-1 0 0,1 0 1 0 0,-1 0-1 0 0,0 1 1 0 0,-4-9-1 0 0,-4-8-85 0 0,7 14-64 0 0,-1 1-1 0 0,1 0 1 0 0,-9-12-1 0 0,-18-21-1049 0 0,16 21-982 0 0,0 1-5614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12439 0 0,'1'0'8198'0'0,"2"0"-7520"0"0,-1 0 0 0 0,1 0 1 0 0,-1 1-1 0 0,0-1 1 0 0,1 0-1 0 0,-1 1 0 0 0,0 0 1 0 0,0 0-1 0 0,1-1 1 0 0,-1 1-1 0 0,0 1 0 0 0,3 1 1 0 0,-2-1-369 0 0,-1-1-1 0 0,0 1 1 0 0,0 0 0 0 0,0 0 0 0 0,-1 1-1 0 0,1-1 1 0 0,0 0 0 0 0,-1 1 0 0 0,2 3-1 0 0,1 4-391 0 0,0 1 0 0 0,-2 0 0 0 0,1-1 0 0 0,1 19 0 0 0,-1-9 698 0 0,5 48-612 0 0,-3 128 1 0 0,-5-146-6 0 0,-1-39 0 0 0,0-1-1 0 0,0 0 1 0 0,-6 18 0 0 0,4-18-15 0 0,3-7-96 0 0,-2 1 89 0 0,0 0-2836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9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23695 0 0,'0'0'2473'0'0,"-1"1"-2345"0"0,-5 6 345 0 0,0-1 0 0 0,-1-1-1 0 0,0 1 1 0 0,0-1-1 0 0,-9 5 1 0 0,-18 14 930 0 0,9-4-547 0 0,-32 35 0 0 0,50-48-828 0 0,-7 9 124 0 0,-24 32 0 0 0,34-42-133 0 0,1 0 0 0 0,-1 0 0 0 0,1 1-1 0 0,0-1 1 0 0,1 1 0 0 0,0 0 0 0 0,0-1-1 0 0,0 1 1 0 0,-1 13 0 0 0,3-19-20 0 0,0 1 0 0 0,1 0 1 0 0,-1 0-1 0 0,0 0 0 0 0,1-1 0 0 0,-1 1 1 0 0,1 0-1 0 0,-1 0 0 0 0,1-1 0 0 0,0 1 1 0 0,0 0-1 0 0,0-1 0 0 0,0 1 0 0 0,0-1 1 0 0,0 1-1 0 0,0-1 0 0 0,0 0 0 0 0,1 1 1 0 0,-1-1-1 0 0,0 0 0 0 0,1 0 0 0 0,-1 0 1 0 0,1 0-1 0 0,-1 0 0 0 0,1 0 0 0 0,0 0 1 0 0,-1-1-1 0 0,4 2 0 0 0,4 1 1 0 0,1 0-1 0 0,0-1 1 0 0,18 3-1 0 0,7-1 9 0 0,0-2 0 0 0,52-3 0 0 0,71-15-88 0 0,-51 4-87 0 0,-79 10-693 0 0,1 4-273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19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12439 0 0,'2'1'16280'0'0,"0"1"-16066"0"0,0 0-1 0 0,0 1 1 0 0,0-1 0 0 0,0 1-1 0 0,0-1 1 0 0,-1 1 0 0 0,1 0-1 0 0,-1 0 1 0 0,0-1 0 0 0,0 1 0 0 0,0 0-1 0 0,0 0 1 0 0,0 0 0 0 0,-1 0-1 0 0,1 0 1 0 0,-1 4 0 0 0,1 8-181 0 0,-1 0 1 0 0,-1 17 0 0 0,-1-7 179 0 0,-5 109-172 0 0,1 88 19 0 0,4-112-139 0 0,2-108-329 0 0,-2-14-5329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11519 0 0,'0'0'1040'0'0,"2"-1"-265"0"0,48-16 12119 0 0,3 4-7757 0 0,56-5-4996 0 0,-66 12 776 0 0,267-19-1149 0 0,-299 24-109 0 0,1 1-1 0 0,0 1 1 0 0,-1 0-1 0 0,1 0 1 0 0,-1 1-1 0 0,1 1 1 0 0,-1 0-1 0 0,12 4 1 0 0,1 6-1274 0 0</inkml:trace>
  <inkml:trace contextRef="#ctx0" brushRef="#br0" timeOffset="1">774 417 13359 0 0,'-6'7'1384'0'0,"5"-4"-1070"0"0,-1 0 1 0 0,1 0-1 0 0,-1 0 0 0 0,1 0 0 0 0,-1 6 0 0 0,-5 33 9796 0 0,5-22-7692 0 0,-1-1-2116 0 0,1 0-1 0 0,1 0 0 0 0,1 0 1 0 0,0-1-1 0 0,2 1 0 0 0,4 22 1 0 0,-4-32-152 0 0,0 0 0 0 0,1 0 0 0 0,0-1 0 0 0,1 1 0 0 0,-1-1 1 0 0,9 11-1 0 0,-9-14-113 0 0,0 0 1 0 0,1-1-1 0 0,0 0 1 0 0,0 0-1 0 0,0 0 1 0 0,0 0-1 0 0,1 0 1 0 0,-1-1-1 0 0,1 0 1 0 0,0 0-1 0 0,6 3 1 0 0,-7-5-41 0 0,0 0 1 0 0,-1 0-1 0 0,1 0 0 0 0,0 0 1 0 0,0-1-1 0 0,0 1 0 0 0,0-1 1 0 0,0 0-1 0 0,7-1 1 0 0,35-8-86 0 0,-40 7 69 0 0,8-2-152 0 0,-2 0 1 0 0,1-1 0 0 0,0-1 0 0 0,-1 0 0 0 0,22-15 0 0 0,53-47-2071 0 0,-73 57 1665 0 0,17-15-882 0 0,3-1-49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23263 0 0,'0'0'3735'0'0,"2"1"-2399"0"0,8 1-412 0 0,-1-1 1 0 0,1 0 0 0 0,12 0 0 0 0,61-6-439 0 0,-56 2-382 0 0,11 0-467 0 0,25-2 230 0 0,-21 7-9612 0 0,-29-1 114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 13359 0 0,'-2'1'612'0'0,"-30"2"18069"0"0,47-2-18678 0 0,1 0 0 0 0,0-2-1 0 0,19-2 1 0 0,9-1-3 0 0,-3 1-1879 0 0,49-12 1 0 0,-74 11-173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22 15199 0 0,'-13'5'10107'0'0,"50"-7"-5797"0"0,21-4-2828 0 0,-3 0-1134 0 0,-7 1-178 0 0,-12 1-96 0 0,-1 2 0 0 0,1 1-1 0 0,63 6 1 0 0,-97-5 57 0 0,-3 2-54 0 0,-2 3-71 0 0,1-1 0 0 0,-1 0 0 0 0,0 1 1 0 0,-1-1-1 0 0,1 0 0 0 0,-1-1 0 0 0,0 1 0 0 0,-6 4 0 0 0,-6 3 23 0 0,-18 9-1 0 0,22-14-20 0 0,1 1 0 0 0,0 0 0 0 0,1 0 0 0 0,-12 11 0 0 0,14-11-8 0 0,6-5 0 0 0,0 0 0 0 0,0 0 0 0 0,-1 0 0 0 0,1 0 0 0 0,1 0 0 0 0,-1 1 0 0 0,0-1 0 0 0,0 1 0 0 0,1-1 0 0 0,0 1 0 0 0,-1 0 0 0 0,1-1 0 0 0,0 1 0 0 0,0 0 0 0 0,-1 4 0 0 0,3 8 0 0 0,2-11 0 0 0,-1-2 0 0 0,1 3 0 0 0,1 0 0 0 0,0-1 0 0 0,0 1 0 0 0,1-1 0 0 0,0 1 0 0 0,-1-1 0 0 0,8 4 0 0 0,40 22 0 0 0,-19-12 0 0 0,-18-9 7 0 0,6 3 51 0 0,0 1 0 0 0,22 19 1 0 0,-39-28-49 0 0,1 0 1 0 0,-1 0 0 0 0,0 0 0 0 0,0 0 0 0 0,0 1 0 0 0,-1 0-1 0 0,0 0 1 0 0,0 0 0 0 0,0 0 0 0 0,0 0 0 0 0,-1 0 0 0 0,0 1-1 0 0,0-1 1 0 0,2 11 0 0 0,-4-13-9 0 0,1 1 0 0 0,-1-1 1 0 0,0 1-1 0 0,0-1 0 0 0,0 1 0 0 0,-1-1 0 0 0,1 1 1 0 0,-1-1-1 0 0,0 0 0 0 0,0 1 0 0 0,0-1 0 0 0,-1 0 0 0 0,1 0 1 0 0,-1 1-1 0 0,1-1 0 0 0,-4 3 0 0 0,2-2 3 0 0,-1 0 0 0 0,0 0 0 0 0,0-1 1 0 0,0 1-1 0 0,0-1 0 0 0,0 0 0 0 0,-1 0 0 0 0,0 0 0 0 0,-7 3 0 0 0,-6 0 6 0 0,1-1-1 0 0,-1 0 1 0 0,0-1 0 0 0,0-1-1 0 0,-20 1 1 0 0,12-2-284 0 0,-1-1 0 0 0,1-1 0 0 0,0-1 0 0 0,-1-2 0 0 0,1 0 0 0 0,-27-8 0 0 0,53 11 134 0 0,-1-1-1 0 0,1 1 1 0 0,0-1 0 0 0,0 1-1 0 0,0 0 1 0 0,0-1-1 0 0,0 1 1 0 0,-1-1-1 0 0,1 1 1 0 0,0-1-1 0 0,0 1 1 0 0,0 0-1 0 0,0-1 1 0 0,0 1-1 0 0,0-1 1 0 0,1 1 0 0 0,-1-1-1 0 0,0 1 1 0 0,0-1-1 0 0,0 1 1 0 0,0 0-1 0 0,0-1 1 0 0,1 1-1 0 0,-1-1 1 0 0,0 1-1 0 0,8-17-10291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26639 0 0,'0'0'2669'0'0,"0"2"-2346"0"0,-3 3-3 0 0,1 1 0 0 0,-1-1 0 0 0,-1 0 0 0 0,1 0 1 0 0,-1 0-1 0 0,1-1 0 0 0,-8 8 0 0 0,4-6-213 0 0,1 1 1 0 0,1 0-1 0 0,-6 9 1 0 0,4-4-92 0 0,1-2 1 0 0,0 0 1 0 0,0 1-1 0 0,1-1 0 0 0,-6 20 1 0 0,10-26-17 0 0,1-1 1 0 0,-1 0 0 0 0,1 0 0 0 0,0 0 0 0 0,0 1 0 0 0,0-1-1 0 0,0 0 1 0 0,0 0 0 0 0,1 1 0 0 0,-1-1 0 0 0,1 0 0 0 0,0 0 0 0 0,0 0-1 0 0,0 0 1 0 0,0 0 0 0 0,1 0 0 0 0,-1 0 0 0 0,1 0 0 0 0,-1-1-1 0 0,1 1 1 0 0,0 0 0 0 0,3 2 0 0 0,0 0-2 0 0,1 0 0 0 0,-1-1 0 0 0,1 1 0 0 0,0-1 0 0 0,0 0 0 0 0,1-1 0 0 0,-1 1 0 0 0,1-1 0 0 0,11 3 0 0 0,2 0 0 0 0,0-2 0 0 0,25 3 0 0 0,-33-6-21 0 0,0 0 0 0 0,0 0 0 0 0,0-2-1 0 0,0 1 1 0 0,0-2 0 0 0,22-4 0 0 0,-29 4 10 0 0,0 1-1 0 0,0-1 1 0 0,-1 0 0 0 0,1 0-1 0 0,-1-1 1 0 0,0 1 0 0 0,0-1 0 0 0,6-5-1 0 0,-7 6 9 0 0,-1-1 0 0 0,0 1 0 0 0,0-1 0 0 0,0 1 0 0 0,0-1 0 0 0,-1 0 0 0 0,1 0 0 0 0,-1 1 0 0 0,0-1-1 0 0,1 0 1 0 0,-1 0 0 0 0,-1-1 0 0 0,1 1 0 0 0,0-4 0 0 0,0-2-138 0 0,0-1 1 0 0,-2 1-1 0 0,1-1 1 0 0,-1 1-1 0 0,0 0 1 0 0,-1 0-1 0 0,0 0 1 0 0,0-1-1 0 0,-1 2 1 0 0,-1-1-1 0 0,1 0 1 0 0,-1 1-1 0 0,-1-1 1 0 0,1 1-1 0 0,-1 0 1 0 0,-1 1-1 0 0,0-1 1 0 0,0 1-1 0 0,0 0 1 0 0,-1 1-1 0 0,0 0 1 0 0,-10-8-1 0 0,-15-13-2412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39 2303 0 0,'-1'0'167'0'0,"-22"7"12931"0"0,6 2-4034 0 0,3 1-4009 0 0,1 4-3990 0 0,9-11-920 0 0,-1 1-1 0 0,1-1 0 0 0,-1 1 0 0 0,1-1 0 0 0,-1-1 0 0 0,0 1 1 0 0,-6 2-1 0 0,6-4-99 0 0,1 1 0 0 0,0 0 0 0 0,1 0 0 0 0,-1 0 0 0 0,0 0 0 0 0,1 0 0 0 0,-1 1 0 0 0,1 0 0 0 0,-1-1 1 0 0,1 1-1 0 0,0 1 0 0 0,0-1 0 0 0,1 0 0 0 0,-1 1 0 0 0,-1 3 0 0 0,2-4-40 0 0,0 1 1 0 0,-1-1-1 0 0,1 0 0 0 0,0 0 0 0 0,-1 0 1 0 0,0-1-1 0 0,-3 3 0 0 0,-12 15 37 0 0,16-17-40 0 0,0-1 0 0 0,1 0-1 0 0,0 1 1 0 0,-1-1 0 0 0,1 1 0 0 0,0 0-1 0 0,0-1 1 0 0,0 1 0 0 0,1 0 0 0 0,-1 0-1 0 0,1-1 1 0 0,-1 1 0 0 0,1 0 0 0 0,0 0-1 0 0,0 4 1 0 0,1-4-1 0 0,-1-1 1 0 0,1 0-1 0 0,0 0 1 0 0,-1 0-1 0 0,1 1 0 0 0,0-1 1 0 0,1 0-1 0 0,-1 0 1 0 0,0 0-1 0 0,1 0 0 0 0,-1-1 1 0 0,1 1-1 0 0,-1 0 1 0 0,1 0-1 0 0,0-1 0 0 0,-1 1 1 0 0,1-1-1 0 0,0 0 1 0 0,4 2-1 0 0,4 2-35 0 0,1 0 0 0 0,0-1 0 0 0,0 0 1 0 0,1-1-1 0 0,-1 0 0 0 0,1-1 0 0 0,-1 0 0 0 0,1-1 0 0 0,0 0 0 0 0,-1-1 0 0 0,1-1 1 0 0,0 0-1 0 0,-1 0 0 0 0,1-1 0 0 0,-1 0 0 0 0,1-1 0 0 0,-1 0 0 0 0,0-1 1 0 0,18-9-1 0 0,-22 9 2 0 0,-1 1 0 0 0,1-1-1 0 0,-1-1 1 0 0,-1 1 0 0 0,1-1 0 0 0,0 0 0 0 0,-1 0 0 0 0,0 0 0 0 0,-1-1 0 0 0,1 0 0 0 0,-1 0 0 0 0,0 0 0 0 0,0-1-1 0 0,-1 1 1 0 0,0-1 0 0 0,0 0 0 0 0,0 0 0 0 0,-1 0 0 0 0,0 0 0 0 0,0 0 0 0 0,-1 0 0 0 0,0-1 0 0 0,-1 1 0 0 0,1 0-1 0 0,-1-1 1 0 0,-1 1 0 0 0,1-1 0 0 0,-1 1 0 0 0,-4-13 0 0 0,-20-47-2264 0 0,18 50-1044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23903 0 0,'0'0'2165'0'0,"2"1"-1643"0"0,1 1-266 0 0,1 0 1 0 0,-1 1 0 0 0,1-1-1 0 0,-1 1 1 0 0,0 0-1 0 0,0 0 1 0 0,0 0 0 0 0,0 1-1 0 0,-1-1 1 0 0,0 1-1 0 0,1 0 1 0 0,-1-1 0 0 0,0 1-1 0 0,-1 0 1 0 0,1 0-1 0 0,-1 0 1 0 0,1 0 0 0 0,-1 5-1 0 0,4 11 49 0 0,-1 1 0 0 0,1 27 0 0 0,-1 42-184 0 0,-5 0 0 0 0,-13 102 0 0 0,9-91-181 0 0,7-83-692 0 0,-2-17 317 0 0,0 0 0 0 0,0-1-1 0 0,1 1 1 0 0,-1 0 0 0 0,1-1-1 0 0,-1 1 1 0 0,0-1 0 0 0,1 1-1 0 0,-1-1 1 0 0,1 1 0 0 0,-1-1 0 0 0,1 1-1 0 0,-1-1 1 0 0,1 1 0 0 0,0-1-1 0 0,-1 1 1 0 0,1-1 0 0 0,-1 0-1 0 0,1 0 1 0 0,0 1 0 0 0,-1-1-1 0 0,2 0 1 0 0,16 3-9005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2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9215 0 0,'0'0'707'0'0,"-7"4"161"0"0,-27 5 12416 0 0,7-1-8197 0 0,0 1-4030 0 0,-9 8-548 0 0,0 2 0 0 0,2 1 0 0 0,0 2 0 0 0,-40 34 0 0 0,69-52-508 0 0,0 0-1 0 0,1 1 1 0 0,-1-1 0 0 0,1 1-1 0 0,1 0 1 0 0,-1 0-1 0 0,-3 6 1 0 0,6-9-1 0 0,1-1 0 0 0,-1 1 0 0 0,0-1 0 0 0,1 1 0 0 0,-1-1 0 0 0,1 1 0 0 0,-1-1 0 0 0,1 1 0 0 0,-1 0 0 0 0,1-1 0 0 0,0 1 0 0 0,0 0 0 0 0,0-1 0 0 0,0 1 0 0 0,0 0 0 0 0,1 0-1 0 0,-1-1 1 0 0,0 1 0 0 0,1-1 0 0 0,-1 1 0 0 0,1 0 0 0 0,0-1 0 0 0,-1 1 0 0 0,1-1 0 0 0,0 1 0 0 0,0-1 0 0 0,0 0 0 0 0,0 1 0 0 0,0-1 0 0 0,2 2 0 0 0,3 2 0 0 0,0-1 0 0 0,0 0 0 0 0,1 0 0 0 0,-1-1 0 0 0,1 1 0 0 0,0-2 0 0 0,0 1 0 0 0,0-1 0 0 0,13 3 0 0 0,8 0 0 0 0,35 0 0 0 0,-40-3 0 0 0,120 2 0 0 0,-54-3 0 0 0,-36-2 0 0 0,-32 0 0 0 0,29 2 0 0 0,-42 0-17 0 0,-7-1-74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3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25455 0 0,'0'0'2307'0'0,"1"-1"-1899"0"0,2-3-283 0 0,0 1-1 0 0,0 0 1 0 0,1 0 0 0 0,-1 0 0 0 0,1 0 0 0 0,0 1 0 0 0,0 0-1 0 0,0-1 1 0 0,0 2 0 0 0,1-1 0 0 0,-1 0 0 0 0,0 1 0 0 0,6-2-1 0 0,10-1 372 0 0,33-3 0 0 0,-37 6-350 0 0,363-29 1457 0 0,411-13-1494 0 0,-128 30-109 0 0,-554 12 0 0 0,-58 1 0 0 0,412-11-13 0 0,-414 8-234 0 0,21-1-429 0 0,-25 1-8773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3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89 11519 0 0,'-12'-9'11632'0'0,"12"10"-11325"0"0,-2 7 3294 0 0,7 24-5014 0 0,-3-21 2695 0 0,13 219 901 0 0,-11-120-1680 0 0,3 43 130 0 0,-5-180-680 0 0,1-1 0 0 0,2 1 0 0 0,1 0 0 0 0,10-30 0 0 0,64-155-97 0 0,-65 178 129 0 0,1 0-1 0 0,1 1 1 0 0,2 1 0 0 0,27-37-1 0 0,-42 64 9 0 0,1 0 1 0 0,-1 1-1 0 0,1 0 0 0 0,-1 0 1 0 0,1 0-1 0 0,1 0 1 0 0,-1 1-1 0 0,8-4 0 0 0,-11 6 12 0 0,-1 0-1 0 0,1 1 0 0 0,-1-1 1 0 0,1 1-1 0 0,-1-1 0 0 0,1 1 1 0 0,0-1-1 0 0,-1 1 0 0 0,1 0 1 0 0,0 0-1 0 0,-1 0 0 0 0,1 0 1 0 0,-1 0-1 0 0,1 0 0 0 0,0 1 0 0 0,-1-1 1 0 0,1 1-1 0 0,0-1 0 0 0,-1 1 1 0 0,1-1-1 0 0,-1 1 0 0 0,1 0 1 0 0,-1 0-1 0 0,0-1 0 0 0,1 1 1 0 0,-1 0-1 0 0,0 0 0 0 0,1 1 1 0 0,-1-1-1 0 0,0 0 0 0 0,0 0 1 0 0,0 1-1 0 0,0-1 0 0 0,0 0 1 0 0,1 3-1 0 0,1 2 33 0 0,-1 0-1 0 0,1 1 1 0 0,-1-1-1 0 0,0 1 1 0 0,0-1-1 0 0,0 8 1 0 0,3 42 117 0 0,-4-36-116 0 0,5 93 76 0 0,-3-38-271 0 0,14 88 0 0 0,-3-113-2887 0 0,-14-49 1800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3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15663 0 0,'2'-1'7400'0'0,"11"-4"-6579"0"0,0 1 0 0 0,1 0 0 0 0,0 0-1 0 0,23-2 1 0 0,6-1-560 0 0,39-10-181 0 0,47-11 3 0 0,95-18-437 0 0,-71 17 131 0 0,-139 26 185 0 0,40-6-54 0 0,-52 9 972 0 0,-4 0-795 0 0,0 0 0 0 0,0 1 1 0 0,0 0-1 0 0,0-1 0 0 0,1 1 0 0 0,-1 0 0 0 0,0 0 0 0 0,0 0 0 0 0,-1 1 0 0 0,-3 2 86 0 0,-56 22 561 0 0,37-17-581 0 0,1 2 1 0 0,-40 24-1 0 0,52-28-103 0 0,1 1 0 0 0,0 0 0 0 0,0 1 0 0 0,-17 19 0 0 0,26-26 22 0 0,2-2-62 0 0,0 0 0 0 0,0 0 0 0 0,0 0 1 0 0,-1 1-1 0 0,1-1 0 0 0,0 0 0 0 0,0 1 1 0 0,0-1-1 0 0,0 0 0 0 0,0 0 0 0 0,0 1 1 0 0,0-1-1 0 0,-1 0 0 0 0,1 1 0 0 0,0-1 1 0 0,0 0-1 0 0,0 0 0 0 0,0 1 0 0 0,0-1 0 0 0,0 0 1 0 0,0 1-1 0 0,0-1 0 0 0,1 0 0 0 0,-1 0 1 0 0,0 1-1 0 0,0-1 0 0 0,0 0 0 0 0,0 1 1 0 0,0-1-1 0 0,4 11 115 0 0,-4-10-112 0 0,1 1 10 0 0,1 0 0 0 0,0 1 0 0 0,0-1 0 0 0,0 0 0 0 0,0-1 0 0 0,0 1 0 0 0,1 0 0 0 0,-1 0 0 0 0,0-1 0 0 0,1 0 0 0 0,-1 1 0 0 0,1-1 0 0 0,0 0 0 0 0,-1 0 0 0 0,1 0 0 0 0,4 0 0 0 0,7 2 12 0 0,-1-1 0 0 0,15 0 0 0 0,-23-1-30 0 0,101 0 54 0 0,-78-2-58 0 0,1 1 0 0 0,0 1 1 0 0,0 1-1 0 0,45 10 0 0 0,-71-11-3 0 0,-1-1 1 0 0,1 1-1 0 0,-1 0 1 0 0,0 0-1 0 0,1 0 1 0 0,-1 0-1 0 0,0 0 1 0 0,0 0-1 0 0,1 1 0 0 0,-1-1 1 0 0,0 1-1 0 0,0-1 1 0 0,-1 1-1 0 0,1 0 1 0 0,0 0-1 0 0,0 0 1 0 0,1 2-1 0 0,-2 5 4 0 0,-3-6 0 0 0,0 1 0 0 0,1-1 0 0 0,-1 0 0 0 0,0 0 0 0 0,-1 0-1 0 0,1 0 1 0 0,0 0 0 0 0,-1 0 0 0 0,-3 3 0 0 0,-29 21 13 0 0,19-16-4 0 0,-1-1-1 0 0,-1 0 1 0 0,0-2-1 0 0,0 0 1 0 0,-21 5-1 0 0,6-3-645 0 0,-1-2 0 0 0,-35 4 0 0 0,66-12 231 0 0,0 1 0 0 0,0-1 0 0 0,0 0 1 0 0,0 0-1 0 0,0 0 0 0 0,0 0 0 0 0,0-1 0 0 0,0 1 0 0 0,0-1 0 0 0,0 0 0 0 0,-4-1 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36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14 21887 0 0,'0'0'2199'0'0,"-1"-1"-2018"0"0,-3-1 119 0 0,0 0 0 0 0,1 1 0 0 0,-1-1 0 0 0,0 1 0 0 0,0-1 0 0 0,-1 1 0 0 0,1 1 0 0 0,0-1 0 0 0,0 1-1 0 0,0-1 1 0 0,0 1 0 0 0,-1 0 0 0 0,1 1 0 0 0,-7 0 0 0 0,-3 1 182 0 0,0 1 0 0 0,0 0 0 0 0,-15 6 0 0 0,7 0-354 0 0,-1 1 0 0 0,1 1 0 0 0,1 0 0 0 0,0 2 1 0 0,1 0-1 0 0,-34 30 0 0 0,50-39-128 0 0,1-1 0 0 0,-1 1 0 0 0,1-1 0 0 0,0 1 0 0 0,0 0 0 0 0,1 0 0 0 0,-1 1 0 0 0,-2 6 0 0 0,4-9 0 0 0,1-1 0 0 0,-1 1 0 0 0,1 0 0 0 0,-1 0 0 0 0,1 0 0 0 0,0 0 0 0 0,0 0 0 0 0,0-1 0 0 0,0 1 0 0 0,0 0 0 0 0,0 0 0 0 0,0 0 0 0 0,1 0 0 0 0,-1 0 0 0 0,1 0 0 0 0,0-1 0 0 0,-1 1 0 0 0,1 0 0 0 0,0 0 0 0 0,0-1 0 0 0,0 1 0 0 0,0-1 0 0 0,0 1 0 0 0,2 1 0 0 0,1 1-1 0 0,1 0-1 0 0,-1 0 1 0 0,1 0-1 0 0,0-1 1 0 0,0 0-1 0 0,0 0 1 0 0,0 0 0 0 0,1-1-1 0 0,-1 0 1 0 0,1 0-1 0 0,6 1 1 0 0,11 2-17 0 0,35 3 0 0 0,-29-4 4 0 0,14 1-21 0 0,-1 0 10 0 0,59 14 0 0 0,-97-18 12 0 0,-2 0 22 0 0,1 0 1 0 0,0-1-1 0 0,0 1 0 0 0,0 0 0 0 0,-1 1 0 0 0,1-1 0 0 0,0 0 1 0 0,-1 1-1 0 0,1 0 0 0 0,2 2 0 0 0,-5-4-13 0 0,1 1 0 0 0,0 0 0 0 0,0 0 0 0 0,-1 0 0 0 0,1 0 1 0 0,-1 0-1 0 0,1 0 0 0 0,-1 0 0 0 0,1 0 0 0 0,-1 0 0 0 0,0 0 0 0 0,1 0 0 0 0,-1 0 0 0 0,0 0 0 0 0,0 0 1 0 0,0 0-1 0 0,0 0 0 0 0,1 0 0 0 0,-2 0 0 0 0,1 0 0 0 0,0 0 0 0 0,0 1 0 0 0,0-1 0 0 0,0 0 0 0 0,-1 0 0 0 0,1 0 1 0 0,-1 0-1 0 0,1 0 0 0 0,-1 0 0 0 0,1 0 0 0 0,-1 0 0 0 0,1-1 0 0 0,-1 1 0 0 0,0 0 0 0 0,0 1 0 0 0,0-2 4 0 0,-2 4-2 0 0,-1 0 1 0 0,0 0-1 0 0,0 0 1 0 0,0-1-1 0 0,0 1 1 0 0,-1-1-1 0 0,-8 5 1 0 0,-39 14 3 0 0,33-14-3 0 0,0-1-424 0 0,-1 0-1 0 0,-22 4 1 0 0,-13-2-3707 0 0,46-9 2323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36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22111 0 0,'0'0'2223'0'0,"0"8"-2014"0"0,-3 58 621 0 0,1-33 747 0 0,3 46 0 0 0,0-69-1381 0 0,0-1-1 0 0,0 1 0 0 0,1-1 0 0 0,1 1 0 0 0,0-1 0 0 0,0 0 1 0 0,1 0-1 0 0,0 0 0 0 0,6 10 0 0 0,-8-16-233 0 0,0 0 0 0 0,0 0 1 0 0,0-1-1 0 0,0 1 0 0 0,0-1 0 0 0,1 1 1 0 0,-1-1-1 0 0,1 0 0 0 0,0 0 0 0 0,0 0 1 0 0,0 0-1 0 0,0-1 0 0 0,0 1 0 0 0,0-1 1 0 0,0 0-1 0 0,0 0 0 0 0,4 1 0 0 0,-2-1-76 0 0,-1-1-1 0 0,1 0 0 0 0,0 0 0 0 0,-1 0 0 0 0,1 0 1 0 0,0-1-1 0 0,-1 0 0 0 0,1 0 0 0 0,0 0 0 0 0,-1 0 1 0 0,8-4-1 0 0,-8 2 10 0 0,0 1 1 0 0,-1 0-1 0 0,1-1 0 0 0,-1 1 1 0 0,0-1-1 0 0,0 0 1 0 0,0 0-1 0 0,0 0 1 0 0,-1 0-1 0 0,5-8 0 0 0,1-3-168 0 0,10-21-1 0 0,-1-2 219 0 0,-2-1 0 0 0,14-55 0 0 0,-16 53 2086 0 0,-12 42-1742 0 0,4 6-125 0 0,0 1 0 0 0,0 0-1 0 0,-1 0 1 0 0,0 0 0 0 0,5 18 0 0 0,6 16-47 0 0,-10-33-128 0 0,1 1 0 0 0,0-1 0 0 0,0 0 0 0 0,1 0-1 0 0,1-1 1 0 0,8 10 0 0 0,-8-12-556 0 0,0 0 1 0 0,0 0-1 0 0,1-1 0 0 0,9 6 0 0 0,-15-10 23 0 0,0-1-1 0 0,-1 0 1 0 0,1 1-1 0 0,0-1 1 0 0,6 1-1 0 0,4 0-1280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37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5983 0 0,'0'2'14342'0'0,"14"67"-4811"0"0,-10-46-9229 0 0,0-1-1 0 0,1 0 0 0 0,2-1 0 0 0,0 1 0 0 0,10 20 0 0 0,-3-13-241 0 0,-8-16-26 0 0,0-1 0 0 0,12 18 1 0 0,-16-31-29 0 0,-1 0 0 0 0,0-1-1 0 0,0 1 1 0 0,0 0 0 0 0,0-1 0 0 0,0 1 0 0 0,0 0 0 0 0,1-3 0 0 0,3-8-11 0 0,-2 0-1 0 0,1 0 0 0 0,-1 0 1 0 0,1-15-1 0 0,-2 11-167 0 0,1 1 0 0 0,7-21 0 0 0,-3 17 108 0 0,1 0-1 0 0,1 1 1 0 0,1 0-1 0 0,17-24 0 0 0,-21 34 41 0 0,-5 8 22 0 0,0-1 1 0 0,0 1-1 0 0,0 0 1 0 0,0-1-1 0 0,1 1 0 0 0,-1 0 1 0 0,0 0-1 0 0,0 0 1 0 0,0 0-1 0 0,0 0 1 0 0,1 0-1 0 0,-1 1 0 0 0,0-1 1 0 0,0 0-1 0 0,0 1 1 0 0,0-1-1 0 0,1 1 0 0 0,1 0 21 0 0,0 1 1 0 0,0 0-1 0 0,-1-1 0 0 0,1 1 0 0 0,-1 0 0 0 0,0 0 0 0 0,1 1 0 0 0,-1-1 0 0 0,0 0 0 0 0,0 1 0 0 0,0 0 1 0 0,-1-1-1 0 0,1 1 0 0 0,-1 0 0 0 0,2 3 0 0 0,2 5 48 0 0,0 1-1 0 0,3 17 1 0 0,2 12 3 0 0,-6-19 88 0 0,2 0 0 0 0,14 35 0 0 0,-20-55-184 0 0,1 0 1 0 0,0 0-1 0 0,0 0 0 0 0,0 0 0 0 0,1-1 1 0 0,-1 1-1 0 0,0 0 0 0 0,1-1 0 0 0,-1 1 1 0 0,1-1-1 0 0,-1 1 0 0 0,1-1 0 0 0,0 0 1 0 0,-1 1-1 0 0,1-1 0 0 0,0 0 0 0 0,0 0 1 0 0,0-1-1 0 0,0 1 0 0 0,0 0 0 0 0,0-1 1 0 0,0 1-1 0 0,4 0 0 0 0,-4-1-20 0 0,1 0 0 0 0,-1-1 0 0 0,1 1-1 0 0,-1-1 1 0 0,1 1 0 0 0,-1-1 0 0 0,0 0 0 0 0,1 0 0 0 0,-1 0 0 0 0,0 0-1 0 0,0 0 1 0 0,0 0 0 0 0,0-1 0 0 0,0 1 0 0 0,0-1 0 0 0,0 1 0 0 0,0-1-1 0 0,0 0 1 0 0,-1 1 0 0 0,3-4 0 0 0,11-18-315 0 0,0-1 0 0 0,16-33 0 0 0,-21 36 17 0 0,0 1 0 0 0,2 1 0 0 0,0-1 0 0 0,1 2 0 0 0,24-27 0 0 0,-33 55 436 0 0,6 52 960 0 0,-9-48-899 0 0,1 0-1 0 0,0 0 0 0 0,1-1 1 0 0,0 1-1 0 0,10 22 1 0 0,-9-27-135 0 0,1 0 1 0 0,1 0-1 0 0,0 0 0 0 0,0 0 1 0 0,1-1-1 0 0,0 0 1 0 0,0-1-1 0 0,1 1 1 0 0,0-1-1 0 0,9 6 0 0 0,-10-9-8 0 0,0 1-1 0 0,0-2 0 0 0,1 1 0 0 0,-1-1 0 0 0,1 0 0 0 0,-1 0 0 0 0,1-1 0 0 0,0 0 0 0 0,0-1 1 0 0,0 1-1 0 0,0-2 0 0 0,1 1 0 0 0,13-2 0 0 0,-11 1-8 0 0,0-2 0 0 0,0 0 0 0 0,0 0 0 0 0,0-1 0 0 0,0 0 0 0 0,0-1 0 0 0,0 0 0 0 0,-1 0 0 0 0,0-1 0 0 0,0-1 0 0 0,0 0 0 0 0,-1 0 0 0 0,0-1 0 0 0,0 0 0 0 0,-1-1 0 0 0,0 0 0 0 0,0 0 0 0 0,7-10 0 0 0,3-7-56 0 0,16-30 0 0 0,-30 48 41 0 0,0-1 0 0 0,-1 0 0 0 0,1 0 0 0 0,-1 0 0 0 0,-1 0-1 0 0,0-1 1 0 0,0 1 0 0 0,1-17 0 0 0,-3 23 13 0 0,0 1 0 0 0,0 0 0 0 0,0 0 1 0 0,0-1-1 0 0,-1 1 0 0 0,1 0 0 0 0,0 0 0 0 0,0 0 0 0 0,-1-1 0 0 0,1 1 0 0 0,-1 0 1 0 0,1 0-1 0 0,-1 0 0 0 0,0 0 0 0 0,1 0 0 0 0,-1 0 0 0 0,0 0 0 0 0,0 0 1 0 0,0 0-1 0 0,-2-1 0 0 0,2 1 5 0 0,-1 0 0 0 0,0 0 0 0 0,0 0 0 0 0,0 0-1 0 0,0 0 1 0 0,0 1 0 0 0,0-1 0 0 0,0 1 0 0 0,0 0 0 0 0,0 0 0 0 0,-4-1 0 0 0,-2 2 55 0 0,1-1 0 0 0,-1 2 0 0 0,0-1 0 0 0,1 1 0 0 0,-14 4 0 0 0,10-1 31 0 0,0 0-1 0 0,1 1 1 0 0,0 0 0 0 0,0 0-1 0 0,0 1 1 0 0,1 1 0 0 0,-12 11-1 0 0,9-7 38 0 0,0 2-1 0 0,1-1 0 0 0,0 1 1 0 0,-12 22-1 0 0,20-29-97 0 0,0 0-1 0 0,0 0 1 0 0,1 1 0 0 0,0-1 0 0 0,0 0-1 0 0,1 1 1 0 0,0 0 0 0 0,0-1-1 0 0,1 1 1 0 0,0-1 0 0 0,0 1-1 0 0,0 0 1 0 0,1-1 0 0 0,1 1 0 0 0,-1-1-1 0 0,1 1 1 0 0,1-1 0 0 0,-1 0-1 0 0,1 0 1 0 0,0 0 0 0 0,1 0 0 0 0,-1-1-1 0 0,2 1 1 0 0,-1-1 0 0 0,1 0-1 0 0,9 11 1 0 0,-2-7-21 0 0,-1 0-1 0 0,2-1 1 0 0,-1 0 0 0 0,1-1-1 0 0,1-1 1 0 0,0 0 0 0 0,0 0-1 0 0,0-1 1 0 0,0-1 0 0 0,24 5-1 0 0,-9-4-1244 0 0,40 4-1 0 0,27-6-7869 0 0,-63-4 400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38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14 11975 0 0,'-17'-10'16600'0'0,"13"7"-15160"0"0,16 11-4800 0 0</inkml:trace>
  <inkml:trace contextRef="#ctx0" brushRef="#br0" timeOffset="1">140 244 27415 0 0,'0'0'1257'0'0,"-4"10"507"0"0,-7 11-593 0 0,10-20-307 0 0,2 1-744 0 0,0 3-35 0 0,-1-3-77 0 0,7 2-3045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8 113 12439 0 0,'-7'1'13251'0'0,"7"0"-13142"0"0,0-1 1 0 0,0 0 0 0 0,0 0-1 0 0,0 0 1 0 0,8 148 3849 0 0,1 3-3333 0 0,-9-117-410 0 0,0-33 664 0 0,0-3-760 0 0,-2-5-86 0 0,1 1 0 0 0,0-1 1 0 0,1 0-1 0 0,0 0 0 0 0,0 0 0 0 0,1-10 0 0 0,2-1-9 0 0,6-25-1 0 0,1 16-29 0 0,0-1-1 0 0,2 1 1 0 0,1 1 0 0 0,23-36-1 0 0,-19 36-195 0 0,25-29 1 0 0,-34 46-133 0 0,-1 1-1 0 0,1 0 1 0 0,1 0 0 0 0,-1 1 0 0 0,1 0 0 0 0,19-10 0 0 0,-24 15-119 0 0,1 0-1 0 0,-1 0 1 0 0,1 0 0 0 0,0 1-1 0 0,0 0 1 0 0,-1 0 0 0 0,1 1-1 0 0,0-1 1 0 0,0 1 0 0 0,0 0-1 0 0,0 0 1 0 0,0 0 0 0 0,0 1-1 0 0,7 2 1 0 0,7 0-1651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0 486 1839 0 0,'1'0'17961'0'0,"3"-7"-14710"0"0,21-30-692 0 0,61-98 112 0 0,-71 110-2679 0 0,-2-2 0 0 0,0 0 0 0 0,11-38 1 0 0,-23 60 42 0 0,0 0 1 0 0,0 1 0 0 0,0-1 0 0 0,0-9-1 0 0,-2 13-15 0 0,0 1 0 0 0,0 0 0 0 0,0 0 0 0 0,0 0 0 0 0,0 0 0 0 0,0 0 0 0 0,0 0 0 0 0,0 0 0 0 0,0 0 0 0 0,0 1 0 0 0,0-1 0 0 0,0 0 0 0 0,0 1 0 0 0,0-1 0 0 0,-2 1 0 0 0,-6 5 8 0 0,0 1 0 0 0,1 0 0 0 0,-1 0 0 0 0,1 1 0 0 0,1 0 0 0 0,-11 14 0 0 0,5-4 28 0 0,0 0-1 0 0,-12 27 1 0 0,21-37-50 0 0,0 1-1 0 0,1 0 0 0 0,0 0 1 0 0,0 0-1 0 0,1 0 1 0 0,0 1-1 0 0,1-1 1 0 0,0 0-1 0 0,0 17 1 0 0,2-21-26 0 0,-1-1-1 0 0,1 0 1 0 0,-1 1 0 0 0,1-1 0 0 0,0 1 0 0 0,1-1 0 0 0,-1 0 0 0 0,1 0 0 0 0,0 0 0 0 0,0 0-1 0 0,0 0 1 0 0,0 0 0 0 0,1-1 0 0 0,-1 1 0 0 0,1-1 0 0 0,0 1 0 0 0,0-1 0 0 0,1 0-1 0 0,-1 0 1 0 0,1 0 0 0 0,-1-1 0 0 0,7 4 0 0 0,-1-2-192 0 0,0 0-1 0 0,1-1 1 0 0,0 0-1 0 0,0 0 1 0 0,-1-1-1 0 0,1-1 1 0 0,1 1-1 0 0,-1-2 1 0 0,0 1-1 0 0,0-1 1 0 0,0-1-1 0 0,0 0 1 0 0,0 0-1 0 0,0-1 1 0 0,0-1-1 0 0,0 1 1 0 0,0-2-1 0 0,-1 1 1 0 0,15-8-1 0 0,-13 5-112 0 0,0 0-1 0 0,0-1 0 0 0,-1 1 1 0 0,0-2-1 0 0,-1 0 0 0 0,1 0 0 0 0,-1-1 1 0 0,-1 0-1 0 0,0 0 0 0 0,0-1 0 0 0,-1 0 1 0 0,0 0-1 0 0,0-1 0 0 0,-2 0 1 0 0,9-19-1 0 0,-10 16 704 0 0,0 1 0 0 0,0 0 1 0 0,-2-1-1 0 0,0 0 0 0 0,0 0 0 0 0,-1 0 1 0 0,-1 1-1 0 0,0-1 0 0 0,-4-18 2967 0 0,-4 69-1017 0 0,8-20-2186 0 0,0 1 0 0 0,1-1 0 0 0,1 0 1 0 0,1 1-1 0 0,1-1 0 0 0,0 0 0 0 0,1 0 0 0 0,1-1 0 0 0,0 0 0 0 0,1 0 1 0 0,1 0-1 0 0,0-1 0 0 0,1 0 0 0 0,14 16 0 0 0,-19-26-131 0 0,0 0 1 0 0,0-1-1 0 0,1 1 1 0 0,0-1-1 0 0,0 0 1 0 0,0-1-1 0 0,0 1 1 0 0,1-1-1 0 0,6 3 1 0 0,-9-5-1 0 0,0 0 0 0 0,-1 0 0 0 0,1 0 0 0 0,0 0 0 0 0,0-1 0 0 0,0 0 1 0 0,0 1-1 0 0,0-1 0 0 0,0 0 0 0 0,0 0 0 0 0,0-1 0 0 0,0 1 1 0 0,0 0-1 0 0,0-1 0 0 0,-1 0 0 0 0,1 0 0 0 0,0 0 0 0 0,0 0 1 0 0,-1 0-1 0 0,1-1 0 0 0,2-1 0 0 0,0 0 11 0 0,-1-1 0 0 0,0 1-1 0 0,0-1 1 0 0,0 0 0 0 0,0 0-1 0 0,-1-1 1 0 0,1 1 0 0 0,-1-1 0 0 0,-1 0-1 0 0,1 1 1 0 0,0-1 0 0 0,1-7 0 0 0,2-7-32 0 0,0 0 0 0 0,2-23 1 0 0,1-1 34 0 0,13-59 46 0 0,-12 51-1766 0 0,26-79 1 0 0,-25 106-2631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2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0 316 5063 0 0,'2'-1'7734'0'0,"1"-1"-6462"0"0,1 0 0 0 0,-1 0 1 0 0,0-1-1 0 0,0 0 0 0 0,0 1 1 0 0,0-1-1 0 0,4-6 1 0 0,17-27 737 0 0,-10 15-992 0 0,0-1-513 0 0,18-40 0 0 0,4-7-319 0 0,-34 66-168 0 0,0-1 0 0 0,0 1 0 0 0,-1-1-1 0 0,1 0 1 0 0,-1 1 0 0 0,1-8-1 0 0,-1 10 290 0 0,-3 1-147 0 0,-2 2-85 0 0,0 0 0 0 0,0 0 0 0 0,0 0 0 0 0,0 1 0 0 0,1 0 1 0 0,-1-1-1 0 0,1 1 0 0 0,-1 0 0 0 0,1 1 0 0 0,0-1 0 0 0,0 1 0 0 0,1-1 0 0 0,-1 1 0 0 0,1 0 0 0 0,-3 5 0 0 0,-4 7 22 0 0,2 0-1 0 0,0 1 1 0 0,0 0-1 0 0,-7 32 1 0 0,12-39-100 0 0,0 0 0 0 0,1 0-1 0 0,0 1 1 0 0,1-1 0 0 0,0 1 0 0 0,0-1 0 0 0,1 1-1 0 0,1-1 1 0 0,4 17 0 0 0,-5-23-145 0 0,0-1 0 0 0,1 1 0 0 0,-1-1 0 0 0,1 1 0 0 0,0-1 0 0 0,0 0 0 0 0,0 0 0 0 0,0 0 0 0 0,1 0 0 0 0,-1 0 0 0 0,1-1 0 0 0,0 1 0 0 0,-1-1 0 0 0,1 1 0 0 0,0-1 0 0 0,1 0 0 0 0,-1 0 0 0 0,0-1 0 0 0,1 1 0 0 0,-1 0 0 0 0,0-1 0 0 0,1 0 0 0 0,0 0 0 0 0,-1 0 0 0 0,1-1 0 0 0,0 1 0 0 0,-1-1 0 0 0,1 0 0 0 0,0 0 0 0 0,0 0 0 0 0,-1 0 0 0 0,1-1 0 0 0,0 1 0 0 0,-1-1 0 0 0,7-2 0 0 0,5-3-860 0 0,-1 0-1 0 0,0-1 1 0 0,0-1-1 0 0,0 0 0 0 0,-1-1 1 0 0,0 0-1 0 0,-1-1 1 0 0,0-1-1 0 0,0 0 1 0 0,13-17-1 0 0,-15 15 465 0 0,0 0-1 0 0,-1 0 1 0 0,-1-1 0 0 0,8-17-1 0 0,-11 18 850 0 0,0 0 0 0 0,-1 0 0 0 0,0 0 0 0 0,-1 0 0 0 0,2-17 0 0 0,-7 6 14797 0 0,0 37-14678 0 0,1-1 1 0 0,0 0-1 0 0,1 1 1 0 0,0-1-1 0 0,3 19 0 0 0,2 0 49 0 0,9 31 0 0 0,13 21-60 0 0,-24-74-374 0 0,1 0 0 0 0,0-1 0 0 0,1 1 0 0 0,0-1 0 0 0,0 0 1 0 0,13 13-1 0 0,-16-19-13 0 0,-1-2-28 0 0,0 0 0 0 0,0 0 0 0 0,-1 1 0 0 0,1-1 0 0 0,0 0 0 0 0,0 0 0 0 0,0 0 0 0 0,-1 0 0 0 0,1-1 0 0 0,0 1 0 0 0,0 0 0 0 0,-1 0 0 0 0,1 0 0 0 0,0-1 0 0 0,-1 1 0 0 0,1 0 0 0 0,0 0 0 0 0,0-1 0 0 0,-1 1 0 0 0,1-1 0 0 0,-1 1 0 0 0,1-1 0 0 0,0 1 0 0 0,-1-1 1 0 0,1 1-1 0 0,-1-1 0 0 0,1 1 0 0 0,-1-1 0 0 0,0 0 0 0 0,1 1 0 0 0,0-2 0 0 0,0 0-4 0 0,7-10 25 0 0,0-1 0 0 0,-1 1 0 0 0,0-1 0 0 0,7-19 0 0 0,12-25-630 0 0,-22 51 461 0 0,0 0 0 0 0,0 0-1 0 0,0 0 1 0 0,1 0 0 0 0,0 1-1 0 0,8-7 1 0 0,13-9-620 0 0,113-88-4312 0 0,-115 93 4582 0 0,0 1 0 0 0,2 1 0 0 0,0 1 0 0 0,29-11 0 0 0,-31 17 7717 0 0,-25 10-7004 0 0,0 1 0 0 0,0-1 0 0 0,-1 0-1 0 0,1 1 1 0 0,-1-1 0 0 0,0 0-1 0 0,0 0 1 0 0,0 0 0 0 0,0-1-1 0 0,-4 5 1 0 0,2-2-61 0 0,-1 1-64 0 0,-1-1 0 0 0,0 1 0 0 0,-12 8 0 0 0,-4 3 19 0 0,-24 20-25 0 0,32-27-53 0 0,1 0-1 0 0,0 1 0 0 0,1 1 1 0 0,-17 18-1 0 0,23-19-28 0 0,3-1 0 0 0,3-8-8 0 0,1-1 0 0 0,-1 0 1 0 0,1 1-1 0 0,-1-1 0 0 0,1 1 0 0 0,0-1 1 0 0,-1 0-1 0 0,1 1 0 0 0,0-1 0 0 0,0 0 1 0 0,0 0-1 0 0,0 0 0 0 0,0 0 0 0 0,0 0 0 0 0,0 0 1 0 0,1 0-1 0 0,-1 0 0 0 0,0 0 0 0 0,0 0 1 0 0,1 0-1 0 0,-1-1 0 0 0,0 1 0 0 0,1-1 1 0 0,-1 1-1 0 0,2 0 0 0 0,4 1-40 0 0,0-1 1 0 0,-1 0-1 0 0,1 0 1 0 0,9 1-1 0 0,106-5-266 0 0,-77 0 208 0 0,47 3 1 0 0,-68 1 78 0 0,-14-1 6 0 0,-1 1 0 0 0,1 0 0 0 0,-1 0 0 0 0,0 0 0 0 0,0 2 0 0 0,11 3 0 0 0,-19-6 20 0 0,-1 0 0 0 0,0 0-1 0 0,0 1 1 0 0,1-1 0 0 0,-1 0-1 0 0,0 1 1 0 0,0-1 0 0 0,1 0-1 0 0,-1 1 1 0 0,0-1 0 0 0,0 0-1 0 0,0 1 1 0 0,0-1 0 0 0,1 1-1 0 0,-1-1 1 0 0,0 0 0 0 0,0 1-1 0 0,0-1 1 0 0,0 1 0 0 0,0-1-1 0 0,0 1 1 0 0,0-1 0 0 0,0 0-1 0 0,0 1 1 0 0,-1 0 0 0 0,-1 10-18 0 0,1-7 37 0 0,-1 0 0 0 0,0 0 0 0 0,-1 0-1 0 0,1-1 1 0 0,-1 1 0 0 0,1-1 0 0 0,-1 1 0 0 0,0-1 0 0 0,0 0 0 0 0,-1 0 0 0 0,1 0-1 0 0,-1 0 1 0 0,-5 2 0 0 0,-7 5 123 0 0,-30 12 0 0 0,46-22-141 0 0,-28 12-14 0 0,-47 14-1 0 0,61-22-988 0 0,0-1-1 0 0,-1-1 0 0 0,1 0 1 0 0,0-1-1 0 0,-24-1 0 0 0,26-1-1037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0 291 13359 0 0,'0'0'1210'0'0,"2"2"-996"0"0,2 4 666 0 0,0 0 0 0 0,0 1 0 0 0,0 0 0 0 0,0 0 0 0 0,-1 0 0 0 0,0 0 0 0 0,2 11 0 0 0,9 57 6092 0 0,-6-20-4272 0 0,-5-44-3045 0 0,0 0-1 0 0,7 19 1 0 0,-8-26 124 0 0,0 0 1 0 0,0 0-1 0 0,1 0 0 0 0,-1-1 0 0 0,1 1 1 0 0,3 3-1 0 0,-4-5-965 0 0,0 0 0 0 0,0-1 0 0 0,0 1 0 0 0,1 0 0 0 0,-1-1 0 0 0,3 2 1 0 0,9 1-7701 0 0</inkml:trace>
  <inkml:trace contextRef="#ctx0" brushRef="#br0" timeOffset="1">117 50 20591 0 0,'0'0'912'0'0,"-3"-7"408"0"0,5 0-1320 0 0,5-1 0 0 0,1-1 72 0 0,3 4-72 0 0,-1 3 80 0 0,4-1-80 0 0,1-2-1088 0 0,-3 1-256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3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12439 0 0,'0'0'958'0'0,"-1"2"-625"0"0,-1 17 3606 0 0,0 0-1 0 0,2 28 1 0 0,4 13 799 0 0,-2-24-4459 0 0,2 32 497 0 0,4 232 343 0 0,-13-246-1006 0 0,12-102-302 0 0,-1 31 153 0 0,1 1 1 0 0,0 1 0 0 0,1-1-1 0 0,0 1 1 0 0,1 0 0 0 0,1 1-1 0 0,1 0 1 0 0,0 1 0 0 0,0 0-1 0 0,1 1 1 0 0,1 0 0 0 0,0 1-1 0 0,16-11 1 0 0,-20 16 25 0 0,1 1 0 0 0,0 0 0 0 0,0 0 1 0 0,1 1-1 0 0,-1 0 0 0 0,1 0 0 0 0,0 1 0 0 0,-1 1 0 0 0,1 0 1 0 0,1 1-1 0 0,-1 0 0 0 0,13 0 0 0 0,-20 1 9 0 0,-1 1-1 0 0,1-1 1 0 0,0 1-1 0 0,-1 0 1 0 0,1 0 0 0 0,-1 0-1 0 0,1 0 1 0 0,-1 0-1 0 0,1 1 1 0 0,-1 0 0 0 0,0-1-1 0 0,0 1 1 0 0,0 1-1 0 0,0-1 1 0 0,0 0 0 0 0,0 1-1 0 0,-1-1 1 0 0,1 1-1 0 0,-1 0 1 0 0,1 0 0 0 0,-1 0-1 0 0,0 0 1 0 0,0 0-1 0 0,-1 1 1 0 0,1-1 0 0 0,-1 0-1 0 0,1 1 1 0 0,-1-1-1 0 0,0 1 1 0 0,-1 0-1 0 0,1-1 1 0 0,0 1 0 0 0,-1 0-1 0 0,0-1 1 0 0,0 1-1 0 0,0 0 1 0 0,-1 3 0 0 0,-2 8-3 0 0,-1-1-1 0 0,0 0 1 0 0,-1 0 0 0 0,-1 0 0 0 0,0-1 0 0 0,0 0 0 0 0,-2 0-1 0 0,0 0 1 0 0,-17 21 0 0 0,8-15-31 0 0,0-1 1 0 0,-1-1-1 0 0,0-1 1 0 0,-2 0-1 0 0,-23 14 0 0 0,28-21-401 0 0,0-1-1 0 0,0-1 1 0 0,-1 0-1 0 0,0-1 1 0 0,0-1-1 0 0,-28 6 0 0 0,30-8-2519 0 0,-23 2-1 0 0,34-5 813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12895 0 0,'0'0'998'0'0,"1"1"-193"0"0,-2 3 161 0 0,1-1 1 0 0,0 0-1 0 0,-1 1 0 0 0,1-1 1 0 0,-1 0-1 0 0,0 0 0 0 0,0 1 1 0 0,0-1-1 0 0,-1 0 1 0 0,1 0-1 0 0,-3 2 0 0 0,-4 16 1123 0 0,-13 35-1655 0 0,6-16 290 0 0,1-1 0 0 0,-12 65-1 0 0,24-92-627 0 0,0 0-1 0 0,1 1 0 0 0,1-1 0 0 0,0 0 0 0 0,0 0 0 0 0,1 1 0 0 0,1-1 0 0 0,0 0 0 0 0,1 0 0 0 0,0-1 0 0 0,1 1 0 0 0,0 0 0 0 0,8 14 0 0 0,-9-21-104 0 0,0 0 0 0 0,1 0 0 0 0,-1 0 0 0 0,1 0 0 0 0,0-1 0 0 0,1 1-1 0 0,-1-1 1 0 0,1 0 0 0 0,0-1 0 0 0,0 1 0 0 0,0-1 0 0 0,0 0 0 0 0,0 0 0 0 0,1-1 0 0 0,-1 1 0 0 0,1-1 0 0 0,0 0 0 0 0,0-1-1 0 0,11 2 1 0 0,-7-1-9 0 0,1-2-1 0 0,-1 0 1 0 0,0 0-1 0 0,1-1 1 0 0,-1 0-1 0 0,0 0 1 0 0,1-1-1 0 0,-1-1 1 0 0,0 0-1 0 0,17-7 1 0 0,-6 0-12 0 0,-1-1 1 0 0,0 0-1 0 0,-1-2 0 0 0,34-28 1 0 0,-41 31 2 0 0,-2-1 0 0 0,1 0 0 0 0,-1 0 0 0 0,-1-1 0 0 0,0 0 0 0 0,-1-1 0 0 0,0 0 0 0 0,8-21 0 0 0,-15 32 21 0 0,0-1 0 0 0,0 1 0 0 0,0 0 0 0 0,0-1 0 0 0,-1 1 0 0 0,1-1 0 0 0,-1 1 0 0 0,0-1 1 0 0,0 1-1 0 0,0-1 0 0 0,0 0 0 0 0,-1-4 0 0 0,1 6 7 0 0,-1 0-1 0 0,1 0 1 0 0,-1 0 0 0 0,0 0 0 0 0,1 0-1 0 0,-1 0 1 0 0,0 0 0 0 0,0 0 0 0 0,1 0-1 0 0,-1 0 1 0 0,0 1 0 0 0,0-1 0 0 0,0 0-1 0 0,0 0 1 0 0,0 1 0 0 0,0-1 0 0 0,0 1-1 0 0,-1-1 1 0 0,1 1 0 0 0,0-1 0 0 0,0 1-1 0 0,0 0 1 0 0,0 0 0 0 0,-1-1 0 0 0,1 1-1 0 0,0 0 1 0 0,-2 0 0 0 0,-1 0 19 0 0,1 1 0 0 0,0-1 0 0 0,-1 1 0 0 0,1-1 0 0 0,0 1 0 0 0,0 0 1 0 0,0 0-1 0 0,0 0 0 0 0,0 1 0 0 0,0-1 0 0 0,0 1 0 0 0,0 0 0 0 0,0-1 0 0 0,1 1 0 0 0,-1 1 0 0 0,1-1 0 0 0,-1 0 0 0 0,1 0 0 0 0,0 1 0 0 0,-2 2 1 0 0,-1 3 43 0 0,-1-1 0 0 0,1 1 1 0 0,1 0-1 0 0,0 0 1 0 0,-6 17-1 0 0,7-17-39 0 0,1-1 0 0 0,1 0 0 0 0,-1 1 0 0 0,1-1 1 0 0,1 1-1 0 0,-1-1 0 0 0,1 1 0 0 0,1-1 0 0 0,-1 1 0 0 0,1 0 0 0 0,0-1 0 0 0,1 0 1 0 0,0 1-1 0 0,0-1 0 0 0,1 0 0 0 0,4 9 0 0 0,-2-6-31 0 0,1 0 0 0 0,1-1 0 0 0,0 1 0 0 0,0-2 0 0 0,0 1-1 0 0,1-1 1 0 0,0 0 0 0 0,1 0 0 0 0,0-1 0 0 0,12 7 0 0 0,34 20-1492 0 0,-31-21-6740 0 0,-2-1-1618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76 11055 0 0,'-5'-7'1139'0'0,"0"-1"-1"0"0,-1 1 1 0 0,0 0-1 0 0,0 0 0 0 0,0 1 1 0 0,-1-1-1 0 0,-9-5 1 0 0,13 10-640 0 0,0 0 0 0 0,0 0 1 0 0,-1 1-1 0 0,1-1 0 0 0,0 1 1 0 0,-1 0-1 0 0,1 0 0 0 0,-1 0 1 0 0,1 1-1 0 0,-1-1 0 0 0,-4 1 1 0 0,5 0-471 0 0,-1 0 0 0 0,0 1 0 0 0,0-1 1 0 0,1 1-1 0 0,-1 0 0 0 0,0 0 0 0 0,-4 2 0 0 0,-5 3 264 0 0,0 1-1 0 0,1 0 1 0 0,0 1-1 0 0,1 0 1 0 0,-12 11-1 0 0,2 0 76 0 0,-28 34 0 0 0,36-38-231 0 0,1 1 0 0 0,-14 23 0 0 0,23-34-131 0 0,0 0 0 0 0,1 0 0 0 0,0 0 0 0 0,0 0 0 0 0,0 1 0 0 0,0-1 0 0 0,1 0 0 0 0,0 1 1 0 0,0-1-1 0 0,0 1 0 0 0,1 0 0 0 0,0-1 0 0 0,0 7 0 0 0,1-10-9 0 0,0 0 0 0 0,-1 1 0 0 0,1-1 0 0 0,0 0 0 0 0,0 0 0 0 0,0 0 0 0 0,1 0 0 0 0,-1 0 0 0 0,0 0 0 0 0,1 0 0 0 0,-1 0 0 0 0,1-1 0 0 0,0 1 0 0 0,-1-1 0 0 0,1 1 0 0 0,0-1 0 0 0,0 0 0 0 0,0 1 0 0 0,0-1 0 0 0,0 0 0 0 0,1 0 0 0 0,-1 0 0 0 0,0-1 0 0 0,0 1 0 0 0,0-1 0 0 0,4 1 0 0 0,2 1-32 0 0,0-1 1 0 0,0 0 0 0 0,0-1 0 0 0,0 0 0 0 0,0 0 0 0 0,10-2 0 0 0,1-2-45 0 0,0-1 0 0 0,0 0-1 0 0,0-2 1 0 0,-1 0 0 0 0,0-1 0 0 0,-1-1 0 0 0,1 0-1 0 0,-2-1 1 0 0,28-22 0 0 0,-33 22 22 0 0,1 0-1 0 0,-1 0 0 0 0,-1-1 1 0 0,0-1-1 0 0,0 0 1 0 0,15-25-1 0 0,-25 36 674 0 0,0 3-436 0 0,-5 9-108 0 0,1 1-1 0 0,0-1 0 0 0,1 1 0 0 0,1 0 1 0 0,0 0-1 0 0,0 0 0 0 0,1 0 0 0 0,1 0 0 0 0,0 0 1 0 0,1 0-1 0 0,2 18 0 0 0,0-18-249 0 0,0 1 1 0 0,1-1-1 0 0,0 0 0 0 0,7 13 0 0 0,-9-21 97 0 0,0 0 0 0 0,1-1 0 0 0,-1 1 0 0 0,1-1-1 0 0,0 0 1 0 0,0 0 0 0 0,0 0 0 0 0,0 0-1 0 0,0 0 1 0 0,1-1 0 0 0,-1 1 0 0 0,1-1 0 0 0,0 0-1 0 0,-1 0 1 0 0,1 0 0 0 0,5 1 0 0 0,-4-2-409 0 0,0 1 0 0 0,0-2-1 0 0,0 1 1 0 0,0 0 0 0 0,0-1 0 0 0,0 0 0 0 0,1 0 0 0 0,-1-1 0 0 0,0 1 0 0 0,0-1 0 0 0,5-2 0 0 0,7-1-1560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4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14743 0 0,'0'2'3978'0'0,"0"2"-2936"0"0,1 0 0 0 0,-1-1 0 0 0,1 1-1 0 0,0 0 1 0 0,0 0 0 0 0,0-1 0 0 0,2 6 0 0 0,1-2-384 0 0,-1 0-1 0 0,2 0 1 0 0,4 7-1 0 0,3 1-335 0 0,1 0-1 0 0,16 14 1 0 0,12 8 127 0 0,-2 2 1 0 0,60 78-1 0 0,-38-26-241 0 0,95 190 0 0 0,-72-84-166 0 0,-73-163-38 0 0,-1 0 1 0 0,-2 0-1 0 0,-1 1 1 0 0,1 37-1 0 0,-5-29 29 0 0,-3 1 0 0 0,-1-1 0 0 0,-11 60 0 0 0,7-75-14 0 0,-1 0 0 0 0,-1-1 0 0 0,-2 0-1 0 0,-1 0 1 0 0,-1-1 0 0 0,-18 31 0 0 0,22-46-19 0 0,-1-1 0 0 0,-1 1 0 0 0,1-1 0 0 0,-2-1 0 0 0,1 0 0 0 0,-14 10 0 0 0,22-18-2 0 0,-1 0 0 0 0,1 0-1 0 0,-1 0 1 0 0,0 0 0 0 0,1 0 0 0 0,-1 0 0 0 0,0 0 0 0 0,1 0-1 0 0,-4 0 1 0 0,-16 6-127 0 0,20-6-280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2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100 210 4143 0 0,'-26'1'-975'0'0,"22"-1"2534"0"0,0 0 1 0 0,-1 0 0 0 0,1 1 0 0 0,0-1 0 0 0,-6 2-1 0 0,9-1-794 0 0,-1-1 0 0 0,1 1 0 0 0,-1 0 0 0 0,1 0 0 0 0,0-1 0 0 0,-1 1 0 0 0,1 0-1 0 0,0 0 1 0 0,0 0 0 0 0,0 0 0 0 0,-1 1 0 0 0,1-1 0 0 0,0 0 0 0 0,1 0 0 0 0,-1 1-1 0 0,0-1 1 0 0,0 1 0 0 0,-1 1 0 0 0,-2 11-486 0 0,0 1 1 0 0,1-1-1 0 0,1 0 0 0 0,0 1 0 0 0,0 24 0 0 0,1-21 34 0 0,-1 18 31 0 0,2 0 0 0 0,2 1 0 0 0,6 42 0 0 0,-2-58-92 0 0,-5-20 128 0 0,1 0-232 0 0,0-1-168 0 0,0 0 1 0 0,0 1-1 0 0,0-1 1 0 0,0 0-1 0 0,0 0 0 0 0,0 0 1 0 0,0 0-1 0 0,0 0 0 0 0,0-1 1 0 0,0 1-1 0 0,0-1 0 0 0,0 1 1 0 0,0-1-1 0 0,-1 1 1 0 0,4-3-1 0 0,-1 1-4 0 0,0-1 0 0 0,0 1 0 0 0,0-1 0 0 0,0 0 0 0 0,0-1 0 0 0,3-3 0 0 0,3-6-50 0 0,0 0 0 0 0,15-26 0 0 0,54-119-370 0 0,-41 76 292 0 0,-17 37 101 0 0,29-54-142 0 0,-42 86 174 0 0,0 0-1 0 0,1 1 1 0 0,0 0 0 0 0,1 1-1 0 0,15-14 1 0 0,-12 16 19 0 0,-12 9 0 0 0,-1-1 0 0 0,1 1 0 0 0,0 0 0 0 0,-1 0 0 0 0,1-1 0 0 0,-1 1 0 0 0,1 0 0 0 0,0 0 0 0 0,-1 0 0 0 0,1 0 0 0 0,0 0 0 0 0,-1 0 0 0 0,1 0 0 0 0,0 0 0 0 0,-1 0 0 0 0,2 1 0 0 0,0 0 8 0 0,-1-1-1 0 0,1 1 1 0 0,-1 0-1 0 0,0 1 1 0 0,1-1-1 0 0,-1 0 1 0 0,0 0-1 0 0,0 0 1 0 0,0 1-1 0 0,0-1 1 0 0,0 1-1 0 0,0-1 1 0 0,0 1-1 0 0,0-1 1 0 0,0 3-1 0 0,9 26 191 0 0,-10-30-197 0 0,7 36 237 0 0,-1 0 0 0 0,-3 1 1 0 0,-1 70-1 0 0,-2-80-126 0 0,-20 450 1021 0 0,7-251-942 0 0,1 132-115 0 0,-10-138-641 0 0,21-209 431 0 0,1-3-1157 0 0,-1-4-2744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3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7831 0 0,'-3'1'101'0'0,"1"0"0"0"0,-1 0 0 0 0,0 0 0 0 0,0 1-1 0 0,1-1 1 0 0,-1 0 0 0 0,1 1 0 0 0,-1 0 0 0 0,1 0 0 0 0,0 0-1 0 0,-1 0 1 0 0,1 0 0 0 0,0 0 0 0 0,0 0 0 0 0,1 1-1 0 0,-1-1 1 0 0,0 1 0 0 0,1-1 0 0 0,-1 1 0 0 0,0 3 0 0 0,-12 27 4552 0 0,5-2 3605 0 0,1 3-4264 0 0,-5 52 0 0 0,8 35-2196 0 0,8-49-2886 0 0,18 99 0 0 0,-20-164 497 0 0,0-5-404 0 0,-1 5-1219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3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14743 0 0,'2'0'6279'0'0,"9"-2"-4572"0"0,0 0 0 0 0,-1-1 0 0 0,18-7 0 0 0,-11 2-681 0 0,24-14 0 0 0,66-53-380 0 0,-18 13-87 0 0,-75 53-474 0 0,1 0 1 0 0,0 2-1 0 0,1 0 0 0 0,21-7 1 0 0,-34 13-69 0 0,0 0 0 0 0,0 0 1 0 0,0 1-1 0 0,0-1 1 0 0,1 1-1 0 0,-1 0 0 0 0,0 0 1 0 0,0 0-1 0 0,0 0 0 0 0,0 0 1 0 0,1 1-1 0 0,-1 0 1 0 0,0-1-1 0 0,0 1 0 0 0,0 0 1 0 0,5 3-1 0 0,-5-2 5 0 0,0 0-1 0 0,0 1 1 0 0,0-1 0 0 0,-1 1-1 0 0,1-1 1 0 0,0 1 0 0 0,-1 0-1 0 0,0 0 1 0 0,0 0 0 0 0,0 1-1 0 0,0-1 1 0 0,-1 0 0 0 0,3 7-1 0 0,7 26 94 0 0,-1 0 0 0 0,-2 0 0 0 0,6 73 0 0 0,0 0-60 0 0,-5-38-55 0 0,-6-64 0 0 0,2-9 0 0 0,2-8 0 0 0,-7 10 0 0 0,13-23-43 0 0,-2 0 0 0 0,-1 0 0 0 0,-1-1 0 0 0,6-26 0 0 0,-4 14 38 0 0,-1 4 3 0 0,1 1-1 0 0,2 0 1 0 0,1 1-1 0 0,25-40 1 0 0,-39 70 0 0 0,1-1 0 0 0,-1 1 0 0 0,0 0 0 0 0,0-1 0 0 0,0 1 1 0 0,0 0-1 0 0,1-1 0 0 0,-1 1 0 0 0,0 0 0 0 0,0 0 0 0 0,1-1 0 0 0,-1 1 0 0 0,0 0 0 0 0,0 0 0 0 0,1-1 0 0 0,-1 1 1 0 0,0 0-1 0 0,1 0 0 0 0,-1 0 0 0 0,0 0 0 0 0,1 0 0 0 0,-1-1 0 0 0,0 1 0 0 0,1 0 0 0 0,-1 0 0 0 0,0 0 0 0 0,1 0 1 0 0,-1 0-1 0 0,1 0 0 0 0,-1 0 0 0 0,0 0 0 0 0,1 0 0 0 0,-1 0 0 0 0,0 0 0 0 0,1 1 0 0 0,-1-1 0 0 0,0 0 0 0 0,1 0 1 0 0,-1 0-1 0 0,1 1 0 0 0,0 0 4 0 0,0 0 1 0 0,0 0-1 0 0,0 1 1 0 0,0-1-1 0 0,0 0 1 0 0,0 1-1 0 0,0-1 1 0 0,0 1-1 0 0,0 2 1 0 0,2 4 28 0 0,0 0 0 0 0,-1 0 1 0 0,2 9-1 0 0,0 63 10 0 0,2 12 107 0 0,-5-83-383 0 0,1 0-1 0 0,0 0 0 0 0,0 0 0 0 0,1 0 0 0 0,0 0 0 0 0,0 0 1 0 0,7 9-1 0 0,-10-17 110 0 0,0-1 0 0 0,1 1 1 0 0,-1-1-1 0 0,0 0 0 0 0,1 1 0 0 0,-1-1 1 0 0,1 1-1 0 0,-1-1 0 0 0,1 0 0 0 0,-1 1 1 0 0,1-1-1 0 0,-1 0 0 0 0,1 0 0 0 0,-1 1 1 0 0,1-1-1 0 0,-1 0 0 0 0,2 0 1 0 0,1 1-543 0 0,13 6-1824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24335 0 0,'0'0'3513'0'0,"1"-1"-3050"0"0,14-6-204 0 0,1 1 1 0 0,-1 0-1 0 0,1 2 0 0 0,23-5 1 0 0,66-5 1620 0 0,-28 6-1281 0 0,-58 5-732 0 0,66-7-2228 0 0,-76 10 1989 0 0,1 0 1 0 0,-1 0-1 0 0,0 1 0 0 0,1 0 1 0 0,-1 1-1 0 0,16 4 0 0 0,-7 2-1364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44 25055 0 0,'-1'1'2269'0'0,"-3"1"-1815"0"0,3-2-134 0 0,2 1 21 0 0,20 1-8 0 0,0-2-1 0 0,0 0 1 0 0,-1-1 0 0 0,35-5 0 0 0,-8 0-53 0 0,154-20-4239 0 0,-156 16-5642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6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 9671 0 0,'-5'-3'20287'0'0,"5"5"-19526"0"0,22 125 981 0 0,-15-89-1519 0 0,13 58-202 0 0,5-1 0 0 0,3-2-1 0 0,52 115 1 0 0,-71-184-21 0 0,-8-23 0 0 0,-1-1 0 0 0,0 1 0 0 0,0-1 0 0 0,0 0 0 0 0,1 1 0 0 0,-1-1 0 0 0,0 0 0 0 0,1 1 0 0 0,-1-1 0 0 0,0 0 0 0 0,1 1 0 0 0,-1-1 0 0 0,0 0 0 0 0,1 1 0 0 0,-1-1 0 0 0,1 0 0 0 0,-1 0 0 0 0,1 1 0 0 0,0-2 0 0 0,0 1 0 0 0,0 0 0 0 0,0-1 0 0 0,-1 1 0 0 0,1-1 0 0 0,0 1 0 0 0,0-1 0 0 0,0 1 0 0 0,-1-1 0 0 0,1 1 0 0 0,0-1 0 0 0,0 0 0 0 0,-1 1 0 0 0,1-1 0 0 0,-1 0 0 0 0,1 0 0 0 0,-1 1 0 0 0,1-1 0 0 0,0-1 0 0 0,11-21 0 0 0,-10 19 0 0 0,11-26 0 0 0,-1-2 0 0 0,13-56 0 0 0,-11 36 0 0 0,-11 39 0 0 0,8-26 0 0 0,0 0 0 0 0,3 2 0 0 0,32-66 0 0 0,-45 103 0 0 0,-1-1 0 0 0,0 1 0 0 0,0 0 0 0 0,0-1 0 0 0,1 1 0 0 0,-1-1 0 0 0,0 1 0 0 0,1-1 0 0 0,-1 1 0 0 0,0 0 0 0 0,1-1 0 0 0,-1 1 0 0 0,0 0 0 0 0,1-1 0 0 0,-1 1 0 0 0,1 0 0 0 0,-1-1 0 0 0,1 1 0 0 0,-1 0 0 0 0,1 0 0 0 0,-1 0 0 0 0,0-1 0 0 0,1 1 0 0 0,0 0 0 0 0,3 4 0 0 0,-3-4 0 0 0,2 3 0 0 0,0 1 0 0 0,0 0 0 0 0,0 0 0 0 0,-1 0 0 0 0,0 1 0 0 0,1-1 0 0 0,-1 0 0 0 0,-1 1 0 0 0,1-1 0 0 0,1 9 0 0 0,3 3 0 0 0,19 68 0 0 0,4 9 0 0 0,-23-77 0 0 0,1 0 0 0 0,1 0 0 0 0,15 23 0 0 0,-19-33 0 0 0,1 0 0 0 0,0 0 0 0 0,1 0 0 0 0,-1 0 0 0 0,1-1 0 0 0,0 0 0 0 0,0 0 0 0 0,1-1 0 0 0,9 5 0 0 0,-13-7 0 0 0,1 0 0 0 0,-1-1 0 0 0,1 1 0 0 0,-1-1 0 0 0,1 0 0 0 0,0 0 0 0 0,0 0 0 0 0,0-1 0 0 0,-1 0 0 0 0,1 1 0 0 0,0-1 0 0 0,0 0 0 0 0,0-1 0 0 0,0 1 0 0 0,0-1 0 0 0,-1 1 0 0 0,1-1 0 0 0,0-1 0 0 0,-1 1 0 0 0,6-2 0 0 0,-4 0 0 0 0,0 0 0 0 0,-1 0 0 0 0,1 0 0 0 0,-1-1 0 0 0,0 1 0 0 0,0-1 0 0 0,0 0 0 0 0,6-8 0 0 0,-5 4 0 0 0,0 0 0 0 0,-1 0 0 0 0,0-1 0 0 0,4-11 0 0 0,87-279-567 0 0,-65 194 218 0 0,-23 81-643 0 0,3-12-3500 0 0,-2 20-5212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24335 0 0,'0'0'2203'0'0,"2"-2"-1817"0"0,5-3-46 0 0,1 0 0 0 0,0 0 0 0 0,0 1 1 0 0,1 0-1 0 0,-1 0 0 0 0,1 1 0 0 0,11-4 0 0 0,69-10 942 0 0,-48 11-995 0 0,56-7-1505 0 0,141 0 0 0 0,-156 10-1692 0 0,-38 1 1233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18887 0 0,'0'0'1712'0'0,"3"0"-1409"0"0,21-1-39 0 0,14-6 4237 0 0,16-2 351 0 0,91-6-2804 0 0,-16 0-2012 0 0,0 11-4511 0 0,-103 5-5742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7 198 16127 0 0,'-6'-1'11376'0'0,"11"18"-9796"0"0,-2-5-1005 0 0,0 0 0 0 0,-1 0 1 0 0,2 14-1 0 0,16 174 579 0 0,-20-199-1155 0 0,0-1 1 0 0,0 0 0 0 0,0 1-1 0 0,0-1 1 0 0,0 1 0 0 0,0-1-1 0 0,1 0 1 0 0,-1 1 0 0 0,0-1-1 0 0,0 1 1 0 0,0-1-1 0 0,0 0 1 0 0,0 1 0 0 0,1-1-1 0 0,-1 0 1 0 0,0 1 0 0 0,0-1-1 0 0,1 0 1 0 0,-1 1 0 0 0,0-1-1 0 0,1 0 1 0 0,-1 1 0 0 0,0-1-1 0 0,1 0 1 0 0,-1 0 0 0 0,0 0-1 0 0,1 1 1 0 0,-1-1 0 0 0,1 0-1 0 0,4-1 11 0 0,-5 0-9 0 0,4 0 8 0 0,0 0 1 0 0,-1-1-1 0 0,1 0 0 0 0,-1 0 1 0 0,0 0-1 0 0,1 0 1 0 0,-1-1-1 0 0,0 1 1 0 0,0-1-1 0 0,-1 0 0 0 0,1 0 1 0 0,-1 0-1 0 0,1 0 1 0 0,2-5-1 0 0,4-7-24 0 0,13-30 0 0 0,-19 40 13 0 0,17-36-250 0 0,28-41 0 0 0,-17 32 133 0 0,-30 49 50 0 0,0 1 67 0 0,0 1 1 0 0,0-1-1 0 0,0 1 1 0 0,-1 0-1 0 0,1 0 1 0 0,0-1-1 0 0,0 1 1 0 0,0 0-1 0 0,-1 0 1 0 0,1 0-1 0 0,0 1 1 0 0,1 0 4 0 0,4 7 0 0 0,0 0 0 0 0,-1 1-1 0 0,0 0 1 0 0,6 17-1 0 0,-6-14-8 0 0,1-1 0 0 0,11 20 0 0 0,-12-24-18 0 0,1 1-1 0 0,0-2 1 0 0,1 1-1 0 0,0-1 1 0 0,0 0-1 0 0,1 0 1 0 0,-1-1-1 0 0,1 0 1 0 0,12 7 0 0 0,-13-10-36 0 0,-1 0 0 0 0,1 0 0 0 0,-1-1 0 0 0,1 0 0 0 0,0 0 0 0 0,0-1 0 0 0,0 0 0 0 0,0 0 0 0 0,0 0 0 0 0,0-1 0 0 0,0 0 0 0 0,0-1 0 0 0,0 1 0 0 0,8-3 0 0 0,-4 0-33 0 0,0 0-1 0 0,0-1 1 0 0,-1 0-1 0 0,0-1 1 0 0,0 0 0 0 0,0-1-1 0 0,0 0 1 0 0,-1 0-1 0 0,0-1 1 0 0,14-14 0 0 0,-9 7 17 0 0,0-1-1 0 0,-1-1 1 0 0,0 0 0 0 0,-1-1 0 0 0,9-19 0 0 0,-18 31 58 0 0,0-1 1 0 0,0 1-1 0 0,-1 0 1 0 0,0-1-1 0 0,0 1 0 0 0,0-1 1 0 0,0 0-1 0 0,0-9 0 0 0,-4 7 16 0 0,1 7 9 0 0,0 1-1 0 0,1-1 1 0 0,-1 1 0 0 0,0-1 0 0 0,1 1-1 0 0,-1-1 1 0 0,0 1 0 0 0,0-1 0 0 0,1 1 0 0 0,-1 0-1 0 0,0-1 1 0 0,0 1 0 0 0,0 0 0 0 0,0 0 0 0 0,0 0-1 0 0,1-1 1 0 0,-1 1 0 0 0,0 0 0 0 0,0 0-1 0 0,0 0 1 0 0,0 1 0 0 0,0-1 0 0 0,0 0 0 0 0,0 0-1 0 0,1 0 1 0 0,-1 1 0 0 0,0-1 0 0 0,0 0 0 0 0,0 1-1 0 0,1-1 1 0 0,-1 1 0 0 0,-1 0 0 0 0,-24 18 394 0 0,25-19-397 0 0,-6 7 56 0 0,-1 0 1 0 0,1 1-1 0 0,0 0 1 0 0,1 0-1 0 0,0 1 0 0 0,0 0 1 0 0,1 0-1 0 0,0 0 1 0 0,-4 12-1 0 0,7-16-38 0 0,0-1 0 0 0,1 1 0 0 0,0-1 0 0 0,0 1 0 0 0,0 0 1 0 0,0 0-1 0 0,1-1 0 0 0,0 1 0 0 0,0 0 0 0 0,0 0 0 0 0,0-1 0 0 0,1 1 0 0 0,0 0 0 0 0,0-1 0 0 0,0 1 0 0 0,1-1 1 0 0,-1 1-1 0 0,1-1 0 0 0,0 1 0 0 0,0-1 0 0 0,1 0 0 0 0,4 6 0 0 0,-2-5-64 0 0,0 0-1 0 0,0 0 1 0 0,0-1 0 0 0,1 0-1 0 0,-1 0 1 0 0,1-1 0 0 0,0 1-1 0 0,0-1 1 0 0,1 0 0 0 0,-1-1-1 0 0,1 1 1 0 0,-1-1-1 0 0,1-1 1 0 0,0 1 0 0 0,-1-1-1 0 0,10 0 1 0 0,-1 0-80 0 0,-1-1-1 0 0,1 0 1 0 0,0-2 0 0 0,-1 1 0 0 0,1-2-1 0 0,22-6 1 0 0,-29 6 42 0 0,-1 0-1 0 0,0 0 1 0 0,-1-1-1 0 0,1 0 1 0 0,0 0-1 0 0,-1 0 1 0 0,0-1-1 0 0,0 0 1 0 0,-1 0-1 0 0,1-1 1 0 0,-1 0 0 0 0,0 0-1 0 0,-1 0 1 0 0,1 0-1 0 0,-1-1 1 0 0,0 1-1 0 0,-1-1 1 0 0,3-8-1 0 0,3-8 42 0 0,-1-1 1 0 0,-1 0-1 0 0,-1-1 0 0 0,3-29 0 0 0,-8 47 72 0 0,9-77 238 0 0,-10 72-5 0 0,1-1 0 0 0,-2 1 1 0 0,0 0-1 0 0,-4-23 0 0 0,5 35-234 0 0,0-1 1 0 0,0 1-1 0 0,0-1 1 0 0,0 1-1 0 0,-1-1 1 0 0,1 1-1 0 0,0-1 0 0 0,0 1 1 0 0,0-1-1 0 0,0 1 1 0 0,0-1-1 0 0,-1 1 0 0 0,1-1 1 0 0,0 1-1 0 0,0-1 1 0 0,-1 1-1 0 0,1 0 1 0 0,0-1-1 0 0,-1 1 0 0 0,1-1 1 0 0,0 1-1 0 0,-1 0 1 0 0,1-1-1 0 0,-1 1 0 0 0,1 0 1 0 0,-1-1-1 0 0,0 2 29 0 0,0-1 1 0 0,1 1-1 0 0,-1-1 0 0 0,1 1 0 0 0,0-1 0 0 0,-1 1 0 0 0,1-1 0 0 0,-1 1 1 0 0,1 0-1 0 0,0-1 0 0 0,-1 1 0 0 0,1 0 0 0 0,0-1 0 0 0,0 1 1 0 0,-1 1-1 0 0,-6 32 572 0 0,3-4-608 0 0,1 1 0 0 0,2 0 0 0 0,1 0 0 0 0,1-1 0 0 0,2 1 1 0 0,11 51-1 0 0,-6-42-583 0 0,-6-27-347 0 0,1 0 1 0 0,0 0-1 0 0,1 0 0 0 0,6 15 0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8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23495 0 0,'0'0'5256'0'0,"2"0"-4369"0"0,66 5 973 0 0,-27-4-1731 0 0,60 4-52 0 0,37 3-385 0 0,-53 4-744 0 0,-29 1-3174 0 0,-30-6-5325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 21655 0 0,'-8'-1'661'0'0,"5"1"-466"0"0,0 0 0 0 0,0 1 1 0 0,0-1-1 0 0,0 0 0 0 0,0 1 0 0 0,0 0 0 0 0,1 0 0 0 0,-1 0 0 0 0,-5 2 4727 0 0,23-2-2562 0 0,97 2-1217 0 0,-43-2-1026 0 0,274-1-250 0 0,-94-2 187 0 0,279-5 178 0 0,-272 4-232 0 0,-21 1 0 0 0,-154-2-725 0 0,-80 6-91 0 0,3 5-43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9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359 217 19463 0 0,'-48'-90'2973'0'0,"47"88"-2807"0"0,0 0 0 0 0,0 0 0 0 0,0 0 0 0 0,0 0 0 0 0,0 0 0 0 0,-1 1 0 0 0,1-1 0 0 0,-1 0 0 0 0,1 1 0 0 0,-1-1 0 0 0,1 1 0 0 0,-1-1 0 0 0,0 1-1 0 0,1 0 1 0 0,-1 0 0 0 0,0 0 0 0 0,0 0 0 0 0,0 0 0 0 0,0 0 0 0 0,0 1 0 0 0,0-1 0 0 0,0 1 0 0 0,0-1 0 0 0,0 1 0 0 0,-1 0 0 0 0,1-1 0 0 0,0 1-1 0 0,0 0 1 0 0,0 1 0 0 0,0-1 0 0 0,0 0 0 0 0,-1 1 0 0 0,1-1 0 0 0,0 1 0 0 0,-3 1 0 0 0,-1 0 80 0 0,-1 1 0 0 0,0 0 0 0 0,1 0 0 0 0,0 1 0 0 0,0 0 1 0 0,0 0-1 0 0,0 0 0 0 0,1 1 0 0 0,-8 6 0 0 0,-6 12-139 0 0,0 1-1 0 0,2 1 1 0 0,0 0-1 0 0,2 1 1 0 0,0 1-1 0 0,2 0 1 0 0,1 1-1 0 0,2 0 1 0 0,0 1-1 0 0,2 0 1 0 0,1 0-1 0 0,2 1 1 0 0,1 0-1 0 0,1 0 1 0 0,1 52-1 0 0,3-71-97 0 0,0 0 0 0 0,1 0-1 0 0,1 0 1 0 0,-1 0 0 0 0,2 0 0 0 0,-1 0 0 0 0,2-1 0 0 0,-1 1-1 0 0,1-1 1 0 0,1 0 0 0 0,7 10 0 0 0,-7-13-7 0 0,0 0 0 0 0,0 0 0 0 0,1-1 0 0 0,-1 1 0 0 0,2-1 0 0 0,-1-1 0 0 0,1 1 0 0 0,-1-1 0 0 0,1-1 0 0 0,1 0 0 0 0,-1 0 0 0 0,1 0 0 0 0,-1-1 0 0 0,11 2 0 0 0,-1-1-18 0 0,1-1 1 0 0,0-2-1 0 0,0 0 1 0 0,0 0-1 0 0,0-2 1 0 0,0 0-1 0 0,21-5 1 0 0,8-4-82 0 0,73-25-1 0 0,-99 28 70 0 0,-1-1 0 0 0,-1-1 0 0 0,1-2 0 0 0,-2 1-1 0 0,35-26 1 0 0,-42 26 13 0 0,1-1 1 0 0,-2 0-1 0 0,0-1 0 0 0,0 0 0 0 0,-1-1 0 0 0,0 0 0 0 0,-1 0 1 0 0,14-30-1 0 0,-10 14-19 0 0,-2-1 0 0 0,0 0 1 0 0,9-49-1 0 0,-17 60 23 0 0,0 1 0 0 0,-1 0 0 0 0,-1-1-1 0 0,-1 0 1 0 0,-1 1 0 0 0,0-1 0 0 0,-6-28 0 0 0,3 35 14 0 0,0 0 0 0 0,-1 1 0 0 0,0-1 0 0 0,0 1 0 0 0,-1 0 1 0 0,-1 0-1 0 0,0 0 0 0 0,0 1 0 0 0,-1 0 0 0 0,-1 1 0 0 0,1 0 0 0 0,-1 0 1 0 0,-1 1-1 0 0,0 0 0 0 0,0 0 0 0 0,-13-6 0 0 0,5 3-226 0 0,-1 2 1 0 0,0 0-1 0 0,0 1 0 0 0,-1 1 0 0 0,0 1 0 0 0,0 0 0 0 0,-1 2 1 0 0,1 0-1 0 0,-23 0 0 0 0,34 3-341 0 0,0 1 1 0 0,0 0-1 0 0,-10 2 0 0 0,15-1-687 0 0,0 0-1 0 0,0 0 1 0 0,0 0 0 0 0,0 1 0 0 0,-5 2 0 0 0,-12 8-7343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2:59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25111 0 0,'0'0'2521'0'0,"-5"7"-2290"0"0,5-5-137 0 0,-1 0 1 0 0,0 1-1 0 0,0-1 0 0 0,1 0 0 0 0,0 0 1 0 0,-1 1-1 0 0,1-1 0 0 0,0 0 1 0 0,0 1-1 0 0,0-1 0 0 0,0 0 0 0 0,1 3 1 0 0,7 30 1812 0 0,-6-26-1583 0 0,7 20-117 0 0,1 1 0 0 0,1-2-1 0 0,1 0 1 0 0,2 0 0 0 0,0-1-1 0 0,31 42 1 0 0,39 37-936 0 0,-72-93 535 0 0,1-1 0 0 0,1 0 1 0 0,0 0-1 0 0,0-1 0 0 0,23 12 0 0 0,-34-21-177 0 0,0 1-633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0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15663 0 0,'0'2'6765'0'0,"2"13"-3850"0"0,9 47 3501 0 0,3 1-5128 0 0,-9-43-1346 0 0,0-1-1 0 0,2 1 0 0 0,0-2 0 0 0,13 23 1 0 0,-19-39-60 0 0,8-7-6584 0 0,3-2 4919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0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 9671 0 0,'-16'-7'17536'0'0,"23"19"-18768"0"0,2 2-264 0 0,-1 0-48 0 0,4 3-16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23039 0 0,'0'0'1125'0'0,"1"1"-490"0"0,7 15 196 0 0,-1 0 0 0 0,-1 0 0 0 0,0 0 0 0 0,-1 1 1 0 0,3 17-1 0 0,3 11 998 0 0,-7-26-1339 0 0,10 31 112 0 0,-4-61-542 0 0,6-14-60 0 0,1 0 0 0 0,1 0 0 0 0,2 2 0 0 0,0 0 0 0 0,40-33 0 0 0,-54 51 0 0 0,0 1 0 0 0,0 0 0 0 0,1 0 0 0 0,-1 0 0 0 0,1 1 0 0 0,13-4 0 0 0,-3 4 0 0 0,-14 6 0 0 0,-2-2 0 0 0,2 1 0 0 0,-1 0 0 0 0,0 0 0 0 0,1 1 0 0 0,-1-1 0 0 0,0 0 0 0 0,0 1 0 0 0,-1-1 0 0 0,1 1 0 0 0,0 0 0 0 0,-1 0 0 0 0,0-1 0 0 0,2 6 0 0 0,1 5 0 0 0,4 22 0 0 0,-4-12 0 0 0,-2-15 0 0 0,0 4 0 0 0,1 0 0 0 0,1 0 0 0 0,0 0 0 0 0,0 0 0 0 0,1-1 0 0 0,0 0 0 0 0,11 16 0 0 0,-11-19 12 0 0,-4-5-21 0 0,1-1 0 0 0,-1 0 0 0 0,1 0-1 0 0,0 0 1 0 0,0 0 0 0 0,0 0 0 0 0,0 0-1 0 0,0 0 1 0 0,3 1 0 0 0,-4-2-141 0 0,0-1 0 0 0,0 1-1 0 0,0-1 1 0 0,0 1 0 0 0,0-1 0 0 0,0 0 0 0 0,0 0-1 0 0,0 0 1 0 0,1 0 0 0 0,-1 1 0 0 0,0-1 0 0 0,0-1-1 0 0,2 1 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78 24703 0 0,'-6'-1'379'0'0,"-13"-5"1942"0"0,18 6-1541 0 0,4 0-364 0 0,71 0 1285 0 0,117-2-433 0 0,-94-5-1073 0 0,192-9 28 0 0,66 3-115 0 0,-25 0-1607 0 0,-165-2-3040 0 0,-130 10 2778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 6911 0 0,'-8'-1'1630'0'0,"-3"0"-4792"0"0,-17 2 25419 0 0,34 10-20722 0 0,-3-5-1482 0 0,0-1 1 0 0,1 0-1 0 0,0-1 0 0 0,-1 1 0 0 0,2-1 1 0 0,-1 1-1 0 0,0-1 0 0 0,9 5 0 0 0,2 1 259 0 0,25 12 0 0 0,13 8 181 0 0,-48-26-467 0 0,0 0 0 0 0,0 0 0 0 0,0 0 0 0 0,-1 0 0 0 0,1 1 0 0 0,-1 0 0 0 0,4 6 0 0 0,-6-8-22 0 0,-1-1 0 0 0,0 0 0 0 0,0 1 0 0 0,0-1 0 0 0,0 1 0 0 0,0-1 0 0 0,0 1 0 0 0,-1 0-1 0 0,1-1 1 0 0,-1 1 0 0 0,0-1 0 0 0,0 1 0 0 0,0 0 0 0 0,0-1 0 0 0,-1 5 0 0 0,0-2 14 0 0,0 0-1 0 0,-1-1 1 0 0,1 1 0 0 0,-1 0-1 0 0,-1-1 1 0 0,1 1-1 0 0,-5 6 1 0 0,-2 1 28 0 0,0-1-1 0 0,-1-1 1 0 0,0 1-1 0 0,-20 14 1 0 0,-29 14-323 0 0,45-30-686 0 0,7-1-354 0 0,4 2-54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5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9671 0 0,'0'0'748'0'0,"-1"1"-492"0"0,-2 2 1938 0 0,-1 1 0 0 0,1 0 0 0 0,0 0-1 0 0,-4 8 1 0 0,-4 17 3785 0 0,8-17-4944 0 0,1 0 0 0 0,-1 22 0 0 0,2-16-961 0 0,-1 25 153 0 0,2-1 1 0 0,2 1 0 0 0,1 0-1 0 0,3-1 1 0 0,1 1-1 0 0,18 56 1 0 0,-22-84-189 0 0,1-1 140 0 0,-1-16-97 0 0,-1-9-41 0 0,10-42-25 0 0,2 1 0 0 0,32-79 0 0 0,-30 95-819 0 0,2 0 1 0 0,1 1-1 0 0,1 0 1 0 0,30-36-1 0 0,-33 52-2082 0 0,1 0-6602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3 338 23327 0 0,'-1'0'168'0'0,"1"1"1"0"0,0-1-1 0 0,0 0 0 0 0,0 0 1 0 0,-1 1-1 0 0,1-1 0 0 0,0 0 1 0 0,0 1-1 0 0,0-1 0 0 0,0 0 1 0 0,0 1-1 0 0,0-1 0 0 0,-1 0 1 0 0,1 1-1 0 0,0-1 0 0 0,0 0 1 0 0,0 1-1 0 0,0-1 0 0 0,0 1 1 0 0,0-1-1 0 0,1 0 0 0 0,-1 1 1 0 0,0 0-1 0 0,3-2 12 0 0,-1 1 0 0 0,1-1 0 0 0,0 0 0 0 0,0 1 0 0 0,-1-1 0 0 0,1 0 0 0 0,-1-1 1 0 0,1 1-1 0 0,3-3 0 0 0,25-19 740 0 0,-23 17-862 0 0,20-16-24 0 0,-1-1 1 0 0,-1-1 0 0 0,-2-1-1 0 0,0-2 1 0 0,-2 0 0 0 0,0-2-1 0 0,21-38 1 0 0,-39 58-35 0 0,-6 7 0 0 0,-3 4 0 0 0,-1 1 22 0 0,1 1-1 0 0,0 0 1 0 0,0 0 0 0 0,0 0-1 0 0,0 1 1 0 0,1 0 0 0 0,-1 0-1 0 0,1 0 1 0 0,-4 7 0 0 0,-4 4 58 0 0,-7 9-14 0 0,0 1 1 0 0,2 0-1 0 0,0 2 0 0 0,2 0 0 0 0,1 1 0 0 0,-11 35 0 0 0,22-54-77 0 0,0 1 0 0 0,0 0 0 0 0,2 0 0 0 0,-2 17 0 0 0,2-24 3 0 0,1-1-1 0 0,0 1 1 0 0,0 0 0 0 0,1-1 0 0 0,-1 1-1 0 0,1-1 1 0 0,0 1 0 0 0,0 0-1 0 0,0-1 1 0 0,0 0 0 0 0,0 1 0 0 0,1-1-1 0 0,0 0 1 0 0,0 0 0 0 0,-1 0 0 0 0,2 0-1 0 0,2 4 1 0 0,-3-5-39 0 0,1-1 0 0 0,-1 1 0 0 0,1-1 0 0 0,-1 0 0 0 0,1 1-1 0 0,-1-1 1 0 0,1 0 0 0 0,0-1 0 0 0,-1 1 0 0 0,1 0 0 0 0,0-1 0 0 0,0 0 0 0 0,-1 1 0 0 0,1-1 0 0 0,0 0-1 0 0,0 0 1 0 0,0-1 0 0 0,-1 1 0 0 0,1-1 0 0 0,0 1 0 0 0,5-3 0 0 0,3-1-111 0 0,-1 0 1 0 0,0-1-1 0 0,0 0 1 0 0,10-6-1 0 0,-8 3 74 0 0,-2 0 0 0 0,1-1 0 0 0,-1 0 0 0 0,0-1 0 0 0,-1 0 0 0 0,0 0 0 0 0,0-1 0 0 0,-2 0 0 0 0,14-25 0 0 0,-1-4 172 0 0,23-71 0 0 0,-40 101-41 0 0,4-5 234 0 0,-7 15-271 0 0,0 0 0 0 0,0 0 0 0 0,0 0-1 0 0,0 0 1 0 0,0 0 0 0 0,0 0 0 0 0,0 0 0 0 0,0 0 0 0 0,0 1 0 0 0,0-1 0 0 0,0 0 0 0 0,0 0 0 0 0,0 0 0 0 0,0 0 0 0 0,0 0 0 0 0,0 0 0 0 0,0 0 0 0 0,0 0 0 0 0,0 0 0 0 0,0 0 0 0 0,0 0 0 0 0,0 0 0 0 0,0 0 0 0 0,0 0 0 0 0,1 0 0 0 0,-1 0 0 0 0,0 0 0 0 0,0 1 0 0 0,0-1 0 0 0,0 0 0 0 0,0 0 0 0 0,0 0 0 0 0,0 0 0 0 0,0 0 0 0 0,0 0 0 0 0,0 0 0 0 0,0 0 0 0 0,0 0 0 0 0,0 0-1 0 0,0 0 1 0 0,1 0 0 0 0,-1 0 0 0 0,0 0 0 0 0,0 0 0 0 0,0 0 0 0 0,0 0 0 0 0,0 0 0 0 0,0 0 0 0 0,0 0 0 0 0,0 0 0 0 0,0-1 0 0 0,0 1 0 0 0,0 0 0 0 0,0 0 0 0 0,0 0 0 0 0,0 0 0 0 0,0 0 0 0 0,1 0 0 0 0,-1 0 0 0 0,0 0 0 0 0,0 0 0 0 0,0 0 0 0 0,0 0 0 0 0,0 0 0 0 0,0 0 0 0 0,0 0 0 0 0,0 26 1352 0 0,-1-8-1348 0 0,2 2 160 0 0,0 10 74 0 0,1 0 0 0 0,8 40 0 0 0,-8-61-224 0 0,0 0 0 0 0,1 0 0 0 0,0 0 0 0 0,1-1 0 0 0,0 1 0 0 0,0-1 0 0 0,0 0-1 0 0,1 0 1 0 0,1-1 0 0 0,-1 1 0 0 0,1-1 0 0 0,8 7 0 0 0,-12-12-19 0 0,0 0 0 0 0,1 0-1 0 0,-1 0 1 0 0,0 0 0 0 0,1-1-1 0 0,0 1 1 0 0,-1-1 0 0 0,1 1-1 0 0,0-1 1 0 0,0 0 0 0 0,0 0-1 0 0,0-1 1 0 0,0 1 0 0 0,0 0-1 0 0,0-1 1 0 0,0 0 0 0 0,0 0-1 0 0,0 0 1 0 0,0 0 0 0 0,0 0-1 0 0,0 0 1 0 0,0-1 0 0 0,0 0-1 0 0,0 1 1 0 0,3-3 0 0 0,-1 1 3 0 0,0-1 0 0 0,0 0 0 0 0,0 0 0 0 0,0 0 0 0 0,-1-1 0 0 0,1 1 0 0 0,-1-1 0 0 0,0 0 1 0 0,0-1-1 0 0,-1 1 0 0 0,1-1 0 0 0,3-6 0 0 0,1-2 4 0 0,-1-1-1 0 0,0-1 1 0 0,9-29 0 0 0,7-49 55 0 0,-9 30-66 0 0,-4 26-725 0 0,-2 0 1 0 0,4-63-1 0 0,-12 100 950 0 0,2-17-3119 0 0,14 139-15680 0 0,-9-45 17588 0 0,-4-56 4027 0 0,8 32 0 0 0,-11-51-2593 0 0,1-1 0 0 0,0 1 0 0 0,-1 0 0 0 0,1-1 0 0 0,0 1 0 0 0,0-1 0 0 0,-1 1 1 0 0,1-1-1 0 0,1 1 0 0 0,-1-1 0 0 0,0 0 0 0 0,0 1 0 0 0,0-1 0 0 0,1 0 0 0 0,-1 0 0 0 0,1 0 0 0 0,2 2 0 0 0,-2-2-125 0 0,0 0 1 0 0,1-1-1 0 0,-1 1 0 0 0,1 0 0 0 0,-1-1 1 0 0,1 0-1 0 0,-1 1 0 0 0,1-1 0 0 0,-1 0 0 0 0,1 0 1 0 0,2-1-1 0 0,2 0-45 0 0,0-1 0 0 0,0 0 0 0 0,0 0 0 0 0,-1 0 0 0 0,1-1 0 0 0,-1 0 0 0 0,10-6 0 0 0,1-3-135 0 0,-1-1 0 0 0,0 0-1 0 0,0-1 1 0 0,-2 0-1 0 0,0-2 1 0 0,0 0 0 0 0,-2 0-1 0 0,0-1 1 0 0,13-24-1 0 0,-23 37-120 0 0,0 0 0 0 0,0 0 0 0 0,0-1 0 0 0,-1 1-1 0 0,1 0 1 0 0,-1-1 0 0 0,0 1 0 0 0,0-1 0 0 0,-1-8-1 0 0,-1 13 8 0 0,-1 0-1 0 0,0 1 0 0 0,0-1 0 0 0,0 0 0 0 0,0 1 0 0 0,0-1 1 0 0,0 1-1 0 0,-2 1 0 0 0,-2 3 36 0 0,0 0 1 0 0,0 1-1 0 0,0 0 0 0 0,1 0 1 0 0,0 1-1 0 0,-7 9 0 0 0,1-1 46 0 0,1 0-58 0 0,0-1-1 0 0,1 2 1 0 0,0-1 0 0 0,1 1-1 0 0,1 0 1 0 0,1 1 0 0 0,0 0-1 0 0,1 0 1 0 0,1 0 0 0 0,0 0-1 0 0,-1 24 1 0 0,5-36-124 0 0,0 0 1 0 0,0 0-1 0 0,1 0 1 0 0,-1-1-1 0 0,1 1 0 0 0,0 0 1 0 0,1 0-1 0 0,-1-1 1 0 0,1 1-1 0 0,0-1 1 0 0,0 1-1 0 0,4 6 0 0 0,-4-8 6 0 0,0-1-1 0 0,1 1 1 0 0,-1-1 0 0 0,0 1-1 0 0,1-1 1 0 0,0 0-1 0 0,-1 0 1 0 0,1 0-1 0 0,0 0 1 0 0,0 0-1 0 0,0-1 1 0 0,0 1-1 0 0,1-1 1 0 0,-1 0 0 0 0,0 0-1 0 0,1 0 1 0 0,-1 0-1 0 0,5 0 1 0 0,0-1-365 0 0,-1 0-1 0 0,1 0 1 0 0,0 0 0 0 0,-1-1 0 0 0,1 0 0 0 0,0-1 0 0 0,-1 1 0 0 0,1-2-1 0 0,-1 1 1 0 0,11-6 0 0 0,-8 3-532 0 0,0-1-1 0 0,0 0 1 0 0,-1-1-1 0 0,1 0 1 0 0,-1 0-1 0 0,11-13 1 0 0,-16 15 633 0 0,1 0 0 0 0,-1-1 0 0 0,-1 0 0 0 0,1 0 0 0 0,-1 0 0 0 0,0 0 0 0 0,0 0 0 0 0,-1 0 0 0 0,3-13 0 0 0,0-5 3 0 0,2-35 1 0 0,-2 16 2592 0 0,-5 32 6988 0 0,0 13-8102 0 0,0 27 992 0 0,0 4-1357 0 0,0 0-1 0 0,2 0 1 0 0,8 42 0 0 0,-5-55-675 0 0,-2-6-42 0 0,0 0 0 0 0,1 0 0 0 0,10 23 0 0 0,-9-24-48 0 0,-4-10-6 0 0,1 1 0 0 0,-1-1 0 0 0,1 1-1 0 0,0-1 1 0 0,0 0 0 0 0,4 5-1 0 0,-6-8-13 0 0,0 1 1 0 0,1-1-1 0 0,-1 0 0 0 0,0 0 0 0 0,1 1 0 0 0,-1-1 0 0 0,1 0 0 0 0,-1 0 0 0 0,1 0 1 0 0,-1 0-1 0 0,1 1 0 0 0,-1-1 0 0 0,0 0 0 0 0,1 0 0 0 0,-1 0 0 0 0,1 0 0 0 0,-1 0 0 0 0,1 0 1 0 0,-1 0-1 0 0,2-1 0 0 0,-2 1 2 0 0,1 1-3 0 0,0-1-1 0 0,-1 0 1 0 0,1 0-1 0 0,-1 0 1 0 0,1 0-1 0 0,0 0 1 0 0,-1 0-1 0 0,1 0 1 0 0,0 0 0 0 0,-1 0-1 0 0,1 0 1 0 0,-1 0-1 0 0,1 0 1 0 0,0-1-1 0 0,-1 1 1 0 0,1 0-1 0 0,-1 0 1 0 0,1-1-1 0 0,-1 1 1 0 0,1 0 0 0 0,-1-1-1 0 0,1 1 1 0 0,-1 0-1 0 0,1-1 1 0 0,-1 1-1 0 0,1-1 1 0 0,-1 1-1 0 0,1-1 1 0 0,0-1 6 0 0,4-4-8 0 0,1-1 1 0 0,-1 0-1 0 0,-1 0 0 0 0,1-1 0 0 0,-1 1 0 0 0,-1-1 0 0 0,6-15 0 0 0,0 0-43 0 0,5-8-116 0 0,2 0 0 0 0,21-30 0 0 0,-25 43-13 0 0,1 0-1 0 0,1 2 1 0 0,1 0-1 0 0,24-21 1 0 0,-13 15-336 0 0,1 2 0 0 0,56-31-1 0 0,-67 43 441 0 0,0 0 1 0 0,0 1-1 0 0,1 1 0 0 0,0 1 0 0 0,0 0 0 0 0,0 2 0 0 0,23-3 0 0 0,-39 5 117 0 0,-1 1 1 0 0,1 0-1 0 0,-1 0 0 0 0,1 0 0 0 0,-1 0 1 0 0,1 0-1 0 0,-1 0 0 0 0,1 0 0 0 0,-1 0 0 0 0,1 0 1 0 0,-1 0-1 0 0,0 0 0 0 0,1 0 0 0 0,-1 1 1 0 0,1-1-1 0 0,-1 0 0 0 0,1 0 0 0 0,-1 0 1 0 0,1 1-1 0 0,-1-1 0 0 0,0 0 0 0 0,1 0 1 0 0,-1 1-1 0 0,0-1 0 0 0,1 0 0 0 0,-1 1 1 0 0,0-1-1 0 0,1 1 0 0 0,-1 0-4 0 0,0 0-1 0 0,0-1 1 0 0,0 1 0 0 0,0 0-1 0 0,0 0 1 0 0,0 0 0 0 0,0-1-1 0 0,0 1 1 0 0,-1 0-1 0 0,1 0 1 0 0,0-1 0 0 0,0 1-1 0 0,-1 0 1 0 0,1-1 0 0 0,-1 2-1 0 0,-20 24 409 0 0,-13 4-217 0 0,-54 39 1 0 0,28-24-117 0 0,45-32-120 0 0,-22 24 0 0 0,31-28 0 0 0,5 1-12 0 0,1-9 7 0 0,1 0-1 0 0,0 1 1 0 0,0-1-1 0 0,0 0 1 0 0,0 0-1 0 0,0 0 1 0 0,0 0-1 0 0,0 0 1 0 0,1 0 0 0 0,-1 0-1 0 0,0 0 1 0 0,0 0-1 0 0,1-1 1 0 0,-1 1-1 0 0,0 0 1 0 0,1-1 0 0 0,-1 1-1 0 0,1-1 1 0 0,2 1-1 0 0,33 4-90 0 0,-26-4 48 0 0,19 3-15 0 0,15 1 13 0 0,-1 1 0 0 0,79 24 1 0 0,-116-28 42 0 0,-1 0 1 0 0,0 1 0 0 0,-1 0 0 0 0,1 0 0 0 0,0 0 0 0 0,5 5-1 0 0,-10-7 7 0 0,0 0-1 0 0,0 0 0 0 0,0 0 1 0 0,0 0-1 0 0,0 0 0 0 0,0 0 0 0 0,0 0 1 0 0,0 0-1 0 0,0 1 0 0 0,0-1 1 0 0,-1 0-1 0 0,1 0 0 0 0,-1 1 0 0 0,1-1 1 0 0,-1 1-1 0 0,1-1 0 0 0,-1 1 1 0 0,0-1-1 0 0,0 0 0 0 0,1 1 0 0 0,-1-1 1 0 0,0 1-1 0 0,-1-1 0 0 0,1 1 1 0 0,0-1-1 0 0,0 1 0 0 0,0-1 1 0 0,-1 1-1 0 0,1-1 0 0 0,-1 0 0 0 0,1 1 1 0 0,-2 1-1 0 0,-2 3 14 0 0,0 0 1 0 0,0-1-1 0 0,0 1 0 0 0,-1-1 1 0 0,0 0-1 0 0,0 0 0 0 0,0-1 1 0 0,-1 1-1 0 0,1-1 0 0 0,-1 0 1 0 0,-10 4-1 0 0,-8 3 95 0 0,-43 15 0 0 0,43-18-92 0 0,3 0-153 0 0,-25 4-1 0 0,39-10-149 0 0,0-1 0 0 0,0 0 0 0 0,0 0 0 0 0,0-1 0 0 0,-1 0 0 0 0,1 0 0 0 0,-12-3 0 0 0,10-1-193 0 0,3 1-1027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1 287 5527 0 0,'0'2'5328'0'0,"6"27"5475"0"0,-3 2-4234 0 0,1 31-2322 0 0,-2-27-4480 0 0,9 53-1 0 0,2-37-455 0 0,-13-50 297 0 0,9 6-3639 0 0</inkml:trace>
  <inkml:trace contextRef="#ctx0" brushRef="#br0" timeOffset="1">59 61 2303 0 0,'-8'-19'20504'0'0,"8"9"-19112"0"0,7-1-1296 0 0,-1 3-32 0 0,1 1-960 0 0,4 5-192 0 0,1-1-32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21367 0 0,'0'0'1935'0'0,"0"2"-1595"0"0,6 25 1533 0 0,-2 0-1 0 0,-1 0 1 0 0,-1 41 0 0 0,0-22-1200 0 0,8 99-13 0 0,1 32-435 0 0,-6-48-178 0 0,3 108-18 0 0,-8-251-25 0 0,3-13-25 0 0,2 9-29 0 0,1 1 0 0 0,1 0 1 0 0,1 0-1 0 0,0 0 1 0 0,17-24-1 0 0,61-71-243 0 0,-80 106 286 0 0,-1 1 1 0 0,1-1-1 0 0,0 1 0 0 0,0 0 1 0 0,1 0-1 0 0,0 0 0 0 0,0 1 1 0 0,0 0-1 0 0,0 1 0 0 0,0-1 1 0 0,12-2-1 0 0,-5 4 7 0 0,-11 2 11 0 0,1 1-1 0 0,0 0 1 0 0,-1 0-1 0 0,1 0 1 0 0,-1 0-1 0 0,0 1 1 0 0,1-1 0 0 0,-1 1-1 0 0,0 0 1 0 0,0 0-1 0 0,0 0 1 0 0,0 1-1 0 0,0-1 1 0 0,-1 1-1 0 0,1-1 1 0 0,-1 1 0 0 0,0 0-1 0 0,1 0 1 0 0,-1 0-1 0 0,-1 0 1 0 0,1 0-1 0 0,0 1 1 0 0,-1-1 0 0 0,1 0-1 0 0,-1 1 1 0 0,0-1-1 0 0,1 6 1 0 0,-1-2-5 0 0,0-1 0 0 0,0 1-1 0 0,-1 0 1 0 0,0-1 0 0 0,0 1 0 0 0,0-1 0 0 0,-1 1 0 0 0,0-1 0 0 0,-1 1 0 0 0,1-1-1 0 0,-1 1 1 0 0,0-1 0 0 0,-1 0 0 0 0,-4 10 0 0 0,-67 125-498 0 0,56-109-375 0 0,0-1-1180 0 0,12-10-2076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16 18399 0 0,'1'-2'844'0'0,"-1"0"-529"0"0,0 1-180 0 0,0 1 1 0 0,0-1 0 0 0,1 1-1 0 0,-1-1 1 0 0,0 0 0 0 0,0 1-1 0 0,0-1 1 0 0,0 0 0 0 0,0 1-1 0 0,1-1 1 0 0,-1 0 0 0 0,0 1-1 0 0,1-1 1 0 0,-1 1 0 0 0,0-1-1 0 0,1 1 1 0 0,-1-1 0 0 0,1 0-1 0 0,-7 13 1669 0 0,-1 0 0 0 0,2 1 0 0 0,-7 19 0 0 0,7-14-1027 0 0,1 1-1 0 0,-3 22 0 0 0,5-20-649 0 0,1 0 0 0 0,1-1 1 0 0,1 1-1 0 0,1 0 0 0 0,6 31 0 0 0,-5-41-106 0 0,0-1 0 0 0,0 0 0 0 0,1 0 0 0 0,1 0 0 0 0,0-1 0 0 0,0 1 0 0 0,1-1 0 0 0,0 0 0 0 0,0-1 1 0 0,1 1-1 0 0,0-1 0 0 0,9 7 0 0 0,-9-9-20 0 0,0 0 1 0 0,0-1-1 0 0,1 0 1 0 0,-1 0-1 0 0,1-1 1 0 0,0 0-1 0 0,1 0 1 0 0,-1-1-1 0 0,1 0 1 0 0,-1 0-1 0 0,1-1 1 0 0,0-1-1 0 0,0 1 1 0 0,15 0-1 0 0,-13-3-60 0 0,1 0 1 0 0,-1 0-1 0 0,0-1 1 0 0,0-1-1 0 0,-1 0 1 0 0,1 0-1 0 0,-1-1 1 0 0,1 0-1 0 0,-1-1 0 0 0,0 0 1 0 0,-1-1-1 0 0,1 0 1 0 0,-1 0-1 0 0,13-12 1 0 0,-9 6-60 0 0,0-1-1 0 0,-1-1 1 0 0,-1 0 0 0 0,0 0 0 0 0,-1-1 0 0 0,0 0 0 0 0,-1-1 0 0 0,9-21 0 0 0,-16 31 55 0 0,0 0 0 0 0,0 0 0 0 0,0 0 1 0 0,-1 0-1 0 0,0 0 0 0 0,0 0 0 0 0,0 0 1 0 0,-1 0-1 0 0,0 0 0 0 0,-1-11 1 0 0,0 15 59 0 0,1 0 0 0 0,-1 0 0 0 0,1 0 0 0 0,-1 0 0 0 0,0 0 1 0 0,0 0-1 0 0,0 0 0 0 0,0 1 0 0 0,0-1 0 0 0,0 0 0 0 0,0 0 1 0 0,0 1-1 0 0,-1-1 0 0 0,1 1 0 0 0,-1-1 0 0 0,1 1 0 0 0,-1 0 1 0 0,0 0-1 0 0,0-1 0 0 0,1 1 0 0 0,-1 0 0 0 0,0 1 0 0 0,0-1 1 0 0,0 0-1 0 0,0 0 0 0 0,0 1 0 0 0,0-1 0 0 0,0 1 0 0 0,0 0 1 0 0,0 0-1 0 0,0-1 0 0 0,0 1 0 0 0,-1 1 0 0 0,-2-1 0 0 0,-1 1 71 0 0,0 0 0 0 0,1 0-1 0 0,-1 1 1 0 0,0-1-1 0 0,0 1 1 0 0,0 1 0 0 0,1-1-1 0 0,0 1 1 0 0,-1 0-1 0 0,1 0 1 0 0,0 1-1 0 0,0-1 1 0 0,1 1 0 0 0,-1 0-1 0 0,1 1 1 0 0,0-1-1 0 0,-5 7 1 0 0,-2 3 106 0 0,2 0 1 0 0,0 0-1 0 0,1 1 0 0 0,0-1 1 0 0,-6 19-1 0 0,11-25-145 0 0,1-1 1 0 0,0 1-1 0 0,0 0 1 0 0,1 0-1 0 0,0-1 1 0 0,0 1-1 0 0,0 0 1 0 0,1 0-1 0 0,1 0 1 0 0,-1 0-1 0 0,1 0 1 0 0,1 0-1 0 0,0 0 0 0 0,2 8 1 0 0,-1-10-71 0 0,-1 0 1 0 0,1 0 0 0 0,0 0-1 0 0,0 0 1 0 0,1-1-1 0 0,0 1 1 0 0,0-1 0 0 0,0 0-1 0 0,1 0 1 0 0,-1 0-1 0 0,1-1 1 0 0,0 1 0 0 0,1-1-1 0 0,-1 0 1 0 0,1-1-1 0 0,0 1 1 0 0,6 2 0 0 0,17 4-906 0 0,2-1-271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47 11519 0 0,'-3'-7'2192'0'0,"-11"-33"14052"0"0,17 60-15757 0 0,-1 0 0 0 0,-2 0 0 0 0,-1 23 0 0 0,-11 64-163 0 0,6-59-176 0 0,-17 206 74 0 0,20-186-137 0 0,10 116 0 0 0,-5-154-71 0 0,5 25-97 0 0,-7-53-279 0 0,0-10-1647 0 0,-1 0 1003 0 0,-1 0-1 0 0,1 0 1 0 0,-4-8-1 0 0,0-2-5301 0 0,0-5-2318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10135 0 0,'0'0'1096'0'0,"12"3"-1096"0"0,1-3 0 0 0,5 2 0 0 0,1 0 2080 0 0,1 1 384 0 0,1 2 88 0 0,1 1 8 0 0,-1-1-1920 0 0,0 2-392 0 0,-1-1-80 0 0,-1 3-8 0 0,2 0-1528 0 0,0 1-296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9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11 6911 0 0,'-45'-11'15610'0'0,"54"19"-11492"0"0,0-2-4118 0 0,-1-1-32 0 0,-6-4-133 0 0,0 0-278 0 0,5 3 112 0 0,-6-3-447 0 0,10 5-7625 0 0,-1-1 1283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0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19807 0 0,'0'0'4124'0'0,"12"-3"-1145"0"0,13-3-327 0 0,-24 6-2551 0 0,1 0-21 0 0,3 0-52 0 0,-3 0 31 0 0,8 6 130 0 0,-5-1-177 0 0,2 1-1 0 0,-2 1 15 0 0,-3-1-47 0 0,0 1-1 0 0,0-1 1 0 0,0 0-1 0 0,-1 1 0 0 0,0 0 1 0 0,0-1-1 0 0,-1 1 0 0 0,0 11 1 0 0,0-17 18 0 0,-9 197 448 0 0,2-7-145 0 0,-1 17-5 0 0,6-203-354 0 0,0 14-130 0 0,1-20 117 0 0,-3-7 21 0 0,0-1 0 0 0,1 1 1 0 0,0-1-1 0 0,0 1 0 0 0,1-1 0 0 0,0 0 0 0 0,0 0 0 0 0,1 0 1 0 0,0-14-1 0 0,1-12-78 0 0,6-38 1 0 0,-4 54 76 0 0,2-15-81 0 0,2 0 1 0 0,16-51 0 0 0,30-63-150 0 0,-49 139 278 0 0,51-127-113 0 0,-37 98 74 0 0,32-54-1 0 0,-44 85 106 0 0,0 0-1 0 0,0 0 1 0 0,0 0 0 0 0,1 0 0 0 0,0 1-1 0 0,13-11 1 0 0,-18 16 95 0 0,1 2 58 0 0,1 3-145 0 0,-1-1 1 0 0,1 1-1 0 0,-1-1 0 0 0,0 1 1 0 0,0 0-1 0 0,0 0 0 0 0,0 0 0 0 0,-1 0 1 0 0,0 1-1 0 0,0-1 0 0 0,1 6 1 0 0,1 11 119 0 0,1 22 0 0 0,-3-18-42 0 0,32 313 1109 0 0,13 200-951 0 0,-41-382-238 0 0,-17 156 1 0 0,9-209-434 0 0,3-102-206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25343 0 0,'0'0'2885'0'0,"1"2"-2181"0"0,2 11-189 0 0,-1 0-1 0 0,0 1 0 0 0,-1-1 0 0 0,0 1 1 0 0,-1-1-1 0 0,-3 24 0 0 0,0 25-380 0 0,11 140-33 0 0,-8-180-293 0 0,-1 0 1 0 0,0-1-1 0 0,-7 26 0 0 0,8-46-361 0 0,-6 6-3122 0 0,-9-5-1074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50 132 5527 0 0,'-2'-1'423'0'0,"-8"0"516"0"0,-27-10 22511 0 0,69 1-22544 0 0,49-19-249 0 0,-34 11-452 0 0,0 1 1 0 0,94-18 0 0 0,-141 35-206 0 0,14-3 29 0 0,-1 0 0 0 0,1 1 0 0 0,-1 1-1 0 0,24 1 1 0 0,-34 0-25 0 0,0 0 0 0 0,0 0 0 0 0,0 1 0 0 0,0 0-1 0 0,0-1 1 0 0,0 1 0 0 0,0 0 0 0 0,0 1 0 0 0,0-1 0 0 0,-1 0 0 0 0,1 1-1 0 0,0 0 1 0 0,-1-1 0 0 0,0 1 0 0 0,1 0 0 0 0,-1 0 0 0 0,0 1-1 0 0,0-1 1 0 0,0 0 0 0 0,0 1 0 0 0,0-1 0 0 0,0 1 0 0 0,-1-1-1 0 0,1 1 1 0 0,-1 0 0 0 0,2 5 0 0 0,1 11-4 0 0,-1 0 0 0 0,0 0 0 0 0,-1 0 0 0 0,-1 0 0 0 0,-2 21 0 0 0,1 9 0 0 0,0-49 0 0 0,1 35 0 0 0,1-1 0 0 0,8 38 0 0 0,-7-62 0 0 0,3-5 0 0 0,-5-5 0 0 0,0 0 0 0 0,0 0 0 0 0,0 0 0 0 0,0-1 0 0 0,0 1 0 0 0,1 0 0 0 0,-1-1 0 0 0,0 1 0 0 0,0-1 0 0 0,0 0 0 0 0,0 1 0 0 0,0-1 0 0 0,-1 0 0 0 0,1 1 0 0 0,0-1 0 0 0,0 0 0 0 0,0 0 0 0 0,-1 0 0 0 0,1 0 0 0 0,0-1 0 0 0,16-24 0 0 0,-12 17 0 0 0,10-19 0 0 0,22-55 0 0 0,0-3 0 0 0,-29 71 0 0 0,0 0 0 0 0,1 1 0 0 0,20-25 0 0 0,-29 39 0 0 0,0 0 0 0 0,0-1 0 0 0,0 1 0 0 0,0 0 0 0 0,0 0 0 0 0,0-1 0 0 0,1 1 0 0 0,-1 0 0 0 0,0 0 0 0 0,0-1 0 0 0,0 1 0 0 0,1 0 0 0 0,-1 0 0 0 0,0 0 0 0 0,0-1 0 0 0,1 1 0 0 0,-1 0 0 0 0,0 0 0 0 0,0 0 0 0 0,1 0 0 0 0,-1 0 0 0 0,0-1 0 0 0,1 1 0 0 0,-1 0 0 0 0,0 0 0 0 0,0 0 0 0 0,1 0 0 0 0,-1 0 0 0 0,0 0 0 0 0,1 0 0 0 0,-1 0 0 0 0,0 0 0 0 0,1 0 0 0 0,-1 0 0 0 0,0 0 0 0 0,1 0 0 0 0,-1 1 0 0 0,0-1 0 0 0,0 0 0 0 0,1 0 0 0 0,-1 0 0 0 0,0 0 0 0 0,0 0 0 0 0,1 1 0 0 0,-1-1 0 0 0,0 0 0 0 0,0 0 0 0 0,1 0 0 0 0,-1 1 0 0 0,0-1 0 0 0,0 0 0 0 0,0 0 0 0 0,0 1 0 0 0,1-1 0 0 0,-1 0 0 0 0,0 1 0 0 0,0-1 0 0 0,0 0 0 0 0,0 0 0 0 0,0 1 0 0 0,0-1 0 0 0,0 1 0 0 0,5 8 0 0 0,-1 0 0 0 0,0 0 0 0 0,-1 0 0 0 0,0 1 0 0 0,-1 0 0 0 0,0-1 0 0 0,1 11 0 0 0,7 27 0 0 0,-9-44 0 0 0,21 67 0 0 0,-19-61 0 0 0,1 0 0 0 0,1 0 0 0 0,-1 0 0 0 0,2-1 0 0 0,7 11 0 0 0,-12-18-170 0 0,1 1 0 0 0,0 0 0 0 0,0 0 1 0 0,-1 0-1 0 0,1-1 0 0 0,0 1 0 0 0,1-1 0 0 0,-1 0 0 0 0,0 1 1 0 0,0-1-1 0 0,1 0 0 0 0,-1 0 0 0 0,0-1 0 0 0,1 1 0 0 0,-1 0 1 0 0,1-1-1 0 0,-1 1 0 0 0,1-1 0 0 0,-1 0 0 0 0,1 0 0 0 0,0 0 1 0 0,-1 0-1 0 0,1 0 0 0 0,-1-1 0 0 0,1 1 0 0 0,-1-1 0 0 0,0 0 0 0 0,1 0 1 0 0,-1 1-1 0 0,1-2 0 0 0,-1 1 0 0 0,0 0 0 0 0,2-2 0 0 0,10-6-1567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47 13823 0 0,'-1'-1'1062'0'0,"1"1"-986"0"0,0-1 0 0 0,0 1 0 0 0,-1 0 0 0 0,1-1 1 0 0,0 1-1 0 0,0 0 0 0 0,0-1 0 0 0,0 1 1 0 0,0-1-1 0 0,0 1 0 0 0,0 0 0 0 0,0-1 0 0 0,0 1 1 0 0,0 0-1 0 0,0-1 0 0 0,0 1 0 0 0,0 0 1 0 0,0-1-1 0 0,0 1 0 0 0,1 0 0 0 0,-1-1 0 0 0,0 1 1 0 0,0 0-1 0 0,0-1 0 0 0,0 1 0 0 0,1 0 0 0 0,-1-1 1 0 0,0 1-1 0 0,0 0 0 0 0,1 0 0 0 0,-1-1 1 0 0,0 1-1 0 0,1 0 0 0 0,-1 0 0 0 0,0-1 0 0 0,0 1 1 0 0,1 0-1 0 0,-1 0 0 0 0,0 0 0 0 0,2-1 410 0 0,2-2 1319 0 0,1 0 1 0 0,-1 0-1 0 0,1 0 0 0 0,0 1 0 0 0,7-3 1 0 0,-3 2-699 0 0,0 1 0 0 0,15-3 0 0 0,1 3-1594 0 0,36 0 1 0 0,-41 3 1347 0 0,106 3-1211 0 0,-69-1-1154 0 0,-24 0-1334 0 0,-21-3 493 0 0</inkml:trace>
  <inkml:trace contextRef="#ctx0" brushRef="#br0" timeOffset="1">31 221 6911 0 0,'-8'2'290'0'0,"-15"0"16097"0"0,26-2-14611 0 0,20 1-1051 0 0,1 0 0 0 0,0-1 1 0 0,24-5-1 0 0,73-13-659 0 0,-80 9-1721 0 0,59-20 1 0 0,-62 15-33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24 10591 0 0,'-22'-24'15697'0'0,"20"37"-12917"0"0,-10 75-1855 0 0,3 0 0 0 0,4 0-1 0 0,8 88 1 0 0,13-59-925 0 0,-12-98 0 0 0,5 24 0 0 0,-9-43 0 0 0,0 1 0 0 0,0-1 0 0 0,0 0 0 0 0,0 0 0 0 0,0 1 0 0 0,0-1 0 0 0,0 0 0 0 0,0 1 0 0 0,0-1 0 0 0,0 0 0 0 0,0 0 0 0 0,0 1 0 0 0,0-1 0 0 0,0 0 0 0 0,0 1 0 0 0,1-1 0 0 0,-1 0 0 0 0,0 0 0 0 0,0 0 0 0 0,0 1 0 0 0,0-1 0 0 0,1 0 0 0 0,-1 0 0 0 0,0 1 0 0 0,0-1 0 0 0,1 0 0 0 0,-1 0 0 0 0,0 0 0 0 0,0 0 0 0 0,1 0 0 0 0,-1 0 0 0 0,0 1 0 0 0,0-1 0 0 0,1 0 0 0 0,-1 0 0 0 0,0 0 0 0 0,1 0 0 0 0,-1 0 0 0 0,0 0 0 0 0,0 0 0 0 0,1 0 0 0 0,-1 0 0 0 0,0 0 0 0 0,1 0 0 0 0,-1 0 0 0 0,0 0 0 0 0,0 0 0 0 0,1-1 0 0 0,-1 1 0 0 0,0 0 0 0 0,1 0 0 0 0,-1 0 0 0 0,0 0 0 0 0,0 0 0 0 0,0-1 0 0 0,1 1 0 0 0,-1 0 0 0 0,0 0 0 0 0,0 0 0 0 0,1-1 0 0 0,-1 1 0 0 0,0 0 0 0 0,0 0 0 0 0,0-1 0 0 0,0 1 0 0 0,1-1 0 0 0,6-7-12 0 0,1-2 0 0 0,-1 1 1 0 0,-1-1-1 0 0,0 0 0 0 0,0-1 0 0 0,5-12 0 0 0,-4 8-18 0 0,38-69-86 0 0,107-153 1 0 0,-129 206 158 0 0,1 1-1 0 0,29-28 1 0 0,-52 57-33 0 0,1-1-1 0 0,-1 1 1 0 0,1 0-1 0 0,0-1 1 0 0,-1 1-1 0 0,1 0 1 0 0,0 0-1 0 0,0 0 1 0 0,0 0-1 0 0,0 1 1 0 0,0-1-1 0 0,3 0 1 0 0,-4 1-7 0 0,0 0 0 0 0,-1 0 0 0 0,1 0 0 0 0,0 0 0 0 0,0 1 0 0 0,0-1 0 0 0,0 0 0 0 0,0 0 0 0 0,-1 1 0 0 0,1-1 0 0 0,0 1 0 0 0,0-1 0 0 0,0 1 0 0 0,-1-1 0 0 0,1 1-1 0 0,0-1 1 0 0,-1 1 0 0 0,1 0 0 0 0,-1-1 0 0 0,1 1 0 0 0,-1 0 0 0 0,1 0 0 0 0,-1-1 0 0 0,1 1 0 0 0,-1 0 0 0 0,1 0 0 0 0,-1 0 0 0 0,0 0 0 0 0,0-1 0 0 0,1 3 0 0 0,2 8-3 0 0,-1 0 0 0 0,0 0 0 0 0,0 0 0 0 0,-1 0 0 0 0,-1 19 0 0 0,-7 58 0 0 0,6-70 0 0 0,-43 241 0 0 0,29-188 0 0 0,-22 114 0 0 0,-21 104 0 0 0,17 2 0 0 0,37-251-133 0 0,0-14-222 0 0,0 43 0 0 0,9-90-1924 0 0,-1 9-62 0 0,-1-8-7620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23151 0 0,'0'0'2321'0'0,"1"2"-2127"0"0,2 9 905 0 0,0 1 0 0 0,-1 1 1 0 0,0-1-1 0 0,0 18 0 0 0,-4 53 360 0 0,1-44-1429 0 0,-1 24-4 0 0,1 142 64 0 0,1-157-90 0 0,2-43 0 0 0,1-9 0 0 0,3-7 0 0 0,6-18 0 0 0,55-125 0 0 0,-67 153 0 0 0,56-102 0 0 0,-42 81 0 0 0,0 0 0 0 0,27-29 0 0 0,-35 42 0 0 0,-6 9 0 0 0,1 0 0 0 0,-1 0 0 0 0,0 0 0 0 0,0 0 0 0 0,0-1 0 0 0,0 1 0 0 0,0 0 0 0 0,0 0 0 0 0,0 0 0 0 0,0 0 0 0 0,0 0 0 0 0,1 0 0 0 0,-1 0 0 0 0,0-1 0 0 0,0 1 0 0 0,0 0 0 0 0,0 0 0 0 0,0 0 0 0 0,1 0 0 0 0,-1 0 0 0 0,0 0 0 0 0,0 0 0 0 0,0 0 0 0 0,0 0 0 0 0,0 0 0 0 0,1 0 0 0 0,-1 0 0 0 0,0 0 0 0 0,0 0 0 0 0,0 0 0 0 0,0 0 0 0 0,1 0 0 0 0,-1 0 0 0 0,0 0 0 0 0,0 0 0 0 0,0 0 0 0 0,0 0 0 0 0,0 0 0 0 0,1 0 0 0 0,-1 0 0 0 0,0 1 0 0 0,0-1 0 0 0,0 0 0 0 0,0 0 0 0 0,0 0 0 0 0,0 0 0 0 0,0 0 0 0 0,1 0 0 0 0,-1 0 0 0 0,0 1 0 0 0,0-1 0 0 0,0 0 0 0 0,0 0 0 0 0,0 0 0 0 0,0 0 0 0 0,0 0 0 0 0,0 1 0 0 0,0-1 0 0 0,4 9 0 0 0,-4-8 0 0 0,6 20 0 0 0,5 42 0 0 0,-4-22 0 0 0,1 24 0 0 0,-7-47 0 0 0,0-1 0 0 0,2 0 0 0 0,5 21 0 0 0,-4-30 0 0 0,-3-8 0 0 0,-1 0 0 0 0,0 0 0 0 0,1 0 0 0 0,-1 0 0 0 0,0 0 0 0 0,1 0 0 0 0,-1 0 0 0 0,0 0 0 0 0,1 0 0 0 0,-1 0 0 0 0,0 0 0 0 0,1 0 0 0 0,-1 0 0 0 0,0 0 0 0 0,0 0 0 0 0,1 0 0 0 0,-1 0 0 0 0,0-1 0 0 0,1 1 0 0 0,-1 0 0 0 0,0 0 0 0 0,0 0 0 0 0,1-1 0 0 0,4-5 0 0 0,0 0 0 0 0,0 0 0 0 0,0-1 0 0 0,-1 1 0 0 0,0-1 0 0 0,0 0 0 0 0,-1 0 0 0 0,5-15 0 0 0,-3 9 0 0 0,14-32 0 0 0,-1-1 0 0 0,40-71 0 0 0,-56 112 0 0 0,7-10 0 0 0,-9 14 0 0 0,0 1 0 0 0,0 0 0 0 0,1 0 0 0 0,-1 0 0 0 0,0-1 0 0 0,0 1 0 0 0,0 0 0 0 0,0 0 0 0 0,1 0 0 0 0,-1-1 0 0 0,0 1 0 0 0,0 0 0 0 0,1 0 0 0 0,-1 0 0 0 0,0 0 0 0 0,0 0 0 0 0,0 0 0 0 0,1 0 0 0 0,-1 0 0 0 0,0-1 0 0 0,0 1 0 0 0,1 0 0 0 0,-1 0 0 0 0,0 0 0 0 0,1 0 0 0 0,-1 0 0 0 0,0 0 0 0 0,2 1 0 0 0,-1 0 0 0 0,0 0 0 0 0,0 0 0 0 0,0 0 0 0 0,0 1 0 0 0,0-1 0 0 0,0 0 0 0 0,0 0 0 0 0,-1 0 0 0 0,1 1 0 0 0,0-1 0 0 0,-1 0 0 0 0,1 1 0 0 0,-1-1 0 0 0,1 3 0 0 0,6 24 0 0 0,-3-6 0 0 0,1 0 0 0 0,1-1 0 0 0,1 0 0 0 0,1 0 0 0 0,1 0 0 0 0,12 20 0 0 0,-16-32 0 0 0,1 0 0 0 0,0-1 0 0 0,1 1 0 0 0,0-1 0 0 0,0-1 0 0 0,1 1 0 0 0,0-1 0 0 0,0-1 0 0 0,0 1 0 0 0,1-1 0 0 0,0-1 0 0 0,0 0 0 0 0,1 0 0 0 0,-1-1 0 0 0,12 4 0 0 0,-7-4 0 0 0,0 0 0 0 0,1-1 0 0 0,-1-1 0 0 0,1-1 0 0 0,0 0 0 0 0,-1 0 0 0 0,30-4 0 0 0,-36 2 0 0 0,1-1 0 0 0,-1 0 0 0 0,0 0 0 0 0,0 0 0 0 0,0-1 0 0 0,0 0 0 0 0,0-1 0 0 0,-1 0 0 0 0,1 0 0 0 0,-1-1 0 0 0,0 0 0 0 0,0 0 0 0 0,-1 0 0 0 0,1-1 0 0 0,5-8 0 0 0,-4 4-5 0 0,0 0 1 0 0,-1 0-1 0 0,-1-1 1 0 0,0 0-1 0 0,0-1 1 0 0,6-20-1 0 0,-10 27 3 0 0,-1 0-1 0 0,0 0 1 0 0,0 0-1 0 0,-1 0 1 0 0,1 0-1 0 0,-1 0 1 0 0,0 0-1 0 0,-2-9 1 0 0,2 11 1 0 0,-1 0 1 0 0,0 0-1 0 0,0 0 1 0 0,0 0-1 0 0,-1 0 0 0 0,1 0 1 0 0,-1 1-1 0 0,1-1 0 0 0,-1 0 1 0 0,0 1-1 0 0,0 0 1 0 0,0-1-1 0 0,0 1 0 0 0,0 0 1 0 0,-4-2-1 0 0,4 2 3 0 0,-1 1 0 0 0,1-1 0 0 0,-1 1 1 0 0,0 0-1 0 0,0 0 0 0 0,0 0 0 0 0,0 1 0 0 0,0-1 0 0 0,1 1 0 0 0,-1-1 0 0 0,0 1 1 0 0,0 0-1 0 0,0 0 0 0 0,-5 1 0 0 0,-3 1 9 0 0,1-1-1 0 0,-18 7 1 0 0,16-4-17 0 0,-1 1 1 0 0,1 0-1 0 0,0 1 0 0 0,1 0 0 0 0,0 1 1 0 0,-14 11-1 0 0,17-12 2 0 0,0 0 0 0 0,1 1 0 0 0,0 0 0 0 0,1 0 0 0 0,0 1 0 0 0,0 0 0 0 0,0 0 0 0 0,1 0 0 0 0,-5 11 0 0 0,9-17-4 0 0,0 1 1 0 0,0-1-1 0 0,0 0 0 0 0,0 0 1 0 0,1 0-1 0 0,-1 1 0 0 0,1-1 1 0 0,0 0-1 0 0,-1 1 1 0 0,1-1-1 0 0,0 0 0 0 0,0 1 1 0 0,1-1-1 0 0,-1 0 0 0 0,0 1 1 0 0,1-1-1 0 0,-1 0 0 0 0,1 1 1 0 0,0-1-1 0 0,0 0 0 0 0,0 0 1 0 0,0 0-1 0 0,0 0 0 0 0,0 0 1 0 0,1 0-1 0 0,-1 0 1 0 0,3 2-1 0 0,-1-1-36 0 0,0-1 1 0 0,0 0 0 0 0,0 0-1 0 0,0 0 1 0 0,1-1-1 0 0,-1 1 1 0 0,0-1 0 0 0,1 1-1 0 0,-1-1 1 0 0,1 0-1 0 0,0-1 1 0 0,-1 1 0 0 0,1-1-1 0 0,0 1 1 0 0,0-1-1 0 0,6-1 1 0 0,-3 0 5 0 0,0 0 0 0 0,-1 0 0 0 0,1-1 0 0 0,0 0 0 0 0,-1-1 0 0 0,1 0-1 0 0,-1 0 1 0 0,0 0 0 0 0,0-1 0 0 0,0 1 0 0 0,0-1 0 0 0,-1-1 0 0 0,1 1 0 0 0,-1-1 0 0 0,5-5 0 0 0,7-10-73 0 0,-1 0 0 0 0,22-37-1 0 0,-35 52 110 0 0,6-9-16 0 0,-1 0 0 0 0,-1 0 0 0 0,7-17 0 0 0,-14 30 92 0 0,-1 0 66 0 0,1 0-125 0 0,0 1 0 0 0,0 0-1 0 0,0 0 1 0 0,0 0-1 0 0,0 0 1 0 0,0 0-1 0 0,0 0 1 0 0,0 0-1 0 0,0 0 1 0 0,0-1-1 0 0,0 1 1 0 0,0 0-1 0 0,0 0 1 0 0,0 0 0 0 0,0 0-1 0 0,0 0 1 0 0,0 0-1 0 0,0 0 1 0 0,-1 0-1 0 0,1 0 1 0 0,0 0-1 0 0,0-1 1 0 0,0 1-1 0 0,0 0 1 0 0,0 0-1 0 0,0 0 1 0 0,0 0 0 0 0,0 0-1 0 0,-1 0 1 0 0,1 0-1 0 0,0 0 1 0 0,0 0-1 0 0,0 0 1 0 0,0 0-1 0 0,0 0 1 0 0,0 0-1 0 0,0 0 1 0 0,0 0-1 0 0,-1 0 1 0 0,1 0 0 0 0,0 0-1 0 0,-2 4 5 0 0,0 0 0 0 0,0 0 0 0 0,0 0 0 0 0,1 0 0 0 0,0 0 0 0 0,0 0 0 0 0,0 0 0 0 0,0 0 1 0 0,0 0-1 0 0,1 1 0 0 0,0-1 0 0 0,0 0 0 0 0,1 8 0 0 0,0-6-5 0 0,0 0 0 0 0,1 0 0 0 0,0 0 0 0 0,0 0 0 0 0,0 0 0 0 0,1-1 0 0 0,0 1 0 0 0,7 9 0 0 0,-5-8-22 0 0,0 0 1 0 0,1 0 0 0 0,0-1 0 0 0,0 0-1 0 0,1 0 1 0 0,0-1 0 0 0,0 0-1 0 0,0 0 1 0 0,1 0 0 0 0,-1-1 0 0 0,1 0-1 0 0,0-1 1 0 0,17 5 0 0 0,-20-6-2 0 0,1-1 1 0 0,-1 0-1 0 0,1-1 1 0 0,0 1 0 0 0,-1-1-1 0 0,1 0 1 0 0,-1 0-1 0 0,1-1 1 0 0,10-2-1 0 0,-13 2 3 0 0,0 0-1 0 0,0 0 0 0 0,-1-1 0 0 0,1 1 0 0 0,0-1 0 0 0,-1 0 0 0 0,1 0 1 0 0,-1 0-1 0 0,0 0 0 0 0,1 0 0 0 0,-1 0 0 0 0,0-1 0 0 0,0 1 0 0 0,0-1 1 0 0,-1 1-1 0 0,1-1 0 0 0,-1 0 0 0 0,1 0 0 0 0,0-3 0 0 0,4-10 6 0 0,-2 0 0 0 0,0 1-1 0 0,0-1 1 0 0,1-25-1 0 0,-1-65 113 0 0,-5 98-28 0 0,1 0 0 0 0,-5-15 0 0 0,4 16 7 0 0,1 6 374 0 0,2 3-438 0 0,0-1 1 0 0,1 1-1 0 0,-1 0 0 0 0,0 0 1 0 0,0 0-1 0 0,-1 0 1 0 0,1 1-1 0 0,2 3 0 0 0,18 25-25 0 0,1-2 0 0 0,2-1 0 0 0,0-1 0 0 0,2 0 0 0 0,1-3 0 0 0,1 0 0 0 0,1-2-1 0 0,0-1 1 0 0,2-1 0 0 0,1-2 0 0 0,45 19 0 0 0,-69-33-253 0 0,-1-1-1 0 0,0 0 1 0 0,1-1 0 0 0,-1 0-1 0 0,1 0 1 0 0,0-1 0 0 0,12 1-1 0 0,-19-3-179 0 0,1 1-1 0 0,-1-1 1 0 0,0 0 0 0 0,0 0-1 0 0,0 0 1 0 0,0 0-1 0 0,0 0 1 0 0,3-2-1 0 0,-2 1-1701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 25943 0 0,'-7'5'315'0'0,"-1"1"0"0"0,2 0 1 0 0,-1 0-1 0 0,1 1 0 0 0,-1-1 0 0 0,2 2 0 0 0,-1-1 1 0 0,-8 16-1 0 0,-10 12 403 0 0,-191 267 2551 0 0,146-200-5106 0 0,61-90 810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71 9215 0 0,'-9'-10'21139'0'0,"17"5"-20893"0"0,0 0 0 0 0,0 1 0 0 0,0-1 0 0 0,1 2 0 0 0,-1-1 0 0 0,1 1 1 0 0,0 1-1 0 0,10-3 0 0 0,79-6-303 0 0,-18 2 96 0 0,-58 7-502 0 0,1 0 0 0 0,0 1 1 0 0,39 4-1 0 0,-34-1-961 0 0,-25-1 776 0 0,0-1-1 0 0,0 0 1 0 0,-1 1-1 0 0,1 0 1 0 0,0 0-1 0 0,3 1 0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61 13359 0 0,'-15'0'12101'0'0,"34"-4"-4896"0"0,-8 3-9683 0 0,226-29 2779 0 0,-25 8-5443 0 0,-168 19 2507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4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25999 0 0,'0'0'3547'0'0,"0"2"-2779"0"0,-2 45-138 0 0,-3 0 0 0 0,-16 66 1 0 0,1-2-69 0 0,12-38-567 0 0,3 0-1 0 0,3 0 1 0 0,12 121 0 0 0,-10-191-68 0 0,0 0 1 0 0,1-1-1 0 0,-1 1 1 0 0,1 0 0 0 0,0-1-1 0 0,-1 1 1 0 0,1-1-1 0 0,0 1 1 0 0,3 3-1 0 0,-3-5-115 0 0,-1 0-1 0 0,1 0 0 0 0,0-1 1 0 0,0 1-1 0 0,0 0 0 0 0,0-1 0 0 0,0 1 1 0 0,-1-1-1 0 0,1 1 0 0 0,0-1 1 0 0,1 1-1 0 0,-1-1 0 0 0,0 1 1 0 0,0-1-1 0 0,0 0 0 0 0,0 0 0 0 0,0 0 1 0 0,0 1-1 0 0,0-1 0 0 0,0 0 1 0 0,0 0-1 0 0,1 0 0 0 0,-1-1 0 0 0,0 1 1 0 0,2-1-1 0 0,12-2-9727 0 0</inkml:trace>
  <inkml:trace contextRef="#ctx0" brushRef="#br0" timeOffset="1">614 267 26087 0 0,'0'0'2365'0'0,"1"-1"-1945"0"0,14-5 6 0 0,0 0-1 0 0,0 1 1 0 0,0 1-1 0 0,1 0 1 0 0,27-3-1 0 0,84 0 1018 0 0,-99 6-1608 0 0,65-1-10 0 0,81-4-3 0 0,-59-4-4650 0 0,-85 7-5199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4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36 17967 0 0,'-11'-12'1920'0'0,"-2"-12"6776"0"0,6 35-6809 0 0,-1 6-1609 0 0,2 0 0 0 0,0 1 0 0 0,1 0 0 0 0,1 0 0 0 0,-2 23 0 0 0,-1-3-130 0 0,-42 263 281 0 0,35-125-376 0 0,9-91-79 0 0,5-85-27 0 0,0 1 1 0 0,0-1 0 0 0,0 0 0 0 0,0 1-1 0 0,0-1 1 0 0,0 0 0 0 0,0 0 0 0 0,0 1-1 0 0,0-1 1 0 0,0 0 0 0 0,0 1-1 0 0,0-1 1 0 0,0 0 0 0 0,0 1 0 0 0,-1-1-1 0 0,1 0 1 0 0,0 0 0 0 0,0 1 0 0 0,0-1-1 0 0,0 0 1 0 0,0 0 0 0 0,-1 1 0 0 0,1-1-1 0 0,0 0 1 0 0,0 0 0 0 0,-1 0 0 0 0,1 1-1 0 0,0-1 1 0 0,0 0 0 0 0,-1 0-1 0 0,-7-4-6401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12895 0 0,'0'0'1172'0'0,"1"-1"-966"0"0,6-2 714 0 0,-1 0 1 0 0,1 0 0 0 0,0 1-1 0 0,0-1 1 0 0,0 1-1 0 0,7-1 1 0 0,48-4 8300 0 0,-40 5-8692 0 0,82-6 238 0 0,0 5-1 0 0,136 13 1 0 0,-205-8-785 0 0,98 12-270 0 0,-112-10 210 0 0,-1 0 0 0 0,1 2-1 0 0,-1 0 1 0 0,24 11 0 0 0,-38-15-71 0 0,-1 1 1 0 0,0 0-1 0 0,0 0 1 0 0,0 0-1 0 0,0 1 1 0 0,0-1-1 0 0,6 8 1 0 0,-9-9-149 0 0,-1 0 0 0 0,0-1 0 0 0,1 1 0 0 0,-1 0-1 0 0,0 0 1 0 0,0 0 0 0 0,-1 0 0 0 0,1 0 0 0 0,1 4 0 0 0,-2-4-447 0 0,0 1 1 0 0,0-1-1 0 0,0 0 0 0 0,0 0 0 0 0,0 1 1 0 0,0-1-1 0 0,0 0 0 0 0,-1 0 0 0 0,1 1 1 0 0,-3 3-1 0 0,-6 11-7779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858 1 9671 0 0,'1'1'440'0'0,"2"7"855"0"0,0-1 0 0 0,0 1 0 0 0,-1 0-1 0 0,0 0 1 0 0,0 0 0 0 0,-1 0-1 0 0,0 0 1 0 0,-1 1 0 0 0,0-1 0 0 0,-1 12-1 0 0,-3 10 3596 0 0,-11 45-1 0 0,3-23-6363 0 0,-4 6 1583 0 0,15-54-109 0 0,0 0 0 0 0,1-1 0 0 0,0 1 0 0 0,0 0 0 0 0,0-1 0 0 0,1 8 0 0 0,-1-11 0 0 0,0 1 0 0 0,0 0 0 0 0,0-1 0 0 0,0 1 0 0 0,0-1 0 0 0,0 1 0 0 0,0 0 0 0 0,1-1 0 0 0,-1 1 0 0 0,0-1 0 0 0,0 1 0 0 0,0-1 0 0 0,1 1 0 0 0,-1-1 0 0 0,0 1 0 0 0,0-1 0 0 0,1 1 0 0 0,-1-1 0 0 0,1 1 0 0 0,-1-1 0 0 0,0 1 0 0 0,1-1 0 0 0,-1 0 0 0 0,1 1 0 0 0,-1-1 0 0 0,1 0 0 0 0,-1 1 0 0 0,1-1 0 0 0,-1 0 0 0 0,1 0 0 0 0,-1 1 0 0 0,2-1 0 0 0,-1 0 0 0 0,5 3 0 0 0,0 0 0 0 0,0-1 0 0 0,1 0 0 0 0,-1 0 0 0 0,0 0 0 0 0,1-1 0 0 0,0 0 0 0 0,-1-1 0 0 0,14 1 0 0 0,4-2 0 0 0,31-6 0 0 0,153-34 0 0 0,-11 3-2909 0 0,-184 37-4435 0 0,-1 2-2347 0 0</inkml:trace>
  <inkml:trace contextRef="#ctx0" brushRef="#br0" timeOffset="1">1 822 13823 0 0,'0'0'1062'0'0,"1"-1"-181"0"0,21-6 7469 0 0,1 1-3726 0 0,49-5-1841 0 0,-60 9-2448 0 0,208-13 383 0 0,-89 9-527 0 0,797-35-191 0 0,-642 54-217 0 0,-232-8-1651 0 0,-62 4-799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23 1839 0 0,'-14'-22'21537'0'0,"13"22"-21207"0"0,0 0 0 0 0,1 0 0 0 0,-1 1 0 0 0,0-1 0 0 0,0 1 0 0 0,0-1-1 0 0,0 0 1 0 0,0 1 0 0 0,1-1 0 0 0,-1 1 0 0 0,0 0 0 0 0,0-1-1 0 0,1 1 1 0 0,-1 0 0 0 0,1-1 0 0 0,-1 1 0 0 0,0 0 0 0 0,1 0 0 0 0,-1 1-1 0 0,-10 19 86 0 0,10-17 57 0 0,-14 33 314 0 0,-12 49 0 0 0,13-37-630 0 0,2-3-96 0 0,2 1-1 0 0,-5 53 1 0 0,-4 43-60 0 0,19-141-82 0 0,-1 1 0 0 0,1-1 0 0 0,-1 1 0 0 0,1-1 1 0 0,-1 0-1 0 0,0 1 0 0 0,-1 3 0 0 0,0-2-198 0 0,1-3-278 0 0,-7 1-821 0 0,6-2 1093 0 0,0 0 0 0 0,0 0 0 0 0,1 0 0 0 0,-1 0 0 0 0,0-1 0 0 0,0 1 0 0 0,1 0 0 0 0,-1-1 1 0 0,0 1-1 0 0,1-1 0 0 0,-1 0 0 0 0,-2-1 0 0 0,-4-4-1317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26951 0 0,'0'0'2440'0'0,"2"-1"-1997"0"0,14-5-231 0 0,0-1 0 0 0,0 2 1 0 0,0 0-1 0 0,1 1 0 0 0,0 0 1 0 0,22 0-1 0 0,110-1 885 0 0,-65 5-856 0 0,340-8-132 0 0,-105 27-310 0 0,-299-17 12 0 0,24 7 0 0 0,-36-8-77 0 0,0 2 0 0 0,0-1-1 0 0,-1 1 1 0 0,1 1-1 0 0,-1-1 1 0 0,8 6-1 0 0,-12-7-295 0 0,-1 1-1 0 0,0-1 1 0 0,1 1 0 0 0,-1 0-1 0 0,0-1 1 0 0,0 1 0 0 0,0 0-1 0 0,-1 0 1 0 0,1 1 0 0 0,0 2-1 0 0,3 4-4257 0 0,3 6-3522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6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11 21311 0 0,'-5'-11'10733'0'0,"4"13"-10391"0"0,-51 100 39 0 0,21-34-381 0 0,13-27 0 0 0,17-37-56 0 0,-8 18-1922 0 0,9-21 1844 0 0,0 0 0 0 0,0 0 1 0 0,0 0-1 0 0,0 0 0 0 0,0 0 0 0 0,0 0 1 0 0,0 0-1 0 0,0 0 0 0 0,0 0 0 0 0,0 0 1 0 0,1 0-1 0 0,-1 0 0 0 0,0 0 0 0 0,1 0 1 0 0,-1 0-1 0 0,1 0 0 0 0,-1 0 0 0 0,1-1 1 0 0,0 3-1 0 0,6 2-2173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7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25567 0 0,'0'0'3521'0'0,"-1"1"-2733"0"0,-6 13-111 0 0,0 1 0 0 0,1 0 0 0 0,-7 27 0 0 0,-2 7-578 0 0,6-23-121 0 0,2 0 0 0 0,0 1 1 0 0,1 0-1 0 0,2 0 0 0 0,-2 44 0 0 0,8-27-948 0 0,4-17-3028 0 0</inkml:trace>
  <inkml:trace contextRef="#ctx0" brushRef="#br0" timeOffset="1">13 280 11519 0 0,'0'0'887'0'0,"-12"-17"9742"0"0,28 6-5578 0 0,-12 9-4665 0 0,0 0 0 0 0,1 0 1 0 0,-1 1-1 0 0,0 0 0 0 0,6-2 0 0 0,3 1-217 0 0,7-2 254 0 0,-1 1-1 0 0,32-1 0 0 0,-3 4-582 0 0,100 2-1325 0 0,-115-1 514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27295 0 0,'0'0'2923'0'0,"8"-15"-2726"0"0,-7 13-177 0 0,-1 1 1 0 0,1 0-1 0 0,0 0 0 0 0,-1 0 1 0 0,1 0-1 0 0,0 0 0 0 0,0 1 1 0 0,0-1-1 0 0,0 0 0 0 0,0 0 1 0 0,0 0-1 0 0,0 1 0 0 0,0-1 1 0 0,0 1-1 0 0,0-1 0 0 0,1 1 1 0 0,-1-1-1 0 0,0 1 0 0 0,2-1 1 0 0,26-3 410 0 0,-18 3-277 0 0,149-13-313 0 0,-86 11-678 0 0,46-1-3992 0 0,-93 5 3198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1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26639 0 0,'0'0'2412'0'0,"1"-1"-1984"0"0,4-4-421 0 0,0 1-1 0 0,0 0 1 0 0,1 1 0 0 0,-1-1-1 0 0,1 1 1 0 0,0 0-1 0 0,0 1 1 0 0,10-4 0 0 0,55-11 249 0 0,-53 14-108 0 0,143-22 414 0 0,10-1-5463 0 0,-135 17-4448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25255 0 0,'0'0'2285'0'0,"-1"0"-1879"0"0,-1 1-336 0 0,1-1 0 0 0,-1 1 0 0 0,0-1 0 0 0,1 1 0 0 0,-1-1 0 0 0,0 1-1 0 0,1 0 1 0 0,-1 0 0 0 0,1 0 0 0 0,0 0 0 0 0,-1 0 0 0 0,1 0 0 0 0,0 0 0 0 0,-1 0 0 0 0,1 0 0 0 0,0 1 0 0 0,0-1 0 0 0,0 0 0 0 0,0 1 0 0 0,0-1 0 0 0,0 1 0 0 0,1-1 0 0 0,-2 4 0 0 0,1-3 57 0 0,-7 19 490 0 0,0-1 1 0 0,2 1-1 0 0,-7 36 0 0 0,9-36-500 0 0,-8 43-81 0 0,3 1 1 0 0,0 81-1 0 0,8-114-345 0 0,1 0 0 0 0,2 1 0 0 0,7 43 0 0 0,-7-70-587 0 0,-1-1-1 0 0,1 1 0 0 0,0-1 1 0 0,6 10-1 0 0</inkml:trace>
  <inkml:trace contextRef="#ctx0" brushRef="#br0" timeOffset="1">398 317 26575 0 0,'0'0'2412'0'0,"1"-1"-1984"0"0,3-4-347 0 0,1 1 0 0 0,-1-1 1 0 0,1 1-1 0 0,0 0 0 0 0,0 0 0 0 0,1 1 0 0 0,-1 0 1 0 0,1-1-1 0 0,-1 2 0 0 0,1-1 0 0 0,6-1 0 0 0,10-3 636 0 0,41-5-1 0 0,-19 3-419 0 0,-25 5-322 0 0,268-50-3197 0 0,-250 50 1621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74 119 6911 0 0,'-1'0'252'0'0,"-11"-8"-685"0"0,-21-19 1 0 0,15 6 3020 0 0,11 9 2679 0 0,5-7 10552 0 0,14 10-14764 0 0,-4 5-957 0 0,1 1 0 0 0,-1 0 1 0 0,0 0-1 0 0,1 1 0 0 0,0 0 0 0 0,15-1 0 0 0,57 0 408 0 0,-70 3-495 0 0,8 0-1 0 0,1 1-1 0 0,0 1 1 0 0,0 1-1 0 0,-1 0 1 0 0,1 1-1 0 0,-1 1 1 0 0,20 9-1 0 0,-27-8 50 0 0,-4 0 9 0 0,-8-5-62 0 0,1 0 0 0 0,-1 1 0 0 0,0-1 0 0 0,1 0 0 0 0,-1 0 0 0 0,0 0 0 0 0,0 1 1 0 0,0-1-1 0 0,0 0 0 0 0,0 0 0 0 0,0 1 0 0 0,-1-1 0 0 0,1 0 0 0 0,0 0 0 0 0,-1 0 0 0 0,1 0 1 0 0,-1 1-1 0 0,0 0 0 0 0,1 0 8 0 0,-2 3-7 0 0,-1-1 0 0 0,1 1 0 0 0,-1 0 0 0 0,0-1-1 0 0,0 1 1 0 0,0-1 0 0 0,-1 0 0 0 0,1 0 0 0 0,-1 0-1 0 0,0-1 1 0 0,-5 5 0 0 0,-9 5 21 0 0,-28 15-1 0 0,22-14-17 0 0,13-8-3 0 0,0 0 0 0 0,1 1 0 0 0,-1 1 0 0 0,2 0 0 0 0,-1 0 0 0 0,1 1 0 0 0,-9 11 0 0 0,17-19-7 0 0,0 0 0 0 0,0 1 0 0 0,1-1 0 0 0,-1 0 0 0 0,0 1 0 0 0,1-1 0 0 0,-1 0 0 0 0,1 1 0 0 0,0-1 0 0 0,-1 3 0 0 0,2 6 0 0 0,0-7 0 0 0,0 0 0 0 0,1-1 0 0 0,0 0 0 0 0,-1 1 0 0 0,1-1 0 0 0,0 0 0 0 0,0 0 0 0 0,0 0 0 0 0,0 0 0 0 0,0 0 0 0 0,1 0 0 0 0,-1-1 0 0 0,0 1 0 0 0,4 1 0 0 0,40 17 0 0 0,-39-17 0 0 0,43 14 0 0 0,-32-12 0 0 0,0 1 0 0 0,0 1 0 0 0,-1 1 0 0 0,0 0 0 0 0,16 11 0 0 0,-30-17 0 0 0,0 0 0 0 0,-1 0 0 0 0,1 0 0 0 0,-1 1 0 0 0,1-1 0 0 0,-1 1 0 0 0,0-1 0 0 0,0 1 0 0 0,0 0 0 0 0,2 5 0 0 0,-4-7 0 0 0,1 0 0 0 0,-1 1 0 0 0,0-1 0 0 0,1 1 0 0 0,-1-1 0 0 0,0 0 0 0 0,0 1 0 0 0,0-1 0 0 0,0 1 0 0 0,0-1 0 0 0,0 0 0 0 0,-1 1 0 0 0,1-1 0 0 0,0 0 0 0 0,-1 1 0 0 0,1-1 0 0 0,-1 0 0 0 0,0 1 0 0 0,1-1 0 0 0,-1 0 0 0 0,0 0 0 0 0,1 0 0 0 0,-1 0 0 0 0,0 1 0 0 0,0-1 0 0 0,-2 1 0 0 0,-7 8 0 0 0,0-1 0 0 0,0 0 0 0 0,-1 0 0 0 0,0-1 0 0 0,-1-1 0 0 0,0 0 0 0 0,-21 9 0 0 0,6-5-18 0 0,-53 14 0 0 0,68-22 11 0 0,1-1-1 0 0,-1 0 1 0 0,0-1-1 0 0,1 0 1 0 0,-1-1-1 0 0,0-1 1 0 0,-18-2-1 0 0,29 3-76 0 0,0 0 1 0 0,0 0-1 0 0,0 0 0 0 0,0-1 0 0 0,0 1 1 0 0,0 0-1 0 0,0-1 0 0 0,0 1 0 0 0,0-1 1 0 0,0 1-1 0 0,0-1 0 0 0,1 1 1 0 0,-1-1-1 0 0,0 1 0 0 0,0-1 0 0 0,1 0 1 0 0,-1 1-1 0 0,0-1 0 0 0,1 0 0 0 0,-1 0 1 0 0,0 0-1 0 0,1 0 0 0 0,-1 1 0 0 0,1-1 1 0 0,-1-1-1 0 0,1 1-74 0 0,0 0-1 0 0,0 0 1 0 0,0 0 0 0 0,1 0 0 0 0,-1 0-1 0 0,0 0 1 0 0,0 0 0 0 0,1 0 0 0 0,-1 0-1 0 0,0 0 1 0 0,1 0 0 0 0,-1 0-1 0 0,1 1 1 0 0,-1-1 0 0 0,1 0 0 0 0,0 0-1 0 0,-1 1 1 0 0,1-1 0 0 0,0 0-1 0 0,0 1 1 0 0,-1-1 0 0 0,1 0 0 0 0,0 1-1 0 0,0-1 1 0 0,0 1 0 0 0,1-1-1 0 0,17-8-2886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60 19583 0 0,'48'-33'10195'0'0,"-49"35"-9294"0"0,-32 39-284 0 0,21-28-289 0 0,1 0 0 0 0,-14 25 1 0 0,22-35-297 0 0,1 1 0 0 0,0 0 1 0 0,0 0-1 0 0,1 1 1 0 0,-1-1-1 0 0,1 0 1 0 0,0 1-1 0 0,0-1 0 0 0,1 0 1 0 0,-1 1-1 0 0,1-1 1 0 0,0 1-1 0 0,0-1 1 0 0,2 10-1 0 0,-2-12-32 0 0,1 1 0 0 0,0 0 0 0 0,0 0 0 0 0,0 0 0 0 0,1-1 0 0 0,-1 1 0 0 0,1 0 0 0 0,-1-1 0 0 0,1 1 0 0 0,0-1 0 0 0,0 0 0 0 0,0 0 0 0 0,3 4 0 0 0,0-3 0 0 0,-1 0 0 0 0,1 0 0 0 0,-1-1 0 0 0,1 1 0 0 0,0-1 0 0 0,10 3 0 0 0,1-1 0 0 0,0 0 0 0 0,0-2 0 0 0,31 1 0 0 0,-27-2-52 0 0,1-1 1 0 0,21-4-1 0 0,-35 3 35 0 0,1 0 0 0 0,-1-1 0 0 0,0 0 0 0 0,0 0 0 0 0,0 0 0 0 0,0-1 0 0 0,-1 0 0 0 0,1 0 0 0 0,7-6 0 0 0,-12 8 15 0 0,0-1 0 0 0,0 0 0 0 0,0 0 0 0 0,0 0 0 0 0,0 0 0 0 0,0 0-1 0 0,0 0 1 0 0,-1 0 0 0 0,1-1 0 0 0,-1 1 0 0 0,0-1 0 0 0,1 1 0 0 0,-1-1 0 0 0,-1 0 0 0 0,1 1 0 0 0,0-1 0 0 0,0 0 0 0 0,-1 1 0 0 0,0-1 0 0 0,1 0 0 0 0,-1 0 0 0 0,0 0 0 0 0,-1 1 0 0 0,1-1 0 0 0,0 0 0 0 0,-1 0 0 0 0,1 1 0 0 0,-1-1 0 0 0,0 0 0 0 0,0 1 0 0 0,-2-4 0 0 0,-3-8-22 0 0,-2 1 1 0 0,0 0-1 0 0,0 1 1 0 0,-17-20 0 0 0,9 13-163 0 0,4 4-577 0 0,-18-16 0 0 0,19 21-427 0 0,30 2-6060 0 0,-12 8 6283 0 0,-1 0 0 0 0,1 1 0 0 0,0 0 0 0 0,8 2 0 0 0,3 0-1300 0 0,11 1-3524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11 6447 0 0,'7'-1'400'0'0,"-1"0"-238"0"0,0 0 1 0 0,21-7 20023 0 0,-34 11-17660 0 0,-7 3-2264 0 0,0 1 0 0 0,0 0 1 0 0,1 2-1 0 0,0-1 0 0 0,0 1 0 0 0,1 1 0 0 0,0 1 0 0 0,1-1 0 0 0,0 2 0 0 0,-11 14 0 0 0,20-23-262 0 0,-1 1 0 0 0,1-1 0 0 0,0 1 0 0 0,0 0 0 0 0,0-1 0 0 0,1 1 0 0 0,-1 0 0 0 0,1 0 0 0 0,0 0 0 0 0,0 1 0 0 0,0 3 0 0 0,1-5 0 0 0,0-1 0 0 0,0 0 0 0 0,1 1 0 0 0,-1-1 0 0 0,1 0 0 0 0,-1 0 0 0 0,1 1 0 0 0,0-1 0 0 0,0 0 0 0 0,0 0 0 0 0,0 0 0 0 0,0 0 0 0 0,0 0 0 0 0,1 0 0 0 0,-1-1 0 0 0,1 1 0 0 0,-1 0 0 0 0,1-1 0 0 0,-1 1 0 0 0,1-1 0 0 0,3 3 0 0 0,2 0-2 0 0,-1 0 0 0 0,1-1 0 0 0,0 0 0 0 0,0 0 0 0 0,0-1 0 0 0,0 0-1 0 0,0 0 1 0 0,9 1 0 0 0,9 0-15 0 0,27 0 0 0 0,-34-2 4 0 0,-1-2 1 0 0,1 0 0 0 0,-1-1 0 0 0,22-5 0 0 0,-31 5-3 0 0,0-1 0 0 0,0 1 0 0 0,0-1 0 0 0,0 0 0 0 0,-1-1 0 0 0,1 0 0 0 0,-1 0 0 0 0,0-1 0 0 0,0 0 1 0 0,-1 0-1 0 0,8-7 0 0 0,-11 9 11 0 0,-1-1 0 0 0,1 0 0 0 0,-1 0 0 0 0,1 0 0 0 0,-1 0 0 0 0,0 0 0 0 0,-1 0 0 0 0,1 0 0 0 0,-1-1 0 0 0,0 1 0 0 0,0 0 1 0 0,0-1-1 0 0,0 1 0 0 0,-1-1 0 0 0,0-6 0 0 0,0 9-25 0 0,0-1 1 0 0,0 0-1 0 0,-1 1 1 0 0,1-1 0 0 0,-1 1-1 0 0,0-1 1 0 0,1 0-1 0 0,-1 1 1 0 0,0-1-1 0 0,-1 1 1 0 0,1 0-1 0 0,0-1 1 0 0,-1 1-1 0 0,1 0 1 0 0,-1 0-1 0 0,0 0 1 0 0,1 0-1 0 0,-1 0 1 0 0,0 0-1 0 0,0 1 1 0 0,0-1 0 0 0,-1 1-1 0 0,1-1 1 0 0,0 1-1 0 0,-1 0 1 0 0,1 0-1 0 0,-4-2 1 0 0,2 2-285 0 0,-1 0 0 0 0,1 0 0 0 0,-1 1 1 0 0,1-1-1 0 0,-1 1 0 0 0,0 0 0 0 0,-8 1 1 0 0,-18 6-7699 0 0,6 3-1083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236 124 26751 0 0,'-8'-2'1308'0'0,"8"2"-1276"0"0,0 0 0 0 0,-1 0-1 0 0,1 0 1 0 0,0 0 0 0 0,0 0 0 0 0,0 0-1 0 0,0 0 1 0 0,0 0 0 0 0,0 0-1 0 0,-1 0 1 0 0,1 0 0 0 0,0-1 0 0 0,0 1-1 0 0,0 0 1 0 0,0 0 0 0 0,0 0 0 0 0,0 0-1 0 0,0 0 1 0 0,0 0 0 0 0,-1 0 0 0 0,1-1-1 0 0,0 1 1 0 0,0 0 0 0 0,0 0 0 0 0,0 0-1 0 0,0 0 1 0 0,0 0 0 0 0,0-1 0 0 0,0 1-1 0 0,0 0 1 0 0,0 0 0 0 0,0 0-1 0 0,0 0 1 0 0,0 0 0 0 0,0-1 0 0 0,0 1-1 0 0,0 0 1 0 0,0 0 0 0 0,0 0 0 0 0,0 0-1 0 0,0 0 1 0 0,0-1 0 0 0,0 1 0 0 0,0 0-1 0 0,1 0 1 0 0,-1 0 0 0 0,0 0 0 0 0,0 0-1 0 0,0 0 1 0 0,0-1 0 0 0,0 1 0 0 0,0 0-1 0 0,0 0 1 0 0,0 0 0 0 0,1 0-1 0 0,-1 0 1 0 0,0 0 0 0 0,0 0 0 0 0,14-8 736 0 0,20-3 36 0 0,111-10 280 0 0,-78 13-950 0 0,302-24-90 0 0,-174 19-43 0 0,428-9-1 0 0,-599 22-430 0 0,1 1 0 0 0,24 6-1 0 0</inkml:trace>
  <inkml:trace contextRef="#ctx0" brushRef="#br0" timeOffset="1">138 676 25887 0 0,'0'0'2848'0'0,"2"10"-1215"0"0,-4 14-1261 0 0,-1-1-1 0 0,-1 0 1 0 0,0 0-1 0 0,-2 0 1 0 0,-11 27-1 0 0,6-15-201 0 0,-11 21-170 0 0,5-15 0 0 0,9-24-314 0 0,-12 23-1 0 0,-5 10-751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14279 0 0,'23'-25'1334'0'0,"-16"17"-154"0"0,0 0-1 0 0,0 0 1 0 0,1 1 0 0 0,11-8-1 0 0,-12 11-65 0 0,1-1-1 0 0,0 1 0 0 0,-1 1 1 0 0,1 0-1 0 0,0 0 1 0 0,10-2-1 0 0,50-6 797 0 0,-57 10-1538 0 0,1 0-262 0 0,-2-1 9 0 0,0 0-1 0 0,0 2 1 0 0,0-1 0 0 0,0 1 0 0 0,-1 0 0 0 0,1 1 0 0 0,0 1 0 0 0,19 4 0 0 0,-27-6-119 0 0,0 1 0 0 0,0 0 0 0 0,-1-1 0 0 0,1 1 0 0 0,0 0 0 0 0,0 0 0 0 0,-1 0 0 0 0,1 0 0 0 0,-1 0 0 0 0,3 2 0 0 0,0 8 0 0 0,-3-7 0 0 0,-1 0 0 0 0,1-1 0 0 0,-1 1 0 0 0,0 0 0 0 0,0-1 0 0 0,0 1 0 0 0,0 0 0 0 0,-1 0 0 0 0,1-1 0 0 0,-1 1 0 0 0,0-1 0 0 0,0 1 0 0 0,0-1 0 0 0,-1 1 0 0 0,1-1 0 0 0,-4 6 0 0 0,-1 0 0 0 0,0 1 0 0 0,-1-1 0 0 0,-14 15 0 0 0,-18 15 0 0 0,-77 57 0 0 0,103-85 0 0 0,0-1 0 0 0,-15 18 0 0 0,24-23 0 0 0,-1 1 0 0 0,1-1 0 0 0,0 1 0 0 0,0 0 0 0 0,0 0 0 0 0,1 1 0 0 0,0-1 0 0 0,-3 9 0 0 0,6-14-1 0 0,0 1 1 0 0,-1-1-1 0 0,1 0 1 0 0,0 0-1 0 0,0 1 0 0 0,0-1 1 0 0,0 0-1 0 0,0 0 1 0 0,0 0-1 0 0,0 1 0 0 0,0-1 1 0 0,1 0-1 0 0,-1 0 1 0 0,0 0-1 0 0,1 1 0 0 0,-1-1 1 0 0,1 0-1 0 0,-1 0 1 0 0,1 0-1 0 0,-1 0 0 0 0,1 0 1 0 0,1 2-1 0 0,0-2-1 0 0,0 1-1 0 0,-1-1 0 0 0,1 1 1 0 0,0-1-1 0 0,0 0 0 0 0,1 0 1 0 0,-1 0-1 0 0,0 0 1 0 0,0 0-1 0 0,5 1 0 0 0,2-1-2 0 0,1 1 0 0 0,-1-1-1 0 0,0-1 1 0 0,18 0 0 0 0,-7-3-14 0 0,0 0 1 0 0,0-2-1 0 0,0 0 0 0 0,0-1 1 0 0,19-9-1 0 0,93-48-1463 0 0,-48 18-1278 0 0,93-65 0 0 0,-170 105 2875 0 0,-1 0 0 0 0,1-1-1 0 0,-2 0 1 0 0,1 0 0 0 0,6-9 3462 0 0,-16 15-3466 0 0,1 1-1 0 0,-1-1 0 0 0,0 1 1 0 0,1 0-1 0 0,-1 0 1 0 0,1 0-1 0 0,0 1 1 0 0,-1-1-1 0 0,1 1 1 0 0,0-1-1 0 0,-4 4 1 0 0,-32 26 1311 0 0,20-14-1138 0 0,5-6-284 0 0,1 1 0 0 0,-14 15 0 0 0,22-22 0 0 0,1 1 0 0 0,-1 0 0 0 0,1 0 0 0 0,0 1 0 0 0,1-1 0 0 0,-1 1 0 0 0,-3 12 0 0 0,1-1 0 0 0,4-12 0 0 0,-1 0 0 0 0,1 1 0 0 0,1-1 0 0 0,-1 1 0 0 0,0 11 0 0 0,2-16 0 0 0,1 1 0 0 0,-1-1 0 0 0,0 0 0 0 0,1 0 0 0 0,-1 0 0 0 0,1 0 0 0 0,-1 0 0 0 0,1 0 0 0 0,0 0 0 0 0,0 0 0 0 0,0 0 0 0 0,0 0 0 0 0,1 0 0 0 0,-1 0 0 0 0,0 0 0 0 0,1-1 0 0 0,-1 1 0 0 0,1-1 0 0 0,0 1 0 0 0,-1-1 0 0 0,1 0 0 0 0,2 2 0 0 0,5 2 0 0 0,0 0 0 0 0,1-1 0 0 0,-1 0 0 0 0,1-1 0 0 0,-1 0 0 0 0,1 0 0 0 0,0-1 0 0 0,0 0 0 0 0,0-1 0 0 0,1 0 0 0 0,-1 0 0 0 0,0-2 0 0 0,0 1 0 0 0,0-1 0 0 0,1 0 0 0 0,12-4 0 0 0,-6 0 0 0 0,0 0 0 0 0,0-1 0 0 0,-1 0 0 0 0,1-2 0 0 0,-1 0 0 0 0,-1 0 0 0 0,0-2 0 0 0,22-17 0 0 0,-20 13-69 0 0,24-26 0 0 0,-37 36 55 0 0,-1 0-1 0 0,1-1 1 0 0,-1 0-1 0 0,0 1 1 0 0,0-1-1 0 0,0 0 1 0 0,0-1-1 0 0,-1 1 1 0 0,0 0-1 0 0,0-1 1 0 0,1-8-1 0 0,-3 10 3 0 0,0 0 0 0 0,0 0-1 0 0,-1 0 1 0 0,0 0 0 0 0,1 0 0 0 0,-1 0 0 0 0,-1 0 0 0 0,1 0-1 0 0,0 0 1 0 0,-1 1 0 0 0,0-1 0 0 0,0 0 0 0 0,0 1-1 0 0,0 0 1 0 0,-1-1 0 0 0,1 1 0 0 0,-1 0 0 0 0,0 0 0 0 0,-5-4-1 0 0,-2-2-7 0 0,-1 1-1 0 0,1 1 0 0 0,-1 0 0 0 0,-22-11 0 0 0,29 16-145 0 0,0 1 0 0 0,0-1-1 0 0,-1 1 1 0 0,1 0 0 0 0,-6-1 0 0 0,8 2-4 0 0,1-1 0 0 0,-1 1-1 0 0,0 0 1 0 0,0 0 0 0 0,1 1 0 0 0,-1-1 0 0 0,0 0-1 0 0,1 0 1 0 0,-1 1 0 0 0,0-1 0 0 0,1 1 0 0 0,-1 0 0 0 0,1-1-1 0 0,-1 1 1 0 0,-2 1 0 0 0,4-1-76 0 0,-1 0 0 0 0,0 0-1 0 0,0 0 1 0 0,0 0 0 0 0,1 0 0 0 0,-1 0-1 0 0,0 1 1 0 0,1-1 0 0 0,-1 0 0 0 0,1 0-1 0 0,0 0 1 0 0,-1 1 0 0 0,1-1 0 0 0,0 0-1 0 0,0 0 1 0 0,0 1 0 0 0,0-1 0 0 0,0 0-1 0 0,0 0 1 0 0,0 1 0 0 0,0-1 0 0 0,0 0-1 0 0,0 0 1 0 0,1 1 0 0 0,-1-1 0 0 0,1 0-1 0 0,-1 0 1 0 0,1 0 0 0 0,-1 0 0 0 0,1 1-1 0 0,0-1 1 0 0,-1 0 0 0 0,1 0 0 0 0,1 1 0 0 0,11 7-7180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2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 19207 0 0,'9'-3'9983'0'0,"-11"3"-9083"0"0,-13 6-657 0 0,1 1 0 0 0,0 0 1 0 0,0 0-1 0 0,0 2 1 0 0,1 0-1 0 0,0 0 0 0 0,1 1 1 0 0,0 1-1 0 0,1 0 1 0 0,-13 15-1 0 0,22-23-243 0 0,-1 0 0 0 0,1 0 0 0 0,0 0 0 0 0,1 0 0 0 0,-1 1 0 0 0,0-1 0 0 0,1 1 0 0 0,0-1 0 0 0,0 1 0 0 0,0-1 0 0 0,0 1 0 0 0,0 0 0 0 0,1-1 0 0 0,0 1 0 0 0,0 0 0 0 0,0 0 0 0 0,0-1 0 0 0,0 1 0 0 0,1 0 0 0 0,0-1 0 0 0,-1 1 0 0 0,1 0 0 0 0,1-1 0 0 0,-1 1 0 0 0,0-1 0 0 0,1 0 0 0 0,0 1 0 0 0,0-1 0 0 0,0 0 0 0 0,0 0 0 0 0,0 0 0 0 0,1 0 0 0 0,-1 0 0 0 0,1-1 0 0 0,0 1 0 0 0,0-1 0 0 0,0 0 0 0 0,0 0 0 0 0,5 3 0 0 0,3 0-23 0 0,-1 0 0 0 0,1-1 0 0 0,0-1 0 0 0,0 0 0 0 0,0 0 0 0 0,0-1 0 0 0,1 0 0 0 0,-1-1 0 0 0,1-1 0 0 0,-1 0 0 0 0,1 0 1 0 0,-1-1-1 0 0,0 0 0 0 0,1-1 0 0 0,-1-1 0 0 0,0 0 0 0 0,0 0 0 0 0,0-1 0 0 0,-1 0 0 0 0,1-1 0 0 0,-1 0 0 0 0,13-9 0 0 0,-17 9-15 0 0,0 1-1 0 0,-1-1 1 0 0,1-1 0 0 0,-1 1 0 0 0,-1-1-1 0 0,1 0 1 0 0,-1 0 0 0 0,0 0 0 0 0,0-1-1 0 0,-1 1 1 0 0,5-15 0 0 0,-6 16-73 0 0,-1 0 1 0 0,1-1 0 0 0,-1 0 0 0 0,-1 1-1 0 0,1-1 1 0 0,-1 0 0 0 0,0 1-1 0 0,0-1 1 0 0,-1 0 0 0 0,1 1-1 0 0,-1-1 1 0 0,0 1 0 0 0,-1-1-1 0 0,0 1 1 0 0,0-1 0 0 0,-2-4-1 0 0,-4-4-1114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64 190 24767 0 0,'-9'-4'2240'0'0,"9"4"-2226"0"0,-1 0 1 0 0,1 0-1 0 0,-1 0 0 0 0,1 0 1 0 0,-1 0-1 0 0,0 0 0 0 0,1-1 1 0 0,-1 1-1 0 0,0 1 0 0 0,1-1 1 0 0,-1 0-1 0 0,1 0 0 0 0,-1 0 1 0 0,1 0-1 0 0,-1 0 0 0 0,0 0 1 0 0,1 1-1 0 0,-1-1 0 0 0,1 0 1 0 0,-1 0-1 0 0,1 1 0 0 0,-1-1 1 0 0,1 1-1 0 0,-1-1 0 0 0,1 0 1 0 0,-1 1-1 0 0,1-1 0 0 0,0 1 1 0 0,-1-1-1 0 0,1 1 0 0 0,0-1 1 0 0,-1 1-1 0 0,1-1 0 0 0,0 1 1 0 0,-1-1-1 0 0,1 1 0 0 0,0-1 1 0 0,0 2-1 0 0,-1 0 42 0 0,-3 6 91 0 0,0 0 1 0 0,1 0 0 0 0,0 0-1 0 0,0 1 1 0 0,-2 15 0 0 0,-4 47 1038 0 0,8-55-1100 0 0,-1 1-42 0 0,1 0-1 0 0,0-1 0 0 0,2 1 1 0 0,0 0-1 0 0,1-1 0 0 0,0 1 1 0 0,8 25-1 0 0,-10-42-45 0 0,0 1 0 0 0,0-1 0 0 0,0 0 0 0 0,0 1 0 0 0,1-1 0 0 0,-1 1 0 0 0,0-1 0 0 0,0 1 0 0 0,1-1 0 0 0,-1 0 0 0 0,0 1 0 0 0,1-1 0 0 0,-1 0 0 0 0,0 1 0 0 0,1-1 0 0 0,-1 0 0 0 0,0 1 0 0 0,1-1 0 0 0,-1 0 0 0 0,1 0 0 0 0,-1 1 0 0 0,0-1 0 0 0,1 0-1 0 0,-1 0 1 0 0,1 0 0 0 0,-1 0 0 0 0,1 1 0 0 0,1-1-11 0 0,-1 0-1 0 0,1 0 1 0 0,-1-1 0 0 0,1 1-1 0 0,-1 0 1 0 0,0 0-1 0 0,1-1 1 0 0,-1 1-1 0 0,2-2 1 0 0,27-16-279 0 0,-8 0-7 0 0,-1-2 1 0 0,-1 0-1 0 0,-1-2 0 0 0,22-31 0 0 0,-9 13-63 0 0,40-53-360 0 0,-18 22 542 0 0,67-67 0 0 0,-98 118 368 0 0,-21 18 172 0 0,-2 2-329 0 0,1 1 0 0 0,-1-1 0 0 0,1 0 0 0 0,0 1-1 0 0,-1-1 1 0 0,1 0 0 0 0,-1 1 0 0 0,1-1 0 0 0,-1 1 0 0 0,0-1 0 0 0,1 1 0 0 0,-1-1 0 0 0,1 1 0 0 0,-1-1 0 0 0,0 1 0 0 0,1-1 0 0 0,-1 1 0 0 0,0 0 0 0 0,0-1 0 0 0,0 1 0 0 0,1 1 0 0 0,3 13 222 0 0,-3-1-29 0 0,-1 0 0 0 0,0 0-1 0 0,-1 0 1 0 0,0 0-1 0 0,-7 27 1 0 0,2-7 42 0 0,-44 224 872 0 0,17-98-786 0 0,-22 115-71 0 0,-15 83-260 0 0,1 79-1835 0 0,68-433 1336 0 0,1 0 1 0 0,-1 0-1 0 0,1 0 1 0 0,0 0-1 0 0,0 0 1 0 0,1 0-1 0 0,1 8 1 0 0,12-7-11086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0 13823 0 0,'-1'3'630'0'0,"-48"157"10298"0"0,16-57-5141 0 0,14-34-6472 0 0,-34 171 859 0 0,44-195-747 0 0,-5 12-2212 0 0,14-55 1773 0 0,-4 3-2685 0 0,2-3 3241 0 0,-1 1-1 0 0,0 0 1 0 0,0-1-1 0 0,0 1 0 0 0,0-1 1 0 0,-1 0-1 0 0,-4 2 0 0 0,0 0-283 0 0,-15 7-1738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4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3 127 17967 0 0,'0'0'827'0'0,"-2"-9"266"0"0,2 7-793 0 0,0-1 0 0 0,0 0 0 0 0,0 1-1 0 0,0-1 1 0 0,1 1 0 0 0,-1-1 0 0 0,1 0 0 0 0,-1 1 0 0 0,1-1-1 0 0,0 1 1 0 0,0-1 0 0 0,0 1 0 0 0,1 0 0 0 0,2-5 0 0 0,-1 4 111 0 0,0-1 1 0 0,0 0 0 0 0,1 1-1 0 0,-1-1 1 0 0,1 1 0 0 0,0 0 0 0 0,6-3-1 0 0,4-1 86 0 0,0 0 1 0 0,0 1-1 0 0,1 1 0 0 0,18-4 0 0 0,-22 5-359 0 0,0 2 0 0 0,1 0 0 0 0,-1 0 0 0 0,1 1-1 0 0,13 0 1 0 0,-21 2-108 0 0,-1-1 0 0 0,1 0 1 0 0,0 1-1 0 0,-1 0 0 0 0,1 0 0 0 0,0 0 0 0 0,-1 0 0 0 0,1 0 1 0 0,-1 1-1 0 0,0 0 0 0 0,1-1 0 0 0,-1 1 0 0 0,0 0 1 0 0,0 1-1 0 0,0-1 0 0 0,0 1 0 0 0,-1-1 0 0 0,1 1 0 0 0,-1 0 1 0 0,0 0-1 0 0,3 3 0 0 0,2 6 28 0 0,-1 1-1 0 0,-1 0 1 0 0,0 0 0 0 0,0 0 0 0 0,-1 0-1 0 0,-1 1 1 0 0,3 24 0 0 0,-1 100 286 0 0,-5-113-318 0 0,0 93-18 0 0,18-134-72 0 0,-9 6 47 0 0,-2-1 0 0 0,11-18 0 0 0,-2 3-48 0 0,7-8-100 0 0,-5 6 82 0 0,1 0 1 0 0,2 1 0 0 0,47-48-1 0 0,-64 71 74 0 0,-2 2 5 0 0,-1 1 0 0 0,0 0-1 0 0,1-1 1 0 0,-1 1 0 0 0,1 0-1 0 0,-1 0 1 0 0,1 0 0 0 0,0 0-1 0 0,-1 1 1 0 0,1-1 0 0 0,0 0-1 0 0,-1 1 1 0 0,1-1 0 0 0,0 1-1 0 0,0-1 1 0 0,2 1 0 0 0,-3 0 7 0 0,-1 0 0 0 0,1 0 1 0 0,-1 0-1 0 0,1 1 0 0 0,-1-1 1 0 0,1 0-1 0 0,-1 0 1 0 0,0 1-1 0 0,1-1 0 0 0,-1 0 1 0 0,1 1-1 0 0,-1-1 0 0 0,0 0 1 0 0,1 1-1 0 0,-1-1 0 0 0,0 0 1 0 0,1 1-1 0 0,-1-1 1 0 0,0 1-1 0 0,0-1 0 0 0,0 1 1 0 0,1-1-1 0 0,-1 1 0 0 0,5 12 73 0 0,-5-12-70 0 0,2 9 52 0 0,0 1 0 0 0,0 0 0 0 0,-1-1 0 0 0,-1 20 0 0 0,0-19-92 0 0,0-1-1 0 0,0 0 1 0 0,1 1 0 0 0,1-1-1 0 0,-1 0 1 0 0,6 14 0 0 0,-6-19-61 0 0,1-1 0 0 0,0 1 0 0 0,1-1 0 0 0,-1 1 0 0 0,1-1 0 0 0,5 7 0 0 0,9 1-2525 0 0,-15-11 1463 0 0,1 0 1 0 0,-1 0-1 0 0,1-1 1 0 0,-1 1 0 0 0,1 0-1 0 0,4-1 1 0 0,11 1-7711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17 24415 0 0,'0'0'4863'0'0,"10"-6"-2081"0"0,-7 4-2716 0 0,1 1 0 0 0,0-1-1 0 0,0 1 1 0 0,0 0-1 0 0,-1 0 1 0 0,1 0 0 0 0,0 0-1 0 0,0 1 1 0 0,5-1 0 0 0,40 3-90 0 0,-15 0 42 0 0,2-3-181 0 0,63 2 265 0 0,-35 6-3180 0 0,-48-4-4207 0 0,-4 0-2307 0 0</inkml:trace>
  <inkml:trace contextRef="#ctx0" brushRef="#br0" timeOffset="1">52 198 11055 0 0,'-9'2'1375'0'0,"-10"1"-2375"0"0,-4-3 18185 0 0,33 5-14897 0 0,-6-2-2061 0 0,8 3 25 0 0,1-2 1 0 0,0 0-1 0 0,0 0 1 0 0,0-1-1 0 0,23 2 1 0 0,68-3-208 0 0,40-12-142 0 0,-17 0-4798 0 0,-108 10 2292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70 5527 0 0,'1'-2'423'0'0,"3"-8"-1092"0"0,5-11 5308 0 0,-8 19-3282 0 0,-1-1-1 0 0,1 1 0 0 0,0-1 1 0 0,-1 1-1 0 0,1 0 1 0 0,-1-1-1 0 0,0 1 0 0 0,0-1 1 0 0,0 1-1 0 0,-1-7 1412 0 0,0 9-2498 0 0,0-1 0 0 0,1 1 0 0 0,-1-1 0 0 0,0 1-1 0 0,0 0 1 0 0,0-1 0 0 0,0 1 0 0 0,0 0-1 0 0,0 0 1 0 0,0-1 0 0 0,-1 1 0 0 0,-3 1-55 0 0,1 0 0 0 0,0 0 0 0 0,0 0 0 0 0,1 1 0 0 0,-1 0 0 0 0,0-1 1 0 0,0 1-1 0 0,-5 5 0 0 0,-30 23 400 0 0,31-23-517 0 0,-22 19 171 0 0,-48 53 0 0 0,65-63-261 0 0,0 1 0 0 0,1 0 0 0 0,0 1 0 0 0,2 0-1 0 0,-11 23 1 0 0,17-31-3 0 0,1 0-1 0 0,0 1 0 0 0,0 0 0 0 0,1-1 0 0 0,0 1 0 0 0,0 18 1 0 0,2-26-5 0 0,0 1 1 0 0,0 0-1 0 0,0 0 1 0 0,1 0 0 0 0,-1 0-1 0 0,1 0 1 0 0,0 0 0 0 0,0 0-1 0 0,0-1 1 0 0,1 1-1 0 0,0 0 1 0 0,-1-1 0 0 0,1 1-1 0 0,0-1 1 0 0,1 0-1 0 0,-1 1 1 0 0,0-1 0 0 0,1 0-1 0 0,0-1 1 0 0,0 1-1 0 0,4 3 1 0 0,1-2-17 0 0,0 1 0 0 0,1-2 0 0 0,-1 1 0 0 0,1-1 0 0 0,0 0 0 0 0,0-1 0 0 0,1 0 0 0 0,-1-1 0 0 0,0 0 0 0 0,0 0 0 0 0,1-1 0 0 0,-1 0 0 0 0,0-1 0 0 0,1 0 0 0 0,15-3 0 0 0,-10 0-18 0 0,0 0 0 0 0,1-1 1 0 0,-2 0-1 0 0,1-1 0 0 0,-1-1 0 0 0,0-1 1 0 0,0 0-1 0 0,19-15 0 0 0,-22 14 2 0 0,-1-1-1 0 0,0 0 1 0 0,-1-1-1 0 0,-1 0 1 0 0,0-1 0 0 0,0 1-1 0 0,-1-1 1 0 0,11-26 0 0 0,-11 21-16 0 0,0-1 1 0 0,-2 0-1 0 0,0 0 1 0 0,-1 0-1 0 0,-1-1 1 0 0,1-22-1 0 0,-3 30-89 0 0,-2 0-1 0 0,1 1 1 0 0,-2-1 0 0 0,-2-14-1 0 0,2 17-713 0 0,-1 0 0 0 0,0-1-1 0 0,-4-7 1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6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25855 0 0,'0'0'2528'0'0,"0"11"-2248"0"0,-1-1-280 0 0,1 0 0 0 0,1 1 248 0 0,1-3 472 0 0,5-1-544 0 0,3-2-16 0 0,2-3 0 0 0,4-2 0 0 0,1-2-1152 0 0,6-4-224 0 0,1-3-56 0 0,5 0-9576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23495 0 0,'1'0'2129'0'0,"2"-3"-1749"0"0,-3-1-241 0 0,1 2 38 0 0,0 1 0 0 0,0 0 0 0 0,0 0 0 0 0,0 0 0 0 0,1 0 0 0 0,-1 0 0 0 0,0 0 0 0 0,1 0-1 0 0,1-1 1 0 0,8-3 363 0 0,0 1 0 0 0,1 0 0 0 0,14-4-1 0 0,-2 2 364 0 0,215-51 127 0 0,-233 56-997 0 0,0 0-1 0 0,0 1 0 0 0,1-1 1 0 0,-1 1-1 0 0,0 0 0 0 0,0 1 1 0 0,13 2-1 0 0,-18-2-20 0 0,0-1-1 0 0,0 1 1 0 0,0-1 0 0 0,1 1-1 0 0,-1-1 1 0 0,0 1-1 0 0,0 0 1 0 0,0 0 0 0 0,0-1-1 0 0,0 1 1 0 0,0 0 0 0 0,0 0-1 0 0,-1 0 1 0 0,1 0 0 0 0,0 0-1 0 0,0 0 1 0 0,-1 1-1 0 0,1-1 1 0 0,-1 0 0 0 0,1 0-1 0 0,-1 0 1 0 0,1 1 0 0 0,-1-1-1 0 0,0 0 1 0 0,1 0 0 0 0,-1 1-1 0 0,0-1 1 0 0,0 0-1 0 0,0 1 1 0 0,-1 1 0 0 0,1 4-1 0 0,-1-1 0 0 0,0 1 1 0 0,-1-1-1 0 0,-2 9 1 0 0,4-14-14 0 0,-22 58 24 0 0,-3-2 0 0 0,-33 58-1 0 0,-23 51-2 0 0,28-16-42 0 0,38-103-305 0 0,14-45-70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1 381 22375 0 0,'0'0'2025'0'0,"1"0"-1666"0"0,21-1 320 0 0,25-4 0 0 0,-25 1 542 0 0,29 0 0 0 0,-15 3-603 0 0,43-9-1 0 0,-14 2-619 0 0,2 0-747 0 0,75-20 0 0 0,-74 10-771 0 0,0-3 0 0 0,-2-3 1 0 0,-1-3-1 0 0,0-3 0 0 0,67-42 0 0 0,-126 68 2055 0 0,0 0 0 0 0,-1 0 1 0 0,1 0-1 0 0,-1 0 0 0 0,8-10 0 0 0,-12 14-425 0 0,-1-1 1 0 0,0 1-1 0 0,0-1 1 0 0,0 1-1 0 0,0 0 1 0 0,0-1 0 0 0,0 1-1 0 0,1-1 1 0 0,-1 1-1 0 0,0-1 1 0 0,0 1-1 0 0,0-1 1 0 0,-1 1-1 0 0,1-1 1 0 0,0 1-1 0 0,0-1 1 0 0,0 1-1 0 0,0 0 1 0 0,0-1 0 0 0,0 1-1 0 0,-1-1 1 0 0,1 1-1 0 0,0-1 1 0 0,0 1-1 0 0,-1 0 1 0 0,1-1-1 0 0,0 1 1 0 0,-1 0-1 0 0,1-1 1 0 0,0 1-1 0 0,-1 0 1 0 0,1-1-1 0 0,0 1 1 0 0,-1 0 0 0 0,1 0-1 0 0,-1-1 1 0 0,1 1-1 0 0,-1 0 1 0 0,-16-8 2128 0 0,11 7-2084 0 0,-1 0 0 0 0,1 0 0 0 0,0 1 0 0 0,-1 0 1 0 0,1 0-1 0 0,0 0 0 0 0,-1 1 0 0 0,1 0 0 0 0,0 0 0 0 0,0 1 0 0 0,-1-1 0 0 0,1 1 0 0 0,-8 5 0 0 0,-1 0 260 0 0,1 0 0 0 0,0 2 0 0 0,-26 19 0 0 0,35-23-415 0 0,0 0 0 0 0,0 0 0 0 0,0 0 0 0 0,0 1 0 0 0,1 0 0 0 0,0 0 0 0 0,-4 8 0 0 0,6-11 0 0 0,1-1 0 0 0,-1 1 0 0 0,1 0 0 0 0,0 0 0 0 0,0 1 0 0 0,0-1 0 0 0,1 0 0 0 0,-1 0 0 0 0,1 0 0 0 0,-1 0 0 0 0,1 1 0 0 0,0-1 0 0 0,0 0 0 0 0,1 0 0 0 0,-1 1 0 0 0,1-1 0 0 0,1 6 0 0 0,1-3 0 0 0,0 1 0 0 0,1-1 0 0 0,0 0 0 0 0,0-1 0 0 0,0 1 0 0 0,1-1 0 0 0,0 1 0 0 0,7 5 0 0 0,5 2 0 0 0,26 16 0 0 0,-1-1 0 0 0,55 35 0 0 0,13 11 0 0 0,-94-61 0 0 0,0 0 0 0 0,-1 1 0 0 0,-1 0 0 0 0,19 25 0 0 0,-29-34 0 0 0,-1 1 0 0 0,1-1 0 0 0,-1 1 0 0 0,0 0 0 0 0,0 0 0 0 0,-1 0 0 0 0,0 0 0 0 0,3 13 0 0 0,-5-17 0 0 0,1 0 0 0 0,-1 0 0 0 0,0 0 0 0 0,0 1 0 0 0,0-1 0 0 0,0 0 0 0 0,-1 0 0 0 0,1 0 0 0 0,0 0 0 0 0,-1 0 0 0 0,0 0 0 0 0,1 0 0 0 0,-1 0 0 0 0,0 0 0 0 0,0 0 0 0 0,0 0 0 0 0,0 0 0 0 0,0-1 0 0 0,0 1 0 0 0,-1 0 0 0 0,1-1 0 0 0,-1 1 0 0 0,1-1 0 0 0,-1 1 0 0 0,0-1 0 0 0,1 0 0 0 0,-1 0 0 0 0,0 0 0 0 0,0 0 0 0 0,-3 2 0 0 0,-4 0-63 0 0,-1 0 0 0 0,1 0 1 0 0,-1-1-1 0 0,0 0 0 0 0,0-1 0 0 0,0 0 1 0 0,1-1-1 0 0,-1 0 0 0 0,0 0 0 0 0,0-1 1 0 0,0 0-1 0 0,0-1 0 0 0,-10-3 0 0 0,2 0-135 0 0,1-1-1 0 0,-1 0 0 0 0,1-2 1 0 0,1 0-1 0 0,-1-1 0 0 0,-16-12 1 0 0,7 2-837 0 0</inkml:trace>
  <inkml:trace contextRef="#ctx0" brushRef="#br0" timeOffset="1">1006 57 24215 0 0,'2'0'1109'0'0,"36"-14"406"0"0,-11 10-1080 0 0,30 0 0 0 0,-15 1 63 0 0,104-2 1627 0 0,-89 5-1833 0 0,89-11-1 0 0,-104 3-984 0 0,1 1-266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7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27 22575 0 0,'-9'-5'429'0'0,"2"1"-25"0"0,0 0 0 0 0,0 1 0 0 0,-1 0-1 0 0,-13-4 1 0 0,20 6-410 0 0,0 1-1 0 0,-1 1 1 0 0,1-1-1 0 0,0 0 0 0 0,-1 0 1 0 0,1 0-1 0 0,0 1 1 0 0,-1-1-1 0 0,1 1 1 0 0,0-1-1 0 0,0 1 1 0 0,0-1-1 0 0,-1 1 1 0 0,1 0-1 0 0,0 0 1 0 0,0-1-1 0 0,0 1 1 0 0,0 0-1 0 0,0 0 1 0 0,-1 2-1 0 0,-18 22-209 0 0,20-24 209 0 0,-12 20 271 0 0,0-1 0 0 0,2 2 0 0 0,-10 25 0 0 0,-17 70 895 0 0,-55 300 670 0 0,29 6-921 0 0,17-3-386 0 0,6-36-159 0 0,12-105-203 0 0,22-204-136 0 0,-11 119 54 0 0,-14 150-98 0 0,30-331-40 0 0,0 15-185 0 0,-3 0 0 0 0,-9 41 0 0 0,9-56-374 0 0,1-12-925 0 0,3-3 1279 0 0,0 0-1 0 0,0 0 1 0 0,0 0-1 0 0,1 0 1 0 0,-1 0-1 0 0,0-1 1 0 0,2-3-1 0 0,33-108-4173 0 0,-21 57 2105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2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351 203 21247 0 0,'1'-1'488'0'0,"18"-10"-224"0"0,0 0 0 0 0,1 1 0 0 0,0 1 0 0 0,0 1 0 0 0,1 0 0 0 0,29-5 0 0 0,-4 2-278 0 0,207-41 292 0 0,673-15 1833 0 0,-771 65-1977 0 0,302 3 281 0 0,-17 7 239 0 0,311 11-173 0 0,-335-7-410 0 0,87 3-1 0 0,-379-9-65 0 0,494 29 54 0 0,468 79-59 0 0,-293 1 192 0 0,-593-92-109 0 0,-172-19-19 0 0,-19-4-4 0 0,-8 0 1213 0 0,0 2-1200 0 0,2 29-58 0 0,0 39-15 0 0,-6 70 0 0 0,1-78 0 0 0,-24 348 0 0 0,2-31 0 0 0,-12 329 64 0 0,5 165 75 0 0,29-778-90 0 0,-24 354 19 0 0,14-376-68 0 0,8-62 0 0 0,-4-3 11 0 0,-4-3 31 0 0,3-4-34 0 0,0 0 0 0 0,0-1 1 0 0,1 0-1 0 0,-1-1 0 0 0,0 0 0 0 0,0 0 0 0 0,-15-5 0 0 0,-7 0 2 0 0,-295-50-288 0 0,-172-24-300 0 0,-1317-101 226 0 0,500 93 1213 0 0,343 38-568 0 0,722 40-226 0 0,-1086-28 1544 0 0,1005 50-1231 0 0,310-11-402 0 0,0 1 0 0 0,1 1 0 0 0,-1 1 0 0 0,1 1 0 0 0,0 0 0 0 0,0 2 0 0 0,-23 10 0 0 0,42-16-311 0 0,5-1-3033 0 0,19 0 1909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58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20215 0 0,'0'0'927'0'0,"-2"1"-22"0"0,1-1-841 0 0,0 0 0 0 0,0 1 0 0 0,0 0 0 0 0,0-1 0 0 0,0 1 0 0 0,0-1 1 0 0,0 1-1 0 0,0 0 0 0 0,1 0 0 0 0,-1 0 0 0 0,0-1 0 0 0,0 1 0 0 0,0 0 0 0 0,1 0 0 0 0,-1 0 0 0 0,1 0 0 0 0,-1 0 0 0 0,1 0 0 0 0,-1 0 0 0 0,1 0 0 0 0,-1 1 0 0 0,1-1 0 0 0,0 0 0 0 0,0 0 0 0 0,0 0 0 0 0,-1 0 1 0 0,1 1-1 0 0,0-1 0 0 0,0 0 0 0 0,1 0 0 0 0,-1 2 0 0 0,0 0 150 0 0,0 58 1676 0 0,9 75 0 0 0,-6-109-1786 0 0,24 482 855 0 0,-25-488-874 0 0,-2-19 214 0 0,0-4-241 0 0,3-11-88 0 0,0 0-1 0 0,0 0 1 0 0,1 0-1 0 0,1 1 1 0 0,0-1-1 0 0,1 1 1 0 0,11-18-1 0 0,-8 16 3 0 0,1 1 0 0 0,1-1 0 0 0,0 2-1 0 0,0 0 1 0 0,26-21 0 0 0,-28 26 13 0 0,0 1 1 0 0,1 0 0 0 0,0 1-1 0 0,0 0 1 0 0,0 0 0 0 0,0 1-1 0 0,1 0 1 0 0,0 1-1 0 0,21-3 1 0 0,-22 5 29 0 0,1 1 0 0 0,-1 0 1 0 0,1 1-1 0 0,-1 0 0 0 0,1 1 0 0 0,-1 0 0 0 0,1 0 1 0 0,-1 1-1 0 0,17 8 0 0 0,-24-10-4 0 0,0 1 0 0 0,0 0 0 0 0,0 0 0 0 0,0 0 0 0 0,-1 0 0 0 0,1 0 0 0 0,-1 0 0 0 0,0 1 0 0 0,1-1 0 0 0,-1 1 0 0 0,0 0 0 0 0,0-1 0 0 0,-1 1 0 0 0,1 0 0 0 0,-1 0 0 0 0,1 0 0 0 0,-1 1 0 0 0,0-1 0 0 0,0 0 0 0 0,0 0 0 0 0,-1 1 0 0 0,1 5 0 0 0,-1-4 14 0 0,0-1 0 0 0,0 1-1 0 0,0-1 1 0 0,-1 1-1 0 0,0-1 1 0 0,0 1 0 0 0,0-1-1 0 0,-1 0 1 0 0,1 0 0 0 0,-1 1-1 0 0,0-1 1 0 0,0 0 0 0 0,-1 0-1 0 0,1-1 1 0 0,-1 1-1 0 0,-4 4 1 0 0,-6 5 1 0 0,-1-1-1 0 0,0-1 1 0 0,-1 0-1 0 0,0-1 1 0 0,-1-1 0 0 0,0 0-1 0 0,0-1 1 0 0,-1-1-1 0 0,-31 10 1 0 0,37-14-598 0 0,0 0 0 0 0,-18 1 1 0 0,26-3 262 0 0,1-1-1 0 0,-1 0 1 0 0,0 0 0 0 0,0 0 0 0 0,0 0 0 0 0,0 0 0 0 0,0-1 0 0 0,1 0 0 0 0,-1 1-1 0 0,0-1 1 0 0,0 0 0 0 0,1 0 0 0 0,-1 0 0 0 0,1-1 0 0 0,-6-2 0 0 0,-2-7-1702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3:5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37 8287 0 0,'-22'-36'14531'0'0,"25"36"-13425"0"0,8 2-645 0 0,1 0-1 0 0,-1 1 1 0 0,1 0-1 0 0,-1 1 0 0 0,0 0 1 0 0,0 1-1 0 0,-1 0 1 0 0,1 0-1 0 0,13 11 0 0 0,10 9 262 0 0,39 37 0 0 0,-68-57-679 0 0,175 174 844 0 0,-152-145-816 0 0,-1 1 0 0 0,-2 1 0 0 0,37 68 0 0 0,-36-48-31 0 0,-3 0 0 0 0,-2 2 0 0 0,-2 1 0 0 0,-3 0 1 0 0,-3 1-1 0 0,-2 0 0 0 0,2 67 0 0 0,-10-70 0 0 0,-3 0 0 0 0,-2-1 0 0 0,-2 1-1 0 0,-3 0 1 0 0,-3-1 0 0 0,-2-1 0 0 0,-34 97 0 0 0,40-135-64 0 0,-1-1 1 0 0,-14 23 0 0 0,1-13-2545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353 274 4607 0 0,'0'-2'354'0'0,"3"-7"366"0"0,-1 0 1 0 0,1-20-1 0 0,-3 17 2230 0 0,0 0 0 0 0,0-1-1 0 0,-2 1 1 0 0,-4-23 0 0 0,-5 3-294 0 0,10 31-2521 0 0,1-1 0 0 0,-1 0-1 0 0,0 0 1 0 0,0 1 0 0 0,0-1 0 0 0,0 1-1 0 0,0-1 1 0 0,0 1 0 0 0,-1-1-1 0 0,1 1 1 0 0,0 0 0 0 0,-1-1 0 0 0,1 1-1 0 0,-1 0 1 0 0,0 0 0 0 0,1 0 0 0 0,-1 0-1 0 0,0 1 1 0 0,-3-2 0 0 0,3 1-41 0 0,0 1 0 0 0,-1 0 0 0 0,1 0 0 0 0,0 0 0 0 0,-1 0 0 0 0,1 1 0 0 0,0-1 0 0 0,-1 1 0 0 0,1-1 0 0 0,0 1 0 0 0,0 0 0 0 0,-1 0 0 0 0,-3 2 0 0 0,-2 2 45 0 0,0 0 1 0 0,0 1-1 0 0,0 1 1 0 0,1-1-1 0 0,-1 1 0 0 0,-8 11 1 0 0,-2 6 20 0 0,1 1 0 0 0,0 0 1 0 0,-14 32-1 0 0,-31 86 123 0 0,45-99-207 0 0,2 0 1 0 0,-9 47-1 0 0,20-69-49 0 0,0 1 0 0 0,2 0 0 0 0,0 0 0 0 0,2 0-1 0 0,0 0 1 0 0,5 26 0 0 0,-4-39-29 0 0,2 1-1 0 0,-1-1 1 0 0,1 0 0 0 0,1 0-1 0 0,0-1 1 0 0,0 1 0 0 0,1-1-1 0 0,0 0 1 0 0,1 0 0 0 0,11 14-1 0 0,-12-17 0 0 0,0-1 0 0 0,1 1 0 0 0,-1-1 0 0 0,1-1 0 0 0,1 1 0 0 0,-1-1 1 0 0,1 0-1 0 0,-1 0 0 0 0,1-1 0 0 0,0 0 0 0 0,0 0 0 0 0,1-1 0 0 0,-1 1 0 0 0,1-2 0 0 0,9 2 0 0 0,4-1-9 0 0,1-2 0 0 0,-1 0 0 0 0,0-1 0 0 0,0-1 0 0 0,0-1 0 0 0,0-1 0 0 0,0-1 0 0 0,-1-1 0 0 0,0 0 0 0 0,34-17 0 0 0,-28 11-3 0 0,-1-1 0 0 0,-1-1 1 0 0,0-1-1 0 0,42-34 0 0 0,-55 39 15 0 0,-1 0-1 0 0,0-1 0 0 0,0 0 0 0 0,-1-1 1 0 0,-1 0-1 0 0,0 0 0 0 0,0-1 0 0 0,-1 0 0 0 0,-1 0 1 0 0,0-1-1 0 0,4-16 0 0 0,-3 0 7 0 0,-2-1 1 0 0,0 0-1 0 0,-2 0 1 0 0,-2 0-1 0 0,-1 0 0 0 0,-1 0 1 0 0,-1 0-1 0 0,-2 0 1 0 0,-11-45-1 0 0,10 59-57 0 0,-1 1 0 0 0,0-1-1 0 0,-1 1 1 0 0,-1 0 0 0 0,0 1 0 0 0,-1 0 0 0 0,0 0-1 0 0,-2 1 1 0 0,0 0 0 0 0,-18-18 0 0 0,17 21-29 0 0,0-1 0 0 0,-1 2 0 0 0,0 0 0 0 0,-1 0 0 0 0,0 1 0 0 0,-1 1 0 0 0,0 0 0 0 0,0 1 0 0 0,-1 1 0 0 0,-32-8 0 0 0,44 12-186 0 0,0 1-1 0 0,0 1 0 0 0,0-1 0 0 0,0 1 0 0 0,0 0 0 0 0,0-1 0 0 0,0 2 0 0 0,0-1 0 0 0,0 0 1 0 0,0 1-1 0 0,0 0 0 0 0,0 0 0 0 0,0 0 0 0 0,0 1 0 0 0,0-1 0 0 0,0 1 0 0 0,0 0 0 0 0,1 0 1 0 0,-1 0-1 0 0,1 0 0 0 0,0 1 0 0 0,0-1 0 0 0,-4 4 0 0 0,-8 12-1525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0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15199 0 0,'0'2'3476'0'0,"-10"40"3533"0"0,6 3-4062 0 0,7 45-1230 0 0,1-41-1439 0 0,3-1-1 0 0,1 1 0 0 0,3-2 1 0 0,31 87-1 0 0,-38-123-296 0 0,1 0 1 0 0,1-1-1 0 0,12 18 0 0 0,-17-28-165 0 0,0 1-1 0 0,0 0 0 0 0,1-1 0 0 0,-1 1 0 0 0,0 0 1 0 0,0-1-1 0 0,0 0 0 0 0,1 1 0 0 0,-1-1 0 0 0,0 0 0 0 0,1 1 1 0 0,-1-1-1 0 0,0 0 0 0 0,1 0 0 0 0,-1 0 0 0 0,0 0 1 0 0,1 0-1 0 0,-1-1 0 0 0,0 1 0 0 0,1 0 0 0 0,-1-1 1 0 0,0 1-1 0 0,0-1 0 0 0,1 1 0 0 0,0-1 0 0 0,2-1-527 0 0,7-2-1232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7367 0 0,'-7'-3'18907'0'0,"7"15"-16441"0"0,11 215 1321 0 0,-18-18-3547 0 0,7-199-240 0 0,0-9 0 0 0,0 0 0 0 0,0-1 0 0 0,0 1 0 0 0,0 0 0 0 0,0 0 0 0 0,1 0 0 0 0,-1-1 0 0 0,0 1 0 0 0,0 0 0 0 0,1 0 0 0 0,-1 0 0 0 0,0-1 0 0 0,1 1 0 0 0,-1 0 0 0 0,1-1 0 0 0,-1 1 0 0 0,1 0 0 0 0,-1-1 0 0 0,1 1 0 0 0,0 0 0 0 0,-1-1 0 0 0,1 1 0 0 0,0-1 0 0 0,-1 0 0 0 0,1 1 0 0 0,0-1 0 0 0,0 1 0 0 0,-1-1 0 0 0,1 0 0 0 0,1 1 0 0 0,0 0 0 0 0,7 2 0 0 0,2-2 0 0 0,-2-2 0 0 0,0-1 0 0 0,0 0 0 0 0,0-1 0 0 0,13-5 0 0 0,12-4 0 0 0,5 0-126 0 0,45-22 1 0 0,2 0-199 0 0,-58 24-450 0 0,8-3-2130 0 0,-13 5-3888 0 0,3 2-2563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5527 0 0,'2'0'6438'0'0,"9"2"3019"0"0,29-10-1629 0 0,2-1-5235 0 0,58-11-2453 0 0,-60 15-290 0 0,74-5-78 0 0,-97 10-1419 0 0,0 0 0 0 0,25 5 0 0 0,-33-3-130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16583 0 0,'2'0'5852'0'0,"21"-1"-1569"0"0,15-9-2477 0 0,-4 0-1126 0 0,205-40-517 0 0,-204 45-1732 0 0,4 3-502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3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 16583 0 0,'-1'0'700'0'0,"0"-1"0"0"0,0 1 0 0 0,0-1 0 0 0,0 1 0 0 0,0-1 0 0 0,0 1 0 0 0,0 0 1 0 0,-1-1-1 0 0,1 1 0 0 0,0 0 0 0 0,0 0 0 0 0,-2 0 0 0 0,-4 5 4357 0 0,1 2-6530 0 0,3-1 1630 0 0,0 0 0 0 0,0-1 0 0 0,1 1-1 0 0,0 0 1 0 0,0 0 0 0 0,-2 10 0 0 0,-3 40 119 0 0,5-31-107 0 0,-4 20-29 0 0,-11 118 299 0 0,14-117-349 0 0,5 70 0 0 0,-2-108-272 0 0,1 0 0 0 0,0 0-1 0 0,0 0 1 0 0,1 0 0 0 0,0-1 0 0 0,0 1 0 0 0,0-1 0 0 0,8 15 0 0 0,-9-21 13 0 0,0 0-1 0 0,0 0 1 0 0,0 0 0 0 0,0 0 0 0 0,0 0-1 0 0,0 0 1 0 0,0-1 0 0 0,0 1 0 0 0,0 0-1 0 0,0-1 1 0 0,0 1 0 0 0,1 0-1 0 0,-1-1 1 0 0,0 0 0 0 0,0 1 0 0 0,1-1-1 0 0,-1 0 1 0 0,0 0 0 0 0,1 1-1 0 0,-1-1 1 0 0,0 0 0 0 0,1 0 0 0 0,-1 0-1 0 0,2-1 1 0 0,12-2-2491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10591 0 0,'0'0'819'0'0,"-2"1"-42"0"0,-1 0 684 0 0,0 1 0 0 0,1-1-1 0 0,-1 1 1 0 0,0 0 0 0 0,-4 4 0 0 0,-12 14 3218 0 0,-11 29-1710 0 0,21-34-2267 0 0,-68 132 1619 0 0,68-126-2208 0 0,1 1 0 0 0,1 0-1 0 0,1 0 1 0 0,1 0-1 0 0,-3 28 1 0 0,7-44-106 0 0,1 1 0 0 0,0 0 0 0 0,0-1 0 0 0,0 1 0 0 0,1-1 0 0 0,0 1 0 0 0,1-1 0 0 0,-1 1 0 0 0,1-1 0 0 0,0 0 0 0 0,6 11 0 0 0,-6-13-7 0 0,0-1 0 0 0,1 0 0 0 0,-1 1 0 0 0,1-1 0 0 0,0 0 0 0 0,0 0 0 0 0,0-1 0 0 0,0 1 0 0 0,0 0 0 0 0,1-1 0 0 0,-1 0 0 0 0,1 0 0 0 0,-1 0 0 0 0,1 0 0 0 0,0-1 0 0 0,0 1 0 0 0,0-1 0 0 0,0 0 0 0 0,0 0 0 0 0,4 0 0 0 0,9-1-44 0 0,-1 0 1 0 0,0 0-1 0 0,1-2 0 0 0,-1 0 1 0 0,0-1-1 0 0,0-1 1 0 0,0 0-1 0 0,-1-1 0 0 0,1-1 1 0 0,15-8-1 0 0,-20 8 7 0 0,0 0-1 0 0,-1-1 1 0 0,0 0 0 0 0,-1 0-1 0 0,0-1 1 0 0,0-1 0 0 0,0 0-1 0 0,-1 0 1 0 0,-1 0 0 0 0,1-1-1 0 0,-1 0 1 0 0,-1-1 0 0 0,0 1-1 0 0,5-14 1 0 0,-9 17 33 0 0,0-1-1 0 0,0 1 1 0 0,-1 0 0 0 0,0 0-1 0 0,0-1 1 0 0,-1 1 0 0 0,0 0-1 0 0,-1 0 1 0 0,1-1 0 0 0,-1 1 0 0 0,0 0-1 0 0,-1 0 1 0 0,0-1 0 0 0,0 1-1 0 0,-1 1 1 0 0,0-1 0 0 0,0 0-1 0 0,0 1 1 0 0,-1-1 0 0 0,-4-5-1 0 0,-8-10-1327 0 0,-1 1 0 0 0,-1 1 0 0 0,-40-35 0 0 0,52 49-440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4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8751 0 0,'0'2'14493'0'0,"-11"35"-7191"0"0,4 4-5079 0 0,4 42-2984 0 0,2-63 1328 0 0,1 110-518 0 0,-10 134 94 0 0,6-209-350 0 0,4-53-27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4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299 222 14279 0 0,'-14'-3'1527'0'0,"12"3"-1497"0"0,-1 0-1 0 0,1 0 1 0 0,-1 0 0 0 0,1 0-1 0 0,-1 1 1 0 0,1-1 0 0 0,-4 2 0 0 0,1-1 809 0 0,0 1 0 0 0,0 1 0 0 0,1-1 1 0 0,-1 1-1 0 0,-5 3 0 0 0,-4 5 3096 0 0,-21 19 0 0 0,33-27-3918 0 0,-27 25 1409 0 0,-47 59 1 0 0,66-74-1361 0 0,1 1-1 0 0,0 0 1 0 0,1 1-1 0 0,0-1 1 0 0,1 2-1 0 0,1-1 1 0 0,-6 21-1 0 0,11-32-65 0 0,1-1 1 0 0,-1 0-1 0 0,1 1 0 0 0,0-1 0 0 0,0 1 1 0 0,0-1-1 0 0,0 0 0 0 0,0 1 1 0 0,1-1-1 0 0,-1 0 0 0 0,1 1 1 0 0,0-1-1 0 0,0 0 0 0 0,0 0 0 0 0,1 0 1 0 0,-1 0-1 0 0,1 0 0 0 0,0 0 1 0 0,0 0-1 0 0,0 0 0 0 0,0 0 0 0 0,0-1 1 0 0,4 4-1 0 0,-2-2-6 0 0,1-1 0 0 0,-1 0 1 0 0,1 0-1 0 0,-1-1 0 0 0,1 1 0 0 0,0-1 0 0 0,0 0 1 0 0,0 0-1 0 0,0-1 0 0 0,1 1 0 0 0,-1-1 0 0 0,0 0 1 0 0,0-1-1 0 0,9 1 0 0 0,14-2-179 0 0,1-2 0 0 0,0 0-1 0 0,-1-2 1 0 0,0-1 0 0 0,0-1 0 0 0,0-1-1 0 0,41-19 1 0 0,-32 9-1013 0 0,0-2 0 0 0,0-2-1 0 0,-2-1 1 0 0,50-42 0 0 0,-47 33-1840 0 0,-1-2 0 0 0,42-50-1 0 0,-69 72 2671 0 0,-1 0-1 0 0,0 0 0 0 0,-1-1 0 0 0,-1 0 1 0 0,0-1-1 0 0,-1 1 0 0 0,0-1 1 0 0,-1-1-1 0 0,0 1 0 0 0,-1-1 0 0 0,-1 1 1 0 0,2-17-1 0 0,-5 27 602 0 0,0 0-1 0 0,0 0 1 0 0,0 0 0 0 0,-1 0 0 0 0,0 0-1 0 0,1 0 1 0 0,-1 0 0 0 0,0 0-1 0 0,-1 0 1 0 0,1 0 0 0 0,-1 1-1 0 0,-2-6 1 0 0,2 6 324 0 0,0 0-1 0 0,-1 0 1 0 0,1 1 0 0 0,-1-1-1 0 0,1 1 1 0 0,-1-1-1 0 0,0 1 1 0 0,0 0 0 0 0,0 0-1 0 0,0 0 1 0 0,0 0-1 0 0,0 1 1 0 0,0-1 0 0 0,-1 1-1 0 0,1 0 1 0 0,-1 0-1 0 0,1 0 1 0 0,-1 0 0 0 0,1 1-1 0 0,-1-1 1 0 0,-6 1-1 0 0,7 0-375 0 0,1 0-1 0 0,-1 0 1 0 0,1 0-1 0 0,-1 1 1 0 0,1-1-1 0 0,-1 1 1 0 0,1-1-1 0 0,0 1 1 0 0,-1 0-1 0 0,1 0 1 0 0,0 0-1 0 0,-1 0 1 0 0,1 1-1 0 0,0-1 1 0 0,0 0-1 0 0,0 1 0 0 0,0 0 1 0 0,0-1-1 0 0,0 1 1 0 0,1 0-1 0 0,-1 0 1 0 0,1 0-1 0 0,-1 0 1 0 0,1 0-1 0 0,0 0 1 0 0,-1 1-1 0 0,1-1 1 0 0,0 0-1 0 0,-1 5 1 0 0,1-1-134 0 0,0-1 1 0 0,0 1 0 0 0,0-1 0 0 0,1 1 0 0 0,0 0 0 0 0,0-1-1 0 0,1 1 1 0 0,-1 0 0 0 0,1-1 0 0 0,0 1 0 0 0,1-1 0 0 0,2 8-1 0 0,8 12-4 0 0,1 0-1 0 0,1-1 1 0 0,28 36-1 0 0,-14-20-9 0 0,46 62 17 0 0,-23-33 55 0 0,-41-56-83 0 0,-1 1 0 0 0,0 0 0 0 0,-1 1 0 0 0,-1 0 0 0 0,0 1 0 0 0,-1-1 0 0 0,4 18 0 0 0,-9-28-24 0 0,0 0 0 0 0,0 0 0 0 0,0 1 0 0 0,-1-1 0 0 0,0 0 0 0 0,0 0 0 0 0,0 1-1 0 0,0-1 1 0 0,-1 0 0 0 0,0 0 0 0 0,0 0 0 0 0,0 0 0 0 0,-1 0 0 0 0,0 0 0 0 0,0 0 0 0 0,0 0 0 0 0,0 0 0 0 0,-1-1-1 0 0,0 1 1 0 0,0-1 0 0 0,0 0 0 0 0,0 0 0 0 0,-1 0 0 0 0,0 0 0 0 0,1-1 0 0 0,-6 5 0 0 0,-1-2 7 0 0,0 0 0 0 0,-1 0 1 0 0,1-1-1 0 0,-1 0 0 0 0,0-1 1 0 0,0 0-1 0 0,-1-1 0 0 0,1 0 1 0 0,-1 0-1 0 0,-18 0 0 0 0,-4-1 10 0 0,1-2-1 0 0,-49-6 0 0 0,65 4-275 0 0,-1-1 0 0 0,-24-7 0 0 0,34 8 77 0 0,-1-1 1 0 0,1-1-1 0 0,0 0 1 0 0,0 0-1 0 0,0 0 1 0 0,-11-8-1 0 0,18 10-828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450 301 1839 0 0,'-1'-7'160'0'0,"0"2"384"0"0,0 1-1 0 0,1-1 1 0 0,-1 0-1 0 0,2-8 1 0 0,7-38 8083 0 0,-1 15-5017 0 0,-5 22-2716 0 0,-1 0 0 0 0,-1 0 0 0 0,-2-22 0 0 0,2 29-477 0 0,-2 0 0 0 0,1 0 1 0 0,-1 0-1 0 0,0 0 0 0 0,0 0 1 0 0,0 1-1 0 0,-1-1 0 0 0,-1 1 1 0 0,-3-7-1 0 0,6 11-317 0 0,0 0 1 0 0,-1 1-1 0 0,1-1 0 0 0,0 1 0 0 0,-1-1 1 0 0,1 1-1 0 0,-1-1 0 0 0,0 1 0 0 0,1 0 1 0 0,-1 0-1 0 0,0 0 0 0 0,0 0 1 0 0,1 0-1 0 0,-1 0 0 0 0,0 1 0 0 0,0-1 1 0 0,0 1-1 0 0,-3-1 0 0 0,2 1 9 0 0,0 0 0 0 0,0 0 0 0 0,0 0 0 0 0,0 0-1 0 0,0 1 1 0 0,0 0 0 0 0,0-1 0 0 0,0 1 0 0 0,0 0 0 0 0,1 0 0 0 0,-5 3 0 0 0,-1 0 37 0 0,1 1 0 0 0,-1 1 0 0 0,1-1 0 0 0,0 1 1 0 0,0 0-1 0 0,1 1 0 0 0,-9 11 0 0 0,-11 21-11 0 0,2 1 0 0 0,-19 43 1 0 0,28-52-98 0 0,-93 202 122 0 0,87-179-48 0 0,3 0-1 0 0,-18 85 1 0 0,33-118-81 0 0,0 0 0 0 0,1 0-1 0 0,1 0 1 0 0,1 0 0 0 0,2 0 0 0 0,-1 0-1 0 0,8 32 1 0 0,-6-42-22 0 0,1 0 1 0 0,0 0-1 0 0,0 0 1 0 0,1 0-1 0 0,0-1 1 0 0,10 15-1 0 0,-10-19-10 0 0,0 1 0 0 0,1-1 0 0 0,-1 0 0 0 0,1 0 0 0 0,0-1 0 0 0,1 0 0 0 0,-1 0 0 0 0,1 0-1 0 0,14 7 1 0 0,-12-9-18 0 0,-1 0-1 0 0,1-1 0 0 0,0 0 1 0 0,-1 0-1 0 0,1-1 1 0 0,0 0-1 0 0,0 0 0 0 0,0-1 1 0 0,0 0-1 0 0,0-1 0 0 0,0 0 1 0 0,0 0-1 0 0,13-5 0 0 0,8-2-23 0 0,-1-2-1 0 0,42-21 1 0 0,-43 18 26 0 0,-1-1-1 0 0,0-2 1 0 0,-1-1-1 0 0,-1 0 1 0 0,-1-2-1 0 0,-1-1 1 0 0,24-25-1 0 0,-31 27 24 0 0,-1-1 0 0 0,-1-1 0 0 0,0 0 0 0 0,-1-1 0 0 0,-1 0 0 0 0,-1-1 0 0 0,-1 0 0 0 0,-2 0 0 0 0,10-36 0 0 0,-11 33 5 0 0,-2-1-1 0 0,-1 1 1 0 0,-1-1 0 0 0,-1 0-1 0 0,-3-42 1 0 0,-1 36 8 0 0,-2 0 1 0 0,-1 0-1 0 0,-15-48 1 0 0,15 65-15 0 0,0 0 0 0 0,-1 1 0 0 0,-1 0 0 0 0,0 0 0 0 0,-1 0 0 0 0,-1 1 0 0 0,0 0 0 0 0,-1 1 0 0 0,-18-19 0 0 0,17 21-41 0 0,0 0 1 0 0,-1 0-1 0 0,-1 1 1 0 0,0 1-1 0 0,0 0 1 0 0,-17-7-1 0 0,24 12-271 0 0,0 1 0 0 0,0 0 0 0 0,-1 0 0 0 0,1 1 0 0 0,0 0 0 0 0,-1 0 0 0 0,1 0 0 0 0,-1 1 0 0 0,1 0 0 0 0,0 0 0 0 0,-1 1-1 0 0,1 0 1 0 0,-1 0 0 0 0,1 0 0 0 0,0 1 0 0 0,0 0 0 0 0,-9 3 0 0 0,-11 10-8605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17967 0 0,'0'0'8576'0'0,"1"3"-7531"0"0,9 42 700 0 0,11 91 0 0 0,-12-60-1491 0 0,-6-55-331 0 0,23 135 481 0 0,-20-129-880 0 0,2 0 0 0 0,0 0 0 0 0,20 41 0 0 0,-25-63-306 0 0,0 1 0 0 0,0-1 0 0 0,1 1 0 0 0,-1-1 1 0 0,1 0-1 0 0,6 6 0 0 0,0-3-1189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21103 0 0,'0'0'6016'0'0,"0"2"-5156"0"0,0 28-684 0 0,11 322 3252 0 0,-9-334-3487 0 0,0 7-402 0 0,1 0-1 0 0,6 26 1 0 0,-8-50 114 0 0,-1 1 0 0 0,0-1 0 0 0,1 1 0 0 0,0-1 0 0 0,-1 1 0 0 0,1-1 0 0 0,0 1 0 0 0,-1-1 0 0 0,1 1 0 0 0,0-1 0 0 0,0 0 0 0 0,0 0 0 0 0,3 3 0 0 0,3 0-1472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23119 0 0,'0'0'2099'0'0,"-1"1"-1727"0"0,-2 3-206 0 0,0 0 1 0 0,0 1-1 0 0,0 0 1 0 0,0-1-1 0 0,1 1 1 0 0,-4 8-1 0 0,-9 34 2443 0 0,5-9-1986 0 0,2 1-1 0 0,1 0 0 0 0,-1 58 0 0 0,13 120-1412 0 0,-4-138-1356 0 0,-2-39-2371 0 0,1-31 2580 0 0</inkml:trace>
  <inkml:trace contextRef="#ctx0" brushRef="#br0" timeOffset="1">1 381 11975 0 0,'0'0'1083'0'0,"1"0"-435"0"0,26-11 8021 0 0,0 2-4401 0 0,58-16-2221 0 0,69-17-1935 0 0,-89 21-5427 0 0,-45 15 2114 0 0,21-7-5526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9671 0 0,'2'0'12332'0'0,"25"-8"-5993"0"0,18-2-4009 0 0,-15 4-1646 0 0,50-14-320 0 0,34-6 35 0 0,-91 20-989 0 0,12-1-1448 0 0,-33 6 1855 0 0,1 1 0 0 0,-1 0 0 0 0,0 0 0 0 0,1 0-1 0 0,-1 0 1 0 0,0 1 0 0 0,1-1 0 0 0,-1 1 0 0 0,0-1 0 0 0,1 1 0 0 0,2 1 0 0 0,6 5-2408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0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24535 0 0,'0'0'2769'0'0,"2"1"-2210"0"0,11 3-231 0 0,-1-1-1 0 0,1-1 1 0 0,-1 0 0 0 0,1 0 0 0 0,0-1-1 0 0,0-1 1 0 0,-1 0 0 0 0,19-3-1 0 0,105-22-1129 0 0,-134 24 782 0 0,67-16-3396 0 0,-33 5-6247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1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14 226 26719 0 0,'-3'-2'388'0'0,"-8"-4"1649"0"0,30-8-717 0 0,42-19-629 0 0,1 3-1 0 0,72-25 0 0 0,-74 32-610 0 0,-25 9-67 0 0,1 2 0 0 0,0 1-1 0 0,1 2 1 0 0,59-7 0 0 0,-63 15-13 0 0,-32 1 0 0 0,0 0 0 0 0,-1 0 0 0 0,1 0 0 0 0,0 0 0 0 0,-1 0 0 0 0,1 0 0 0 0,0 0 0 0 0,0 1 0 0 0,-1-1 0 0 0,1 0 0 0 0,0 0 0 0 0,-1 0 0 0 0,1 1 0 0 0,-1-1 0 0 0,1 0 0 0 0,0 1 0 0 0,-1-1 0 0 0,1 1 0 0 0,-1-1 0 0 0,1 0 0 0 0,-1 1 0 0 0,1-1 0 0 0,-1 1 0 0 0,1 0 0 0 0,-1-1 0 0 0,1 1 0 0 0,-1-1 0 0 0,0 1 0 0 0,1 0 0 0 0,-1-1 0 0 0,0 1 0 0 0,0 0 0 0 0,1-1 0 0 0,-1 1 0 0 0,0 0 0 0 0,0-1 0 0 0,0 1 0 0 0,0 0 0 0 0,0-1 0 0 0,0 2 0 0 0,0 0 0 0 0,0 4 0 0 0,0 0 0 0 0,-1 0 0 0 0,0 0 0 0 0,0 1 0 0 0,0-1 1 0 0,-1-1-1 0 0,0 1 0 0 0,0 0 0 0 0,-1 0 0 0 0,-4 7 0 0 0,-2 7 10 0 0,-4 7 3 0 0,-1 0 0 0 0,-1-1 0 0 0,-2-1 0 0 0,-25 30 0 0 0,-18 27-81 0 0,46-60-36 0 0,-18 27-71 0 0,14-15-2953 0 0,11-16-7441 0 0</inkml:trace>
  <inkml:trace contextRef="#ctx0" brushRef="#br0" timeOffset="1">527 767 28191 0 0,'0'2'1291'0'0,"-2"10"-612"0"0,2 1 1 0 0,-1 0-1 0 0,3 20 1 0 0,1 22-2298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1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95 10591 0 0,'-13'-1'479'0'0,"0"0"0"0"0,-25-6 0 0 0,11 0 15171 0 0,162 17-12656 0 0,-13-1-2666 0 0,65-15 285 0 0,-71 0-347 0 0,693-45-27 0 0,-662 32-1106 0 0,-38 5-4464 0 0,-87 12-4150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0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25511 0 0,'0'0'3300'0'0,"7"4"-2176"0"0,213 70 932 0 0,-211-72-2052 0 0,4 2 8 0 0,0 0 1 0 0,0 1-1 0 0,18 9 0 0 0,-23-6 10 0 0,-8-7-17 0 0,1 1 1 0 0,-1-1 0 0 0,1 1-1 0 0,-1-1 1 0 0,0 1-1 0 0,0-1 1 0 0,0 1 0 0 0,0-1-1 0 0,0 1 1 0 0,0 0-1 0 0,0-1 1 0 0,0 1 0 0 0,0-1-1 0 0,-1 1 1 0 0,1-1 0 0 0,-1 1-1 0 0,1-1 1 0 0,-1 1-1 0 0,0-1 1 0 0,1 0 0 0 0,-1 1-1 0 0,0-1 1 0 0,0 0-1 0 0,0 1 1 0 0,0-1 0 0 0,0 0-1 0 0,-2 2 1 0 0,-5 4 65 0 0,0 1 1 0 0,-16 10-1 0 0,20-15-54 0 0,-183 116-275 0 0,173-110-1347 0 0,1 1-5924 0 0,2 2-2382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57 139 26463 0 0,'-22'10'604'0'0,"18"-8"1453"0"0,2 12-1814 0 0,-8 64 799 0 0,0 93-1 0 0,3-35-212 0 0,5-74-346 0 0,9-111-497 0 0,1 1 1 0 0,2 1 0 0 0,3 0-1 0 0,1 0 1 0 0,3 1 0 0 0,38-76-1 0 0,13 13-469 0 0,-61 99 147 0 0,1-1-1 0 0,0 2 1 0 0,1-1 0 0 0,0 1 0 0 0,1 1-1 0 0,0 0 1 0 0,21-14 0 0 0,-28 21 29 0 0,-1 0-1 0 0,0 0 1 0 0,1-1-1 0 0,-1 1 1 0 0,1 1-1 0 0,-1-1 1 0 0,1 0 0 0 0,0 1-1 0 0,-1-1 1 0 0,1 1-1 0 0,-1 0 1 0 0,1 0 0 0 0,5 0-1 0 0,6 9-8964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1 524 16127 0 0,'0'0'1460'0'0,"1"-1"-833"0"0,17-31 6863 0 0,1 0-4119 0 0,230-319-1164 0 0,-239 335-2277 0 0,-8 11 11 0 0,-7 11 4 0 0,-9 13 50 0 0,-15 25 0 0 0,0 3 64 0 0,9-18 4 0 0,-22 44 0 0 0,33-55-35 0 0,1 0 1 0 0,1 1-1 0 0,-10 38 1 0 0,16-52-27 0 0,0 1 0 0 0,0 0 0 0 0,1 0-1 0 0,0-1 1 0 0,0 1 0 0 0,0 0 0 0 0,0 0 0 0 0,1-1 0 0 0,0 1 0 0 0,0 0 0 0 0,3 6-1 0 0,-3-10-13 0 0,0 1 0 0 0,0-1 0 0 0,1 0-1 0 0,-1 1 1 0 0,1-1 0 0 0,-1 0 0 0 0,1 0-1 0 0,0 0 1 0 0,0 0 0 0 0,0 0 0 0 0,0-1-1 0 0,0 1 1 0 0,0 0 0 0 0,0-1 0 0 0,1 0 0 0 0,-1 1-1 0 0,0-1 1 0 0,1 0 0 0 0,-1 0 0 0 0,1-1-1 0 0,-1 1 1 0 0,1 0 0 0 0,0-1 0 0 0,-1 1-1 0 0,6-1 1 0 0,1 0-101 0 0,0-1 0 0 0,1 0 0 0 0,-1 0 0 0 0,0-1 0 0 0,1 0 0 0 0,-1 0 0 0 0,0-1 0 0 0,0 0 0 0 0,14-8-1 0 0,-8 2-75 0 0,0 0 0 0 0,0-1 0 0 0,-1 0 0 0 0,17-16 0 0 0,-13 8 43 0 0,-1 0 0 0 0,0-2 0 0 0,22-35 0 0 0,-15 16-86 0 0,21-47 0 0 0,-33 64 1848 0 0,-8 37-845 0 0,12 78 295 0 0,-12-60-820 0 0,2 1 1 0 0,16 51-1 0 0,-18-74-225 0 0,0-1 0 0 0,1 1 0 0 0,0-1 0 0 0,1 0 0 0 0,0-1 1 0 0,0 1-1 0 0,1-1 0 0 0,1-1 0 0 0,-1 1 0 0 0,14 11 0 0 0,-12-15 46 0 0,-8-5-61 0 0,0 0 0 0 0,0 0 0 0 0,0 1 0 0 0,0-1 0 0 0,0 0 0 0 0,0 0 0 0 0,0 0 0 0 0,0 0 0 0 0,0 0 1 0 0,0-1-1 0 0,0 1 0 0 0,0 0 0 0 0,0 0 0 0 0,0-1 0 0 0,0 1 0 0 0,0 0 0 0 0,0-1 0 0 0,0 1 0 0 0,0-1 0 0 0,0 1 0 0 0,-1-1 1 0 0,2-1-1 0 0,16-14 64 0 0,-8 5-63 0 0,-2-1 0 0 0,1 0-1 0 0,-1 0 1 0 0,-1 0 0 0 0,10-24-1 0 0,20-72 40 0 0,-12 33-33 0 0,51-118-1877 0 0,-48 123 1255 0 0,-27 69-75 0 0,2 12-1724 0 0,-2 2 1254 0 0,0 0 1 0 0,0 0-1 0 0,-2 0 1 0 0,0 0-1 0 0,-2 16 0 0 0,-1 9-1320 0 0,-2 139-10170 0 0,12-102 11661 0 0,1-47 2603 0 0,-5-22 202 0 0,1-1 0 0 0,0 0 1 0 0,0 1-1 0 0,6 7 0 0 0,-7-12-1518 0 0,-1 0 0 0 0,0-1 1 0 0,0 1-1 0 0,1-1 0 0 0,-1 1 0 0 0,0-1 1 0 0,1 1-1 0 0,-1-1 0 0 0,0 0 0 0 0,1 0 1 0 0,-1 1-1 0 0,1-1 0 0 0,-1 0 1 0 0,0 0-1 0 0,1-1 0 0 0,-1 1 0 0 0,3 0 1 0 0,-3-1-21 0 0,5 0 222 0 0,0 0-1 0 0,0-1 1 0 0,0 0-1 0 0,0 0 1 0 0,-1-1-1 0 0,1 1 1 0 0,-1-1-1 0 0,7-5 1 0 0,2-1 533 0 0,22-21 0 0 0,-13 6-372 0 0,-2-1 0 0 0,0-1 0 0 0,29-49 0 0 0,-33 48-501 0 0,-2 0 0 0 0,0-2 0 0 0,-2 1 1 0 0,10-34-1 0 0,-23 62-153 0 0,1-1 0 0 0,-1 0 1 0 0,0 0-1 0 0,0 0 0 0 0,0 1 1 0 0,0-1-1 0 0,0 0 0 0 0,0 0 1 0 0,0 0-1 0 0,0 0 0 0 0,0 1 1 0 0,0-1-1 0 0,0 0 0 0 0,-1-1 1 0 0,1 1-9 0 0,0 1 1 0 0,0 0 0 0 0,0 0-1 0 0,-1-1 1 0 0,1 1-1 0 0,0 0 1 0 0,0 0 0 0 0,0-1-1 0 0,-1 1 1 0 0,1 0 0 0 0,0 0-1 0 0,-1-1 1 0 0,1 1-1 0 0,0 0 1 0 0,-1 0 0 0 0,1 0-1 0 0,0 0 1 0 0,-1 0-1 0 0,1 0 1 0 0,0 0 0 0 0,-1 0-1 0 0,1-1 1 0 0,-15 4 154 0 0,11-1-135 0 0,1 0 1 0 0,0 1-1 0 0,0-1 0 0 0,0 1 1 0 0,0-1-1 0 0,0 1 1 0 0,0 0-1 0 0,-2 3 0 0 0,-20 29 104 0 0,16-21-78 0 0,-8 12-21 0 0,1 1 0 0 0,1 0-1 0 0,-15 37 1 0 0,25-52-57 0 0,1 1 0 0 0,0 0 0 0 0,1 0-1 0 0,0 0 1 0 0,1 0 0 0 0,1 0 0 0 0,0 1 0 0 0,1-1-1 0 0,0 0 1 0 0,2 17 0 0 0,0-23-153 0 0,-1 0 0 0 0,1 0 0 0 0,1-1 0 0 0,-1 1 0 0 0,1-1 1 0 0,0 1-1 0 0,0-1 0 0 0,1 0 0 0 0,0 0 0 0 0,0-1 0 0 0,8 10 0 0 0,-9-12-143 0 0,0 0 1 0 0,0-1-1 0 0,1 1 0 0 0,-1 0 0 0 0,1-1 0 0 0,-1 0 1 0 0,1 0-1 0 0,0 0 0 0 0,0 0 0 0 0,0-1 1 0 0,0 1-1 0 0,0-1 0 0 0,0 0 0 0 0,0 0 0 0 0,1-1 1 0 0,-1 1-1 0 0,0-1 0 0 0,0 0 0 0 0,1 0 1 0 0,4-1-1 0 0,13-5-1880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18743 0 0,'0'0'860'0'0,"0"-1"-21"0"0,2-3 2647 0 0,3 59 1942 0 0,-6 2-3508 0 0,1-29-1495 0 0,4 56 0 0 0,16 19-96 0 0,-19-101-137 0 0,9-6-143 0 0,-6 1-77 0 0,0-1-1 0 0,0 0 0 0 0,0 0 1 0 0,-1 0-1 0 0,0 0 0 0 0,1-1 1 0 0,-1 1-1 0 0,3-8 1 0 0,6-7-52 0 0,13-16-107 0 0,2 1-1 0 0,2 2 1 0 0,0 0-1 0 0,35-26 1 0 0,-37 35 33 0 0,57-43-320 0 0,-50 41 304 0 0,-12 8 92 0 0,34-19 0 0 0,-54 36 136 0 0,-1-1 27 0 0,0 0 1 0 0,1 0-1 0 0,-1 0 1 0 0,1 1-1 0 0,0-1 1 0 0,-1 1-1 0 0,1-1 0 0 0,0 1 1 0 0,-1-1-1 0 0,1 1 1 0 0,2 0-1 0 0,-4 2-27 0 0,0 1-1 0 0,0-1 1 0 0,0 1 0 0 0,-1-1-1 0 0,1 0 1 0 0,-1 1 0 0 0,-1 2-1 0 0,0 0-17 0 0,0 0-1 0 0,0-1 1 0 0,-1 1-1 0 0,1-1 1 0 0,-1 0-1 0 0,0 0 1 0 0,0 0-1 0 0,-5 4 1 0 0,-32 26 80 0 0,2-2-41 0 0,30-24-79 0 0,0-1 0 0 0,-1 1 0 0 0,0-2 0 0 0,-17 11 0 0 0,23-15 0 0 0,-8 6 0 0 0,9-6 0 0 0,2-2 0 0 0,-1 0 0 0 0,1 1 0 0 0,-1-1 0 0 0,1 0 0 0 0,-1 1 0 0 0,1-1 0 0 0,0 0 0 0 0,-1 1 0 0 0,1-1 0 0 0,0 0 0 0 0,-1 1 0 0 0,1-1 0 0 0,0 1 0 0 0,-1-1 0 0 0,1 1 0 0 0,0-1 0 0 0,0 1 0 0 0,0-1 0 0 0,-1 1 0 0 0,1-1 0 0 0,0 1 0 0 0,0-1 0 0 0,0 1 0 0 0,0-1 0 0 0,0 1 0 0 0,0-1 0 0 0,0 1 0 0 0,0-1 0 0 0,0 1 0 0 0,0-1 0 0 0,0 1 0 0 0,0-1 0 0 0,1 1 0 0 0,-1-1 0 0 0,0 1 0 0 0,0-1 0 0 0,0 1 0 0 0,1 0 0 0 0,-1-1 0 0 0,7 9-12 0 0,-5-8 3 0 0,0 0 1 0 0,1 0-1 0 0,0 0 1 0 0,-1 0-1 0 0,1 0 0 0 0,0-1 1 0 0,-1 0-1 0 0,1 1 1 0 0,4-1-1 0 0,30-2-49 0 0,-19 1 11 0 0,52-6-69 0 0,-45 3 46 0 0,37 0-1 0 0,-54 4 61 0 0,0 1 0 0 0,1-1 0 0 0,-1 2-1 0 0,0-1 1 0 0,0 1 0 0 0,0 0 0 0 0,0 1-1 0 0,11 5 1 0 0,-17-7 10 0 0,0 0 0 0 0,0 0 0 0 0,0 1 0 0 0,-1-1 0 0 0,1 0 0 0 0,0 1 0 0 0,-1-1 0 0 0,0 1 0 0 0,1-1 0 0 0,0 3 0 0 0,3 7 0 0 0,-4-9 6 0 0,-1 1 0 0 0,0-1 0 0 0,0 1 0 0 0,0-1 0 0 0,-1 1 0 0 0,1-1 0 0 0,0 1 0 0 0,-1-1 0 0 0,0 1 0 0 0,1-1 0 0 0,-1 1 0 0 0,0-1 0 0 0,0 0 0 0 0,-1 0 0 0 0,-1 3 0 0 0,-3 5 71 0 0,-15 17-1 0 0,16-21-45 0 0,-7 6-93 0 0,0 0-1 0 0,-1 0 1 0 0,0-1 0 0 0,-1-1 0 0 0,0 0-1 0 0,-1-1 1 0 0,0-1 0 0 0,0 0 0 0 0,-27 10-1 0 0,37-17-463 0 0,1 1-1 0 0,-1 0 0 0 0,0-1 1 0 0,0 0-1 0 0,0 0 0 0 0,-6 0 1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2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 0 0,'0'0'1103'0'0,"1"2"-720"0"0,2 2 367 0 0,1 0 0 0 0,-1 0 0 0 0,-1 0 0 0 0,1 0 0 0 0,-1 1 0 0 0,0-1 0 0 0,0 1 0 0 0,0-1 0 0 0,0 1 0 0 0,-1 0 0 0 0,0 0 0 0 0,0 0 1 0 0,0 0-1 0 0,0 0 0 0 0,-1 9 0 0 0,-1 9 444 0 0,-1-2 0 0 0,-6 32 0 0 0,1-17-1054 0 0,-3 91-361 0 0,9-97-407 0 0,2 5-2924 0 0,1-33 1815 0 0,5 1-14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15199 0 0,'0'0'1172'0'0,"1"-1"-765"0"0,7-12-510 0 0,-5 7 1039 0 0,0 0 0 0 0,0 1-1 0 0,1-1 1 0 0,0 1 0 0 0,0 0-1 0 0,6-6 1 0 0,12-2-803 0 0,-18 12-495 0 0,0-1 0 0 0,0 1 0 0 0,0 0 0 0 0,0 0 0 0 0,0 0-1 0 0,0 1 1 0 0,1-1 0 0 0,-1 1 0 0 0,0 0 0 0 0,9 1 0 0 0,-12 0 327 0 0,1-1-1 0 0,-1 1 1 0 0,1-1-1 0 0,0 1 1 0 0,-1 0-1 0 0,1-1 1 0 0,-1 1-1 0 0,1 0 1 0 0,-1 0 0 0 0,0 0-1 0 0,1 0 1 0 0,-1 0-1 0 0,0 1 1 0 0,0-1-1 0 0,0 0 1 0 0,0 0-1 0 0,0 1 1 0 0,0-1-1 0 0,0 1 1 0 0,0-1-1 0 0,0 1 1 0 0,-1-1-1 0 0,1 1 1 0 0,-1-1 0 0 0,1 1-1 0 0,-1 0 1 0 0,1 1-1 0 0,1 8 409 0 0,0-1 0 0 0,-1 1 0 0 0,0 11 0 0 0,-1-19-333 0 0,0 36 2604 0 0,-12 75 1 0 0,2-26-305 0 0,3 140 1229 0 0,5-102-2774 0 0,-9-3-455 0 0,7-86-244 0 0,4-32-76 0 0,-8 20 51 0 0,3-46-33 0 0,6 12-78 0 0,0 1-1 0 0,1-1 1 0 0,0 1-1 0 0,1 0 1 0 0,4-11-1 0 0,22-41-124 0 0,-19 43 116 0 0,-1 0 16 0 0,1 0-1 0 0,2 1 1 0 0,24-28-1 0 0,46-38 14 0 0,-56 58-47 0 0,-20 19 55 0 0,0 0 1 0 0,0 1 0 0 0,0-1 0 0 0,1 2-1 0 0,-1-1 1 0 0,13-4 0 0 0,-15 6 18 0 0,1 0 1 0 0,-1 1-1 0 0,0 0 0 0 0,1 0 1 0 0,-1 0-1 0 0,0 1 1 0 0,1-1-1 0 0,-1 1 0 0 0,1 0 1 0 0,-1 0-1 0 0,1 1 1 0 0,6 1-1 0 0,-9-1-7 0 0,0 0 0 0 0,0 0 0 0 0,0 0 0 0 0,0 0 0 0 0,-1 1 0 0 0,1-1 0 0 0,0 1 0 0 0,-1-1 0 0 0,1 1 0 0 0,-1 0 0 0 0,0-1 1 0 0,1 1-1 0 0,-1 0 0 0 0,0 0 0 0 0,0 0 0 0 0,0 0 0 0 0,0 0 0 0 0,-1 0 0 0 0,1 0 0 0 0,-1 0 0 0 0,1 1 0 0 0,-1-1 0 0 0,1 4 0 0 0,0 4-42 0 0,-1 1-1 0 0,0-1 1 0 0,-2 18 0 0 0,-2-2 61 0 0,-2 0 0 0 0,-1 0-1 0 0,0-1 1 0 0,-3 0 0 0 0,0 0 0 0 0,-1-1 0 0 0,-1 0-1 0 0,-1-1 1 0 0,-29 37 0 0 0,30-44-344 0 0,-1 0 0 0 0,-1-1 0 0 0,0 0-1 0 0,-1-2 1 0 0,-1 1 0 0 0,0-2 0 0 0,-21 13 0 0 0,34-24-109 0 0,1 0 0 0 0,0 1 0 0 0,-1-1 0 0 0,1-1-1 0 0,0 1 1 0 0,-1 0 0 0 0,0-1 0 0 0,1 1 0 0 0,-1-1 0 0 0,-2 1 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3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21311 0 0,'0'0'3452'0'0,"0"3"-2185"0"0,0 6-688 0 0,-1 1 1 0 0,0-1-1 0 0,0 1 0 0 0,-1-1 1 0 0,0 0-1 0 0,-7 16 1 0 0,-1 7 109 0 0,4-9-354 0 0,-30 129 684 0 0,31-124-940 0 0,1 0 0 0 0,2 0 0 0 0,1 43-1 0 0,2-58-71 0 0,0-1-1 0 0,1 1 1 0 0,1-1 0 0 0,0 0-1 0 0,1 1 1 0 0,0-2-1 0 0,1 1 1 0 0,11 21-1 0 0,-13-28-3 0 0,1 0 0 0 0,-1-1 0 0 0,1 1 0 0 0,0 0 0 0 0,0-1 0 0 0,1 0 0 0 0,-1 0-1 0 0,11 6 1 0 0,-11-7-3 0 0,0-1-1 0 0,0-1 0 0 0,0 1 0 0 0,0 0 1 0 0,0-1-1 0 0,1 0 0 0 0,-1 0 0 0 0,0-1 1 0 0,1 1-1 0 0,-1-1 0 0 0,1 0 1 0 0,-1 0-1 0 0,7-1 0 0 0,2-1-10 0 0,0-1 0 0 0,0 0-1 0 0,-1-1 1 0 0,1-1 0 0 0,-1 0 0 0 0,0-1 0 0 0,0 0-1 0 0,0 0 1 0 0,12-11 0 0 0,2-3-26 0 0,-1-1-1 0 0,35-38 1 0 0,-42 38 28 0 0,-2-1 0 0 0,0 0 0 0 0,-2-1-1 0 0,-1 0 1 0 0,0-1 0 0 0,11-32 0 0 0,-11 16 9 0 0,-13 38 0 0 0,1 0 0 0 0,-1 0 0 0 0,1 0 0 0 0,-1 0 0 0 0,0-1 0 0 0,0 1 0 0 0,0 0 0 0 0,0 0 0 0 0,-1 0 0 0 0,1 0 0 0 0,0 0 0 0 0,-1 0 0 0 0,1-1 0 0 0,-1 1 0 0 0,0 0 0 0 0,-2-3 0 0 0,3 4 1 0 0,-1 1 0 0 0,0-1 0 0 0,0 0-1 0 0,0 0 1 0 0,0 1 0 0 0,0-1 0 0 0,0 0 0 0 0,0 1 0 0 0,0-1-1 0 0,0 1 1 0 0,0-1 0 0 0,0 1 0 0 0,0 0 0 0 0,0-1 0 0 0,0 1 0 0 0,-1 0-1 0 0,1 0 1 0 0,0 0 0 0 0,0 0 0 0 0,0 0 0 0 0,0 0 0 0 0,-1 0-1 0 0,1 0 1 0 0,0 1 0 0 0,0-1 0 0 0,0 0 0 0 0,0 1 0 0 0,0-1-1 0 0,0 0 1 0 0,-1 1 0 0 0,1 0 0 0 0,0-1 0 0 0,-1 2 0 0 0,-4 2 15 0 0,0 0 0 0 0,0 0 0 0 0,1 1 0 0 0,-7 5 0 0 0,1 2 20 0 0,1 0 0 0 0,0 0 0 0 0,0 1 0 0 0,2 1 0 0 0,-1-1 0 0 0,2 1 0 0 0,0 1 0 0 0,-10 28 0 0 0,14-34-31 0 0,1-1 1 0 0,0 1-1 0 0,0-1 0 0 0,1 1 0 0 0,0-1 1 0 0,0 1-1 0 0,1 0 0 0 0,1-1 1 0 0,-1 1-1 0 0,1-1 0 0 0,1 1 0 0 0,-1-1 1 0 0,2 1-1 0 0,-1-1 0 0 0,1 0 0 0 0,0 0 1 0 0,1 0-1 0 0,4 8 0 0 0,-1-5-4 0 0,1-1-1 0 0,0 1 0 0 0,0-2 0 0 0,1 1 1 0 0,0-1-1 0 0,0 0 0 0 0,1-1 0 0 0,1 0 1 0 0,-1-1-1 0 0,20 10 0 0 0,-8-5-364 0 0,1-2 1 0 0,1 0-1 0 0,0-2 1 0 0,0 0-1 0 0,38 6 1 0 0,-45-12-768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253 118 23551 0 0,'-2'-100'2584'0'0,"2"100"-2540"0"0,0-1 0 0 0,0 0 0 0 0,0 1 0 0 0,0-1 0 0 0,0 0 0 0 0,0 1 0 0 0,0-1 0 0 0,0 0 0 0 0,-1 1 0 0 0,1-1 0 0 0,0 0 0 0 0,0 1 0 0 0,-1-1 0 0 0,1 1 0 0 0,0-1 0 0 0,-1 1 0 0 0,1-1 0 0 0,0 1 0 0 0,-1-1 0 0 0,1 1 0 0 0,-1-1 0 0 0,1 1 0 0 0,-1-1 0 0 0,1 1 0 0 0,-1-1 0 0 0,1 1 0 0 0,-1 0 0 0 0,1-1 0 0 0,-1 1 0 0 0,1 0 0 0 0,-1 0 0 0 0,0-1 0 0 0,1 1 0 0 0,-1 0 0 0 0,0 0 0 0 0,1 0 0 0 0,-1 0 0 0 0,0 0 1 0 0,1 0-1 0 0,-1 0 0 0 0,0 0 0 0 0,1 0 0 0 0,-1 0 0 0 0,1 0 0 0 0,-1 0 0 0 0,0 1 0 0 0,1-1 0 0 0,-1 0 0 0 0,0 0 0 0 0,1 1 0 0 0,-1-1 0 0 0,1 0 0 0 0,-2 1 0 0 0,-2 2 134 0 0,-1-1 1 0 0,1 1-1 0 0,-1 1 1 0 0,1-1-1 0 0,-6 6 1 0 0,-12 16 149 0 0,1 2 0 0 0,1 0 0 0 0,-19 36 0 0 0,23-36-188 0 0,-1 0 24 0 0,-21 46 1 0 0,34-65-135 0 0,1 1 0 0 0,0-1 1 0 0,0 1-1 0 0,1 0 0 0 0,0-1 1 0 0,1 1-1 0 0,0 0 1 0 0,0 0-1 0 0,1 0 0 0 0,1 14 1 0 0,-1-21-40 0 0,0 1 0 0 0,1-1 0 0 0,-1 1 1 0 0,1 0-1 0 0,0-1 0 0 0,0 1 0 0 0,0-1 1 0 0,0 0-1 0 0,0 1 0 0 0,1-1 0 0 0,-1 0 1 0 0,1 0-1 0 0,-1 0 0 0 0,1 0 0 0 0,0 0 1 0 0,0 0-1 0 0,0 0 0 0 0,0 0 0 0 0,0-1 1 0 0,2 2-1 0 0,0-1 6 0 0,0-1 0 0 0,0 1 0 0 0,0-1 0 0 0,0 0 0 0 0,0 0 1 0 0,0-1-1 0 0,0 1 0 0 0,0-1 0 0 0,0 0 0 0 0,1 0 0 0 0,-1 0 0 0 0,4-1 0 0 0,11-2-128 0 0,0-1-1 0 0,0 0 0 0 0,0-1 0 0 0,-1-2 1 0 0,0 1-1 0 0,0-2 0 0 0,-1-1 0 0 0,0 0 1 0 0,29-21-1 0 0,-25 14-75 0 0,0-2 0 0 0,-1 0 0 0 0,-1-2 1 0 0,-1 0-1 0 0,0-1 0 0 0,21-34 0 0 0,2-18-353 0 0,-49 91 753 0 0,0 1 0 0 0,1 0 0 0 0,1 1 0 0 0,1-1 0 0 0,1 1 0 0 0,-4 36 0 0 0,8-49-173 0 0,0-1 0 0 0,0 1 1 0 0,1 0-1 0 0,0-1 1 0 0,0 1-1 0 0,4 10 0 0 0,-4-14-24 0 0,0 0-1 0 0,0-1 0 0 0,0 1 1 0 0,1-1-1 0 0,-1 1 0 0 0,1-1 1 0 0,-1 0-1 0 0,1 1 0 0 0,0-1 1 0 0,0 0-1 0 0,0 0 0 0 0,0 0 1 0 0,1-1-1 0 0,-1 1 0 0 0,0 0 1 0 0,1-1-1 0 0,4 3 0 0 0,1-1-123 0 0,1-1 0 0 0,-1 0 0 0 0,0 0 0 0 0,1 0 0 0 0,-1-1 0 0 0,1-1 0 0 0,-1 1 0 0 0,1-1 0 0 0,-1-1 0 0 0,1 0 0 0 0,-1 0 0 0 0,0 0 0 0 0,1-1 0 0 0,-1 0 0 0 0,0-1 0 0 0,0 0 0 0 0,0 0 0 0 0,0-1 0 0 0,-1 0 0 0 0,12-8 0 0 0,-6 3-10 0 0,-1 0 1 0 0,-1-1-1 0 0,1-1 1 0 0,-2 0-1 0 0,1 0 1 0 0,-2-1-1 0 0,0 0 1 0 0,0 0-1 0 0,-1-1 1 0 0,12-25-1 0 0,-7 2 456 0 0,-1 1 0 0 0,15-73-1 0 0,-27 106 397 0 0,-1 5-305 0 0,-13 45 718 0 0,-13 75 1 0 0,3 56-199 0 0,19-141-685 0 0,-18 304 344 0 0,13-137-687 0 0,2-137-1678 0 0,8-66 1044 0 0,-2 6-5075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5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239 315 11975 0 0,'0'0'923'0'0,"-8"0"-566"0"0,3 1 549 0 0,0-1 0 0 0,0 1-1 0 0,-1 0 1 0 0,1 0 0 0 0,0 1-1 0 0,0 0 1 0 0,0 0 0 0 0,0 0-1 0 0,0 0 1 0 0,1 1 0 0 0,-1 0-1 0 0,-5 4 1 0 0,-6 5 556 0 0,-26 28 0 0 0,35-33-1296 0 0,-6 6 274 0 0,1 0 0 0 0,1 1 0 0 0,0 0 0 0 0,-17 30 0 0 0,25-38-417 0 0,0 0 0 0 0,0 0 0 0 0,1 0 0 0 0,0 0 0 0 0,0 1 0 0 0,0-1 0 0 0,1 1 0 0 0,0 0 0 0 0,0-1 0 0 0,0 1 0 0 0,1 0 0 0 0,0-1 0 0 0,1 1 0 0 0,-1 0 0 0 0,1-1 0 0 0,2 8 0 0 0,-1-10-51 0 0,-1 0 1 0 0,1 0 0 0 0,-1 0-1 0 0,1-1 1 0 0,1 1-1 0 0,-1-1 1 0 0,0 0 0 0 0,1 1-1 0 0,-1-1 1 0 0,1 0-1 0 0,0-1 1 0 0,6 6 0 0 0,-4-5-78 0 0,1 1 0 0 0,0-1 0 0 0,0 0 0 0 0,0-1 1 0 0,0 1-1 0 0,0-1 0 0 0,9 2 0 0 0,-1-2-187 0 0,0 0-1 0 0,-1-1 0 0 0,1 0 1 0 0,0-1-1 0 0,0-1 1 0 0,25-4-1 0 0,-27 3 124 0 0,1-2 0 0 0,-1 1 0 0 0,0-2 0 0 0,0 1 0 0 0,0-2 0 0 0,-1 1-1 0 0,1-2 1 0 0,9-7 0 0 0,-6 3-345 0 0,0-1 0 0 0,-2-1-1 0 0,0 0 1 0 0,22-28 0 0 0,-8 2-1286 0 0,-2-1 0 0 0,-2-1 1 0 0,26-66-1 0 0,-33 71 1402 0 0,-2-1-1 0 0,-2-1 0 0 0,-1 0 1 0 0,9-64-1 0 0,-20 96 799 0 0,1 0 0 0 0,-1-1 0 0 0,0 1 1 0 0,-2-9-1 0 0,2 13-100 0 0,0 1 1 0 0,0-1 0 0 0,-1 1-1 0 0,1-1 1 0 0,0 1 0 0 0,-1-1-1 0 0,0 1 1 0 0,1-1-1 0 0,-1 1 1 0 0,0 0 0 0 0,1-1-1 0 0,-1 1 1 0 0,0 0 0 0 0,0 0-1 0 0,0-1 1 0 0,0 1-1 0 0,-1 0 1 0 0,1 0 0 0 0,0 0-1 0 0,0 0 1 0 0,0 1 0 0 0,-1-1-1 0 0,-1-1 1 0 0,2 3-84 0 0,-1 0 1 0 0,1 0-1 0 0,0 0 1 0 0,-1 0-1 0 0,1 0 1 0 0,0 0-1 0 0,0 0 1 0 0,0 0-1 0 0,-1 1 1 0 0,1-1 0 0 0,0 0-1 0 0,1 1 1 0 0,-2 1-1 0 0,-3 6 52 0 0,0 0-1 0 0,1 1 1 0 0,1-1-1 0 0,0 1 1 0 0,0 0-1 0 0,-1 11 1 0 0,-6 65 366 0 0,7-54-474 0 0,0 4-62 0 0,1 1 1 0 0,2-1-1 0 0,8 61 0 0 0,-5-78-95 0 0,0 0-1 0 0,2-1 0 0 0,0 0 0 0 0,1 0 1 0 0,1 0-1 0 0,1 0 0 0 0,0-1 0 0 0,19 29 1 0 0,-22-40-56 0 0,0 0 1 0 0,0-1 0 0 0,0 1 0 0 0,0-1-1 0 0,1 0 1 0 0,0 0 0 0 0,12 7-1 0 0,-14-10-3 0 0,0 0 0 0 0,0 0 0 0 0,0 0 0 0 0,1-1 0 0 0,-1 1 0 0 0,0-1 0 0 0,1 0 0 0 0,-1-1 0 0 0,1 1 0 0 0,-1-1 0 0 0,1 0 0 0 0,-1 0 0 0 0,0 0 0 0 0,8-2 0 0 0,3-2-117 0 0,-1 0 1 0 0,1-1-1 0 0,0-1 1 0 0,-1 0-1 0 0,0-1 1 0 0,-1-1 0 0 0,1 0-1 0 0,-2-1 1 0 0,1 0-1 0 0,-1-1 1 0 0,0 0-1 0 0,-1-1 1 0 0,11-14-1 0 0,-5 5-82 0 0,-2-2-1 0 0,0 0 0 0 0,-1-1 0 0 0,-1 0 0 0 0,-1-1 1 0 0,16-46-1 0 0,-26 66 244 0 0,7-29-25 0 0,-9 31 40 0 0,1 0 0 0 0,-1 1 0 0 0,0-1 0 0 0,0 0 0 0 0,0 0 0 0 0,0 1 0 0 0,0-1 0 0 0,0 0 0 0 0,0 0 0 0 0,-1 1 0 0 0,1-1 0 0 0,0 0 0 0 0,-1 1 0 0 0,0-1 0 0 0,-1-2 0 0 0,2 3 29 0 0,-1 0-1 0 0,0 1 1 0 0,1-1-1 0 0,-1 1 1 0 0,0-1-1 0 0,0 1 1 0 0,1-1-1 0 0,-1 1 1 0 0,0 0-1 0 0,0-1 1 0 0,0 1 0 0 0,0 0-1 0 0,1 0 1 0 0,-1-1-1 0 0,0 1 1 0 0,0 0-1 0 0,0 0 1 0 0,0 0-1 0 0,0 0 1 0 0,0 0-1 0 0,1 0 1 0 0,-1 0-1 0 0,0 1 1 0 0,0-1-1 0 0,0 0 1 0 0,0 0 0 0 0,0 1-1 0 0,-1 0 1 0 0,-1 0 82 0 0,-1 1 0 0 0,1 0 0 0 0,0-1 0 0 0,0 1 1 0 0,-5 5-1 0 0,-9 10 480 0 0,0 1 1 0 0,2 1-1 0 0,0 0 1 0 0,2 1 0 0 0,-20 37-1 0 0,27-47-480 0 0,2-1 1 0 0,-1 1-1 0 0,1 0 0 0 0,1 0 0 0 0,0 0 1 0 0,0 1-1 0 0,1-1 0 0 0,-1 16 0 0 0,3-18-142 0 0,0-1-1 0 0,0 1 1 0 0,1 0-1 0 0,0-1 0 0 0,1 1 1 0 0,0-1-1 0 0,0 1 1 0 0,0-1-1 0 0,1 0 0 0 0,0 0 1 0 0,1 0-1 0 0,6 10 1 0 0,-5-10-152 0 0,0 0 0 0 0,1 0 0 0 0,0 0 0 0 0,0 0 0 0 0,0-1 0 0 0,1 0 0 0 0,0-1 0 0 0,12 8 0 0 0,-12-9-476 0 0,1 0 0 0 0,0 0 1 0 0,0-1-1 0 0,0 0 0 0 0,12 3 0 0 0,15 0-8332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5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 26351 0 0,'0'0'2576'0'0,"-9"-2"-912"0"0,9 14-1568 0 0,0 0-1120 0 0,0 2-224 0 0,2 0-40 0 0,0 1-9696 0 0</inkml:trace>
  <inkml:trace contextRef="#ctx0" brushRef="#br0" timeOffset="1">23 322 16583 0 0,'-1'3'280'0'0,"0"0"-1"0"0,-1-1 0 0 0,1 1 0 0 0,-15 16 14620 0 0,15-2-16656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432 289 6911 0 0,'1'-8'295'0'0,"-1"0"0"0"0,0 0-1 0 0,-1 0 1 0 0,0 0-1 0 0,0 0 1 0 0,-4-12-1 0 0,-4-6 5466 0 0,8 24-5253 0 0,1-1 1 0 0,-2 1-1 0 0,1 0 1 0 0,0 0-1 0 0,0 0 1 0 0,-1 1 0 0 0,1-1-1 0 0,0 0 1 0 0,-1 0-1 0 0,0 1 1 0 0,0-1-1 0 0,1 1 1 0 0,-1 0 0 0 0,0-1-1 0 0,0 1 1 0 0,0 0-1 0 0,-4-2 1 0 0,3 2-274 0 0,-1 1 0 0 0,1-1 0 0 0,0 1 0 0 0,0 0 0 0 0,0 0 0 0 0,0 0 1 0 0,-1 0-1 0 0,1 0 0 0 0,0 1 0 0 0,0-1 0 0 0,-5 2 0 0 0,-2 2 27 0 0,0 0-1 0 0,1 0 1 0 0,0 1 0 0 0,-1 0 0 0 0,2 1-1 0 0,-17 13 1 0 0,2 2 107 0 0,1 1 0 0 0,1 1 0 0 0,1 0 0 0 0,-33 52 0 0 0,31-38-166 0 0,2 1 0 0 0,1 1 0 0 0,-13 42 0 0 0,25-62-128 0 0,1 0-1 0 0,2 1 1 0 0,0 0 0 0 0,1 0-1 0 0,0 1 1 0 0,2-1 0 0 0,1 0-1 0 0,4 41 1 0 0,-2-50-59 0 0,0 0 0 0 0,1 0 0 0 0,0-1 1 0 0,0 0-1 0 0,1 1 0 0 0,1-1 0 0 0,11 18 0 0 0,-12-22-16 0 0,2 1-1 0 0,-1-1 0 0 0,0 0 1 0 0,1 0-1 0 0,1 0 0 0 0,-1-1 1 0 0,0 0-1 0 0,1 0 0 0 0,0-1 0 0 0,0 1 1 0 0,12 3-1 0 0,-5-2-27 0 0,1-2-1 0 0,-1 0 1 0 0,1-1-1 0 0,0 0 1 0 0,0-1 0 0 0,21 0-1 0 0,-10-2-44 0 0,0-1 0 0 0,48-8 0 0 0,-59 6 63 0 0,-1-1 0 0 0,0 0 0 0 0,0-1 0 0 0,0-1 0 0 0,0 0 0 0 0,-1-1 0 0 0,0 0 0 0 0,-1-1 0 0 0,1-1 0 0 0,-2 0 0 0 0,1 0 0 0 0,-1-1 0 0 0,14-17 0 0 0,-12 11-9 0 0,0-1-1 0 0,-1-1 1 0 0,-1-1 0 0 0,0 1 0 0 0,-2-1 0 0 0,0-1-1 0 0,-1 0 1 0 0,9-37 0 0 0,-6 14 28 0 0,-3-1 0 0 0,-2 1 0 0 0,-1-1 0 0 0,-3-1 0 0 0,-1 1 0 0 0,-3 0 0 0 0,-8-60 0 0 0,7 86-34 0 0,-2-1 0 0 0,1 0 0 0 0,-2 1 0 0 0,0 0 0 0 0,-2 0 0 0 0,-15-28 0 0 0,19 39-53 0 0,-1 1 0 0 0,1 0 0 0 0,-1-1-1 0 0,0 2 1 0 0,-1-1 0 0 0,0 0-1 0 0,0 1 1 0 0,0 0 0 0 0,0 1 0 0 0,-1-1-1 0 0,1 1 1 0 0,-1 1 0 0 0,0-1-1 0 0,-1 1 1 0 0,1 0 0 0 0,0 1 0 0 0,-1 0-1 0 0,-14-3 1 0 0,14 4-187 0 0,0 0 0 0 0,1 1 1 0 0,-1 0-1 0 0,1 0 0 0 0,-1 1 0 0 0,1 0 1 0 0,-1 0-1 0 0,1 1 0 0 0,-1 0 0 0 0,1 0 1 0 0,-10 5-1 0 0,-16 11-1225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6911 0 0,'8'-21'20845'0'0,"-2"34"-20179"0"0,-1-1-1 0 0,-1 1 0 0 0,0 0 0 0 0,-1 0 0 0 0,3 25 0 0 0,0 73-607 0 0,-5-53 228 0 0,0-38-303 0 0,1 25-19 0 0,2-1 1 0 0,12 63-1 0 0,-15-103-258 0 0,0-1 0 0 0,0 0 1 0 0,0 1-1 0 0,0-1 0 0 0,1 0 0 0 0,-1 0 0 0 0,1 0 1 0 0,0 0-1 0 0,0 0 0 0 0,0 0 0 0 0,0-1 0 0 0,1 1 0 0 0,-1-1 1 0 0,1 1-1 0 0,-1-1 0 0 0,1 0 0 0 0,0 0 0 0 0,0 0 1 0 0,0 0-1 0 0,0-1 0 0 0,6 3 0 0 0,8-1-1778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7831 0 0,'41'-29'22003'0'0,"-40"30"-21882"0"0,-1 0 1 0 0,1-1 0 0 0,0 1 0 0 0,-1 0 0 0 0,1 0-1 0 0,-1 0 1 0 0,1 0 0 0 0,-1 0 0 0 0,1 0-1 0 0,-1 0 1 0 0,0 0 0 0 0,1 0 0 0 0,-1 0-1 0 0,0 0 1 0 0,0 0 0 0 0,0 2 0 0 0,1 17 292 0 0,-3 3-291 0 0,-11 42 1 0 0,8-45-73 0 0,1-1-1 0 0,1 0 1 0 0,-1 25-1 0 0,4-41-50 0 0,0 0 0 0 0,1 0 0 0 0,-1-1 0 0 0,0 1 0 0 0,1 0 0 0 0,0 0 0 0 0,0 0 0 0 0,-1 0 0 0 0,2-1 0 0 0,-1 1 0 0 0,0 0 0 0 0,0-1 0 0 0,1 1 0 0 0,0-1 0 0 0,-1 1 0 0 0,3 1 0 0 0,-1-1 0 0 0,1 0 0 0 0,-1-1 0 0 0,0 1 0 0 0,1-1 0 0 0,-1 0 0 0 0,1 0 0 0 0,0 0 0 0 0,-1-1 0 0 0,1 1 0 0 0,6 0 0 0 0,7 1 0 0 0,0 0 0 0 0,0-2 0 0 0,0 0 0 0 0,25-2 0 0 0,-30 0 0 0 0,109-11-27 0 0,-20 1-13 0 0,-73 8-711 0 0,1 2-1 0 0,-1 2 0 0 0,32 3 1 0 0,-42 1-1167 0 0,-4 2-419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65 28447 0 0,'-7'2'293'0'0,"5"-2"-115"0"0,0 0 0 0 0,0 1 0 0 0,0-1 0 0 0,0 0 0 0 0,0 0 0 0 0,0 0 1 0 0,0 0-1 0 0,0 0 0 0 0,0 0 0 0 0,0-1 0 0 0,0 1 0 0 0,0-1 0 0 0,0 1 0 0 0,0-1 1 0 0,-3-2-1 0 0,29 1 591 0 0,74-6-520 0 0,23-1-90 0 0,282-14-159 0 0,-55 3 0 0 0,20 27-432 0 0,-339-6 392 0 0,-24 0 71 0 0,21 0-1765 0 0,-2 3-5672 0 0,-4 3-2557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457 173 19519 0 0,'0'-2'895'0'0,"-2"-35"253"0"0,3 26-811 0 0,-2 1-1 0 0,1-1 0 0 0,-1 0 1 0 0,-3-14-1 0 0,3 23-169 0 0,1 0 0 0 0,-1 0 0 0 0,0 0 0 0 0,0 0 1 0 0,0 0-1 0 0,0 1 0 0 0,0-1 0 0 0,0 0 0 0 0,0 0 0 0 0,0 1 1 0 0,-1-1-1 0 0,1 0 0 0 0,-1 1 0 0 0,1-1 0 0 0,-1 1 0 0 0,1 0 1 0 0,-1 0-1 0 0,0-1 0 0 0,0 1 0 0 0,0 0 0 0 0,0 0 0 0 0,0 1 1 0 0,0-1-1 0 0,0 0 0 0 0,0 1 0 0 0,0-1 0 0 0,-2 1 0 0 0,1 0-60 0 0,0 0 0 0 0,0 0 0 0 0,1 0 0 0 0,-1 0 0 0 0,0 1 0 0 0,0 0 0 0 0,1-1 0 0 0,-1 1 0 0 0,0 0 0 0 0,-4 3 0 0 0,-26 16 460 0 0,25-15-412 0 0,-14 11 94 0 0,2 0-1 0 0,-1 1 1 0 0,2 1-1 0 0,-24 28 1 0 0,15-11 89 0 0,-42 67 1 0 0,49-65-90 0 0,-28 66-1 0 0,41-82-185 0 0,1 0 1 0 0,1 0-1 0 0,1 0 1 0 0,0 1-1 0 0,-1 24 0 0 0,6-36-59 0 0,-1-1-1 0 0,1 0 0 0 0,1 1 0 0 0,0-1 0 0 0,0 0 1 0 0,1 1-1 0 0,0-1 0 0 0,1 0 0 0 0,0 0 0 0 0,0-1 1 0 0,1 1-1 0 0,0-1 0 0 0,0 1 0 0 0,1-1 0 0 0,0 0 1 0 0,1-1-1 0 0,-1 1 0 0 0,1-1 0 0 0,1 0 0 0 0,0-1 1 0 0,0 0-1 0 0,0 0 0 0 0,0 0 0 0 0,13 6 0 0 0,-2-3-29 0 0,1 0 1 0 0,0-2-1 0 0,0 0 0 0 0,1-1 0 0 0,0-2 0 0 0,0 0 0 0 0,1 0 0 0 0,-1-2 1 0 0,39-1-1 0 0,-24-2-11 0 0,0-2 1 0 0,0-2 0 0 0,0-1 0 0 0,65-21-1 0 0,-87 22 21 0 0,0 0 0 0 0,0 0 0 0 0,-1-1-1 0 0,0-1 1 0 0,0 0 0 0 0,-1-1 0 0 0,0 0-1 0 0,14-13 1 0 0,-17 13 10 0 0,-1 0 0 0 0,1-1 0 0 0,-2 0 0 0 0,1 0 0 0 0,-1-1-1 0 0,-1 0 1 0 0,0 0 0 0 0,0 0 0 0 0,-1 0 0 0 0,5-18 0 0 0,-4 5-11 0 0,-1-1 0 0 0,-1 0 0 0 0,0 1 0 0 0,-2-1 1 0 0,-1 0-1 0 0,-1 0 0 0 0,-6-31 0 0 0,3 29-48 0 0,-2 1 1 0 0,0-1-1 0 0,-2 1 0 0 0,-1 0 0 0 0,-1 1 1 0 0,-19-34-1 0 0,19 43-52 0 0,0 1-1 0 0,0-1 1 0 0,-2 2 0 0 0,1-1-1 0 0,-2 2 1 0 0,0-1 0 0 0,0 2-1 0 0,-1 0 1 0 0,-1 1 0 0 0,0 0-1 0 0,0 1 1 0 0,-1 0 0 0 0,0 2 0 0 0,0 0-1 0 0,-33-9 1 0 0,33 12-699 0 0,-1 1 0 0 0,0 0 1 0 0,0 1-1 0 0,0 1 0 0 0,-34 2 0 0 0,14 4-8232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9671 0 0,'3'0'13060'0'0,"1"0"-12377"0"0,0 1-1 0 0,-1 0 1 0 0,1 0-1 0 0,-1 0 1 0 0,1 1-1 0 0,-1-1 1 0 0,1 1-1 0 0,5 3 1 0 0,-3-1-201 0 0,-1 1 0 0 0,1-1 1 0 0,9 12-1 0 0,-2 0-167 0 0,-1 0 1 0 0,14 25 0 0 0,21 55 283 0 0,-35-69-533 0 0,13 37-214 0 0,30 121 0 0 0,-52-173 49 0 0,11 29-2252 0 0,-6-25-5879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29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22 10591 0 0,'0'2'14044'0'0,"2"9"-11844"0"0,0 0 0 0 0,0 13 0 0 0,-4 49-1518 0 0,1-43-187 0 0,-18 280-1343 0 0,18-274-1428 0 0,0-34 975 0 0</inkml:trace>
  <inkml:trace contextRef="#ctx0" brushRef="#br0" timeOffset="1">298 1 22807 0 0,'0'0'6145'0'0,"0"3"-4954"0"0,-4 55 499 0 0,4-35-1500 0 0,-2-1-1 0 0,0 0 1 0 0,-11 41-1 0 0,12-60-187 0 0,-2 6-2 0 0,0 0 1 0 0,0 0-1 0 0,1 0 0 0 0,0 1 0 0 0,1-1 0 0 0,0 1 0 0 0,0 10 0 0 0,11 177-466 0 0,-9-154-3348 0 0,-1-1-3746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83 13823 0 0,'0'0'1247'0'0,"-2"-6"-998"0"0,9-3 5513 0 0,7 6-2538 0 0,-10 2-1734 0 0,27-5 3071 0 0,17 0-2938 0 0,1 0-1159 0 0,81-12-105 0 0,30-4-4393 0 0,-131 17-6383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28191 0 0,'0'0'2832'0'0,"13"-5"-2275"0"0,0 0-280 0 0,0 0-1 0 0,1 1 1 0 0,24-5-1 0 0,-5 2-204 0 0,23-4-98 0 0,1 2 1 0 0,114-3 0 0 0,-170 12-4 0 0,68 0-309 0 0,-61 0-1014 0 0,1 1-1 0 0,16 4 1 0 0</inkml:trace>
  <inkml:trace contextRef="#ctx0" brushRef="#br0" timeOffset="1">54 190 8287 0 0,'-34'9'20919'0'0,"48"-6"-20435"0"0,-11-2 186 0 0,35 5 389 0 0,58 2 0 0 0,-56-6-938 0 0,37 3-233 0 0,82-6 0 0 0,-76 0-1511 0 0,-41 4-90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10135 0 0,'0'0'778'0'0,"4"-21"17302"0"0,3 30-15524 0 0,3 6-4590 0 0,-7-7 3422 0 0,5 15-1149 0 0,-2 0-1 0 0,7 42 1 0 0,-2 49 277 0 0,-2-1-496 0 0,-11 189 0 0 0,1-300-166 0 0,1-1-1 0 0,-1 0 1 0 0,1 1 0 0 0,-1-1-1 0 0,0 0 1 0 0,0 0 0 0 0,1 1-1 0 0,-1-1 1 0 0,0 0 0 0 0,0 0-1 0 0,0 0 1 0 0,0 0 0 0 0,-1 0-1 0 0,1 0 1 0 0,0 0 0 0 0,0-1-1 0 0,-1 1 1 0 0,1 0 0 0 0,0-1-1 0 0,-1 1 1 0 0,1-1 0 0 0,0 1-1 0 0,-1-1 1 0 0,1 0-1 0 0,-1 1 1 0 0,1-1 0 0 0,-1 0-1 0 0,1 0 1 0 0,-1 0 0 0 0,1 0-1 0 0,0 0 1 0 0,-3-1 0 0 0,-9-5-1897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18887 0 0,'0'-9'1712'0'0,"0"8"-1631"0"0,0-1 1 0 0,1 0-1 0 0,-1 0 0 0 0,0 1 0 0 0,1-1 0 0 0,-1 0 0 0 0,1 0 1 0 0,0 1-1 0 0,-1-1 0 0 0,1 0 0 0 0,0 1 0 0 0,0-1 0 0 0,0 1 1 0 0,0 0-1 0 0,0-1 0 0 0,1 1 0 0 0,-1 0 0 0 0,0-1 1 0 0,1 1-1 0 0,-1 0 0 0 0,1 0 0 0 0,-1 0 0 0 0,1 0 0 0 0,-1 0 1 0 0,1 1-1 0 0,0-1 0 0 0,-1 0 0 0 0,3 0 0 0 0,6-2 1276 0 0,0 1 1 0 0,0 0-1 0 0,20-2 0 0 0,-13 3-375 0 0,28-5 108 0 0,421-38 1071 0 0,-222 51-2086 0 0,-200-3-135 0 0,-10-1 26 0 0,-1 1 0 0 0,47 11-1 0 0,-72-12-186 0 0,0-1-1 0 0,1 1 1 0 0,-1 0 0 0 0,0 1-1 0 0,-1 0 1 0 0,1 0 0 0 0,-1 1-1 0 0,1 0 1 0 0,-2 0 0 0 0,1 0-1 0 0,0 1 1 0 0,-1 0 0 0 0,0 1-1 0 0,7 9 1 0 0,-2 5-1771 0 0,-6 2-424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1214 0 13359 0 0,'-14'13'-48'0'0,"12"-10"679"0"0,1 0 1 0 0,-1 0 0 0 0,0 0-1 0 0,1 0 1 0 0,0 0-1 0 0,-2 5 1 0 0,1 2 2571 0 0,0 1 0 0 0,-1 18-1 0 0,2-11-1978 0 0,-14 178 2979 0 0,13-182-4203 0 0,0 1 0 0 0,1 29 0 0 0,1-41 0 0 0,0 1 0 0 0,1-1 0 0 0,-1 0 0 0 0,1 1 0 0 0,-1-1 0 0 0,1 0 0 0 0,0 0 0 0 0,1 1 0 0 0,-1-1 0 0 0,0 0 0 0 0,1 0 0 0 0,0 0 0 0 0,0-1 0 0 0,3 5 0 0 0,-3-5 0 0 0,0-1 0 0 0,0 1 0 0 0,1 0 0 0 0,-1-1 0 0 0,1 0 0 0 0,-1 0 0 0 0,1 1 0 0 0,0-1 0 0 0,-1-1 0 0 0,1 1 0 0 0,0 0 0 0 0,0-1 0 0 0,-1 1 0 0 0,1-1 0 0 0,0 0 0 0 0,4 0 0 0 0,5-1 0 0 0,1 0 0 0 0,16-5 0 0 0,-15 3 0 0 0,104-29 0 0 0,-89 23 0 0 0,1 0 0 0 0,0 2 0 0 0,34-4 0 0 0,-57 11-265 0 0,1 0 0 0 0,-1 0 0 0 0,14 3 0 0 0,-20-3 103 0 0,0 0-1 0 0,0 1 1 0 0,-1-1 0 0 0,1 1 0 0 0,0-1-1 0 0,0 1 1 0 0,0-1 0 0 0,0 1-1 0 0,-1 0 1 0 0,1-1 0 0 0,0 1 0 0 0,-1 0-1 0 0,1 0 1 0 0,-1 0 0 0 0,1-1-1 0 0,-1 1 1 0 0,1 0 0 0 0,-1 0 0 0 0,1 0-1 0 0,0 2 1 0 0,-1 7-2258 0 0</inkml:trace>
  <inkml:trace contextRef="#ctx0" brushRef="#br0" timeOffset="1">0 1082 21655 0 0,'0'0'5537'0'0,"2"-1"-3783"0"0,283-25 1667 0 0,-194 20-3021 0 0,230-7-400 0 0,-142 8 0 0 0,110 4 0 0 0,-74 3 0 0 0,-163-2-698 0 0,-1 2 1 0 0,0 2-1 0 0,0 2 1 0 0,52 14-1 0 0,-85-14-6557 0 0,0 2-2226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2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40 23959 0 0,'1'-12'750'0'0,"1"-2"1307"0"0,-2 1 2271 0 0,4 55-2794 0 0,-8 207-1396 0 0,4-230-137 0 0,0 21-1 0 0,2 109 0 0 0,6-82-229 0 0,-7-65-25 0 0,-6-3-2868 0 0,4 1 2740 0 0,-1-1-1 0 0,1 0 1 0 0,0 1-1 0 0,-1-1 1 0 0,1 0-1 0 0,0 0 1 0 0,-1 0-1 0 0,1 0 1 0 0,0 0-1 0 0,0 0 1 0 0,0 0-1 0 0,0 0 1 0 0,0 0-1 0 0,0 0 0 0 0,0-1 1 0 0,0 1-1 0 0,-1-2 1 0 0,-3-5-4388 0 0,-5-4-2802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4607 0 0,'0'0'354'0'0,"1"-1"-233"0"0,18-9 3823 0 0,23-10 12035 0 0,-22 14-13176 0 0,20-4-894 0 0,62-5 0 0 0,-64 14-1643 0 0,-29 2-231 0 0,-1-1-1 0 0,1-1 1 0 0,0 1 0 0 0,0-1 0 0 0,10-3-1 0 0,-11 3 341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82 19807 0 0,'-2'0'117'0'0,"1"1"-1"0"0,-1-1 1 0 0,0 1 0 0 0,0-1-1 0 0,0 0 1 0 0,0 1 0 0 0,0-1-1 0 0,1 0 1 0 0,-1 0 0 0 0,0 0-1 0 0,0-1 1 0 0,0 1 0 0 0,0 0-1 0 0,0-1 1 0 0,1 1 0 0 0,-1-1-1 0 0,0 0 1 0 0,0 0-1 0 0,-3-1 1 0 0,-10-5 8699 0 0,17 8-8663 0 0,1-1 0 0 0,-1 0-1 0 0,0 0 1 0 0,1-1 0 0 0,-1 1 0 0 0,0 0-1 0 0,0-1 1 0 0,3 0 0 0 0,6-2-8 0 0,566-56 145 0 0,-555 57-289 0 0,595-2-1 0 0,-400 22-2353 0 0,-216-17 2252 0 0,-1-1 1 0 0,0 0 0 0 0,1 0-1 0 0,-1 0 1 0 0,0 0 0 0 0,1 1-1 0 0,-1-1 1 0 0,0 0-1 0 0,0 0 1 0 0,1 1 0 0 0,-1-1-1 0 0,0 0 1 0 0,0 0 0 0 0,1 1-1 0 0,-1-1 1 0 0,0 0 0 0 0,0 1-1 0 0,0-1 1 0 0,1 0 0 0 0,-1 1-1 0 0,0-1 1 0 0,0 1-1 0 0,0-1 1 0 0,0 0 0 0 0,0 1-1 0 0,0 0 1 0 0,0 6-1629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3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26551 0 0,'0'0'2663'0'0,"0"2"-2439"0"0,3 6-296 0 0,-1-1 589 0 0,0-1 1 0 0,0 1-1 0 0,-1 0 0 0 0,1 8 0 0 0,-2 14-276 0 0,1-12-98 0 0,-1 0 1 0 0,-1 1 0 0 0,-4 26-1 0 0,-8 11-164 0 0,-9 95-1 0 0,23-109-1902 0 0,0-34-269 0 0</inkml:trace>
  <inkml:trace contextRef="#ctx0" brushRef="#br0" timeOffset="1">314 85 28015 0 0,'0'0'2815'0'0,"-6"7"-2550"0"0,-1 5-59 0 0,0 1 0 0 0,1-1 0 0 0,0 1 0 0 0,1 1 0 0 0,0-1 0 0 0,-2 15 0 0 0,2-2-148 0 0,0 0 0 0 0,0 36 0 0 0,7-11-58 0 0,-1-41-276 0 0,-1 1-1 0 0,1-1 1 0 0,-1 1 0 0 0,-1-1-1 0 0,0 0 1 0 0,-1 1 0 0 0,-4 18-1 0 0,2-19-3913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3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14279 0 0,'3'-1'7104'0'0,"59"-10"1209"0"0,37 2-6718 0 0,-63 6-752 0 0,139-4-158 0 0,-33 3-2258 0 0,-113 1 102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499 165 19927 0 0,'-3'-12'599'0'0,"1"1"0"0"0,0-1-1 0 0,-1-14 1 0 0,2 14-449 0 0,0 1 0 0 0,-1-1 0 0 0,-5-13 0 0 0,7 23 5 0 0,-1-1 1 0 0,0 1-1 0 0,0 0 1 0 0,0-1-1 0 0,-1 1 0 0 0,1 0 1 0 0,-1 0-1 0 0,1-1 1 0 0,-1 1-1 0 0,0 0 1 0 0,0 1-1 0 0,1-1 1 0 0,-1 0-1 0 0,-1 1 1 0 0,1-1-1 0 0,0 1 0 0 0,0-1 1 0 0,0 1-1 0 0,-1 0 1 0 0,1 0-1 0 0,-1 0 1 0 0,1 0-1 0 0,-1 1 1 0 0,1-1-1 0 0,-1 0 0 0 0,1 1 1 0 0,-1 0-1 0 0,-3 0 1 0 0,0 0-12 0 0,1 0 1 0 0,-1 1 0 0 0,0 0 0 0 0,1 0-1 0 0,-1 1 1 0 0,1-1 0 0 0,0 1-1 0 0,-1 0 1 0 0,1 1 0 0 0,0-1 0 0 0,0 1-1 0 0,-5 4 1 0 0,-7 6 24 0 0,1 1-1 0 0,1 0 1 0 0,0 1-1 0 0,-16 21 1 0 0,-45 73 159 0 0,44-58-130 0 0,-48 108 0 0 0,67-128-129 0 0,1 1 0 0 0,2 1 0 0 0,2-1 0 0 0,-9 64 0 0 0,16-84-60 0 0,1 0 0 0 0,0 0-1 0 0,1 0 1 0 0,0 0 0 0 0,1-1 0 0 0,1 1-1 0 0,-1-1 1 0 0,2 1 0 0 0,0-1 0 0 0,0 0-1 0 0,1 0 1 0 0,0-1 0 0 0,1 1 0 0 0,0-1-1 0 0,1 0 1 0 0,0-1 0 0 0,0 0 0 0 0,1 0-1 0 0,11 9 1 0 0,-8-7-26 0 0,1-1-1 0 0,1-1 0 0 0,0 0 1 0 0,0 0-1 0 0,1-2 0 0 0,0 1 1 0 0,0-2-1 0 0,1 0 0 0 0,0-1 1 0 0,0 0-1 0 0,0-1 0 0 0,0-1 1 0 0,28 2-1 0 0,-5-4-38 0 0,0-2 0 0 0,0-2 0 0 0,0-1 0 0 0,-1-2 0 0 0,1-2 0 0 0,-1-2 0 0 0,-1 0 0 0 0,0-3 0 0 0,-1-1 0 0 0,0-2 0 0 0,38-23 0 0 0,-61 32 43 0 0,-1 0 0 0 0,0-1 0 0 0,0 0 0 0 0,-1-1 0 0 0,0 0 1 0 0,-1-1-1 0 0,0 0 0 0 0,0 0 0 0 0,-1-1 0 0 0,-1 0 0 0 0,0 0 0 0 0,0-1 0 0 0,-1 0 0 0 0,0 0 0 0 0,-1-1 0 0 0,-1 1 1 0 0,0-1-1 0 0,3-20 0 0 0,-3 10 15 0 0,-1-1 1 0 0,-1 1-1 0 0,-1-1 1 0 0,-2 0-1 0 0,0 0 1 0 0,-1 0-1 0 0,-2 1 1 0 0,0-1 0 0 0,-2 1-1 0 0,0 0 1 0 0,-1 0-1 0 0,-2 1 1 0 0,0 0-1 0 0,-2 1 1 0 0,0 0-1 0 0,-1 0 1 0 0,-1 1-1 0 0,-1 1 1 0 0,-1 0-1 0 0,-17-16 1 0 0,16 18-77 0 0,-1 2-1 0 0,-1 0 1 0 0,0 1-1 0 0,-2 1 1 0 0,-28-16 0 0 0,37 24-387 0 0,1 0 1 0 0,-1 1-1 0 0,0 0 1 0 0,0 1-1 0 0,0 0 1 0 0,-1 1-1 0 0,1 0 1 0 0,-1 1-1 0 0,1 0 1 0 0,-1 1-1 0 0,1 0 1 0 0,-1 0-1 0 0,-13 4 1 0 0,-10 4-8191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24647 0 0,'0'0'2731'0'0,"0"2"-2162"0"0,11 53 1620 0 0,20 61 1 0 0,28 53-1900 0 0,-27-78-339 0 0,-14-42-565 0 0,32 61 0 0 0,-49-107 371 0 0,1-1-1 0 0,-1 1 1 0 0,1-1 0 0 0,0 0 0 0 0,0 0-1 0 0,0 0 1 0 0,0 0 0 0 0,0 0-1 0 0,4 2 1 0 0,-4-2-797 0 0,0-1-1 0 0,0 0 0 0 0,0 0 1 0 0,0 0-1 0 0,0 0 1 0 0,0-1-1 0 0,4 1 1 0 0,9 0-7839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25655 0 0,'0'0'3345'0'0,"0"2"-2743"0"0,3 23 884 0 0,-1 41 0 0 0,-1-21-1361 0 0,12 123 37 0 0,-3-69-1471 0 0,-10-96 2201 0 0,2 3-4962 0 0,8-6-562 0 0,14-6 2111 0 0,-1-8-21 0 0</inkml:trace>
  <inkml:trace contextRef="#ctx0" brushRef="#br0" timeOffset="1">257 1 10591 0 0,'-1'2'12812'0'0,"-3"19"-7629"0"0,-2 1-3287 0 0,-4 21-902 0 0,4 11-884 0 0,2-1 0 0 0,3 1-1 0 0,9 84 1 0 0,-8-105-960 0 0,1-5-1308 0 0,1-11-2015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0 497 16583 0 0,'2'0'5981'0'0,"42"-12"-3613"0"0,0 2 0 0 0,54-5 0 0 0,-31 6-1189 0 0,112-17-5656 0 0,-139 21-5142 0 0</inkml:trace>
  <inkml:trace contextRef="#ctx0" brushRef="#br0" timeOffset="1">1138 25 27383 0 0,'0'0'2931'0'0,"2"0"-2841"0"0,6-4 28 0 0,0 0 0 0 0,0 1 0 0 0,1 0 0 0 0,-1 0 0 0 0,1 1 0 0 0,0 0 0 0 0,-1 1 0 0 0,13-1-1 0 0,75 2 1150 0 0,-82 0-1232 0 0,11 1-115 0 0,12 0-728 0 0,65 10 0 0 0,-101-11 583 0 0,13 4-425 0 0,-8 1-2682 0 0,-5 3 1387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13359 0 0,'0'0'1210'0'0,"1"1"-996"0"0,7 2 1576 0 0,-1 0 0 0 0,1-1 0 0 0,0 0 0 0 0,0 0 0 0 0,-1 0 0 0 0,15 0-1 0 0,53-1 3068 0 0,-40-2-4850 0 0,148-6 616 0 0,-56 1-2795 0 0,-100 6-5293 0 0,1 1-2498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475 221 20759 0 0,'-18'-16'472'0'0,"17"16"-447"0"0,1 0 0 0 0,0-1 0 0 0,0 1 0 0 0,-1 0 0 0 0,1-1 0 0 0,0 1 0 0 0,0-1 0 0 0,0 1 0 0 0,0 0 0 0 0,0-1 0 0 0,-1 1 0 0 0,1-1-1 0 0,0 1 1 0 0,0-1 0 0 0,0 1 0 0 0,0 0 0 0 0,0-1 0 0 0,0 1 0 0 0,0-1 0 0 0,1 1 0 0 0,-1 0 0 0 0,0-1 0 0 0,0 1 0 0 0,0-1 0 0 0,0 1 0 0 0,0 0 0 0 0,1-1 0 0 0,-1 1 0 0 0,0-1 0 0 0,0 1 0 0 0,1 0-1 0 0,-1-1 1 0 0,0 1 0 0 0,0 0 0 0 0,1 0 0 0 0,-1-1 0 0 0,0 1 0 0 0,1 0 0 0 0,0-1 0 0 0,-1 0 89 0 0,4-2-62 0 0,0 0-1 0 0,0-1 1 0 0,0 1 0 0 0,0 1-1 0 0,1-1 1 0 0,-1 0 0 0 0,1 1-1 0 0,5-2 1 0 0,-6 3-31 0 0,1-1 0 0 0,-1 0 0 0 0,0 0 0 0 0,0-1 0 0 0,0 1 0 0 0,0-1 0 0 0,0 0 0 0 0,0 0 0 0 0,-1 0 0 0 0,6-7 0 0 0,-7 7 100 0 0,-1 1 0 0 0,0 0 1 0 0,-1-1-1 0 0,1 1 0 0 0,0-1 0 0 0,-1 0 0 0 0,1 1 0 0 0,-1-1 1 0 0,0 1-1 0 0,0-1 0 0 0,0 0 0 0 0,0 1 0 0 0,0-1 0 0 0,0 1 0 0 0,-1-1 1 0 0,0 0-1 0 0,1 1 0 0 0,-1-1 0 0 0,0 1 0 0 0,-1-3 0 0 0,-1-2 286 0 0,0 1 0 0 0,0 0-1 0 0,-1 0 1 0 0,0 0 0 0 0,1 1-1 0 0,-9-9 1 0 0,9 11-317 0 0,0 1 1 0 0,1 0-1 0 0,-1 0 0 0 0,0 1 1 0 0,0-1-1 0 0,0 0 1 0 0,0 1-1 0 0,0 0 0 0 0,0 0 1 0 0,-1 0-1 0 0,1 0 1 0 0,0 0-1 0 0,-1 1 0 0 0,1-1 1 0 0,0 1-1 0 0,-1 0 1 0 0,1 0-1 0 0,0 0 0 0 0,-1 1 1 0 0,1-1-1 0 0,0 1 1 0 0,-1 0-1 0 0,1-1 0 0 0,0 2 1 0 0,-5 1-1 0 0,-2 1-8 0 0,-1 1 0 0 0,1 1 0 0 0,-1 0-1 0 0,1 1 1 0 0,-17 14 0 0 0,-21 22 137 0 0,1 1 1 0 0,-69 86-1 0 0,97-105-196 0 0,1 1 0 0 0,2 1 1 0 0,0 0-1 0 0,2 1 0 0 0,1 1 0 0 0,1 0 0 0 0,-13 50 0 0 0,21-64-15 0 0,1 0 1 0 0,1 0 0 0 0,1 1-1 0 0,0-1 1 0 0,1 1 0 0 0,0 0-1 0 0,2-1 1 0 0,-1 0 0 0 0,6 18-1 0 0,-5-24-5 0 0,1 1 0 0 0,0-1 0 0 0,1 0 0 0 0,0-1 0 0 0,1 1 0 0 0,-1-1 0 0 0,2 1 0 0 0,-1-2 0 0 0,1 1 0 0 0,0 0-1 0 0,1-1 1 0 0,0 0 0 0 0,0-1 0 0 0,0 0 0 0 0,15 10 0 0 0,-8-9-8 0 0,-1 0 0 0 0,1-1 1 0 0,1 0-1 0 0,-1-2 0 0 0,1 1 0 0 0,0-2 0 0 0,0 0 1 0 0,0-1-1 0 0,28 1 0 0 0,-8-3-7 0 0,-1-2 0 0 0,1-1 0 0 0,42-10 0 0 0,-51 8 27 0 0,-1-1 0 0 0,1-2 0 0 0,-1 0 0 0 0,-1-2 0 0 0,1 0-1 0 0,-2-2 1 0 0,0 0 0 0 0,0-2 0 0 0,-1-1 0 0 0,30-26 0 0 0,-35 26-18 0 0,-1-1 0 0 0,-1 0 0 0 0,-1-1-1 0 0,0-1 1 0 0,-1 0 0 0 0,-1-1 0 0 0,-1-1 0 0 0,-1 0 0 0 0,13-33 0 0 0,-17 35 12 0 0,-2 1 1 0 0,1-1 0 0 0,-2 0-1 0 0,0 0 1 0 0,-2 0 0 0 0,0 0 0 0 0,0 0-1 0 0,-2 0 1 0 0,0 0 0 0 0,-2 0-1 0 0,0 0 1 0 0,-6-23 0 0 0,4 26-60 0 0,0-1 0 0 0,-1 1 1 0 0,-1 0-1 0 0,0 1 0 0 0,-1 0 1 0 0,-1 0-1 0 0,-20-25 0 0 0,22 32-67 0 0,0-1-1 0 0,0 1 0 0 0,-1 0 0 0 0,-1 1 1 0 0,1 0-1 0 0,-1 0 0 0 0,0 0 1 0 0,0 2-1 0 0,0-1 0 0 0,-1 1 0 0 0,0 0 1 0 0,0 1-1 0 0,-13-3 0 0 0,13 5-287 0 0,0 0 0 0 0,1 0 0 0 0,-1 1-1 0 0,0 0 1 0 0,0 1 0 0 0,0 0 0 0 0,0 1 0 0 0,1 0-1 0 0,-14 4 1 0 0,7 0-568 0 0,-1 1-1 0 0,1 0 1 0 0,1 1-1 0 0,-16 10 1 0 0,-17 19-1649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25399 0 0,'0'0'2804'0'0,"0"2"-2261"0"0,3 66 1423 0 0,23 121 1 0 0,-22-170-1956 0 0,0-1 0 0 0,1 1 0 0 0,1-1 0 0 0,14 28 0 0 0,-15-36-174 0 0,1 0 1 0 0,0 0-1 0 0,1 0 0 0 0,0-1 0 0 0,0 0 0 0 0,1 0 0 0 0,0-1 0 0 0,17 14 0 0 0,6-4-2124 0 0,-9-10-5333 0 0,-3-2-1582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26207 0 0,'0'0'2631'0'0,"0"2"-2314"0"0,1 2-64 0 0,0 1 0 0 0,0-1 0 0 0,-1 0 1 0 0,0 1-1 0 0,0-1 0 0 0,0 1 0 0 0,0-1 0 0 0,-1 0 0 0 0,1 1 0 0 0,-3 4 0 0 0,-15 48 350 0 0,11-36-510 0 0,-6 18-66 0 0,0-6 8 0 0,3 1 0 0 0,-7 39 0 0 0,15-63-35 0 0,2-8 0 0 0,0-1 0 0 0,0 1 0 0 0,0 0 0 0 0,0-1 0 0 0,0 1 0 0 0,0 0 0 0 0,1-1 0 0 0,-1 1 0 0 0,0-1 0 0 0,1 1 0 0 0,-1-1 0 0 0,1 1 0 0 0,0-1 0 0 0,0 1 0 0 0,-1-1 0 0 0,1 1 0 0 0,0-1 0 0 0,0 0 0 0 0,0 0 0 0 0,0 1 0 0 0,1-1 0 0 0,-1 0 0 0 0,0 0 0 0 0,0 0 0 0 0,1 0 0 0 0,-1 0 0 0 0,0-1 0 0 0,1 1 0 0 0,-1 0 0 0 0,1-1 0 0 0,-1 1 0 0 0,1-1 0 0 0,0 1 0 0 0,1-1 0 0 0,-1 1 0 0 0,10 3 0 0 0,-1-2 0 0 0,1 1 0 0 0,-1-2 0 0 0,1 1 0 0 0,0-2 0 0 0,22 0 0 0 0,71-16 0 0 0,-24 3 0 0 0,-45 8-445 0 0,-18 2-914 0 0,0 1 0 0 0,0 1 1 0 0,-1 0-1 0 0,1 1 0 0 0,0 1 1 0 0,22 3-1 0 0,-22 1-8453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49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52 17967 0 0,'-107'-17'3751'0'0,"61"8"2574"0"0,22 1-2665 0 0,22 7-2700 0 0,3 1-868 0 0,9-3-90 0 0,-1 0 0 0 0,1 1 0 0 0,-1 1 0 0 0,1 0 0 0 0,0 0 0 0 0,14 1 0 0 0,12-1-4 0 0,554-4 2 0 0,-545 6 0 0 0,200 2 0 0 0,264 7 0 0 0,-198 6 0 0 0,465 17 0 0 0,-290-25 0 0 0,-86-2 0 0 0,-346-4 0 0 0,196-4 0 0 0,-133-5 0 0 0,-104 4 0 0 0,-4-1 0 0 0,-7-3 0 0 0,-4 5-7 0 0,1 0-1 0 0,0 0 1 0 0,-1 0 0 0 0,1 0-1 0 0,-1 1 1 0 0,1-1-1 0 0,-1 0 1 0 0,0 1 0 0 0,0 0-1 0 0,0-1 1 0 0,0 1 0 0 0,0 0-1 0 0,0 0 1 0 0,-2-1 0 0 0,1 1-22 0 0,-4-3-181 0 0,0 1-1 0 0,0-1 0 0 0,0 1 1 0 0,-14-3-1 0 0,-2 4-173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38 13823 0 0,'-1'-1'1062'0'0,"-12"-17"-756"0"0,-2-1 15082 0 0,13 31-14525 0 0,-1 31-316 0 0,4 66 0 0 0,0-76-520 0 0,1 42 75 0 0,25 142 0 0 0,-19-170-911 0 0,-8-45 361 0 0,-8-6-5255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27295 0 0,'0'0'2477'0'0,"1"-1"-2031"0"0,2-1-424 0 0,0-1 0 0 0,0 1 0 0 0,1 0 1 0 0,-1 0-1 0 0,0 0 0 0 0,1 0 0 0 0,-1 1 0 0 0,1-1 1 0 0,5 0-1 0 0,40-8 506 0 0,-18 5-170 0 0,81-16-268 0 0,0 5 0 0 0,1 5 1 0 0,157 4-1 0 0,-186 11-1390 0 0,-27 1-3200 0 0,-33-2-5012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21311 0 0,'0'0'5401'0'0,"2"1"-4342"0"0,8 1 2104 0 0,-9 0-2726 0 0,0-1-372 0 0,1 0 1 0 0,-1 0-1 0 0,0 1 1 0 0,0-1-1 0 0,0 0 1 0 0,0 1-1 0 0,0-1 0 0 0,-1 1 1 0 0,1-1-1 0 0,0 1 1 0 0,0 2-1 0 0,0-1 3 0 0,-1 0 0 0 0,0 0 0 0 0,0 1 0 0 0,0-1-1 0 0,0 0 1 0 0,-1 0 0 0 0,1 1 0 0 0,-2 5 0 0 0,2-6-68 0 0,0 0 0 0 0,-8 20 0 0 0,4-17 0 0 0,-2-7 0 0 0,0-2-32 0 0,5 3-135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 15663 0 0,'-7'-3'12583'0'0,"4"5"-12437"0"0,-1 0 1 0 0,1 1 0 0 0,0-1-1 0 0,0 1 1 0 0,0 0-1 0 0,0-1 1 0 0,0 1 0 0 0,0 1-1 0 0,1-1 1 0 0,-1 0-1 0 0,1 1 1 0 0,0-1 0 0 0,0 1-1 0 0,0-1 1 0 0,1 1 0 0 0,-1 0-1 0 0,1 0 1 0 0,-2 6-1 0 0,0 6 288 0 0,-1 1 0 0 0,2-1 0 0 0,-1 20 0 0 0,3-25-434 0 0,0 1 0 0 0,1-1 0 0 0,0 1 0 0 0,1-1 0 0 0,0 0 0 0 0,7 21 0 0 0,-5-22 0 0 0,-3-7 0 0 0,1 0 0 0 0,-1 0 0 0 0,1 0 0 0 0,0 0 0 0 0,0 0 0 0 0,2 2 0 0 0,10 3 0 0 0,-13-8 0 0 0,6 3 0 0 0,-1-1 0 0 0,0-1 0 0 0,1 1 0 0 0,-1-1 0 0 0,1 0 0 0 0,0-1 0 0 0,-1 0 0 0 0,1 0 0 0 0,7-1 0 0 0,-2-1 0 0 0,0-1 0 0 0,0 0 0 0 0,13-5 0 0 0,-17 5 0 0 0,75-32-2710 0 0,-3-8-4621 0 0,-52 28-2444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736 1 11055 0 0,'0'0'852'0'0,"-8"5"-528"0"0,2-1 2385 0 0,0 1 0 0 0,1 0 0 0 0,-1 0 0 0 0,-8 11-1 0 0,-17 27 3822 0 0,13-17-6704 0 0,-157 249 810 0 0,166-261-636 0 0,-80 131 0 0 0,59-102 0 0 0,-42 49 0 0 0,-129 125 0 0 0,187-202 0 0 0,-4 2-287 0 0,14-14 125 0 0,0 0 1 0 0,1 0 0 0 0,-1 1 0 0 0,1 0-1 0 0,0-1 1 0 0,0 1 0 0 0,0 0 0 0 0,-3 7-1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 24647 0 0,'0'0'3557'0'0,"1"1"-2583"0"0,1 4-881 0 0,-1-1 0 0 0,1 1 1 0 0,-1 0-1 0 0,0-1 0 0 0,0 1 0 0 0,0 0 1 0 0,-1 0-1 0 0,0-1 0 0 0,0 1 1 0 0,0 0-1 0 0,0 0 0 0 0,-1 0 0 0 0,-1 5 1 0 0,-3 10 722 0 0,-14 37 0 0 0,11-38-490 0 0,-5 23-1 0 0,-25 192-325 0 0,26-168-20 0 0,12-64-83 0 0,-3-4-2314 0 0,2 2 2177 0 0,-1-1 0 0 0,1 0 0 0 0,-1 0-1 0 0,1 0 1 0 0,0 0 0 0 0,0 0 0 0 0,0 0 0 0 0,-1-1 0 0 0,1 1 0 0 0,-1-2 0 0 0,1 2-172 0 0,-9-13-1594 0 0,1-1-59 0 0</inkml:trace>
  <inkml:trace contextRef="#ctx0" brushRef="#br0" timeOffset="1">0 59 23383 0 0,'0'0'3485'0'0,"2"0"-2445"0"0,21-3 404 0 0,0 2 0 0 0,41 2-1 0 0,16 0-1059 0 0,267 5-416 0 0,-330-5-64 0 0,8 0-1277 0 0,1 1 1 0 0,30 8 0 0 0,-41-5-5711 0 0,-1 3-2093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25687 0 0,'0'0'2328'0'0,"-1"1"-1917"0"0,-4 9-166 0 0,0 0 0 0 0,1 0 0 0 0,0 0 0 0 0,1 1 0 0 0,1-1-1 0 0,-1 1 1 0 0,1 0 0 0 0,0 13 0 0 0,0 13 824 0 0,4 40-1 0 0,6 7-1267 0 0,-7-82-1 0 0,-1-1 0 0 0,1 0 0 0 0,0 0 0 0 0,-1 0 0 0 0,1 1 0 0 0,0-1 0 0 0,0 0 0 0 0,0 0 0 0 0,0 0 0 0 0,0-1 0 0 0,0 1 0 0 0,0 0 0 0 0,0 0 0 0 0,0 0 0 0 0,0-1 0 0 0,1 1 0 0 0,-1-1 0 0 0,0 1 0 0 0,2 0 0 0 0,0 0-545 0 0</inkml:trace>
  <inkml:trace contextRef="#ctx0" brushRef="#br0" timeOffset="1">250 35 16127 0 0,'0'0'738'0'0,"-2"0"-16"0"0,-6 0-34 0 0,7 1-187 0 0,0 0-1 0 0,0 0 1 0 0,0 0 0 0 0,1 0-1 0 0,-1 0 1 0 0,0 0-1 0 0,1 1 1 0 0,-1-1 0 0 0,1 0-1 0 0,0 0 1 0 0,-1 0 0 0 0,1 0-1 0 0,-1 2 1 0 0,1 0 938 0 0,-5 10-383 0 0,2 1 1 0 0,-1 1-1 0 0,2-1 0 0 0,0 0 1 0 0,0 21-1 0 0,6 74-1835 0 0,0-61 816 0 0,1 13-3153 0 0,-5-59 1687 0 0,-5 5-3322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4607 0 0,'2'-1'20221'0'0,"108"-11"-13843"0"0,3 2-5860 0 0,-6 0-2792 0 0,-81 8-4928 0 0,-2 0-2367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5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31 27383 0 0,'-9'-7'1503'0'0,"8"3"383"0"0,20 0-451 0 0,-19 4-1494 0 0,68-9 118 0 0,0 4 0 0 0,109 4-1 0 0,-154 2-290 0 0,-4 1-495 0 0,24 4 0 0 0,-36-5 104 0 0,0 1 0 0 0,0 0 1 0 0,-1 1-1 0 0,1-1 0 0 0,0 1 1 0 0,11 8-1 0 0,0 2-1073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6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27527 0 0,'0'0'2761'0'0,"4"-7"-2498"0"0,1 5-144 0 0,0 0 1 0 0,0 0-1 0 0,0 0 1 0 0,0 0-1 0 0,1 1 0 0 0,-1 0 1 0 0,0 0-1 0 0,1 1 0 0 0,7-1 1 0 0,8-1 203 0 0,382-42-2048 0 0,-361 42-5678 0 0,0 3-2466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19351 0 0,'-1'1'3943'0'0,"1"1"-3603"0"0,-1-1 1 0 0,0 0 0 0 0,0 1 0 0 0,0-1-1 0 0,0 0 1 0 0,1 0 0 0 0,-2 0-1 0 0,1 0 1 0 0,-1 1 0 0 0,-7 8 2398 0 0,10-5-1720 0 0,7 15-690 0 0,-1 1 0 0 0,-1 0-1 0 0,0 1 1 0 0,-2 0 0 0 0,0-1 0 0 0,1 43-1 0 0,13 98-322 0 0,-9-102-22 0 0,-9-59-99 0 0,2 13 223 0 0,0 0 0 0 0,9 26 0 0 0,-10-36-481 0 0,1 0 0 0 0,0 0 0 0 0,0 0-1 0 0,0 0 1 0 0,5 5 0 0 0,-5-7-552 0 0,0 0-1 0 0,0 0 1 0 0,0 0-1 0 0,0 0 1 0 0,0 0 0 0 0,0-1-1 0 0,1 1 1 0 0,-1-1-1 0 0,5 2 1 0 0,7 3-8326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7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4 10135 0 0,'0'0'778'0'0,"-16"-3"128"0"0,14 3 184 0 0,-1 0-1 0 0,0 1 0 0 0,0-1 0 0 0,0 1 1 0 0,0-1-1 0 0,1 1 0 0 0,-1 0 1 0 0,0 0-1 0 0,0 0 0 0 0,1 1 0 0 0,-1-1 1 0 0,-3 3-1 0 0,-1 1 388 0 0,-1 1 0 0 0,-10 10 0 0 0,2 0-1132 0 0,2 0 1 0 0,0 0-1 0 0,-18 30 0 0 0,26-37-247 0 0,1 0-1 0 0,1 1 1 0 0,0 0-1 0 0,0-1 1 0 0,1 1-1 0 0,0 0 1 0 0,0 1-1 0 0,1-1 1 0 0,-1 17-1 0 0,3-23-97 0 0,0 1 0 0 0,0-1 0 0 0,1 1 0 0 0,-1-1 0 0 0,1 0 0 0 0,0 1 0 0 0,0-1 0 0 0,1 0 0 0 0,-1 0 0 0 0,1 0 0 0 0,0 0 0 0 0,0 0 0 0 0,0 0 0 0 0,4 4 0 0 0,-2-3 0 0 0,1 0 0 0 0,0 0 0 0 0,0-1 0 0 0,0 0 0 0 0,0 0 0 0 0,0 0 0 0 0,1-1 0 0 0,10 6 0 0 0,1-3 0 0 0,1 0 0 0 0,-1-1 0 0 0,1 0 0 0 0,0-2 0 0 0,35 3 0 0 0,-26-4-65 0 0,1-1-1 0 0,-1-2 1 0 0,33-5 0 0 0,-49 5 39 0 0,0-1 1 0 0,-1-1 0 0 0,1 0 0 0 0,-1 0 0 0 0,1-1-1 0 0,-1 0 1 0 0,0-1 0 0 0,-1 0 0 0 0,1-1 0 0 0,15-12-1 0 0,-21 14 26 0 0,-1 1 0 0 0,0-1 0 0 0,0 0 0 0 0,0 0 0 0 0,0 0 0 0 0,-1 0-1 0 0,1-1 1 0 0,-1 1 0 0 0,0 0 0 0 0,-1-1 0 0 0,1 0 0 0 0,-1 1 0 0 0,0-1 0 0 0,0 0-1 0 0,0 0 1 0 0,-1 0 0 0 0,1 0 0 0 0,-1 0 0 0 0,0 1 0 0 0,-2-7 0 0 0,1 4 1 0 0,0 0-1 0 0,0 0 1 0 0,-1 1 0 0 0,0-1 0 0 0,0 1 0 0 0,-1 0 0 0 0,0-1 0 0 0,0 1 0 0 0,0 0 0 0 0,-1 1-1 0 0,0-1 1 0 0,0 1 0 0 0,0-1 0 0 0,-7-4 0 0 0,2 1-356 0 0,-2 1 0 0 0,1 1 1 0 0,-1 0-1 0 0,0 0 0 0 0,0 1 0 0 0,-15-6 0 0 0,16 9-350 0 0,0-1 0 0 0,-1 1 0 0 0,0 1 0 0 0,1-1 0 0 0,-1 2 0 0 0,0 0-1 0 0,0 0 1 0 0,0 1 0 0 0,0 0 0 0 0,0 1 0 0 0,0 0 0 0 0,-15 4 0 0 0,-5 5-8173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7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55 28191 0 0,'-10'0'336'0'0,"0"-1"370"0"0,0 0 0 0 0,-1 0 0 0 0,-11-4 0 0 0,21 5-499 0 0,15-7 354 0 0,8 1-451 0 0,0 1-1 0 0,1 0 1 0 0,0 2 0 0 0,40-1-1 0 0,-8 1-33 0 0,326-10-76 0 0,-312 13 0 0 0,1477 13 24 0 0,-1416-10-24 0 0,160 3 0 0 0,-230-8-169 0 0,-57 2-6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7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40 23615 0 0,'-25'-10'539'0'0,"21"8"77"0"0,-5-13 792 0 0,7 14-1307 0 0,1-1 1 0 0,-1 1-1 0 0,0 0 0 0 0,1 0 1 0 0,-1 0-1 0 0,0 0 1 0 0,0 0-1 0 0,0 1 0 0 0,1-1 1 0 0,-1 0-1 0 0,0 1 1 0 0,0 0-1 0 0,0-1 0 0 0,0 1 1 0 0,0 0-1 0 0,-4 0 1 0 0,3 0 140 0 0,-1 1 1 0 0,0 0-1 0 0,1 0 1 0 0,-1 0-1 0 0,1 0 1 0 0,0 1-1 0 0,-1-1 1 0 0,-4 4-1 0 0,-2 2 166 0 0,0 1 1 0 0,0-1-1 0 0,1 2 0 0 0,-12 13 1 0 0,-16 23-169 0 0,-51 81 1 0 0,76-107-240 0 0,1 0 1 0 0,0 1-1 0 0,2 0 0 0 0,1 1 1 0 0,0 0-1 0 0,2 0 0 0 0,0 1 1 0 0,-4 27-1 0 0,10-43 5 0 0,0 0 0 0 0,0 0 1 0 0,0-1-1 0 0,0 1 0 0 0,1 0 0 0 0,0-1 0 0 0,0 1 1 0 0,1-1-1 0 0,-1 1 0 0 0,1-1 0 0 0,1 0 0 0 0,-1 1 1 0 0,1-1-1 0 0,-1 0 0 0 0,2 0 0 0 0,-1-1 1 0 0,0 1-1 0 0,1-1 0 0 0,0 0 0 0 0,0 0 0 0 0,0 0 1 0 0,0 0-1 0 0,1-1 0 0 0,5 5 0 0 0,2-2-15 0 0,0 0 1 0 0,0 0-1 0 0,0-1 0 0 0,0 0 1 0 0,1-1-1 0 0,0 0 0 0 0,0-1 0 0 0,0-1 1 0 0,15 1-1 0 0,-7-2 9 0 0,1-1 0 0 0,0-1 0 0 0,0-1 0 0 0,0 0 0 0 0,37-11 0 0 0,-51 11 3 0 0,-1 0 0 0 0,1-1-1 0 0,-1 0 1 0 0,0 0 0 0 0,0-1 0 0 0,0 0-1 0 0,0 0 1 0 0,-1 0 0 0 0,1-1 0 0 0,-1 0-1 0 0,0 0 1 0 0,-1-1 0 0 0,1 0 0 0 0,-1 0-1 0 0,0 0 1 0 0,-1 0 0 0 0,0-1 0 0 0,0 0-1 0 0,0 0 1 0 0,0 0 0 0 0,-1 0 0 0 0,-1 0-1 0 0,1-1 1 0 0,-1 1 0 0 0,0-1 0 0 0,-1 0-1 0 0,0 0 1 0 0,1-9 0 0 0,-2 2-26 0 0,0 0 1 0 0,-4-28-1 0 0,3 36 14 0 0,0 1 0 0 0,-1 0-1 0 0,0-1 1 0 0,-1 1 0 0 0,1 0-1 0 0,-1 0 1 0 0,-1 1-1 0 0,1-1 1 0 0,-5-5 0 0 0,3 3-84 0 0,-1 1 0 0 0,-1 1 0 0 0,1-1 1 0 0,-1 1-1 0 0,0 0 0 0 0,0 0 0 0 0,-1 1 1 0 0,1 0-1 0 0,-1 0 0 0 0,0 1 0 0 0,-1 0 1 0 0,1 0-1 0 0,-13-2 0 0 0,19 5-194 0 0,-1 1-1 0 0,0-1 1 0 0,0 1 0 0 0,0 0-1 0 0,0 0 1 0 0,0 1 0 0 0,-5 0-1 0 0,-2 3-7889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27759 0 0,'0'0'1349'0'0,"0"8"87"0"0,-1-3-1471 0 0,-37 179 2176 0 0,38-182-2257 0 0,0-1-219 0 0,0 0 1 0 0,1 0-1 0 0,-1 0 1 0 0,0 0 0 0 0,1 0-1 0 0,-1 0 1 0 0,1 0-1 0 0,-1 0 1 0 0,1-1-1 0 0,-1 1 1 0 0,1 0 0 0 0,0 0-1 0 0,-1-1 1 0 0,1 1-1 0 0,0 0 1 0 0,1 0-1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27183 0 0,'0'0'1324'0'0,"6"-5"81"0"0,-1 0-1244 0 0,1 1-1 0 0,-1 0 1 0 0,1 0-1 0 0,1 0 1 0 0,-1 1-1 0 0,0 0 1 0 0,1 0-1 0 0,0 1 1 0 0,-1-1-1 0 0,14-1 1 0 0,-1 1 190 0 0,1 0 1 0 0,33 0-1 0 0,-43 4-348 0 0,0-1 0 0 0,0 1 0 0 0,0 1 0 0 0,0 0 0 0 0,-1 1-1 0 0,1-1 1 0 0,-1 2 0 0 0,1-1 0 0 0,-1 1 0 0 0,11 7 0 0 0,-16-9-3 0 0,-1 1 0 0 0,0-1 0 0 0,1 1 1 0 0,-1 0-1 0 0,0 0 0 0 0,-1 0 1 0 0,1 0-1 0 0,0 0 0 0 0,-1 1 0 0 0,0-1 1 0 0,4 8-1 0 0,-5-8 0 0 0,0 0 0 0 0,0 0 0 0 0,0 1 0 0 0,-1-1 0 0 0,1 1 0 0 0,-1-1 0 0 0,0 0 0 0 0,0 1 0 0 0,0-1 0 0 0,-1 1 0 0 0,1-1 0 0 0,-1 0 0 0 0,1 1 0 0 0,-1-1 0 0 0,0 0 0 0 0,-2 4 0 0 0,-7 13 0 0 0,-1 0 0 0 0,-1-1 1 0 0,0 0-1 0 0,-2-1 0 0 0,-15 17 0 0 0,-14 18-14 0 0,27-33-40 0 0,8-9 53 0 0,-1 0 1 0 0,2 1-1 0 0,-9 15 1 0 0,9-6 50 0 0,9-13-88 0 0,0-5 26 0 0,-1-1 11 0 0,-1-1 0 0 0,1 1 1 0 0,0-1-1 0 0,0 0 1 0 0,0 0-1 0 0,1 0 0 0 0,-1 1 1 0 0,0-1-1 0 0,0 0 1 0 0,1 0-1 0 0,-1-1 0 0 0,0 1 1 0 0,1 0-1 0 0,-1 0 0 0 0,1-1 1 0 0,-1 1-1 0 0,1-1 1 0 0,1 1-1 0 0,30 6 2 0 0,-31-7-1 0 0,24 2 13 0 0,-1-1 1 0 0,1-1-1 0 0,0-2 0 0 0,-1 0 1 0 0,28-7-1 0 0,-36 5-232 0 0,-1 0 0 0 0,1-1 0 0 0,23-11-1 0 0,46-27-1589 0 0,-30 13 774 0 0,4-1-887 0 0,0-3-19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74 25687 0 0,'0'0'1176'0'0,"-1"-1"-24"0"0,-2-1-1107 0 0,0-1 161 0 0,0 1 0 0 0,0 0 1 0 0,0-1-1 0 0,0 1 1 0 0,-1 0-1 0 0,1 0 0 0 0,-1 1 1 0 0,1-1-1 0 0,-1 1 1 0 0,0 0-1 0 0,1 0 1 0 0,-7-1-1 0 0,2 1-119 0 0,0 1-1 0 0,0 0 1 0 0,-1 1-1 0 0,1-1 1 0 0,0 2-1 0 0,0-1 1 0 0,0 1 0 0 0,0 0-1 0 0,0 1 1 0 0,0 0-1 0 0,1 0 1 0 0,-1 1-1 0 0,-8 5 1 0 0,6-3 3 0 0,1 0 0 0 0,0 1 1 0 0,0 1-1 0 0,0-1 0 0 0,1 1 0 0 0,0 1 1 0 0,1 0-1 0 0,-13 19 0 0 0,18-26-90 0 0,1 0 0 0 0,0 1 0 0 0,0-1 0 0 0,0 1 0 0 0,0 0 0 0 0,0-1 0 0 0,0 1 0 0 0,1 0 0 0 0,-1-1 0 0 0,1 1 0 0 0,0 0 0 0 0,0 0 0 0 0,0-1 0 0 0,0 1 0 0 0,1 5 0 0 0,1-4 0 0 0,-1 0 0 0 0,0 0 0 0 0,1 0 0 0 0,0 0 0 0 0,0 0 0 0 0,0-1 0 0 0,0 1 0 0 0,1-1 0 0 0,3 5 0 0 0,2 0 0 0 0,0 0 0 0 0,0-1 0 0 0,1-1 0 0 0,-1 1 0 0 0,2-1 0 0 0,-1-1 0 0 0,13 7 0 0 0,81 29 0 0 0,-64-27 0 0 0,0 1 0 0 0,-2 3 0 0 0,53 32 0 0 0,-62-31 0 0 0,-27-19 0 0 0,1 1 0 0 0,-1 0 0 0 0,0 0 0 0 0,0 0 0 0 0,-1-1 0 0 0,1 1 0 0 0,0 0 0 0 0,0 0 0 0 0,0 1 0 0 0,-1-1 0 0 0,1 0 0 0 0,1 2 0 0 0,-3 7 0 0 0,0-8 0 0 0,1 0 0 0 0,-1 0-1 0 0,1 0 1 0 0,-1 1-1 0 0,0-1 1 0 0,0 0 0 0 0,0 0-1 0 0,0 0 1 0 0,0 0-1 0 0,0 0 1 0 0,0 0 0 0 0,-1 0-1 0 0,1 0 1 0 0,-1-1-1 0 0,1 1 1 0 0,-4 1 0 0 0,2 0-2 0 0,0-1 0 0 0,-1 0 0 0 0,1 0 0 0 0,-1 0 1 0 0,0-1-1 0 0,0 1 0 0 0,0-1 0 0 0,-4 1 1 0 0,-7 0-10 0 0,1 0 0 0 0,-1-1 1 0 0,-25-1-1 0 0,37-1 9 0 0,-24-1-80 0 0,0-2 0 0 0,-50-13 0 0 0,34 6-1196 0 0,12 4-259 0 0</inkml:trace>
  <inkml:trace contextRef="#ctx0" brushRef="#br0" timeOffset="1">100 133 17967 0 0,'2'-1'1387'0'0,"47"-27"1293"0"0,39-3 4638 0 0,4 9-4771 0 0,95-9-2065 0 0,-169 29-208 0 0,131-14-1098 0 0,-110 14-128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9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18431 0 0,'0'0'1415'0'0,"2"-7"-816"0"0,-1 6-422 0 0,0 0 1 0 0,1-1-1 0 0,-1 1 1 0 0,0 0-1 0 0,1 0 1 0 0,-1 0 0 0 0,0 0-1 0 0,1 0 1 0 0,-1 1-1 0 0,1-1 1 0 0,-1 0 0 0 0,1 1-1 0 0,0-1 1 0 0,-1 1-1 0 0,3-1 1 0 0,30-3 3253 0 0,-20 3-2097 0 0,2-2 627 0 0,29-9 0 0 0,-28 7-1714 0 0,26-4 0 0 0,16 0-141 0 0,103-11 204 0 0,-128 18-712 0 0,0 1 0 0 0,58 6 1 0 0,-90-5 147 0 0,0 0 0 0 0,-1 0 0 0 0,1 0 0 0 0,0 0 0 0 0,0 1 0 0 0,-1-1 0 0 0,1 1 0 0 0,0-1 0 0 0,-1 1 0 0 0,1 0 0 0 0,-1 0 0 0 0,1 0 0 0 0,-1 0 0 0 0,1 0 0 0 0,1 1 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4:5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20271 0 0,'0'0'3609'0'0,"3"1"-2058"0"0,8 1-840 0 0,0 0 0 0 0,0-1 0 0 0,1 0 1 0 0,-1-1-1 0 0,0 0 0 0 0,14-3 0 0 0,71-15-657 0 0,-28 5-82 0 0,78-6-4297 0 0,-91 12-5202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0 24991 0 0,'0'0'6341'0'0,"1"2"-5885"0"0,-1 0-427 0 0,0 0-1 0 0,1 0 1 0 0,-1 0 0 0 0,0 0-1 0 0,0 0 1 0 0,0 0-1 0 0,-1 0 1 0 0,1 1-1 0 0,-1-1 1 0 0,1 0 0 0 0,-1 0-1 0 0,1 0 1 0 0,-1-1-1 0 0,0 1 1 0 0,0 0-1 0 0,0 0 1 0 0,-2 2 0 0 0,-3 6 186 0 0,-16 17 0 0 0,15-18-181 0 0,-10 10-34 0 0,0-2 0 0 0,0 0 0 0 0,-2-1 0 0 0,-23 16 0 0 0,-86 48 0 0 0,33-22 0 0 0,73-41 0 0 0,-24 21 0 0 0,28-22 0 0 0,0 1 0 0 0,12-9 0 0 0,6-8 0 0 0,0 0 0 0 0,0 1 0 0 0,0-1 0 0 0,0 0 0 0 0,0 1 0 0 0,-1-1 0 0 0,1 0 0 0 0,0 1 0 0 0,0-1 0 0 0,0 0 0 0 0,0 1 0 0 0,0-1 0 0 0,1 0 0 0 0,-1 1 0 0 0,0-1 0 0 0,0 0 0 0 0,0 1 0 0 0,0-1 0 0 0,0 0 0 0 0,0 1 0 0 0,0-1 0 0 0,1 1 0 0 0,0 0 0 0 0,1 1 0 0 0,-1-1 0 0 0,1 0 0 0 0,0 1 0 0 0,-1-1 0 0 0,1 0 0 0 0,0 0 0 0 0,0 0 0 0 0,-1 0 0 0 0,1-1 0 0 0,0 1 0 0 0,0 0 0 0 0,4 0 0 0 0,30 4 0 0 0,-29-5 0 0 0,62 4 0 0 0,110-10 0 0 0,-108 2 0 0 0,11 0-34 0 0,-1-4 0 0 0,85-19-1 0 0,-124 14-1441 0 0,-26 5-7503 0 0</inkml:trace>
  <inkml:trace contextRef="#ctx0" brushRef="#br0" timeOffset="1">436 136 3679 0 0,'-4'-1'20712'0'0,"3"9"-18515"0"0,0-6-606 0 0,-2 20-269 0 0,1 1 1 0 0,0 41-1 0 0,1-6-701 0 0,-1-31-621 0 0,2-1 0 0 0,0 1 0 0 0,2 0 0 0 0,1-1 0 0 0,1 1 0 0 0,1-1 0 0 0,1 0 0 0 0,14 35 0 0 0,-13-43-896 0 0,1-1 0 0 0,12 19 1 0 0,-16-30 163 0 0,0 0 1 0 0,1 0-1 0 0,-1-1 1 0 0,1 1-1 0 0,0-1 1 0 0,1 0-1 0 0,-1-1 1 0 0,1 0-1 0 0,6 4 0 0 0,7 3-9057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74 8751 0 0,'0'-1'674'0'0,"1"-2"-578"0"0,-1 0 0 0 0,1 1 0 0 0,-1-1 1 0 0,-3-17 15809 0 0,-5 21-12958 0 0,-17 4 312 0 0,22-4-3189 0 0,0 0 0 0 0,1 1 1 0 0,-1-1-1 0 0,0 1 1 0 0,1 0-1 0 0,-1-1 1 0 0,1 1-1 0 0,0 0 1 0 0,-1 1-1 0 0,-1 2 1 0 0,-9 9-66 0 0,1 1 0 0 0,0 1 0 0 0,1 0-1 0 0,1 0 1 0 0,1 1 0 0 0,-10 22 0 0 0,16-32-5 0 0,1 0 0 0 0,0 0 0 0 0,0 0-1 0 0,1 0 1 0 0,0 0 0 0 0,0 0 0 0 0,0 0-1 0 0,1 0 1 0 0,0 0 0 0 0,0 1 0 0 0,1-1-1 0 0,0 0 1 0 0,0 0 0 0 0,1 0 0 0 0,0 0-1 0 0,0-1 1 0 0,1 1 0 0 0,0 0 0 0 0,0-1-1 0 0,5 8 1 0 0,-2-6-1 0 0,0-1 0 0 0,0 1 0 0 0,1-2 0 0 0,0 1 0 0 0,0-1 0 0 0,0 0 0 0 0,1-1 0 0 0,0 1 0 0 0,0-2 0 0 0,1 1 0 0 0,-1-1 0 0 0,1 0 0 0 0,15 4 0 0 0,-9-4 0 0 0,1 0 0 0 0,0-1 0 0 0,0 0 0 0 0,0-2 0 0 0,0 0 0 0 0,0-1 0 0 0,20-1 0 0 0,-28 0 0 0 0,0 0 0 0 0,0-1 0 0 0,0 0 0 0 0,0 0 0 0 0,0-1 0 0 0,-1 0 0 0 0,1 0 0 0 0,-1 0 0 0 0,0-1 0 0 0,0-1 0 0 0,10-6 0 0 0,-13 7 0 0 0,0 0 0 0 0,0 1 0 0 0,-1-1 0 0 0,0-1 0 0 0,1 1 0 0 0,-1 0 0 0 0,-1-1 0 0 0,1 1 0 0 0,-1-1 0 0 0,0 0 0 0 0,0 0 0 0 0,0 0 0 0 0,0 0 0 0 0,-1 0 0 0 0,0 0 0 0 0,0-1 0 0 0,-1 1 0 0 0,1-8 0 0 0,-2 3-18 0 0,0 0-1 0 0,0 0 1 0 0,-1 0 0 0 0,0 0 0 0 0,0 1-1 0 0,-1-1 1 0 0,-1 1 0 0 0,0 0-1 0 0,0 0 1 0 0,-1 0 0 0 0,0 0 0 0 0,0 1-1 0 0,-1 0 1 0 0,-6-8 0 0 0,-12-9-134 0 0,0 0 1 0 0,-46-35 0 0 0,42 37 79 0 0,-13-6-1719 0 0,22 18 134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24879 0 0,'0'-1'2255'0'0,"0"1"-2226"0"0,0-1 0 0 0,0 1 1 0 0,0-1-1 0 0,0 1 1 0 0,0-1-1 0 0,1 1 0 0 0,-1-1 1 0 0,0 1-1 0 0,0-1 0 0 0,0 1 1 0 0,1 0-1 0 0,-1-1 0 0 0,0 1 1 0 0,0-1-1 0 0,1 1 1 0 0,-1 0-1 0 0,0-1 0 0 0,1 1 1 0 0,-1 0-1 0 0,0-1 0 0 0,1 1 1 0 0,-1 0-1 0 0,1 0 0 0 0,-1-1 1 0 0,1 1-1 0 0,-1 0 1 0 0,0 0-1 0 0,1 0 0 0 0,-1 0 1 0 0,1 0-1 0 0,-1-1 0 0 0,1 1 1 0 0,-1 0-1 0 0,1 0 1 0 0,0 0-1 0 0,-1 0 64 0 0,3 0 59 0 0,0 0 0 0 0,-1 0-1 0 0,1 0 1 0 0,0 0 0 0 0,-1 1 0 0 0,1-1-1 0 0,-1 0 1 0 0,1 1 0 0 0,0 0-1 0 0,-1 0 1 0 0,1 0 0 0 0,-1 0 0 0 0,0 0-1 0 0,1 0 1 0 0,-1 1 0 0 0,0-1-1 0 0,0 1 1 0 0,0 0 0 0 0,0-1-1 0 0,0 1 1 0 0,0 0 0 0 0,2 3 0 0 0,4 4 85 0 0,-1 1 1 0 0,0 0 0 0 0,7 15-1 0 0,-2 1-226 0 0,-1 1-1 0 0,-2 0 1 0 0,13 57-1 0 0,-9-33-9 0 0,22 119-1 0 0,-35-169-81 0 0,0 1 0 0 0,1-1 0 0 0,-1 1 0 0 0,1-1 0 0 0,-1 1 0 0 0,1-1 0 0 0,-1 1 0 0 0,1-1 0 0 0,0 0 0 0 0,0 0 0 0 0,-1 1 0 0 0,1-1 0 0 0,0 0 0 0 0,0 0 0 0 0,0 0 0 0 0,1 0 0 0 0,-1 0 0 0 0,0 0 0 0 0,0 0 0 0 0,0 0 0 0 0,1 0 0 0 0,-1-1 0 0 0,0 1 0 0 0,1 0 0 0 0,-1-1 0 0 0,1 1 0 0 0,-1-1 0 0 0,1 0 0 0 0,-1 1 0 0 0,1-1 0 0 0,-1 0 0 0 0,1 0 0 0 0,-1 0 0 0 0,1 0 0 0 0,-1 0 0 0 0,3-1 0 0 0,11-1-2042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0 18431 0 0,'-7'2'489'0'0,"0"-1"0"0"0,1 0 0 0 0,-1 0 0 0 0,-9 0 0 0 0,-18 2 3446 0 0,12 2-546 0 0,-42 15 1 0 0,40-10-3121 0 0,1 1 0 0 0,0 1 0 0 0,-26 18 0 0 0,45-27-264 0 0,-1 0 0 0 0,1 0 0 0 0,0 1 0 0 0,1 0 0 0 0,-1-1 0 0 0,1 1 0 0 0,0 0 0 0 0,0 1 0 0 0,0-1 0 0 0,0 0 0 0 0,-3 10 0 0 0,5-12-3 0 0,0 1-1 0 0,0-1 1 0 0,1 0-1 0 0,-1 1 1 0 0,1-1-1 0 0,0 0 1 0 0,0 1-1 0 0,0-1 0 0 0,0 0 1 0 0,0 1-1 0 0,0-1 1 0 0,1 1-1 0 0,-1-1 1 0 0,1 0-1 0 0,0 0 1 0 0,-1 1-1 0 0,1-1 0 0 0,0 0 1 0 0,0 0-1 0 0,1 0 1 0 0,-1 0-1 0 0,0 0 1 0 0,1 0-1 0 0,-1 0 1 0 0,1 0-1 0 0,-1-1 1 0 0,5 4-1 0 0,4 2-1 0 0,0 0 0 0 0,1 0 0 0 0,0-1 0 0 0,0 0 0 0 0,0-1 0 0 0,24 7 0 0 0,75 13 0 0 0,-68-19-783 0 0,0-1 1 0 0,55-2-1 0 0,-61-4-731 0 0,0-1 0 0 0,-1-2-1 0 0,0-2 1 0 0,0-1 0 0 0,56-20 0 0 0,-44 9-7685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364 117 3679 0 0,'-34'-34'137'0'0,"-1"0"452"0"0,-3-15 26866 0 0,39 50-27386 0 0,-1 1 0 0 0,1-1 0 0 0,-1 1-1 0 0,1-1 1 0 0,0 0 0 0 0,0 0 0 0 0,-1 1-1 0 0,1-1 1 0 0,2 1 0 0 0,1 4-18 0 0,91 129 80 0 0,-46-68-94 0 0,25 28-37 0 0,-40-53 0 0 0,48 78 0 0 0,-76-111 0 0 0,-1 1 0 0 0,-1 0 0 0 0,0 1 0 0 0,0-1 0 0 0,-1 1 0 0 0,0-1 0 0 0,-1 1 0 0 0,-1 0 0 0 0,1 0 0 0 0,-1 18 0 0 0,-1-25 0 0 0,-1 1 0 0 0,1 0 0 0 0,-1-1 0 0 0,0 1 0 0 0,0 0 0 0 0,0-1 0 0 0,-1 1 0 0 0,0-1 0 0 0,0 1 0 0 0,0-1 0 0 0,0 0 0 0 0,-1 0 0 0 0,1 0 0 0 0,-1 0 0 0 0,0-1 0 0 0,0 1 0 0 0,-1-1 0 0 0,1 1 0 0 0,-1-1 0 0 0,0 0 0 0 0,1 0 0 0 0,-1-1 0 0 0,0 1 0 0 0,-1-1 0 0 0,1 0 0 0 0,-8 2 0 0 0,-9 3 0 0 0,-1-1 0 0 0,1-1 0 0 0,-1-1 0 0 0,-38 1 0 0 0,-91-6 0 0 0,94 0 0 0 0,-30-5-2005 0 0,-15 0-5439 0 0,83 8-2579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40 5063 0 0,'-19'0'536'0'0,"-31"-4"0"0"0,20-2 3855 0 0,5-3 15267 0 0,36 8-18235 0 0,141 4-452 0 0,-66 0-849 0 0,8 1-88 0 0,49-1-1 0 0,160 3-265 0 0,51 0-351 0 0,0-26 86 0 0,-239 1-3350 0 0,-80 14 1998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5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18887 0 0,'-8'2'7515'0'0,"1"5"-4183"0"0,7-5-2804 0 0,0 1-409 0 0,0-1-1 0 0,1 1 1 0 0,-1 0 0 0 0,1-1 0 0 0,-1 1 0 0 0,1 0 0 0 0,0-1 0 0 0,0 1-1 0 0,0-1 1 0 0,1 1 0 0 0,-1-1 0 0 0,3 5 0 0 0,0-3-22 0 0,0 1 1 0 0,0-1 0 0 0,0 0-1 0 0,0 0 1 0 0,9 5 0 0 0,3 1-57 0 0,1-1 0 0 0,29 11 0 0 0,-41-18-10 0 0,25 11-30 0 0,51 22 83 0 0,-68-28-73 0 0,-1 0 0 0 0,0 0 0 0 0,-1 2 0 0 0,13 10 0 0 0,-22-18-11 0 0,-1 1 0 0 0,1-1 0 0 0,-1 1 0 0 0,0-1 0 0 0,0 1 0 0 0,0-1 0 0 0,0 1 0 0 0,0 0 0 0 0,0-1 0 0 0,0 1 0 0 0,0 0 0 0 0,-1 0 0 0 0,1 0 0 0 0,-1 0 0 0 0,1 0 0 0 0,-1-1 0 0 0,0 1 0 0 0,0 0 0 0 0,0 3 0 0 0,0-1 0 0 0,-1-1 0 0 0,1 0 0 0 0,-1 1 0 0 0,0-1 0 0 0,-1 0 0 0 0,1 0 0 0 0,-1 1 0 0 0,1-1 0 0 0,-1 0 0 0 0,-2 3 0 0 0,-3 3 0 0 0,-1-1 0 0 0,1 1 0 0 0,-2-1 0 0 0,1-1 0 0 0,-18 13 0 0 0,-1-3-331 0 0,-1 0 0 0 0,-40 16 0 0 0,52-26-764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8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375 345 6447 0 0,'15'-53'-32'0'0,"1"1"3318"0"0,14-51 7286 0 0,-30 100-10309 0 0,1 0 0 0 0,-1 1 0 0 0,1-1 1 0 0,-1 0-1 0 0,0 1 0 0 0,0-1 1 0 0,0 0-1 0 0,-1 1 0 0 0,1-1 0 0 0,0 0 1 0 0,-1 1-1 0 0,0-1 0 0 0,0 0 1 0 0,-1-2-1 0 0,1 3-89 0 0,0 0 0 0 0,0 1 0 0 0,0-1-1 0 0,0 1 1 0 0,0 0 0 0 0,-1-1 0 0 0,1 1 0 0 0,0 0 0 0 0,-1 0 0 0 0,1 0 0 0 0,-1 0 0 0 0,1 0 0 0 0,-1 0 0 0 0,1 0-1 0 0,-1 0 1 0 0,0 1 0 0 0,1-1 0 0 0,-1 0 0 0 0,0 1 0 0 0,0 0 0 0 0,0-1 0 0 0,-2 1 0 0 0,-1 0-2 0 0,-1 1 0 0 0,1-1 1 0 0,0 1-1 0 0,0 0 0 0 0,0 0 1 0 0,-1 1-1 0 0,1 0 0 0 0,1 0 1 0 0,-1 0-1 0 0,0 0 0 0 0,0 1 0 0 0,1-1 1 0 0,0 1-1 0 0,-5 4 0 0 0,-5 4 42 0 0,1 1-1 0 0,-22 25 1 0 0,-2 9-111 0 0,2 3-1 0 0,2 0 1 0 0,-49 102 0 0 0,70-126-75 0 0,1 0 0 0 0,1 1 1 0 0,1 1-1 0 0,1 0 1 0 0,2 0-1 0 0,-4 33 0 0 0,8-48-17 0 0,2 1 0 0 0,0-1 0 0 0,0 0-1 0 0,1 1 1 0 0,0-1 0 0 0,1 0 0 0 0,1 0-1 0 0,0 0 1 0 0,0 0 0 0 0,2-1 0 0 0,-1 1-1 0 0,1-1 1 0 0,1 0 0 0 0,0 0 0 0 0,0-1-1 0 0,12 15 1 0 0,-11-18-13 0 0,-1 0 0 0 0,1 0 0 0 0,0-1 0 0 0,1 0 0 0 0,-1 0 1 0 0,1 0-1 0 0,0-1 0 0 0,1 0 0 0 0,-1-1 0 0 0,1 0 0 0 0,12 3 0 0 0,-9-3-5 0 0,1-1 1 0 0,1-1-1 0 0,-1 0 1 0 0,0-1-1 0 0,0 0 0 0 0,1-1 1 0 0,17-2-1 0 0,3-3-10 0 0,-1-2 1 0 0,1-2-1 0 0,-1-1 0 0 0,-1-1 1 0 0,46-23-1 0 0,-45 18-8 0 0,0-1 1 0 0,0-1-1 0 0,-2-2 0 0 0,-1-2 1 0 0,43-37-1 0 0,-60 46 11 0 0,0-1-1 0 0,-1 0 1 0 0,-1-1 0 0 0,0 0-1 0 0,12-23 1 0 0,-17 25 9 0 0,0 0 1 0 0,-1 0-1 0 0,-1-1 0 0 0,0 1 0 0 0,0-1 1 0 0,-1 0-1 0 0,1-27 0 0 0,-3 12-18 0 0,-2 1 1 0 0,0-1-1 0 0,-3 0 0 0 0,0 1 0 0 0,-1 0 1 0 0,-17-49-1 0 0,16 60-5 0 0,-1-1 1 0 0,-1 1-1 0 0,-1 1 0 0 0,0 0 0 0 0,-1 0 1 0 0,0 0-1 0 0,-2 1 0 0 0,0 1 0 0 0,0 0 1 0 0,-1 1-1 0 0,-22-17 0 0 0,28 24-175 0 0,-2 1 0 0 0,1 0 0 0 0,0 0 1 0 0,-1 1-1 0 0,0 0 0 0 0,-17-5 0 0 0,-1 4-2487 0 0,-2 5-3300 0 0,-7 4-3146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9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15199 0 0,'1'2'4355'0'0,"39"95"6232"0"0,-7 6-8018 0 0,-16-49-2759 0 0,1-1 0 0 0,29 58 0 0 0,-42-102-27 0 0,0 0 0 0 0,1 0-1 0 0,0 0 1 0 0,0 0 0 0 0,1-1-1 0 0,7 8 1 0 0,-9-13-1752 0 0,-1 1-1 0 0,0-1 1 0 0,0 0 0 0 0,10 4 0 0 0,-1-1-6989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54 25511 0 0,'0'0'2313'0'0,"-1"2"-1903"0"0,-6 17 422 0 0,3-9-382 0 0,1 0 0 0 0,0 1 0 0 0,0-1 0 0 0,1 1 0 0 0,-1 13 0 0 0,3 14-476 0 0,1 0 0 0 0,2 1 1 0 0,1-1-1 0 0,2-1 0 0 0,2 1 0 0 0,18 50 1 0 0,-25-85-82 0 0,5 15-2541 0 0</inkml:trace>
  <inkml:trace contextRef="#ctx0" brushRef="#br0" timeOffset="1">312 1 25567 0 0,'0'0'1175'0'0,"-1"0"-29"0"0,0 0-1110 0 0,0 1-1 0 0,0-1 0 0 0,0 0 1 0 0,1 0-1 0 0,-1 1 0 0 0,0-1 1 0 0,0 0-1 0 0,0 1 0 0 0,0-1 0 0 0,1 1 1 0 0,-1-1-1 0 0,0 1 0 0 0,0 0 1 0 0,1-1-1 0 0,-1 1 0 0 0,0 0 1 0 0,1-1-1 0 0,-1 1 0 0 0,1 0 0 0 0,-1 0 1 0 0,1-1-1 0 0,-1 1 0 0 0,1 1 1 0 0,-2 1 272 0 0,-2 2-163 0 0,1 1 0 0 0,0-1 0 0 0,0 1 0 0 0,1-1 0 0 0,-1 1 0 0 0,1 0 0 0 0,0 0 0 0 0,1 0 0 0 0,-1 0 0 0 0,0 10 0 0 0,0 9 791 0 0,3 34 1 0 0,-1-28-682 0 0,5 76-893 0 0,-2-63 31 0 0,-2 0 1 0 0,-5 48 0 0 0,-1-66-2194 0 0,2-14 585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0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19807 0 0,'2'-1'7531'0'0,"16"-7"-5426"0"0,33-11 0 0 0,61-9-1657 0 0,-38 11-305 0 0,8-3-181 0 0,-46 12-2334 0 0,-1 0-5042 0 0,-4 2-2190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4 8751 0 0,'-34'-4'22653'0'0,"36"4"-22263"0"0,52 8 44 0 0,69 0 1 0 0,37-15 566 0 0,-81 2-2552 0 0,-1 3-8319 0 0</inkml:trace>
  <inkml:trace contextRef="#ctx0" brushRef="#br0" timeOffset="1">1 205 26351 0 0,'0'0'2639'0'0,"2"2"-2415"0"0,4 1-79 0 0,0 1 0 0 0,1-1 0 0 0,-1 0 0 0 0,1-1 0 0 0,-1 0 0 0 0,1 0 0 0 0,0 0 0 0 0,0 0 0 0 0,0-1 0 0 0,11 0 0 0 0,12 0 439 0 0,35-4 1 0 0,-34 0-545 0 0,243-13-2067 0 0,-226 12 1227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26983 0 0,'-38'9'612'0'0,"31"-8"2163"0"0,7 2-2306 0 0,-1 21-225 0 0,2-1-1 0 0,0 1 1 0 0,2 0 0 0 0,0-1-1 0 0,8 26 1 0 0,-1-3-162 0 0,85 394 302 0 0,-51-292-384 0 0,-42-142 0 0 0,1 0 0 0 0,0 0 0 0 0,0-1 0 0 0,0 1 0 0 0,0-1 0 0 0,1 0 0 0 0,0 0 0 0 0,0 0 0 0 0,8 7 0 0 0,-11-12 0 0 0,-1 1 0 0 0,1-1 0 0 0,0 1 0 0 0,-1-1 0 0 0,1 1 0 0 0,0-1 0 0 0,-1 1 0 0 0,1-1 0 0 0,0 0 0 0 0,0 1 0 0 0,-1-1 0 0 0,1 0 0 0 0,0 0 0 0 0,0 1 0 0 0,-1-1 0 0 0,1 0 0 0 0,0 0 0 0 0,0 0 0 0 0,0 0 0 0 0,-1 0 0 0 0,1 0 0 0 0,0 0 0 0 0,0-1 0 0 0,0 1 0 0 0,-1 0 0 0 0,1 0 0 0 0,0-1 0 0 0,0 1 0 0 0,0-1 0 0 0,1 0 0 0 0,0 0 0 0 0,-1 0 0 0 0,1-1 0 0 0,-1 1 0 0 0,1-1 0 0 0,-1 1 0 0 0,2-3 0 0 0,-2 2 0 0 0,3-3 0 0 0,-1 0 0 0 0,0-1 0 0 0,0 1 0 0 0,-1 0 0 0 0,1-1 0 0 0,-1 1 0 0 0,0-1 0 0 0,-1 0 0 0 0,2-10 0 0 0,0-8 0 0 0,0-25 0 0 0,-2 25 0 0 0,35-233 0 0 0,-26 200 0 0 0,-6 39-27 0 0,8-26 1 0 0,-9 38 16 0 0,-1 7 8 0 0,2 6 4 0 0,-4-6-3 0 0,21 76-2 0 0,-16-53 31 0 0,17 45 0 0 0,-19-62-26 0 0,11 27 2 0 0,1-1 0 0 0,21 33 0 0 0,-30-57-5 0 0,0 0 1 0 0,1 0 0 0 0,0-1 0 0 0,0 0 0 0 0,1 0-1 0 0,0-1 1 0 0,0 0 0 0 0,1 0 0 0 0,0-1-1 0 0,0 0 1 0 0,14 7 0 0 0,-19-11 0 0 0,-1-1 0 0 0,1 0 0 0 0,0 0 0 0 0,0 0 0 0 0,-1 0 0 0 0,1 0 0 0 0,0-1 0 0 0,0 1 0 0 0,0-1 0 0 0,-1 0 0 0 0,1 0 0 0 0,0-1 0 0 0,0 1 0 0 0,0-1 0 0 0,7-2 0 0 0,-6 1 0 0 0,0-1 0 0 0,0 1 0 0 0,0-1 0 0 0,0 0 0 0 0,0-1 0 0 0,-1 1 0 0 0,1-1 0 0 0,-1 0 0 0 0,6-7 0 0 0,2-4 0 0 0,-1-1 0 0 0,-1 0 0 0 0,-1 0 0 0 0,0-1 0 0 0,9-25 0 0 0,50-157-3964 0 0,-26 72-2075 0 0,-30 94-3750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26983 0 0,'0'0'2705'0'0,"2"-1"-2475"0"0,11-5-220 0 0,0 0 0 0 0,1 0 0 0 0,-1 1 0 0 0,1 1 0 0 0,19-3 0 0 0,77-9 272 0 0,-13 4-907 0 0,-16-1-2582 0 0,-40 6-3178 0 0,2-1-2259 0 0</inkml:trace>
  <inkml:trace contextRef="#ctx0" brushRef="#br0" timeOffset="1">885 18 14279 0 0,'2'0'3959'0'0,"45"-3"4862"0"0,2-2-6340 0 0,39-4-1526 0 0,-67 8-1203 0 0,0 1 1 0 0,36 6-1 0 0,-15 5-7895 0 0,-15 0-1155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23671 0 0,'0'0'2144'0'0,"0"2"-1763"0"0,10 35 1374 0 0,-1 1 0 0 0,4 53 0 0 0,-7-45-1124 0 0,14 53 0 0 0,9 6-587 0 0,-29-105-44 0 0,0 0 0 0 0,0 0 0 0 0,0 1 0 0 0,0-1 0 0 0,1 0 0 0 0,-1 0 0 0 0,0 0 0 0 0,0 1 0 0 0,0-1 0 0 0,0 0 0 0 0,0 0 0 0 0,0 0 0 0 0,0 0 0 0 0,0 0 0 0 0,0 1 0 0 0,1-1 0 0 0,-1 0 0 0 0,0 0 0 0 0,0 0 0 0 0,0 0 0 0 0,0 0 0 0 0,0 1 0 0 0,1-1 0 0 0,-1 0 0 0 0,0 0 0 0 0,0 0 0 0 0,0 0 0 0 0,1 0 0 0 0,-1 0 0 0 0,0 0 0 0 0,0 0 0 0 0,0 0 0 0 0,1 0 0 0 0,-1 0 0 0 0,0 0 0 0 0,0 0 0 0 0,0 0 0 0 0,0 0 0 0 0,1 0 0 0 0,-1 0 0 0 0,0 0 0 0 0,0 0 0 0 0,0 0 0 0 0,1 0 0 0 0,-1 0 0 0 0,0 0 0 0 0,0 0 0 0 0,0-1 0 0 0,0 1 0 0 0,1 0 0 0 0,-1 0 0 0 0,0 0 0 0 0,0 0 0 0 0,0 0 0 0 0,0-1 0 0 0,0 1 0 0 0,0 0 0 0 0,1 0 0 0 0,-1 0 0 0 0,0 0 0 0 0,0 0 0 0 0,0-1 0 0 0,0 1 0 0 0,0 0 0 0 0,0 0 0 0 0,6-11 0 0 0,-6 11 0 0 0,4-11 0 0 0,0 0 0 0 0,-1 0 0 0 0,0 0 0 0 0,1-12 0 0 0,3-15 0 0 0,-1 16 0 0 0,24-85 0 0 0,-23 88 0 0 0,1 0 0 0 0,0 1 0 0 0,17-27 0 0 0,-24 43 0 0 0,1 0 0 0 0,-1 0 0 0 0,1 0 0 0 0,0 0 0 0 0,-1 0 0 0 0,1 0 0 0 0,3-2 0 0 0,4 1 0 0 0,-7 3 0 0 0,0 0 0 0 0,-1 1 0 0 0,1-1 0 0 0,0 1 0 0 0,0 0 0 0 0,-1-1 0 0 0,1 1 0 0 0,0 0 0 0 0,-1 0 0 0 0,1 0 0 0 0,0 0 0 0 0,-1 1 0 0 0,0-1 0 0 0,1 0 0 0 0,-1 1 0 0 0,0-1 0 0 0,0 0 0 0 0,1 1 0 0 0,-1 0 0 0 0,0-1 0 0 0,0 1 0 0 0,0 2 0 0 0,5 7 0 0 0,-2 0 0 0 0,6 16 0 0 0,-8-18 0 0 0,0-5 0 0 0,6 21-20 0 0,0 0 1 0 0,2-1-1 0 0,1 0 0 0 0,20 32 1 0 0,-26-50 11 0 0,-1 0 0 0 0,1-1 0 0 0,0 1 0 0 0,0-1 0 0 0,0 0 1 0 0,1 0-1 0 0,0-1 0 0 0,0 1 0 0 0,7 3 0 0 0,-8-6 4 0 0,-1 0 0 0 0,1 0 0 0 0,1-1-1 0 0,-1 1 1 0 0,0-1 0 0 0,0 0 0 0 0,0 0 0 0 0,1-1-1 0 0,-1 1 1 0 0,0-1 0 0 0,1-1 0 0 0,-1 1-1 0 0,0-1 1 0 0,6-1 0 0 0,-6 1-19 0 0,0-1-1 0 0,0 0 1 0 0,0 0-1 0 0,0 0 1 0 0,0 0 0 0 0,-1-1-1 0 0,1 0 1 0 0,-1 0 0 0 0,0 0-1 0 0,0 0 1 0 0,0-1-1 0 0,0 0 1 0 0,0 0 0 0 0,-1 0-1 0 0,0 0 1 0 0,0 0-1 0 0,0-1 1 0 0,0 1 0 0 0,-1-1-1 0 0,1 0 1 0 0,-1 0 0 0 0,0 0-1 0 0,-1 0 1 0 0,1 0-1 0 0,0-9 1 0 0,2-6-4 0 0,6-40-78 0 0,-9 55 99 0 0,-1-1-1 0 0,1 1 0 0 0,-2 0 1 0 0,1-1-1 0 0,-1 1 0 0 0,1 0 0 0 0,-1 0 1 0 0,-4-10-1 0 0,1 6 7 0 0,3 9 2 0 0,1-1 0 0 0,-1 0-1 0 0,1 1 1 0 0,0-1 0 0 0,-1 1 0 0 0,1-1 0 0 0,-1 1 0 0 0,1-1-1 0 0,-1 1 1 0 0,0-1 0 0 0,1 1 0 0 0,-1-1 0 0 0,0 1-1 0 0,1 0 1 0 0,-1-1 0 0 0,0 1 0 0 0,1 0 0 0 0,-1-1-1 0 0,0 1 1 0 0,1 0 0 0 0,-1 0 0 0 0,0 0 0 0 0,0 0 0 0 0,1 0-1 0 0,-1 0 1 0 0,0 0 0 0 0,0 0 0 0 0,1 0 0 0 0,-1 0-1 0 0,0 0 1 0 0,0 0 0 0 0,1 1 0 0 0,-1-1 0 0 0,0 0 0 0 0,-1 1-1 0 0,0 0 18 0 0,-2 1-1 0 0,0 0 0 0 0,-1 0-1 0 0,1 1 1 0 0,0-1 0 0 0,0 1 0 0 0,0 0-1 0 0,1 0 1 0 0,-1 1 0 0 0,1-1 0 0 0,-1 1-1 0 0,-4 7 1 0 0,0 0 26 0 0,1 0 0 0 0,0 1-1 0 0,-5 13 1 0 0,8-16-49 0 0,1-1-1 0 0,0 1 1 0 0,0 0-1 0 0,1 0 1 0 0,0 1 0 0 0,1-1-1 0 0,0 0 1 0 0,1 1-1 0 0,0 12 1 0 0,0-16 0 0 0,1-1 0 0 0,0 1 0 0 0,0-1 0 0 0,1 1 0 0 0,0-1 0 0 0,0 0 0 0 0,0 1 0 0 0,0-1 0 0 0,1 0 0 0 0,-1-1 0 0 0,2 1 0 0 0,-1 0 0 0 0,0-1 0 0 0,1 0 0 0 0,0 0 0 0 0,0 0 0 0 0,4 4 0 0 0,-1-3-230 0 0,0 0 1 0 0,1-1-1 0 0,-1 0 1 0 0,1 0-1 0 0,0 0 1 0 0,0-1-1 0 0,0 0 1 0 0,1-1-1 0 0,-1 0 1 0 0,1 0-1 0 0,-1-1 1 0 0,1 0-1 0 0,-1 0 1 0 0,1-1-1 0 0,0 0 1 0 0,-1-1-1 0 0,12-2 0 0 0,-9 1-261 0 0,0 0 0 0 0,0-1 0 0 0,-1-1-1 0 0,0 0 1 0 0,1 0 0 0 0,-1-1 0 0 0,-1 0-1 0 0,1-1 1 0 0,-1 0 0 0 0,0-1 0 0 0,0 0-1 0 0,-1 0 1 0 0,9-10 0 0 0,-6 4-99 0 0,0-1-1 0 0,-1 0 1 0 0,-1-1 0 0 0,0 0 0 0 0,-1-1 0 0 0,-1 0-1 0 0,0 0 1 0 0,-1-1 0 0 0,-1 1 0 0 0,0-1 0 0 0,3-33-1 0 0,-3 8 2071 0 0,-2-66 0 0 0,-7-15 9959 0 0,4 137-10514 0 0,-8 116 1469 0 0,1 14-1947 0 0,7-125-688 0 0,2 0-1 0 0,0 0 1 0 0,1 0 0 0 0,1-1 0 0 0,10 31-1 0 0,13 16-5426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 25055 0 0,'-12'2'1290'0'0,"12"-2"-1244"0"0,0 0-1 0 0,0 0 1 0 0,0 0-1 0 0,0 0 1 0 0,0 0-1 0 0,0 0 0 0 0,0 0 1 0 0,0 0-1 0 0,0 0 1 0 0,0 0-1 0 0,0 0 1 0 0,0 0-1 0 0,0 0 1 0 0,0 0-1 0 0,-1 0 46 0 0,1 0-46 0 0,0 0 1 0 0,0 0-1 0 0,0 0 1 0 0,0 0-1 0 0,0 0 1 0 0,0 0-1 0 0,0 1 1 0 0,0-1-1 0 0,0 0 1 0 0,0 0-1 0 0,0 0 1 0 0,0 0-1 0 0,0 0 0 0 0,0 0 1 0 0,0 0-1 0 0,0 0 1 0 0,0 0-1 0 0,0 0 1 0 0,0 0-1 0 0,0 0 1 0 0,0 0-1 0 0,0 1 1 0 0,0-1-1 0 0,0 0 0 0 0,0 0 1 0 0,0 0-1 0 0,0 0 1 0 0,0 0-1 0 0,0 0 1 0 0,0 0-1 0 0,0 0 1 0 0,0 0-1 0 0,0 0 1 0 0,0 0 44 0 0,0 0-44 0 0,1 0-1 0 0,-1 1 1 0 0,17 8 2137 0 0,-9-7-2059 0 0,1-1 1 0 0,-1 1 0 0 0,1-2 0 0 0,-1 1 0 0 0,1-1 0 0 0,-1 0-1 0 0,16-3 1 0 0,-5 2-83 0 0,7-1-80 0 0,205-16-2387 0 0,-203 14 645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 17503 0 0,'0'0'1588'0'0,"-2"0"-1304"0"0,-2-1 95 0 0,3 1-151 0 0,1 1 1 0 0,-1-1-1 0 0,1 0 0 0 0,-1 1 1 0 0,1-1-1 0 0,0 0 0 0 0,-1 1 1 0 0,1-1-1 0 0,0 1 1 0 0,-1-1-1 0 0,1 1 0 0 0,0-1 1 0 0,-1 1-1 0 0,1-1 0 0 0,0 2 1 0 0,-1-1 327 0 0,-4 8 724 0 0,-1 1-1 0 0,1 0 1 0 0,1 0-1 0 0,-5 17 1 0 0,5-10-710 0 0,0-1 0 0 0,-1 24-1 0 0,3 4-601 0 0,6 59 0 0 0,-3-87 24 0 0,1-1 0 0 0,0 0 0 0 0,2 0-1 0 0,-1-1 1 0 0,2 1 0 0 0,9 21 0 0 0,-9-26-1013 0 0,1 0-1 0 0,11 16 1 0 0,-8-11-4442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24967 0 0,'0'0'1892'0'0,"1"-2"-1285"0"0,2 0-580 0 0,1-1 1 0 0,0 1-1 0 0,0 0 1 0 0,0 0-1 0 0,0 0 1 0 0,0 0 0 0 0,1 1-1 0 0,-1 0 1 0 0,0 0-1 0 0,7-1 1 0 0,8-3 347 0 0,158-34 1378 0 0,-109 25-1770 0 0,252-32-3872 0 0,-252 39 2313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3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78 24791 0 0,'0'0'564'0'0,"-2"-2"83"0"0,1 1-566 0 0,-1 0 0 0 0,1 0-1 0 0,-1 0 1 0 0,0 0 0 0 0,0 0 0 0 0,0 0 0 0 0,1 0 0 0 0,-1 1 0 0 0,0-1 0 0 0,0 1 0 0 0,0-1 0 0 0,0 1-1 0 0,0 0 1 0 0,0 0 0 0 0,0 0 0 0 0,-4 0 0 0 0,2 1 27 0 0,-1 0 1 0 0,1 0-1 0 0,-1 0 0 0 0,1 1 1 0 0,-1-1-1 0 0,-7 6 0 0 0,0 0 274 0 0,-1 1 0 0 0,2 1 0 0 0,-18 16 0 0 0,0 5 388 0 0,2 1 0 0 0,-43 65 0 0 0,60-82-629 0 0,-74 117 270 0 0,68-102-332 0 0,1 0-1 0 0,-18 51 0 0 0,31-72-77 0 0,0 0-1 0 0,0-1 1 0 0,1 1-1 0 0,0 0 1 0 0,0 0-1 0 0,0 0 1 0 0,1-1-1 0 0,1 1 1 0 0,-1 0-1 0 0,1 0 1 0 0,1 0-1 0 0,3 11 1 0 0,-2-10-1 0 0,0-1 0 0 0,1 1 0 0 0,0-1 1 0 0,1 0-1 0 0,0 0 0 0 0,0-1 0 0 0,1 1 0 0 0,0-1 0 0 0,11 10 1 0 0,-6-7-1 0 0,1-1-1 0 0,0 0 1 0 0,0-1 0 0 0,1 0 0 0 0,0-1 0 0 0,1 0 0 0 0,-1-1 0 0 0,1-1 0 0 0,1 0-1 0 0,-1-1 1 0 0,1 0 0 0 0,25 2 0 0 0,-7-4-24 0 0,1-2 0 0 0,-1-1-1 0 0,0-2 1 0 0,0-1 0 0 0,0-1 0 0 0,0-2 0 0 0,-1-1-1 0 0,0-2 1 0 0,-1-1 0 0 0,0-2 0 0 0,-1 0 0 0 0,0-3 0 0 0,39-25-1 0 0,-58 32 19 0 0,0 0-1 0 0,0-1 0 0 0,0 0 1 0 0,-2 0-1 0 0,1-1 1 0 0,-1-1-1 0 0,-1 1 0 0 0,0-1 1 0 0,-1-1-1 0 0,0 1 1 0 0,-1-1-1 0 0,0-1 0 0 0,4-14 1 0 0,-5 11-1 0 0,-1 0 0 0 0,-1 0 1 0 0,-1-1-1 0 0,0 1 1 0 0,-1-1-1 0 0,-1 1 0 0 0,-1-1 1 0 0,0 1-1 0 0,-1 0 1 0 0,-6-25-1 0 0,2 20-115 0 0,-2 0-1 0 0,0 0 1 0 0,-1 1-1 0 0,-1 0 1 0 0,0 0 0 0 0,-2 1-1 0 0,-1 1 1 0 0,-27-33-1 0 0,30 40 27 0 0,0 2 0 0 0,0 0 0 0 0,-1 0-1 0 0,-1 1 1 0 0,0 0 0 0 0,0 1 0 0 0,-1 0-1 0 0,0 1 1 0 0,0 0 0 0 0,0 1 0 0 0,-1 1-1 0 0,0 0 1 0 0,0 1 0 0 0,-29-5 0 0 0,34 9-415 0 0,-1 0 1 0 0,1 0-1 0 0,0 1 1 0 0,-1 1-1 0 0,1-1 0 0 0,0 1 1 0 0,0 1-1 0 0,0 0 1 0 0,0 0-1 0 0,-13 7 1 0 0,-4 2-1217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1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26951 0 0,'0'0'2045'0'0,"-1"1"-1385"0"0,-1 8-525 0 0,1-1-1 0 0,-1 0 0 0 0,1 0 0 0 0,1 1 1 0 0,-1-1-1 0 0,1 0 0 0 0,1 1 1 0 0,1 8-1 0 0,1 0 388 0 0,0 0 0 0 0,12 32 0 0 0,-3-17-474 0 0,2-2 0 0 0,2 0 0 0 0,0 0 0 0 0,2-2 0 0 0,1 0 0 0 0,35 39 0 0 0,-38-49-133 0 0,0 0 0 0 0,2-2 1 0 0,-1 0-1 0 0,27 18 0 0 0,-43-33-104 0 0,1 0 1 0 0,0 0-1 0 0,0 0 0 0 0,0-1 1 0 0,0 1-1 0 0,0 0 0 0 0,0-1 1 0 0,0 1-1 0 0,3 0 0 0 0,12-1-9138 0 0,-5 0 213 0 0</inkml:trace>
  <inkml:trace contextRef="#ctx0" brushRef="#br0" timeOffset="1">805 235 17503 0 0,'0'1'7103'0'0,"-2"2"-6138"0"0,0-1 1 0 0,0 1 0 0 0,0-1-1 0 0,-1 0 1 0 0,-3 3-1 0 0,4-3-799 0 0,0 0 0 0 0,0-1-1 0 0,0 1 1 0 0,0 0 0 0 0,0 0-1 0 0,1 0 1 0 0,-1 0 0 0 0,1 0-1 0 0,-1 0 1 0 0,-1 4 0 0 0,-32 125 379 0 0,29-102-545 0 0,2 0 0 0 0,0 0 0 0 0,2 32 0 0 0,2-50 0 0 0,4-2 0 0 0,-2-7 0 0 0,-1 0 0 0 0,1-1 0 0 0,0 1 0 0 0,0-1 0 0 0,0 0 0 0 0,0 1 0 0 0,0-1 0 0 0,0 0 0 0 0,0 0 0 0 0,0 0 0 0 0,0-1 0 0 0,1 1 0 0 0,-1 0 0 0 0,0-1 0 0 0,0 0 0 0 0,1 1 0 0 0,-1-1 0 0 0,0 0 0 0 0,1 0 0 0 0,3-1 0 0 0,5 0 0 0 0,1-1 0 0 0,21-6 0 0 0,-19 4 0 0 0,44-11 0 0 0,8-2 0 0 0,83-11 0 0 0,-140 26 43 0 0,-6 1-81 0 0,0 0 0 0 0,0 1 0 0 0,0-1 0 0 0,1 1-1 0 0,-1 0 1 0 0,4 0 0 0 0,-3 0-1127 0 0,3 2-406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2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480 215 14167 0 0,'-8'-19'388'0'0,"-1"0"0"0"0,-1 0 0 0 0,-17-25 0 0 0,16 27 25 0 0,0 1 0 0 0,-17-18 0 0 0,24 30 47 0 0,0-1-1 0 0,-1 1 0 0 0,0 0 0 0 0,0 0 0 0 0,0 0 0 0 0,0 1 0 0 0,-1 0 0 0 0,1 0 0 0 0,-1 0 0 0 0,0 0 0 0 0,-6-1 0 0 0,6 3-182 0 0,1 0 0 0 0,-1 1 0 0 0,1 0 0 0 0,0 0 0 0 0,-1 0 0 0 0,1 1-1 0 0,0 0 1 0 0,-1 0 0 0 0,1 0 0 0 0,0 0 0 0 0,0 1 0 0 0,0 0 0 0 0,-6 3 0 0 0,-8 4 321 0 0,1 2-1 0 0,-17 12 1 0 0,23-15-368 0 0,-3 2-29 0 0,1 2 0 0 0,-1-1 0 0 0,2 2 1 0 0,0 0-1 0 0,0 0 0 0 0,-11 18 0 0 0,19-24-88 0 0,0 1 0 0 0,0 0-1 0 0,1 0 1 0 0,1 0 0 0 0,-1 0 0 0 0,-2 12 0 0 0,5-15-82 0 0,0 1 1 0 0,0 0-1 0 0,0-1 1 0 0,1 1-1 0 0,0 0 1 0 0,0 0-1 0 0,0-1 1 0 0,1 1-1 0 0,0 0 1 0 0,3 9-1 0 0,-2-10-38 0 0,-1-1 1 0 0,1 0-1 0 0,0 1 1 0 0,1-1-1 0 0,-1 0 1 0 0,1 0-1 0 0,0 0 1 0 0,0-1-1 0 0,0 1 1 0 0,0-1-1 0 0,7 6 1 0 0,-3-4-20 0 0,-1-1 1 0 0,1 0-1 0 0,0 0 1 0 0,0-1 0 0 0,1 1-1 0 0,11 2 1 0 0,-3-2-18 0 0,0 0-1 0 0,0-2 1 0 0,1 0-1 0 0,-1-1 1 0 0,0 0-1 0 0,22-3 1 0 0,-20-1 13 0 0,0 0 0 0 0,0-1 0 0 0,-1-1 0 0 0,0-1 0 0 0,0 0 0 0 0,0-1 0 0 0,-1-1 0 0 0,0-1 0 0 0,22-15 0 0 0,-28 17 19 0 0,-1-1 0 0 0,1 0 0 0 0,-1-1 1 0 0,-1 0-1 0 0,14-19 0 0 0,-10 10 13 0 0,0 0-1 0 0,13-31 1 0 0,-22 42 11 0 0,-3 5 470 0 0,1 9-416 0 0,-1 0 0 0 0,1 0 0 0 0,0 0 0 0 0,0 0-1 0 0,1-1 1 0 0,0 1 0 0 0,0 0 0 0 0,1-1 0 0 0,0 0 0 0 0,0 0 0 0 0,0 0 0 0 0,6 8 0 0 0,-3-6-605 0 0,0-1 1 0 0,1 0-1 0 0,7 8 1 0 0,-4-7-2478 0 0,-1-1 0 0 0,12 7 0 0 0,-2-2-5684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2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1 297 26431 0 0,'0'0'2024'0'0,"0"1"-1387"0"0,2 6-573 0 0,0 1-1 0 0,0-1 0 0 0,-1 0 0 0 0,0 12 0 0 0,0-10 185 0 0,0 1 0 0 0,0-1 0 0 0,3 10 0 0 0,9 15 161 0 0,0-2 0 0 0,2 0 0 0 0,32 50 0 0 0,-45-78-368 0 0,3 0-15 0 0,5 2-41 0 0,-7-5-54 0 0,-1-1 64 0 0,-1 0 1 0 0,0 0-1 0 0,0-1 0 0 0,1 1 1 0 0,-1 0-1 0 0,0 0 0 0 0,0-1 1 0 0,0 1-1 0 0,1-1 1 0 0,-1 1-1 0 0,0-1 0 0 0,0 0 1 0 0,0 1-1 0 0,0-1 0 0 0,0 0 1 0 0,0 0-1 0 0,0 0 0 0 0,0 1 1 0 0,0-1-1 0 0,-1 0 0 0 0,1 0 1 0 0,0 0-1 0 0,0-1 0 0 0,-1 1 1 0 0,1 0-1 0 0,0-2 0 0 0,1 0-1 0 0,4-9-2 0 0,-1-1-1 0 0,0-1 1 0 0,-1 1-1 0 0,0-1 1 0 0,2-15 0 0 0,3-12-6 0 0,-5 29 3 0 0,0 0 1 0 0,0 1-1 0 0,1-1 0 0 0,0 1 1 0 0,1 0-1 0 0,1 0 0 0 0,0 1 1 0 0,11-14-1 0 0,-10 17-4 0 0,2 6-43 0 0,-8 2 56 0 0,1 0 1 0 0,-1 0 0 0 0,0 0 0 0 0,0 0 0 0 0,0 0-1 0 0,0 1 1 0 0,0-1 0 0 0,0 1 0 0 0,0 0 0 0 0,0-1-1 0 0,-1 1 1 0 0,1 0 0 0 0,-1 0 0 0 0,3 4-1 0 0,16 34 6 0 0,-16-32-4 0 0,15 38 11 0 0,-11-25-31 0 0,1-1 1 0 0,1 0-1 0 0,15 23 0 0 0,-18-34-220 0 0,1 1-1 0 0,0-1 1 0 0,0-1 0 0 0,1 0-1 0 0,0 0 1 0 0,0 0 0 0 0,17 10-1 0 0,-11-10-195 0 0,1 0-1 0 0,-1-1 0 0 0,1-1 1 0 0,30 8-1 0 0,-15-7-66 0 0,0-2 0 0 0,1-2 0 0 0,-1-1 0 0 0,1-1 0 0 0,44-4 0 0 0,-63 1 499 0 0,0 0 0 0 0,0 0 0 0 0,0-2 0 0 0,0 1 0 0 0,0-2 0 0 0,-1 0 0 0 0,1 0 0 0 0,-1-1 0 0 0,-1 0 0 0 0,1-1 0 0 0,-1-1 0 0 0,13-10 0 0 0,-17 11 161 0 0,1 0 0 0 0,-1 0 0 0 0,0-1 0 0 0,-1 0 0 0 0,0 0 0 0 0,0-1 0 0 0,-1 1 0 0 0,0-1 0 0 0,0 0 0 0 0,-1-1 0 0 0,0 1-1 0 0,-1-1 1 0 0,0 0 0 0 0,-1 0 0 0 0,0 0 0 0 0,1-15 0 0 0,-2 23-122 0 0,-1 0 0 0 0,0-1 0 0 0,-1 1 0 0 0,1 0-1 0 0,0 0 1 0 0,0 0 0 0 0,-1 0 0 0 0,0 0 0 0 0,1 0 0 0 0,-1 0 0 0 0,0 0 0 0 0,0 0-1 0 0,0 0 1 0 0,0 0 0 0 0,0 0 0 0 0,0 0 0 0 0,-1 1 0 0 0,1-1 0 0 0,-1 1-1 0 0,1-1 1 0 0,-1 1 0 0 0,0-1 0 0 0,1 1 0 0 0,-1 0 0 0 0,0 0 0 0 0,0 0 0 0 0,0 0-1 0 0,0 0 1 0 0,0 0 0 0 0,0 0 0 0 0,0 1 0 0 0,0-1 0 0 0,0 1 0 0 0,-2-1 0 0 0,-4 0 101 0 0,0 0 0 0 0,0 1 1 0 0,1-1-1 0 0,-1 2 1 0 0,0-1-1 0 0,0 1 0 0 0,0 0 1 0 0,-9 3-1 0 0,-5 3 10 0 0,1 0 1 0 0,-1 2-1 0 0,2 1 0 0 0,-1 0 1 0 0,1 2-1 0 0,1 0 0 0 0,-19 15 1 0 0,33-22-139 0 0,-1-1 1 0 0,1 1-1 0 0,1 0 1 0 0,-1 1-1 0 0,1-1 1 0 0,0 1-1 0 0,0 0 1 0 0,0 0-1 0 0,-3 9 0 0 0,6-13-26 0 0,0 0 0 0 0,1 0 0 0 0,-1 0 0 0 0,1 0 0 0 0,-1 0 0 0 0,1 0 0 0 0,0 0 0 0 0,0 0-1 0 0,0 0 1 0 0,0 0 0 0 0,0 0 0 0 0,0 0 0 0 0,0 0 0 0 0,1 0 0 0 0,-1 0 0 0 0,1 0 0 0 0,0 0-1 0 0,-1-1 1 0 0,1 1 0 0 0,0 0 0 0 0,0 0 0 0 0,0 0 0 0 0,0-1 0 0 0,1 1 0 0 0,-1-1 0 0 0,0 1-1 0 0,1-1 1 0 0,-1 1 0 0 0,1-1 0 0 0,-1 0 0 0 0,1 0 0 0 0,0 1 0 0 0,-1-1 0 0 0,1-1 0 0 0,0 1-1 0 0,3 1 1 0 0,3 1-140 0 0,0 0 0 0 0,0 0 0 0 0,1-1 0 0 0,-1 0 0 0 0,1-1 0 0 0,-1 0 0 0 0,1 0 0 0 0,0-1 0 0 0,0 0 0 0 0,-1-1 0 0 0,1 0 0 0 0,-1 0-1 0 0,17-5 1 0 0,-13 3 15 0 0,0-1 0 0 0,0-1 0 0 0,-1 0 1 0 0,0 0-1 0 0,0-1 0 0 0,0 0 0 0 0,0-1 0 0 0,-1-1 0 0 0,11-9 0 0 0,-12 7 133 0 0,-1 0 0 0 0,0 0 0 0 0,-1-1 0 0 0,0 1-1 0 0,0-2 1 0 0,-1 1 0 0 0,-1-1 0 0 0,0 0 0 0 0,-1 0 0 0 0,0 0 0 0 0,0-1 0 0 0,2-20 0 0 0,-2-1 236 0 0,-1-1 0 0 0,-1 0 0 0 0,-5-51 0 0 0,-16-59 1122 0 0,18 139-1148 0 0,-1 0 1 0 0,0 0-1 0 0,0 0 0 0 0,-4-6 0 0 0,5 10 575 0 0,1 4-407 0 0,-4 9-251 0 0,1 0 0 0 0,0 0 0 0 0,1 1 0 0 0,0-1-1 0 0,1 1 1 0 0,0-1 0 0 0,1 13 0 0 0,-1-1-21 0 0,0 4-76 0 0,1 0 1 0 0,2 1-1 0 0,0-1 0 0 0,2 0 1 0 0,1 0-1 0 0,1-1 1 0 0,1 1-1 0 0,1-1 0 0 0,2-1 1 0 0,1 1-1 0 0,0-2 1 0 0,26 41-1 0 0,-12-34-1099 0 0,5-3-346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2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88 14279 0 0,'0'-2'1103'0'0,"-2"-5"-872"0"0,0-1 0 0 0,-1 1 0 0 0,-3-7 0 0 0,-2-5 2383 0 0,3 0 3364 0 0,5 18-5740 0 0,0 1 0 0 0,0-1 0 0 0,0 0 0 0 0,0 1 0 0 0,0-1-1 0 0,0 0 1 0 0,0 1 0 0 0,-1-1 0 0 0,1 1 0 0 0,0-1 0 0 0,0 0 0 0 0,-1 1 0 0 0,1-1 0 0 0,0 1 0 0 0,-1-1 0 0 0,1 0 0 0 0,-2 0 0 0 0,2 1-178 0 0,0 0 1 0 0,0 0-1 0 0,-1 0 0 0 0,1 1 1 0 0,0-1-1 0 0,-1 0 0 0 0,1 0 1 0 0,0 0-1 0 0,0 0 0 0 0,-1 1 0 0 0,1-1 1 0 0,0 0-1 0 0,0 0 0 0 0,0 1 1 0 0,-1-1-1 0 0,1 0 0 0 0,0 0 1 0 0,0 1-1 0 0,0-1 0 0 0,0 0 1 0 0,-1 0-1 0 0,1 1 0 0 0,0-1 1 0 0,0 1-1 0 0,-7 23 618 0 0,3 1-559 0 0,1 1 0 0 0,1-1 0 0 0,2 1 0 0 0,0 0 0 0 0,2-1 0 0 0,1 1 0 0 0,1-1-1 0 0,1 0 1 0 0,9 27 0 0 0,-10-41-116 0 0,0 0-1 0 0,1 0 0 0 0,0 0 1 0 0,13 18-1 0 0,-16-24-2 0 0,1-1 0 0 0,1 0 0 0 0,-1 0 0 0 0,1-1 0 0 0,-1 1 0 0 0,1-1-1 0 0,0 1 1 0 0,0-1 0 0 0,1 0 0 0 0,-1-1 0 0 0,0 1 0 0 0,1-1 0 0 0,8 3 0 0 0,-9-4-12 0 0,0-1 0 0 0,0 1-1 0 0,1-1 1 0 0,-1 0 0 0 0,0-1-1 0 0,0 1 1 0 0,0-1 0 0 0,0 0 0 0 0,0 0-1 0 0,0 0 1 0 0,0 0 0 0 0,0-1 0 0 0,-1 1-1 0 0,1-1 1 0 0,0 0 0 0 0,4-4 0 0 0,2-1-46 0 0,0 0 1 0 0,-1-1-1 0 0,0 0 1 0 0,12-13-1 0 0,94-137-207 0 0,-77 102 218 0 0,-31 45 50 0 0,29-37 40 0 0,-33 43-38 0 0,1 1-1 0 0,0 0 0 0 0,1 0 0 0 0,-1 0 0 0 0,1 1 1 0 0,-1-1-1 0 0,10-4 0 0 0,-5 7 17 0 0,-6 1 0 0 0,-1 1-1 0 0,1 0 0 0 0,-1 1 1 0 0,1-1-1 0 0,-1 0 0 0 0,0 1 0 0 0,0-1 1 0 0,1 1-1 0 0,-1 0 0 0 0,0 0 1 0 0,-1 0-1 0 0,1 0 0 0 0,0 0 0 0 0,0 0 1 0 0,-1 0-1 0 0,0 0 0 0 0,1 1 1 0 0,-1-1-1 0 0,2 5 0 0 0,2 6 51 0 0,0 0-1 0 0,4 19 0 0 0,-9-32-68 0 0,18 90 100 0 0,9 135 0 0 0,-2-10-18 0 0,-12-135-107 0 0,54 277-330 0 0,-57-308-1698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2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18887 0 0,'0'2'4037'0'0,"-6"10"-2115"0"0,1 0 0 0 0,1 1-1 0 0,-5 17 1 0 0,5-8-806 0 0,-3 30 0 0 0,6 96-1606 0 0,2-129 899 0 0,2 32-457 0 0,3 0 0 0 0,15 60 0 0 0,-14-74-282 0 0,-3-24-55 0 0,0-1-736 0 0,-3-4-4351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2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75 11519 0 0,'-7'-4'17464'0'0,"21"2"-15873"0"0,19-3-1044 0 0,0-1 0 0 0,53-18 0 0 0,5-2-295 0 0,-79 23-220 0 0,1 1 1 0 0,-1 1 0 0 0,0 0 0 0 0,1 1-1 0 0,19 2 1 0 0,-27-2-32 0 0,0 1-1 0 0,-1 0 1 0 0,1 1-1 0 0,-1-1 1 0 0,1 1-1 0 0,-1 0 1 0 0,1 0 0 0 0,-1 1-1 0 0,0-1 1 0 0,0 1-1 0 0,0 0 1 0 0,0 0-1 0 0,-1 0 1 0 0,1 0 0 0 0,-1 1-1 0 0,0-1 1 0 0,0 1-1 0 0,0 0 1 0 0,0 0-1 0 0,-1 0 1 0 0,0 1 0 0 0,0-1-1 0 0,0 0 1 0 0,2 6-1 0 0,2 11 5 0 0,-1-1-1 0 0,0 1 1 0 0,-2 0-1 0 0,1 26 1 0 0,0-12 31 0 0,0-9-5 0 0,-2-21-31 0 0,1-8 0 0 0,1-8 0 0 0,-3 9 0 0 0,10-26 0 0 0,26-48 0 0 0,-30 65 0 0 0,0 0 0 0 0,1 0 0 0 0,0 1 0 0 0,0 0 0 0 0,1 0 0 0 0,18-14 0 0 0,-25 22 0 0 0,9-6 0 0 0,20-13 0 0 0,-27 19 0 0 0,0 0 0 0 0,0 1 0 0 0,0-1 0 0 0,0 1 0 0 0,0 0 0 0 0,0-1 0 0 0,1 2 0 0 0,-1-1 0 0 0,7 0 0 0 0,2 3 0 0 0,-10 0 0 0 0,-1-1 0 0 0,1 1 0 0 0,0 0 0 0 0,0 0 0 0 0,-1 0 0 0 0,0 0 0 0 0,1 1 0 0 0,-1-1 0 0 0,0 1 0 0 0,0-1 0 0 0,0 1 0 0 0,0 0 0 0 0,-1 0 0 0 0,1 0 0 0 0,1 4 0 0 0,3 6 0 0 0,-1 1 0 0 0,3 15 0 0 0,-7-26 0 0 0,4 22-175 0 0,-3-13-119 0 0,1-1 0 0 0,0 0 1 0 0,6 15-1 0 0,-8-24 231 0 0,0 1-1 0 0,0-1 0 0 0,1 1 1 0 0,-1-1-1 0 0,1 0 1 0 0,-1 1-1 0 0,1-1 1 0 0,0 0-1 0 0,0 0 0 0 0,0 0 1 0 0,0-1-1 0 0,0 1 1 0 0,0 0-1 0 0,1-1 1 0 0,-1 1-1 0 0,1-1 0 0 0,-1 0 1 0 0,1 0-1 0 0,3 1 1 0 0,16-1-3171 0 0,-7-3 1417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2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40 27503 0 0,'0'0'1259'0'0,"-3"-10"511"0"0,5 9-1662 0 0,-1-1-1 0 0,1 1 1 0 0,-1-1-1 0 0,1 1 1 0 0,0 0-1 0 0,0 0 1 0 0,-1-1-1 0 0,1 1 1 0 0,0 1-1 0 0,0-1 1 0 0,0 0-1 0 0,0 0 1 0 0,0 1-1 0 0,0-1 1 0 0,4 1-1 0 0,37-2 149 0 0,-18 2-61 0 0,-1-2-209 0 0,272-7 44 0 0,-256 12-2399 0 0,-39 7-1125 0 0,-4 2-3271 0 0,-4 2-1911 0 0</inkml:trace>
  <inkml:trace contextRef="#ctx0" brushRef="#br0" timeOffset="1">29 174 21311 0 0,'0'0'976'0'0,"-2"1"-24"0"0,-5 0 3313 0 0,9 0-2977 0 0,14 3-627 0 0,1 0-1 0 0,-1-1 1 0 0,1 0 0 0 0,21 0-1 0 0,73-4-557 0 0,-42-1 106 0 0,77 1-1780 0 0,-122 1 214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21535 0 0,'0'-2'496'0'0,"8"-23"1080"0"0,10-27-1304 0 0,-3 17 2753 0 0,-15 35-2946 0 0,0 0 0 0 0,0-1 0 0 0,0 1-1 0 0,0 0 1 0 0,0 0 0 0 0,0 0 0 0 0,1-1-1 0 0,-1 1 1 0 0,0 0 0 0 0,0 0-1 0 0,0-1 1 0 0,0 1 0 0 0,0 0 0 0 0,1 0-1 0 0,-1 0 1 0 0,0 0 0 0 0,0-1-1 0 0,0 1 1 0 0,1 0 0 0 0,-1 0 0 0 0,0 0-1 0 0,0 0 1 0 0,1 0 0 0 0,-1 0 0 0 0,0-1-1 0 0,0 1 1 0 0,1 0 0 0 0,-1 0-1 0 0,0 0 1 0 0,0 0 0 0 0,1 0 0 0 0,-1 0-1 0 0,0 0 1 0 0,0 0 0 0 0,1 0 0 0 0,-1 0-1 0 0,0 0 1 0 0,0 0 0 0 0,1 0-1 0 0,-1 1 1 0 0,0-1 0 0 0,0 0 0 0 0,1 0-1 0 0,-1 0 1 0 0,0 0 0 0 0,0 0 0 0 0,8 10 747 0 0,-4 1-740 0 0,-1-1-1 0 0,0 1 1 0 0,0 0-1 0 0,-1 0 1 0 0,0 0 0 0 0,-1 0-1 0 0,0 15 1 0 0,1 4 5 0 0,5 65 118 0 0,9 75-63 0 0,-13-151-125 0 0,1 0 0 0 0,0-1 1 0 0,2 1-1 0 0,0-1 0 0 0,14 28 1 0 0,-18-42 20 0 0,-1-3-41 0 0,0 1 1 0 0,-1-2-1 0 0,1 1 0 0 0,0 0 0 0 0,0 0 0 0 0,0 0 0 0 0,0 0 0 0 0,0 0 0 0 0,0-1 0 0 0,0 1 0 0 0,1 0 0 0 0,3-2-2 0 0,-4 1 0 0 0,0-1 2 0 0,1 1-1 0 0,0-1 1 0 0,0 0-1 0 0,-1 1 1 0 0,1-1-1 0 0,-1 0 1 0 0,1 0-1 0 0,-1 0 1 0 0,1 0-1 0 0,-1 0 1 0 0,0-1 0 0 0,1 1-1 0 0,-1 0 1 0 0,0-1-1 0 0,0 1 1 0 0,2-3-1 0 0,13-29 13 0 0,-12 22-11 0 0,7-16-1 0 0,10-39 1 0 0,-3 8-18 0 0,-15 51 3 0 0,12-38-5 0 0,2 0 0 0 0,45-80 0 0 0,-59 121 2 0 0,0 0 0 0 0,0 0 0 0 0,0 0 0 0 0,0 1 0 0 0,1-1 0 0 0,-1 1 0 0 0,6-4 0 0 0,-9 7 15 0 0,0 0 0 0 0,0 0 0 0 0,0-1 0 0 0,0 1-1 0 0,0 0 1 0 0,0 0 0 0 0,0 0 0 0 0,1 0 0 0 0,-1 0 0 0 0,0 0 0 0 0,0 0 0 0 0,0 0 0 0 0,0 0-1 0 0,0 0 1 0 0,0 0 0 0 0,0 0 0 0 0,0 0 0 0 0,0 0 0 0 0,1 0 0 0 0,-1 0 0 0 0,0 0 0 0 0,0 0-1 0 0,0 0 1 0 0,0 0 0 0 0,0 0 0 0 0,0 0 0 0 0,0 0 0 0 0,0 0 0 0 0,0 0 0 0 0,0 0 0 0 0,1 0-1 0 0,-1 0 1 0 0,0 0 0 0 0,0 0 0 0 0,0 1 0 0 0,0-1 0 0 0,0 0 0 0 0,0 0 0 0 0,0 0 0 0 0,0 0-1 0 0,0 0 1 0 0,0 0 0 0 0,0 0 0 0 0,0 0 0 0 0,0 0 0 0 0,0 0 0 0 0,1 1 0 0 0,3 4-1 0 0,1 0 1 0 0,-1 1-1 0 0,0 0 1 0 0,-1 0-1 0 0,1 0 1 0 0,-1 0-1 0 0,0 1 1 0 0,2 10-1 0 0,14 61 20 0 0,-12-43 20 0 0,0-5-22 0 0,1 0 0 0 0,1-1 0 0 0,19 39 0 0 0,-24-59-15 0 0,0 0 0 0 0,1 0-1 0 0,1-1 1 0 0,0 0 0 0 0,0 0-1 0 0,0 0 1 0 0,1-1 0 0 0,0 1 0 0 0,0-2-1 0 0,1 1 1 0 0,0-1 0 0 0,0 0 0 0 0,0-1-1 0 0,14 7 1 0 0,-14-9-1 0 0,-1-1-1 0 0,1 1 1 0 0,0-1-1 0 0,0-1 1 0 0,0 1-1 0 0,1-1 1 0 0,-1-1-1 0 0,0 1 1 0 0,0-2-1 0 0,14-1 1 0 0,-16 1 4 0 0,-1 0 0 0 0,1 0 1 0 0,0-1-1 0 0,-1 0 0 0 0,1 0 1 0 0,-1 0-1 0 0,0-1 0 0 0,0 0 1 0 0,0 0-1 0 0,0 0 0 0 0,0 0 1 0 0,-1-1-1 0 0,0 0 0 0 0,1 0 1 0 0,5-8-1 0 0,-1-1-3 0 0,0-1 0 0 0,-1 0 0 0 0,-1-1 0 0 0,-1 0 0 0 0,0 0 0 0 0,0 0-1 0 0,-2-1 1 0 0,4-21 0 0 0,1-17-32 0 0,0-61 0 0 0,-6 62-67 0 0,0 12-1058 0 0,-4-81 0 0 0,-3 95-1689 0 0,3 17 554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26607 0 0,'0'0'2669'0'0,"1"2"-2349"0"0,10 71 637 0 0,14 72 1257 0 0,-25-140-2214 0 0,0-3 0 0 0,0-1 0 0 0,1 1 0 0 0,-1 0 0 0 0,1-1 0 0 0,-1 1 0 0 0,1 0 0 0 0,0-1 0 0 0,0 1 0 0 0,-1-1 0 0 0,3 4 0 0 0,3 3 0 0 0,2-3 0 0 0,1-3 0 0 0,-6-3 0 0 0,0 0 0 0 0,0 0 0 0 0,-1 0 0 0 0,1 0 0 0 0,0 0 0 0 0,0-1 0 0 0,-1 1 0 0 0,1-1 0 0 0,-1 1 0 0 0,1-1 0 0 0,-1 0 0 0 0,0 0 0 0 0,0 0 0 0 0,0-1 0 0 0,0 1 0 0 0,0 0 0 0 0,2-4 0 0 0,2-3 0 0 0,-1 0 0 0 0,0-1 0 0 0,6-15 0 0 0,52-120 0 0 0,-62 142 0 0 0,1-2 0 0 0,0 1 0 0 0,0 0 0 0 0,1 0 0 0 0,-1 0 0 0 0,1 0 0 0 0,0 0 0 0 0,6-6 0 0 0,-8 10 0 0 0,-1 0 0 0 0,0-1 0 0 0,0 1 0 0 0,1 0 0 0 0,-1 0 0 0 0,0-1 0 0 0,1 1 0 0 0,-1 0 0 0 0,0 0 0 0 0,0 0 0 0 0,1 0 0 0 0,-1-1 0 0 0,0 1 0 0 0,1 0 0 0 0,-1 0 0 0 0,0 0 0 0 0,1 0 0 0 0,-1 0 0 0 0,0 0 0 0 0,1 0 0 0 0,-1 0 0 0 0,0 0 0 0 0,1 0 0 0 0,-1 0 0 0 0,0 0 0 0 0,1 0 0 0 0,-1 0 0 0 0,0 0 0 0 0,1 1 0 0 0,-1-1 0 0 0,0 0 0 0 0,1 0 0 0 0,-1 0 0 0 0,0 0 0 0 0,1 1 0 0 0,-1-1 0 0 0,0 0 0 0 0,0 0 0 0 0,1 1 0 0 0,-1-1 0 0 0,0 0 0 0 0,0 0 0 0 0,0 1 0 0 0,1-1 0 0 0,-1 1 0 0 0,5 5 0 0 0,1 0 0 0 0,-2 0 0 0 0,1 0 0 0 0,-1 1 0 0 0,0 0 0 0 0,6 14 0 0 0,4 7 0 0 0,-6-14-28 0 0,1 1 1 0 0,1-2-1 0 0,18 22 1 0 0,-22-29 12 0 0,0 0 1 0 0,0-1-1 0 0,1 0 1 0 0,0 0 0 0 0,-1-1-1 0 0,2 1 1 0 0,-1-1-1 0 0,0-1 1 0 0,14 5-1 0 0,-6-4-87 0 0,1 0 0 0 0,-1-1 1 0 0,1-1-1 0 0,0 0 0 0 0,0-1 0 0 0,0-1 0 0 0,0 0 0 0 0,0-2 0 0 0,-1 1 0 0 0,19-6 0 0 0,-28 5 64 0 0,1 0 0 0 0,-1-1 0 0 0,0 0 0 0 0,0 0 0 0 0,0 0 0 0 0,0-1 0 0 0,0 0 0 0 0,-1 0 0 0 0,1-1 0 0 0,-1 1 0 0 0,-1-1 0 0 0,1 0 0 0 0,5-8 0 0 0,-5 6 16 0 0,0 0 0 0 0,-1 0 0 0 0,0-1 0 0 0,0 1 0 0 0,-1-1 0 0 0,0 0 0 0 0,-1 0 1 0 0,1 0-1 0 0,-1 0 0 0 0,1-13 0 0 0,-3 19 26 0 0,0 1 0 0 0,1 0 1 0 0,-1-1-1 0 0,0 1 0 0 0,0 0 1 0 0,0 0-1 0 0,0-1 0 0 0,0 1 0 0 0,0 0 1 0 0,-1-1-1 0 0,1 1 0 0 0,0 0 1 0 0,-1 0-1 0 0,1-1 0 0 0,0 1 1 0 0,-1 0-1 0 0,0 0 0 0 0,-1-2 1 0 0,0-1 19 0 0,2 4-19 0 0,0-1 0 0 0,-1 1 0 0 0,1-1 0 0 0,0 0-1 0 0,-1 1 1 0 0,1-1 0 0 0,0 1 0 0 0,-1-1-1 0 0,1 1 1 0 0,-1 0 0 0 0,1-1 0 0 0,-1 1 0 0 0,1-1-1 0 0,-1 1 1 0 0,1 0 0 0 0,-1-1 0 0 0,1 1-1 0 0,-1 0 1 0 0,1 0 0 0 0,-1-1 0 0 0,0 1 0 0 0,1 0-1 0 0,-1 0 1 0 0,1 0 0 0 0,-1 0 0 0 0,0 0 0 0 0,1 0-1 0 0,-1 0 1 0 0,1 0 0 0 0,-1 0 0 0 0,0 0-1 0 0,1 0 1 0 0,-1 0 0 0 0,1 0 0 0 0,-1 0 0 0 0,0 1-1 0 0,1-1 1 0 0,-2 1 0 0 0,1-1 18 0 0,-4 1-5 0 0,1 1 1 0 0,-1-1-1 0 0,1 1 1 0 0,0 0-1 0 0,-1 0 1 0 0,1 1-1 0 0,0-1 1 0 0,0 1 0 0 0,1 0-1 0 0,-1 0 1 0 0,0 0-1 0 0,1 0 1 0 0,0 1-1 0 0,0-1 1 0 0,-4 7-1 0 0,2-4-17 0 0,1 1 0 0 0,1-1 0 0 0,-1 1 0 0 0,1 0 0 0 0,0-1 0 0 0,1 1-1 0 0,-1 1 1 0 0,1-1 0 0 0,-1 9 0 0 0,4 19-1 0 0,1-11 0 0 0,-2-23 0 0 0,0 0 0 0 0,1 1 0 0 0,-1-1 0 0 0,1 1 1 0 0,-1-1-1 0 0,1 0 0 0 0,0 0 0 0 0,-1 1 0 0 0,1-1 0 0 0,0 0 0 0 0,0 0 0 0 0,0 0 0 0 0,0 0 0 0 0,0 0 1 0 0,0 0-1 0 0,0 0 0 0 0,0 0 0 0 0,0 0 0 0 0,1-1 0 0 0,1 2 0 0 0,30 13-141 0 0,-29-13 96 0 0,10 3-241 0 0,1 0 0 0 0,0-1-1 0 0,0-1 1 0 0,1 0 0 0 0,-1-1 0 0 0,0-1 0 0 0,1 0-1 0 0,21-2 1 0 0,-27 0 114 0 0,0 0 0 0 0,0-1-1 0 0,-1 0 1 0 0,1-1 0 0 0,0 0 0 0 0,-1 0-1 0 0,1-1 1 0 0,-1 0 0 0 0,0 0-1 0 0,-1-1 1 0 0,1-1 0 0 0,-1 0 0 0 0,0 0-1 0 0,8-7 1 0 0,-4 0 113 0 0,0 0-1 0 0,0-1 1 0 0,-2 0-1 0 0,1-1 1 0 0,-2 0 0 0 0,0-1-1 0 0,-1 0 1 0 0,11-31-1 0 0,-11 24 381 0 0,8-41-1 0 0,-14 56-38 0 0,-1 0 0 0 0,-1 0 0 0 0,1 0 1 0 0,-1 0-1 0 0,-1 0 0 0 0,1 0 0 0 0,-1 1 1 0 0,-1-1-1 0 0,-2-8 0 0 0,4 14 785 0 0,-9 1 249 0 0,7 3-1289 0 0,0-1 1 0 0,-1 1 0 0 0,1 0 0 0 0,0 0 0 0 0,0 0-1 0 0,0 0 1 0 0,0 0 0 0 0,0 0 0 0 0,1 1 0 0 0,-1-1-1 0 0,1 1 1 0 0,-1-1 0 0 0,1 1 0 0 0,0 0 0 0 0,0-1-1 0 0,0 1 1 0 0,0 0 0 0 0,1 0 0 0 0,-1-1 0 0 0,1 5-1 0 0,-3 9 110 0 0,2 0-1 0 0,0 19 1 0 0,2 3-487 0 0,1 0 0 0 0,2-1 1 0 0,2 1-1 0 0,2-1 0 0 0,17 54 0 0 0,-1-29-5644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2253 622 11519 0 0,'-38'-19'705'0'0,"28"14"-524"0"0,-1 0 0 0 0,-9-7 0 0 0,7 4 2280 0 0,11 7-1514 0 0,-1-1 0 0 0,1 1-1 0 0,0 0 1 0 0,0-1 0 0 0,0 0-1 0 0,0 1 1 0 0,0-1 0 0 0,0 0-1 0 0,-3-4 4416 0 0,28-6-4554 0 0,-3 0-619 0 0,-16 10-230 0 0,0-1 0 0 0,0 1-1 0 0,0 0 1 0 0,0 0 0 0 0,1 0 0 0 0,4-1 0 0 0,14-2-961 0 0,-10 3-6758 0 0</inkml:trace>
  <inkml:trace contextRef="#ctx0" brushRef="#br0" timeOffset="1">16 33 24703 0 0,'0'0'1096'0'0,"-7"-5"488"0"0,2-2-1584 0 0,1 2 376 0 0,16-1-264 0 0,2 1-192 0 0,5 2-40 0 0,3 1-8 0 0,4 2 0 0 0,2 0-720 0 0,3 0-144 0 0,1 0-32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24303 0 0,'0'0'553'0'0,"2"0"75"0"0,31-10 209 0 0,1 2 0 0 0,0 1-1 0 0,43-2 1 0 0,-30 7-280 0 0,63 7 0 0 0,-6 9-2598 0 0,-59-4 800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2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17047 0 0,'0'0'1543'0'0,"0"-1"-1268"0"0,0 0-205 0 0,0 1 0 0 0,0-1 0 0 0,0 1 0 0 0,0-1 0 0 0,0 1 0 0 0,0-1 1 0 0,1 1-1 0 0,-1-1 0 0 0,0 1 0 0 0,0-1 0 0 0,0 1 0 0 0,0-1 0 0 0,1 1 1 0 0,-1-1-1 0 0,0 1 0 0 0,1-1 0 0 0,-1 1 0 0 0,0-1 0 0 0,1 1 1 0 0,-1-1-1 0 0,0 1 0 0 0,1 0 0 0 0,-1-1 0 0 0,1 1 0 0 0,-1 0 0 0 0,1-1 1 0 0,0 1-1 0 0,1-1 454 0 0,2-2 336 0 0,0 0 0 0 0,0 0 0 0 0,0 1 1 0 0,1 0-1 0 0,-1 0 0 0 0,1 0 0 0 0,7-2 1 0 0,34-5 1565 0 0,-38 8-2225 0 0,57-6 399 0 0,1 3-1 0 0,72 5 1 0 0,-45 0-503 0 0,525-4-124 0 0,409 3 60 0 0,-928 0-25 0 0,130 5-437 0 0,-189 0-2074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366 165 15663 0 0,'0'0'1207'0'0,"0"-2"-788"0"0,3-20 328 0 0,-1-14 6186 0 0,-1 25-4714 0 0,0 7-1892 0 0,-1-1 0 0 0,0 1 0 0 0,-1-1-1 0 0,1 1 1 0 0,-1-1 0 0 0,0 1 0 0 0,0-1 0 0 0,-2-6-1 0 0,2 10-268 0 0,1-1-1 0 0,-1 1 0 0 0,0 0 0 0 0,1 0 1 0 0,-1-1-1 0 0,0 1 0 0 0,0 0 0 0 0,0 0 1 0 0,0 0-1 0 0,0 0 0 0 0,0 0 0 0 0,0 0 1 0 0,0 0-1 0 0,0 1 0 0 0,0-1 0 0 0,-1 0 1 0 0,1 0-1 0 0,0 1 0 0 0,-1-1 0 0 0,1 1 1 0 0,0-1-1 0 0,-1 1 0 0 0,1 0 1 0 0,0 0-1 0 0,-1-1 0 0 0,1 1 0 0 0,-1 0 1 0 0,1 0-1 0 0,0 0 0 0 0,-3 1 0 0 0,-4 1 15 0 0,0 0-1 0 0,0 0 1 0 0,0 1-1 0 0,0 0 1 0 0,0 0-1 0 0,0 1 1 0 0,1 0-1 0 0,-12 9 0 0 0,-53 47 95 0 0,66-55-144 0 0,-15 15-17 0 0,1 0-1 0 0,0 1 1 0 0,2 1 0 0 0,0 1-1 0 0,-17 30 1 0 0,29-42-5 0 0,0 0 1 0 0,1 1-1 0 0,1-1 1 0 0,0 1-1 0 0,0 0 1 0 0,-2 15 0 0 0,5-18-1 0 0,0-1 0 0 0,1 0 0 0 0,0 1 0 0 0,0-1 0 0 0,1 1 0 0 0,0-1 0 0 0,1 0 0 0 0,-1 1 0 0 0,2-1 0 0 0,2 9 0 0 0,-2-10 0 0 0,1 0 0 0 0,-1-1 0 0 0,1 1 0 0 0,0-1 0 0 0,0 0 0 0 0,1 0 0 0 0,0 0 0 0 0,0-1 0 0 0,11 10 0 0 0,-7-8 0 0 0,1 0 0 0 0,0-1 0 0 0,0-1 0 0 0,0 1 0 0 0,20 6 0 0 0,-1-4 0 0 0,1 0 0 0 0,1-2 0 0 0,57 4 0 0 0,-42-6 0 0 0,1-2 0 0 0,76-8 0 0 0,-103 4 0 0 0,0-1 0 0 0,1-2 0 0 0,-1 0 0 0 0,-1-1 0 0 0,1-1 0 0 0,-1 0 0 0 0,0-2 0 0 0,25-15 0 0 0,-35 18-5 0 0,0-1-1 0 0,-1 0 1 0 0,1-1 0 0 0,-1 0-1 0 0,-1 0 1 0 0,0 0 0 0 0,0-1-1 0 0,0 0 1 0 0,-1-1 0 0 0,7-14 0 0 0,-7 11-13 0 0,0-1 1 0 0,-1 0 0 0 0,-1 0 0 0 0,0-1 0 0 0,-1 0 0 0 0,-1 1 0 0 0,1-24 0 0 0,-2 22-2 0 0,-2 0-1 0 0,0 1 1 0 0,0-1-1 0 0,-2 0 1 0 0,0 1-1 0 0,-1 0 1 0 0,-6-17-1 0 0,6 21 8 0 0,-1 0 1 0 0,0 0-1 0 0,-1 0 0 0 0,-1 1 1 0 0,1 0-1 0 0,-2 0 0 0 0,1 1 0 0 0,-1-1 1 0 0,-13-10-1 0 0,12 13-76 0 0,0 0-1 0 0,-1 1 1 0 0,0 0 0 0 0,0 1-1 0 0,0 0 1 0 0,-21-6 0 0 0,15 6-322 0 0,0 1 1 0 0,-1 0-1 0 0,-33-1 1 0 0,30 4-581 0 0,0 2 0 0 0,0 1 0 0 0,-28 5 0 0 0,14 1-1582 0 0</inkml:trace>
  <inkml:trace contextRef="#ctx0" brushRef="#br0" timeOffset="1">395 234 26495 0 0,'0'0'2904'0'0,"1"1"-2451"0"0,11 15 328 0 0,-2 0-1 0 0,10 21 0 0 0,-13-24-590 0 0,14 26-3 0 0,23 42 10 0 0,-23-49-197 0 0,1-1 0 0 0,33 35 0 0 0,-45-55-643 0 0,1-1 0 0 0,0 0 0 0 0,0-1 0 0 0,1 0 0 0 0,0 0 0 0 0,14 6 0 0 0,-22-14-881 0 0,6 1-11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11975 0 0,'-4'0'13228'0'0,"2"7"-10569"0"0,1-4-2335 0 0,0 0 0 0 0,0 0 0 0 0,0 0 0 0 0,0 0 0 0 0,0 0 0 0 0,1 1 0 0 0,-1-1 0 0 0,1 0 0 0 0,0 0 0 0 0,0 1 0 0 0,1-1 0 0 0,0 4 0 0 0,11 65 290 0 0,-9-49-582 0 0,12 44 0 0 0,-12-59-85 0 0,0 0-1 0 0,0 0 0 0 0,1-1 0 0 0,0 1 1 0 0,0-1-1 0 0,1 0 0 0 0,0 0 0 0 0,0 0 1 0 0,7 6-1 0 0,-1-3-537 0 0,-9-8-110 0 0,0-1 0 0 0,0 1 1 0 0,1 0-1 0 0,-1-1 0 0 0,1 0 0 0 0,-1 0 1 0 0,5 2-1 0 0,3-1-1830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66 26231 0 0,'0'0'2637'0'0,"-2"-1"-2418"0"0,-3 0 1168 0 0,9 163 906 0 0,-4-129-2318 0 0,2 0-1 0 0,1 0 1 0 0,10 38 0 0 0,-11-54-661 0 0,-2-10-2706 0 0</inkml:trace>
  <inkml:trace contextRef="#ctx0" brushRef="#br0" timeOffset="1">238 0 12895 0 0,'0'0'1376'0'0,"-12"2"-1952"0"0,2 1-160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27415 0 0,'0'0'2931'0'0,"2"0"-2841"0"0,29-6 660 0 0,79-9 476 0 0,62-2-875 0 0,-110 10-483 0 0,-22 0-3373 0 0,-26 4-7022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4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28447 0 0,'0'0'1307'0'0,"1"-2"-33"0"0,-1 1-1238 0 0,1 0 0 0 0,0-1 0 0 0,0 1-1 0 0,-1 0 1 0 0,1 0 0 0 0,0 0 0 0 0,0 0 0 0 0,0-1-1 0 0,0 1 1 0 0,0 1 0 0 0,1-1 0 0 0,-1 0-1 0 0,0 0 1 0 0,0 0 0 0 0,1 1 0 0 0,1-2 0 0 0,29-8-101 0 0,-16 6 145 0 0,5-1 7 0 0,0 1-1 0 0,0 1 0 0 0,1 1 1 0 0,-1 1-1 0 0,24 1 1 0 0,0 0-220 0 0,86 4-859 0 0,-44 3-3374 0 0,-57-3-5371 0 0</inkml:trace>
  <inkml:trace contextRef="#ctx0" brushRef="#br0" timeOffset="1">317 169 23039 0 0,'0'0'2656'0'0,"2"-1"-1951"0"0,20-4 595 0 0,0 1 0 0 0,37-4 0 0 0,49 5-1568 0 0,-29 1-525 0 0,-54 1 323 0 0,38-2-2548 0 0,-20 0-2974 0 0,10-2-2528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96 12439 0 0,'0'-12'706'0'0,"0"-1"646"0"0,-2-24 0 0 0,1 33 442 0 0,0 0 0 0 0,0-1-1 0 0,0 1 1 0 0,-1 0-1 0 0,-1-5 1 0 0,1 8-1592 0 0,1 1-1 0 0,0-1 1 0 0,0 1-1 0 0,-1 0 1 0 0,1-1-1 0 0,0 1 1 0 0,-1 0-1 0 0,1 0 1 0 0,0 0-1 0 0,-1 0 1 0 0,1 0-1 0 0,0 0 1 0 0,-1 0-1 0 0,1 1 1 0 0,0-1-1 0 0,-2 1 1 0 0,2-1 7 0 0,-1 1-55 0 0,-1 0 1 0 0,1 0 0 0 0,0 0-1 0 0,-1 0 1 0 0,1 0 0 0 0,0 0-1 0 0,0 1 1 0 0,0-1 0 0 0,0 1-1 0 0,0 0 1 0 0,-2 2 0 0 0,-20 26 88 0 0,12-16-74 0 0,-2 4-144 0 0,1 0 0 0 0,1 0 0 0 0,1 1 0 0 0,0 0 0 0 0,-10 26 0 0 0,15-28-12 0 0,1-1 0 0 0,0 1 0 0 0,1-1 0 0 0,1 1 0 0 0,0 1-1 0 0,1-1 1 0 0,1 22 0 0 0,2-29-13 0 0,0-1 0 0 0,5 19 0 0 0,2 9 0 0 0,-8-33 0 0 0,0 0 0 0 0,1-1 0 0 0,-1 1 0 0 0,1 0 0 0 0,0-1 0 0 0,0 1 0 0 0,1-1 0 0 0,1 4 0 0 0,-2-5 0 0 0,1 0 0 0 0,-1 0 0 0 0,1 0 0 0 0,0 0 0 0 0,0 0 0 0 0,0 0 0 0 0,0-1 0 0 0,0 1 0 0 0,0-1 0 0 0,1 0 0 0 0,-1 1 0 0 0,3 0 0 0 0,13 5 0 0 0,-1 0 0 0 0,1-2 0 0 0,1 0 0 0 0,-1-1 0 0 0,1 0 0 0 0,-1-2 0 0 0,1 0 0 0 0,20-1 0 0 0,-13-2 0 0 0,0-1 0 0 0,0-1 0 0 0,0-1 0 0 0,0-1 0 0 0,32-12 0 0 0,-45 13-15 0 0,0-1-1 0 0,-1-1 1 0 0,1 0-1 0 0,-1 0 1 0 0,-1-1-1 0 0,1-1 1 0 0,15-13-1 0 0,-23 17 10 0 0,1-1 0 0 0,-1 1-1 0 0,0-1 1 0 0,-1 1 0 0 0,1-1 0 0 0,-1-1 0 0 0,0 1-1 0 0,0 0 1 0 0,0-1 0 0 0,-1 1 0 0 0,0-1 0 0 0,0 0-1 0 0,-1 0 1 0 0,1 1 0 0 0,-1-1 0 0 0,0 0 0 0 0,-1 0-1 0 0,0 0 1 0 0,0-9 0 0 0,-1 6 36 0 0,-1-1 0 0 0,0 1 0 0 0,0-1-1 0 0,-1 1 1 0 0,0 0 0 0 0,-1 0 0 0 0,0 0 0 0 0,0 0 0 0 0,-1 1-1 0 0,0 0 1 0 0,0-1 0 0 0,-1 2 0 0 0,0-1 0 0 0,-1 1 0 0 0,0 0-1 0 0,-11-9 1 0 0,8 8-352 0 0,1 1-1 0 0,-1 1 1 0 0,-1 0-1 0 0,1 0 0 0 0,-19-6 1 0 0,19 8-1042 0 0,-1 1-1 0 0,1 0 1 0 0,-1 1 0 0 0,0 0-1 0 0,0 1 1 0 0,-13 0-1 0 0,0 2-7912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21655 0 0,'53'7'2253'0'0,"-52"-7"-2147"0"0,-1 0 1 0 0,1 0-1 0 0,-1 0 0 0 0,1 1 0 0 0,-1-1 0 0 0,0 0 0 0 0,1 1 0 0 0,-1-1 0 0 0,0 0 0 0 0,1 1 0 0 0,-1-1 0 0 0,0 0 0 0 0,1 1 0 0 0,-1-1 0 0 0,0 1 0 0 0,0-1 0 0 0,1 0 0 0 0,-1 1 0 0 0,0-1 0 0 0,0 1 0 0 0,0-1 0 0 0,0 1 0 0 0,0-1 0 0 0,0 1 0 0 0,0-1 0 0 0,0 1 0 0 0,0-1 0 0 0,0 1 0 0 0,0 0 0 0 0,-1 16 2953 0 0,1-13-2800 0 0,-4 47 1724 0 0,4-49-1902 0 0,12 13-460 0 0,-10-13 267 0 0,0-1 0 0 0,-1 0 0 0 0,1 0 0 0 0,0 0 0 0 0,0 0-1 0 0,0 0 1 0 0,0 0 0 0 0,0 0 0 0 0,0-1 0 0 0,0 1 0 0 0,3 0 0 0 0,-2-1-735 0 0,1 0 0 0 0,-1 0 1 0 0,1 0-1 0 0,-1 0 1 0 0,7-1-1 0 0,3-3-8621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5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15199 0 0,'10'-30'923'0'0,"-7"24"237"0"0,0 0 0 0 0,0 0 0 0 0,0 1 0 0 0,1-1 0 0 0,0 1 0 0 0,0 0 0 0 0,0 0-1 0 0,1 0 1 0 0,0 1 0 0 0,7-6 0 0 0,20-9 877 0 0,5 3-1582 0 0,0 3 1 0 0,2 0 0 0 0,64-11-1 0 0,-80 20-449 0 0,37-2-1 0 0,-53 5-4 0 0,1 1 0 0 0,-1 1 1 0 0,1-1-1 0 0,-1 1 1 0 0,0 0-1 0 0,1 1 0 0 0,-1 0 1 0 0,0 0-1 0 0,8 4 0 0 0,-13-5-1 0 0,0 0 1 0 0,0 1-1 0 0,0-1 0 0 0,0 0 0 0 0,0 1 0 0 0,0-1 0 0 0,-1 1 0 0 0,1 0 1 0 0,-1 0-1 0 0,1 0 0 0 0,-1 0 0 0 0,0 0 0 0 0,1 0 0 0 0,-1 0 0 0 0,0 0 1 0 0,0 0-1 0 0,-1 0 0 0 0,1 1 0 0 0,0-1 0 0 0,-1 0 0 0 0,1 1 0 0 0,-1-1 0 0 0,0 4 1 0 0,0 4-1 0 0,0 0-1 0 0,-1 0 1 0 0,-1 0 0 0 0,-2 13 0 0 0,0-6 0 0 0,-53 269 0 0 0,9-31 0 0 0,47-252-111 0 0,0 0-1 0 0,0 0 1 0 0,0 0 0 0 0,0 0-1 0 0,-1 0 1 0 0,1 0 0 0 0,-1 0-1 0 0,0 0 1 0 0,0-1 0 0 0,0 1-1 0 0,-3 3 1 0 0,4-5-485 0 0,-8-2-1876 0 0,0-2-512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36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11519 0 0,'0'0'887'0'0,"2"-1"-28"0"0,32-10 9853 0 0,3 6-5437 0 0,41 2-3628 0 0,-22 2-950 0 0,12-2-584 0 0,6-1 112 0 0,105-17 0 0 0,-67 4-219 0 0,-54 8-13 0 0,58-15 0 0 0,-62 10-50 0 0,140-45-246 0 0,-193 59 303 0 0,12-6 27 0 0,-12 6-24 0 0,-1 0 0 0 0,1-1 0 0 0,-1 1 0 0 0,1 0 1 0 0,-1-1-1 0 0,1 1 0 0 0,-1 0 0 0 0,1-1 0 0 0,-1 1 1 0 0,1-1-1 0 0,-1 1 0 0 0,1-1 0 0 0,-1 1 0 0 0,0-1 1 0 0,1 1-1 0 0,-1-1 0 0 0,0 1 0 0 0,0-1 0 0 0,1-1 1 0 0,-1 2 6 0 0,0-1 0 0 0,-1 1 1 0 0,1 0-1 0 0,0-1 0 0 0,0 1 0 0 0,-1 0 1 0 0,1-1-1 0 0,0 1 0 0 0,-1 0 0 0 0,1-1 1 0 0,0 1-1 0 0,-1 0 0 0 0,1 0 1 0 0,-1-1-1 0 0,1 1 0 0 0,0 0 0 0 0,-1 0 1 0 0,1 0-1 0 0,-1-1 0 0 0,1 1 0 0 0,-1 0 1 0 0,1 0-1 0 0,-1 0 0 0 0,-11-2 93 0 0,3 2-73 0 0,1-1 1 0 0,-1 2-1 0 0,0 0 0 0 0,0 0 1 0 0,1 0-1 0 0,-1 1 1 0 0,1 0-1 0 0,-1 1 0 0 0,1 0 1 0 0,0 0-1 0 0,0 1 0 0 0,-14 8 1 0 0,-1 1 17 0 0,19-11-48 0 0,-1 1 0 0 0,1-1 1 0 0,-1 1-1 0 0,1 0 1 0 0,0 0-1 0 0,0 0 0 0 0,0 0 1 0 0,0 1-1 0 0,1-1 0 0 0,0 1 1 0 0,-1 0-1 0 0,1 0 1 0 0,-4 8-1 0 0,-7 13 11 0 0,11-20-4 0 0,1 0-1 0 0,-1 0 1 0 0,1-1 0 0 0,-3 10-1 0 0,4-11-4 0 0,1-1-1 0 0,-1 1 1 0 0,1 0-1 0 0,0-1 0 0 0,0 1 1 0 0,0-1-1 0 0,0 1 1 0 0,1-1-1 0 0,-1 1 0 0 0,1-1 1 0 0,-1 1-1 0 0,1-1 1 0 0,2 5-1 0 0,1 1 0 0 0,0-1 0 0 0,1 0 1 0 0,-1 0-1 0 0,2 0 0 0 0,-1-1 0 0 0,1 1 0 0 0,0-1 0 0 0,0 0 1 0 0,13 8-1 0 0,6 3 5 0 0,37 18 0 0 0,-60-33-6 0 0,127 61 3 0 0,9 6-19 0 0,-113-56-7 0 0,-1 2 1 0 0,41 32 0 0 0,-62-44 26 0 0,0 0 0 0 0,1 0 0 0 0,-1 1 0 0 0,0-1 0 0 0,-1 1 0 0 0,1 0 0 0 0,-1 0 0 0 0,0-1 0 0 0,2 6 0 0 0,-3-8-3 0 0,-1 1 1 0 0,1-1-1 0 0,-1 1 0 0 0,0-1 0 0 0,1 1 1 0 0,-1-1-1 0 0,0 0 0 0 0,0 1 0 0 0,0-1 1 0 0,0 1-1 0 0,-1-1 0 0 0,1 1 0 0 0,0-1 1 0 0,0 1-1 0 0,-1-1 0 0 0,1 0 0 0 0,-1 1 1 0 0,0-1-1 0 0,1 0 0 0 0,-1 1 0 0 0,0-1 1 0 0,0 0-1 0 0,1 0 0 0 0,-1 0 0 0 0,0 0 1 0 0,0 0-1 0 0,0 0 0 0 0,-1 0 0 0 0,1 0 1 0 0,0 0-1 0 0,-3 1 0 0 0,-3 3-1 0 0,-1-1 0 0 0,-1-1 0 0 0,1 1 0 0 0,-1-1 0 0 0,1-1 0 0 0,-1 0 0 0 0,0 0 0 0 0,-13 1 0 0 0,0-2 0 0 0,0 0 0 0 0,-30-3 0 0 0,28-1-325 0 0,0-2-1 0 0,1 0 1 0 0,0-1 0 0 0,-1-1-1 0 0,2-2 1 0 0,-1 0 0 0 0,1-1-1 0 0,1-1 1 0 0,0-1 0 0 0,-20-16-1 0 0,18 11-1863 0 0</inkml:trace>
  <inkml:trace contextRef="#ctx0" brushRef="#br0" timeOffset="1">909 71 17967 0 0,'0'0'827'0'0,"0"-9"266"0"0,1 8-1101 0 0,0-1 0 0 0,-1 1 1 0 0,1 0-1 0 0,0 0 0 0 0,0-1 0 0 0,0 1 0 0 0,0 0 0 0 0,0 0 0 0 0,1 0 0 0 0,-1 0 0 0 0,0 0 0 0 0,0 0 1 0 0,1 1-1 0 0,-1-1 0 0 0,2 0 0 0 0,-1 0 231 0 0,0 0-1 0 0,-1 0 1 0 0,1-1 0 0 0,0 1 0 0 0,0 0-1 0 0,-1-1 1 0 0,1 1 0 0 0,-1-1 0 0 0,1 1-1 0 0,1-3 1 0 0,-3 3 326 0 0,1-1-1 0 0,0 1 1 0 0,0 0 0 0 0,1-1-1 0 0,-1 1 1 0 0,0 0 0 0 0,0 0-1 0 0,1 0 1 0 0,-1 0 0 0 0,3-2-1 0 0,17-5 2207 0 0,-9 7-2327 0 0,-1-1-1 0 0,14 1 1 0 0,-18 0-128 0 0,139 5-121 0 0,-84-1-175 0 0,318 33-4 0 0,-232-7-554 0 0,-132-25 415 0 0,4 1-644 0 0,-2 0-37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345 278 17503 0 0,'-1'-11'1080'0'0,"-2"-8"-545"0"0,2 0-1 0 0,0-20 0 0 0,2 20 2755 0 0,-4-36 0 0 0,2 53-2710 0 0,0-1 25 0 0,1 2-581 0 0,0 1 1 0 0,0 0-1 0 0,0 0 0 0 0,0-1 1 0 0,0 1-1 0 0,0 0 1 0 0,0 0-1 0 0,0 0 1 0 0,0-1-1 0 0,0 1 0 0 0,0 0 1 0 0,0 0-1 0 0,0 0 1 0 0,0-1-1 0 0,0 1 1 0 0,0 0-1 0 0,-1 0 0 0 0,1 0 1 0 0,0-1-1 0 0,0 1 1 0 0,0 0-1 0 0,0 0 1 0 0,0 0-1 0 0,0 0 0 0 0,-1-1 1 0 0,1 1-1 0 0,0 0 1 0 0,0 0-1 0 0,0 0 1 0 0,-1 0-1 0 0,1 0 0 0 0,0 0 1 0 0,0 0-1 0 0,0 0 1 0 0,-1-1-1 0 0,1 1 1 0 0,0 0-1 0 0,0 0 0 0 0,-6 2 65 0 0,1 0-1 0 0,0 1 0 0 0,0-1 0 0 0,0 1 0 0 0,0 0 0 0 0,0 0 0 0 0,1 1 1 0 0,-1-1-1 0 0,1 1 0 0 0,0 0 0 0 0,0 0 0 0 0,-3 5 0 0 0,-9 11 105 0 0,-17 31 0 0 0,25-38-117 0 0,-44 73 103 0 0,-59 130-1 0 0,102-195-140 0 0,1-1 1 0 0,1 2-1 0 0,1-1 1 0 0,1 1-1 0 0,1 0 1 0 0,-3 42-1 0 0,7-54-25 0 0,0 0 0 0 0,0 0 0 0 0,1 0 0 0 0,1 0 1 0 0,0-1-1 0 0,0 1 0 0 0,1-1 0 0 0,0 1 0 0 0,0-1 0 0 0,1 0 0 0 0,1 0 0 0 0,-1-1 0 0 0,1 1 0 0 0,1-1 1 0 0,0 0-1 0 0,0 0 0 0 0,0-1 0 0 0,9 8 0 0 0,-7-8-11 0 0,1 0 0 0 0,1 0 0 0 0,-1-1 1 0 0,1 0-1 0 0,0 0 0 0 0,1-1 0 0 0,-1-1 0 0 0,1 1 0 0 0,12 2 0 0 0,-7-4 0 0 0,0 0-1 0 0,1-1 0 0 0,-1 0 0 0 0,0-2 1 0 0,28-1-1 0 0,0-5 0 0 0,-1-2 0 0 0,0-2-1 0 0,75-28 1 0 0,-78 24 1 0 0,-2-2 0 0 0,0-1 0 0 0,0-2 0 0 0,-2-2 0 0 0,36-26 0 0 0,-55 34-7 0 0,-1 0 0 0 0,-1-1 0 0 0,0-1 0 0 0,0-1 0 0 0,-2 0 0 0 0,0 0 0 0 0,-1-2 0 0 0,-1 1-1 0 0,0-2 1 0 0,-1 1 0 0 0,14-40 0 0 0,-19 41 1 0 0,-1 0 1 0 0,0-1-1 0 0,-2 0 0 0 0,0 0 0 0 0,0 0 0 0 0,-2 0 0 0 0,0 0 0 0 0,-2 0 0 0 0,0 0 0 0 0,0 1 0 0 0,-2-1 0 0 0,0 0 0 0 0,-1 1 1 0 0,-1 0-1 0 0,0 0 0 0 0,-2 1 0 0 0,0 0 0 0 0,0 0 0 0 0,-2 1 0 0 0,0 0 0 0 0,0 0 0 0 0,-2 1 0 0 0,0 0 0 0 0,0 1 0 0 0,-1 1 1 0 0,-1 0-1 0 0,0 1 0 0 0,0 0 0 0 0,-1 1 0 0 0,0 1 0 0 0,-19-8 0 0 0,11 7-75 0 0,-1 2 1 0 0,0 0-1 0 0,-1 2 0 0 0,-32-5 0 0 0,40 9-276 0 0,0 0-1 0 0,0 1 0 0 0,0 1 1 0 0,0 1-1 0 0,1 1 0 0 0,-1 0 1 0 0,-24 6-1 0 0,10 5-1623 0 0,5 4-436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24359 0 0,'0'0'2209'0'0,"0"2"-1821"0"0,-2 4-177 0 0,0 0 0 0 0,1 0 0 0 0,0 0 0 0 0,0 0 0 0 0,1 0 0 0 0,-1 0-1 0 0,1 0 1 0 0,1 0 0 0 0,-1 0 0 0 0,1 0 0 0 0,0 0 0 0 0,1 0 0 0 0,2 7-1 0 0,17 49 482 0 0,4-1 0 0 0,40 74 0 0 0,-28-63-445 0 0,-14-23-235 0 0,3-2-1 0 0,62 86 1 0 0,-79-123-336 0 0,0-1-1 0 0,0 0 1 0 0,1 0 0 0 0,13 8 0 0 0,5 2-9172 0 0,-12-10 378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24791 0 0,'0'0'2247'0'0,"-1"1"-1850"0"0,-4 8 38 0 0,0 1 0 0 0,1-1 0 0 0,1 1 0 0 0,-1 0 0 0 0,1 0 0 0 0,1 0 0 0 0,-2 11 0 0 0,-2 75 832 0 0,5-53-1125 0 0,6 201-9 0 0,0-139-402 0 0,-4-99-255 0 0,3 45 62 0 0,-1-35-2865 0 0,2-2-4257 0 0</inkml:trace>
  <inkml:trace contextRef="#ctx0" brushRef="#br0" timeOffset="1">323 73 23207 0 0,'0'0'2601'0'0,"-1"2"-1929"0"0,-8 37 113 0 0,1 0-1 0 0,-4 60 1 0 0,5 84 1880 0 0,6-135-2477 0 0,-2 95-2221 0 0,3-137 1324 0 0,2 6 9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1 632 5983 0 0,'3'0'18676'0'0,"85"-15"-13598"0"0,-7 1-4617 0 0,-22 3-523 0 0,127-27-362 0 0,-64 4-3240 0 0,-84 21 1911 0 0</inkml:trace>
  <inkml:trace contextRef="#ctx0" brushRef="#br0" timeOffset="1">1263 0 17967 0 0,'2'1'9308'0'0,"76"9"-4306"0"0,109 12-4804 0 0,-146-17-749 0 0,-39-5-46 0 0,1 13-4052 0 0,-4 0 2106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11055 0 0,'2'0'10875'0'0,"9"3"-8497"0"0,0-1-1 0 0,20 2 1 0 0,56-4-496 0 0,-43-1-1321 0 0,27-2-752 0 0,80-14-1 0 0,-100 10-2781 0 0,-31 5-7226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611 243 10591 0 0,'2'-12'200'0'0,"-2"0"-1"0"0,1-1 0 0 0,-1 1 1 0 0,-1 0-1 0 0,-3-18 1 0 0,-1-4 2471 0 0,5 28-1565 0 0,-1 1 0 0 0,0-1-1 0 0,-1 1 1 0 0,0 0 0 0 0,1-1-1 0 0,-2 1 1 0 0,-2-5 0 0 0,2 4-487 0 0,0 1 1 0 0,-1 0-1 0 0,0-1 1 0 0,0 2-1 0 0,0-1 1 0 0,-6-5 0 0 0,7 7-476 0 0,-1 0 0 0 0,0 0 0 0 0,1 1 0 0 0,-1-1 0 0 0,0 1 0 0 0,0 0 0 0 0,0 0 0 0 0,-1 0 0 0 0,1 1 0 0 0,0 0 0 0 0,-1-1 0 0 0,1 1 0 0 0,-1 1 1 0 0,1-1-1 0 0,-1 1 0 0 0,1-1 0 0 0,-1 2 0 0 0,1-1 0 0 0,-1 0 0 0 0,-5 2 0 0 0,-6 3-13 0 0,0 0 0 0 0,1 2 0 0 0,0 0 0 0 0,0 0 0 0 0,1 1 0 0 0,0 1 0 0 0,0 1 0 0 0,-21 18 0 0 0,3 3-18 0 0,1 1 0 0 0,-27 36-1 0 0,31-35-73 0 0,2 2 0 0 0,1 1 0 0 0,2 0 1 0 0,1 2-1 0 0,2 0 0 0 0,-15 46 0 0 0,30-73-15 0 0,1 1 0 0 0,0 0 0 0 0,1 0 0 0 0,0 0 0 0 0,1 0 0 0 0,0 0 0 0 0,1 0 0 0 0,0 1 0 0 0,4 19 0 0 0,-2-24-28 0 0,0 0 0 0 0,0-1 0 0 0,1 1 0 0 0,0 0 0 0 0,1-1 0 0 0,-1 0 0 0 0,1 0 0 0 0,1 0 0 0 0,0 0 0 0 0,-1-1 0 0 0,2 1 0 0 0,-1-1 0 0 0,1-1 0 0 0,11 10 0 0 0,-5-6-5 0 0,0-1 1 0 0,0-1-1 0 0,0 0 1 0 0,1-1-1 0 0,0 0 1 0 0,1 0-1 0 0,19 4 1 0 0,-12-6-2 0 0,-1 0 1 0 0,1-1-1 0 0,-1-1 1 0 0,32-2-1 0 0,8-5-4 0 0,0-3 0 0 0,91-25 0 0 0,-131 28 13 0 0,25-5-39 0 0,0-3 0 0 0,-1-1-1 0 0,46-22 1 0 0,-76 29 33 0 0,0 0 0 0 0,0-2 0 0 0,-1 1 0 0 0,0-1-1 0 0,0-1 1 0 0,-1-1 0 0 0,-1 0 0 0 0,1 0 0 0 0,-2-1 0 0 0,0 0 0 0 0,0-1 0 0 0,13-23 0 0 0,-16 23-11 0 0,-1-1 0 0 0,0 0 0 0 0,-1-1 0 0 0,-1 1 0 0 0,0-1 0 0 0,-1 0 0 0 0,0 0 0 0 0,-2 0 1 0 0,1-1-1 0 0,-2 1 0 0 0,0 0 0 0 0,-1 0 0 0 0,0 0 0 0 0,-2-1 0 0 0,1 1 0 0 0,-2 1 0 0 0,0-1 0 0 0,-1 0 1 0 0,0 1-1 0 0,-1 0 0 0 0,-1 0 0 0 0,0 1 0 0 0,0 0 0 0 0,-2 0 0 0 0,0 0 0 0 0,0 1 0 0 0,-13-12 0 0 0,9 12-124 0 0,0 1 0 0 0,0 1 0 0 0,-1 0 0 0 0,0 1 0 0 0,0 0 0 0 0,-1 1 0 0 0,-26-9 0 0 0,22 10-467 0 0,-1 1 1 0 0,0 1 0 0 0,0 1-1 0 0,0 0 1 0 0,-36-1 0 0 0,26 6-1339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7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3679 0 0,'2'1'11047'0'0,"0"1"-9961"0"0,-1-1 0 0 0,1 0 0 0 0,-1 1 1 0 0,1-1-1 0 0,-1 1 0 0 0,0 0 0 0 0,1-1 0 0 0,-1 1 1 0 0,1 3-1 0 0,8 22 2968 0 0,-6-8-3731 0 0,0 22 0 0 0,-2-28 641 0 0,7 94-68 0 0,-4-37-588 0 0,19 93-1 0 0,-18-134-310 0 0,17 65 17 0 0,-20-83-25 0 0,1 0 0 0 0,1 0 1 0 0,-1-1-1 0 0,2 0 0 0 0,-1 0 1 0 0,10 11-1 0 0,-13-20-209 0 0,-1 1 0 0 0,1-1 0 0 0,0 0 0 0 0,0 0 0 0 0,0 0 1 0 0,0-1-1 0 0,1 1 0 0 0,-1 0 0 0 0,0-1 0 0 0,0 1 0 0 0,0-1 0 0 0,1 0 0 0 0,-1 0 0 0 0,0 1 0 0 0,0-2 0 0 0,5 1 0 0 0,13-2-1885 0 0,5-3-79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7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16127 0 0,'0'0'1242'0'0,"-1"2"-812"0"0,-10 14 3250 0 0,-1 0-1 0 0,-14 14 1 0 0,11-13-2057 0 0,-16 25 0 0 0,19-25-1556 0 0,2 1-1 0 0,0 1 0 0 0,1 0 0 0 0,0 0 0 0 0,-8 35 1 0 0,15-46-42 0 0,0 1 0 0 0,1 0 0 0 0,0 0-1 0 0,1-1 1 0 0,0 1 0 0 0,0 0 0 0 0,2 9 0 0 0,-1-12-18 0 0,0-1 1 0 0,1 1-1 0 0,0 0 0 0 0,0-1 0 0 0,0 1 0 0 0,1-1 0 0 0,-1 0 0 0 0,1 0 1 0 0,1 0-1 0 0,-1 0 0 0 0,7 6 0 0 0,-6-6-7 0 0,1-1 0 0 0,0 0 0 0 0,0-1 0 0 0,1 1 0 0 0,-1-1 0 0 0,1 0 0 0 0,-1 0 0 0 0,1-1 0 0 0,0 1 0 0 0,11 1 0 0 0,-1 0 0 0 0,0-1 0 0 0,-1-1 0 0 0,19 0 0 0 0,10-2-35 0 0,75-11 1 0 0,41-16-188 0 0,-31 3-83 0 0,-81 19-3028 0 0,-30 5-7106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91 14743 0 0,'-20'-8'808'0'0,"-28"-8"0"0"0,23 9-344 0 0,5-1 2773 0 0,3-5 6737 0 0,20 12-8696 0 0,4-3-1141 0 0,0 0 0 0 0,1 1 0 0 0,0 0 0 0 0,0 0 0 0 0,0 1 0 0 0,13-3 0 0 0,53-2 93 0 0,-55 5-148 0 0,185-2 78 0 0,-112 4-136 0 0,1822 2-24 0 0,-1230 10 0 0 0,-570-8 0 0 0,409 2 0 0 0,-515-6 0 0 0,9 0 0 0 0,30-5 0 0 0,-37 2-51 0 0,-26 5-2998 0 0,2 3-7627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44 167 4143 0 0,'4'-34'-680'0'0,"-3"1"3402"0"0,2-9 5022 0 0,3 1 4309 0 0,-2 25-8367 0 0,-5 29 3 0 0,0 6-4284 0 0,-41 477 600 0 0,25-255-5 0 0,18-225-13 0 0,2-2-142 0 0,-2-13 53 0 0,-1 1 0 0 0,1-1 0 0 0,0 0-1 0 0,0 1 1 0 0,0-1 0 0 0,0 0 0 0 0,0 0 0 0 0,0 0 0 0 0,0 0-1 0 0,0 0 1 0 0,0 0 0 0 0,1 0 0 0 0,-1-1 0 0 0,0 1 0 0 0,1 0 0 0 0,-1-1-1 0 0,0 1 1 0 0,1-1 0 0 0,-1 1 0 0 0,3 0 0 0 0,1 0-495 0 0,1-1 0 0 0,0 1 0 0 0,-1-1 1 0 0,8 0-1 0 0,12-3-2130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9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12895 0 0,'2'-1'998'0'0,"28"-8"74"0"0,-1-6 5779 0 0,-1 2-1597 0 0,-12 7-4104 0 0,5-2-77 0 0,0 0 0 0 0,31-5 0 0 0,132-14-1264 0 0,-59 18-3155 0 0,-91 7 1355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4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77 17503 0 0,'-2'-1'171'0'0,"1"0"0"0"0,-1 0 0 0 0,1 0 0 0 0,-1 0 0 0 0,1 0 0 0 0,-1 0 0 0 0,0 0 0 0 0,1 0 0 0 0,-1 0 0 0 0,0 1 0 0 0,0-1 0 0 0,-4 0 1488 0 0,6 1-1497 0 0,-1 0 0 0 0,1 0 0 0 0,0 0 0 0 0,0 0 1 0 0,-1 0-1 0 0,1 0 0 0 0,0 0 0 0 0,0 0 0 0 0,-1 0 0 0 0,1 0 0 0 0,0 1 0 0 0,0-1 1 0 0,-2 1 1782 0 0,1-1-1783 0 0,1 1 0 0 0,0-1 1 0 0,0 0-1 0 0,0 0 0 0 0,0 0 0 0 0,0 1 0 0 0,0-1 0 0 0,0 0 0 0 0,-1 0 1 0 0,1 1-1 0 0,0-1 0 0 0,0 0 0 0 0,0 0 0 0 0,0 1 0 0 0,-2 9 1581 0 0,2-10-1906 0 0,-1 13 539 0 0,0 0-1 0 0,1 0 1 0 0,1 1 0 0 0,0-1-1 0 0,0 0 1 0 0,6 19 0 0 0,-1-11-352 0 0,0 0 1 0 0,2 0-1 0 0,11 21 1 0 0,-13-27-25 0 0,11 19 0 0 0,-12-28-12 0 0,-4-6 2 0 0,0 1-1 0 0,1-1 1 0 0,-1 0 0 0 0,0 0-1 0 0,1 0 1 0 0,-1 0 0 0 0,1 0-1 0 0,-1 0 1 0 0,0 0 0 0 0,1 0-1 0 0,-1 0 1 0 0,0 0 0 0 0,1-1-1 0 0,-1 1 1 0 0,2-1 0 0 0,1-1-35 0 0,0 0 0 0 0,-1 0 0 0 0,1 0 0 0 0,0 0 0 0 0,-1 0 0 0 0,1-1 1 0 0,-1 0-1 0 0,0 1 0 0 0,0-1 0 0 0,4-5 0 0 0,3-4-81 0 0,12-21-1 0 0,-9 13 12 0 0,30-52-25 0 0,9-10-109 0 0,-43 70 222 0 0,0 0 1 0 0,1 1 0 0 0,1 0-1 0 0,17-14 1 0 0,-22 20 68 0 0,1 0-1 0 0,-1 1 1 0 0,1 0-1 0 0,-1 0 1 0 0,10-4-1 0 0,-15 9-10 0 0,1-1 0 0 0,-1 0 0 0 0,1 1 0 0 0,-1-1 0 0 0,1 1 0 0 0,-1-1 0 0 0,1 1 0 0 0,-1-1 0 0 0,1 1 0 0 0,-1 0 0 0 0,0 0 0 0 0,1 0 0 0 0,-1 0 0 0 0,0 0 0 0 0,0 0 0 0 0,1 2 0 0 0,-1-3 4 0 0,3 4 42 0 0,-1 0-1 0 0,1 0 1 0 0,-1 1 0 0 0,0-1 0 0 0,-1 1 0 0 0,1-1-1 0 0,-1 1 1 0 0,0 0 0 0 0,0 0 0 0 0,0 0 0 0 0,1 7-1 0 0,1 8 104 0 0,2 32-1 0 0,-6-44-142 0 0,10 247 77 0 0,-16 1-44 0 0,2-148-62 0 0,4 220-8 0 0,2-141 0 0 0,-2-167 0 0 0,-7 39 0 0 0,5-52-48 0 0,-1-10-70 0 0,0-7-173 0 0,1-1-1445 0 0,2-1-5638 0 0,0 0-2595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9671 0 0,'1'-5'17612'0'0,"-2"31"-14831"0"0,1-3-1819 0 0,0 18-722 0 0,2 0 1 0 0,3 0-1 0 0,1-1 1 0 0,1 1 0 0 0,3-1-1 0 0,18 51 1 0 0,-23-80-235 0 0,-1 0 1 0 0,2 0 0 0 0,-1-1 0 0 0,2 0-1 0 0,11 16 1 0 0,-13-21-493 0 0,-1 0-1 0 0,1 0 1 0 0,1-1 0 0 0,7 6-1 0 0,-7-6-1069 0 0,0-1-1 0 0,-1 0 0 0 0,1 0 0 0 0,0-1 1 0 0,8 2-1 0 0,6 2-7486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3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 22663 0 0,'0'0'1036'0'0,"-9"-2"344"0"0,7 3-1336 0 0,-1-1 0 0 0,1 0 0 0 0,-1 1 0 0 0,1-1 0 0 0,-1 1 0 0 0,1 0 0 0 0,0 0 0 0 0,0 0 0 0 0,-1 0 0 0 0,1 0 0 0 0,0 0 1 0 0,-4 4-1 0 0,-22 22 2215 0 0,14-13-1179 0 0,1-1-609 0 0,0 0 0 0 0,2 0 0 0 0,0 1-1 0 0,0 1 1 0 0,-11 21 0 0 0,18-31-436 0 0,1 1 1 0 0,0 0-1 0 0,1 0 0 0 0,0 0 1 0 0,0 0-1 0 0,0 1 0 0 0,1-1 1 0 0,-1 0-1 0 0,2 1 0 0 0,-1-1 0 0 0,1 1 1 0 0,0-1-1 0 0,0 1 0 0 0,0-1 1 0 0,1 1-1 0 0,0-1 0 0 0,1 1 1 0 0,2 6-1 0 0,-2-8-38 0 0,0-1-1 0 0,1 0 1 0 0,0 0 0 0 0,0 0 0 0 0,0-1-1 0 0,0 1 1 0 0,1-1 0 0 0,-1 1-1 0 0,1-1 1 0 0,0 0 0 0 0,0-1-1 0 0,0 1 1 0 0,1-1 0 0 0,-1 1 0 0 0,0-1-1 0 0,1 0 1 0 0,-1-1 0 0 0,10 3-1 0 0,4 0-78 0 0,1-1 0 0 0,-1 0-1 0 0,31 0 1 0 0,-29-2-12 0 0,1-2 1 0 0,-1 0-1 0 0,0-1 1 0 0,1 0-1 0 0,-1-2 0 0 0,-1-1 1 0 0,1 0-1 0 0,0-2 1 0 0,23-10-1 0 0,-39 15 76 0 0,1-1 0 0 0,-1 1 0 0 0,0-1 0 0 0,0 0 0 0 0,0 0 0 0 0,-1-1 0 0 0,1 1 1 0 0,-1-1-1 0 0,1 1 0 0 0,-1-1 0 0 0,0 0 0 0 0,-1 0 0 0 0,4-6 0 0 0,-5 6 18 0 0,0 1 1 0 0,1 0-1 0 0,-2-1 1 0 0,1 1-1 0 0,0-1 1 0 0,-1 0-1 0 0,1 1 0 0 0,-1-1 1 0 0,0 1-1 0 0,0-1 1 0 0,-1 0-1 0 0,1 1 1 0 0,-1-1-1 0 0,0 1 1 0 0,0-1-1 0 0,0 1 0 0 0,0-1 1 0 0,-3-4-1 0 0,-1-1 17 0 0,0 1-1 0 0,-1-1 0 0 0,0 1 0 0 0,0 0 0 0 0,-1 1 0 0 0,0-1 1 0 0,0 1-1 0 0,-1 1 0 0 0,-12-9 0 0 0,-4-1-64 0 0,0 2 1 0 0,-31-14-1 0 0,42 22-552 0 0,-39-17 590 0 0,25 16-2577 0 0,0 6-4581 0 0,8 4-1691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0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5983 0 0,'-12'3'536'0'0,"7"-3"-432"0"0,-2 0-104 0 0,0 0-2640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17 25511 0 0,'0'0'1168'0'0,"-16"0"432"0"0,8 0 1511 0 0,130-6-2046 0 0,-44 1-1403 0 0,37 0-512 0 0,-95 5-4203 0 0,37 7 1 0 0,-40-4-4071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68 14279 0 0,'-2'0'1103'0'0,"-13"7"10469"0"0,17-8-10466 0 0,40-11-128 0 0,63-11-1 0 0,47 2-765 0 0,-152 21-212 0 0,135-14-2129 0 0,-84 11 982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65 154 17047 0 0,'-1'0'23'0'0,"-12"-3"585"0"0,0 1 1 0 0,-13-5-1 0 0,25 6-412 0 0,0 1 0 0 0,1 0 0 0 0,-1 0-1 0 0,0-1 1 0 0,0 1 0 0 0,0-1 0 0 0,1 1-1 0 0,-1 0 1 0 0,0-1 0 0 0,1 0 0 0 0,-1 1-1 0 0,0-1 1 0 0,0 0 0 0 0,1 1-57 0 0,0-1 0 0 0,0 1 0 0 0,0 0-1 0 0,0 0 1 0 0,0 0 0 0 0,0-1 0 0 0,0 1 0 0 0,0 0 0 0 0,0 0 0 0 0,0 0 0 0 0,0-1-1 0 0,0 1 1 0 0,0 0 0 0 0,0 0 0 0 0,0 0 0 0 0,0-1 0 0 0,0 1 0 0 0,0 0-1 0 0,0 0 1 0 0,0 0 0 0 0,0-1 0 0 0,1 0 833 0 0,0 1-833 0 0,-1 0 0 0 0,15-8 4657 0 0,-14 8-5495 0 0,28-9 1289 0 0,0 1 1 0 0,0 1-1 0 0,38-3 0 0 0,-16 2-434 0 0,271-26 52 0 0,-182 28-204 0 0,395-12-4 0 0,-273 14 0 0 0,513-6 0 0 0,-556 4-537 0 0,-194 7-2681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4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 15663 0 0,'0'0'719'0'0,"-1"-1"-20"0"0,-10-7 7967 0 0,10 14-5241 0 0,-4 4-2477 0 0,1 0-594 0 0,-9 39-59 0 0,2 0 1 0 0,-6 77 0 0 0,6 102 782 0 0,4-66-750 0 0,6-126-774 0 0,0-1-1 0 0,2 0 1 0 0,7 40 0 0 0,-8-74 178 0 0,1 1 0 0 0,-1-1 0 0 0,0 0 1 0 0,1 1-1 0 0,-1-1 0 0 0,1 0 0 0 0,-1 1 1 0 0,1-1-1 0 0,0 0 0 0 0,-1 0 0 0 0,3 2 0 0 0,5 5-1581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4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14279 0 0,'2'0'8461'0'0,"6"0"-7540"0"0,1 0 0 0 0,-1-1 0 0 0,1 0 0 0 0,-1 0 0 0 0,0-1-1 0 0,1 0 1 0 0,-1-1 0 0 0,11-4 0 0 0,19-5 818 0 0,7 0-1985 0 0,254-58-10306 0 0,-275 66 1094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4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 8287 0 0,'-1'-1'639'0'0,"-22"0"-1192"0"0,20 1 1533 0 0,0 0 0 0 0,0 1 0 0 0,1-1 0 0 0,-1 1 0 0 0,0 0 0 0 0,0 0 0 0 0,1 0 0 0 0,-5 2 0 0 0,4-1 521 0 0,0 0 0 0 0,0 0 0 0 0,0 0-1 0 0,1 0 1 0 0,-1 1 0 0 0,-3 5 0 0 0,-8 12 943 0 0,0 7-2069 0 0,0 2 0 0 0,1 0 0 0 0,2 0-1 0 0,1 1 1 0 0,2 0 0 0 0,-9 56 0 0 0,16-77-375 0 0,1 0 0 0 0,-1 0 0 0 0,2-1 0 0 0,-1 1 0 0 0,1 0 0 0 0,1 0 0 0 0,-1-1 0 0 0,1 1 0 0 0,1-1 0 0 0,0 0 0 0 0,0 1 0 0 0,4 7 0 0 0,-4-12 0 0 0,0 1 0 0 0,0-1 0 0 0,0 1 0 0 0,0-1 0 0 0,1 0 0 0 0,-1 0 0 0 0,1-1 0 0 0,0 1 0 0 0,1-1 0 0 0,-1 1 0 0 0,0-1 0 0 0,1-1 0 0 0,0 1 0 0 0,0-1 0 0 0,0 0 0 0 0,0 0 0 0 0,0 0 0 0 0,0 0 0 0 0,0-1 0 0 0,8 1 0 0 0,1-1-14 0 0,0 0 0 0 0,0-1 1 0 0,0-1-1 0 0,0 0 0 0 0,0-1 0 0 0,0 0 0 0 0,0-1 0 0 0,-1-1 1 0 0,1 0-1 0 0,15-8 0 0 0,-20 9 3 0 0,-1-1 0 0 0,1-1 1 0 0,-1 0-1 0 0,-1 0 0 0 0,1-1 0 0 0,-1 0 0 0 0,0 0 0 0 0,0 0 1 0 0,-1-1-1 0 0,1 0 0 0 0,-1 0 0 0 0,-1-1 0 0 0,0 0 0 0 0,0 0 1 0 0,0 0-1 0 0,3-10 0 0 0,-4 6-22 0 0,-2 1 0 0 0,1-1 0 0 0,-1 0 0 0 0,-1 0 0 0 0,0 0 0 0 0,0 0 0 0 0,-2 0-1 0 0,1 0 1 0 0,-1 0 0 0 0,-1 0 0 0 0,0 0 0 0 0,-1 0 0 0 0,0 1 0 0 0,-10-21 0 0 0,9 23-301 0 0,-1 0 0 0 0,0 1 0 0 0,-1 0-1 0 0,0 0 1 0 0,0 0 0 0 0,0 1 0 0 0,-1 0 0 0 0,0 0 0 0 0,-1 1 0 0 0,0 0-1 0 0,0 0 1 0 0,-9-5 0 0 0,1 4-1458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1 353 14279 0 0,'1'1'1103'0'0,"-1"0"-1078"0"0,1 0 0 0 0,-1-1 0 0 0,0 1 1 0 0,1-1-1 0 0,-1 1 0 0 0,1 0 0 0 0,-1-1 0 0 0,0 1 1 0 0,0-1-1 0 0,1 1 0 0 0,-1 0 0 0 0,0 0 0 0 0,0-1 0 0 0,0 1 1 0 0,0 0-1 0 0,0-1 0 0 0,0 1 0 0 0,0 0 0 0 0,0 0 1 0 0,0-1-1 0 0,0 1 0 0 0,0 1 0 0 0,-1 1 283 0 0,1 13 5717 0 0,5 29 1 0 0,-2-33-5240 0 0,0 1 1 0 0,7 20-1 0 0,-5-26-1677 0 0,5-3-6162 0 0,-8-4 5592 0 0,11 4-7702 0 0</inkml:trace>
  <inkml:trace contextRef="#ctx0" brushRef="#br0" timeOffset="1">356 105 25511 0 0,'0'0'2313'0'0,"3"-7"-1858"0"0,0 3-280 0 0,0 0 1 0 0,0 1-1 0 0,1-1 0 0 0,-1 1 1 0 0,1 0-1 0 0,-1 0 0 0 0,1 0 1 0 0,0 1-1 0 0,9-5 0 0 0,4-1 913 0 0,20-6 0 0 0,-31 12-1018 0 0,90-28 359 0 0,-86 27-422 0 0,0 2 0 0 0,0-1-1 0 0,1 1 1 0 0,-1 0-1 0 0,0 1 1 0 0,0 1 0 0 0,18 2-1 0 0,-25-3-5 0 0,-1 1-1 0 0,0-1 0 0 0,0 1 1 0 0,0 0-1 0 0,1 0 1 0 0,-1 0-1 0 0,0 0 0 0 0,0 0 1 0 0,0 0-1 0 0,-1 1 0 0 0,1-1 1 0 0,0 1-1 0 0,0-1 1 0 0,-1 1-1 0 0,1 0 0 0 0,-1-1 1 0 0,2 3-1 0 0,-1 0 0 0 0,-1-1 0 0 0,1 0 0 0 0,-1 1 1 0 0,0-1-1 0 0,0 1 0 0 0,0-1 0 0 0,0 1 0 0 0,-1-1 0 0 0,1 1 1 0 0,-1 3-1 0 0,-1 6-1 0 0,0 0 1 0 0,0 0 0 0 0,-2-1 0 0 0,1 1-1 0 0,-6 12 1 0 0,-29 82-8 0 0,-57 113 0 0 0,84-200-154 0 0,-26 65-2355 0 0,31-69 1260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5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0 391 14279 0 0,'7'-6'1486'0'0,"9"-6"975"0"0,1 1 0 0 0,1 0 0 0 0,-1 1 0 0 0,37-14 1 0 0,-41 18-2795 0 0,218-73 2039 0 0,-216 75-1642 0 0,440-163-1821 0 0,-429 156 1483 0 0,-13 7 198 0 0,-1-2 0 0 0,1 0 0 0 0,-1 0 0 0 0,11-9-1 0 0,-21 14 340 0 0,-16-7 958 0 0,7 6-1003 0 0,0 1-1 0 0,0 1 1 0 0,0-1-1 0 0,1 1 0 0 0,-1 0 1 0 0,0 1-1 0 0,0-1 1 0 0,0 1-1 0 0,0 1 1 0 0,1-1-1 0 0,-10 5 0 0 0,-4 1 31 0 0,0 2 1 0 0,-24 14-1 0 0,36-18-213 0 0,0 0 1 0 0,0 0-1 0 0,1 0 1 0 0,-1 1-1 0 0,2 0 1 0 0,-1 1-1 0 0,1 0 1 0 0,-1 0-1 0 0,2 0 1 0 0,-10 15-1 0 0,13-18-18 0 0,0 1 0 0 0,0-1 1 0 0,0 0-1 0 0,1 1 0 0 0,0 0 0 0 0,0-1 0 0 0,0 1 0 0 0,0-1 0 0 0,1 1 0 0 0,0 0 0 0 0,0 0 1 0 0,0-1-1 0 0,0 1 0 0 0,1 0 0 0 0,0-1 0 0 0,0 1 0 0 0,0-1 0 0 0,0 1 0 0 0,1-1 1 0 0,0 1-1 0 0,0-1 0 0 0,0 0 0 0 0,3 5 0 0 0,1-1-14 0 0,0 0 0 0 0,1-1 0 0 0,-1 1-1 0 0,2-1 1 0 0,-1-1 0 0 0,1 1 0 0 0,0-1 0 0 0,13 8 0 0 0,11 3 0 0 0,34 15 0 0 0,-31-16-3 0 0,4 1 0 0 0,-2 0 0 0 0,-1 1 0 0 0,0 1 0 0 0,38 28 0 0 0,-51-24 0 0 0,-23-23 0 0 0,1 1 0 0 0,0 0 0 0 0,-1-1 0 0 0,1 1 0 0 0,-1 0 0 0 0,1 0 0 0 0,-1 0 0 0 0,1 0 0 0 0,-1 0 0 0 0,0-1 0 0 0,1 1 0 0 0,-1 0 0 0 0,0 2 0 0 0,-3 2 0 0 0,3-5 0 0 0,-2 3-2 0 0,0-1-1 0 0,0 1 1 0 0,0-1 0 0 0,0 0-1 0 0,-1 0 1 0 0,1 0 0 0 0,0 0-1 0 0,-1-1 1 0 0,1 1-1 0 0,-1 0 1 0 0,0-1 0 0 0,0 0-1 0 0,0 0 1 0 0,1 0 0 0 0,-1 0-1 0 0,-6 1 1 0 0,-1 0-8 0 0,-1-1 0 0 0,1 0 0 0 0,-18 0 0 0 0,-22-3-415 0 0,-76-14 0 0 0,51-2-9204 0 0,42 8 60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1011 11519 0 0,'6'-7'413'0'0,"0"0"-1"0"0,0 0 1 0 0,14-11 0 0 0,-8 10 1560 0 0,-1 0 0 0 0,1 1 0 0 0,26-12 0 0 0,43-10 6499 0 0,-26 14-5792 0 0,-9 3-4083 0 0,124-28 1534 0 0,-94 25-1053 0 0,-42 8-728 0 0,1 1-473 0 0</inkml:trace>
  <inkml:trace contextRef="#ctx0" brushRef="#br0" timeOffset="1">1124 7 25111 0 0,'0'0'2276'0'0,"2"0"-1876"0"0,10-3 101 0 0,1 2 0 0 0,-1-1 0 0 0,1 2 0 0 0,-1 0 0 0 0,1 0 0 0 0,15 3-1 0 0,26 0 286 0 0,184-6-361 0 0,-211 3-2126 0 0,34 4 0 0 0,-48-1-5499 0 0,-1 3-2239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8751 0 0,'0'0'674'0'0,"2"1"-438"0"0,6 3 3066 0 0,1-1 1 0 0,14 5-1 0 0,21 0 2586 0 0,47-4-1673 0 0,-40-2-3540 0 0,71 0 249 0 0,45 4-966 0 0,-123-3-939 0 0,-4-2-379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0 26839 0 0,'0'0'3769'0'0,"0"2"-3322"0"0,-1 2-315 0 0,1 0 0 0 0,-1 1 0 0 0,0-1 0 0 0,-1 0 0 0 0,1 0 0 0 0,0 0 0 0 0,-1 0 0 0 0,-4 6 1 0 0,-22 35 213 0 0,19-31-321 0 0,-3 3-7 0 0,-1-1 0 0 0,0 0 0 0 0,-29 26 0 0 0,-53 35 54 0 0,60-50-64 0 0,9-8-14 0 0,6-4-9 0 0,1 0 0 0 0,0 1 1 0 0,1 1-1 0 0,-24 29 0 0 0,34-36 15 0 0,7-7-1 0 0,-1 6 13 0 0,4-7 33 0 0,10 3-42 0 0,0 0-1 0 0,0-1 1 0 0,0-1-1 0 0,1 0 1 0 0,-1 0-1 0 0,1-1 1 0 0,17 0 0 0 0,95-5 0 0 0,-86 0-3 0 0,240-17-1309 0 0,-247 21-577 0 0,-11 1-6308 0 0,-8 0-1025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17503 0 0,'0'0'1588'0'0,"1"2"-1304"0"0,4 6 1185 0 0,0 0 1 0 0,-1 0-1 0 0,0 1 0 0 0,4 12 0 0 0,-4-8-228 0 0,-1 1 0 0 0,2 18 0 0 0,-2 8-452 0 0,-3 45 1 0 0,0-18-335 0 0,1-36-527 0 0,-1 23-249 0 0,3 0 0 0 0,17 96 0 0 0,-19-147 16 0 0,-1 1 0 0 0,1-1 1 0 0,0 0-1 0 0,0 0 0 0 0,1 0 0 0 0,-1 0 1 0 0,1 0-1 0 0,0 0 0 0 0,-1 0 0 0 0,1 0 1 0 0,3 3-1 0 0,3 1-2234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7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 25799 0 0,'-8'-1'1252'0'0,"4"1"-1104"0"0,0 1 0 0 0,1 0 0 0 0,-1 0-1 0 0,1 0 1 0 0,-1 0 0 0 0,1 0 0 0 0,-1 1 0 0 0,1 0 0 0 0,0 0 0 0 0,-6 3-1 0 0,-28 26-94 0 0,20-14 650 0 0,0 0 0 0 0,1 1 1 0 0,-22 33-1 0 0,33-44-619 0 0,0 1 0 0 0,1 0 0 0 0,0 0 0 0 0,0 1 0 0 0,1-1 0 0 0,0 1 1 0 0,1 0-1 0 0,-1-1 0 0 0,2 1 0 0 0,-1 0 0 0 0,1 0 0 0 0,1 17 0 0 0,0-22-81 0 0,1 0-1 0 0,-1 0 1 0 0,1 0-1 0 0,0-1 1 0 0,0 1-1 0 0,1 0 0 0 0,-1 0 1 0 0,1-1-1 0 0,0 1 1 0 0,0-1-1 0 0,0 1 1 0 0,5 5-1 0 0,-3-5 3 0 0,1 0 1 0 0,-1 0-1 0 0,1 0 1 0 0,0-1-1 0 0,-1 1 1 0 0,2-1-1 0 0,9 4 1 0 0,1-1 3 0 0,0-1 0 0 0,0 0 0 0 0,0-1 1 0 0,1-1-1 0 0,19 1 0 0 0,-11-2-80 0 0,1-1-1 0 0,-1-2 1 0 0,0 0-1 0 0,28-6 1 0 0,-36 4 15 0 0,0-1 0 0 0,0 0 1 0 0,-1-2-1 0 0,0 0 0 0 0,0 0 1 0 0,-1-2-1 0 0,15-8 0 0 0,-22 11-1 0 0,0-1 0 0 0,-1 1 0 0 0,0-1-1 0 0,0-1 1 0 0,-1 1 0 0 0,0-1 0 0 0,9-11-1 0 0,-13 14 39 0 0,1 0-1 0 0,-1 0 1 0 0,0-1-1 0 0,0 1 0 0 0,-1 0 1 0 0,1-1-1 0 0,-1 1 0 0 0,0-1 1 0 0,0 1-1 0 0,0-1 0 0 0,-1 1 1 0 0,1-1-1 0 0,-1 0 0 0 0,0 1 1 0 0,-1-1-1 0 0,0-7 0 0 0,-1 5-121 0 0,1 1 0 0 0,-1 0-1 0 0,0-1 1 0 0,-1 1 0 0 0,1 0-1 0 0,-1 0 1 0 0,0 0 0 0 0,-1 0-1 0 0,0 1 1 0 0,1-1 0 0 0,-2 1-1 0 0,1 0 1 0 0,-1 0 0 0 0,1 0-1 0 0,-1 1 1 0 0,-1 0 0 0 0,1 0-1 0 0,-1 0 1 0 0,1 1 0 0 0,-9-5-1 0 0,-2 0-1463 0 0,1-1-355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27871 0 0,'0'0'2801'0'0,"1"1"-2565"0"0,3 1-184 0 0,0 1-1 0 0,0 0 0 0 0,0 0 1 0 0,-1 0-1 0 0,1 0 0 0 0,-1 1 1 0 0,0 0-1 0 0,0-1 0 0 0,0 1 1 0 0,-1 0-1 0 0,1 0 0 0 0,-1 0 1 0 0,0 1-1 0 0,3 7 0 0 0,1 9 254 0 0,0 0 0 0 0,3 21 1 0 0,-6-29-358 0 0,14 71 223 0 0,18 97-102 0 0,-27-130-113 0 0,1 81 0 0 0,-10-121-692 0 0,1-1 0 0 0,-4 17 0 0 0</inkml:trace>
  <inkml:trace contextRef="#ctx0" brushRef="#br0" timeOffset="1">462 260 11975 0 0,'-9'-2'1244'0'0,"-10"3"-511"0"0,10 1 2208 0 0,0 0 1 0 0,0 1-1 0 0,-11 5 0 0 0,11-4-1346 0 0,-13 6-876 0 0,1 2 0 0 0,1 0 0 0 0,0 1 0 0 0,0 1 0 0 0,1 1 0 0 0,-19 20-1 0 0,29-27-688 0 0,1 0-1 0 0,0 1 0 0 0,1 0 0 0 0,0 0 0 0 0,0 0 0 0 0,1 1 1 0 0,0 0-1 0 0,-8 22 0 0 0,13-30-29 0 0,0 0 1 0 0,1 1-1 0 0,-1-1 1 0 0,1 1-1 0 0,-1-1 1 0 0,1 1-1 0 0,0-1 1 0 0,0 1-1 0 0,0-1 1 0 0,1 0-1 0 0,-1 1 0 0 0,1-1 1 0 0,-1 1-1 0 0,1-1 1 0 0,0 0-1 0 0,1 5 1 0 0,0-4-3 0 0,0 0 0 0 0,0 0 0 0 0,1-1 1 0 0,-1 1-1 0 0,0-1 0 0 0,1 1 0 0 0,0-1 1 0 0,-1 0-1 0 0,1 0 0 0 0,5 3 0 0 0,3 0-35 0 0,-1 0 0 0 0,1-1 0 0 0,-1 0 0 0 0,1-1-1 0 0,0-1 1 0 0,15 3 0 0 0,-1-3-599 0 0,0-1 0 0 0,1-1 1 0 0,-1-1-1 0 0,0-1 0 0 0,0-1 0 0 0,0-1 0 0 0,36-12 0 0 0,-13 1-1029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5:5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11 24559 0 0,'-4'-3'143'0'0,"3"2"-26"0"0,0 0 1 0 0,0 1 0 0 0,0-1-1 0 0,-1 0 1 0 0,1 1 0 0 0,0-1-1 0 0,-1 1 1 0 0,1-1 0 0 0,0 1-1 0 0,-1 0 1 0 0,1-1 0 0 0,-1 1-1 0 0,1 0 1 0 0,-1 0 0 0 0,1 0-1 0 0,0 0 1 0 0,-1 0 0 0 0,1 0-1 0 0,-1 1 1 0 0,1-1-1 0 0,-1 0 1 0 0,1 1 0 0 0,0-1-1 0 0,-3 2 1 0 0,3-2 766 0 0,0 2-683 0 0,1 0 0 0 0,-1 0 0 0 0,0-1 0 0 0,1 1-1 0 0,-1 0 1 0 0,1 0 0 0 0,0 0 0 0 0,-1 3 0 0 0,2 0 7 0 0,0 1 0 0 0,-1 0 0 0 0,2-1 0 0 0,-1 1 0 0 0,1-1 0 0 0,0 1 1 0 0,0-1-1 0 0,4 8 0 0 0,27 40-91 0 0,-26-41 5 0 0,14 18-46 0 0,2-1-1 0 0,1 0 1 0 0,38 34-1 0 0,92 65-89 0 0,-147-123 14 0 0,85 70 17 0 0,-81-65-15 0 0,-1 0 0 0 0,0 1 0 0 0,-1 0 1 0 0,0 1-1 0 0,-1 0 0 0 0,7 14 0 0 0,-13-23-2 0 0,-1-1 0 0 0,0 1 0 0 0,1 0 0 0 0,-1 0 0 0 0,0 0 0 0 0,-1 0 0 0 0,1 0 0 0 0,-1 0 0 0 0,1 0 0 0 0,-1 0 0 0 0,0 1 0 0 0,0-1 0 0 0,0 0 0 0 0,0 0 0 0 0,-1 0 0 0 0,1 0 0 0 0,-1 0 0 0 0,0 0 0 0 0,0 0 0 0 0,0 0 0 0 0,0 0 0 0 0,-1 0 0 0 0,1-1 0 0 0,-1 1 0 0 0,1 0 0 0 0,-1-1 0 0 0,0 1 0 0 0,0-1 0 0 0,-4 3 0 0 0,0 0 0 0 0,0 0 0 0 0,0 0 0 0 0,0-1 0 0 0,-1 0 0 0 0,0-1 0 0 0,0 1 0 0 0,0-1 0 0 0,0-1 0 0 0,-1 1 0 0 0,-14 2 0 0 0,1-2 0 0 0,0-1 0 0 0,0-1 0 0 0,-27-2 0 0 0,-64-10 0 0 0,-54-17-241 0 0,57 8-1855 0 0,80 16-5336 0 0,2 4-2455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1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19 13359 0 0,'0'0'612'0'0,"-18"-19"13011"0"0,17 25-13316 0 0,1-1 1 0 0,-1 0-1 0 0,0 0 0 0 0,-1 0 1 0 0,-1 7-1 0 0,-3 6-1 0 0,-16 84 622 0 0,-23 81-362 0 0,37-159-545 0 0,-11 37 101 0 0,-13 72 0 0 0,29-102-111 0 0,3-30 21 0 0,0-3-299 0 0,12-25-66 0 0,-2 0 1 0 0,13-57-1 0 0,-3 8-13 0 0,-7 35 266 0 0,46-142-304 0 0,-56 177 425 0 0,5-16 389 0 0,-4 19-187 0 0,-3 13-85 0 0,-1 3-121 0 0,1 0 0 0 0,0 0 0 0 0,2 0 0 0 0,-1 0 0 0 0,1-1 0 0 0,1 1 0 0 0,0-1 0 0 0,1 1 0 0 0,0-1 0 0 0,1-1 0 0 0,0 1-1 0 0,1-1 1 0 0,0 0 0 0 0,1-1 0 0 0,0 1 0 0 0,1-2 0 0 0,0 1 0 0 0,0-1 0 0 0,1 0 0 0 0,14 8 0 0 0,90 53 93 0 0,-79-50-216 0 0,-1 1 0 0 0,59 47 0 0 0,-92-68 84 0 0,-1 1 0 0 0,0-1 0 0 0,1 0 0 0 0,-1 0 0 0 0,0 0-1 0 0,1 1 1 0 0,-1-1 0 0 0,0 0 0 0 0,0 0 0 0 0,1 1 0 0 0,-1-1 0 0 0,0 0 0 0 0,0 0 0 0 0,0 1-1 0 0,1-1 1 0 0,-1 0 0 0 0,0 1 0 0 0,0-1 0 0 0,0 0 0 0 0,0 1 0 0 0,0-1 0 0 0,0 0 0 0 0,0 1 0 0 0,1-1-1 0 0,-1 0 1 0 0,0 1 0 0 0,0-1 0 0 0,0 0 0 0 0,-1 1 0 0 0,1-1 0 0 0,0 1 0 0 0,0-1 0 0 0,0 0-1 0 0,0 1 1 0 0,0-1 0 0 0,0 0 0 0 0,0 1 0 0 0,-1-1 0 0 0,1 0 0 0 0,0 0 0 0 0,0 1 0 0 0,0-1 0 0 0,-1 0-1 0 0,1 1 1 0 0,0-1 0 0 0,0 0 0 0 0,-1 0 0 0 0,1 0 0 0 0,0 1 0 0 0,0-1 0 0 0,-1 0 0 0 0,1 0-1 0 0,0 0 1 0 0,-1 0 0 0 0,1 1 0 0 0,-1-1 0 0 0,-3 3 21 0 0,0 0-1 0 0,-1-1 1 0 0,1 1-1 0 0,-1-1 1 0 0,1 0-1 0 0,-1 0 1 0 0,0 0-1 0 0,-6 0 1 0 0,-44 7 268 0 0,26-6-192 0 0,-59 7 165 0 0,-18 2-90 0 0,71-7-139 0 0,0-1 0 0 0,-41-2 0 0 0,54-1-1254 0 0,-23 4-1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1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431 137 4143 0 0,'1'-4'168'0'0,"0"-1"-1"0"0,0 1 1 0 0,-1-1-1 0 0,1 1 0 0 0,-1-1 1 0 0,-1-6-1 0 0,-5-27 9772 0 0,5 31-6844 0 0,0 4-2593 0 0,1 1 1 0 0,-1-1 0 0 0,0 1 0 0 0,0-1 0 0 0,0 1-1 0 0,0 0 1 0 0,0 0 0 0 0,0-1 0 0 0,-1 1 0 0 0,1 0 0 0 0,-1 0-1 0 0,1 0 1 0 0,-1 1 0 0 0,-3-4 0 0 0,2 3-193 0 0,0 0 0 0 0,0 0-1 0 0,0 1 1 0 0,-1-1 0 0 0,1 1 0 0 0,0-1 0 0 0,-1 1 0 0 0,1 0 0 0 0,-5 0-1 0 0,-2 0-28 0 0,0 0 0 0 0,-1 1 0 0 0,1 0 0 0 0,0 0-1 0 0,0 2 1 0 0,-12 2 0 0 0,7-1-146 0 0,0 2 0 0 0,1 0 0 0 0,-1 0 0 0 0,-21 13-1 0 0,-51 37-38 0 0,82-52-90 0 0,-5 4-2 0 0,1 0 1 0 0,0 0-1 0 0,0 1 0 0 0,1 0 1 0 0,0 0-1 0 0,1 1 0 0 0,0 0 1 0 0,-7 12-1 0 0,11-17-2 0 0,1 0-1 0 0,0 1 1 0 0,0 0-1 0 0,0-1 1 0 0,1 1-1 0 0,0 0 1 0 0,0 0-1 0 0,0-1 1 0 0,0 8-1 0 0,1-8-1 0 0,0-1 1 0 0,0 1-1 0 0,1-1 1 0 0,-1 1-1 0 0,1-1 0 0 0,0 1 1 0 0,0-1-1 0 0,1 0 1 0 0,-1 1-1 0 0,0-1 0 0 0,1 0 1 0 0,0 0-1 0 0,0 0 1 0 0,3 4-1 0 0,2 0 2 0 0,-1 0 0 0 0,2-1 0 0 0,-1 0 0 0 0,0 0 0 0 0,1 0 0 0 0,0-1 0 0 0,1 0 0 0 0,-1-1 0 0 0,1 0 0 0 0,10 4-1 0 0,13 2 21 0 0,52 10-1 0 0,-21-7 0 0 0,-27-4-7 0 0,0 2-1 0 0,-1 1 0 0 0,0 1 1 0 0,57 32-1 0 0,-89-44-8 0 0,-1 1 0 0 0,1 0 0 0 0,0 0-1 0 0,-1 0 1 0 0,1 0 0 0 0,-1 0 0 0 0,1 1 0 0 0,-1-1 0 0 0,0 1-1 0 0,0-1 1 0 0,0 1 0 0 0,-1 0 0 0 0,1 0 0 0 0,-1-1 0 0 0,1 1 0 0 0,-1 0-1 0 0,0 1 1 0 0,0-1 0 0 0,0 0 0 0 0,-1 0 0 0 0,1 0 0 0 0,-1 1 0 0 0,1-1-1 0 0,-1 0 1 0 0,0 0 0 0 0,-1 1 0 0 0,1-1 0 0 0,0 0 0 0 0,-1 0-1 0 0,0 1 1 0 0,0-1 0 0 0,0 0 0 0 0,0 0 0 0 0,0 0 0 0 0,0 0 0 0 0,-1 0-1 0 0,0 0 1 0 0,0-1 0 0 0,1 1 0 0 0,-1 0 0 0 0,-1-1 0 0 0,1 1-1 0 0,-4 2 1 0 0,-8 6 20 0 0,0-1-1 0 0,-1 0 0 0 0,0-1 1 0 0,-1 0-1 0 0,-16 5 0 0 0,2 1 1 0 0,8-4-38 0 0,-38 19-61 0 0,-85 30 0 0 0,35-24-3285 0 0,76-25-3454 0 0,-2-1-2662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0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20271 0 0,'0'0'3329'0'0,"-1"2"-2091"0"0,-10 28 502 0 0,-2 0-1 0 0,-1-1 1 0 0,-25 39 0 0 0,-63 78-2038 0 0,36-53-721 0 0,50-74-2658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4 24647 0 0,'-1'0'244'0'0,"1"-1"1"0"0,-1 1-1 0 0,0-1 0 0 0,0 1 1 0 0,0 0-1 0 0,0 0 0 0 0,0-1 1 0 0,0 1-1 0 0,0 0 0 0 0,0 0 0 0 0,0 0 1 0 0,-2 0-1 0 0,0 1-93 0 0,1 1 0 0 0,-1-1 0 0 0,0 1 0 0 0,1 0 0 0 0,-1 0 0 0 0,1 0 0 0 0,-1 0 0 0 0,1 0 0 0 0,0 0 0 0 0,0 1 0 0 0,0-1 0 0 0,0 1 0 0 0,-2 3-1 0 0,-3 7 374 0 0,-9 22 0 0 0,9-20-197 0 0,-11 23-90 0 0,-15 50 0 0 0,29-75-501 0 0,0 1 0 0 0,2-1 0 0 0,-1 1 0 0 0,2-1 0 0 0,0 1 0 0 0,0-1 1 0 0,3 28-1 0 0,3-17-731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25 25223 0 0,'-1'0'4733'0'0,"5"-1"-4393"0"0,219-13 1200 0 0,-168 8-2273 0 0,2 2-1 0 0,105 7 0 0 0,-120 6-3466 0 0,-25-4-5148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1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47 14279 0 0,'-3'-1'499'0'0,"-19"-5"13935"0"0,33 6-13240 0 0,97-5 45 0 0,-40 0-1136 0 0,73-9 149 0 0,-78 7-2322 0 0,0 1-5494 0 0,-8 4-2051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287 140 6447 0 0,'-7'-35'3021'0'0,"4"19"2532"0"0,0-1-1 0 0,-8-21 1 0 0,-3 11-4384 0 0,14 26-1123 0 0,0 1 1 0 0,-1-1-1 0 0,1 1 0 0 0,-1-1 1 0 0,1 1-1 0 0,-1-1 1 0 0,0 1-1 0 0,1 0 0 0 0,-1-1 1 0 0,1 1-1 0 0,-1 0 0 0 0,0-1 1 0 0,1 1-1 0 0,-1 0 0 0 0,1 0 1 0 0,-1 0-1 0 0,0-1 0 0 0,1 1 1 0 0,-1 0-1 0 0,0 0 0 0 0,0 0 1 0 0,1 0-1 0 0,-1 0 0 0 0,0 0 1 0 0,1 0-1 0 0,-1 1 0 0 0,0-1 1 0 0,1 0-1 0 0,-1 0 0 0 0,0 0 1 0 0,1 1-1 0 0,-1-1 1 0 0,0 1-1 0 0,-1 0 5 0 0,-1 0 0 0 0,1 1 0 0 0,0-1 0 0 0,0 1 0 0 0,0-1 0 0 0,0 1 0 0 0,-2 2 0 0 0,-3 6 36 0 0,0 0-1 0 0,0 0 1 0 0,1 1-1 0 0,0 0 1 0 0,-5 17-1 0 0,-18 61 109 0 0,28-85-182 0 0,-16 65 109 0 0,3 1-1 0 0,2 0 1 0 0,-1 84 0 0 0,16 216 400 0 0,33-6-308 0 0,19-1 104 0 0,6 52-122 0 0,-47-234-132 0 0,-13-143-43 0 0,-3 1 1 0 0,-11 65-1 0 0,10-90-10 0 0,0 1 1 0 0,-1-1-1 0 0,-1 0 0 0 0,-1 0 1 0 0,-8 15-1 0 0,12-24-7 0 0,-1 0 0 0 0,0 0 0 0 0,-1-1 0 0 0,1 1 0 0 0,-1-1 0 0 0,0 1 0 0 0,0-1 0 0 0,0 0 0 0 0,0-1 0 0 0,-1 1 0 0 0,0-1 0 0 0,0 0 0 0 0,1 0 0 0 0,-2 0 0 0 0,1-1 0 0 0,-6 3 0 0 0,8-5-74 0 0,-1 1 0 0 0,0-1 0 0 0,1 0 0 0 0,-1 0 0 0 0,1 0 0 0 0,-1 0 0 0 0,1 0 0 0 0,-1-1-1 0 0,1 0 1 0 0,-1 1 0 0 0,1-1 0 0 0,-1-1 0 0 0,1 1 0 0 0,0 0 0 0 0,0-1 0 0 0,0 0 0 0 0,-5-3 0 0 0,3 2-560 0 0,0-1 0 0 0,0-1 0 0 0,0 1 0 0 0,0-1 0 0 0,1 1 0 0 0,-1-1 0 0 0,1-1 0 0 0,-5-8 0 0 0,0-5-8583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2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70 23695 0 0,'-12'-38'2576'0'0,"11"36"-2486"0"0,0 0 1 0 0,1 1-1 0 0,-1-1 0 0 0,-1 0 0 0 0,1 0 1 0 0,0 1-1 0 0,0-1 0 0 0,0 1 1 0 0,-1-1-1 0 0,1 1 0 0 0,-1-1 0 0 0,1 1 1 0 0,-1 0-1 0 0,0 0 0 0 0,1 0 0 0 0,-1 0 1 0 0,0 0-1 0 0,0 0 0 0 0,0 0 1 0 0,0 1-1 0 0,0-1 0 0 0,0 1 0 0 0,0-1 1 0 0,0 1-1 0 0,0 0 0 0 0,-3 0 0 0 0,1 0 82 0 0,0 0 1 0 0,0 0-1 0 0,-1 1 0 0 0,1 0 0 0 0,0 0 0 0 0,0 0 0 0 0,0 0 0 0 0,0 1 0 0 0,0 0 0 0 0,0 0 0 0 0,0 0 0 0 0,0 0 0 0 0,1 0 0 0 0,-7 6 0 0 0,-4 4-40 0 0,0 1 0 0 0,-12 16 0 0 0,12-14 74 0 0,-22 25 104 0 0,-46 66 0 0 0,78-100-297 0 0,0 0 1 0 0,1 1-1 0 0,-1-1 1 0 0,1 1-1 0 0,1 0 0 0 0,-4 13 1 0 0,5-19-13 0 0,1 1 0 0 0,0 0 0 0 0,-1-1 0 0 0,1 1 1 0 0,0 0-1 0 0,0-1 0 0 0,0 1 0 0 0,0 0 0 0 0,0-1 0 0 0,0 1 1 0 0,1 0-1 0 0,-1-1 0 0 0,0 1 0 0 0,1-1 0 0 0,-1 1 0 0 0,1 0 1 0 0,0-1-1 0 0,0 1 0 0 0,-1-1 0 0 0,1 0 0 0 0,0 1 1 0 0,0-1-1 0 0,0 0 0 0 0,0 1 0 0 0,1-1 0 0 0,-1 0 0 0 0,0 0 1 0 0,0 0-1 0 0,1 0 0 0 0,-1 0 0 0 0,1 0 0 0 0,-1 0 0 0 0,1-1 1 0 0,-1 1-1 0 0,3 0 0 0 0,4 1-17 0 0,-1 0 0 0 0,1-1 0 0 0,0 0 0 0 0,0-1 0 0 0,0 0 0 0 0,-1 0 0 0 0,1 0 0 0 0,0-1 0 0 0,0 0 0 0 0,0-1 0 0 0,9-2 0 0 0,10-5-138 0 0,46-23 0 0 0,-51 22 82 0 0,-2 1-76 0 0,1-2 0 0 0,-1 0 0 0 0,-1-1 0 0 0,0-1 0 0 0,-1-1 0 0 0,0 0 0 0 0,29-33 0 0 0,-45 45 117 0 0,0 0 0 0 0,0-1-1 0 0,0 1 1 0 0,-1 0 0 0 0,1-1 0 0 0,-1 0 0 0 0,0 1 0 0 0,0-1-1 0 0,0 0 1 0 0,0 1 0 0 0,0-1 0 0 0,-1 0 0 0 0,1 0 0 0 0,-1 0-1 0 0,1-3 1 0 0,-2 2-17 0 0,1 1 0 0 0,-1-1 0 0 0,0 0 0 0 0,0 0 0 0 0,0 1 0 0 0,-1-1 0 0 0,1 1-1 0 0,-1-1 1 0 0,0 1 0 0 0,0 0 0 0 0,-3-4 0 0 0,-2-4-709 0 0,-2 2 1 0 0,1-1-1 0 0,-1 1 0 0 0,-1 0 1 0 0,-12-9-1 0 0,12 10-1159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505 134 16583 0 0,'-24'-27'612'0'0,"11"15"2098"0"0,0 1-1 0 0,-2 0 0 0 0,-29-17 0 0 0,5 9-869 0 0,28 14-1684 0 0,-1 0-1 0 0,0 1 0 0 0,-1 1 0 0 0,1 0 0 0 0,0 1 0 0 0,-1 0 1 0 0,0 1-1 0 0,1 0 0 0 0,-20 2 0 0 0,22 0-126 0 0,0 0-1 0 0,0 1 0 0 0,0 0 1 0 0,0 0-1 0 0,1 1 1 0 0,-1 1-1 0 0,1 0 1 0 0,-1 0-1 0 0,1 0 0 0 0,1 2 1 0 0,-1-1-1 0 0,-10 9 1 0 0,14-10-21 0 0,0 1-1 0 0,-1 0 1 0 0,2 1 0 0 0,-1-1 0 0 0,1 1 0 0 0,0 0 0 0 0,0 0-1 0 0,-3 7 1 0 0,5-9-4 0 0,0 1 0 0 0,1-1-1 0 0,0 0 1 0 0,0 0 0 0 0,0 1-1 0 0,0-1 1 0 0,1 1-1 0 0,-1-1 1 0 0,1 0 0 0 0,0 1-1 0 0,1-1 1 0 0,-1 1 0 0 0,1-1-1 0 0,1 7 1 0 0,2-1-8 0 0,-1 0 1 0 0,2-1-1 0 0,-1 1 0 0 0,1-1 1 0 0,1 0-1 0 0,-1-1 0 0 0,2 1 1 0 0,-1-1-1 0 0,1 0 0 0 0,8 7 1 0 0,11 8-24 0 0,48 33 1 0 0,-50-39 23 0 0,10 7-1 0 0,60 47-31 0 0,-84-63 32 0 0,-1 1 0 0 0,-1 0 0 0 0,1 1-1 0 0,-1 0 1 0 0,-1 0 0 0 0,0 1 0 0 0,6 13 0 0 0,-11-22 3 0 0,-1 1 0 0 0,0 0 0 0 0,0 0 0 0 0,0 0 0 0 0,0 0 0 0 0,0 0 0 0 0,-1 0 0 0 0,1 0 0 0 0,-1 0 0 0 0,0 0 0 0 0,0 0 0 0 0,0 0 0 0 0,0 0 0 0 0,-1 0 0 0 0,1 0 0 0 0,-2 3 0 0 0,1-2 0 0 0,-1 0 0 0 0,0 0 0 0 0,-1 0 0 0 0,1 0 0 0 0,-1-1 0 0 0,1 1 0 0 0,-1-1 0 0 0,0 0 0 0 0,0 0 0 0 0,-6 5 0 0 0,0-2 14 0 0,1-1-1 0 0,-1 0 1 0 0,1 0-1 0 0,-1 0 1 0 0,-1-1-1 0 0,1-1 1 0 0,-1 1-1 0 0,-11 1 1 0 0,-81 12 132 0 0,99-17-145 0 0,-18 2 21 0 0,-1-1 0 0 0,0 0 0 0 0,1-2-1 0 0,-1-1 1 0 0,-42-9 0 0 0,61 11-19 0 0,2 0-4 0 0,0 0 0 0 0,0 0 0 0 0,1 0 0 0 0,-1 0-1 0 0,0 0 1 0 0,0 0 0 0 0,0-1 0 0 0,0 1 0 0 0,1 0 0 0 0,-1-1 0 0 0,0 1 0 0 0,0 0 0 0 0,1-1-1 0 0,-1 1 1 0 0,0-1 0 0 0,0 1 0 0 0,1-1 0 0 0,-1 0 0 0 0,1 1 0 0 0,-1-1 0 0 0,0 0 0 0 0,0 0-9 0 0,1 1 1 0 0,0 0 0 0 0,-1-1 0 0 0,1 1-1 0 0,0 0 1 0 0,0-1 0 0 0,-1 1 0 0 0,1-1-1 0 0,0 1 1 0 0,0 0 0 0 0,0-1 0 0 0,-1 1-1 0 0,1-1 1 0 0,0 1 0 0 0,0 0 0 0 0,0-1-1 0 0,0 1 1 0 0,0-1 0 0 0,0 1 0 0 0,0-1 0 0 0,0 1-1 0 0,0-1 1 0 0,0 1 0 0 0,0 0 0 0 0,0-1-1 0 0,0 0 1 0 0,9-11-152 0 0,19-10-93 0 0,-23 19 171 0 0,15-9-154 0 0,2 1 1 0 0,-1 0-1 0 0,36-11 1 0 0,2-1-249 0 0,50-23-2028 0 0,-34 17-5440 0 0,-24 10-461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19 24791 0 0,'-7'-3'2247'0'0,"5"2"-2074"0"0,-7-10 170 0 0,9 11-295 0 0,-1 0 0 0 0,1-1 1 0 0,0 1-1 0 0,0 0 0 0 0,0 0 1 0 0,-1 0-1 0 0,1-1 0 0 0,0 1 1 0 0,0 0-1 0 0,-1 0 0 0 0,1 0 0 0 0,0 0 1 0 0,0-1-1 0 0,-1 1 0 0 0,1 0 1 0 0,0 0-1 0 0,-1 0 0 0 0,1 0 1 0 0,0 0-1 0 0,-1 0 0 0 0,1 0 1 0 0,0 0-1 0 0,-1 0 0 0 0,1 0 1 0 0,0 0-1 0 0,0 0 0 0 0,-1 0 0 0 0,1 0 1 0 0,0 0-1 0 0,-1 0 0 0 0,1 0 1 0 0,0 0-1 0 0,0 1 0 0 0,-1-1 1 0 0,1 0-1 0 0,0 0 0 0 0,-1 0 1 0 0,1 0-1 0 0,0 1 0 0 0,0-1 1 0 0,0 0-1 0 0,-1 0 0 0 0,1 0 0 0 0,0 1 1 0 0,-8 10 1254 0 0,5-2-1175 0 0,1 0 1 0 0,0 0-1 0 0,0 0 0 0 0,1 0 1 0 0,0 1-1 0 0,1-1 0 0 0,1 17 1 0 0,13 68-171 0 0,-9-71 118 0 0,32 180-1316 0 0,-37-201 591 0 0,2 6-582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232 169 4607 0 0,'-2'-1'18'0'0,"-1"-1"0"0"0,1 0 0 0 0,0 0-1 0 0,0 1 1 0 0,0-1 0 0 0,-2-4-1 0 0,-9-14 6243 0 0,2 4 5184 0 0,11 16-11278 0 0,0-1-1 0 0,-1 1 1 0 0,1 0-1 0 0,-1 0 1 0 0,1-1-1 0 0,-1 1 1 0 0,1 0-1 0 0,-1 0 0 0 0,1 0 1 0 0,0 0-1 0 0,-1 0 1 0 0,1 0-1 0 0,-1 0 1 0 0,1 0-1 0 0,-1 0 1 0 0,1 0-1 0 0,-1 0 1 0 0,1 0-1 0 0,-1 0 1 0 0,1 0-1 0 0,-1 0 1 0 0,1 1-1 0 0,-1-1 1 0 0,-13 6 704 0 0,12-5-359 0 0,-4 2-252 0 0,0 1-1 0 0,0 0 0 0 0,1 0 1 0 0,-1 0-1 0 0,1 1 0 0 0,0 0 1 0 0,0 0-1 0 0,0 0 0 0 0,1 1 1 0 0,-5 7-1 0 0,-6 10 26 0 0,-13 31 0 0 0,23-46-191 0 0,-4 11-11 0 0,0 0 1 0 0,2 1-1 0 0,0 0 0 0 0,1 0 1 0 0,0 1-1 0 0,-3 37 0 0 0,8-50-70 0 0,1 1 0 0 0,0 0 0 0 0,1 0 0 0 0,0 0 0 0 0,0 0 0 0 0,1-1 0 0 0,0 1 0 0 0,4 9-1 0 0,-3-12-11 0 0,0 0 1 0 0,0 0-1 0 0,0 0 0 0 0,1-1 0 0 0,0 1 0 0 0,0-1 0 0 0,0 0 0 0 0,0 0 0 0 0,1 0 0 0 0,0-1 0 0 0,0 0 0 0 0,7 4 0 0 0,-7-4-7 0 0,1-1 0 0 0,0 0 0 0 0,0 0 0 0 0,0-1 0 0 0,0 0 0 0 0,1 0 0 0 0,-1-1 0 0 0,1 1 0 0 0,-1-1 0 0 0,1-1 0 0 0,-1 1 0 0 0,1-1 0 0 0,-1 0 0 0 0,1-1 0 0 0,0 0 0 0 0,-1 0 0 0 0,7-1 0 0 0,-1-2-36 0 0,0 0 0 0 0,0 0 0 0 0,0-1 0 0 0,-1-1 1 0 0,1 1-1 0 0,-1-2 0 0 0,19-14 0 0 0,-19 11 12 0 0,-1 1 0 0 0,0-2 0 0 0,0 0 0 0 0,-1 0 0 0 0,0 0 0 0 0,-1-1 0 0 0,12-24 0 0 0,-11 18 19 0 0,-1 0-1 0 0,-1-1 1 0 0,-1 0-1 0 0,-1 0 1 0 0,4-23-1 0 0,-9 33 13 0 0,1 0-1 0 0,-1 0 1 0 0,0 0 0 0 0,-1 0-1 0 0,0 0 1 0 0,-1 0 0 0 0,0 0 0 0 0,0 0-1 0 0,-1 1 1 0 0,-6-14 0 0 0,3 9 11 0 0,0 0 0 0 0,-1 0 0 0 0,-1 1 1 0 0,0 0-1 0 0,-19-21 0 0 0,16 22-99 0 0,-1 0 0 0 0,0 1 0 0 0,0 1 0 0 0,-1-1 0 0 0,0 2 1 0 0,0 0-1 0 0,-1 0 0 0 0,0 2 0 0 0,-1-1 0 0 0,1 2 0 0 0,-1 0 0 0 0,0 1 0 0 0,-1 0 0 0 0,-15-1 0 0 0,27 4-227 0 0,1 1 0 0 0,-1 0-1 0 0,0 0 1 0 0,0 1 0 0 0,-6 1 0 0 0,8-2-559 0 0,0 1 1 0 0,0-1 0 0 0,1 1 0 0 0,-1 0 0 0 0,0 0 0 0 0,1 0 0 0 0,-1 0 0 0 0,-1 1 0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24127 0 0,'0'0'147'0'0,"0"0"-1"0"0,0 0 1 0 0,-1 0 0 0 0,1-1-1 0 0,0 1 1 0 0,0 0 0 0 0,-1 0-1 0 0,1 0 1 0 0,0 0 0 0 0,-1 0-1 0 0,1 0 1 0 0,0 0 0 0 0,-1 0-1 0 0,1 0 1 0 0,0 0 0 0 0,-1 0-1 0 0,1 0 1 0 0,0 0 0 0 0,-1 0-1 0 0,1 0 1 0 0,0 0 0 0 0,-1 0-1 0 0,1 0 1 0 0,0 1 0 0 0,0-1-1 0 0,-1 0 1 0 0,1 0 0 0 0,0 5 112 0 0,0-1 0 0 0,0 1 0 0 0,0-1 0 0 0,1 1 1 0 0,0-1-1 0 0,0 1 0 0 0,0-1 0 0 0,1 0 0 0 0,0 0 0 0 0,-1 1 1 0 0,1-1-1 0 0,4 5 0 0 0,3 5 35 0 0,1 0 0 0 0,11 13-1 0 0,-6-10-267 0 0,2 0 1 0 0,0-1-1 0 0,1-1 0 0 0,27 18 0 0 0,-35-27-39 0 0,24 10 0 0 0,-27-14-474 0 0,0 1 1 0 0,1 1 0 0 0,-1-1-1 0 0,-1 1 1 0 0,1 0-1 0 0,0 1 1 0 0,10 9 0 0 0,-8-4-1653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65 17047 0 0,'-8'2'223'0'0,"3"-1"115"0"0,0 0 0 0 0,0 0 0 0 0,0 0 0 0 0,0-1 0 0 0,-8 0 8765 0 0,24-1-7410 0 0,252-12 1118 0 0,278-13-2647 0 0,-295 15-128 0 0,-70 5-196 0 0,64-3-381 0 0,-183 7-443 0 0,-38 2-1610 0 0,1-1-3546 0 0,-1 0-3481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75 8287 0 0,'-1'-24'485'0'0,"1"-5"5156"0"0,5 8 10217 0 0,-4 22-15162 0 0,3 4-542 0 0,-1 1 0 0 0,0-1 0 0 0,0 0-1 0 0,0 1 1 0 0,0 0 0 0 0,-1-1 0 0 0,0 1 0 0 0,1 8 0 0 0,8 54 27 0 0,-8-44-86 0 0,28 243-23 0 0,-14-174-1734 0 0,-17-91 858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7367 0 0,'0'0'568'0'0,"1"-9"-352"0"0,5-4 1456 0 0,-4 10-550 0 0,0 1-1 0 0,0 0 1 0 0,1-1-1 0 0,-1 1 0 0 0,6-3 1 0 0,32-15 10409 0 0,-30 15-10528 0 0,13-4-808 0 0,-1 1 1 0 0,44-10-1 0 0,50-2 445 0 0,-62 11-537 0 0,98-11-2630 0 0,0 8-4287 0 0,-100 8-2253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5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50 2303 0 0,'-2'-3'6'0'0,"0"-1"-1"0"0,0 1 1 0 0,-1-1-1 0 0,0 1 0 0 0,1 0 1 0 0,-30-27 23493 0 0,26 37-22819 0 0,1-1 0 0 0,0 0 0 0 0,1 1 0 0 0,-1 0 0 0 0,1 0 0 0 0,1 1 0 0 0,-1-1 0 0 0,-3 16 0 0 0,-1 6-713 0 0,-4 32 1 0 0,7-38 528 0 0,-16 116-376 0 0,-6 170 0 0 0,20 144 20 0 0,7-418-139 0 0,1 121-1 0 0,-3 209 0 0 0,2-314-3088 0 0,3 0-4505 0 0,-1-32-1918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27071 0 0,'0'0'2065'0'0,"0"3"-1414"0"0,14 76 911 0 0,35 113 1 0 0,-38-154-1892 0 0,35 124 465 0 0,-44-148-112 0 0,-3-12-7 0 0,-3-7-10 0 0,-1-4-9 0 0,0-1 0 0 0,1 0 1 0 0,0-1-1 0 0,1 1 0 0 0,0 0 0 0 0,1-1 0 0 0,0 0 1 0 0,1 0-1 0 0,0 0 0 0 0,0 0 0 0 0,1 0 0 0 0,2-14 1 0 0,1 0-8 0 0,1 1 0 0 0,1-1 1 0 0,2 1-1 0 0,12-31 0 0 0,-14 41 32 0 0,2-1-1 0 0,0 1 0 0 0,1 1 0 0 0,0-1 1 0 0,1 1-1 0 0,0 1 0 0 0,22-23 0 0 0,-25 29-175 0 0,1 0 0 0 0,0 0-1 0 0,1 0 1 0 0,0 1-1 0 0,0 0 1 0 0,0 1 0 0 0,0 0-1 0 0,1 0 1 0 0,-1 0 0 0 0,1 1-1 0 0,0 1 1 0 0,0-1-1 0 0,0 2 1 0 0,15-2 0 0 0,-6 3-1601 0 0,-1 4-423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6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78 298 6911 0 0,'0'0'22099'0'0,"2"-1"-21178"0"0,15-12 202 0 0,-8 7-951 0 0,-1-1 1 0 0,0 0-1 0 0,0 0 1 0 0,11-13-1 0 0,-17 17-168 0 0,17-23 89 0 0,20-35 0 0 0,-34 52-79 0 0,-1-1 1 0 0,0 1 0 0 0,0 0 0 0 0,-1-1 0 0 0,0 0 0 0 0,-1 1-1 0 0,0-1 1 0 0,0-13 0 0 0,-1 21-13 0 0,-1 0-1 0 0,0 1 1 0 0,0-1 0 0 0,0 0-1 0 0,0 0 1 0 0,0 1 0 0 0,0-1-1 0 0,-1 0 1 0 0,1 1 0 0 0,-1-1-1 0 0,1 0 1 0 0,-1 1 0 0 0,1-1-1 0 0,-1 0 1 0 0,0 1 0 0 0,0-1-1 0 0,0 1 1 0 0,0-1 0 0 0,0 1 0 0 0,0 0-1 0 0,0-1 1 0 0,0 1 0 0 0,-1 0-1 0 0,1 0 1 0 0,0 0 0 0 0,-1 0-1 0 0,1 0 1 0 0,-1 0 0 0 0,1 0-1 0 0,-1 1 1 0 0,0-1 0 0 0,1 0-1 0 0,-1 1 1 0 0,0-1 0 0 0,-3 1-1 0 0,1-1 5 0 0,0 1-1 0 0,0 0 1 0 0,0 1-1 0 0,0-1 1 0 0,0 1-1 0 0,0-1 1 0 0,1 1-1 0 0,-1 0 1 0 0,0 1-1 0 0,0-1 1 0 0,1 1-1 0 0,-1 0 1 0 0,0-1-1 0 0,-5 6 1 0 0,-7 5 49 0 0,0 2 1 0 0,1 0-1 0 0,-15 19 0 0 0,22-23-32 0 0,0 0-1 0 0,1 0 0 0 0,0 1 0 0 0,1 0 1 0 0,0 0-1 0 0,-7 19 0 0 0,12-24-22 0 0,-1-1 1 0 0,1 1-1 0 0,0 0 0 0 0,0 0 1 0 0,0 0-1 0 0,1 0 0 0 0,0 0 1 0 0,0 0-1 0 0,1 0 0 0 0,-1 0 1 0 0,1 0-1 0 0,1-1 0 0 0,-1 1 1 0 0,1 0-1 0 0,0-1 0 0 0,0 1 1 0 0,1-1-1 0 0,-1 1 0 0 0,1-1 1 0 0,1 0-1 0 0,-1 0 0 0 0,1 0 1 0 0,4 4-1 0 0,1-1-248 0 0,0 0 0 0 0,1-1 0 0 0,-1 0 0 0 0,1-1 1 0 0,1 0-1 0 0,-1-1 0 0 0,1 0 0 0 0,15 5 0 0 0,-11-6-345 0 0,1 0 0 0 0,-1-1 1 0 0,1-1-1 0 0,-1 0 0 0 0,30-2 0 0 0,-19-1-2179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6 124 12895 0 0,'-5'-5'14859'0'0,"7"21"-12165"0"0,2 6-1944 0 0,0-1 0 0 0,16 41-1 0 0,22 38-711 0 0,-31-78-33 0 0,1-1-1 0 0,1-1 1 0 0,1 0-1 0 0,0-1 1 0 0,2-1-1 0 0,28 28 1 0 0,-27-34-5 0 0,-16-12 0 0 0,-1 1 0 0 0,0-1 0 0 0,0 0 0 0 0,1 0 0 0 0,-1 1 0 0 0,0-1 0 0 0,1 0 0 0 0,-1 0 0 0 0,0 0 0 0 0,1 0 0 0 0,-1 0 0 0 0,1 1 0 0 0,-1-1 0 0 0,0 0 0 0 0,1 0 0 0 0,-1 0 0 0 0,0 0 0 0 0,1 0 0 0 0,-1 0 0 0 0,1 0 0 0 0,-1 0 0 0 0,0 0 0 0 0,1 0 0 0 0,-1 0 0 0 0,0-1 0 0 0,1 1 0 0 0,-1 0 0 0 0,0 0 0 0 0,1 0 0 0 0,-1 0 0 0 0,0-1 0 0 0,1 1 0 0 0,-1 0 0 0 0,0 0 0 0 0,1 0 0 0 0,-1-1 0 0 0,0 1 0 0 0,0 0 0 0 0,1-1 0 0 0,-1 1 0 0 0,0 0 0 0 0,0-1 0 0 0,0 1 0 0 0,1 0 0 0 0,-1-1 0 0 0,0 1 0 0 0,0 0 0 0 0,0-1 0 0 0,0 1 0 0 0,0 0 0 0 0,0-1 0 0 0,4-8 0 0 0,-1 1 0 0 0,0-1 0 0 0,0 0 0 0 0,-1 0 0 0 0,2-12 0 0 0,1-50 0 0 0,-2 22 0 0 0,2 7 0 0 0,12-49 0 0 0,-12 67 0 0 0,2 1 0 0 0,1 0 0 0 0,17-35 0 0 0,-5 23-2111 0 0,-15 28-195 0 0,-1 1 1 0 0,12-12-1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33 719 15199 0 0,'-1'0'1172'0'0,"-16"-1"-1432"0"0,3-2 11132 0 0,16-3-10437 0 0,2 0-360 0 0,0 0 0 0 0,0 1 0 0 0,1-1 0 0 0,-1 1 0 0 0,1 0 0 0 0,8-5 0 0 0,3-5 106 0 0,21-18 247 0 0,2 1 0 0 0,59-37 0 0 0,94-45 271 0 0,-94 58-439 0 0,147-82 28 0 0,9 20-357 0 0,-210 100-399 0 0,70-26-1583 0 0,-38 21-2913 0 0,-58 18 3044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2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37 20735 0 0,'0'0'1595'0'0,"-1"-1"-1031"0"0,-7-2 5476 0 0,10 3-5499 0 0,18-7-198 0 0,0 2-1 0 0,1 1 1 0 0,-1 0 0 0 0,26 0 0 0 0,-23 1-229 0 0,24-1-121 0 0,0 3 0 0 0,-1 1 0 0 0,1 2 0 0 0,62 11 0 0 0,-104-12 2 0 0,0 0 0 0 0,1 1 0 0 0,-1-1 0 0 0,0 1-1 0 0,0 0 1 0 0,0 0 0 0 0,-1 1 0 0 0,1-1 0 0 0,0 1-1 0 0,-1 0 1 0 0,5 4 0 0 0,-7-5 8 0 0,0 0-1 0 0,0 1 1 0 0,0-1 0 0 0,0 0-1 0 0,-1 1 1 0 0,1-1 0 0 0,-1 1 0 0 0,0-1-1 0 0,0 1 1 0 0,0 0 0 0 0,0 0-1 0 0,0-1 1 0 0,0 1 0 0 0,-1 0 0 0 0,1 0-1 0 0,-1 0 1 0 0,0 0 0 0 0,0 0-1 0 0,0 0 1 0 0,0-1 0 0 0,-1 1 0 0 0,0 3-1 0 0,-1 2 12 0 0,0 0-1 0 0,-1 0 0 0 0,0-1 1 0 0,0 1-1 0 0,0-1 0 0 0,-1 0 1 0 0,-1 0-1 0 0,-6 10 1 0 0,-8 5 65 0 0,-21 21 1 0 0,21-23-5 0 0,-98 90-1842 0 0,108-101 734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33 19807 0 0,'-9'0'2065'0'0,"6"1"-1820"0"0,0-1-1 0 0,0 1 0 0 0,0 0 0 0 0,0 0 0 0 0,0 0 0 0 0,0 0 0 0 0,0 1 0 0 0,0-1 0 0 0,0 1 0 0 0,1-1 0 0 0,-1 1 0 0 0,1 0 0 0 0,-1 0 0 0 0,1 0 0 0 0,0 0 0 0 0,0 1 0 0 0,0-1 0 0 0,0 1 0 0 0,0-1 0 0 0,-1 4 0 0 0,-2 2 150 0 0,0 0 1 0 0,0 1 0 0 0,1-1 0 0 0,1 1 0 0 0,-4 13 0 0 0,0 8-6 0 0,8-27-341 0 0,2 2-55 0 0,-2-5-3 0 0,-1 0 1 0 0,1 0-1 0 0,-1 0 0 0 0,1 0 0 0 0,0 0 0 0 0,-1 0 0 0 0,1 0 0 0 0,-1 0 0 0 0,1-1 0 0 0,-1 1 0 0 0,1 0 0 0 0,0 0 0 0 0,-1-1 0 0 0,1 1 0 0 0,-1 0 0 0 0,1-1 0 0 0,0 0 0 0 0,-1 1 1 0 0,2-2-36 0 0,1 0 0 0 0,-1 0 0 0 0,0 0-1 0 0,0-1 1 0 0,0 1 0 0 0,0-1 0 0 0,0 0-1 0 0,0 1 1 0 0,-1-1 0 0 0,1 0 0 0 0,-1 0-1 0 0,0 0 1 0 0,0 0 0 0 0,0 0 0 0 0,0 0-1 0 0,-1-1 1 0 0,1 1 0 0 0,-1 0 0 0 0,0 0-1 0 0,0 0 1 0 0,0 0 0 0 0,0-1-1 0 0,-2-5 1 0 0,2 4 10 0 0,-1 0 0 0 0,0 0 1 0 0,0 0-1 0 0,-1 0 0 0 0,0 1 0 0 0,1-1 0 0 0,-1 0 0 0 0,-1 1 0 0 0,1 0 0 0 0,-1-1 1 0 0,0 1-1 0 0,0 0 0 0 0,0 0 0 0 0,-6-6 0 0 0,5 8 40 0 0,1 0 0 0 0,0 0 0 0 0,0 0 0 0 0,-1 0 0 0 0,1 0 0 0 0,-1 0 0 0 0,0 1 0 0 0,1 0 0 0 0,-1 0 0 0 0,0 0 0 0 0,0 0 0 0 0,0 1 0 0 0,0-1 1 0 0,0 1-1 0 0,-6 0 0 0 0,5 1 22 0 0,0 0 1 0 0,0 0 0 0 0,0 1 0 0 0,0-1 0 0 0,0 1 0 0 0,0 0-1 0 0,0 1 1 0 0,0-1 0 0 0,1 1 0 0 0,-1 0 0 0 0,-4 4 0 0 0,-4 4 36 0 0,0 1-1 0 0,1 0 1 0 0,0 1 0 0 0,0 0 0 0 0,2 1-1 0 0,0 0 1 0 0,0 1 0 0 0,2 0 0 0 0,-9 18-1 0 0,13-24-28 0 0,0 0 0 0 0,1 1-1 0 0,0 0 1 0 0,0 0-1 0 0,1 0 1 0 0,0 0-1 0 0,1 0 1 0 0,0 0 0 0 0,1 1-1 0 0,0-1 1 0 0,0 0-1 0 0,1 0 1 0 0,1 1-1 0 0,0-1 1 0 0,0 0-1 0 0,6 16 1 0 0,-4-18-55 0 0,0-1 0 0 0,1 0 0 0 0,0 0 0 0 0,0 0-1 0 0,0 0 1 0 0,1-1 0 0 0,0 0 0 0 0,0 0 0 0 0,1 0 0 0 0,-1-1 0 0 0,1 0 0 0 0,1 0 0 0 0,-1-1-1 0 0,0 0 1 0 0,1 0 0 0 0,14 4 0 0 0,-5-2-36 0 0,1-1-1 0 0,0-1 1 0 0,0 0 0 0 0,0-2 0 0 0,0 0-1 0 0,34-1 1 0 0,-41-2-7 0 0,1 0 0 0 0,-1 0 0 0 0,0-1 0 0 0,0-1 0 0 0,0 0 0 0 0,0 0 0 0 0,0-1 0 0 0,-1 0 0 0 0,1-1 0 0 0,-1 0 0 0 0,0-1 0 0 0,-1 0 0 0 0,1-1 0 0 0,11-11 0 0 0,-6 4-3 0 0,-1 0 1 0 0,0-1-1 0 0,-1-1 1 0 0,-1 0-1 0 0,-1-1 0 0 0,0 0 1 0 0,13-32-1 0 0,-5 6-81 0 0,-3-2 0 0 0,13-52-1 0 0,-28 91 185 0 0,1 0 0 0 0,-1-1 0 0 0,-1 1 0 0 0,1 0 0 0 0,-1 0 0 0 0,0-1 0 0 0,-1-10 0 0 0,0 15 742 0 0,0 3-414 0 0,-3 5-258 0 0,0-1 0 0 0,0 1 1 0 0,0 0-1 0 0,1 0 0 0 0,-1 0 0 0 0,2 1 1 0 0,-1-1-1 0 0,1 1 0 0 0,0 0 0 0 0,0 0 0 0 0,1-1 1 0 0,-1 12-1 0 0,0 3-66 0 0,1-1 1 0 0,0 1-1 0 0,4 21 1 0 0,-1-28-39 0 0,0-1 1 0 0,0 1-1 0 0,2 0 0 0 0,0-1 1 0 0,0 0-1 0 0,8 16 0 0 0,-9-24-19 0 0,0 1-1 0 0,0-1 1 0 0,1 0-1 0 0,0 0 1 0 0,0 0-1 0 0,0 0 1 0 0,6 4-1 0 0,-8-7-23 0 0,1 1-1 0 0,0-1 1 0 0,1 0-1 0 0,-1-1 1 0 0,0 1-1 0 0,1 0 0 0 0,-1-1 1 0 0,1 0-1 0 0,-1 0 1 0 0,1 0-1 0 0,0 0 1 0 0,6 0-1 0 0,-4-1-44 0 0,-1 0 0 0 0,1-1 1 0 0,0 1-1 0 0,-1-2 0 0 0,1 1 0 0 0,-1 0 0 0 0,1-1 0 0 0,-1 0 0 0 0,0-1 1 0 0,0 1-1 0 0,0-1 0 0 0,0 0 0 0 0,0 0 0 0 0,-1 0 0 0 0,1-1 1 0 0,4-4-1 0 0,3-4-111 0 0,-1 0 1 0 0,0 0-1 0 0,-1-1 1 0 0,11-18-1 0 0,0-6 44 0 0,-2 0 0 0 0,-1-1 0 0 0,-2-1 0 0 0,19-72 0 0 0,-69 217 3745 0 0,15-25-3286 0 0,4 1-1 0 0,3 1 0 0 0,-1 136 1 0 0,13-185-440 0 0,1 0 1 0 0,2-1 0 0 0,1 1 0 0 0,10 39-1 0 0,-12-68-64 0 0,-1 0 0 0 0,1-1 0 0 0,0 1 0 0 0,0-1 0 0 0,0 0 0 0 0,6 8 0 0 0,-7-10-303 0 0,1 0 0 0 0,0-1 0 0 0,0 1-1 0 0,0 0 1 0 0,0-1 0 0 0,0 1 0 0 0,0-1-1 0 0,4 3 1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159 116 5983 0 0,'-2'-10'406'0'0,"0"-1"-1"0"0,-1 0 0 0 0,0 1 0 0 0,-4-11 0 0 0,-3 0 4233 0 0,-3 4 4621 0 0,12 16-9084 0 0,0-1 0 0 0,0 1 0 0 0,0 0 0 0 0,0 0 1 0 0,0 0-1 0 0,-1 0 0 0 0,1 0 0 0 0,0 0 0 0 0,-1 1 0 0 0,1-1 0 0 0,-1 0 1 0 0,1 1-1 0 0,0-1 0 0 0,-1 1 0 0 0,0-1 0 0 0,1 1 0 0 0,-1 0 0 0 0,1 0 1 0 0,-1-1-1 0 0,-2 1 0 0 0,1 1-15 0 0,1-1 0 0 0,0 1 0 0 0,-1 0 0 0 0,1 0-1 0 0,0 0 1 0 0,-1 0 0 0 0,1 0 0 0 0,0 0 0 0 0,0 0 0 0 0,0 1 0 0 0,0-1 0 0 0,-2 3 0 0 0,-1 1-92 0 0,0 0 0 0 0,1 1 1 0 0,-1-1-1 0 0,1 1 0 0 0,0 0 1 0 0,0 0-1 0 0,1 1 0 0 0,-4 8 1 0 0,3-2-912 0 0,1 0 0 0 0,0 1 0 0 0,1 0 0 0 0,-1 26 0 0 0,3-20-1053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87 8287 0 0,'-9'-12'888'0'0,"6"5"-888"0"0,1 0 0 0 0,1 0 1144 0 0,-3 0 200 0 0,4-1 32 0 0,0 1 16 0 0,0-2-744 0 0,0 0-144 0 0,-2 3-32 0 0,2-1 440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11519 0 0,'0'2'14784'0'0,"-5"7"-13726"0"0,1 1 0 0 0,-6 18 1 0 0,0-1-491 0 0,-30 87 227 0 0,35-99-696 0 0,2 1-1 0 0,0 0 0 0 0,0 0 0 0 0,2 0 1 0 0,0 23-1 0 0,0-36-99 0 0,1 0 0 0 0,1-1 0 0 0,-1 1 0 0 0,0 0 0 0 0,1-1 0 0 0,-1 1 0 0 0,1 0 0 0 0,0-1-1 0 0,0 1 1 0 0,0-1 0 0 0,0 1 0 0 0,0-1 0 0 0,1 0 0 0 0,-1 1 0 0 0,1-1 0 0 0,-1 0 0 0 0,1 0 0 0 0,0 0 0 0 0,0 0 0 0 0,0 0 0 0 0,0-1 0 0 0,0 1 0 0 0,0 0-1 0 0,1-1 1 0 0,-1 0 0 0 0,0 1 0 0 0,1-1 0 0 0,-1 0 0 0 0,1 0 0 0 0,0-1 0 0 0,-1 1 0 0 0,1 0 0 0 0,-1-1 0 0 0,6 1 0 0 0,2-1-85 0 0,1 1 0 0 0,-1-2 0 0 0,1 1 0 0 0,-1-1 0 0 0,0-1 0 0 0,0 0 0 0 0,0 0 0 0 0,0-1 0 0 0,15-7 0 0 0,8-4-1005 0 0,42-26-1 0 0,-6-3-2179 0 0,-35 19 1430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24191 0 0,'0'0'553'0'0,"-15"0"1323"0"0,14 0-1870 0 0,1 0 0 0 0,0 0 0 0 0,-1 0 0 0 0,1 0 0 0 0,-1 0-1 0 0,1 0 1 0 0,0 0 0 0 0,-1 0 0 0 0,1 0 0 0 0,-1 0-1 0 0,1 0 1 0 0,0 0 0 0 0,-1 0 0 0 0,1 0 0 0 0,-1 0-1 0 0,1 1 1 0 0,0-1 0 0 0,-1 0 0 0 0,1 0 0 0 0,0 0 0 0 0,-1 1-1 0 0,1-1 1 0 0,0 0 0 0 0,-1 1 0 0 0,1-1 0 0 0,0 0-1 0 0,0 0 1 0 0,-1 1 0 0 0,1-1 0 0 0,0 1 0 0 0,0-1-1 0 0,0 0 1 0 0,-1 1 0 0 0,1-1 0 0 0,0 0 0 0 0,0 1 0 0 0,0 0-1 0 0,0 0-7 0 0,-5 8 161 0 0,1 0-1 0 0,1 1 1 0 0,-1-1-1 0 0,2 1 1 0 0,-1 0-1 0 0,1 0 1 0 0,1 0 0 0 0,-1 11-1 0 0,2 13 856 0 0,3 35 0 0 0,-1-34-788 0 0,1 14-167 0 0,17 90 0 0 0,-14-116-71 0 0,0 0-1 0 0,2-1 1 0 0,0 1-1 0 0,1-1 1 0 0,24 40-1 0 0,-29-56-58 0 0,0 0 1 0 0,0-1-1 0 0,1 1 0 0 0,0-1 1 0 0,0 0-1 0 0,0 0 1 0 0,9 6-1 0 0,-11-9 3 0 0,0 0 1 0 0,0 0-1 0 0,1-1 0 0 0,-1 1 0 0 0,0-1 1 0 0,1 0-1 0 0,-1 0 0 0 0,1 0 1 0 0,-1-1-1 0 0,1 1 0 0 0,-1-1 1 0 0,1 1-1 0 0,-1-1 0 0 0,1-1 0 0 0,-1 1 1 0 0,7-1-1 0 0,0-2-51 0 0,0 0 1 0 0,0-1-1 0 0,-1 0 0 0 0,0-1 1 0 0,0 0-1 0 0,0 0 0 0 0,0-1 0 0 0,-1 0 1 0 0,0 0-1 0 0,0-1 0 0 0,-1 0 1 0 0,0 0-1 0 0,0-1 0 0 0,0 0 0 0 0,8-13 1 0 0,-1-2-16 0 0,-1 0 1 0 0,-1-1-1 0 0,-2 0 1 0 0,16-47-1 0 0,-23 61 194 0 0,-1 0 0 0 0,1 0 0 0 0,-1 0-1 0 0,-1 0 1 0 0,0-1 0 0 0,0 1 0 0 0,-1 0-1 0 0,-1-1 1 0 0,-1-12 0 0 0,2 22-24 0 0,0 0 1 0 0,-1-1 0 0 0,1 1-1 0 0,0 0 1 0 0,0 0 0 0 0,-1 0-1 0 0,1 0 1 0 0,-1 0 0 0 0,1 0-1 0 0,-1 0 1 0 0,0 0 0 0 0,1 0-1 0 0,-1 0 1 0 0,0 0-1 0 0,0 0 1 0 0,1 0 0 0 0,-1 0-1 0 0,0 0 1 0 0,0 1 0 0 0,0-1-1 0 0,0 0 1 0 0,0 1 0 0 0,0-1-1 0 0,-2 0 1 0 0,1 1 31 0 0,1 0 0 0 0,-1-1 1 0 0,0 1-1 0 0,0 0 0 0 0,0 1 0 0 0,0-1 0 0 0,1 0 0 0 0,-1 0 1 0 0,0 1-1 0 0,0-1 0 0 0,1 1 0 0 0,-1 0 0 0 0,0 0 0 0 0,-1 1 1 0 0,-5 2 140 0 0,0 1 0 0 0,1 0 0 0 0,0 1 0 0 0,0 0 0 0 0,-7 8 0 0 0,1 2-32 0 0,1 1 0 0 0,1 0 0 0 0,0 1 0 0 0,-11 26 0 0 0,17-34-141 0 0,1 0 0 0 0,1 1-1 0 0,-1-1 1 0 0,2 1-1 0 0,-1 0 1 0 0,2 0-1 0 0,-1 0 1 0 0,1 0 0 0 0,1 1-1 0 0,0-1 1 0 0,1 0-1 0 0,0 0 1 0 0,1 0 0 0 0,0 0-1 0 0,0 0 1 0 0,1-1-1 0 0,1 1 1 0 0,0-1-1 0 0,0 1 1 0 0,1-1 0 0 0,0 0-1 0 0,1-1 1 0 0,0 0-1 0 0,1 0 1 0 0,-1 0 0 0 0,2 0-1 0 0,-1-1 1 0 0,16 12-1 0 0,-10-11-269 0 0,1 0 1 0 0,0-1-1 0 0,0-1 0 0 0,1 0 0 0 0,0-1 0 0 0,22 6 0 0 0,20 1-7898 0 0,-11-8-1424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6 178 24991 0 0,'0'-1'2269'0'0,"-1"-3"-1817"0"0,0 2 180 0 0,1 4-540 0 0,0 0-1 0 0,0 0 0 0 0,1 0 0 0 0,-1 0 0 0 0,0-1 0 0 0,1 1 1 0 0,-1 0-1 0 0,2 2 0 0 0,1 9 260 0 0,-2 11 267 0 0,-2 0-1 0 0,-4 31 0 0 0,0 22-262 0 0,5-54-383 0 0,-1-2 38 0 0,4 27-1 0 0,-3-42-172 0 0,1 0-1 0 0,0 0 0 0 0,1-1 1 0 0,0 1-1 0 0,-1-1 0 0 0,2 1 1 0 0,-1-1-1 0 0,1 0 0 0 0,4 8 1 0 0,0-5-1567 0 0,2-2-459 0 0</inkml:trace>
  <inkml:trace contextRef="#ctx0" brushRef="#br0" timeOffset="1">153 6 20815 0 0,'0'0'2040'0'0,"-7"-5"-1816"0"0,17 17-4968 0 0,6 0 3976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2303 0 0,'15'4'43'0'0,"43"12"2148"0"0,-23 0 12150 0 0,-34-6-9449 0 0,-4-6-4332 0 0,0 0 0 0 0,-1 0 0 0 0,1 0 0 0 0,-1-1 0 0 0,0 1 0 0 0,0-1 0 0 0,-6 4 0 0 0,-34 18 1177 0 0,21-15-1526 0 0,12-5-12 0 0,0 0-1 0 0,0 1 0 0 0,-18 12 0 0 0,27-17-179 0 0,0 1-1 0 0,0-1 1 0 0,0 1-1 0 0,0 0 1 0 0,0 0-1 0 0,1-1 1 0 0,-1 1 0 0 0,1 0-1 0 0,-1 0 1 0 0,1 1-1 0 0,0-1 1 0 0,0 0-1 0 0,0 0 1 0 0,0 1-1 0 0,0-1 1 0 0,1 0 0 0 0,-1 1-1 0 0,0-1 1 0 0,1 1-1 0 0,0-1 1 0 0,0 1-1 0 0,0-1 1 0 0,0 0-1 0 0,0 4 1 0 0,1-4-18 0 0,0 0 1 0 0,-1 0-1 0 0,1-1 1 0 0,0 1-1 0 0,0 0 0 0 0,0-1 1 0 0,0 1-1 0 0,0-1 1 0 0,0 1-1 0 0,0-1 0 0 0,1 0 1 0 0,-1 0-1 0 0,0 1 0 0 0,1-1 1 0 0,-1 0-1 0 0,1 0 1 0 0,2 1-1 0 0,33 14 34 0 0,-26-12-31 0 0,18 6-1 0 0,1-2 0 0 0,54 8 0 0 0,-58-12 56 0 0,1 1 1 0 0,-1 1-1 0 0,0 1 1 0 0,33 15 0 0 0,-55-20-80 0 0,-1-1-1 0 0,1 1 1 0 0,-1 0 0 0 0,0 0 0 0 0,1 1 0 0 0,-1-1 0 0 0,-1 1 0 0 0,1-1 0 0 0,0 1 0 0 0,-1 0 0 0 0,1 0 0 0 0,-1 0-1 0 0,4 6 1 0 0,-6-7 22 0 0,1 0 0 0 0,0 0 0 0 0,-1 0-1 0 0,1 1 1 0 0,-1-1 0 0 0,1 0 0 0 0,-1 0-1 0 0,0 1 1 0 0,0-1 0 0 0,0 0 0 0 0,-1 0-1 0 0,1 0 1 0 0,0 1 0 0 0,-1-1 0 0 0,1 0 0 0 0,-1 0-1 0 0,0 0 1 0 0,0 0 0 0 0,0 0 0 0 0,0 0-1 0 0,0 0 1 0 0,0 0 0 0 0,0 0 0 0 0,-3 3-1 0 0,-4 3 2 0 0,0 0 0 0 0,0 0-1 0 0,-1-1 1 0 0,0 0-1 0 0,0 0 1 0 0,-1-1 0 0 0,-13 7-1 0 0,-6 1-260 0 0,-40 13 1 0 0,9-10-4187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4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24191 0 0,'0'0'1848'0'0,"1"2"-1267"0"0,3 1-489 0 0,-1 1-1 0 0,0-1 0 0 0,0 1 1 0 0,0 0-1 0 0,-1 0 0 0 0,1 1 1 0 0,-1-1-1 0 0,0 0 0 0 0,0 1 0 0 0,-1-1 1 0 0,1 1-1 0 0,-1 0 0 0 0,0 0 1 0 0,1 6-1 0 0,0 12 1207 0 0,0 39 1 0 0,-2-55-1208 0 0,-3 94 851 0 0,0-60-713 0 0,2 0-1 0 0,8 77 1 0 0,-7-116-19 0 0,7-17-50 0 0,-3 7-146 0 0,15-42 18 0 0,17-39 13 0 0,-14 43-405 0 0,3 2 0 0 0,1 0 0 0 0,42-52 0 0 0,-60 87-269 0 0,0 0-1 0 0,15-13 1 0 0,7 1-3590 0 0,-15 13-5074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4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6 292 21023 0 0,'0'0'2107'0'0,"1"0"-1930"0"0,4-2-61 0 0,0 1-1 0 0,0-1 1 0 0,-1 0-1 0 0,1 0 1 0 0,-1 0 0 0 0,0-1-1 0 0,1 0 1 0 0,-1 1-1 0 0,0-2 1 0 0,3-2 0 0 0,38-40 1579 0 0,-44 45-1658 0 0,17-21 215 0 0,0 0 1 0 0,-2-1-1 0 0,0-1 0 0 0,16-34 0 0 0,-32 57-254 0 0,3-4-29 0 0,0-1-1 0 0,-1 1 1 0 0,0 0-1 0 0,0-1 1 0 0,0 1-1 0 0,-1-1 1 0 0,0 0 0 0 0,1-9-1 0 0,-5 9 45 0 0,2 6-6 0 0,0 0 0 0 0,0 0 0 0 0,0 0 0 0 0,1 0 0 0 0,-1 0 0 0 0,0 0-1 0 0,0 1 1 0 0,0-1 0 0 0,0 0 0 0 0,1 1 0 0 0,-1-1 0 0 0,0 1-1 0 0,0-1 1 0 0,0 0 0 0 0,1 1 0 0 0,-1 0 0 0 0,0-1 0 0 0,1 1 0 0 0,-2 0-1 0 0,-13 16 96 0 0,13-15-82 0 0,-9 11 17 0 0,-20 22 588 0 0,-45 70 0 0 0,61-82-379 0 0,2 1 1 0 0,-11 27 0 0 0,21-43-194 0 0,0-1 0 0 0,1 0 0 0 0,0 1 0 0 0,0-1-1 0 0,1 1 1 0 0,0-1 0 0 0,0 1 0 0 0,1 0 0 0 0,0-1 0 0 0,0 1 0 0 0,0 0 0 0 0,3 9 0 0 0,-2-15-66 0 0,0 1 0 0 0,0-1 0 0 0,0 1 0 0 0,0-1 0 0 0,0 1 0 0 0,0-1 0 0 0,1 0 0 0 0,-1 0 0 0 0,1 0 0 0 0,0 0 0 0 0,0 0 0 0 0,0 0 0 0 0,0 0 0 0 0,0 0 0 0 0,0-1 0 0 0,0 1 0 0 0,0-1 0 0 0,1 0 0 0 0,-1 1 0 0 0,0-1 0 0 0,1 0 0 0 0,-1 0 0 0 0,1-1 0 0 0,-1 1 0 0 0,1 0 0 0 0,0-1 0 0 0,-1 0 0 0 0,1 0 0 0 0,3 1 0 0 0,2-1-44 0 0,-1-1-1 0 0,1 1 1 0 0,0-2-1 0 0,-1 1 1 0 0,1-1-1 0 0,-1 0 1 0 0,1 0 0 0 0,12-6-1 0 0,-2-1 4 0 0,-1-1-1 0 0,0-1 1 0 0,-1 0 0 0 0,0-1-1 0 0,22-22 1 0 0,-17 11-32 0 0,0 0 0 0 0,31-49 0 0 0,-41 53 134 0 0,-1 0 0 0 0,-1-1 0 0 0,-1 0 0 0 0,0 0 0 0 0,5-27 0 0 0,-13 46 553 0 0,0 15-86 0 0,1 9-280 0 0,0 0 0 0 0,1-1 0 0 0,1 1 0 0 0,8 27 0 0 0,-6-35-152 0 0,0 0 0 0 0,1 0 0 0 0,0 0 0 0 0,1-1 0 0 0,1 0 0 0 0,18 25 0 0 0,-23-35-74 0 0,1 0 0 0 0,-1-1-1 0 0,1 1 1 0 0,0-1 0 0 0,0 1-1 0 0,0-1 1 0 0,0 0 0 0 0,1-1 0 0 0,-1 1-1 0 0,1-1 1 0 0,-1 0 0 0 0,1 0 0 0 0,0 0-1 0 0,6 1 1 0 0,-7-2-5 0 0,-1-1-1 0 0,1 0 1 0 0,0 1-1 0 0,-1-1 1 0 0,1 0-1 0 0,-1-1 1 0 0,1 1-1 0 0,-1-1 1 0 0,1 0-1 0 0,-1 1 1 0 0,1-2-1 0 0,-1 1 1 0 0,0 0-1 0 0,0-1 1 0 0,1 1-1 0 0,-1-1 1 0 0,0 0-1 0 0,0 0 1 0 0,0 0-1 0 0,-1 0 1 0 0,4-3-1 0 0,-2-1 1 0 0,1 1 1 0 0,-1 0-1 0 0,0-1 0 0 0,0 0 1 0 0,-1 0-1 0 0,0 0 0 0 0,0-1 0 0 0,3-8 1 0 0,1-8-3 0 0,4-26 0 0 0,-5 18-142 0 0,13-62-322 0 0,-12 53-2307 0 0,0 1-5503 0 0,-5 26-592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11055 0 0,'0'0'852'0'0,"3"2"-560"0"0,1 0 332 0 0,1 1-1 0 0,0-1 1 0 0,0 0-1 0 0,1 0 1 0 0,-1-1-1 0 0,0 1 1 0 0,0-1-1 0 0,1 0 1 0 0,-1-1-1 0 0,1 1 1 0 0,-1-1-1 0 0,1 0 1 0 0,-1-1-1 0 0,0 1 1 0 0,1-1-1 0 0,-1 0 1 0 0,0 0-1 0 0,9-4 1 0 0,8-4-310 0 0,0-2 0 0 0,-1 0 0 0 0,-1-1 1 0 0,1-1-1 0 0,-2-1 0 0 0,0-1 0 0 0,-1-1 1 0 0,0-1-1 0 0,-2 0 0 0 0,0-1 0 0 0,-1 0 0 0 0,0-2 1 0 0,-2 0-1 0 0,20-38 0 0 0,-31 55-328 0 0,-1 0 0 0 0,0 0 0 0 0,1 0-1 0 0,-1 0 1 0 0,-1 0 0 0 0,1 0 0 0 0,0-4 0 0 0,-1 7 12 0 0,1 0-1 0 0,-1-1 1 0 0,0 1 0 0 0,0 0 0 0 0,0-1-1 0 0,0 1 1 0 0,0 0 0 0 0,0 0 0 0 0,0-1-1 0 0,0 1 1 0 0,0 0 0 0 0,0-1 0 0 0,0 1 0 0 0,0 0-1 0 0,0-1 1 0 0,0 1 0 0 0,0 0 0 0 0,0 0-1 0 0,0-1 1 0 0,0 1 0 0 0,0 0 0 0 0,0-1-1 0 0,-1 1 1 0 0,1 0 0 0 0,0 0 0 0 0,0-1 0 0 0,0 1-1 0 0,0 0 1 0 0,-1 0 0 0 0,1-1 0 0 0,0 1-1 0 0,0 0 1 0 0,-1 0 0 0 0,1 0 0 0 0,0 0-1 0 0,0-1 1 0 0,-1 1 0 0 0,1 0 0 0 0,0 0 0 0 0,-1 0-1 0 0,-3 2 8 0 0,-6 4 51 0 0,0 1 0 0 0,1 0 1 0 0,0 1-1 0 0,1 0 0 0 0,-1 0 0 0 0,-9 14 0 0 0,12-16-8 0 0,-6 8 77 0 0,1 1-1 0 0,0 0 1 0 0,1 0-1 0 0,1 1 0 0 0,0 0 1 0 0,-7 19-1 0 0,13-26-133 0 0,0 0 1 0 0,0 0-1 0 0,0 1 0 0 0,2-1 0 0 0,-1 1 1 0 0,1-1-1 0 0,0 1 0 0 0,1 0 0 0 0,0-1 0 0 0,0 1 1 0 0,1 0-1 0 0,1-1 0 0 0,2 12 0 0 0,-3-18-131 0 0,1 0-1 0 0,-1 0 0 0 0,1 1 1 0 0,-1-1-1 0 0,1 0 1 0 0,0-1-1 0 0,0 1 0 0 0,1 0 1 0 0,-1 0-1 0 0,0-1 0 0 0,1 0 1 0 0,0 1-1 0 0,-1-1 1 0 0,1 0-1 0 0,0 0 0 0 0,0 0 1 0 0,0-1-1 0 0,0 1 0 0 0,1-1 1 0 0,-1 0-1 0 0,0 1 0 0 0,1-2 1 0 0,-1 1-1 0 0,5 0 1 0 0,3 1-940 0 0,0-1 0 0 0,0-1 0 0 0,0 0 0 0 0,1 0 1 0 0,-1-1-1 0 0,16-4 0 0 0,4-1-5979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5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68 126 6911 0 0,'0'-1'60'0'0,"-1"0"-1"0"0,1 0 0 0 0,0 0 0 0 0,0 0 0 0 0,-1-1 1 0 0,1 1-1 0 0,-1 0 0 0 0,1 0 0 0 0,-1 0 1 0 0,1 0-1 0 0,-1 0 0 0 0,0 0 0 0 0,1 0 0 0 0,-1 0 1 0 0,0 1-1 0 0,-8-4 8177 0 0,3 8-6463 0 0,3-2-334 0 0,1 1-575 0 0,0 0-1 0 0,0 0 1 0 0,0 0 0 0 0,0 0-1 0 0,0 1 1 0 0,-2 4 0 0 0,0 5 288 0 0,-4 23-1 0 0,5-20-231 0 0,-1-1-719 0 0,2 0-1 0 0,0 0 0 0 0,0 1 1 0 0,2-1-1 0 0,0 1 1 0 0,0-1-1 0 0,2 1 0 0 0,0-1 1 0 0,0 1-1 0 0,2-1 0 0 0,0 0 1 0 0,1 0-1 0 0,0-1 1 0 0,1 0-1 0 0,0 0 0 0 0,2 0 1 0 0,15 23-1 0 0,-21-34-200 0 0,-1-2 0 0 0,0 1 0 0 0,0-1 0 0 0,0 0 0 0 0,0 0 0 0 0,0 0 0 0 0,0 0 0 0 0,0 0 0 0 0,1 0 0 0 0,-1-1 0 0 0,0 1 0 0 0,1 0 0 0 0,-1-1 0 0 0,0 1 0 0 0,1 0 0 0 0,2 0 0 0 0,-4-1 0 0 0,1 0 1 0 0,0 0-1 0 0,0 0 0 0 0,-1 1 1 0 0,1-1-1 0 0,0 0 0 0 0,0 0 1 0 0,-1 0-1 0 0,1 0 1 0 0,0 0-1 0 0,0 0 0 0 0,-1 0 1 0 0,1 0-1 0 0,0-1 0 0 0,-1 1 1 0 0,1 0-1 0 0,0 0 0 0 0,0-1 1 0 0,-1 1-1 0 0,1 0 0 0 0,-1-1 1 0 0,2 0-1 0 0,-1 0 2 0 0,1 0 0 0 0,-1 0 1 0 0,0-1-1 0 0,0 1 0 0 0,0-1 0 0 0,0 1 0 0 0,0-1 1 0 0,2-3-1 0 0,0-2 9 0 0,-1-1 0 0 0,1 0 0 0 0,1-9 0 0 0,-4 15-8 0 0,4-18 26 0 0,2-10-26 0 0,1 1 0 0 0,1-1 0 0 0,15-33 0 0 0,-18 54-33 0 0,0 0 0 0 0,0 0 0 0 0,1 0 0 0 0,1 1 0 0 0,0 0 0 0 0,7-7-1 0 0,51-41-308 0 0,-53 45 261 0 0,8-3-100 0 0,0 0 0 0 0,0 1 0 0 0,2 1 0 0 0,-1 1 0 0 0,34-12 0 0 0,119-29-562 0 0,-174 52 740 0 0,38-7 237 0 0,-36 7 573 0 0,-3 1-729 0 0,0 0 0 0 0,0 1 0 0 0,0-1 0 0 0,0 0 0 0 0,0 0 0 0 0,-1 0 0 0 0,1 0 0 0 0,0 0 0 0 0,-2 1 1 0 0,0 0 52 0 0,-13 9 151 0 0,-25 12 0 0 0,-7 4-210 0 0,5 1 15 0 0,21-15-78 0 0,1 1-1 0 0,0 1 0 0 0,1 0 1 0 0,-23 24-1 0 0,38-30-11 0 0,5-7 0 0 0,0-1 0 0 0,1 0 0 0 0,-1 0 0 0 0,0 0 0 0 0,0 1 1 0 0,1-1-1 0 0,-1 0 0 0 0,1 0 0 0 0,-1 0 0 0 0,1 0 0 0 0,0 0 0 0 0,-1 0 0 0 0,1 0 0 0 0,0 0 0 0 0,0 0 0 0 0,0 0 0 0 0,-1 0 1 0 0,1 0-1 0 0,0 0 0 0 0,0-1 0 0 0,2 2 0 0 0,26 13-64 0 0,-28-14 53 0 0,10 3-13 0 0,0 0 1 0 0,1-1-1 0 0,-1 0 1 0 0,25 3-1 0 0,50-2-114 0 0,1 1-117 0 0,-82-4 234 0 0,11 0-46 0 0,0 2 1 0 0,0 0-1 0 0,29 10 0 0 0,-31-6-16 0 0,-12-2 85 0 0,-2-3-13 0 0,0-1 10 0 0,1 1 0 0 0,-1-1 0 0 0,1 1-1 0 0,-1-1 1 0 0,0 1 0 0 0,1-1 0 0 0,-1 1 0 0 0,0-1 0 0 0,0 1 0 0 0,0-1 0 0 0,0 1-1 0 0,-1 0 1 0 0,1-1 0 0 0,0 1 0 0 0,-1-1 0 0 0,1 1 0 0 0,-1-1 0 0 0,1 1-1 0 0,-1-1 1 0 0,0 0 0 0 0,0 1 0 0 0,1-1 0 0 0,-1 0 0 0 0,0 1 0 0 0,0-1 0 0 0,0 0-1 0 0,0 0 1 0 0,-1 0 0 0 0,1 0 0 0 0,-1 1 0 0 0,-6 4-5 0 0,0-1 0 0 0,1 0 0 0 0,-18 7 0 0 0,16-7 5 0 0,-14 4-314 0 0,1-1 0 0 0,-1-1-1 0 0,0-1 1 0 0,-1-1 0 0 0,-25 3 0 0 0,37-7 179 0 0,-42 3-3115 0 0,33-4-3215 0 0,1 2-2110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5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13823 0 0,'0'0'1247'0'0,"1"2"-1023"0"0,18 31 467 0 0,-17-28 99 0 0,0 0 0 0 0,0-1 0 0 0,-1 1 0 0 0,0 0 0 0 0,0 0-1 0 0,0 0 1 0 0,0 0 0 0 0,-1 0 0 0 0,0 0 0 0 0,0 5 0 0 0,-8 65 5073 0 0,0 7-4860 0 0,2-34-723 0 0,0-9-1471 0 0,5-13-3904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6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9215 0 0,'2'-22'888'0'0,"0"0"415"0"0,6 8 6645 0 0,-6 10-7244 0 0,1 0-1 0 0,0 1 1 0 0,0 0 0 0 0,0-1 0 0 0,1 1-1 0 0,6-4 1 0 0,-9 6-695 0 0,1 1 1 0 0,-1-1-1 0 0,1 0 0 0 0,0 1 0 0 0,-1 0 0 0 0,1-1 1 0 0,0 1-1 0 0,0 0 0 0 0,-1 0 0 0 0,1 0 1 0 0,0 0-1 0 0,0 0 0 0 0,-1 0 0 0 0,1 0 1 0 0,0 1-1 0 0,-1-1 0 0 0,1 0 0 0 0,0 1 0 0 0,-1 0 1 0 0,1-1-1 0 0,2 3 0 0 0,1-1 120 0 0,-1 1 0 0 0,1 0 0 0 0,-1 1-1 0 0,0-1 1 0 0,0 1 0 0 0,0 0 0 0 0,-1 0 0 0 0,1 0-1 0 0,-1 0 1 0 0,0 0 0 0 0,0 1 0 0 0,-1 0 0 0 0,1-1-1 0 0,-1 1 1 0 0,3 9 0 0 0,1 5 727 0 0,-2 0-1 0 0,6 38 1 0 0,1 200 1808 0 0,-8-95-2064 0 0,0-67-425 0 0,2 37 42 0 0,-5-145-243 0 0,0 0-1 0 0,1 0 1 0 0,1 0 0 0 0,0 1-1 0 0,0-1 1 0 0,1 0 0 0 0,10-23-1 0 0,-5 19 6 0 0,0 0 0 0 0,2 0 0 0 0,0 1 0 0 0,0 0 0 0 0,2 1 0 0 0,0 1 0 0 0,16-16 0 0 0,-22 24 12 0 0,1 0 0 0 0,0 0 0 0 0,1 0 1 0 0,-1 1-1 0 0,1 0 0 0 0,0 1 0 0 0,0 0 1 0 0,1 0-1 0 0,-1 1 0 0 0,1 0 0 0 0,0 0 1 0 0,0 1-1 0 0,0 0 0 0 0,0 0 1 0 0,0 1-1 0 0,16 0 0 0 0,-22 2 9 0 0,0-1 1 0 0,1 0-1 0 0,-1 1 0 0 0,1-1 1 0 0,-1 1-1 0 0,0 0 1 0 0,0 0-1 0 0,1 1 0 0 0,-1-1 1 0 0,0 1-1 0 0,0-1 0 0 0,0 1 1 0 0,-1 0-1 0 0,1 0 0 0 0,0 0 1 0 0,-1 1-1 0 0,1-1 0 0 0,-1 0 1 0 0,0 1-1 0 0,1 0 0 0 0,-1-1 1 0 0,-1 1-1 0 0,1 0 1 0 0,0 0-1 0 0,-1 0 0 0 0,1 0 1 0 0,-1 1-1 0 0,0-1 0 0 0,1 5 1 0 0,0 0-2 0 0,-1 0 1 0 0,0 0-1 0 0,-1 0 1 0 0,0 0-1 0 0,0 0 1 0 0,0 0 0 0 0,-1 0-1 0 0,0 0 1 0 0,-1 0-1 0 0,0 0 1 0 0,-4 11-1 0 0,0-5-12 0 0,-1 0 1 0 0,0 0-1 0 0,-1-1 0 0 0,-13 17 0 0 0,-43 46-40 0 0,50-62-104 0 0,-1 1 0 0 0,0-2 0 0 0,-1 0 0 0 0,0-1 1 0 0,-1-1-1 0 0,0 0 0 0 0,0-2 0 0 0,-30 13 0 0 0,44-21-92 0 0,-1 0 1 0 0,0 0-1 0 0,0 0 0 0 0,0 0 1 0 0,-6 0-1 0 0,8-1 10 0 0,1 0 1 0 0,0 0-1 0 0,0 0 0 0 0,0 0 0 0 0,0 0 0 0 0,0-1 0 0 0,0 1 1 0 0,0 0-1 0 0,0 0 0 0 0,0-1 0 0 0,0 1 0 0 0,0-1 0 0 0,0 1 1 0 0,0-1-1 0 0,0 1 0 0 0,0-1 0 0 0,0 0 0 0 0,0 1 0 0 0,0-1 1 0 0,0 0-1 0 0,1 0 0 0 0,-1 0 0 0 0,0 0 0 0 0,0-1 0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3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93 3679 0 0,'33'-38'22'0'0,"13"-17"21620"0"0,-49 66-18326 0 0,2-7-2905 0 0,-6 14 263 0 0,-1-1 0 0 0,-1 0-1 0 0,-22 31 1 0 0,11-17-393 0 0,12-19-203 0 0,-24 39 189 0 0,-25 55-1 0 0,50-90-257 0 0,0 0 0 0 0,1 0-1 0 0,1 0 1 0 0,0 1-1 0 0,1 0 1 0 0,1 0 0 0 0,1 0-1 0 0,-1 24 1 0 0,4-31-9 0 0,0 1 1 0 0,0 0-1 0 0,1-1 0 0 0,0 1 1 0 0,1-1-1 0 0,0 0 0 0 0,1 0 1 0 0,0 0-1 0 0,1 0 0 0 0,-1-1 0 0 0,2 1 1 0 0,0-1-1 0 0,0-1 0 0 0,0 1 1 0 0,1-1-1 0 0,11 11 0 0 0,-12-15 1 0 0,0 1 0 0 0,0-2 0 0 0,1 1 0 0 0,-1-1 0 0 0,1 0 0 0 0,-1 0 0 0 0,1 0 0 0 0,0-1 1 0 0,0 0-1 0 0,0-1 0 0 0,1 0 0 0 0,-1 0 0 0 0,0 0 0 0 0,0-1 0 0 0,1 0 0 0 0,11-2 0 0 0,0 0 0 0 0,-1-1 1 0 0,1-1-1 0 0,-1 0 1 0 0,1-2-1 0 0,20-9 1 0 0,-13 3-2 0 0,-1-1 0 0 0,-1-1 0 0 0,0-1 0 0 0,29-25 0 0 0,79-80 0 0 0,-131 120 0 0 0,4-5-7 0 0,0 0 1 0 0,-1-1-1 0 0,1 1 0 0 0,-1-1 1 0 0,6-10-1 0 0,-9 13 4 0 0,1-1 0 0 0,-1 1 0 0 0,0-1 0 0 0,0 1 0 0 0,0-1 0 0 0,0 1-1 0 0,-1-1 1 0 0,1 1 0 0 0,-1-1 0 0 0,0 0 0 0 0,0 1 0 0 0,-1-7 0 0 0,1 8 3 0 0,0 1 0 0 0,0 0-1 0 0,0 0 1 0 0,-1 0 0 0 0,1 0 0 0 0,0 0 0 0 0,-1 1 0 0 0,1-1-1 0 0,-1 0 1 0 0,1 0 0 0 0,-1 0 0 0 0,1 0 0 0 0,-1 0 0 0 0,0 0-1 0 0,1 1 1 0 0,-1-1 0 0 0,0 0 0 0 0,0 1 0 0 0,0-1 0 0 0,1 0-1 0 0,-1 1 1 0 0,-2-2 0 0 0,1 2 1 0 0,0-1 0 0 0,0 1 0 0 0,0 0-1 0 0,0 0 1 0 0,1-1 0 0 0,-1 1 0 0 0,0 0 0 0 0,0 1 0 0 0,0-1-1 0 0,0 0 1 0 0,-3 1 0 0 0,-3 2 11 0 0,1-1 0 0 0,-1 1 0 0 0,1 1 0 0 0,-1 0-1 0 0,-6 4 1 0 0,7-3-12 0 0,0 0-1 0 0,0 0 0 0 0,0 1 0 0 0,1 0 1 0 0,0 0-1 0 0,0 1 0 0 0,0-1 1 0 0,1 1-1 0 0,0 0 0 0 0,1 1 0 0 0,-8 13 1 0 0,11-16-1 0 0,-1 0 1 0 0,0 0-1 0 0,1 0 0 0 0,0 0 1 0 0,0 0-1 0 0,1 0 1 0 0,0 0-1 0 0,-1 0 0 0 0,1 0 1 0 0,1 1-1 0 0,-1-1 1 0 0,1 0-1 0 0,0 0 1 0 0,0 0-1 0 0,1 0 0 0 0,-1 0 1 0 0,1-1-1 0 0,0 1 1 0 0,1 0-1 0 0,-1-1 1 0 0,4 6-1 0 0,2 1-14 0 0,1 0 0 0 0,0-1 0 0 0,0 0 0 0 0,1-1 0 0 0,1 0 0 0 0,-1-1 0 0 0,1 0 0 0 0,24 13 0 0 0,3-2-220 0 0,62 22 0 0 0,-77-33-483 0 0,2-1-31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4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396 243 19375 0 0,'6'-7'1759'0'0,"24"-34"-1215"0"0,-22 32 9 0 0,0-1-1 0 0,-1 0 1 0 0,0-1-1 0 0,-1 1 1 0 0,0-1-1 0 0,6-16 1 0 0,-9 20-30 0 0,-1-1 0 0 0,0 1 0 0 0,0-1 0 0 0,-1 0 0 0 0,0 1 0 0 0,0-14 1 0 0,-1 19-464 0 0,0 0 0 0 0,-1 0 0 0 0,1 1 0 0 0,0-1 0 0 0,-1 0 0 0 0,1 0 0 0 0,-1 1 0 0 0,1-1 0 0 0,-1 0 0 0 0,0 1 0 0 0,0-1 0 0 0,0 1 0 0 0,0-1 0 0 0,0 1 0 0 0,0 0 1 0 0,0-1-1 0 0,-1 1 0 0 0,1 0 0 0 0,0 0 0 0 0,-1-1 0 0 0,1 1 0 0 0,-1 0 0 0 0,1 1 0 0 0,-1-1 0 0 0,1 0 0 0 0,-1 0 0 0 0,0 1 0 0 0,1-1 0 0 0,-1 1 0 0 0,0-1 0 0 0,1 1 0 0 0,-1 0 0 0 0,0 0 1 0 0,0-1-1 0 0,-2 2 0 0 0,-6-2 9 0 0,-1 2 0 0 0,0 0 0 0 0,1 0 0 0 0,-1 1 0 0 0,1 0 0 0 0,-1 1 0 0 0,-13 6 0 0 0,-4 2-66 0 0,-36 22-1 0 0,37-18-2 0 0,0 1 0 0 0,-31 26 0 0 0,51-36 0 0 0,0 0 0 0 0,0 0 0 0 0,0 1 0 0 0,1 0 0 0 0,0 0 0 0 0,1 0 0 0 0,0 1 0 0 0,0 0 0 0 0,0 0 0 0 0,1 0 0 0 0,0 1 0 0 0,-3 10 0 0 0,6-16 2 0 0,1-1 1 0 0,0 1-1 0 0,-1-1 0 0 0,1 1 1 0 0,0-1-1 0 0,0 1 1 0 0,1-1-1 0 0,-1 1 0 0 0,0-1 1 0 0,1 1-1 0 0,-1-1 0 0 0,1 0 1 0 0,0 1-1 0 0,2 3 0 0 0,-1-2 1 0 0,1 0 0 0 0,-1 0 0 0 0,1 0 0 0 0,0-1 0 0 0,0 1 0 0 0,1-1-1 0 0,4 4 1 0 0,1 0-2 0 0,0 0 0 0 0,1-1 0 0 0,0-1 0 0 0,0 0 0 0 0,19 7 0 0 0,117 32-1 0 0,-11-5 0 0 0,-116-32 0 0 0,29 13 0 0 0,-42-16 0 0 0,0-1 0 0 0,0 1 0 0 0,0-1 0 0 0,-1 2 0 0 0,1-1 0 0 0,-1 1 0 0 0,0-1 0 0 0,5 8 0 0 0,-8-10 4 0 0,-1 0 1 0 0,0 0-1 0 0,0 0 0 0 0,1 1 1 0 0,-1-1-1 0 0,-1 0 0 0 0,1 1 1 0 0,0-1-1 0 0,0 0 1 0 0,-1 1-1 0 0,0-1 0 0 0,1 1 1 0 0,-1-1-1 0 0,0 1 0 0 0,0-1 1 0 0,-1 4-1 0 0,0-2 8 0 0,0 0-1 0 0,0 0 1 0 0,0 0 0 0 0,-1 0-1 0 0,1 0 1 0 0,-1 0 0 0 0,0 0 0 0 0,-1-1-1 0 0,-2 4 1 0 0,-2 2 27 0 0,0-1 0 0 0,-1 0 0 0 0,0 0 0 0 0,-1-1 0 0 0,0 0 0 0 0,-14 9 0 0 0,-9 2 2 0 0,0 0 0 0 0,-1-3 0 0 0,-1 0 1 0 0,-1-3-1 0 0,0 0 0 0 0,-66 11 0 0 0,66-17-333 0 0,-45 7-1630 0 0,70-12 1602 0 0,0-1 0 0 0,0 0 0 0 0,0 0 0 0 0,0-1-1 0 0,-18-4 1 0 0,12 0-1169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59 743 23959 0 0,'0'0'547'0'0,"-3"0"77"0"0,2 1-559 0 0,0-1 0 0 0,0 1 1 0 0,0 0-1 0 0,0 0 0 0 0,1-1 1 0 0,-1 1-1 0 0,0 0 0 0 0,0 0 1 0 0,0 0-1 0 0,1 0 0 0 0,-1 0 1 0 0,0 0-1 0 0,1 0 0 0 0,-1 0 1 0 0,1 0-1 0 0,-1 0 0 0 0,1 0 1 0 0,0 0-1 0 0,-1 2 0 0 0,-7 31 92 0 0,3-11-60 0 0,-4 11 751 0 0,2 1 0 0 0,-6 67 0 0 0,14-81-2207 0 0,1-6-6253 0 0</inkml:trace>
  <inkml:trace contextRef="#ctx0" brushRef="#br0" timeOffset="1">592 0 21655 0 0,'0'0'2253'0'0,"-1"2"-2135"0"0,-2 0 350 0 0,0 1 1 0 0,0 1-1 0 0,1-1 1 0 0,-1 0-1 0 0,1 1 0 0 0,0-1 1 0 0,0 1-1 0 0,-3 5 1 0 0,-1 7 61 0 0,-1 0 1 0 0,2 1-1 0 0,0 0 1 0 0,-3 27-1 0 0,7-34-831 0 0,0 0 0 0 0,1-1-1 0 0,1 1 1 0 0,0 0 0 0 0,0-1 0 0 0,0 1 0 0 0,1-1-1 0 0,1 1 1 0 0,6 16 0 0 0,1-4-1794 0 0,1-2-469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5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21191 0 0,'0'0'1636'0'0,"1"2"-1059"0"0,-1 0-371 0 0,0-1-1 0 0,1 1 1 0 0,-1-1-1 0 0,1 1 1 0 0,0-1-1 0 0,-1 0 0 0 0,1 1 1 0 0,0-1-1 0 0,0 1 1 0 0,0-1-1 0 0,0 0 0 0 0,0 0 1 0 0,0 0-1 0 0,0 0 1 0 0,1 0-1 0 0,1 2 0 0 0,25 12 2449 0 0,53 19-1 0 0,-79-33-2640 0 0,1 0 0 0 0,0 1 0 0 0,-1-1 0 0 0,1 0 0 0 0,-1 1 0 0 0,1-1 0 0 0,-1 1 0 0 0,0 0 0 0 0,1 0 0 0 0,-1 0 0 0 0,0 0 0 0 0,0 0 0 0 0,3 5 0 0 0,-4-5-7 0 0,0 1 0 0 0,0-1 0 0 0,0 1 0 0 0,-1-1 0 0 0,1 1 0 0 0,-1-1 0 0 0,1 1 0 0 0,-1-1 0 0 0,0 1 0 0 0,0 0 0 0 0,0-1 0 0 0,0 1 1 0 0,-1 0-1 0 0,1-1 0 0 0,-2 5 0 0 0,-1 2 19 0 0,-1 1 1 0 0,0-1-1 0 0,0-1 0 0 0,-1 1 1 0 0,-11 14-1 0 0,-6 12 51 0 0,7-9-54 0 0,5-8-9 0 0,-9 18 0 0 0,17-31-12 0 0,0 0 0 0 0,1 0 0 0 0,-1 0 0 0 0,1 0 0 0 0,0 0 0 0 0,0 1 0 0 0,1-1 0 0 0,-1 10 0 0 0,1-13-1 0 0,1 0 0 0 0,-1 0 0 0 0,0 0 0 0 0,1 0 0 0 0,-1-1 0 0 0,1 1 0 0 0,0 0 0 0 0,0 0 0 0 0,1 2 0 0 0,-2-4 0 0 0,0 1 0 0 0,0 0 0 0 0,1-1 0 0 0,-1 1 0 0 0,0 0 0 0 0,1-1 0 0 0,-1 1 0 0 0,1-1 0 0 0,-1 1 0 0 0,0-1 0 0 0,1 1 0 0 0,-1-1 0 0 0,1 1 0 0 0,-1-1 0 0 0,1 1 0 0 0,0-1 0 0 0,-1 1 0 0 0,1-1 0 0 0,0 0 0 0 0,-1 0 0 0 0,1 1 0 0 0,-1-1 0 0 0,1 0 0 0 0,0 0 0 0 0,0 0 0 0 0,1 1 0 0 0,0-1 0 0 0,3 1 0 0 0,-1 0 0 0 0,1 0 0 0 0,0 0 0 0 0,0 0 0 0 0,0-1 0 0 0,0 0 0 0 0,0 0 0 0 0,5-1 0 0 0,40-8 0 0 0,-40 7 0 0 0,10-3-993 0 0,0-2 0 0 0,30-12 1 0 0,36-24-6524 0 0,-51 24-2070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25599 0 0,'0'0'3745'0'0,"1"0"-3234"0"0,126-12 1144 0 0,-95 10-1734 0 0,15 0-1978 0 0,59-13 1 0 0,-73 8-231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634 402 23439 0 0,'-1'-4'203'0'0,"-1"0"-1"0"0,1 0 1 0 0,-1 1-1 0 0,0-1 1 0 0,0 1-1 0 0,0-1 1 0 0,-1 1-1 0 0,1 0 1 0 0,-1 0-1 0 0,0 0 0 0 0,0 0 1 0 0,0 1-1 0 0,0-1 1 0 0,0 1-1 0 0,0-1 1 0 0,-1 1-1 0 0,1 0 1 0 0,-1 1-1 0 0,-6-3 1 0 0,2 1 128 0 0,1 0 0 0 0,-1 1 0 0 0,1 0-1 0 0,-1 0 1 0 0,0 1 0 0 0,0 0 0 0 0,0 0 0 0 0,0 1 0 0 0,-10 1 0 0 0,0 1 98 0 0,-82 13 692 0 0,87-11-1088 0 0,0-1 0 0 0,0 2 0 0 0,0 0 1 0 0,0 0-1 0 0,-17 11 0 0 0,16-7-18 0 0,0 1 0 0 0,0 0 0 0 0,1 1 0 0 0,1 1-1 0 0,-1 0 1 0 0,2 0 0 0 0,-13 18 0 0 0,19-24-10 0 0,1 1 1 0 0,0-1-1 0 0,0 1 0 0 0,1 0 1 0 0,0 0-1 0 0,0 0 0 0 0,0 0 1 0 0,1 1-1 0 0,0-1 0 0 0,1 1 0 0 0,0-1 1 0 0,0 1-1 0 0,0 0 0 0 0,1-1 1 0 0,0 1-1 0 0,1 0 0 0 0,-1-1 1 0 0,4 11-1 0 0,-2-11-6 0 0,0-1 0 0 0,1 0-1 0 0,0 0 1 0 0,0-1 0 0 0,0 1 0 0 0,1-1 0 0 0,0 1-1 0 0,0-1 1 0 0,0 0 0 0 0,0 0 0 0 0,1-1 0 0 0,0 0-1 0 0,10 7 1 0 0,6 3-4 0 0,0-2 0 0 0,32 14 0 0 0,-20-10 10 0 0,44 20-26 0 0,-26-13-7 0 0,54 35 0 0 0,-96-53 27 0 0,-1 0 1 0 0,-1 1-1 0 0,1 0 1 0 0,-1 1-1 0 0,0-1 1 0 0,-1 1-1 0 0,1 1 0 0 0,5 8 1 0 0,-11-14 2 0 0,1 1 0 0 0,-1 0 0 0 0,0-1 0 0 0,1 1 1 0 0,-1 0-1 0 0,0 0 0 0 0,-1 0 0 0 0,1-1 0 0 0,0 1 0 0 0,-1 0 1 0 0,0 0-1 0 0,0 0 0 0 0,0 0 0 0 0,0 0 0 0 0,0 0 1 0 0,0 0-1 0 0,-1 0 0 0 0,1 0 0 0 0,-1 0 0 0 0,0 0 0 0 0,0 0 1 0 0,0 0-1 0 0,-1-1 0 0 0,1 1 0 0 0,0 0 0 0 0,-1-1 0 0 0,0 1 1 0 0,0-1-1 0 0,-3 4 0 0 0,-2 1 2 0 0,0 0 1 0 0,0-1-1 0 0,-1 0 0 0 0,0 0 1 0 0,0-1-1 0 0,-1 0 1 0 0,-16 7-1 0 0,-4 0 0 0 0,-35 8 1 0 0,-204 32-4725 0 0,251-49 4417 0 0,-16 1-2290 0 0</inkml:trace>
  <inkml:trace contextRef="#ctx0" brushRef="#br0" timeOffset="1">181 949 22807 0 0,'0'0'2063'0'0,"-1"2"-1695"0"0,-11 15 1205 0 0,-22 21 1 0 0,18-21-579 0 0,-14 21 0 0 0,23-28-891 0 0,-44 68 748 0 0,44-64-2144 0 0,-12 29 0 0 0,16-31-5758 0 0,2 0-2288 0 0</inkml:trace>
  <inkml:trace contextRef="#ctx0" brushRef="#br0" timeOffset="2">834 0 10135 0 0,'-1'2'12932'0'0,"-10"17"-11962"0"0,1 1-1 0 0,1 0 1 0 0,0 1-1 0 0,2 0 1 0 0,0 0-1 0 0,2 1 1 0 0,-5 32-1 0 0,9-47-1406 0 0,0 0-1 0 0,0 0 1 0 0,0 0-1 0 0,1 1 1 0 0,0-1-1 0 0,1 0 1 0 0,0 0-1 0 0,0 1 1 0 0,0-1 0 0 0,3 7-1 0 0,2 0-9070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6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25799 0 0,'0'0'2337'0'0,"2"1"-1810"0"0,3 1-292 0 0,-1 1 1 0 0,1 0-1 0 0,-1 0 0 0 0,0 0 0 0 0,-1 0 1 0 0,1 1-1 0 0,0-1 0 0 0,-1 1 0 0 0,0 0 1 0 0,0 0-1 0 0,0 0 0 0 0,0 0 0 0 0,-1 1 1 0 0,1-1-1 0 0,2 9 0 0 0,3 9-178 0 0,-2 0-1 0 0,6 28 1 0 0,-7-25 9 0 0,28 178 38 0 0,-32-190-28 0 0,-1-6-514 0 0,1-1 0 0 0,0 1 0 0 0,0-1-1 0 0,3 11 1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45 9215 0 0,'-8'-1'831'0'0,"-10"-7"12703"0"0,42-3-8130 0 0,4 6-3425 0 0,31 0-2383 0 0,-32 4 988 0 0,39-3-945 0 0,65-5 24 0 0,-44 9-8969 0 0,-57 1 206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4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38 26287 0 0,'-6'-1'401'0'0,"5"1"-227"0"0,0-1 0 0 0,0 1-1 0 0,-1 0 1 0 0,1 0 0 0 0,0 0 0 0 0,-1 0-1 0 0,1 0 1 0 0,0 0 0 0 0,-1 0-1 0 0,1 0 1 0 0,0 1 0 0 0,-1-1 0 0 0,-1 1-1 0 0,2-1-10 0 0,3 1-40 0 0,20 0-38 0 0,0-1 1 0 0,-1 0-1 0 0,1-2 1 0 0,22-3-1 0 0,11-2-554 0 0,177-15-4855 0 0,-179 18 3491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33 16583 0 0,'-7'0'1730'0'0,"1"-2"-1047"0"0,1 1 1 0 0,-1 0-1 0 0,1 1 1 0 0,-1-1-1 0 0,0 1 1 0 0,1 0 0 0 0,-1 1-1 0 0,0 0 1 0 0,1-1-1 0 0,-1 2 1 0 0,1-1 0 0 0,-1 1-1 0 0,1-1 1 0 0,0 1-1 0 0,-1 1 1 0 0,-6 4 0 0 0,6-3-425 0 0,0 0 1 0 0,0 1 0 0 0,1 0 0 0 0,-8 9-1 0 0,0 1-145 0 0,1 1-1 0 0,1 0 1 0 0,1 0 0 0 0,0 1-1 0 0,1 1 1 0 0,1 0-1 0 0,-6 19 1 0 0,11-28-80 0 0,0-1 1 0 0,1 1 0 0 0,0 0 0 0 0,1 0 0 0 0,0 0-1 0 0,0 0 1 0 0,1 0 0 0 0,0 0 0 0 0,1-1 0 0 0,-1 1-1 0 0,2 0 1 0 0,-1 0 0 0 0,2 0 0 0 0,-1 0 0 0 0,1-1-1 0 0,0 0 1 0 0,7 13 0 0 0,-5-13-35 0 0,1-1 0 0 0,0-1 0 0 0,0 1 0 0 0,0-1 0 0 0,1 0 0 0 0,0 0 0 0 0,0 0 0 0 0,1-1 0 0 0,-1-1 0 0 0,1 1 0 0 0,0-1 0 0 0,0 0 0 0 0,1-1 0 0 0,-1 0 0 0 0,13 3 0 0 0,1-1 0 0 0,1-1 0 0 0,-1-1 0 0 0,1 0 0 0 0,45-3 0 0 0,-28-2-39 0 0,-1-2 0 0 0,45-11 0 0 0,-63 10 13 0 0,1-1-1 0 0,-1-1 1 0 0,0-1-1 0 0,-1-1 1 0 0,26-15-1 0 0,-41 21 6 0 0,-1 1 1 0 0,0-1-1 0 0,0-1 1 0 0,0 1-1 0 0,0-1 1 0 0,0 1-1 0 0,-1-1 0 0 0,0 0 1 0 0,1 0-1 0 0,-2-1 1 0 0,1 1-1 0 0,0-1 0 0 0,-1 1 1 0 0,0-1-1 0 0,2-5 1 0 0,-3 4 10 0 0,0 0 1 0 0,0 0-1 0 0,0 1 1 0 0,-1-1 0 0 0,0 0-1 0 0,0 0 1 0 0,0 0-1 0 0,-1 0 1 0 0,0 0-1 0 0,0 0 1 0 0,0 1-1 0 0,-5-11 1 0 0,2 5 3 0 0,-1 0 1 0 0,0 0-1 0 0,-1 1 0 0 0,-1 0 0 0 0,1 0 1 0 0,-1 0-1 0 0,-9-8 0 0 0,3 5 11 0 0,0 1 0 0 0,-1 0 0 0 0,0 1 0 0 0,-16-9 1 0 0,-15-5-487 0 0,0 3 1 0 0,-62-23-1 0 0,106 45 460 0 0,-29-11-1045 0 0,2 2-49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28 124 8287 0 0,'-28'-26'21531'0'0,"29"26"-21389"0"0,0-1 0 0 0,0 0 1 0 0,0 0-1 0 0,0 0 0 0 0,0 1 1 0 0,0-1-1 0 0,1 0 0 0 0,-1 1 0 0 0,0-1 1 0 0,2 0-1 0 0,-1 1 37 0 0,14-5-24 0 0,1 0 0 0 0,-1 2 0 0 0,1 0 0 0 0,0 1 0 0 0,0 1 0 0 0,20 0 1 0 0,2 0-37 0 0,270-20-119 0 0,-85 4 0 0 0,56-4-1139 0 0,-239 18-637 0 0,-1 0-5665 0 0,-5-1-2211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 10591 0 0,'-7'-5'19664'0'0,"9"6"-19590"0"0,0 0-1 0 0,0 0 1 0 0,0 0 0 0 0,0 0-1 0 0,0-1 1 0 0,0 1 0 0 0,1-1-1 0 0,1 1 1 0 0,7 1 123 0 0,141 57 1023 0 0,-131-49-1198 0 0,0 1-1 0 0,0 1 1 0 0,-1 1-1 0 0,33 28 1 0 0,-51-39-20 0 0,0 0-1 0 0,0-1 1 0 0,-1 1 0 0 0,1 0 0 0 0,0 0-1 0 0,1 4 1 0 0,-1 4 9 0 0,-2-7-3 0 0,-1 0 0 0 0,0-1 0 0 0,0 1 0 0 0,0 0 0 0 0,-1 0 0 0 0,1 0 0 0 0,0-1 0 0 0,-1 1 0 0 0,0 0 0 0 0,0-1 0 0 0,0 0 0 0 0,0 1 0 0 0,0-1 0 0 0,-4 3 0 0 0,-5 4 37 0 0,-21 13 0 0 0,-29 15 33 0 0,23-15-1057 0 0,-38 30 0 0 0,57-35-6509 0 0,1 1-2533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22 25343 0 0,'-2'-9'2637'0'0,"2"2"-2429"0"0,0 6 166 0 0,0 1-299 0 0,-1 0 1 0 0,1 0-1 0 0,0 0 1 0 0,-1 0-1 0 0,1-1 1 0 0,0 1-1 0 0,-1 0 1 0 0,1 0-1 0 0,0 0 1 0 0,-1 0-1 0 0,1 0 1 0 0,0-1-1 0 0,-1 1 1 0 0,1 0-1 0 0,0 0 1 0 0,0 0-1 0 0,-1-1 1 0 0,1 1-1 0 0,0 0 1 0 0,0 0-1 0 0,-1-1 1 0 0,1 1-1 0 0,0 0 1 0 0,0-1-1 0 0,3 10 475 0 0,0 6-366 0 0,-1 0 0 0 0,-1 1 1 0 0,-1-1-1 0 0,0 0 0 0 0,-2 19 0 0 0,0-11-41 0 0,-12 113-57 0 0,1-14-312 0 0,13-109-508 0 0,0 0-1 0 0,0 0 1 0 0,5 26 0 0 0,-2-27-1485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50 20735 0 0,'-7'-8'1840'0'0,"-2"-1"-1472"0"0,1-1-296 0 0,2 1-72 0 0,3 0 640 0 0,0 4 1824 0 0,15 5-2464 0 0,5 2-1088 0 0,0 3-216 0 0,4 2-40 0 0,5 2-7744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18343 0 0,'0'0'1660'0'0,"-2"1"-1368"0"0,-11 6 1051 0 0,0 0 0 0 0,-1-1-1 0 0,-19 6 1 0 0,-16 7 1386 0 0,15-2-1259 0 0,-49 34-1 0 0,59-35-1120 0 0,17-11-248 0 0,0 1 0 0 0,0-1 0 0 0,0 1 0 0 0,-11 13 0 0 0,16-17-87 0 0,1 0 0 0 0,-1 1 0 0 0,0-1 0 0 0,1 1 0 0 0,-1-1 0 0 0,1 1 0 0 0,0-1 1 0 0,-1 1-1 0 0,1 0 0 0 0,1-1 0 0 0,-1 1 0 0 0,0 0 0 0 0,1 0 0 0 0,-1 0 0 0 0,1-1 0 0 0,0 1 0 0 0,0 0 0 0 0,1 6 0 0 0,0-7-11 0 0,0 0 0 0 0,0 1 0 0 0,0-1 1 0 0,1 0-1 0 0,-1 1 0 0 0,1-1 0 0 0,0 0 0 0 0,-1 0 0 0 0,1 0 0 0 0,0-1 1 0 0,0 1-1 0 0,0 0 0 0 0,0-1 0 0 0,3 2 0 0 0,35 19 158 0 0,-36-20-145 0 0,41 17-93 0 0,48 13 0 0 0,-25-9 79 0 0,-55-18-2 0 0,-1 0 0 0 0,16 9 0 0 0,-25-12 0 0 0,0 0 0 0 0,1 0 0 0 0,-1 0 0 0 0,0 1 0 0 0,0-1 0 0 0,0 1 0 0 0,-1 0 0 0 0,1 0 0 0 0,-1 0 0 0 0,1 0 0 0 0,-1 0 0 0 0,2 6 0 0 0,-3-8 0 0 0,-1 1 0 0 0,0-1 0 0 0,1 1 0 0 0,-1 0 0 0 0,0-1 0 0 0,0 1 0 0 0,0 0 0 0 0,-1-1 0 0 0,1 1 0 0 0,0 0 0 0 0,-1-1 0 0 0,1 1 0 0 0,-1 0 0 0 0,1-1 0 0 0,-1 1 0 0 0,0-1 0 0 0,0 1 0 0 0,1-1 0 0 0,-1 0 0 0 0,0 1 0 0 0,0-1 0 0 0,0 0 0 0 0,-3 2 0 0 0,-3 4 0 0 0,0 0 0 0 0,-14 9 0 0 0,19-14 0 0 0,-28 17 6 0 0,0-1 0 0 0,-2-2 0 0 0,-57 22 1 0 0,46-21 85 0 0,39-16-83 0 0,-9 4 4 0 0,153-79-241 0 0,-83 44 189 0 0,-3 1-4 0 0,0-3 1 0 0,-3-2-1 0 0,0-2 0 0 0,65-63 1 0 0,-102 87 4 0 0,-5 4 1 0 0,-1-1-1 0 0,9-9 1 0 0,-36 26-16 0 0,-2 8 89 0 0,-23 23-1 0 0,10-8 46 0 0,10-11-35 0 0,-24 28 0 0 0,42-41-38 0 0,-1 1-1 0 0,2 0 1 0 0,-1 0-1 0 0,1 0 1 0 0,0 1-1 0 0,0-1 1 0 0,1 1-1 0 0,-3 10 1 0 0,7-16-43 0 0,-1-1 0 0 0,0 1 0 0 0,1-1 0 0 0,0 1 0 0 0,0 0 0 0 0,0-1 0 0 0,0 1 0 0 0,0-1 0 0 0,0 1 0 0 0,1 0 0 0 0,-1-1 0 0 0,1 1 0 0 0,0-1 0 0 0,0 1 0 0 0,-1-1-1 0 0,2 1 1 0 0,-1-1 0 0 0,0 0 0 0 0,0 0 0 0 0,1 1 0 0 0,0-1 0 0 0,-1 0 0 0 0,1 0 0 0 0,0 0 0 0 0,0-1 0 0 0,0 1 0 0 0,0 0 0 0 0,0-1 0 0 0,0 1 0 0 0,3 0 0 0 0,1 2-104 0 0,0-1 0 0 0,0-1 0 0 0,1 1 0 0 0,-1-1 0 0 0,1 0-1 0 0,0 0 1 0 0,0-1 0 0 0,-1 0 0 0 0,1 0 0 0 0,11 0 0 0 0,2-3-1507 0 0,-1-1 0 0 0,34-8-1 0 0,-52 11 1578 0 0,31-8-2131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2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51 23839 0 0,'-1'0'2165'0'0,"1"0"-2113"0"0,-1 0-1 0 0,1 0 0 0 0,-1 0 0 0 0,0 0 1 0 0,1 0-1 0 0,-1 0 0 0 0,0 0 0 0 0,1 0 0 0 0,-1 0 1 0 0,1 0-1 0 0,-1 1 0 0 0,1-1 0 0 0,-1 0 1 0 0,0 0-1 0 0,1 1 0 0 0,-1-1 0 0 0,1 0 1 0 0,-1 1-1 0 0,1-1 0 0 0,-1 1 0 0 0,1-1 0 0 0,0 0 1 0 0,-1 1-1 0 0,1-1 0 0 0,0 1 0 0 0,-1-1 1 0 0,1 1-1 0 0,0 0 0 0 0,-1-1 0 0 0,1 1 0 0 0,0-1 1 0 0,0 2-1 0 0,-1-1 209 0 0,-4 7 100 0 0,1 1 0 0 0,1-1 0 0 0,0 0 0 0 0,0 1 0 0 0,0 0 0 0 0,1 0 0 0 0,0-1 0 0 0,1 1 0 0 0,0 15 0 0 0,0 3 71 0 0,7 51-1 0 0,-4-63-408 0 0,2-2 0 0 0,-1 1 0 0 0,10 23 0 0 0,4 11-23 0 0,-16-44 1 0 0,-1-3-1 0 0,0 0 0 0 0,0 0 1 0 0,1 0-1 0 0,-1-1 0 0 0,0 1 0 0 0,1 0 1 0 0,-1 0-1 0 0,0 0 0 0 0,1 0 1 0 0,0-1-1 0 0,-1 1 0 0 0,1 0 1 0 0,-1 0-1 0 0,2 0 0 0 0,-1-1-10 0 0,0-1 0 0 0,-1 1 0 0 0,1 0 0 0 0,0-1-1 0 0,-1 1 1 0 0,1-1 0 0 0,0 0 0 0 0,-1 1 0 0 0,1-1 0 0 0,0 1-1 0 0,-1-1 1 0 0,1-1 0 0 0,7-11-59 0 0,-1 0 0 0 0,0 0-1 0 0,-1-1 1 0 0,0 0 0 0 0,5-20 0 0 0,3-9-41 0 0,-2 12 5 0 0,37-89 15 0 0,-41 105 54 0 0,0 0-1 0 0,0 0 0 0 0,2 1 1 0 0,0 1-1 0 0,17-20 0 0 0,-26 33 50 0 0,-1 0-1 0 0,0-1 1 0 0,1 1 0 0 0,-1-1-1 0 0,1 1 1 0 0,-1 0-1 0 0,0-1 1 0 0,1 1-1 0 0,-1 0 1 0 0,1 0 0 0 0,-1-1-1 0 0,1 1 1 0 0,-1 0-1 0 0,1 0 1 0 0,-1 0-1 0 0,1 0 1 0 0,-1 0 0 0 0,1-1-1 0 0,-1 1 1 0 0,1 0-1 0 0,-1 0 1 0 0,1 0-1 0 0,-1 0 1 0 0,1 1-1 0 0,0-1 1 0 0,-1 0 0 0 0,1 0-1 0 0,0 1 2 0 0,0-1 0 0 0,0 1 0 0 0,0 0 0 0 0,0-1-1 0 0,0 1 1 0 0,0 0 0 0 0,-1 0 0 0 0,1 0 0 0 0,0 0 0 0 0,-1 0 0 0 0,1 0-1 0 0,0 1 1 0 0,2 4 33 0 0,0 0 0 0 0,0 1 0 0 0,1 8 0 0 0,-4-14-35 0 0,11 39-113 0 0,-4-14 211 0 0,0 0 1 0 0,16 34-1 0 0,-20-53-420 0 0,0 0 0 0 0,1 0 0 0 0,1 0 1 0 0,-1-1-1 0 0,1 0 0 0 0,0 0 0 0 0,0 0 0 0 0,1 0 0 0 0,0-1 1 0 0,0 1-1 0 0,0-2 0 0 0,11 8 0 0 0,2-3-1881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18431 0 0,'0'0'1916'0'0,"-7"4"43"0"0,5-2-1426 0 0,0 0 0 0 0,0 1 0 0 0,0-1 0 0 0,0 0 0 0 0,1 1 0 0 0,-1-1 0 0 0,1 1 0 0 0,0-1 0 0 0,-1 1 0 0 0,1 0 0 0 0,-1 4 0 0 0,-8 35 1712 0 0,7-28-1844 0 0,-10 66 234 0 0,-4 109-1 0 0,6-53-1305 0 0,9-118-404 0 0,-8 31 1 0 0,-6-5-3804 0 0,10-30 2710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3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0 284 11519 0 0,'0'-5'-19'0'0,"1"0"1"0"0,-1-1-1 0 0,1 1 0 0 0,0 0 0 0 0,0 0 0 0 0,3-6 0 0 0,-1 4 925 0 0,0 0 0 0 0,1 0-1 0 0,0 0 1 0 0,0 0 0 0 0,1 1-1 0 0,7-9 1 0 0,-1 3 1301 0 0,2 1 1 0 0,-1 0-1 0 0,1 0 1 0 0,23-13-1 0 0,-23 18-1833 0 0,0 0 0 0 0,0 1-1 0 0,0 0 1 0 0,1 1 0 0 0,0 1-1 0 0,-1 0 1 0 0,1 0-1 0 0,29 0 1 0 0,-30 3-324 0 0,-1 0 0 0 0,1 1 0 0 0,0 0 0 0 0,-1 0 0 0 0,1 2 0 0 0,-1 0 0 0 0,23 8 0 0 0,-28-8-46 0 0,1 0-1 0 0,-1 1 1 0 0,0 0 0 0 0,-1 1 0 0 0,1 0 0 0 0,-1 0 0 0 0,0 0-1 0 0,0 0 1 0 0,-1 1 0 0 0,1 0 0 0 0,-1 0 0 0 0,-1 1 0 0 0,7 11-1 0 0,-5-8 8 0 0,-1 1-1 0 0,0 0 0 0 0,-1 0 1 0 0,0 0-1 0 0,-1 0 1 0 0,0 1-1 0 0,-1 0 0 0 0,0-1 1 0 0,-1 1-1 0 0,0 0 0 0 0,-1 0 1 0 0,0-1-1 0 0,-1 1 1 0 0,0 0-1 0 0,-1 0 0 0 0,0-1 1 0 0,-8 22-1 0 0,-9 14-10 0 0,16-41 0 0 0,3-6 0 0 0,0 1 0 0 0,-1-1 0 0 0,1 0 0 0 0,0 0 0 0 0,0 0 0 0 0,-1 0 0 0 0,1 0 0 0 0,0 0 0 0 0,0 0 0 0 0,0 0 0 0 0,-1 0 0 0 0,1 0 0 0 0,0 0 0 0 0,0 0 0 0 0,-1 0 0 0 0,1 0 0 0 0,0 0 0 0 0,0 0 0 0 0,0 0 0 0 0,-1-1 0 0 0,1 1 0 0 0,0 0 0 0 0,0 0 0 0 0,0 0 0 0 0,-1 0 0 0 0,1 0 0 0 0,0 0 0 0 0,0-1 0 0 0,0 1 0 0 0,-1-2 0 0 0,0 1 0 0 0,0-1 0 0 0,0 0 0 0 0,1 1 0 0 0,-1-1 0 0 0,1 0 0 0 0,-1 1 0 0 0,1-1 0 0 0,0 0 0 0 0,0 0 0 0 0,-1 0 0 0 0,1 1 0 0 0,1-1 0 0 0,-1 0 0 0 0,0 0 0 0 0,1-3 0 0 0,0 1 0 0 0,0-1 0 0 0,0 0 0 0 0,1 1 0 0 0,-1-1 0 0 0,4-5 0 0 0,7-8 0 0 0,2 0-1 0 0,0 1 1 0 0,0 0-1 0 0,2 1 1 0 0,21-17-1 0 0,-13 11-9 0 0,0 2-63 0 0,2 0-1 0 0,0 1 1 0 0,1 2 0 0 0,1 1 0 0 0,1 1 0 0 0,37-13 0 0 0,-58 24 49 0 0,0 1 0 0 0,0 0 0 0 0,1 1 0 0 0,-1 0 0 0 0,0 1 0 0 0,1-1 1 0 0,0 2-1 0 0,-1-1 0 0 0,1 1 0 0 0,14 2 0 0 0,-9 3 11 0 0,-11 0 15 0 0,-3-4-3 0 0,1 0 1 0 0,-1 0 0 0 0,1-1 0 0 0,0 1 0 0 0,-1-1 0 0 0,1 1 0 0 0,-1 0 0 0 0,1-1 0 0 0,-1 1 0 0 0,0 0 0 0 0,1-1 0 0 0,-1 1 0 0 0,0 0 0 0 0,0-1 0 0 0,1 1 0 0 0,-1 0 0 0 0,0 0 0 0 0,0 0 0 0 0,0-1 0 0 0,0 1 0 0 0,0 0 0 0 0,0 0 0 0 0,0-1 0 0 0,0 1 0 0 0,0 0 0 0 0,0 1 0 0 0,-1 1 0 0 0,0 6 14 0 0,0 0-1 0 0,-1 0 1 0 0,0-1-1 0 0,0 1 1 0 0,-1 0-1 0 0,0-1 1 0 0,-1 0-1 0 0,-8 15 1 0 0,-4 13-235 0 0,15-35 61 0 0,1 2-178 0 0,0-2 277 0 0,0 1 0 0 0,0-1 1 0 0,0 0-1 0 0,0 0 0 0 0,0 0 0 0 0,0 0 1 0 0,1 0-1 0 0,-1 0 0 0 0,0 0 0 0 0,0 0 0 0 0,1 0 1 0 0,-1 0-1 0 0,2 2 0 0 0,1-1-37 0 0,0 0 0 0 0,1 0 0 0 0,-1 0 0 0 0,1 0 0 0 0,-1-1-1 0 0,1 0 1 0 0,0 0 0 0 0,-1 0 0 0 0,1 0 0 0 0,0 0 0 0 0,0-1 0 0 0,0 0 0 0 0,0 0 0 0 0,0 0 0 0 0,-1 0 0 0 0,1 0-1 0 0,0-1 1 0 0,0 0 0 0 0,0 1 0 0 0,4-3 0 0 0,4-1 44 0 0,0-1 0 0 0,-1 0 0 0 0,0-1-1 0 0,0 0 1 0 0,0-1 0 0 0,-1 0 0 0 0,0 0 0 0 0,14-15 0 0 0,-16 15 73 0 0,-1 0 1 0 0,-1-1 0 0 0,1 0-1 0 0,-1 0 1 0 0,-1-1 0 0 0,1 0 0 0 0,-2 0-1 0 0,1 0 1 0 0,-1 0 0 0 0,5-19-1 0 0,-8 22 27 0 0,-1 0-1 0 0,0 1 1 0 0,0-1-1 0 0,-1 1 0 0 0,1-1 1 0 0,-1 1-1 0 0,-3-10 0 0 0,1 2 83 0 0,3 12 35 0 0,16-9 79 0 0,-14 10-222 0 0,0 0 0 0 0,1-1-1 0 0,-1 1 1 0 0,0 0-1 0 0,1 0 1 0 0,-1 1 0 0 0,1-1-1 0 0,-1 0 1 0 0,0 1-1 0 0,1-1 1 0 0,-1 1 0 0 0,0 0-1 0 0,0 0 1 0 0,0 0-1 0 0,1 0 1 0 0,-1 0 0 0 0,3 3-1 0 0,0-1 43 0 0,0 1 0 0 0,0 0 0 0 0,0 0 0 0 0,0 1 0 0 0,6 7-1 0 0,-5-3 27 0 0,-1-1-1 0 0,0 1 0 0 0,-1-1 1 0 0,0 1-1 0 0,-1 1 0 0 0,1-1 0 0 0,1 13 1 0 0,10 70 604 0 0,-14-84-639 0 0,9 132 649 0 0,-3-47-433 0 0,12 100 123 0 0,-17-151-316 0 0,-6 77 0 0 0,2-109-76 0 0,2-9 0 0 0,0-1 0 0 0,0 0 0 0 0,0 1 0 0 0,0-1 0 0 0,0 1 0 0 0,0-1 0 0 0,0 0 0 0 0,0 1 0 0 0,-1-1 0 0 0,1 0 0 0 0,0 1 0 0 0,0-1 0 0 0,0 1 0 0 0,-1-1 0 0 0,1 0 0 0 0,0 0 0 0 0,0 1 0 0 0,-1-1 0 0 0,1 0 0 0 0,0 1 0 0 0,-1-1 0 0 0,1 0 0 0 0,0 0 0 0 0,-1 0 0 0 0,1 1 0 0 0,0-1 0 0 0,-1 0 0 0 0,1 0 0 0 0,-1 0 0 0 0,1 0 0 0 0,0 0 0 0 0,-1 0 0 0 0,1 0 0 0 0,-1 0 0 0 0,1 0 0 0 0,-1 0 0 0 0,1 0 0 0 0,0 0 0 0 0,-1 0 0 0 0,1 0 0 0 0,-1 0 0 0 0,1 0 0 0 0,-1 0 0 0 0,0 0 0 0 0,-1-1 0 0 0,1 1 0 0 0,0 0 0 0 0,-1-1 0 0 0,1 1 0 0 0,0-1 0 0 0,-1 1 0 0 0,1-1 0 0 0,0 0 0 0 0,0 1 0 0 0,0-1 0 0 0,-1 0 0 0 0,1 0 0 0 0,0 0 0 0 0,0 0 0 0 0,0 0 0 0 0,0 0 0 0 0,1 0 0 0 0,-1 0 0 0 0,0-1 0 0 0,0 0 0 0 0,-14-30 0 0 0,13 28 0 0 0,-4-15-90 0 0,0 0 1 0 0,2-1-1 0 0,0 0 1 0 0,1 0-1 0 0,1 0 1 0 0,1 0-1 0 0,0-1 1 0 0,5-31-1 0 0,3-5-371 0 0,27-97 0 0 0,-23 116 389 0 0,1 1 1 0 0,2 0-1 0 0,2 1 0 0 0,1 1 1 0 0,1 0-1 0 0,2 2 0 0 0,29-37 1 0 0,-44 63 138 0 0,2-1 1 0 0,-1 1-1 0 0,1 0 1 0 0,0 1-1 0 0,0 0 1 0 0,1 0-1 0 0,13-8 1 0 0,-17 12-40 0 0,0 0-1 0 0,0 1 1 0 0,0-1 0 0 0,0 1 0 0 0,0 0-1 0 0,1 0 1 0 0,-1 0 0 0 0,0 0 0 0 0,1 1 0 0 0,-1 0-1 0 0,1 0 1 0 0,-1 0 0 0 0,0 0 0 0 0,1 1 0 0 0,-1-1-1 0 0,0 1 1 0 0,1 0 0 0 0,7 4 0 0 0,-8-4-23 0 0,0 1 0 0 0,0 1 0 0 0,0-1 0 0 0,0 0 0 0 0,0 1 0 0 0,-1 0 0 0 0,1 0 0 0 0,-1 0-1 0 0,0 0 1 0 0,0 0 0 0 0,0 1 0 0 0,0 0 0 0 0,0-1 0 0 0,-1 1 0 0 0,3 4 0 0 0,-2-1 2 0 0,-1 0-1 0 0,1 1 1 0 0,-1-1-1 0 0,-1 0 0 0 0,1 1 1 0 0,-1-1-1 0 0,0 1 1 0 0,-1 11-1 0 0,-1-4 15 0 0,-2 0 1 0 0,1 0-1 0 0,-2 0 0 0 0,0 0 1 0 0,-12 27-1 0 0,5-13-5 0 0,-10 19-239 0 0,20-46 63 0 0,14-14-9190 0 0,-8 6 7897 0 0,1-1-1 0 0,-1 1 0 0 0,6-11 1 0 0,-3 5 599 0 0,14-21-1961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4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18743 0 0,'0'0'2227'0'0,"1"2"-1015"0"0,2 8 727 0 0,0 1 1 0 0,9 16-1 0 0,-8-16-1537 0 0,-1-1-1 0 0,0 1 0 0 0,0 0 0 0 0,-1 1 1 0 0,-1-1-1 0 0,0 0 0 0 0,0 17 0 0 0,0-11-327 0 0,-1-7-170 0 0,1 1-1 0 0,0 0 0 0 0,1-1 1 0 0,0 0-1 0 0,4 12 0 0 0,-3-7-655 0 0,-3-8-3334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6:54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10135 0 0,'0'0'464'0'0,"1"-1"-9"0"0,13-3-479 0 0,0 0 0 0 0,0 1 0 0 0,0 0 0 0 0,0 1 0 0 0,0 1 1 0 0,16 0-1 0 0,87 6-1049 0 0,-101-3 2386 0 0,32 8 3857 0 0,-41-2 1048 0 0,-7-5-5727 0 0,0 0 1 0 0,-1 1-1 0 0,1-1 0 0 0,-1 0 0 0 0,0 1 1 0 0,0-1-1 0 0,0 0 0 0 0,0 0 0 0 0,0 0 0 0 0,-1 0 1 0 0,0 0-1 0 0,1 0 0 0 0,-1 0 0 0 0,-5 5 1 0 0,-5 7 110 0 0,-19 17 1 0 0,26-26-258 0 0,-49 43 42 0 0,-9 9 237 0 0,53-47-560 0 0,1-1 1 0 0,0 1-1 0 0,1 0 1 0 0,-7 14-1 0 0,12-21-64 0 0,1 0 0 0 0,0 0 0 0 0,1 0 0 0 0,-1 1 0 0 0,1-1 0 0 0,0 1 0 0 0,0-1 0 0 0,0 1 0 0 0,1-1 0 0 0,-1 1 0 0 0,1 7 0 0 0,1-9 0 0 0,-1-1 0 0 0,1 1 0 0 0,-1-1 0 0 0,1 1 0 0 0,0-1 0 0 0,0 1 0 0 0,0-1 0 0 0,0 1 0 0 0,1-1 0 0 0,-1 0 0 0 0,1 1 0 0 0,-1-1 0 0 0,1 0 0 0 0,0 0 0 0 0,0 0 0 0 0,0-1 0 0 0,0 1 0 0 0,0 0 0 0 0,0-1 0 0 0,4 3 0 0 0,8 3 0 0 0,-1-1 0 0 0,1-1 0 0 0,0 0 0 0 0,1 0 0 0 0,-1-2 0 0 0,1 0 0 0 0,21 2 0 0 0,106-2 0 0 0,-130-4 0 0 0,177-16 0 0 0,-171 15 0 0 0,62-6-866 0 0,-28 7-2493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387 104 13823 0 0,'0'0'1062'0'0,"1"-2"-693"0"0,10-16-35 0 0,-4 7 1646 0 0,0 0 1 0 0,-1-1-1 0 0,7-20 2263 0 0,-14 30-3624 0 0,0 1-521 0 0,0 0 1 0 0,0 0-1 0 0,0-1 0 0 0,0 1 0 0 0,0 0 1 0 0,0 0-1 0 0,-1 0 0 0 0,1 0 0 0 0,0 1 1 0 0,-1-1-1 0 0,1 0 0 0 0,-1 0 0 0 0,1 1 1 0 0,0-1-1 0 0,-1 1 0 0 0,0-1 0 0 0,1 1 1 0 0,-1 0-1 0 0,1 0 0 0 0,-1-1 0 0 0,1 1 1 0 0,-1 0-1 0 0,0 0 0 0 0,-1 1 0 0 0,-8 0 225 0 0,0 0-1 0 0,-16 5 0 0 0,18-4-98 0 0,-22 7-4 0 0,0 2 0 0 0,0 1 0 0 0,1 1 0 0 0,-37 23 0 0 0,22-12-183 0 0,33-18-37 0 0,0 0 0 0 0,0 1 0 0 0,1 0 0 0 0,0 1 0 0 0,1 0 0 0 0,-15 15 0 0 0,17-11 0 0 0,8-11 0 0 0,0 0 0 0 0,0 0 0 0 0,0 0 0 0 0,0 0 0 0 0,0 0 0 0 0,0 0 0 0 0,0 0 0 0 0,0 0 0 0 0,1 0 0 0 0,-1 0 0 0 0,0 0 0 0 0,1 2 0 0 0,0-1 0 0 0,1 1 0 0 0,-1 0 0 0 0,1 0 1 0 0,0-1-1 0 0,0 1 0 0 0,0-1 0 0 0,0 0 0 0 0,1 1 0 0 0,-1-1 1 0 0,0 0-1 0 0,1 0 0 0 0,0 0 0 0 0,-1-1 0 0 0,1 1 0 0 0,0-1 0 0 0,0 1 1 0 0,5 0-1 0 0,6 3-11 0 0,-1-2 0 0 0,25 4 0 0 0,-22-5-19 0 0,111 13 18 0 0,10 2 12 0 0,-113-13 0 0 0,-1 1 0 0 0,0 1 0 0 0,38 17 0 0 0,-56-21 0 0 0,1 1 0 0 0,0 0 0 0 0,-1 0 0 0 0,0 0 0 0 0,0 1 0 0 0,0 0 0 0 0,4 4 0 0 0,-6-5 0 0 0,0 0 0 0 0,-1 1 0 0 0,1-1 0 0 0,-1 1 0 0 0,0-1 0 0 0,0 1 0 0 0,-1 0 0 0 0,1 0 0 0 0,-1 0 0 0 0,0 0 0 0 0,2 8 0 0 0,-2-6 1 0 0,-1 0-1 0 0,1 0 0 0 0,-1 0 1 0 0,0 0-1 0 0,0 0 1 0 0,-1 0-1 0 0,0 0 1 0 0,0 0-1 0 0,0 0 1 0 0,-1 0-1 0 0,0 0 1 0 0,0-1-1 0 0,0 1 1 0 0,-1 0-1 0 0,0-1 1 0 0,0 0-1 0 0,0 0 1 0 0,-1 0-1 0 0,1 0 1 0 0,-1 0-1 0 0,0-1 1 0 0,-1 1-1 0 0,1-1 1 0 0,-6 3-1 0 0,-18 14-89 0 0,-1-1 0 0 0,-1-1 0 0 0,0-2 0 0 0,-1-1 1 0 0,-1-2-1 0 0,-1-1 0 0 0,0-1 0 0 0,-39 8 0 0 0,33-11-1742 0 0,0 1-5142 0 0,2-1-2283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23407 0 0,'-1'1'2123'0'0,"-9"10"-1652"0"0,-16 24 0 0 0,2-3 568 0 0,-12 13-160 0 0,-41 50 778 0 0,23-37-6392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2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22575 0 0,'0'0'2603'0'0,"-1"2"-1929"0"0,-4 7 436 0 0,0 0-1 0 0,-7 18 1 0 0,10-21-1159 0 0,1 0 1 0 0,-1 0-1 0 0,1 1 1 0 0,0-1-1 0 0,0 0 1 0 0,0 1-1 0 0,1-1 1 0 0,0 1-1 0 0,1-1 1 0 0,0 7-1 0 0,2 3-334 0 0,7 28-2281 0 0,-2-23 1191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20 106 8287 0 0,'-5'4'22123'0'0,"22"-1"-21739"0"0,-1-1 1 0 0,30 1-1 0 0,-27-3-307 0 0,0 2 0 0 0,20 3 0 0 0,-33-4-61 0 0,-3-1-12 0 0,-1 1-1 0 0,0-1 0 0 0,1 1 1 0 0,-1 0-1 0 0,0 0 0 0 0,0 0 1 0 0,0 0-1 0 0,0 0 0 0 0,0 0 1 0 0,3 2-1 0 0,-4-2 0 0 0,0-1 1 0 0,-1 1-1 0 0,1 0 0 0 0,0 0 1 0 0,0-1-1 0 0,0 1 1 0 0,0 0-1 0 0,0 0 0 0 0,-1 0 1 0 0,1 0-1 0 0,0 0 0 0 0,-1 0 1 0 0,1 0-1 0 0,-1 0 1 0 0,1 0-1 0 0,-1 0 0 0 0,0 0 1 0 0,1 0-1 0 0,-1 0 0 0 0,0 0 1 0 0,0 2-1 0 0,0-1 14 0 0,0 1-1 0 0,0-1 0 0 0,0 1 1 0 0,-1-1-1 0 0,1 0 1 0 0,-1 1-1 0 0,0-1 1 0 0,1 0-1 0 0,-3 4 1 0 0,-2 3 46 0 0,0-1 1 0 0,-1 1 0 0 0,-11 12-1 0 0,-38 35 113 0 0,5-7-117 0 0,48-47-57 0 0,1-2 1 0 0,1 0 0 0 0,-1 1 0 0 0,1-1 0 0 0,-1 0-1 0 0,1 1 1 0 0,0-1 0 0 0,-1 1 0 0 0,1-1 0 0 0,0 0 0 0 0,-1 1-1 0 0,1-1 1 0 0,0 1 0 0 0,-1-1 0 0 0,1 1 0 0 0,0-1 0 0 0,0 1-1 0 0,-1 1 1 0 0,1 0 2 0 0,0 0-1 0 0,0 1 1 0 0,0-1-1 0 0,0 0 1 0 0,0 1-1 0 0,1-1 1 0 0,-1 0-1 0 0,1 0 1 0 0,-1 1-1 0 0,1-1 1 0 0,0 0-1 0 0,0 0 0 0 0,0 0 1 0 0,0 0-1 0 0,0 0 1 0 0,1 0-1 0 0,-1 0 1 0 0,1 0-1 0 0,-1 0 1 0 0,1 0-1 0 0,-1-1 1 0 0,1 1-1 0 0,0-1 1 0 0,0 1-1 0 0,0-1 1 0 0,0 0-1 0 0,0 0 1 0 0,0 0-1 0 0,0 0 1 0 0,4 1-1 0 0,43 16-4 0 0,52 13 0 0 0,-93-29 0 0 0,0 0 0 0 0,-1 1 0 0 0,1 0 0 0 0,-1 0 0 0 0,0 1 0 0 0,0 0 0 0 0,0 1 0 0 0,0-1 0 0 0,5 6 0 0 0,-11-9 0 0 0,0 0 0 0 0,0-1 0 0 0,0 1 0 0 0,-1 0 0 0 0,1-1 0 0 0,0 1 0 0 0,0 0 0 0 0,-1 0 0 0 0,1 0 0 0 0,-1 0 0 0 0,1 0 0 0 0,-1-1 0 0 0,1 1 0 0 0,-1 0 0 0 0,1 0 0 0 0,-1 0 0 0 0,0 0 0 0 0,0 1 0 0 0,1-1 0 0 0,-1 0 0 0 0,0 0 0 0 0,0 0 0 0 0,0 0 0 0 0,0 0 0 0 0,-1 2 0 0 0,1 1 0 0 0,-1-1 0 0 0,1 0 0 0 0,-1 1 0 0 0,0-1 0 0 0,0 0 0 0 0,0 0 0 0 0,0 0 0 0 0,-1 0 0 0 0,1 0 0 0 0,-1 0 0 0 0,0 0 0 0 0,1 0 0 0 0,-1-1 0 0 0,-1 1 0 0 0,1 0 0 0 0,0-1 0 0 0,-1 0 0 0 0,1 0 0 0 0,-1 0 0 0 0,-4 3 0 0 0,-5 3 0 0 0,0-1 0 0 0,0 0 0 0 0,-16 6 0 0 0,13-8-37 0 0,0 1 1 0 0,-1-2-1 0 0,1 0 0 0 0,-1-1 1 0 0,0 0-1 0 0,0-2 0 0 0,0 0 1 0 0,0 0-1 0 0,0-2 0 0 0,0 0 1 0 0,-24-4-1 0 0,39 5-144 0 0,0-1-1 0 0,-1 1 1 0 0,1 0-1 0 0,0 0 1 0 0,0-1 0 0 0,-1 1-1 0 0,1 0 1 0 0,0-1 0 0 0,0 0-1 0 0,0 1 1 0 0,0-1-1 0 0,0 0 1 0 0,-1 1 0 0 0,1-1-1 0 0,0 0 1 0 0,1 0 0 0 0,-1 0-1 0 0,0 0 1 0 0,0 0-1 0 0,0 0 1 0 0,0 0 0 0 0,1 0-1 0 0,-1 0 1 0 0,1 0-1 0 0,-2-2 1 0 0</inkml:trace>
  <inkml:trace contextRef="#ctx0" brushRef="#br0" timeOffset="1">537 76 8287 0 0,'0'0'756'0'0,"2"0"-622"0"0,56-13 16561 0 0,-29 5-10446 0 0,1 2-6464 0 0,44-10 937 0 0,10-1-671 0 0,-50 11-390 0 0,22-2-899 0 0,-18 7-7802 0 0,-13 2-463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3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506 136 9671 0 0,'-7'-15'672'0'0,"-1"-1"0"0"0,-14-18-1 0 0,7 14 3004 0 0,-2 2 4223 0 0,14 15-7061 0 0,-2 0 0 0 0,1 0 0 0 0,0 0-1 0 0,-1 0 1 0 0,1 1 0 0 0,-1-1 0 0 0,0 1 0 0 0,-6-2 0 0 0,3 2-529 0 0,1 1 1 0 0,-1-1 0 0 0,1 1 0 0 0,-1 1 0 0 0,-9 0 0 0 0,5 0-314 0 0,0 2-1 0 0,0-1 1 0 0,0 2 0 0 0,0 0 0 0 0,1 0-1 0 0,-23 10 1 0 0,4 0 86 0 0,13-5-78 0 0,-1 0 0 0 0,1 0 0 0 0,1 2 0 0 0,-20 14 0 0 0,29-18-12 0 0,-1-1 13 0 0,1 1 0 0 0,0 1-1 0 0,0-1 1 0 0,0 1 0 0 0,-8 12 0 0 0,14-17-9 0 0,0 0 0 0 0,0 0 0 0 0,0 0-1 0 0,0 0 1 0 0,0 0 0 0 0,0 0 0 0 0,1 0 0 0 0,-1 0 0 0 0,1 0 0 0 0,0 0 0 0 0,-1 0 0 0 0,1 1 0 0 0,0-1 0 0 0,0 0-1 0 0,0 0 1 0 0,1 0 0 0 0,-1 1 0 0 0,1-1 0 0 0,-1 0 0 0 0,1 0 0 0 0,-1 0 0 0 0,1 0 0 0 0,0 0 0 0 0,0 0 0 0 0,0 0-1 0 0,0 0 1 0 0,1-1 0 0 0,-1 1 0 0 0,0 0 0 0 0,2 1 0 0 0,2 2-4 0 0,0 0 1 0 0,0-1-1 0 0,0 0 0 0 0,0 0 0 0 0,1 0 1 0 0,-1-1-1 0 0,12 5 0 0 0,47 16 20 0 0,-33-14-16 0 0,48 16 5 0 0,15 5 0 0 0,-78-25 0 0 0,-1 1 0 0 0,0 1 0 0 0,27 19 0 0 0,-34-22-8 0 0,0 1 0 0 0,-1 0 0 0 0,0 0 1 0 0,-1 1-1 0 0,1 0 0 0 0,-1 0 0 0 0,6 10 0 0 0,-10-14 20 0 0,-1 0 1 0 0,1 1-1 0 0,-1-1 0 0 0,1 1 0 0 0,-1-1 0 0 0,0 1 1 0 0,-1 0-1 0 0,1-1 0 0 0,-1 1 0 0 0,1 0 0 0 0,-1-1 1 0 0,0 1-1 0 0,0 0 0 0 0,-1 0 0 0 0,1-1 0 0 0,-1 1 1 0 0,0 0-1 0 0,0-1 0 0 0,0 1 0 0 0,-3 6 0 0 0,0-3-38 0 0,1-1-1 0 0,-2 1 1 0 0,1-1-1 0 0,-1 0 1 0 0,1 0-1 0 0,-2-1 1 0 0,1 0-1 0 0,-1 1 1 0 0,1-2-1 0 0,-1 1 0 0 0,-1-1 1 0 0,-6 4-1 0 0,-2 0 59 0 0,0 0-1 0 0,0-2 0 0 0,-1 0 0 0 0,-22 6 0 0 0,-15 0-48 0 0,-83 8 0 0 0,9-12-4546 0 0,97-8-5580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324 663 6911 0 0,'0'0'528'0'0,"-1"1"-341"0"0,-3 0 247 0 0,1 1 1 0 0,0-1-1 0 0,0 1 1 0 0,0-1-1 0 0,1 1 0 0 0,-5 4 1 0 0,-28 31 11209 0 0,10-10-8093 0 0,-184 188 722 0 0,188-190-6074 0 0,13-16-46 0 0</inkml:trace>
  <inkml:trace contextRef="#ctx0" brushRef="#br0" timeOffset="1">681 0 25111 0 0,'0'0'2720'0'0,"-5"9"-2720"0"0,-1 1 0 0 0,0 2 176 0 0,-1 4-16 0 0,0 1-8 0 0,2 2 0 0 0,-1 0-56 0 0,3 2 0 0 0,0 1-8 0 0,1 2 0 0 0,0 2-848 0 0,4-2-168 0 0,0-2-32 0 0,1 2-9616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21711 0 0,'0'0'1965'0'0,"2"0"-1617"0"0,24-3 2484 0 0,44-1-1 0 0,-59 4-2443 0 0,0 1 0 0 0,1 0-1 0 0,-1 1 1 0 0,0 0 0 0 0,0 0 0 0 0,18 8 0 0 0,-27-9-372 0 0,0 0 0 0 0,1 0-1 0 0,-1 0 1 0 0,0 0 0 0 0,0 0 0 0 0,0 1 0 0 0,0-1 0 0 0,0 1 0 0 0,0 0 0 0 0,-1-1 0 0 0,1 1 0 0 0,0 0 0 0 0,-1 0 0 0 0,1 0 0 0 0,-1 0 0 0 0,0 0 0 0 0,0 0 0 0 0,0 1 0 0 0,0-1 0 0 0,1 5-1 0 0,-1-4-20 0 0,-1 1 0 0 0,0-1 0 0 0,0 0 0 0 0,0 1 0 0 0,0-1 0 0 0,-1 0 0 0 0,1 1 0 0 0,-1-1 0 0 0,0 0 0 0 0,0 0-1 0 0,0 0 1 0 0,-1 0 0 0 0,1 0 0 0 0,-1 0 0 0 0,-1 3 0 0 0,-11 14 47 0 0,-1-1-1 0 0,-32 33 1 0 0,34-38-58 0 0,-1 0 1 0 0,2 0-1 0 0,0 1 1 0 0,1 1-1 0 0,-15 27 1 0 0,23-33 15 0 0,5 0 0 0 0,5-1 11 0 0,-4-7-9 0 0,1 0 1 0 0,-1 0 0 0 0,1 0 0 0 0,0 0-1 0 0,0-1 1 0 0,0 0 0 0 0,0 0 0 0 0,0 0-1 0 0,0 0 1 0 0,0 0 0 0 0,0-1 0 0 0,0 0-1 0 0,5 0 1 0 0,11-1 12 0 0,27-5 0 0 0,-35 4-14 0 0,5-1-413 0 0,1-1 0 0 0,-1-1 1 0 0,1-1-1 0 0,-1-1 0 0 0,25-13 0 0 0,-4-1-3170 0 0,41-32-1 0 0,-51 33-6357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12 15663 0 0,'0'0'1418'0'0,"2"0"-1168"0"0,292-1 15186 0 0,-228-5-16025 0 0,-25 2-55 0 0,-22 6-2083 0 0</inkml:trace>
  <inkml:trace contextRef="#ctx0" brushRef="#br0" timeOffset="1">1 217 17503 0 0,'1'2'3820'0'0,"2"0"-3002"0"0,0 0-1 0 0,1 0 1 0 0,-1 0 0 0 0,1 0-1 0 0,-1-1 1 0 0,1 1-1 0 0,4 0 1 0 0,-1 0-144 0 0,1 0 0 0 0,0-1 0 0 0,7 0 0 0 0,9 0-216 0 0,32-5-1 0 0,-46 3-152 0 0,273-35-1018 0 0,-242 29 21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459 128 22663 0 0,'-4'-4'258'0'0,"-1"0"0"0"0,1 0-1 0 0,0 0 1 0 0,0-1 0 0 0,0 1 0 0 0,0-1 0 0 0,1 0-1 0 0,-3-6 1 0 0,-1 0-122 0 0,3 7 26 0 0,1-1 1 0 0,-1 1-1 0 0,0 0 0 0 0,0 1 0 0 0,0-1 0 0 0,-1 1 1 0 0,1 0-1 0 0,-9-5 0 0 0,-1 1 736 0 0,-26-10 0 0 0,35 15-738 0 0,-1 1 1 0 0,1-1-1 0 0,0 1 0 0 0,0 0 1 0 0,-1 0-1 0 0,1 1 1 0 0,0 0-1 0 0,-1 0 0 0 0,1 0 1 0 0,0 0-1 0 0,-1 1 0 0 0,1 0 1 0 0,0 0-1 0 0,0 1 0 0 0,0-1 1 0 0,-9 5-1 0 0,8-3-97 0 0,-1 1 0 0 0,1 0 0 0 0,0 1-1 0 0,0-1 1 0 0,1 1 0 0 0,0 0 0 0 0,-1 0 0 0 0,2 1 0 0 0,-1-1-1 0 0,1 1 1 0 0,-7 11 0 0 0,4-3-17 0 0,1 0 0 0 0,0 0 0 0 0,1 1 0 0 0,0-1 0 0 0,-4 26 0 0 0,-4 76 150 0 0,10-33-157 0 0,4 0 0 0 0,15 119 1 0 0,46 162 134 0 0,-14-101-69 0 0,-18 2-62 0 0,-28-215-43 0 0,-2 0 0 0 0,-2 0 0 0 0,-2 0 0 0 0,-2 0 0 0 0,-20 76 0 0 0,20-104 0 0 0,-2 0 0 0 0,0-1 0 0 0,-1 0 0 0 0,-1 0 0 0 0,-1-1 0 0 0,0 0 0 0 0,-28 33 0 0 0,35-48-61 0 0,-2 0 0 0 0,1 0 1 0 0,0 0-1 0 0,-1-1 0 0 0,0 0 0 0 0,0 0 0 0 0,0 0 1 0 0,-1-1-1 0 0,-10 5 0 0 0,15-8-40 0 0,1 0-1 0 0,0 0 1 0 0,-1 0-1 0 0,1 0 1 0 0,-1 0-1 0 0,1 0 1 0 0,-1 0-1 0 0,1 0 1 0 0,0 0-1 0 0,-1-1 1 0 0,1 1-1 0 0,0 0 1 0 0,-1-1-1 0 0,1 0 1 0 0,0 1-1 0 0,-1-1 1 0 0,1 0-1 0 0,0 1 1 0 0,0-1-1 0 0,0 0 1 0 0,0 0-1 0 0,0 0 1 0 0,0 0-1 0 0,-2-2 1 0 0,2 2-538 0 0,0-1 0 0 0,0 1 1 0 0,0-1-1 0 0,1 1 0 0 0,-1-1 1 0 0,0 1-1 0 0,1-1 0 0 0,-1 1 1 0 0,1-1-1 0 0,-1 1 0 0 0,1-1 1 0 0,0 0-1 0 0,0-1 1 0 0,2-17-8284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225 221 10135 0 0,'1'-2'464'0'0,"-1"0"-402"0"0,0-1 0 0 0,0 1-1 0 0,-1-1 1 0 0,1 1 0 0 0,-1 0-1 0 0,1-1 1 0 0,-1 1 0 0 0,0 0-1 0 0,-1-3 1 0 0,1 0-47 0 0,0 3 160 0 0,0 1 0 0 0,0-1 0 0 0,1 0 0 0 0,-1 1-1 0 0,0-1 1 0 0,0 0 0 0 0,-1 1 0 0 0,1-1 0 0 0,-2-1-1 0 0,3 2 187 0 0,-1 1-1 0 0,0-1 1 0 0,0 0-1 0 0,0 1 1 0 0,0-1 0 0 0,0 1-1 0 0,0-1 1 0 0,-1 1-1 0 0,1 0 1 0 0,0-1-1 0 0,0 1 1 0 0,0 0-1 0 0,0 0 1 0 0,0 0-1 0 0,0-1 1 0 0,-1 1-1 0 0,1 0 1 0 0,-1 1-1 0 0,-2 0 925 0 0,0 0 0 0 0,1 0-1 0 0,-1 0 1 0 0,0 0-1 0 0,1 1 1 0 0,-1 0 0 0 0,-4 3-1 0 0,5-3-1050 0 0,-9 6-56 0 0,-1 2-1 0 0,1 0 1 0 0,0 0-1 0 0,1 1 1 0 0,1 1-1 0 0,0-1 0 0 0,0 2 1 0 0,1-1-1 0 0,1 1 1 0 0,0 1-1 0 0,0 0 1 0 0,-7 22-1 0 0,13-31-169 0 0,0 1-1 0 0,0 0 1 0 0,1 0-1 0 0,0 0 1 0 0,0 0 0 0 0,1 8-1 0 0,-1-13-6 0 0,1 0-1 0 0,0 0 0 0 0,0 0 1 0 0,0 0-1 0 0,0 0 0 0 0,0 0 1 0 0,0 0-1 0 0,0 0 0 0 0,0 0 0 0 0,1 0 1 0 0,-1-1-1 0 0,0 1 0 0 0,0 0 1 0 0,1 0-1 0 0,-1 0 0 0 0,1 0 1 0 0,-1 0-1 0 0,1 0 0 0 0,-1 0 1 0 0,1-1-1 0 0,0 1 0 0 0,-1 0 1 0 0,1 0-1 0 0,0-1 0 0 0,-1 1 1 0 0,1 0-1 0 0,0-1 0 0 0,0 1 0 0 0,0-1 1 0 0,1 1-1 0 0,1 1 1 0 0,1-1-19 0 0,0 1 0 0 0,0 0 0 0 0,1-1 1 0 0,-1 0-1 0 0,1 0 0 0 0,-1 0 0 0 0,1-1 0 0 0,0 1 0 0 0,-1-1 0 0 0,1 0 1 0 0,0 0-1 0 0,-1-1 0 0 0,1 1 0 0 0,-1-1 0 0 0,9-3 0 0 0,1 0-59 0 0,-1-1-1 0 0,0 0 1 0 0,0-1-1 0 0,11-8 1 0 0,-16 10 29 0 0,-1-1-1 0 0,0 0 1 0 0,0 0 0 0 0,-1-1 0 0 0,1 0 0 0 0,-1 0 0 0 0,-1-1-1 0 0,7-7 1 0 0,-9 8 29 0 0,0 1 0 0 0,0-1 0 0 0,0 1 0 0 0,0-1 0 0 0,-1 0 0 0 0,0 0 0 0 0,-1 0-1 0 0,1-1 1 0 0,-1 1 0 0 0,0 0 0 0 0,0-12 0 0 0,-1 9 6 0 0,-1 0-1 0 0,0 0 0 0 0,-1 0 1 0 0,0 0-1 0 0,0 1 1 0 0,-1-1-1 0 0,0 0 1 0 0,0 1-1 0 0,-5-8 1 0 0,-7-10-622 0 0,-26-33 1 0 0,5 6-3145 0 0,27 40-2771 0 0,1-1-1917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6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431 125 5983 0 0,'0'-1'464'0'0,"-4"-5"13"0"0,-18-29 5215 0 0,16 25-2471 0 0,-1 1 0 0 0,0 0 0 0 0,-12-11-1 0 0,16 16-2353 0 0,-2 1 0 0 0,1-1 0 0 0,0 1 0 0 0,-1 0 0 0 0,1 0 0 0 0,-1 1 0 0 0,0 0 0 0 0,0-1 0 0 0,-6 0 0 0 0,6 1-1123 0 0,0 1-1 0 0,0 1 0 0 0,0-1 0 0 0,0 1 1 0 0,0 0-1 0 0,-9 0 0 0 0,7 2 284 0 0,-1-1-1 0 0,1 1 1 0 0,0 0-1 0 0,0 0 1 0 0,0 1 0 0 0,0 0-1 0 0,0 0 1 0 0,1 1-1 0 0,-1 0 1 0 0,-8 7-1 0 0,6-4-13 0 0,1 0 0 0 0,-1 1 0 0 0,2 1-1 0 0,-1-1 1 0 0,1 1 0 0 0,-8 13 0 0 0,13-17-17 0 0,-1 1 1 0 0,1-1-1 0 0,0 1 1 0 0,0-1-1 0 0,0 1 1 0 0,1 0-1 0 0,0-1 1 0 0,0 1-1 0 0,0 0 1 0 0,1 0-1 0 0,0 0 1 0 0,0 0-1 0 0,0 0 1 0 0,1-1-1 0 0,0 1 1 0 0,0 0-1 0 0,0 0 1 0 0,1-1-1 0 0,0 1 1 0 0,2 5 0 0 0,7 11 5 0 0,0-1 1 0 0,1 0 0 0 0,23 30 0 0 0,-22-32-8 0 0,122 179 5 0 0,-124-181 8 0 0,-1 1 0 0 0,0 0 0 0 0,-1 1 0 0 0,6 20 0 0 0,-12-33-6 0 0,-1 0 0 0 0,-1 0 1 0 0,1 0-1 0 0,-1 0 0 0 0,0 0 0 0 0,0 1 1 0 0,-1-1-1 0 0,0 1 0 0 0,0-1 0 0 0,-1 0 0 0 0,1 1 1 0 0,-1-1-1 0 0,-1 0 0 0 0,1 0 0 0 0,-1 0 1 0 0,0 0-1 0 0,-4 8 0 0 0,3-9-2 0 0,0 0 0 0 0,-1-1 0 0 0,1 1 0 0 0,-1-1 0 0 0,0 0 0 0 0,0 0 0 0 0,0 0 0 0 0,-1 0 0 0 0,0-1 0 0 0,1 0 0 0 0,-9 4 0 0 0,6-3 0 0 0,-1-1 0 0 0,0 0 0 0 0,0-1 0 0 0,0 0 0 0 0,0 0 0 0 0,0-1 0 0 0,-10 1 0 0 0,-3-2 0 0 0,1-1 0 0 0,0-1 0 0 0,0 0 0 0 0,0-2 0 0 0,-33-9 0 0 0,43 10-15 0 0,0 0-1 0 0,1-1 1 0 0,0 0 0 0 0,0 0-1 0 0,0-1 1 0 0,-15-10 0 0 0,22 13 10 0 0,1 1 1 0 0,-1 0 0 0 0,0-1 0 0 0,1 0 0 0 0,-1 1-1 0 0,1-1 1 0 0,-1 0 0 0 0,1 0 0 0 0,0 0 0 0 0,0 0-1 0 0,0 0 1 0 0,0 0 0 0 0,0 0 0 0 0,0 0 0 0 0,1 0-1 0 0,-1 0 1 0 0,0 0 0 0 0,1-1 0 0 0,0 1 0 0 0,0 0-1 0 0,0-1 1 0 0,0 1 0 0 0,0 0 0 0 0,0 0 0 0 0,0-1-1 0 0,1 1 1 0 0,-1 0 0 0 0,1 0 0 0 0,-1 0 0 0 0,1 0-1 0 0,0-1 1 0 0,0 1 0 0 0,0 0 0 0 0,0 0-1 0 0,3-3 1 0 0,1-1-26 0 0,-1 0 0 0 0,2 0-1 0 0,-1 1 1 0 0,0-1 0 0 0,1 1 0 0 0,0 0-1 0 0,12-6 1 0 0,51-26-191 0 0,-46 26 127 0 0,30-14-681 0 0,59-21-1 0 0,-74 34-3471 0 0,39-7 0 0 0,-60 16-3908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490 157 5063 0 0,'3'-10'510'0'0,"7"-23"195"0"0,-9 11 5934 0 0,-1 21-6231 0 0,-1 0 0 0 0,1 0 0 0 0,0 0 0 0 0,0 1 0 0 0,0-1 0 0 0,-1 0 1 0 0,1 0-1 0 0,0 0 0 0 0,-1 1 0 0 0,1-1 0 0 0,-1 0 0 0 0,1 1 0 0 0,-1-1 0 0 0,1 0 1 0 0,-1 1-1 0 0,1-1 0 0 0,-1 0 0 0 0,0 1 0 0 0,1-1 0 0 0,-2 0 0 0 0,0 0-56 0 0,0 0 1 0 0,1 1-1 0 0,-1-1 0 0 0,0 1 0 0 0,0-1 0 0 0,0 1 0 0 0,1 0 0 0 0,-1 0 0 0 0,-2-1 1 0 0,-3 2 216 0 0,0-1 0 0 0,1 1 0 0 0,-1 0 0 0 0,-7 3 0 0 0,-5 2 48 0 0,0 1 0 0 0,0 1 0 0 0,1 1 1 0 0,0 0-1 0 0,-28 20 0 0 0,-75 69 270 0 0,118-96-859 0 0,-24 22 37 0 0,0 0 0 0 0,-37 47 0 0 0,58-64-59 0 0,0 0 0 0 0,1 1 0 0 0,0 0 1 0 0,0 0-1 0 0,1 1 0 0 0,0-1 1 0 0,1 1-1 0 0,-1 0 0 0 0,2 0 0 0 0,-1 0 1 0 0,1 0-1 0 0,1 0 0 0 0,0 1 0 0 0,0-1 1 0 0,1 16-1 0 0,1-21-7 0 0,-1-1 0 0 0,1 1 0 0 0,0 0 0 0 0,0-1 1 0 0,0 1-1 0 0,0 0 0 0 0,1-1 0 0 0,0 0 0 0 0,0 1 0 0 0,0-1 0 0 0,0 0 0 0 0,0 0 0 0 0,5 5 1 0 0,-3-4-4 0 0,0 0 1 0 0,1-1 0 0 0,0 1 0 0 0,-1-1 0 0 0,1 0 0 0 0,0-1 0 0 0,1 1 0 0 0,6 1 0 0 0,6 2-5 0 0,1-2 0 0 0,-1 0 0 0 0,1-1 0 0 0,26 0 0 0 0,-20-1 9 0 0,0-2 0 0 0,1-1 0 0 0,-2-1 0 0 0,1-1-1 0 0,0-1 1 0 0,0-1 0 0 0,-1-1 0 0 0,0-2 0 0 0,-1 0 0 0 0,1-1 0 0 0,-1-1 0 0 0,-1-2 0 0 0,0 0-1 0 0,23-18 1 0 0,-35 22-13 0 0,1 0-1 0 0,-1 0 0 0 0,-1-1 1 0 0,0 0-1 0 0,0-1 0 0 0,-1 0 0 0 0,0-1 1 0 0,-1 0-1 0 0,0 0 0 0 0,-1 0 1 0 0,0-1-1 0 0,0 0 0 0 0,-2 0 0 0 0,1 0 1 0 0,-2 0-1 0 0,4-20 0 0 0,-5 22 10 0 0,0-1-1 0 0,-1 1 0 0 0,-1-1 0 0 0,0 0 1 0 0,0 1-1 0 0,-1-1 0 0 0,0 1 0 0 0,-1-1 0 0 0,0 1 1 0 0,-1-1-1 0 0,0 1 0 0 0,-1 0 0 0 0,0 0 1 0 0,0 1-1 0 0,-1-1 0 0 0,-12-16 0 0 0,10 15-50 0 0,-1 1 1 0 0,0 0-1 0 0,-1 1 0 0 0,0-1 0 0 0,0 2 0 0 0,-1-1 0 0 0,0 1 0 0 0,-22-12 0 0 0,23 15-166 0 0,0 1 1 0 0,0 0-1 0 0,-1 1 0 0 0,1 0 1 0 0,-1 0-1 0 0,0 1 0 0 0,0 0 1 0 0,1 1-1 0 0,-1 0 0 0 0,0 1 0 0 0,0 0 1 0 0,-12 1-1 0 0,10 0-470 0 0,0 1 0 0 0,1 0-1 0 0,-1 0 1 0 0,1 1 0 0 0,-1 0-1 0 0,-16 9 1 0 0,4 4-1478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12439 0 0,'-1'1'16709'0'0,"-2"4"-16450"0"0,0 0 0 0 0,1-1 0 0 0,0 1 0 0 0,0 0 0 0 0,0 0 0 0 0,0 1 0 0 0,1-1 0 0 0,0 0 0 0 0,0 0-1 0 0,0 1 1 0 0,1 5 0 0 0,-1 8-55 0 0,4 35 0 0 0,0-36-177 0 0,0-1 0 0 0,1 0 0 0 0,1 0 0 0 0,0 0 0 0 0,2 0 0 0 0,8 17 0 0 0,59 90-2498 0 0,-73-123 2414 0 0,6 10-2020 0 0,-1 1 0 0 0,7 13-1 0 0,-6-8-6871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7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24071 0 0,'0'0'2180'0'0,"3"1"-1795"0"0,18 2 592 0 0,-1-1 1 0 0,41-1-1 0 0,-17-1-75 0 0,390-3 1029 0 0,-271 0-1565 0 0,-19-3-413 0 0,141 5-130 0 0,-253 5-586 0 0,-30-3 2 0 0,-2 1-1114 0 0,-6 9-339 0 0,-7 3-485 0 0</inkml:trace>
  <inkml:trace contextRef="#ctx0" brushRef="#br0" timeOffset="1">538 529 24735 0 0,'0'0'2240'0'0,"0"2"-1716"0"0,2 25 605 0 0,0 1 1 0 0,-2-1-1 0 0,-7 50 0 0 0,3-26-378 0 0,2-14-751 0 0,0-7 0 0 0,0-1 0 0 0,-8 32 0 0 0,3-22 0 0 0,6-28 0 0 0,-1 0 0 0 0,0 0 0 0 0,-5 14 0 0 0,7-25-42 0 0,0 1 0 0 0,0 0 0 0 0,0 0 0 0 0,-1 0 0 0 0,1 0 1 0 0,0-1-1 0 0,-1 1 0 0 0,1 0 0 0 0,-1 0 0 0 0,1-1 0 0 0,-1 1 0 0 0,1 0 0 0 0,-1-1 0 0 0,0 1 0 0 0,1 0 0 0 0,-1-1 0 0 0,0 1 1 0 0,1-1-1 0 0,-1 1 0 0 0,0-1 0 0 0,1 0 0 0 0,-1 1 0 0 0,0-1 0 0 0,0 0 0 0 0,0 1 0 0 0,0-1 0 0 0,1 0 0 0 0,-1 0 1 0 0,0 0-1 0 0,0 1 0 0 0,0-1 0 0 0,0 0 0 0 0,0 0 0 0 0,1-1 0 0 0,-1 1 0 0 0,0 0 0 0 0,0 0 0 0 0,0 0 0 0 0,0 0 0 0 0,0-1 1 0 0,0 1-1 0 0,0-1-54 0 0,-5-1-508 0 0,0-1 1 0 0,0 0-1 0 0,1 0 0 0 0,-1-1 1 0 0,1 0-1 0 0,0 0 0 0 0,-9-9 1 0 0,0 0-1840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16583 0 0,'0'0'1506'0'0,"2"-1"-1241"0"0,8-3 183 0 0,5-3 4972 0 0,24-7 1 0 0,-13 9-3520 0 0,323-17-969 0 0,-127 13-641 0 0,-156 5-214 0 0,-16 1-1239 0 0,0-1 0 0 0,64-14 0 0 0,-94 12-9429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67 14367 0 0,'0'0'662'0'0,"-3"-9"211"0"0,-4-28-546 0 0,6 25 2514 0 0,2 3 4053 0 0,-25 210-3789 0 0,-5 273-1570 0 0,35 196-1012 0 0,12-404-1940 0 0,2-90-3835 0 0,-15-139 3473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0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61 9215 0 0,'-11'4'-225'0'0,"7"-3"1017"0"0,1 0 0 0 0,-1 1 0 0 0,1-1 0 0 0,-1 1 0 0 0,-3 2 0 0 0,6-3-52 0 0,-1 1 1 0 0,1-1-1 0 0,0 0 0 0 0,-1 1 0 0 0,1-1 0 0 0,0 1 0 0 0,0 0 1 0 0,0-1-1 0 0,0 1 0 0 0,0 0 0 0 0,0-1 0 0 0,1 1 0 0 0,-2 3 0 0 0,-7 35 1461 0 0,2 1 0 0 0,-4 49 0 0 0,-1 14-1237 0 0,12-102-804 0 0,1-4-143 0 0,0 0 0 0 0,0 0 1 0 0,0 0-1 0 0,-1 0 0 0 0,1 0 0 0 0,-1 0 0 0 0,1-3 1 0 0,0 4-12 0 0,12-43-29 0 0,2 0 1 0 0,2 1-1 0 0,2 0 0 0 0,29-47 1 0 0,-43 81-97 0 0,0 0-1 0 0,1 1 1 0 0,0 0 0 0 0,0 0 0 0 0,1 0 0 0 0,0 1 0 0 0,1 0 0 0 0,10-8 0 0 0,-15 13-171 0 0,-1 1 0 0 0,1-1 1 0 0,0 0-1 0 0,0 1 1 0 0,0 0-1 0 0,0-1 1 0 0,0 1-1 0 0,1 1 1 0 0,-1-1-1 0 0,0 0 0 0 0,0 1 1 0 0,1-1-1 0 0,-1 1 1 0 0,0 0-1 0 0,1 0 1 0 0,-1 0-1 0 0,0 1 1 0 0,1-1-1 0 0,-1 1 0 0 0,0 0 1 0 0,0 0-1 0 0,0 0 1 0 0,0 0-1 0 0,0 1 1 0 0,0-1-1 0 0,0 1 1 0 0,0-1-1 0 0,5 5 0 0 0,3 4-2207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21 292 5983 0 0,'-6'8'116'0'0,"5"-6"-58"0"0,-1 1 0 0 0,0-1 0 0 0,1 1 0 0 0,-1 0 0 0 0,1 0 0 0 0,0 0 0 0 0,-4 16 14907 0 0,13-28-12343 0 0,19-24-1400 0 0,-1-2-1 0 0,33-60 1 0 0,-8 12-589 0 0,-49 81-152 0 0,-4 3-288 0 0,-4 2-55 0 0,1 1 0 0 0,-1-1 0 0 0,1 1-1 0 0,0 0 1 0 0,0 0 0 0 0,1 0 0 0 0,0 1-1 0 0,-1 0 1 0 0,-4 8 0 0 0,-32 51 427 0 0,32-48-493 0 0,1 1 0 0 0,1 0 0 0 0,-6 20 0 0 0,10-30-69 0 0,1 0 0 0 0,1 0 0 0 0,-1 0 0 0 0,1 0 0 0 0,1 0 0 0 0,-1 1 0 0 0,1-1-1 0 0,0 0 1 0 0,1 1 0 0 0,2 12 0 0 0,-2-18-35 0 0,0 1 0 0 0,0-1 0 0 0,-1 0 0 0 0,1 1 1 0 0,1-1-1 0 0,-1 0 0 0 0,0 0 0 0 0,1 0 0 0 0,-1 0 0 0 0,1 0 0 0 0,-1 0 0 0 0,1 0 0 0 0,0 0 1 0 0,0-1-1 0 0,0 1 0 0 0,0-1 0 0 0,4 3 0 0 0,-3-3-105 0 0,1 0-1 0 0,-1 0 1 0 0,0 0 0 0 0,1 0-1 0 0,-1 0 1 0 0,0-1-1 0 0,1 0 1 0 0,-1 0 0 0 0,1 0-1 0 0,-1 0 1 0 0,6-1 0 0 0,1-1-200 0 0,-1-1 0 0 0,0 0 0 0 0,1 0 0 0 0,-1-1 0 0 0,-1 0 0 0 0,1-1 0 0 0,-1 1 0 0 0,11-9 0 0 0,-10 5-47 0 0,0 1 0 0 0,-1-1-1 0 0,0-1 1 0 0,-1 0-1 0 0,0 0 1 0 0,0 0 0 0 0,-1-1-1 0 0,6-12 1 0 0,-4 5 295 0 0,-1 0 1 0 0,0 0-1 0 0,-2-1 0 0 0,5-24 3407 0 0,-13 53-1364 0 0,1 3-1633 0 0,1-1 0 0 0,0 1 0 0 0,1-1 0 0 0,0 0 0 0 0,1 1 0 0 0,1-1 0 0 0,0 1 0 0 0,1-1 0 0 0,0 0 0 0 0,1 0 0 0 0,7 17 0 0 0,-8-25-313 0 0,0 0 1 0 0,0 0-1 0 0,1 0 1 0 0,-1 0 0 0 0,1 0-1 0 0,0-1 1 0 0,0 0-1 0 0,1 0 1 0 0,-1 0 0 0 0,1 0-1 0 0,0-1 1 0 0,8 5-1 0 0,-10-7-5 0 0,0 1-1 0 0,0-1 1 0 0,-1 0-1 0 0,1 0 1 0 0,0 0-1 0 0,0 0 0 0 0,0-1 1 0 0,0 1-1 0 0,0-1 1 0 0,0 0-1 0 0,0 0 1 0 0,0 0-1 0 0,0 0 0 0 0,1 0 1 0 0,-1-1-1 0 0,0 1 1 0 0,-1-1-1 0 0,1 0 1 0 0,0 0-1 0 0,0 0 0 0 0,0 0 1 0 0,0 0-1 0 0,-1-1 1 0 0,1 1-1 0 0,0-1 1 0 0,3-3-1 0 0,-3 2 1 0 0,0 0 0 0 0,-1-1 0 0 0,1 1 1 0 0,0-1-1 0 0,-1 1 0 0 0,0-1 0 0 0,0 0 0 0 0,0 0 0 0 0,0 0 0 0 0,1-6 1 0 0,2-7 26 0 0,2-23 1 0 0,-2 12-10 0 0,39-157-369 0 0,-38 166-752 0 0,1 1 0 0 0,12-24 0 0 0,-12 32-1509 0 0,2 4-3448 0 0,3 2-2298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14 118 11519 0 0,'-14'3'13985'0'0,"47"-7"-11200"0"0,-26 4-2567 0 0,1-1 0 0 0,-1 0-1 0 0,8-2 1 0 0,309-80 2181 0 0,-285 73-3019 0 0,1 3 1 0 0,47-4-1 0 0,-78 12-3854 0 0,-9 0 4315 0 0,0-1 0 0 0,0 0 0 0 0,0 1-1 0 0,0-1 1 0 0,0 1 0 0 0,0-1 0 0 0,0 1-1 0 0,0-1 1 0 0,0 0 0 0 0,0 1-1 0 0,0-1 1 0 0,0 1 0 0 0,0-1 0 0 0,0 0-1 0 0,0 1 1 0 0,-1-1 0 0 0,1 1 0 0 0,0-1-1 0 0,0 0 1 0 0,-1 1 0 0 0,-6 11-2076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21 17191 0 0,'-8'3'209'0'0,"-9"2"407"0"0,0 2 0 0 0,-31 17 5004 0 0,69-14-3346 0 0,-10-7-1972 0 0,0-1 1 0 0,0 0-1 0 0,1 0 1 0 0,-1-2 0 0 0,0 1-1 0 0,14-2 1 0 0,68-11 122 0 0,-80 9-407 0 0,233-43-931 0 0,-180 33-1201 0 0,-32 8 229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30 19119 0 0,'0'0'878'0'0,"7"-5"283"0"0,24-19 6192 0 0,-43 26-5713 0 0,0 3-1382 0 0,0 0 1 0 0,1 1-1 0 0,0 0 1 0 0,0 1-1 0 0,0 0 1 0 0,-19 18-1 0 0,2-3-116 0 0,-101 77 451 0 0,-11 11-521 0 0,134-105-72 0 0,0 0 0 0 0,1 0 0 0 0,-1 1 0 0 0,1 0 0 0 0,1 0 0 0 0,-1 0 0 0 0,1 0 0 0 0,0 0 0 0 0,1 1 0 0 0,-5 9 0 0 0,7-6 0 0 0,1 0 0 0 0,4-1 0 0 0,-2-7 0 0 0,0 0 0 0 0,1-1 0 0 0,-1 1 0 0 0,0-1 0 0 0,1 1 0 0 0,-1-1 0 0 0,1 0 0 0 0,-1 0 0 0 0,1 0 0 0 0,-1-1 0 0 0,6 2 0 0 0,31 3 0 0 0,-32-5 0 0 0,41 1 0 0 0,1-2 0 0 0,-1-2 0 0 0,61-12 0 0 0,-18 2 0 0 0,113-16-2748 0 0,-202 29 1677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10591 0 0,'-5'-1'16928'0'0,"0"6"-16496"0"0,0 0-1 0 0,0 1 0 0 0,0-1 1 0 0,0 1-1 0 0,1 0 1 0 0,0 0-1 0 0,-4 9 1 0 0,-21 52 257 0 0,14-30-259 0 0,-17 45-136 0 0,-37 154 1 0 0,64-215-277 0 0,-5 44-1 0 0,9-57-167 0 0,1 0-1 0 0,0 0 0 0 0,0 0 1 0 0,1 1-1 0 0,0-1 1 0 0,0 0-1 0 0,1 0 1 0 0,4 11-1 0 0,-5-16 0 0 0,0-1 0 0 0,0 0-1 0 0,1 0 1 0 0,-1 0 0 0 0,0 0 0 0 0,1 0 0 0 0,0 0-1 0 0,-1-1 1 0 0,1 1 0 0 0,0 0 0 0 0,0-1 0 0 0,0 1-1 0 0,0-1 1 0 0,0 0 0 0 0,0 0 0 0 0,5 2 0 0 0,-2-1-652 0 0,1 0 1 0 0,-1-1 0 0 0,1 0 0 0 0,0 0-1 0 0,11 0 1 0 0,10-2-8086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65 9671 0 0,'-3'-2'149'0'0,"1"0"-1"0"0,-1 0 1 0 0,0 1 0 0 0,0 0-1 0 0,0-1 1 0 0,0 1-1 0 0,0 0 1 0 0,0 0-1 0 0,0 1 1 0 0,0-1-1 0 0,-1 1 1 0 0,1-1 0 0 0,-6 1-1 0 0,4 1 954 0 0,0 0-1 0 0,0-1 0 0 0,0 2 1 0 0,0-1-1 0 0,0 1 1 0 0,1-1-1 0 0,-10 6 1 0 0,3 0 2119 0 0,0 0 1 0 0,-20 17-1 0 0,0 3-2895 0 0,29-25-765 0 0,-16 16 794 0 0,1 1-1 0 0,1 0 1 0 0,0 1 0 0 0,2 0 0 0 0,1 2 0 0 0,-17 34 0 0 0,27-49-344 0 0,0 1 1 0 0,0-1-1 0 0,1 1 1 0 0,0 0-1 0 0,0 0 1 0 0,1 0-1 0 0,0 0 1 0 0,0 13-1 0 0,1-18-8 0 0,0 0 0 0 0,0 0 0 0 0,1 1-1 0 0,-1-1 1 0 0,1 0 0 0 0,0 0-1 0 0,0 0 1 0 0,0 0 0 0 0,0 1 0 0 0,1-2-1 0 0,-1 1 1 0 0,1 0 0 0 0,0 0 0 0 0,-1 0-1 0 0,2-1 1 0 0,-1 1 0 0 0,0-1 0 0 0,0 1-1 0 0,1-1 1 0 0,-1 0 0 0 0,1 0 0 0 0,-1 0-1 0 0,6 2 1 0 0,3 1-3 0 0,1-1 0 0 0,0 0 0 0 0,0 0 0 0 0,0-1 0 0 0,1-1 0 0 0,18 2 0 0 0,77-2 0 0 0,-85-3-11 0 0,0-1 0 0 0,0-1 0 0 0,0-1 1 0 0,-1 0-1 0 0,1-2 0 0 0,29-11 0 0 0,-42 12 4 0 0,-1 1-1 0 0,1-2 1 0 0,-1 1-1 0 0,0-1 1 0 0,-1 0-1 0 0,16-15 1 0 0,-19 16 5 0 0,0 0 0 0 0,-1-1 0 0 0,0 0 0 0 0,0 1 0 0 0,0-1 0 0 0,-1-1 0 0 0,0 1 0 0 0,0-1 0 0 0,0 1 0 0 0,-1-1 0 0 0,2-10 0 0 0,-2 11 0 0 0,-1-1 0 0 0,-1 1 1 0 0,1-1-1 0 0,-1 1 0 0 0,-1-1 0 0 0,1 1 0 0 0,-1-1 1 0 0,0 1-1 0 0,0 0 0 0 0,-1-1 0 0 0,0 1 0 0 0,0 0 1 0 0,-3-7-1 0 0,0 4 10 0 0,0 1-1 0 0,-1-1 1 0 0,0 1 0 0 0,0 0 0 0 0,-1 0 0 0 0,0 1 0 0 0,-12-11 0 0 0,-7-1-108 0 0,-1 0 1 0 0,-1 2-1 0 0,0 2 1 0 0,-36-15-1 0 0,48 22-551 0 0,0 1 0 0 0,0 1 0 0 0,-1 1 0 0 0,0 0 1 0 0,-28-4-1 0 0,27 9-808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25223 0 0,'0'0'4203'0'0,"-1"0"-4172"0"0,1 0 0 0 0,0 0 0 0 0,0 0 1 0 0,0 0-1 0 0,0 0 0 0 0,-1 0 0 0 0,1 0 0 0 0,0 0 1 0 0,0 0-1 0 0,0 0 0 0 0,0 0 0 0 0,-1 0 1 0 0,1 0-1 0 0,0 0 0 0 0,0 0 0 0 0,0 0 0 0 0,0 0 1 0 0,-1 0-1 0 0,1 0 0 0 0,0 0 0 0 0,0 0 1 0 0,0 1-1 0 0,0-1 0 0 0,0 0 0 0 0,-1 0 0 0 0,1 0 1 0 0,0 0-1 0 0,0 0 0 0 0,0 0 0 0 0,0 0 1 0 0,0 1-1 0 0,0-1 0 0 0,0 0 0 0 0,0 0 0 0 0,-1 0 1 0 0,1 0-1 0 0,0 0 0 0 0,0 1 0 0 0,0-1 1 0 0,0 0-1 0 0,0 0 0 0 0,0 0 0 0 0,0 0 0 0 0,0 1 1 0 0,0-1-1 0 0,0 0 0 0 0,0 0 0 0 0,14 32 640 0 0,-9-9-531 0 0,-1 0-1 0 0,-2 1 1 0 0,0-1-1 0 0,-1 1 1 0 0,-3 24-1 0 0,2-38-108 0 0,-22 291 82 0 0,22-299-285 0 0,10-3-2626 0 0,-4-1 2327 0 0,-1-1 1 0 0,1 1-1 0 0,-1-1 1 0 0,0 0-1 0 0,0 0 1 0 0,0-1-1 0 0,-1 1 1 0 0,1-1-1 0 0,5-6 1 0 0,15-11-1455 0 0,-3 5 144 0 0,76-59-4923 0 0,-87 65 6330 0 0,0-1 1 0 0,-1 0-1 0 0,0 0 0 0 0,-1-1 1 0 0,0-1-1 0 0,8-15 0 0 0,-16 26 534 0 0,0 0 0 0 0,0 0 0 0 0,0 0 0 0 0,0 1 0 0 0,0-1 0 0 0,-1 0 0 0 0,1 0-1 0 0,-1 0 1 0 0,0 0 0 0 0,1 0 0 0 0,-1 0 0 0 0,0 0 0 0 0,0 0 0 0 0,0 0 0 0 0,0 0 0 0 0,-1 0-1 0 0,1 0 1 0 0,-1 0 0 0 0,1 0 0 0 0,-1 0 0 0 0,1 0 0 0 0,-3-3 0 0 0,2 3 218 0 0,0 1-1 0 0,-1-1 1 0 0,1 1 0 0 0,-1 0-1 0 0,0-1 1 0 0,1 1 0 0 0,-1 0 0 0 0,0 0-1 0 0,0 0 1 0 0,1 0 0 0 0,-1 0-1 0 0,0 0 1 0 0,0 1 0 0 0,0-1 0 0 0,0 1-1 0 0,0-1 1 0 0,0 1 0 0 0,0 0 0 0 0,0 0-1 0 0,0 0 1 0 0,-1 0 0 0 0,-1 0-1 0 0,-10 2 462 0 0,0 0 0 0 0,0 1-1 0 0,0 0 1 0 0,1 1-1 0 0,-1 1 1 0 0,1 0-1 0 0,-19 10 1 0 0,11-3-509 0 0,0 1 0 0 0,1 1 1 0 0,-29 25-1 0 0,44-35-288 0 0,0 0 0 0 0,1 1 1 0 0,0 0-1 0 0,0 0 0 0 0,0 0 0 0 0,0 0 1 0 0,-4 10-1 0 0,7-13-38 0 0,0-1 0 0 0,0 1 0 0 0,1 0 1 0 0,0 0-1 0 0,-1 0 0 0 0,1-1 0 0 0,0 1 0 0 0,-1 0 0 0 0,1 0 0 0 0,0 0 1 0 0,1 0-1 0 0,-1-1 0 0 0,0 1 0 0 0,0 0 0 0 0,1 0 0 0 0,-1 0 0 0 0,1-1 0 0 0,0 1 1 0 0,-1 0-1 0 0,1 0 0 0 0,0-1 0 0 0,0 1 0 0 0,0-1 0 0 0,0 1 0 0 0,0-1 1 0 0,0 1-1 0 0,1-1 0 0 0,-1 0 0 0 0,0 0 0 0 0,3 3 0 0 0,6 2-7 0 0,0 1 0 0 0,0-1 0 0 0,1-1 0 0 0,0 0 0 0 0,0 0 0 0 0,0-1 0 0 0,0-1 0 0 0,1 1 0 0 0,-1-2 0 0 0,21 2-1 0 0,-4-1-69 0 0,0-2-1 0 0,1-1 0 0 0,37-6 0 0 0,-31 1-471 0 0,-1-3-1 0 0,1 0 1 0 0,46-19 0 0 0,-60 18-539 0 0,0 0 1 0 0,-1-2-1 0 0,-1 0 0 0 0,1-1 1 0 0,-2-1-1 0 0,24-20 0 0 0,-15 7-1589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28 6911 0 0,'-5'-4'225'0'0,"0"1"0"0"0,-1 0 0 0 0,1 1 0 0 0,0-1 0 0 0,-1 1 0 0 0,1 0 0 0 0,-1 0 0 0 0,0 1 0 0 0,-6-2 0 0 0,-9 1 4780 0 0,-1 1 5053 0 0,22 1-9915 0 0,-1 1-1 0 0,1-1 0 0 0,-1 0 1 0 0,0 0-1 0 0,1 0 0 0 0,-1 1 0 0 0,1-1 1 0 0,-1 0-1 0 0,1 0 0 0 0,-1 1 1 0 0,1-1-1 0 0,-1 1 0 0 0,1-1 0 0 0,-1 0 1 0 0,1 1-1 0 0,-1-1 0 0 0,1 1 1 0 0,-1 0-39 0 0,1-1 0 0 0,0 1 0 0 0,-1-1 0 0 0,1 1 1 0 0,-1-1-1 0 0,1 0 0 0 0,-1 1 0 0 0,1-1 1 0 0,-1 1-1 0 0,1-1 0 0 0,-1 0 0 0 0,1 0 1 0 0,-1 1-1 0 0,1-1 0 0 0,-1 0 0 0 0,1 0 1 0 0,-2 0-1 0 0,1 13 858 0 0,0-9-906 0 0,1 0 0 0 0,0 0 1 0 0,1 0-1 0 0,-1 0 0 0 0,1 0 0 0 0,-1 0 0 0 0,1 0 0 0 0,1 0 0 0 0,-1 0 0 0 0,0 0 0 0 0,1 0 0 0 0,0-1 0 0 0,0 1 0 0 0,0-1 0 0 0,0 1 0 0 0,1-1 0 0 0,-1 0 0 0 0,6 5 0 0 0,5 5-31 0 0,0-1 1 0 0,1-1-1 0 0,16 10 0 0 0,-7-5 11 0 0,7 6-24 0 0,44 34 16 0 0,-66-49-26 0 0,0 1-1 0 0,-1-1 1 0 0,0 1 0 0 0,-1 0 0 0 0,1 1 0 0 0,7 14 0 0 0,-12-20 10 0 0,-1-1 1 0 0,0 1-1 0 0,0 0 0 0 0,0-1 1 0 0,0 1-1 0 0,-1 0 0 0 0,1 0 1 0 0,-1-1-1 0 0,1 1 0 0 0,-1 0 1 0 0,0 0-1 0 0,0 0 0 0 0,0 0 0 0 0,-1-1 1 0 0,1 1-1 0 0,-1 0 0 0 0,0 4 1 0 0,-1-4 28 0 0,0 0 0 0 0,0 1 0 0 0,0-1 1 0 0,0 0-1 0 0,0 0 0 0 0,0 0 0 0 0,-1 0 0 0 0,1 0 0 0 0,-1-1 1 0 0,0 1-1 0 0,-5 2 0 0 0,-4 3 89 0 0,0-2 0 0 0,0 1 0 0 0,-1-2 0 0 0,0 0 0 0 0,-25 6 0 0 0,-124 21 134 0 0,91-21-264 0 0,39-7-58 0 0,22-3-144 0 0,0 0 0 0 0,1 1-1 0 0,-10 2 1 0 0,19-4 53 0 0,-1 0-1 0 0,1 1 0 0 0,0-1 0 0 0,0 0 0 0 0,0 0 1 0 0,-1 0-1 0 0,1 0 0 0 0,0 0 0 0 0,0 1-149 0 0,0-1 149 0 0,0 0 0 0 0,-1 0 1 0 0,1 0-1 0 0,0 1 0 0 0,0-1 0 0 0,0 0 0 0 0,0 0 1 0 0,0 1-1 0 0,0-1 0 0 0,0 0 0 0 0,0 0 1 0 0,0 0-1 0 0,-1 1 0 0 0,1-1 0 0 0,0 0 1 0 0,0 0-1 0 0,0 1 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1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16 125 12439 0 0,'-3'-2'398'0'0,"-10"-3"7957"0"0,17-1-3672 0 0,10 1-3903 0 0,-1 0 0 0 0,2 1 0 0 0,-1 1 0 0 0,26-3-1 0 0,-22 3-355 0 0,117-11 607 0 0,138 3 1 0 0,-86 6-889 0 0,-5-5-42 0 0,151-5-44 0 0,-40 0 1 0 0,174 0-63 0 0,-401 16 5 0 0,119 6 0 0 0,-141-5-16 0 0,-51-3-271 0 0,0 0 1 0 0,0 0-1 0 0,-8-3 1 0 0,5 1-2051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23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30 11975 0 0,'-3'-6'1244'0'0,"-10"-17"11796"0"0,9 24-10180 0 0,-4 4-4225 0 0,2 2 1668 0 0,1 1 0 0 0,-1-1 0 0 0,1 1 0 0 0,1 0 1 0 0,-1 0-1 0 0,1 0 0 0 0,-3 13 0 0 0,-1-3 16 0 0,-51 131 429 0 0,52-128-824 0 0,1 0-1 0 0,1 1 1 0 0,1 0 0 0 0,1 0 0 0 0,0 25-1 0 0,3-46-129 0 0,0 0-1 0 0,0 0 1 0 0,0 0-1 0 0,0 0 1 0 0,1 0-1 0 0,-1 0 1 0 0,1 0 0 0 0,-1 0-1 0 0,0 0 1 0 0,1 0-1 0 0,-1 0 1 0 0,1 0-1 0 0,0 0 1 0 0,-1-1-1 0 0,1 1 1 0 0,0 0-1 0 0,0 0 1 0 0,-1-1-1 0 0,1 1 1 0 0,0 0-1 0 0,0-1 1 0 0,0 1-1 0 0,0-1 1 0 0,0 1-1 0 0,0-1 1 0 0,0 0-1 0 0,0 1 1 0 0,1-1-1 0 0,8 2-2362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2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85 23527 0 0,'0'0'2129'0'0,"1"-2"-1749"0"0,3-3-182 0 0,0 1 1 0 0,-1-1-1 0 0,2 1 0 0 0,-1 0 0 0 0,0 0 0 0 0,1 0 0 0 0,0 0 0 0 0,0 1 0 0 0,0 0 0 0 0,0 0 0 0 0,1 0 0 0 0,10-4 0 0 0,3 1 264 0 0,0 0 1 0 0,32-4-1 0 0,-33 7-347 0 0,-1 1-1 0 0,31 0 1 0 0,-40 2-94 0 0,-1 0 0 0 0,0 1 0 0 0,1 0 0 0 0,-1 1 0 0 0,0 0 0 0 0,0 0-1 0 0,0 0 1 0 0,0 1 0 0 0,8 4 0 0 0,-14-7-14 0 0,0 1 1 0 0,0 0-1 0 0,0-1 1 0 0,0 1-1 0 0,0 0 1 0 0,0 0-1 0 0,0 0 1 0 0,0 0-1 0 0,0 0 0 0 0,0 0 1 0 0,-1 0-1 0 0,1 0 1 0 0,0 0-1 0 0,-1 0 1 0 0,1 0-1 0 0,-1 0 0 0 0,1 0 1 0 0,-1 1-1 0 0,0-1 1 0 0,1 0-1 0 0,-1 2 1 0 0,0 0 3 0 0,0-1 1 0 0,0 0 0 0 0,0 0-1 0 0,-1 0 1 0 0,1 1-1 0 0,-1-1 1 0 0,0 0 0 0 0,0 0-1 0 0,1 0 1 0 0,-1 0 0 0 0,-2 3-1 0 0,-3 2 54 0 0,0 1-1 0 0,0-1 1 0 0,0 0-1 0 0,-13 10 0 0 0,-31 23 364 0 0,-57 33-1 0 0,61-43-273 0 0,2 1 0 0 0,-45 41-1 0 0,85-68-147 0 0,0 0 11 0 0,-1-1 0 0 0,1 2 1 0 0,0-1-1 0 0,1 0 0 0 0,-1 1 1 0 0,1 0-1 0 0,-4 6 0 0 0,6-2-6 0 0,2-8-8 0 0,0 1 0 0 0,0-1 0 0 0,0 1 0 0 0,0-1 1 0 0,0 0-1 0 0,0 1 0 0 0,0-1 0 0 0,1 0 0 0 0,-1 0 0 0 0,0 0 0 0 0,1 0 0 0 0,-1 0 1 0 0,1 0-1 0 0,-1-1 0 0 0,1 1 0 0 0,-1 0 0 0 0,1-1 0 0 0,0 1 0 0 0,3 0 0 0 0,36 6-2 0 0,-36-6 0 0 0,21 1 16 0 0,0-1 1 0 0,0-1-1 0 0,41-6 1 0 0,78-20-268 0 0,-84 14-81 0 0,135-40-3086 0 0,-70 7-5189 0 0,-101 35 1004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2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47 14975 0 0,'-3'-7'1358'0'0,"1"4"-1284"0"0,-1 0 0 0 0,0 0 1 0 0,0 0-1 0 0,0 0 0 0 0,0 1 1 0 0,-5-4-1 0 0,-11-6 3429 0 0,19 12-3288 0 0,-13-4 4403 0 0,-8 6-3263 0 0,13-1-603 0 0,0 0-372 0 0,-1 1-1 0 0,0 1 0 0 0,1-1 1 0 0,-1 1-1 0 0,1 1 0 0 0,0-1 1 0 0,0 2-1 0 0,0-1 0 0 0,-12 10 0 0 0,9-6-161 0 0,-1 1-1 0 0,2 1 0 0 0,0 0 0 0 0,0 1 0 0 0,-11 15 0 0 0,19-23-202 0 0,-1 0-1 0 0,1 0 1 0 0,1 0-1 0 0,-1 1 0 0 0,0-1 1 0 0,1 1-1 0 0,0-1 1 0 0,0 1-1 0 0,0-1 0 0 0,0 1 1 0 0,0 0-1 0 0,1-1 0 0 0,-1 1 1 0 0,1 0-1 0 0,1 5 1 0 0,-1-7-8 0 0,1 1-1 0 0,0 0 1 0 0,0-1 0 0 0,0 1 0 0 0,0 0 0 0 0,0-1 0 0 0,0 1 0 0 0,1-1 0 0 0,0 0-1 0 0,-1 1 1 0 0,1-1 0 0 0,0 0 0 0 0,0 0 0 0 0,0 0 0 0 0,0 0 0 0 0,0-1 0 0 0,1 1-1 0 0,-1 0 1 0 0,0-1 0 0 0,5 2 0 0 0,3 2-34 0 0,0-2-1 0 0,0 1 1 0 0,0-2 0 0 0,0 1 0 0 0,1-1-1 0 0,-1-1 1 0 0,17 1 0 0 0,0-2-103 0 0,46-6-1 0 0,-55 4 64 0 0,0-1-1 0 0,0 0 0 0 0,0-2 0 0 0,30-11 1 0 0,-43 14 60 0 0,2-1-15 0 0,1 0 1 0 0,0-1-1 0 0,-1 0 0 0 0,1-1 0 0 0,9-7 0 0 0,-16 11 19 0 0,1-1 0 0 0,-1 1 0 0 0,1-1 0 0 0,-1 0 0 0 0,0 1 0 0 0,0-1 0 0 0,0 0 0 0 0,0 0 0 0 0,0 0 0 0 0,0 0 0 0 0,0 0 0 0 0,0 0 0 0 0,-1 0 0 0 0,1 0 0 0 0,-1 0 0 0 0,0 0-1 0 0,1 0 1 0 0,-1 0 0 0 0,0 0 0 0 0,0 0 0 0 0,0-1 0 0 0,-1 1 0 0 0,1 0 0 0 0,-1 0 0 0 0,1 0 0 0 0,-1 0 0 0 0,0-3 0 0 0,-1 1-86 0 0,-1-1 1 0 0,1 0-1 0 0,-1 1 0 0 0,0-1 1 0 0,0 1-1 0 0,0 0 0 0 0,-1 0 1 0 0,1 0-1 0 0,-1 1 0 0 0,0-1 1 0 0,-8-5-1 0 0,-5-2-821 0 0,-33-15-1 0 0,24 12 411 0 0,5 7-2362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24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20 8751 0 0,'-12'-10'936'0'0,"9"9"8"0"0,-1 1 0 0 0,1-1 0 0 0,-1 1 0 0 0,1 0 0 0 0,0 0 1 0 0,-1 0-1 0 0,1 1 0 0 0,0-1 0 0 0,-1 1 0 0 0,1 0 0 0 0,0 0 0 0 0,-5 2 0 0 0,-4 0 1528 0 0,-8 2-1310 0 0,1 2 0 0 0,0 0 0 0 0,0 1-1 0 0,-23 13 1 0 0,-65 47 628 0 0,101-64-1695 0 0,1-1-56 0 0,1 0 0 0 0,-1 0-1 0 0,1 1 1 0 0,-1 0 0 0 0,1 0 0 0 0,0 0 0 0 0,1 0 0 0 0,-1 0 0 0 0,-5 10 0 0 0,9-14-35 0 0,-1 1 1 0 0,1 0-1 0 0,0 0 1 0 0,-1 0-1 0 0,1 0 1 0 0,0-1-1 0 0,0 1 1 0 0,0 0-1 0 0,-1 0 0 0 0,1 0 1 0 0,0 0-1 0 0,0 0 1 0 0,1 1-1 0 0,2 3-10 0 0,-1-4 10 0 0,1 2-11 0 0,0 1 0 0 0,1-1 1 0 0,0 0-1 0 0,0 0 0 0 0,0 0 0 0 0,0-1 0 0 0,0 1 0 0 0,0-1 1 0 0,1 0-1 0 0,-1 0 0 0 0,1 0 0 0 0,0-1 0 0 0,7 2 0 0 0,5 0-74 0 0,0-1-1 0 0,26 1 0 0 0,-13-1-84 0 0,0-2 1 0 0,1-1 0 0 0,-1-2-1 0 0,54-11 1 0 0,-41 5-33 0 0,-28 7 116 0 0,1-1 0 0 0,17-7 0 0 0,-29 9 63 0 0,1-1-1 0 0,-1 0 0 0 0,0 0 1 0 0,0-1-1 0 0,0 1 0 0 0,0-1 0 0 0,0 0 1 0 0,0 0-1 0 0,-1 0 0 0 0,1 0 1 0 0,4-7-1 0 0,-7 9 19 0 0,0-1 0 0 0,0 1 0 0 0,-1 0 1 0 0,1-1-1 0 0,0 1 0 0 0,-1-1 0 0 0,1 1 0 0 0,-1-1 0 0 0,1 1 0 0 0,-1-1 1 0 0,0 1-1 0 0,0-1 0 0 0,0 1 0 0 0,0-1 0 0 0,0 1 0 0 0,0-1 0 0 0,0 1 1 0 0,-1-4-1 0 0,0 2 5 0 0,0 0 0 0 0,0 0 1 0 0,-1 0-1 0 0,1 0 0 0 0,-1 0 0 0 0,1 1 1 0 0,-1-1-1 0 0,-4-3 0 0 0,-2-4-11 0 0,-2 1 0 0 0,0 1 1 0 0,-15-11-1 0 0,24 18 0 0 0,-6-4-292 0 0,-3-2-549 0 0,0 0 0 0 0,1 0-1 0 0,0-1 1 0 0,-10-11 0 0 0,11 9-824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24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22 3679 0 0,'-10'-1'64'0'0,"5"0"-31"0"0,0 0 0 0 0,1 0 0 0 0,-1 0 0 0 0,0-1 0 0 0,0 0 0 0 0,0 0 0 0 0,1 0-1 0 0,-17-6 16749 0 0,20 8-16111 0 0,0 1-159 0 0,1-1 1 0 0,-1 1 0 0 0,0-1-1 0 0,1 1 1 0 0,-1-1-1 0 0,0 1 1 0 0,1 0-1 0 0,-1-1 1 0 0,1 1-1 0 0,-1 0 1 0 0,1 0-1 0 0,0-1 1 0 0,-1 3-1 0 0,-1 2-190 0 0,0 1-1 0 0,1 0 1 0 0,-2 9-1 0 0,2-10 391 0 0,-13 79-317 0 0,-15 79 320 0 0,25-143-1065 0 0,-2 0-1 0 0,0 0 1 0 0,-1 0-1 0 0,-17 31 1 0 0,23-49-583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2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1 25687 0 0,'-19'0'681'0'0,"1"2"1"0"0,-1 0-1 0 0,1 1 0 0 0,-29 9 0 0 0,-69 31 1422 0 0,107-40-1759 0 0,-9 6-191 0 0,0 0 0 0 0,0 1 0 0 0,1 1 0 0 0,1 1 0 0 0,0 1-1 0 0,0 0 1 0 0,-18 21 0 0 0,28-28-152 0 0,1 0 0 0 0,1 1 0 0 0,-1 0 0 0 0,-4 9 0 0 0,-4 5-2 0 0,9-11 1 0 0,5 1 0 0 0,0-8-1 0 0,0-1 0 0 0,1 1 0 0 0,-1 0 0 0 0,1 0 0 0 0,0-1 0 0 0,-1 1 0 0 0,1-1 0 0 0,0 1 0 0 0,1-1 0 0 0,-1 0 0 0 0,0 0 1 0 0,1 0-1 0 0,-1 0 0 0 0,1 0 0 0 0,-1-1 0 0 0,1 1 0 0 0,0-1 0 0 0,0 0 0 0 0,0 1 0 0 0,0-1 0 0 0,0 0 0 0 0,3 0 0 0 0,8 2 1 0 0,0 0-1 0 0,0-1 1 0 0,22 0-1 0 0,93-5 41 0 0,-26 0-243 0 0,-53 3-1053 0 0,-28 0 523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802 642 19175 0 0,'0'0'878'0'0,"0"-2"-20"0"0,28-53 42 0 0,-17 35 336 0 0,10-27-1 0 0,-21 47-1235 0 0,12-32 2146 0 0,12-54 1 0 0,-22 76-1953 0 0,0 1 0 0 0,-1-1 0 0 0,0 0 0 0 0,-1 0 0 0 0,0 0 0 0 0,-1 1 0 0 0,0-1-1 0 0,0 0 1 0 0,-1 0 0 0 0,-4-13 0 0 0,5 20-159 0 0,0 1-1 0 0,0 0 1 0 0,0-1-1 0 0,0 1 1 0 0,-1 0-1 0 0,1 0 1 0 0,-1 0-1 0 0,1 0 1 0 0,-1 0-1 0 0,0 0 0 0 0,0 0 1 0 0,0 0-1 0 0,0 1 1 0 0,0-1-1 0 0,0 1 1 0 0,0-1-1 0 0,-3 0 1 0 0,2 1-2 0 0,-1 0 1 0 0,1 0-1 0 0,-1 0 1 0 0,1 0-1 0 0,-1 1 1 0 0,1-1-1 0 0,-1 1 1 0 0,0 0-1 0 0,1 0 1 0 0,-8 2-1 0 0,0 0 6 0 0,1 1 1 0 0,-1 0-1 0 0,1 1 1 0 0,0 0-1 0 0,0 1 1 0 0,0 0-1 0 0,-10 7 0 0 0,-166 135 82 0 0,146-114-98 0 0,-22 21 35 0 0,1 2 0 0 0,-103 127 0 0 0,127-133 22 0 0,1 1 0 0 0,-36 71 0 0 0,61-101-60 0 0,2 1 0 0 0,0-1-1 0 0,1 1 1 0 0,1 1 0 0 0,1-1-1 0 0,1 1 1 0 0,2 0 0 0 0,0 1-1 0 0,0 31 1 0 0,4-43-22 0 0,0 0 0 0 0,0 0 0 0 0,1 0 0 0 0,1 0 0 0 0,0 0 0 0 0,1-1 0 0 0,0 1 0 0 0,1-1 0 0 0,0 0 0 0 0,1 0 1 0 0,0-1-1 0 0,1 1 0 0 0,11 13 0 0 0,-6-11-6 0 0,0 0 0 0 0,1-1 0 0 0,1-1 0 0 0,0 0 0 0 0,1-1 0 0 0,0 0 0 0 0,0-1 0 0 0,27 11 0 0 0,5-1-41 0 0,0-2-1 0 0,1-3 1 0 0,55 10-1 0 0,-35-13-17 0 0,119 4-1 0 0,-114-14 45 0 0,0-4 1 0 0,77-12-1 0 0,-110 9 14 0 0,-1-3-1 0 0,0-1 0 0 0,0-1 1 0 0,-1-3-1 0 0,48-24 1 0 0,-55 22 6 0 0,0-2 0 0 0,-1-1 1 0 0,-1-1-1 0 0,35-33 0 0 0,-48 38 4 0 0,-1-2-1 0 0,0 0 0 0 0,-1 0 1 0 0,0-1-1 0 0,-2-1 0 0 0,0 0 0 0 0,-2-1 1 0 0,9-21-1 0 0,-8 13 3 0 0,-1-1-1 0 0,-2-1 1 0 0,-1 1 0 0 0,-1-1 0 0 0,-2 0-1 0 0,-1-1 1 0 0,-1-43 0 0 0,-4 38 4 0 0,-1 1 1 0 0,-2-1 0 0 0,-2 0-1 0 0,-1 1 1 0 0,-24-63 0 0 0,15 57-4 0 0,-2 1 0 0 0,-1 0 0 0 0,-3 2 0 0 0,-1 0 0 0 0,-2 2 1 0 0,-1 1-1 0 0,-1 1 0 0 0,-3 1 0 0 0,0 1 0 0 0,-67-49 0 0 0,54 49-153 0 0,-2 2 0 0 0,-59-28-1 0 0,76 45-226 0 0,-1 0-1 0 0,-1 2 0 0 0,1 1 1 0 0,-2 2-1 0 0,-33-5 0 0 0,58 11 50 0 0,-1 1 0 0 0,1 1-1 0 0,0-1 1 0 0,-1 1-1 0 0,1 1 1 0 0,0-1 0 0 0,-1 1-1 0 0,1 0 1 0 0,0 1 0 0 0,0 0-1 0 0,0 0 1 0 0,-11 5-1 0 0,-7 9-2333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18 19463 0 0,'0'0'1766'0'0,"-12"-13"701"0"0,10 12-2195 0 0,-1 0 0 0 0,0 1 0 0 0,1-1-1 0 0,-1 0 1 0 0,1 1 0 0 0,-1 0 0 0 0,0 0 0 0 0,0 0-1 0 0,1 0 1 0 0,-1 0 0 0 0,0 1 0 0 0,1-1-1 0 0,-5 2 1 0 0,2 0-80 0 0,-1 0 1 0 0,1 0-1 0 0,0 1 1 0 0,0-1-1 0 0,1 1 0 0 0,-6 4 1 0 0,-2 3-72 0 0,1 0 1 0 0,0 1-1 0 0,1 0 1 0 0,-9 14-1 0 0,12-16-50 0 0,2 0 0 0 0,-1 1 1 0 0,1-1-1 0 0,1 1 0 0 0,0 0 0 0 0,0 1 0 0 0,1-1 1 0 0,1 1-1 0 0,-3 14 0 0 0,5-22-78 0 0,0-1-1 0 0,0 0 1 0 0,0 1-1 0 0,0-1 1 0 0,0 0-1 0 0,0 0 1 0 0,1 4-1 0 0,4 3-4 0 0,-3-7-7 0 0,0-1-1 0 0,0 1 1 0 0,1-1-1 0 0,-1 0 1 0 0,1 1-1 0 0,-1-1 1 0 0,1 0-1 0 0,-1-1 1 0 0,1 1-1 0 0,0 0 1 0 0,-1-1-1 0 0,1 1 1 0 0,0-1-1 0 0,4 0 1 0 0,1 0-122 0 0,0 0 1 0 0,1-1-1 0 0,12-3 0 0 0,-7 1 28 0 0,-1-2 0 0 0,0 0-1 0 0,0 0 1 0 0,-1-1 0 0 0,0-1-1 0 0,13-8 1 0 0,-2-1-108 0 0,-1-1-1 0 0,20-21 1 0 0,27-37-499 0 0,-57 59 527 0 0,-11 14 754 0 0,-3 4-297 0 0,-3 2-142 0 0,0 1 0 0 0,0-1 0 0 0,0 1 0 0 0,-5 8 1 0 0,8-11-110 0 0,1 1 1 0 0,-1-1 0 0 0,1 0 0 0 0,0 1 0 0 0,0-1 0 0 0,0 1 0 0 0,0-1 0 0 0,0 1-1 0 0,0 0 1 0 0,1-1 0 0 0,-1 1 0 0 0,1 0 0 0 0,0-1 0 0 0,0 5 0 0 0,0-1-10 0 0,0 0-1 0 0,1 0 1 0 0,0 0 0 0 0,0 0 0 0 0,1-1 0 0 0,-1 1-1 0 0,1 0 1 0 0,1 0 0 0 0,-1-1 0 0 0,1 0 0 0 0,0 1-1 0 0,0-1 1 0 0,4 5 0 0 0,4 3 1 0 0,-9-10-39 0 0,0 0 0 0 0,0 0 0 0 0,1-1 0 0 0,-1 1 0 0 0,1-1 0 0 0,0 1 0 0 0,-1-1 1 0 0,1 0-1 0 0,0 0 0 0 0,0 0 0 0 0,1 0 0 0 0,-1 0 0 0 0,0-1 0 0 0,0 0 0 0 0,1 1 0 0 0,-1-1 0 0 0,1 0 1 0 0,-1-1-1 0 0,5 1 0 0 0,-3 0-49 0 0,0-1 1 0 0,0-1 0 0 0,0 1-1 0 0,0-1 1 0 0,0 0-1 0 0,-1 0 1 0 0,1 0 0 0 0,0 0-1 0 0,-1-1 1 0 0,1 0-1 0 0,-1 0 1 0 0,1 0 0 0 0,-1-1-1 0 0,0 1 1 0 0,0-1-1 0 0,0 0 1 0 0,0 0 0 0 0,-1 0-1 0 0,1-1 1 0 0,-1 1-1 0 0,0-1 1 0 0,0 0 0 0 0,0 0-1 0 0,4-8 1 0 0,26-61-50 0 0,-33 72 665 0 0,-3 10 159 0 0,-8 25-223 0 0,2 1-1 0 0,1-1 1 0 0,-4 47-1 0 0,9-59-294 0 0,1-3-263 0 0,1 1 0 0 0,0 0 0 0 0,1 0-1 0 0,1 0 1 0 0,2 0 0 0 0,4 22 0 0 0,-1-25-1481 0 0,-5-16 904 0 0,-1 0 0 0 0,1 0 0 0 0,0 0 0 0 0,-1 0 0 0 0,1-1 0 0 0,0 1-1 0 0,0 0 1 0 0,0 0 0 0 0,0-1 0 0 0,-1 1 0 0 0,1-1 0 0 0,0 1-1 0 0,2 0 1 0 0,9 3-6878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3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45 20559 0 0,'0'0'464'0'0,"-10"3"1308"0"0,4-1-1659 0 0,1 0 1 0 0,-1 1-1 0 0,1-1 0 0 0,0 1 0 0 0,0 1 0 0 0,1-1 0 0 0,-1 1 1 0 0,1 0-1 0 0,-1 0 0 0 0,1 0 0 0 0,0 0 0 0 0,1 1 1 0 0,-1 0-1 0 0,1-1 0 0 0,0 1 0 0 0,0 1 0 0 0,0-1 1 0 0,1 0-1 0 0,0 1 0 0 0,0-1 0 0 0,-1 8 0 0 0,1-7-80 0 0,1-1-1 0 0,0 1 0 0 0,1 0 1 0 0,-1-1-1 0 0,1 1 0 0 0,0 0 1 0 0,1 0-1 0 0,-1-1 0 0 0,3 11 0 0 0,-1-12-46 0 0,-1 0-1 0 0,0 0 0 0 0,1-1 0 0 0,0 1 1 0 0,0-1-1 0 0,0 1 0 0 0,0-1 0 0 0,0 1 1 0 0,1-1-1 0 0,0 0 0 0 0,-1 0 0 0 0,1-1 1 0 0,0 1-1 0 0,6 3 0 0 0,-8-5-28 0 0,1 0 0 0 0,-1-1-1 0 0,1 1 1 0 0,-1 0 0 0 0,1-1 0 0 0,-1 0-1 0 0,1 1 1 0 0,-1-1 0 0 0,1 0 0 0 0,0 0 0 0 0,-1 0-1 0 0,1 0 1 0 0,0 0 0 0 0,-1 0 0 0 0,3-1-1 0 0,23-7-734 0 0,-22 6 620 0 0,5-2-217 0 0,1-1 1 0 0,0-1-1 0 0,-1 0 0 0 0,0 0 0 0 0,-1-1 1 0 0,1 0-1 0 0,-1-1 0 0 0,0 0 0 0 0,8-10 1 0 0,0-3-451 0 0,-1 0 0 0 0,26-45 0 0 0,-38 59 882 0 0,0 0 0 0 0,-1 0 0 0 0,0 0 0 0 0,0 0 0 0 0,0-1 1 0 0,-1 1-1 0 0,0-1 0 0 0,1-9 0 0 0,-3 15 1107 0 0,-3 3-510 0 0,-1 0-391 0 0,0 0 0 0 0,-1 1 0 0 0,1-1 0 0 0,0 1 0 0 0,0 0 0 0 0,0 0 0 0 0,0 0 0 0 0,1 1 0 0 0,-1 0 0 0 0,1-1 0 0 0,-1 1 0 0 0,1 0 0 0 0,0 1 0 0 0,0-1 0 0 0,0 0 0 0 0,-4 8 0 0 0,-1 2 124 0 0,0 1-1 0 0,1 0 1 0 0,-9 22 0 0 0,11-24-275 0 0,1 0-1 0 0,1 0 0 0 0,0 0 1 0 0,1 0-1 0 0,0 1 1 0 0,0 14-1 0 0,2-22-125 0 0,0-1 0 0 0,0 1 0 0 0,0 0 0 0 0,1-1 0 0 0,0 1 1 0 0,0-1-1 0 0,0 1 0 0 0,0-1 0 0 0,1 1 0 0 0,0-1 0 0 0,0 0 0 0 0,0 0 0 0 0,0 0 0 0 0,1 0 0 0 0,-1 0 0 0 0,1-1 0 0 0,0 1 0 0 0,0-1 0 0 0,7 6 0 0 0,-7-7-32 0 0,0 0-1 0 0,0-1 1 0 0,0 1-1 0 0,1-1 0 0 0,-1 0 1 0 0,0 0-1 0 0,1 0 0 0 0,-1 0 1 0 0,0 0-1 0 0,1-1 1 0 0,-1 0-1 0 0,1 0 0 0 0,-1 0 1 0 0,1 0-1 0 0,-1 0 1 0 0,1-1-1 0 0,-1 1 0 0 0,0-1 1 0 0,7-2-1 0 0,-4 1-19 0 0,1-1-1 0 0,-1 0 1 0 0,0 0-1 0 0,0 0 1 0 0,0-1-1 0 0,0 0 1 0 0,-1 0-1 0 0,1 0 1 0 0,5-6-1 0 0,5-11-18 0 0,0 1 0 0 0,-2-2-1 0 0,19-34 1 0 0,-17 27 45 0 0,-13 22 35 0 0,0 3 6 0 0,-1 0 1 0 0,1-1-1 0 0,-1 1 1 0 0,-1-1-1 0 0,1 0 0 0 0,-1 1 1 0 0,2-10-1 0 0,-3 12 231 0 0,-1 3-81 0 0,-10 5 106 0 0,1 1-1 0 0,0 0 1 0 0,0 0-1 0 0,1 1 1 0 0,0 0-1 0 0,1 0 1 0 0,-15 19-1 0 0,17-19-149 0 0,0 1 0 0 0,0 0 0 0 0,1 0 0 0 0,0 0 0 0 0,0 0 1 0 0,1 1-1 0 0,1 0 0 0 0,0 0 0 0 0,-4 16 0 0 0,7-23-120 0 0,0 1 0 0 0,0-1 0 0 0,0 0 0 0 0,0 1 0 0 0,0-1 0 0 0,1 0-1 0 0,-1 1 1 0 0,1-1 0 0 0,0 0 0 0 0,0 1 0 0 0,0-1 0 0 0,1 0 0 0 0,-1 0 0 0 0,1 0 0 0 0,0 0 0 0 0,-1 0 0 0 0,1-1 0 0 0,1 1 0 0 0,-1-1 0 0 0,0 1 0 0 0,0-1 0 0 0,1 1 0 0 0,0-1 0 0 0,-1 0 0 0 0,1 0 0 0 0,0-1 0 0 0,0 1 0 0 0,4 1 0 0 0,1 1-647 0 0,1 0 0 0 0,-1-1 0 0 0,18 4 1 0 0,-11-4-3218 0 0,22 1 0 0 0,-5-2-3531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21 18575 0 0,'-7'-5'1683'0'0,"-19"-10"-1240"0"0,25 14 161 0 0,-13 13 1854 0 0,11-6-2067 0 0,0 0 0 0 0,1 1 1 0 0,-1-1-1 0 0,1 0 0 0 0,0 1 0 0 0,1-1 0 0 0,-1 1 1 0 0,1-1-1 0 0,0 12 0 0 0,-2 2-191 0 0,-73 569 1500 0 0,73-565-1740 0 0,-18 131-1480 0 0,15-121 950 0 0,-2-1 1 0 0,-18 50-1 0 0,24-77 250 0 0,-17 36-4615 0 0,12-32 3179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4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9215 0 0,'0'0'707'0'0,"0"-7"4632"0"0,8 5 581 0 0,6 4-4023 0 0,-14-2-1867 0 0,3 1 149 0 0,-1-1-1 0 0,0 1 0 0 0,1 0 1 0 0,-1 0-1 0 0,0 0 0 0 0,0 0 1 0 0,0 1-1 0 0,0-1 0 0 0,0 0 1 0 0,0 1-1 0 0,0 0 0 0 0,-1-1 1 0 0,1 1-1 0 0,2 3 0 0 0,1 3 401 0 0,0 0 0 0 0,6 14-1 0 0,1 2 147 0 0,89 149 1598 0 0,-100-172-1803 0 0,9-6-296 0 0,-7 2-204 0 0,0 1 0 0 0,0-1-1 0 0,-1 0 1 0 0,1 0 0 0 0,-1 0 0 0 0,1 0 0 0 0,-1-1-1 0 0,0 1 1 0 0,0 0 0 0 0,0-1 0 0 0,-1 0 0 0 0,2-4-1 0 0,3-8 96 0 0,4-25-1 0 0,-9 37-112 0 0,8-38-125 0 0,-2 4-1246 0 0,2 0 1 0 0,1 0-1 0 0,25-57 1 0 0,-19 65-8219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26 16703 0 0,'0'0'1512'0'0,"-2"-9"-452"0"0,-4-6 666 0 0,5 13-812 0 0,-1 2 119 0 0,-3 1-694 0 0,0 0-1 0 0,0 0 1 0 0,-1 0-1 0 0,1 0 1 0 0,0 1-1 0 0,0 0 1 0 0,0 0-1 0 0,0 0 0 0 0,0 1 1 0 0,1 0-1 0 0,-1 0 1 0 0,1 0-1 0 0,-8 7 1 0 0,-5 6 4 0 0,-28 33 0 0 0,41-43-177 0 0,-24 26 270 0 0,2 2 0 0 0,-33 58 1 0 0,50-76-324 0 0,0 1 1 0 0,2 0-1 0 0,0 1 1 0 0,1 0-1 0 0,0 0 1 0 0,2 0 0 0 0,0 0-1 0 0,-1 25 1 0 0,4-35-105 0 0,1-1 1 0 0,0 0 0 0 0,1 0-1 0 0,0 1 1 0 0,0-1 0 0 0,1 0-1 0 0,0 0 1 0 0,0 0 0 0 0,0-1-1 0 0,1 1 1 0 0,0 0 0 0 0,0-1-1 0 0,1 0 1 0 0,0 0 0 0 0,0 0-1 0 0,8 9 1 0 0,-6-9-19 0 0,0 0 0 0 0,1 0 0 0 0,0-1 0 0 0,0 0 1 0 0,1 0-1 0 0,0 0 0 0 0,0-1 0 0 0,0 0 0 0 0,0-1 0 0 0,0 0 0 0 0,1 0 0 0 0,-1-1 1 0 0,10 2-1 0 0,-1-2-44 0 0,0-1 0 0 0,-1 0 1 0 0,1-1-1 0 0,20-2 0 0 0,65-16-194 0 0,-88 15 219 0 0,1 0-1 0 0,-2-2 1 0 0,1 1-1 0 0,0-2 1 0 0,-1 0-1 0 0,0 0 1 0 0,20-14-1 0 0,-28 16 29 0 0,1-1-1 0 0,0 0 1 0 0,-1 0-1 0 0,0 0 1 0 0,0 0 0 0 0,-1-1-1 0 0,0 0 1 0 0,0 0-1 0 0,0 0 1 0 0,0 0-1 0 0,-1-1 1 0 0,0 1-1 0 0,-1-1 1 0 0,1 0-1 0 0,-1 0 1 0 0,0 0 0 0 0,0-9-1 0 0,-1 4 19 0 0,0-1 1 0 0,-1 1-1 0 0,-1-1 1 0 0,0 1-1 0 0,-1-1 0 0 0,0 1 1 0 0,-7-20-1 0 0,-4-5 47 0 0,-19-38-1 0 0,26 62-259 0 0,-1 0-1 0 0,-1 0 1 0 0,0 1-1 0 0,-1 0 1 0 0,0 0-1 0 0,-1 1 1 0 0,-10-10-1 0 0,13 16-9 0 0,1 0 0 0 0,-1 0 0 0 0,0 0 0 0 0,0 1 0 0 0,-16-8 0 0 0,19 11 124 0 0,-1-1 0 0 0,1 1 1 0 0,-1-1-1 0 0,0 1 0 0 0,0 1 1 0 0,0-1-1 0 0,0 1 1 0 0,0 0-1 0 0,0 0 0 0 0,-9 1 1 0 0,11 0-219 0 0,0 0 0 0 0,0-1 0 0 0,0 1 0 0 0,1 0 0 0 0,-1 1 0 0 0,0-1 0 0 0,1 0 1 0 0,-1 1-1 0 0,0 0 0 0 0,-2 1 0 0 0,-8 9-2012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8751 0 0,'1'1'15928'0'0,"2"5"-15439"0"0,0 0 1 0 0,-1 0-1 0 0,1 0 0 0 0,-1 1 1 0 0,-1-1-1 0 0,1 0 0 0 0,0 11 1 0 0,1 1 26 0 0,4 14-212 0 0,19 55 1 0 0,-2-18-356 0 0,6 15-2782 0 0,-28-80 1933 0 0,0 0 0 0 0,1 1 0 0 0,-1-1 0 0 0,1 0-1 0 0,0-1 1 0 0,-1 1 0 0 0,2 0 0 0 0,4 4 0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44 8287 0 0,'-4'-4'63'0'0,"-5"-8"404"0"0,8 8-340 0 0,-1-19 17892 0 0,3 26-17777 0 0,-1 0 0 0 0,0 1 0 0 0,0-1 0 0 0,0 0 0 0 0,0 0 0 0 0,-1 5-1 0 0,0 10 125 0 0,-2 111 565 0 0,-1-33-925 0 0,4-86 5 0 0,-1 15-514 0 0,6 44 0 0 0,-4-68-275 0 0,0 2-430 0 0,1 2 133 0 0,5 3-5229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6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11975 0 0,'-1'2'8203'0'0,"-1"5"-6745"0"0,0 1 1 0 0,1-1 0 0 0,-2 13-1 0 0,4 50 686 0 0,0-13-1568 0 0,-16 183-742 0 0,16-222-478 0 0,-1-16-456 0 0</inkml:trace>
  <inkml:trace contextRef="#ctx0" brushRef="#br0" timeOffset="1">0 186 12439 0 0,'2'-1'7811'0'0,"13"-6"-6026"0"0,0 1 1 0 0,28-8-1 0 0,-19 9-958 0 0,31-4 0 0 0,-7 5-2834 0 0,65 2 1 0 0,-85 4 190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24 7831 0 0,'0'-5'228'0'0,"1"4"-167"0"0,-11-17 15352 0 0,3 26-12527 0 0,-5 11-3079 0 0,7-10 595 0 0,0 1 1 0 0,1 0-1 0 0,1 0 1 0 0,-1 0-1 0 0,-2 15 1 0 0,-6 55 84 0 0,12-75-464 0 0,-3 26 284 0 0,1 0 0 0 0,4 40 0 0 0,5 8-1655 0 0,0-26-5238 0 0,-5-32 2145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28 196 6447 0 0,'-3'-3'31'0'0,"0"2"30"0"0,1-1-1 0 0,0 1 1 0 0,0-1-1 0 0,0 0 1 0 0,0 0-1 0 0,0 0 0 0 0,0 0 1 0 0,1 0-1 0 0,-1-1 1 0 0,-1-2-1 0 0,3 5 129 0 0,-1-1-1 0 0,1 0 0 0 0,0 1 0 0 0,0-1 0 0 0,0 0 1 0 0,-1 0-1 0 0,1 0 0 0 0,0 1 0 0 0,0-1 1 0 0,0 0-1 0 0,0 0 0 0 0,0 1 0 0 0,1-1 0 0 0,-1 0 1 0 0,0 0-1 0 0,0 0 0 0 0,0 1 0 0 0,1-1 0 0 0,-1 0 1 0 0,0 1-1 0 0,1-1 0 0 0,-1 0 0 0 0,0 1 1 0 0,1-1-1 0 0,-1 0 0 0 0,1 1 0 0 0,-1-1 0 0 0,1 1 1 0 0,0-1-1 0 0,-1 1 0 0 0,2-2 405 0 0,3-1 928 0 0,0 0-1 0 0,0 0 0 0 0,0 0 0 0 0,6-2 1 0 0,41-11 936 0 0,-42 13-1897 0 0,152-40 2445 0 0,39 0-1788 0 0,-189 41-1191 0 0,125-18 299 0 0,-119 18-673 0 0,-1 2 0 0 0,0 0 0 0 0,0 1-1 0 0,0 1 1 0 0,0 1 0 0 0,18 4 0 0 0,-31-6 25 0 0,-1 0-1 0 0,0 0 1 0 0,1 1 0 0 0,-1-1 0 0 0,0 1-1 0 0,0-1 1 0 0,0 1 0 0 0,0 0 0 0 0,0 0-1 0 0,0 0 1 0 0,-1 1 0 0 0,1-1 0 0 0,4 6 0 0 0,3 9-1655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 10591 0 0,'0'0'488'0'0,"-1"-1"-12"0"0,-2 0 56 0 0,1 2 90 0 0,1 0 0 0 0,0 1 0 0 0,0-1 0 0 0,0 0 0 0 0,0 0 0 0 0,0 0 0 0 0,0 1 0 0 0,1-1 0 0 0,-1 1 0 0 0,-1 1 264 0 0,-52 121 6820 0 0,46-101-7472 0 0,1 1 0 0 0,1 0 0 0 0,-5 37 0 0 0,8-35-793 0 0,1-1-1 0 0,2 1 1 0 0,1 28 0 0 0,0-52-328 0 0,7 6-4177 0 0</inkml:trace>
  <inkml:trace contextRef="#ctx0" brushRef="#br0" timeOffset="1">256 2 17623 0 0,'0'0'6156'0'0,"-1"1"-5393"0"0,-18 82 1532 0 0,10-36-1888 0 0,5-27-241 0 0,2 0-1 0 0,-1 37 0 0 0,1 0-274 0 0,1-35-213 0 0,3 25 1 0 0,-1-1-3725 0 0,0-35 2470 0 0,-1 11-5352 0 0,-1-13 673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18631 0 0,'0'0'1684'0'0,"5"-7"-1352"0"0,-2 4-222 0 0,0 1 0 0 0,0-1-1 0 0,0 1 1 0 0,0 0 0 0 0,0 0-1 0 0,1 0 1 0 0,-1 0 0 0 0,1 1 0 0 0,6-3-1 0 0,39-7 1691 0 0,-30 7-1360 0 0,-1 0-395 0 0,134-29 1530 0 0,-101 23-3998 0 0,-1 2-3439 0 0,-27 5-1594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8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21079 0 0,'0'0'2113'0'0,"-1"0"-2109"0"0,1 0 0 0 0,0 0 0 0 0,0 0 0 0 0,0 0 0 0 0,0 0 0 0 0,0 0 0 0 0,-1 0 0 0 0,1 0 0 0 0,0 0 0 0 0,0 0 0 0 0,0 0 0 0 0,0 0 0 0 0,0 0 0 0 0,-1 0 0 0 0,1 0 0 0 0,0 0 0 0 0,0 0 0 0 0,0 0 0 0 0,0 0 0 0 0,0 0 0 0 0,0 0 0 0 0,0 0 0 0 0,-1 1 0 0 0,1-1 0 0 0,0 0 0 0 0,0 0 0 0 0,0 0 0 0 0,0 0 0 0 0,0 0 0 0 0,0 0 0 0 0,0 0 0 0 0,0 1 0 0 0,0-1 0 0 0,0 0 0 0 0,-1 0-1 0 0,1 0 1 0 0,0 0 0 0 0,0 0 0 0 0,0 0 0 0 0,0 1 0 0 0,0-1 0 0 0,0 0 0 0 0,0 0 0 0 0,0 0 0 0 0,0 0 0 0 0,0 0 0 0 0,0 1 0 0 0,0-1 0 0 0,0 0 0 0 0,-1 13 484 0 0,1 0 0 0 0,-1 0 0 0 0,2 0 0 0 0,2 14 0 0 0,0 6 416 0 0,4 43 506 0 0,27 112 1 0 0,-15-96-1133 0 0,14 63-129 0 0,4 14 35 0 0,-28-113-140 0 0,3 59 0 0 0,-12-109-63 0 0,0 0 0 0 0,-1 0-1 0 0,1 0 1 0 0,-1 0 0 0 0,-1 0 0 0 0,1-1 0 0 0,-1 1-1 0 0,0 0 1 0 0,-4 8 0 0 0,6-13-141 0 0,-1 0 99 0 0,1-1-1 0 0,0 1 1 0 0,0-1-1 0 0,-1 1 1 0 0,1-1-1 0 0,0 0 1 0 0,0 1-1 0 0,-1-1 1 0 0,1 1-1 0 0,-1-1 1 0 0,1 0-1 0 0,0 1 1 0 0,-1-1 0 0 0,1 0-1 0 0,-1 1 1 0 0,1-1-1 0 0,-1 0 1 0 0,1 0-1 0 0,-1 1 1 0 0,1-1-1 0 0,-1 0 1 0 0,1 0-1 0 0,-1 0 1 0 0,-10 3-1581 0 0,10-4 1383 0 0,0 1 1 0 0,0-1-1 0 0,0 1 1 0 0,0-1-1 0 0,0 0 1 0 0,0 1-1 0 0,0-1 1 0 0,1 0-1 0 0,-1 0 0 0 0,0 1 1 0 0,1-1-1 0 0,-1 0 1 0 0,0 0-1 0 0,1 0 1 0 0,-1 0-1 0 0,1 0 1 0 0,0 0-1 0 0,-1 0 1 0 0,1-1-1 0 0,-3-11-1901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39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46 116 6447 0 0,'0'0'499'0'0,"2"0"-328"0"0,3-3 909 0 0,0 1 0 0 0,1 1 0 0 0,-1-1 0 0 0,1 1 0 0 0,-1 0 1 0 0,1 0-1 0 0,7 0 0 0 0,46 3 5639 0 0,-19 0-5990 0 0,475-42 4950 0 0,-279 15-5189 0 0,-81 8-445 0 0,88-6 37 0 0,-179 20-62 0 0,113 10 1 0 0,-168-7-23 0 0,9 2-32 0 0,1 1-1 0 0,30 7 1 0 0,-45-8 28 0 0,0-1-1 0 0,0 1 1 0 0,1-1 0 0 0,-1 1-1 0 0,0 0 1 0 0,-1 1 0 0 0,1-1 0 0 0,0 1-1 0 0,-1-1 1 0 0,1 1 0 0 0,-1 0-1 0 0,0 1 1 0 0,0-1 0 0 0,0 0 0 0 0,0 1-1 0 0,3 6 1 0 0,-4-5 13 0 0,0 0 0 0 0,0 1 0 0 0,-1-1 0 0 0,1 0 0 0 0,-2 1 0 0 0,1 0 0 0 0,0-1 1 0 0,-1 1-1 0 0,-1 8 0 0 0,-1 8 98 0 0,-5 24 0 0 0,3-24-75 0 0,-1 17 34 0 0,0 63 1 0 0,10 41-34 0 0,-1-71-34 0 0,12 256 56 0 0,-5-207 42 0 0,-13-82-24 0 0,2-38-68 0 0,0-1 0 0 0,0 1 0 0 0,0 0 0 0 0,0 0 0 0 0,-1 0 0 0 0,1-1 0 0 0,0 1 0 0 0,-1 0 0 0 0,1 0-1 0 0,0-1 1 0 0,-1 1 0 0 0,1 0 0 0 0,-1-1 0 0 0,1 1 0 0 0,-1 0 0 0 0,1-1 0 0 0,-1 1 0 0 0,0-1 0 0 0,1 1 0 0 0,-1-1 0 0 0,0 1 0 0 0,1-1 0 0 0,-1 0 0 0 0,0 1 0 0 0,0-1 0 0 0,1 0 0 0 0,-1 0 0 0 0,0 1 0 0 0,0-1 0 0 0,0 0 0 0 0,1 0 0 0 0,-1 0 0 0 0,0 0 0 0 0,-1 0 0 0 0,-29-2 21 0 0,30 2-24 0 0,-98-21 58 0 0,-19-2-63 0 0,11 12-79 0 0,-117 5 0 0 0,-107 20 18 0 0,305-13 68 0 0,-101 6 29 0 0,-500 10 109 0 0,571-19-2323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40 139 11519 0 0,'-9'2'1191'0'0,"-3"-4"-1468"0"0,11 2 812 0 0,-1-1 1 0 0,1 1-1 0 0,-1-1 0 0 0,1 1 1 0 0,0-1-1 0 0,-1 0 1 0 0,1 1-1 0 0,0-1 0 0 0,-2-1 1 0 0,3 2-336 0 0,0-1 0 0 0,-1 1 1 0 0,1 0-1 0 0,0-1 0 0 0,0 1 0 0 0,-1 0 1 0 0,1-1-1 0 0,0 1 0 0 0,0 0 0 0 0,0-1 0 0 0,0 1 1 0 0,-1 0-1 0 0,1-1 0 0 0,0 1 0 0 0,0 0 1 0 0,0-1-1 0 0,0 1 0 0 0,0-1 0 0 0,0 1 1 0 0,0 0-1 0 0,0-1 0 0 0,0 1 0 0 0,0-1 1 0 0,0 0-1 0 0,1 1-140 0 0,-1-1 0 0 0,1 0 0 0 0,-1 0 0 0 0,1 0 0 0 0,-1 1 0 0 0,1-1 0 0 0,0 0 0 0 0,-1 0 0 0 0,1 1 0 0 0,0-1 0 0 0,0 1 0 0 0,-1-1 0 0 0,1 1-1 0 0,2-2 1 0 0,6-2 398 0 0,1 1-1 0 0,0 0 0 0 0,0 0 0 0 0,0 1 0 0 0,0 0 1 0 0,1 1-1 0 0,14 0 0 0 0,-11 0-332 0 0,228-28 1349 0 0,-141 15-1048 0 0,98-11 19 0 0,278 2-1 0 0,-319 32-1435 0 0,-55 8-5717 0 0,-93-15 4326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 23007 0 0,'-14'-8'4379'0'0,"19"11"-4154"0"0,0 1-1 0 0,1-1 1 0 0,-1 0 0 0 0,0-1 0 0 0,1 1-1 0 0,0-1 1 0 0,11 3 0 0 0,-11-3-166 0 0,12 4-8 0 0,1 0 0 0 0,-2 1 0 0 0,35 19 0 0 0,-36-14-52 0 0,-15-10 13 0 0,-1-1-9 0 0,0 1 0 0 0,1-1 1 0 0,-1 1-1 0 0,0-1 0 0 0,0 1 0 0 0,0-1 1 0 0,0 0-1 0 0,0 1 0 0 0,0-1 0 0 0,0 1 1 0 0,-1-1-1 0 0,1 0 0 0 0,-1 1 0 0 0,1-1 1 0 0,-1 1-1 0 0,1-1 0 0 0,-1 0 1 0 0,-1 3-1 0 0,2-4-1 0 0,-5 8 14 0 0,1 0 1 0 0,-2-1 0 0 0,1 0 0 0 0,-1 0-1 0 0,0 0 1 0 0,0-1 0 0 0,-8 7 0 0 0,-53 36-10 0 0,53-40-52 0 0,-15 10-941 0 0,28-18 68 0 0,12 4-3386 0 0,4-1 1757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7 140 7367 0 0,'1'-11'852'0'0,"4"-34"-1235"0"0,4 12 21130 0 0,-12 42-20369 0 0,1 0 0 0 0,0 1 0 0 0,0-1 0 0 0,0 18 0 0 0,0-3-69 0 0,-2 13-116 0 0,1 0 1 0 0,2 1-1 0 0,1-1 1 0 0,2 0-1 0 0,9 50 1 0 0,-8-76-180 0 0,0-1 1 0 0,1 1-1 0 0,0-1 1 0 0,9 18-1 0 0,-7-22-14 0 0,1-4 11 0 0,-6-3-8 0 0,0 1 0 0 0,0 0 0 0 0,-1 0 1 0 0,1-1-1 0 0,0 1 0 0 0,0-1 0 0 0,0 1 0 0 0,0-1 1 0 0,-1 1-1 0 0,1-1 0 0 0,0 0 0 0 0,0 1 1 0 0,-1-1-1 0 0,1 0 0 0 0,0 1 0 0 0,-1-1 0 0 0,1-1 1 0 0,8-13-9 0 0,0-5 34 0 0,-1-1 0 0 0,8-35 1 0 0,7-16 26 0 0,-8 33-56 0 0,1 1 0 0 0,37-61 0 0 0,-50 95-2 0 0,-1 1 0 0 0,1 0-1 0 0,0-1 1 0 0,0 2 0 0 0,4-5 0 0 0,-6 8-4 0 0,0 0 0 0 0,0 0-1 0 0,0-1 1 0 0,-1 1 0 0 0,1 0 0 0 0,0 0 0 0 0,-1 0 0 0 0,1 0 0 0 0,-1 0 0 0 0,1 2 0 0 0,5 14 6 0 0,-1 0 0 0 0,4 23 0 0 0,6 22 0 0 0,-9-45 8 0 0,0-1 0 0 0,2 1 0 0 0,0-1 0 0 0,0 0 0 0 0,2-1 0 0 0,0 0 0 0 0,13 15 0 0 0,-14-20-2 0 0,-1-1 0 0 0,2-1-1 0 0,-1 0 1 0 0,1 0 0 0 0,1-1 0 0 0,-1 0 0 0 0,1 0 0 0 0,0-1-1 0 0,1-1 1 0 0,23 8 0 0 0,-31-11 2 0 0,0-1 0 0 0,1 0-1 0 0,-1-1 1 0 0,0 1 0 0 0,1 0 0 0 0,-1-1-1 0 0,0 0 1 0 0,1 0 0 0 0,-1-1 0 0 0,0 1-1 0 0,6-2 1 0 0,-7 1-1 0 0,0 0-1 0 0,0 0 1 0 0,0-1-1 0 0,-1 1 1 0 0,1-1-1 0 0,0 0 1 0 0,-1 0-1 0 0,1 0 1 0 0,-1 0-1 0 0,0 0 1 0 0,0 0-1 0 0,0-1 1 0 0,0 1-1 0 0,0-1 1 0 0,0 1-1 0 0,2-6 1 0 0,-1-1 12 0 0,0 0-1 0 0,0 0 1 0 0,-1-1-1 0 0,-1 1 1 0 0,1-1-1 0 0,-1 0 1 0 0,-1-19-1 0 0,0 11-26 0 0,5-247-107 0 0,-4 263 34 0 0,-1 0-1 0 0,0 0 1 0 0,0-1-1 0 0,1 1 0 0 0,-2 0 1 0 0,1-1-1 0 0,0 1 1 0 0,0 0-1 0 0,-1 0 0 0 0,1-1 1 0 0,-1 1-1 0 0,0 0 1 0 0,0 0-1 0 0,0 0 0 0 0,0 0 1 0 0,0 0-1 0 0,0 0 1 0 0,0 0-1 0 0,-1 0 0 0 0,1 0 1 0 0,-1 1-1 0 0,1-1 1 0 0,-1 0-1 0 0,-2-1 0 0 0,0 0-297 0 0,-1-1-3443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22463 0 0,'0'0'2253'0'0,"2"0"-2063"0"0,153-19 126 0 0,-148 18-268 0 0,339-18-1000 0 0,-300 21-663 0 0,1 2-73 0 0</inkml:trace>
  <inkml:trace contextRef="#ctx0" brushRef="#br0" timeOffset="1">992 62 4607 0 0,'-6'-4'110'0'0,"5"4"-42"0"0,-1-2-1 0 0,0 1 1 0 0,1 0 0 0 0,-1 0-1 0 0,1 0 1 0 0,0-1 0 0 0,-1 1 0 0 0,1 0-1 0 0,0-1 1 0 0,0 1 0 0 0,0-1-1 0 0,6-15 14622 0 0,1 11-11733 0 0,-5 5-2893 0 0,0 0 0 0 0,0 0-1 0 0,0 0 1 0 0,0 0 0 0 0,0 1 0 0 0,0-1-1 0 0,1 1 1 0 0,-1-1 0 0 0,0 0-1 0 0,0 1 1 0 0,1 0 0 0 0,-1-1 0 0 0,0 1-1 0 0,3 0 1 0 0,11-2 184 0 0,-3 0-68 0 0,0 0 0 0 0,15 1 0 0 0,-22 1-440 0 0,0 1 1 0 0,-1 0-1 0 0,1-1 0 0 0,0 2 0 0 0,0-1 0 0 0,-1 0 0 0 0,1 1 0 0 0,8 4 0 0 0,6 6-1147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9 6911 0 0,'0'3'528'0'0,"-12"25"-312"0"0,6-15 1974 0 0,0 0 1 0 0,-4 20-1 0 0,6-13 1582 0 0,-7 27 1183 0 0,7-29-3598 0 0,1 1 0 0 0,1 0 0 0 0,0 37-1 0 0,2-55-1323 0 0,0-1-1 0 0,0 1 0 0 0,0 0 0 0 0,0 0 0 0 0,0-1 1 0 0,1 1-1 0 0,-1 0 0 0 0,0 0 0 0 0,0 0 0 0 0,0-1 1 0 0,1 1-1 0 0,-1 0 0 0 0,0-1 0 0 0,1 1 0 0 0,-1 0 1 0 0,0-1-1 0 0,1 1 0 0 0,-1 0 0 0 0,1-1 0 0 0,-1 1 1 0 0,1-1-1 0 0,-1 1 0 0 0,1-1 0 0 0,0 1 0 0 0,-1-1 1 0 0,1 1-1 0 0,0-1 0 0 0,-1 1 0 0 0,1-1 0 0 0,0 0 1 0 0,0 0-1 0 0,-1 1 0 0 0,1-1 0 0 0,0 0 0 0 0,1 0 1 0 0,-1 0 15 0 0,1 0 0 0 0,0 0 0 0 0,-1-1 0 0 0,1 1 1 0 0,-1-1-1 0 0,1 1 0 0 0,-1-1 0 0 0,1 0 0 0 0,-1 0 1 0 0,1 0-1 0 0,-1 0 0 0 0,0 1 0 0 0,1-2 0 0 0,-1 1 0 0 0,0 0 1 0 0,0 0-1 0 0,2-2 0 0 0,11-17-48 0 0,1-1 0 0 0,-2-1 0 0 0,-1 1 0 0 0,10-26 0 0 0,-19 40-1 0 0,4-7 9 0 0,0-1-1 0 0,15-21 0 0 0,-21 34 204 0 0,1 5-107 0 0,15 27-4 0 0,-12-21-100 0 0,-1 0 0 0 0,1-1 1 0 0,1 1-1 0 0,0-1 0 0 0,0 0 0 0 0,1-1 0 0 0,-1 1 0 0 0,2-1 0 0 0,12 10 0 0 0,-13-13 0 0 0,7 6-15 0 0,22 9 0 0 0,-31-16 2 0 0,1-1 1 0 0,0 0-1 0 0,1 0 1 0 0,-1 0-1 0 0,0-1 1 0 0,0 0-1 0 0,8 0 1 0 0,-8 0-7 0 0,1-2 0 0 0,0 1 0 0 0,0-1 0 0 0,-1 0 0 0 0,1 0 0 0 0,-1-1 0 0 0,1 0 0 0 0,-1 0 0 0 0,0-1 0 0 0,1 0 0 0 0,-1 0 0 0 0,-1 0 0 0 0,1 0 0 0 0,0-1 0 0 0,-1 0 0 0 0,0-1 0 0 0,5-4 0 0 0,-7 5 7 0 0,0 0 1 0 0,0 1-1 0 0,-1-2 0 0 0,1 1 0 0 0,-1 0 0 0 0,0 0 0 0 0,-1-1 0 0 0,1 1 0 0 0,-1-1 1 0 0,2-5-1 0 0,-4 8-42 0 0,1 1 54 0 0,-1 1 0 0 0,1-1-1 0 0,0 1 1 0 0,-1-1-1 0 0,0 1 1 0 0,1-1 0 0 0,-1 1-1 0 0,1 0 1 0 0,-1-1 0 0 0,1 1-1 0 0,-1 0 1 0 0,0-1-1 0 0,1 1 1 0 0,-1 0 0 0 0,1 0-1 0 0,-1 0 1 0 0,0 0-1 0 0,1-1 1 0 0,-1 1 0 0 0,0 0-1 0 0,1 0 1 0 0,-1 0 0 0 0,0 0-1 0 0,1 1 1 0 0,-1-1-1 0 0,0 0 1 0 0,1 0 0 0 0,-1 0-1 0 0,0 0 1 0 0,1 1-1 0 0,-1-1 1 0 0,0 0 0 0 0,1 1-1 0 0,-1-1 1 0 0,0 1 0 0 0,0-1 0 0 0,-4 2 3 0 0,1 0-1 0 0,0 0 1 0 0,0 0-1 0 0,0 0 1 0 0,0 0-1 0 0,0 1 1 0 0,1 0 0 0 0,-1 0-1 0 0,1 0 1 0 0,-1 0-1 0 0,1 0 1 0 0,0 1-1 0 0,0-1 1 0 0,1 1-1 0 0,-1 0 1 0 0,1 0 0 0 0,0 0-1 0 0,0 0 1 0 0,0 0-1 0 0,0 0 1 0 0,1 1-1 0 0,0-1 1 0 0,-1 1-1 0 0,1 4 1 0 0,1-7-13 0 0,0 1 1 0 0,0-1-1 0 0,0 0 1 0 0,1 1-1 0 0,-1-1 1 0 0,1 0-1 0 0,-1 0 1 0 0,1 1-1 0 0,0-1 1 0 0,0 0-1 0 0,0 0 0 0 0,0 0 1 0 0,0 0-1 0 0,0 0 1 0 0,1 0-1 0 0,-1 0 1 0 0,1 0-1 0 0,-1-1 1 0 0,1 1-1 0 0,0 0 0 0 0,-1-1 1 0 0,1 0-1 0 0,0 1 1 0 0,0-1-1 0 0,4 2 1 0 0,2 1-63 0 0,0 1 0 0 0,1-1 1 0 0,0-1-1 0 0,18 5 0 0 0,-14-5-122 0 0,0-1-1 0 0,1-1 0 0 0,-1 0 0 0 0,22-1 0 0 0,54-10-875 0 0,-74 8 913 0 0,-10 1 123 0 0,1 0 1 0 0,-1 0-1 0 0,0 0 1 0 0,0-1-1 0 0,0 0 0 0 0,0 0 1 0 0,0 0-1 0 0,0-1 0 0 0,-1 1 1 0 0,1-1-1 0 0,-1 0 1 0 0,1 0-1 0 0,-1-1 0 0 0,0 1 1 0 0,0-1-1 0 0,-1 0 0 0 0,1 0 1 0 0,-1 0-1 0 0,0-1 0 0 0,0 1 1 0 0,0-1-1 0 0,-1 0 1 0 0,0 0-1 0 0,0 1 0 0 0,0-2 1 0 0,2-8-1 0 0,7-29 159 0 0,26-120 1670 0 0,-35 177-1711 0 0,3 115 85 0 0,-1-18-130 0 0,0-69-209 0 0,2 48-3211 0 0,-9-80-4673 0 0,1-2 651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 21311 0 0,'-2'-1'353'0'0,"-3"1"-657"0"0,-1 0 1787 0 0,-5 1 2998 0 0,28 4-2940 0 0,-5 0-1170 0 0,5-2-161 0 0,0-1 0 0 0,19 0 0 0 0,-1-1-62 0 0,135 14-1950 0 0,-135-10-27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28 11519 0 0,'-9'-14'1227'0'0,"8"13"-369"0"0,-3-12 9844 0 0,-1 49-6697 0 0,1-6-3320 0 0,-12 148 1125 0 0,-2 40-1114 0 0,20 22-350 0 0,17 0-304 0 0,-15-198-788 0 0,3 55-153 0 0,-8-65-3261 0 0,-4 0-3860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85 5983 0 0,'-5'-3'18171'0'0,"7"3"-17962"0"0,1 1-1 0 0,-1-1 1 0 0,1 1 0 0 0,0 0-1 0 0,-1 0 1 0 0,1 0 0 0 0,-1 0-1 0 0,0 0 1 0 0,1 1 0 0 0,-1-1 0 0 0,3 3-1 0 0,21 20 1285 0 0,-20-16-1237 0 0,0 1 1 0 0,-1 0-1 0 0,0 0 0 0 0,0 0 1 0 0,-1 1-1 0 0,-1-1 0 0 0,6 19 0 0 0,-5-14 47 0 0,1 1 0 0 0,10 21 0 0 0,-13-31-234 0 0,-1-4-52 0 0,0 1 0 0 0,0-1 0 0 0,0 1 0 0 0,-1-1 0 0 0,1 0 0 0 0,0 0 0 0 0,1 1 0 0 0,-1-1 0 0 0,0 0 0 0 0,0 0 0 0 0,0 0 0 0 0,1 0 0 0 0,-1 0 0 0 0,0 0 0 0 0,2 0 0 0 0,-1 0-10 0 0,0 0-1 0 0,0 0 1 0 0,0 0 0 0 0,0-1 0 0 0,1 1-1 0 0,-1-1 1 0 0,0 1 0 0 0,0-1 0 0 0,0 0-1 0 0,0 0 1 0 0,1 0 0 0 0,-1 0 0 0 0,0 0-1 0 0,0 0 1 0 0,0 0 0 0 0,1-1-1 0 0,-1 1 1 0 0,0-1 0 0 0,0 0 0 0 0,0 0-1 0 0,0 0 1 0 0,0 0 0 0 0,0 0 0 0 0,0 0-1 0 0,2-2 1 0 0,5-3 24 0 0,-1-1 1 0 0,1 0-1 0 0,11-14 0 0 0,-4 2-326 0 0,-1 0-1 0 0,15-28 1 0 0,11-13-428 0 0,-18 26-464 0 0,-15 22-107 0 0,0 0 0 0 0,17-18-1 0 0,-11 19-873 0 0,1 2-353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4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240 223 11055 0 0,'10'-48'2080'0'0,"-7"35"589"0"0,0 1 1 0 0,1-16-1 0 0,-4 25-2304 0 0,0 0 0 0 0,0 0 0 0 0,-1 0 0 0 0,1 0 0 0 0,-1 0 0 0 0,0 0 0 0 0,0 0 0 0 0,-1-3 0 0 0,1 6-260 0 0,1-1 0 0 0,-1 1 0 0 0,1 0-1 0 0,-1-1 1 0 0,1 1 0 0 0,-1 0-1 0 0,0 0 1 0 0,1 0 0 0 0,-1-1-1 0 0,1 1 1 0 0,-1 0 0 0 0,0 0 0 0 0,1 0-1 0 0,-1 0 1 0 0,0 0 0 0 0,1 0-1 0 0,-1 0 1 0 0,1 0 0 0 0,-1 0-1 0 0,0 0 1 0 0,1 1 0 0 0,-1-1 0 0 0,1 0-1 0 0,-2 1 1 0 0,1-1 105 0 0,-4 2 47 0 0,0 0-1 0 0,0 0 1 0 0,0 1-1 0 0,0-1 0 0 0,0 1 1 0 0,1 0-1 0 0,-1 1 0 0 0,1-1 1 0 0,0 1-1 0 0,-5 5 0 0 0,-4 5 92 0 0,-17 27-1 0 0,7-9-90 0 0,2 1-1 0 0,1 0 1 0 0,2 2 0 0 0,2 1-1 0 0,-15 42 1 0 0,29-70-227 0 0,0-1 0 0 0,1 1 0 0 0,-1 0 0 0 0,2 0-1 0 0,-1 0 1 0 0,1-1 0 0 0,0 1 0 0 0,0 0 0 0 0,1 0 0 0 0,3 13 0 0 0,-3-17-34 0 0,1 0 0 0 0,-1 0 0 0 0,1 1 0 0 0,0-1 1 0 0,0 0-1 0 0,0-1 0 0 0,1 1 0 0 0,-1 0 0 0 0,1-1 0 0 0,0 1 0 0 0,0-1 1 0 0,0 0-1 0 0,0 0 0 0 0,1 0 0 0 0,-1 0 0 0 0,1-1 0 0 0,0 1 1 0 0,0-1-1 0 0,0 0 0 0 0,5 2 0 0 0,2 0-33 0 0,1-1 0 0 0,0 0 0 0 0,0-1 1 0 0,0 0-1 0 0,0-1 0 0 0,0 0 0 0 0,0-1 0 0 0,0 0 0 0 0,0-1 1 0 0,23-4-1 0 0,4-5-298 0 0,73-27 0 0 0,-103 33 285 0 0,2 0 28 0 0,0 0-1 0 0,-1-1 1 0 0,1-1 0 0 0,-1 0 0 0 0,-1 0 0 0 0,1-1 0 0 0,-1 0 0 0 0,0 0 0 0 0,0-1 0 0 0,-1 0-1 0 0,0-1 1 0 0,-1 0 0 0 0,0 0 0 0 0,0-1 0 0 0,-1 0 0 0 0,0 0 0 0 0,0 0 0 0 0,-2-1 0 0 0,1 1-1 0 0,-1-1 1 0 0,-1 0 0 0 0,0-1 0 0 0,3-17 0 0 0,-4 12 19 0 0,0 0 0 0 0,-2 0 0 0 0,1 0 0 0 0,-2 1 1 0 0,0-1-1 0 0,-2 0 0 0 0,1 0 0 0 0,-2 0 0 0 0,0 1 0 0 0,-1 0 0 0 0,-1 0 0 0 0,0 0 0 0 0,-2 1 0 0 0,1 0 0 0 0,-2 0 1 0 0,-11-15-1 0 0,17 26-164 0 0,0 0 1 0 0,0 0-1 0 0,-1 0 0 0 0,0 1 1 0 0,1 0-1 0 0,-1 0 1 0 0,-1 0-1 0 0,1 0 0 0 0,0 0 1 0 0,-1 1-1 0 0,1 0 1 0 0,-1 0-1 0 0,1 0 1 0 0,-1 0-1 0 0,0 1 0 0 0,0 0 1 0 0,0 0-1 0 0,0 0 1 0 0,0 1-1 0 0,0 0 0 0 0,0 0 1 0 0,0 0-1 0 0,0 0 1 0 0,0 1-1 0 0,0 0 1 0 0,0 0-1 0 0,0 0 0 0 0,0 0 1 0 0,0 1-1 0 0,1 0 1 0 0,-1 0-1 0 0,-5 3 0 0 0,-14 11-2605 0 0,1 2-5565 0 0</inkml:trace>
  <inkml:trace contextRef="#ctx0" brushRef="#br0" timeOffset="1">348 299 18511 0 0,'0'0'2138'0'0,"1"2"-1274"0"0,2 6-201 0 0,-1 0 0 0 0,1-1 1 0 0,-2 1-1 0 0,1 0 0 0 0,-1 1 1 0 0,0-1-1 0 0,-1 9 0 0 0,-5 61 2185 0 0,2-54-2287 0 0,1 39 1 0 0,6 0-441 0 0,-3-62-243 0 0,-1 0 0 0 0,0 0 1 0 0,0 1-1 0 0,1-1 0 0 0,-1 0 0 0 0,1 0 1 0 0,-1 0-1 0 0,1 0 0 0 0,0 0 0 0 0,-1-1 0 0 0,1 1 1 0 0,0 0-1 0 0,-1 0 0 0 0,1 0 0 0 0,0 0 1 0 0,0-1-1 0 0,0 1 0 0 0,0 0 0 0 0,0-1 0 0 0,0 1 1 0 0,0-1-1 0 0,0 1 0 0 0,0-1 0 0 0,0 1 1 0 0,0-1-1 0 0,0 0 0 0 0,0 0 0 0 0,0 1 0 0 0,2-1 1 0 0,0 0-434 0 0,1 0 0 0 0,0 0 0 0 0,0 0 0 0 0,0 0 0 0 0,-1-1-1 0 0,8-1 1 0 0,-1-1-838 0 0,-1 0-1 0 0,1-1 1 0 0,-1 0-1 0 0,10-5 0 0 0,-4-1 153 0 0,-1 0 1 0 0,0-1-1 0 0,15-14 0 0 0,27-24-1912 0 0,-11 11 1527 0 0,-17 12 14118 0 0,-31 32-11608 0 0,2-4-192 0 0,-5 7 938 0 0,-1 1-1 0 0,-1-1 1 0 0,-12 12 0 0 0,-7 9-189 0 0,15-16-940 0 0,1-1 27 0 0,1 0 0 0 0,-12 21 0 0 0,20-31-467 0 0,0 0 0 0 0,0 1 0 0 0,0-1 0 0 0,1 1 0 0 0,0-1 0 0 0,0 1 0 0 0,0 0 0 0 0,0 0 0 0 0,0-1 0 0 0,1 1 0 0 0,0 0 0 0 0,0 0 0 0 0,0-1 0 0 0,0 1 0 0 0,0 0 0 0 0,2 5 0 0 0,-1-6-48 0 0,0-1 0 0 0,1 1 0 0 0,-1-1 0 0 0,1 0 0 0 0,0 1 0 0 0,0-1 0 0 0,0 0-1 0 0,0 0 1 0 0,0 0 0 0 0,0 0 0 0 0,0 0 0 0 0,1-1 0 0 0,-1 1 0 0 0,5 1 0 0 0,2 2 19 0 0,0-1 0 0 0,0-1 1 0 0,10 4-1 0 0,7-1-238 0 0,0-1-1 0 0,51 3 0 0 0,55-6-951 0 0,-82-2 787 0 0,-28 1-2280 0 0,-8 1-3762 0 0,0 1-2606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48 18143 0 0,'0'-2'828'0'0,"1"-31"185"0"0,0 20 5691 0 0,-33 266-2397 0 0,-10 91-3340 0 0,35-79-1269 0 0,7-209-704 0 0,-1-45 651 0 0,0-8-1718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8 147 20615 0 0,'37'-15'1497'0'0,"62"-15"1"0"0,7 6 741 0 0,1 5 0 0 0,127-7 0 0 0,119 18-2058 0 0,-12 0-122 0 0,-267 2-59 0 0,73-4 0 0 0,-117 9 0 0 0,0 2 0 0 0,56 9 0 0 0,-76-8 5 0 0,0 1 0 0 0,-1 0 0 0 0,1 0 0 0 0,-1 1 0 0 0,0 0 0 0 0,0 1 0 0 0,0 0 0 0 0,-1 0 0 0 0,0 1 0 0 0,0 0 0 0 0,9 9 0 0 0,-11-9 11 0 0,0 1-1 0 0,0-1 0 0 0,-1 1 0 0 0,0 0 0 0 0,0 0 0 0 0,-1 0 0 0 0,0 1 0 0 0,0 0 0 0 0,-1 0 1 0 0,0 0-1 0 0,-1 0 0 0 0,1 0 0 0 0,1 13 0 0 0,0 45 361 0 0,-2 0 1 0 0,-8 70-1 0 0,3 90 87 0 0,19-73-455 0 0,51 218 0 0 0,-45-286-85 0 0,-22-84 10 0 0,-12 0-370 0 0,-7-2 363 0 0,0-1 1 0 0,0-1 0 0 0,0-1-1 0 0,-19-6 1 0 0,-19-4-123 0 0,-494-69-523 0 0,429 68 678 0 0,-417-30 249 0 0,386 35-88 0 0,77 6-216 0 0,-1 2 1 0 0,-137 17-1 0 0,209-15 618 0 0,-4 1-3862 0 0,20-4-675 0 0,7-1 1927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7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4143 0 0,'-17'9'18232'0'0,"17"-5"-16939"0"0,0 0-1 0 0,1 0 1 0 0,-1 0 0 0 0,1 0-1 0 0,2 4 1 0 0,15 32 1184 0 0,-14-31-2462 0 0,0-1-1 0 0,0 1 0 0 0,-1 0 0 0 0,4 12 0 0 0,-4-1-1 0 0,-1 0-1 0 0,0 0 1 0 0,-2 0-1 0 0,0 0 1 0 0,-1 0 0 0 0,-1 0-1 0 0,-1 0 1 0 0,0 0 0 0 0,-9 25-1 0 0,8-33-21 0 0,-1-1 0 0 0,0 1 0 0 0,-1-1-1 0 0,0 0 1 0 0,-1 0 0 0 0,-15 19 0 0 0,16-23-53 0 0,-1-1 1 0 0,1 1 0 0 0,-1-1-1 0 0,-1-1 1 0 0,1 1 0 0 0,-1-1-1 0 0,0-1 1 0 0,0 1-1 0 0,0-1 1 0 0,-12 3 0 0 0,10-3-354 0 0,0-1 1 0 0,-1-1-1 0 0,-12 2 1 0 0,-4-5-2384 0 0,24 1 1628 0 0,0-1 0 0 0,0 0 0 0 0,0 0 0 0 0,0 0-1 0 0,0-1 1 0 0,-5-2 0 0 0,-4-6-7210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8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11975 0 0,'2'-1'15535'0'0,"4"-2"-14942"0"0,1 0 0 0 0,-1 0 0 0 0,1 1 0 0 0,0-1 0 0 0,0 1 0 0 0,13-1 0 0 0,48-2-166 0 0,-33 3-113 0 0,40-4-367 0 0,1 4 0 0 0,0 3 1 0 0,88 13-1 0 0,-151-12-232 0 0,-1 1 0 0 0,1 0 0 0 0,-1 0 0 0 0,0 2 0 0 0,0-1 0 0 0,20 12 0 0 0,-23-10-505 0 0,0 0 0 0 0,-1 0 0 0 0,1 1 0 0 0,-1 0-1 0 0,7 9 1 0 0,-1 1-1202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4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8287 0 0,'0'0'639'0'0,"-4"11"-398"0"0,2-7 2938 0 0,-4 24 6592 0 0,-3 1-4366 0 0,-21 55-1699 0 0,22-62-2623 0 0,2-8-954 0 0,-12 19 1 0 0,12-22-81 0 0,1-1 0 0 0,-1 1 1 0 0,-4 18-1 0 0,8-20-49 0 0,4-1 0 0 0,0-6 0 0 0,0 0 0 0 0,0-1 0 0 0,0 1 0 0 0,0 0 0 0 0,0-1 0 0 0,0 0 0 0 0,0 1 0 0 0,1-1 0 0 0,-1 0 0 0 0,0 0 0 0 0,1 0 0 0 0,-1-1 0 0 0,1 1 0 0 0,4 0 0 0 0,38 4 0 0 0,-17-5 0 0 0,51-7 0 0 0,-3 0 0 0 0,-26 3-235 0 0,-25 1-259 0 0,28 0-1 0 0,-52 3-720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5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52 24967 0 0,'-2'0'1143'0'0,"-28"-5"457"0"0,28 5-702 0 0,3-1-500 0 0,9-3-169 0 0,1 0 1 0 0,-1 0-1 0 0,1 1 1 0 0,0 1 0 0 0,0-1-1 0 0,0 2 1 0 0,15-1-1 0 0,15-3-148 0 0,98-11-1675 0 0,-46 15-2957 0 0,-67 2 2828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57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29 17047 0 0,'-17'4'11516'0'0,"19"-5"-11204"0"0,84-9 495 0 0,86-9-4275 0 0,-120 16-6035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58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93 141 14279 0 0,'-6'1'179'0'0,"0"-1"0"0"0,1 1-1 0 0,-1-2 1 0 0,0 1-1 0 0,0 0 1 0 0,0-1 0 0 0,0 0-1 0 0,0-1 1 0 0,-7-2-1 0 0,-12-6 8039 0 0,24 9-7385 0 0,1 1-740 0 0,0 0 1 0 0,0 0-1 0 0,0 0 1 0 0,-1 0-1 0 0,1-1 1 0 0,0 1-1 0 0,0 0 1 0 0,0 0-1 0 0,0 0 0 0 0,0 0 1 0 0,0 0-1 0 0,0 0 1 0 0,0-1-1 0 0,0 1 1 0 0,0 0-1 0 0,0 0 1 0 0,0 0-1 0 0,0 0 1 0 0,0 0-1 0 0,0-1 0 0 0,0 1 1 0 0,0 0-1 0 0,0 0 1 0 0,0 0-1 0 0,0 0 1 0 0,1-1 924 0 0,-1 1-925 0 0,1-1 1 0 0,-1 1-1 0 0,0 0 1 0 0,0 0-1 0 0,0 0 1 0 0,0 0-1 0 0,0 0 0 0 0,0 0 1 0 0,1 0-1 0 0,-1 0 1 0 0,6-6 417 0 0,9-4-230 0 0,0 2 1 0 0,1 0-1 0 0,0 0 1 0 0,0 2-1 0 0,20-6 1 0 0,-2 0-166 0 0,-2 1-88 0 0,0 1 0 0 0,0 2-1 0 0,58-7 1 0 0,-80 13-14 0 0,1 1 1 0 0,0 1-1 0 0,-1 0 0 0 0,1 1 1 0 0,0 0-1 0 0,-1 0 0 0 0,1 1 1 0 0,-1 0-1 0 0,0 1 0 0 0,13 5 1 0 0,-21-7-12 0 0,-1-1 1 0 0,1 1 0 0 0,-1 0 0 0 0,0 0 0 0 0,1 0 0 0 0,-1 0-1 0 0,0 0 1 0 0,0 0 0 0 0,0 0 0 0 0,0 0 0 0 0,0 0-1 0 0,0 1 1 0 0,0-1 0 0 0,0 0 0 0 0,0 1 0 0 0,0-1-1 0 0,-1 1 1 0 0,1-1 0 0 0,-1 0 0 0 0,1 1 0 0 0,-1 1-1 0 0,1 0 2 0 0,-1 0 0 0 0,0-1-1 0 0,-1 1 1 0 0,1 0-1 0 0,0-1 1 0 0,-1 1-1 0 0,0 0 1 0 0,1-1 0 0 0,-1 1-1 0 0,0-1 1 0 0,-2 4-1 0 0,-3 4 18 0 0,0 0 0 0 0,-1 0 0 0 0,0-1 0 0 0,-12 12 0 0 0,4-8 48 0 0,0 0 1 0 0,-1-1-1 0 0,0-1 0 0 0,-35 18 0 0 0,-3 3 29 0 0,30-18-98 0 0,-12 9 0 0 0,29-15 0 0 0,7-8 0 0 0,-1 1 0 0 0,1 0 0 0 0,0 0 0 0 0,0 0 0 0 0,0 0 0 0 0,0 0 0 0 0,0 0 0 0 0,0 0 0 0 0,1 0 0 0 0,-1 0 0 0 0,0 0 0 0 0,0-1 0 0 0,1 1 0 0 0,-1 0 0 0 0,0 0 0 0 0,1 0 0 0 0,-1 0 0 0 0,1-1 0 0 0,-1 1 0 0 0,1 0 0 0 0,0 0 0 0 0,-1-1 0 0 0,1 1 0 0 0,0 0 0 0 0,-1-1 0 0 0,1 1 0 0 0,0-1 0 0 0,0 1 0 0 0,-1-1 0 0 0,1 1 0 0 0,0-1 0 0 0,0 0 0 0 0,0 1 0 0 0,0-1 0 0 0,-1 0 0 0 0,3 1 0 0 0,5 1 0 0 0,0 0 0 0 0,0 0 0 0 0,9 0 0 0 0,-12-1 0 0 0,70 6 0 0 0,27 5 0 0 0,-86-9 0 0 0,-1 0 0 0 0,0 1 0 0 0,-1 1 0 0 0,24 11 0 0 0,-34-14 0 0 0,-1-1 0 0 0,-1 0 0 0 0,1 0 0 0 0,-1 1 0 0 0,1-1 0 0 0,-1 1 0 0 0,0 0 0 0 0,1-1 0 0 0,-1 1 0 0 0,0 0 0 0 0,0 0 0 0 0,0 1 0 0 0,0-1 0 0 0,-1 0 0 0 0,1 1 0 0 0,-1-1 0 0 0,2 5 0 0 0,-1-5 0 0 0,1 5 0 0 0,-6 11 0 0 0,1-15 0 0 0,1 0 0 0 0,-1-1 0 0 0,0 1 0 0 0,0 0 0 0 0,0 0 0 0 0,0-1 0 0 0,0 1 0 0 0,-1-1 0 0 0,1 0 0 0 0,-4 3 0 0 0,-31 19 0 0 0,26-17 0 0 0,-13 8 0 0 0,-1-1 0 0 0,0-1 0 0 0,0-2 0 0 0,-1 0 0 0 0,-1-2 0 0 0,-53 12 0 0 0,59-19 0 0 0,-26 0 0 0 0,45-2 0 0 0,-13-2 0 0 0,5-3 0 0 0,3 2 0 0 0,3-2-69 0 0,3 5-286 0 0,6-9-2000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5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37 115 26607 0 0,'-7'-3'330'0'0,"5"3"-245"0"0,1 0 0 0 0,-1-1 0 0 0,1 1 0 0 0,-1-1 0 0 0,1 1 0 0 0,0-1 0 0 0,-1 0 0 0 0,1 0 0 0 0,0 0 0 0 0,-1 0 0 0 0,1 0 0 0 0,0 0 0 0 0,0 0 0 0 0,0 0 0 0 0,0 0 0 0 0,0 0 0 0 0,0-1 0 0 0,0 1 0 0 0,0 0 0 0 0,0-1 0 0 0,1 1 0 0 0,-1 0 0 0 0,0-1 0 0 0,1 1 0 0 0,-1-1 0 0 0,1 1 0 0 0,0-1 0 0 0,0 0 0 0 0,-1 1 0 0 0,1-1 0 0 0,0 1 0 0 0,1-4 0 0 0,-1 3-17 0 0,0 0 1 0 0,1 0 0 0 0,-1 0-1 0 0,1 0 1 0 0,0 0-1 0 0,-1 0 1 0 0,1 0 0 0 0,0 0-1 0 0,0 1 1 0 0,1-1-1 0 0,-1 0 1 0 0,0 0 0 0 0,0 1-1 0 0,1-1 1 0 0,-1 1-1 0 0,1 0 1 0 0,0-1 0 0 0,-1 1-1 0 0,1 0 1 0 0,0 0 0 0 0,0 0-1 0 0,-1 0 1 0 0,1 0-1 0 0,3-1 1 0 0,7-2 159 0 0,0 0 1 0 0,22-5-1 0 0,-30 8-251 0 0,20-4 60 0 0,1 1 1 0 0,0 2-1 0 0,0 0 0 0 0,0 2 1 0 0,1 0-1 0 0,-1 2 0 0 0,0 1 1 0 0,46 11-1 0 0,-67-13-37 0 0,12 6 11 0 0,-16-6-6 0 0,0 0 1 0 0,1 0-1 0 0,-1 1 0 0 0,0-1 1 0 0,0 0-1 0 0,0 0 1 0 0,0 0-1 0 0,0 0 1 0 0,0 1-1 0 0,0-1 1 0 0,0 0-1 0 0,0 0 0 0 0,-1 0 1 0 0,1 0-1 0 0,0 1 1 0 0,-1-1-1 0 0,0 2 1 0 0,0-3 2 0 0,0 4 0 0 0,-1 0-1 0 0,0 0 0 0 0,-1 0 0 0 0,1 0 0 0 0,-1-1 0 0 0,1 1 1 0 0,-1-1-1 0 0,0 0 0 0 0,-1 1 0 0 0,1-1 0 0 0,-6 3 0 0 0,-4 3 43 0 0,-27 14 0 0 0,24-15-41 0 0,-3 2-9 0 0,-21 6 0 0 0,26-11 0 0 0,0 0 0 0 0,0 2 0 0 0,1-1 0 0 0,-14 11 0 0 0,19-10 0 0 0,3 2 0 0 0,5-8 0 0 0,0 0 0 0 0,0 0 0 0 0,0 1 0 0 0,0-1 0 0 0,0 0 0 0 0,1 0 0 0 0,-1 0 0 0 0,0 1 0 0 0,1-1 0 0 0,-1 0 0 0 0,1 0 0 0 0,-1 0 0 0 0,1 0 0 0 0,0 0 0 0 0,-1 0 0 0 0,1 0 0 0 0,0 0 0 0 0,0 0 0 0 0,-1 0 0 0 0,1 0 0 0 0,0 0 0 0 0,0-1 0 0 0,0 1 0 0 0,0 0 0 0 0,2 0 0 0 0,4 3 0 0 0,1 0 0 0 0,13 5 0 0 0,-8-3 0 0 0,60 23 0 0 0,-54-23 0 0 0,-1 1 0 0 0,0 0 0 0 0,-1 1 0 0 0,0 1 0 0 0,32 23 0 0 0,-47-31 0 0 0,-1 1 0 0 0,1-1 0 0 0,0 1 0 0 0,-1 0 0 0 0,1-1 0 0 0,-1 1 0 0 0,0 0 0 0 0,0 0 0 0 0,1 0 0 0 0,-1 0 0 0 0,-1 0 0 0 0,1 0 0 0 0,0 0 0 0 0,1 4 0 0 0,-2-2 0 0 0,0 0 0 0 0,0 0 0 0 0,0 0 0 0 0,0 0 0 0 0,-1 0 0 0 0,1 0 0 0 0,-3 5 0 0 0,2-6 0 0 0,0 0 0 0 0,0 0 0 0 0,-1 0 0 0 0,1-1 0 0 0,-1 1 0 0 0,0 0 0 0 0,0-1 0 0 0,0 1 0 0 0,0-1 0 0 0,0 0 0 0 0,-1 0 0 0 0,-3 4 0 0 0,-35 20 0 0 0,39-25 0 0 0,-24 13 2 0 0,0-1 0 0 0,-41 13 0 0 0,-58 11-31 0 0,39-14-2351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59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18431 0 0,'0'0'11976'0'0,"12"2"-12712"0"0,-1-5-192 0 0,1-4-40 0 0,5-2-10240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7:5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72 9671 0 0,'-5'-15'18823'0'0,"10"11"-18529"0"0,1 0 1 0 0,1 0-1 0 0,-1 1 0 0 0,0 0 1 0 0,1 0-1 0 0,-1 0 0 0 0,11-2 1 0 0,52-7 1335 0 0,-31 6-1342 0 0,-15 2-288 0 0,-1 1 0 0 0,25 1 0 0 0,-39 1 0 0 0,1 2 0 0 0,0-1 0 0 0,-1 2 0 0 0,1-1 0 0 0,-1 1 0 0 0,1 0 0 0 0,-1 0 0 0 0,12 6 0 0 0,-19-7 0 0 0,0-1 0 0 0,0 0 0 0 0,0 1 0 0 0,0-1 0 0 0,-1 1 0 0 0,1-1 0 0 0,0 1 0 0 0,0-1 0 0 0,-1 1 0 0 0,1 0 0 0 0,0-1 0 0 0,-1 1 0 0 0,1 0 0 0 0,-1 0 0 0 0,1-1 0 0 0,-1 1 0 0 0,1 0 0 0 0,-1 0 0 0 0,1 0 0 0 0,-1 0 0 0 0,0-1 0 0 0,0 1 0 0 0,1 0 0 0 0,-1 0 0 0 0,0 0 0 0 0,0 0 0 0 0,0 0 0 0 0,0 0 0 0 0,0 0 0 0 0,0 0 0 0 0,0 0 0 0 0,0-1 0 0 0,0 1 0 0 0,-1 0 0 0 0,1 0 0 0 0,0 0 0 0 0,-1 0 0 0 0,1 0 0 0 0,0 0 0 0 0,-1-1 0 0 0,1 1 0 0 0,-1 0 0 0 0,1 0 0 0 0,-1-1 0 0 0,0 1 0 0 0,1 0 0 0 0,-1-1 0 0 0,0 1 0 0 0,0 0 0 0 0,1-1 0 0 0,-9 9 0 0 0,-1-1 0 0 0,0-1 0 0 0,0 0 0 0 0,-1 0 0 0 0,-16 8 0 0 0,1-1 0 0 0,0 0 0 0 0,10-5 0 0 0,-25 17 0 0 0,38-24 0 0 0,-1 1 0 0 0,1 0 0 0 0,0-1 0 0 0,0 2 0 0 0,0-1 0 0 0,0 0 0 0 0,0 1 0 0 0,1-1 0 0 0,0 1 0 0 0,-1 0 0 0 0,2-1 0 0 0,-4 7 0 0 0,5-10 0 0 0,0 1 0 0 0,-1 0 0 0 0,1-1 0 0 0,0 1 0 0 0,0-1 0 0 0,0 1 0 0 0,-1 0 0 0 0,1-1 0 0 0,0 1 0 0 0,0-1 0 0 0,0 1 0 0 0,0 0 0 0 0,0-1 0 0 0,0 1 0 0 0,0 0 0 0 0,0-1 0 0 0,0 1 0 0 0,0-1 0 0 0,0 1 0 0 0,0 0 0 0 0,1-1 0 0 0,-1 1 0 0 0,0-1 0 0 0,0 1 0 0 0,1 0 0 0 0,-1-1 0 0 0,1 1 0 0 0,0 1 0 0 0,0 0 0 0 0,-1 0 0 0 0,1 0 0 0 0,0 0 0 0 0,0-1 0 0 0,0 1 0 0 0,0 0 0 0 0,0 0 0 0 0,0-1 0 0 0,0 1 0 0 0,1-1 0 0 0,-1 1 0 0 0,0-1 0 0 0,1 1 0 0 0,-1-1 0 0 0,1 0 0 0 0,2 2 0 0 0,2 1 0 0 0,20 12 0 0 0,0 0 0 0 0,1-2 0 0 0,0-1 0 0 0,33 11 0 0 0,-20-8 0 0 0,42 23 0 0 0,-77-37 0 0 0,0 1 0 0 0,-1 0 0 0 0,1 1 0 0 0,-1-1 0 0 0,0 1 0 0 0,0 0 0 0 0,0 0 0 0 0,3 5 0 0 0,4 7 0 0 0,-10-11 0 0 0,-1-1 0 0 0,0-1 0 0 0,0-1 0 0 0,0 1 0 0 0,0-1 0 0 0,0 1 0 0 0,0-1 0 0 0,0 1 0 0 0,-1-1 0 0 0,1 1 0 0 0,-1-1 0 0 0,0 1 0 0 0,0-1 0 0 0,0 0 0 0 0,0 1 0 0 0,0-1 0 0 0,0 0 0 0 0,-1 0 0 0 0,1 0 0 0 0,-1 0 0 0 0,1 0 0 0 0,-1 0 0 0 0,-4 3 0 0 0,-3 3 0 0 0,-1-1 0 0 0,0 1 0 0 0,-14 6 0 0 0,15-8 0 0 0,-5 1 0 0 0,1-1 0 0 0,-1 0 0 0 0,0 0 0 0 0,-27 6 0 0 0,9-6 0 0 0,-37 4 0 0 0,-40-4-135 0 0,87-7-1357 0 0,-29-5-1 0 0,27 2-9171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0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5 25455 0 0,'-25'0'1237'0'0,"28"-2"-357"0"0,-3 2-773 0 0,0 0 0 0 0,0 0 0 0 0,0 0 0 0 0,0 0 0 0 0,0-1 0 0 0,0 1 1 0 0,0 0-1 0 0,0 0 0 0 0,0 0 0 0 0,1-1 429 0 0,-1 1-429 0 0,0 0 0 0 0,0 0 0 0 0,0 0 0 0 0,1 0 0 0 0,-1 0 0 0 0,0 0 0 0 0,0 0 0 0 0,0-1 1 0 0,0 1-1 0 0,0 0 0 0 0,1 0 0 0 0,-1 0 0 0 0,0 0 0 0 0,0 0 0 0 0,0 0 0 0 0,0 0 0 0 0,1 0 1 0 0,-1 0-1 0 0,3 1-9 0 0,1-1 1 0 0,-1 1 0 0 0,0 0-1 0 0,0 0 1 0 0,0 0 0 0 0,0 0-1 0 0,0 0 1 0 0,0 1 0 0 0,0-1-1 0 0,0 1 1 0 0,0 0 0 0 0,3 3-1 0 0,34 31 63 0 0,-26-22-86 0 0,5 7-69 0 0,27 37 0 0 0,-31-39-7 0 0,-3-2 1 0 0,-1-1 0 0 0,-1 1 0 0 0,-1 1 0 0 0,0 0 0 0 0,-2 0 0 0 0,0 1 0 0 0,-1 0 0 0 0,0 0 0 0 0,-2 0 0 0 0,0 1 0 0 0,1 26 0 0 0,-5-36 1 0 0,0-1 0 0 0,0 0 1 0 0,-1 0-1 0 0,-1 0 0 0 0,1 1 0 0 0,-1-1 0 0 0,-1-1 1 0 0,0 1-1 0 0,-6 14 0 0 0,6-18 0 0 0,0 0-1 0 0,0 0 1 0 0,-1 0 0 0 0,1-1 0 0 0,-1 1-1 0 0,0-1 1 0 0,0 0 0 0 0,-1 0-1 0 0,1 0 1 0 0,-1 0 0 0 0,0-1-1 0 0,0 0 1 0 0,0 0 0 0 0,0 0 0 0 0,0-1-1 0 0,-7 3 1 0 0,-11 1-1 0 0,0 0 0 0 0,0-2 0 0 0,-1 0 0 0 0,1-2 0 0 0,-1-1 0 0 0,-33-1 0 0 0,-142-25 0 0 0,189 24 0 0 0,-9-3-16 0 0,-29-8 1 0 0,42 10 4 0 0,0 0 0 0 0,0 0 0 0 0,0-1 0 0 0,0 0-1 0 0,1 0 1 0 0,-1-1 0 0 0,1 0 0 0 0,-7-5 0 0 0,11 8-131 0 0,3 0-9 0 0,6-2-418 0 0,0-1-1 0 0,0 1 1 0 0,1 0 0 0 0,-1 1-1 0 0,1 0 1 0 0,0 1 0 0 0,0 0-1 0 0,11-1 1 0 0,2 2-1723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44 24647 0 0,'-2'0'1127'0'0,"-6"1"-68"0"0,-13-2 678 0 0,28 0-1262 0 0,-1 1 0 0 0,1-1 1 0 0,7-2-1 0 0,13-2 52 0 0,176-4 1060 0 0,-50 4-1498 0 0,659-14 4 0 0,-461 32-98 0 0,-261-8-27 0 0,-54-3-231 0 0,1-1-1165 0 0,65 12 0 0 0,-99-13-812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14279 0 0,'1'-2'1103'0'0,"1"-1"-1393"0"0,14-21 2796 0 0,-14 22-1696 0 0,0-1-1 0 0,0 1 1 0 0,0 0 0 0 0,1 0-1 0 0,-1 0 1 0 0,1 0-1 0 0,-1 1 1 0 0,1-1 0 0 0,0 1-1 0 0,-1-1 1 0 0,1 1-1 0 0,5-1 1 0 0,-7 1-666 0 0,0 1-1 0 0,1 0 1 0 0,-1 0 0 0 0,1 0-1 0 0,-1 0 1 0 0,1 0 0 0 0,-1 0-1 0 0,1 0 1 0 0,-1 1-1 0 0,1-1 1 0 0,-1 0 0 0 0,1 1-1 0 0,-1-1 1 0 0,0 1 0 0 0,1 0-1 0 0,-1-1 1 0 0,0 1-1 0 0,1 0 1 0 0,-1 0 0 0 0,0 0-1 0 0,0 0 1 0 0,0 0 0 0 0,0 0-1 0 0,0 0 1 0 0,0 0 0 0 0,0 0-1 0 0,0 1 1 0 0,0-1-1 0 0,-1 0 1 0 0,2 2 0 0 0,1 4-125 0 0,0-1 0 0 0,0 1 0 0 0,0 0 0 0 0,2 13 0 0 0,5 37 21 0 0,6 113-1 0 0,-7-40-22 0 0,-8-124-29 0 0,8 55-893 0 0,-8-57 794 0 0,0 1 0 0 0,1 0 0 0 0,-1-1 0 0 0,1 1 0 0 0,0-1 0 0 0,0 0 0 0 0,0 0 0 0 0,1 0 0 0 0,0 0-1 0 0,3 4 1 0 0,-5-7-234 0 0,1 0-1 0 0,-1 0 1 0 0,0 0-1 0 0,1-1 1 0 0,0 1-1 0 0,-1-1 1 0 0,1 1 0 0 0,-1-1-1 0 0,1 0 1 0 0,-1 1-1 0 0,1-1 1 0 0,0 0-1 0 0,-1 0 1 0 0,1 0-1 0 0,-1 0 1 0 0,3-1-1 0 0,7-1-5392 0 0,6-2-2480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88 2303 0 0,'15'-14'71'0'0,"-8"6"35"0"0,-5 4-83 0 0,4-5 1991 0 0,-4 6 133 0 0,-1 0 0 0 0,0 0 0 0 0,0-1 1 0 0,0 1-1 0 0,0 0 0 0 0,0-7 0 0 0,-1-3 1393 0 0,-1 12-3046 0 0,-1 0 0 0 0,1 0 1 0 0,-1 0-1 0 0,0 0 0 0 0,0 0 0 0 0,1 0 0 0 0,-1 1 0 0 0,0-1 0 0 0,-2 0 0 0 0,-2 1-114 0 0,0-1 0 0 0,1 1-1 0 0,-1-1 1 0 0,0 2 0 0 0,0-1-1 0 0,0 1 1 0 0,0-1 0 0 0,-9 4-1 0 0,-45 17 583 0 0,38-11-861 0 0,0 2 1 0 0,-30 20-1 0 0,5-2-45 0 0,35-23-56 0 0,-61 38 0 0 0,62-38 0 0 0,1 1 0 0 0,0 1 0 0 0,0 0 0 0 0,-12 14 0 0 0,16-14 0 0 0,7-1 0 0 0,0-5 0 0 0,1-1 0 0 0,0 0 0 0 0,-1 0 0 0 0,1 0 0 0 0,0 0 0 0 0,1 0 0 0 0,-1 0 0 0 0,0-1 0 0 0,0 1 0 0 0,1-1 0 0 0,4 3 0 0 0,30 9 0 0 0,-1-6 0 0 0,0-2 0 0 0,1-1 0 0 0,54-2 0 0 0,-48-1 0 0 0,136-1-840 0 0,52 2-1120 0 0,-211 0 536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612 331 4607 0 0,'-5'-8'898'0'0,"2"0"0"0"0,-1-1-1 0 0,1 1 1 0 0,1-1 0 0 0,-1 0-1 0 0,-1-16 1 0 0,1-56 7140 0 0,4 64-6615 0 0,-2 0 0 0 0,1 0 1 0 0,-2 1-1 0 0,0-1 0 0 0,-9-32 0 0 0,10 47-1321 0 0,0 0-1 0 0,0 0 0 0 0,0-1 1 0 0,0 1-1 0 0,0 0 0 0 0,-1 0 1 0 0,1 0-1 0 0,-1 0 0 0 0,1 0 0 0 0,-1 1 1 0 0,0-1-1 0 0,0 0 0 0 0,0 1 1 0 0,1-1-1 0 0,-2 1 0 0 0,-2-2 1 0 0,2 2-8 0 0,-1-1 0 0 0,1 1 1 0 0,-1 0-1 0 0,0 1 1 0 0,0-1-1 0 0,1 0 1 0 0,-1 1-1 0 0,0 0 1 0 0,-6 0-1 0 0,-4 2 36 0 0,0 1 1 0 0,0 0-1 0 0,1 0 1 0 0,-23 10-1 0 0,4 0-90 0 0,1 1 1 0 0,0 2-1 0 0,-43 28 0 0 0,62-35-29 0 0,0 0 0 0 0,0 0 0 0 0,1 1 0 0 0,0 1 0 0 0,1 0 0 0 0,0 0 0 0 0,1 1 0 0 0,0 0 0 0 0,1 1-1 0 0,-11 23 1 0 0,18-34-8 0 0,0 1-1 0 0,0 0 0 0 0,0 0 0 0 0,1 0 0 0 0,-1-1 0 0 0,1 1 0 0 0,0 0 0 0 0,0 0 1 0 0,0 3-1 0 0,2 10 40 0 0,0-12-35 0 0,0-1-1 0 0,0 1 0 0 0,0 0 1 0 0,0-1-1 0 0,1 0 0 0 0,-1 1 1 0 0,1-1-1 0 0,0 0 0 0 0,0 0 1 0 0,0-1-1 0 0,4 4 0 0 0,5 2 14 0 0,-1 0 0 0 0,14 6 0 0 0,8 1 4 0 0,2-2-1 0 0,39 11 0 0 0,30 12-18 0 0,-78-26-21 0 0,0 0 41 0 0,39 22 1 0 0,-59-29-28 0 0,1 1-1 0 0,-1 1 1 0 0,0-1 0 0 0,0 1 0 0 0,0 0 0 0 0,0 1-1 0 0,-1-1 1 0 0,0 1 0 0 0,-1 0 0 0 0,8 11 0 0 0,-11-14 12 0 0,1 0 1 0 0,-1-1 0 0 0,0 1 0 0 0,0 0-1 0 0,0 0 1 0 0,0 0 0 0 0,-1 0 0 0 0,1 0-1 0 0,-1 0 1 0 0,0 0 0 0 0,0 0 0 0 0,0 0-1 0 0,0 0 1 0 0,0 0 0 0 0,-2 5 0 0 0,1-4 8 0 0,-1 0 0 0 0,1 0 0 0 0,-1-1 0 0 0,0 1 0 0 0,0 0 0 0 0,-1-1 0 0 0,1 0 0 0 0,-1 0 0 0 0,1 1 0 0 0,-5 2 0 0 0,-7 5 39 0 0,1-1 1 0 0,-2 0-1 0 0,1-1 1 0 0,-24 10-1 0 0,29-15-51 0 0,-42 20-56 0 0,0-3 1 0 0,-2-2-1 0 0,0-2 1 0 0,-87 15-1 0 0,116-28-1173 0 0,-43 1 0 0 0,29-7-6734 0 0,11-2-1260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0 1839 0 0,'-8'1'689'0'0,"0"1"0"0"0,0-1 0 0 0,0 1 0 0 0,0 1 0 0 0,-11 4 0 0 0,8-1 1699 0 0,0 0-1 0 0,0 1 0 0 0,0 0 1 0 0,1 0-1 0 0,-12 13 0 0 0,2-1 2857 0 0,-25 33-1 0 0,8-4-7932 0 0,0 10 3046 0 0,36-56-627 0 0,23 0-5097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4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17503 0 0,'0'0'1831'0'0,"-7"6"141"0"0,3-2-529 0 0,0 1 1 0 0,0 0-1 0 0,-5 8 0 0 0,-7 18 1042 0 0,-5 38-2344 0 0,8-24 425 0 0,3-15-808 0 0,2 0 0 0 0,-7 50 0 0 0,13-60-945 0 0,1 0 0 0 0,2 38-1 0 0,3-30-852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5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116 264 21191 0 0,'0'0'8720'0'0,"0"2"-7765"0"0,0 6-793 0 0,0-1 1 0 0,-1 1 0 0 0,-1 0-1 0 0,1-1 1 0 0,-1 1 0 0 0,-5 12-1 0 0,-1-2 220 0 0,-17 27-1 0 0,19-35-381 0 0,-4 7 0 0 0,-1 0 0 0 0,-1 0 0 0 0,-14 15 0 0 0,25-32 0 0 0,1 0 0 0 0,0 0 0 0 0,-1 1 0 0 0,1-1 0 0 0,0 0 0 0 0,0 0 0 0 0,-1 1 0 0 0,1-1 0 0 0,0 0 0 0 0,0 0 0 0 0,-1 1 0 0 0,1-1 0 0 0,0 0 0 0 0,0 1 0 0 0,0-1 0 0 0,0 0 0 0 0,-1 1 0 0 0,1-1 0 0 0,0 0 0 0 0,0 1 0 0 0,0-1 0 0 0,0 1 0 0 0,0-1 0 0 0,0 0 0 0 0,0 1 0 0 0,0-1 0 0 0,0 0 0 0 0,0 1 0 0 0,0-1 0 0 0,0 1 0 0 0,0-1 0 0 0,1 0 0 0 0,-1 1 0 0 0,0-1 0 0 0,0 0 0 0 0,0 1 0 0 0,0-1 0 0 0,1 0 0 0 0,-1 1 0 0 0,0-1 0 0 0,0 0 0 0 0,0 0 0 0 0,1 1 0 0 0,-1-1 0 0 0,0 0 0 0 0,1 0 0 0 0,-1 1 0 0 0,1-1 0 0 0,-1 0 0 0 0,0 1 0 0 0,0-1 0 0 0,1 1 0 0 0,-1 0 0 0 0,0-1 0 0 0,1 1 0 0 0,-1-1 0 0 0,0 1 0 0 0,1-1 0 0 0,-1 1 0 0 0,1-1 0 0 0,-1 1 0 0 0,1-1 0 0 0,0 1 0 0 0,-1-1 0 0 0,1 0 0 0 0,-1 1 0 0 0,1-1 0 0 0,0 0 0 0 0,-1 1 0 0 0,1-1 0 0 0,0 0 0 0 0,-1 0 0 0 0,1 0 0 0 0,0 1 0 0 0,0-1 0 0 0,2 0 0 0 0,3 2 0 0 0,-1-1 0 0 0,1 0 0 0 0,0 0 0 0 0,0 0 0 0 0,0 0 0 0 0,0-1 0 0 0,7 0 0 0 0,45-7 0 0 0,-43 5 0 0 0,93-18-1567 0 0,-97 17 1219 0 0,1-1 0 0 0,-1 0-1 0 0,0 0 1 0 0,0-1-1 0 0,0 0 1 0 0,17-12 0 0 0,-25 14-1479 0 0,3-4-69 0 0</inkml:trace>
  <inkml:trace contextRef="#ctx0" brushRef="#br0" timeOffset="1">156 257 15663 0 0,'1'1'5578'0'0,"5"7"-4561"0"0,-1 0 1 0 0,-1 0-1 0 0,1 0 1 0 0,-1 0-1 0 0,-1 1 1 0 0,1 0-1 0 0,3 16 1 0 0,8 69 678 0 0,-8-48-1087 0 0,3 41-321 0 0,-7-48-1178 0 0,17 72 1 0 0,-20-110 740 0 0,0-1 0 0 0,1 1 1 0 0,-1 0-1 0 0,0-1 0 0 0,0 1 0 0 0,0-1 1 0 0,1 1-1 0 0,-1-1 0 0 0,0 1 0 0 0,1-1 0 0 0,-1 1 1 0 0,0-1-1 0 0,1 0 0 0 0,-1 1 0 0 0,1-1 0 0 0,0 1 1 0 0,1 1-367 0 0,6 5-1237 0 0</inkml:trace>
  <inkml:trace contextRef="#ctx0" brushRef="#br0" timeOffset="2">688 142 8751 0 0,'2'0'9555'0'0,"30"-2"-1452"0"0,2-4-4061 0 0,67-21-4588 0 0,-49 11 501 0 0,184-53-8576 0 0,-162 47 589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9 5527 0 0,'-2'0'423'0'0,"-35"-6"1885"0"0,20 5 2914 0 0,0 0-1 0 0,1 1 1 0 0,-24 2 0 0 0,7 4-5836 0 0,0 4 1571 0 0,0 1 0 0 0,0 2 0 0 0,-54 29 0 0 0,85-41-950 0 0,-1 1 1 0 0,0-1-1 0 0,1 1 1 0 0,-1 0-1 0 0,1 0 1 0 0,0 0-1 0 0,0 0 1 0 0,0 0-1 0 0,0 1 1 0 0,0-1-1 0 0,0 0 0 0 0,0 1 1 0 0,1 0-1 0 0,-1-1 1 0 0,1 1-1 0 0,0 0 1 0 0,0 0-1 0 0,0 0 1 0 0,0 0-1 0 0,0 0 1 0 0,1-1-1 0 0,-1 2 0 0 0,1-1 1 0 0,0 0-1 0 0,0 0 1 0 0,0 0-1 0 0,0 0 1 0 0,1 0-1 0 0,-1 0 1 0 0,1 0-1 0 0,0 0 1 0 0,1 3-1 0 0,1 3 11 0 0,1 0 0 0 0,0 1 0 0 0,1-2 0 0 0,0 1 0 0 0,0 0 0 0 0,1-1 0 0 0,0 0 0 0 0,9 9 0 0 0,-1-3-21 0 0,1-1 0 0 0,0 0 0 0 0,1-2-1 0 0,0 0 1 0 0,33 17 0 0 0,93 31-33 0 0,-95-42 23 0 0,73 38 1 0 0,-113-51 12 0 0,0 1 0 0 0,0 0 0 0 0,0 0 0 0 0,-1 0 0 0 0,9 10 0 0 0,-13-14 0 0 0,-1 1 0 0 0,1 0 0 0 0,-1-1 0 0 0,0 1 0 0 0,1 0 0 0 0,-1 0 0 0 0,0 0 0 0 0,0 0 0 0 0,0 0 0 0 0,-1 0 0 0 0,1 0 0 0 0,0 0 0 0 0,-1 0 0 0 0,1 0 0 0 0,-1 0 0 0 0,0 0 0 0 0,0 0 0 0 0,1 1 0 0 0,-1-1 0 0 0,-1 0 0 0 0,1 0 0 0 0,0 0 0 0 0,-1 0 0 0 0,1 1 0 0 0,-1-1 0 0 0,0 2 0 0 0,-3 3 3 0 0,0-1 0 0 0,-1 0 0 0 0,1 0 0 0 0,-1 0 0 0 0,-1-1-1 0 0,1 1 1 0 0,-1-1 0 0 0,1 0 0 0 0,-1-1 0 0 0,-11 7 0 0 0,-3 0 8 0 0,0-1-1 0 0,-28 10 1 0 0,21-12-1467 0 0,0-1 0 0 0,0-1 0 0 0,-1-2-1 0 0,-32 2 1 0 0,19-2-1865 0 0,0 1-6221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401 975 23119 0 0,'-8'5'2471'0'0,"-116"82"879"0"0,24-19-1186 0 0,15-8-1925 0 0,25-24-3367 0 0,47-29-3834 0 0,2-3-2188 0 0</inkml:trace>
  <inkml:trace contextRef="#ctx0" brushRef="#br0" timeOffset="1">648 0 25343 0 0,'0'0'2804'0'0,"0"2"-2644"0"0,2 6-14 0 0,0 1-1 0 0,-1-1 1 0 0,-1 0 0 0 0,1 0-1 0 0,-1 1 1 0 0,-1-1 0 0 0,-1 10-1 0 0,-14 63 485 0 0,8-50-701 0 0,-5 44-1300 0 0,11-50-1426 0 0,2 1-3307 0 0,0 1-2416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25111 0 0,'0'0'2792'0'0,"4"-7"-1388"0"0,-1 2-1140 0 0,1 0 0 0 0,0 0 0 0 0,0 0 0 0 0,0 1 0 0 0,1-1 0 0 0,0 1 0 0 0,0 1 0 0 0,0-1 0 0 0,0 0 0 0 0,0 1 0 0 0,10-4 0 0 0,2-1-177 0 0,1 2 0 0 0,29-8 0 0 0,-29 10-82 0 0,1 0-1 0 0,0 2 0 0 0,0 0 1 0 0,0 2-1 0 0,0 0 1 0 0,24 3-1 0 0,-39-3-9 0 0,-3 0 3 0 0,0 0 0 0 0,0 0-1 0 0,0 0 1 0 0,1 0-1 0 0,-1 0 1 0 0,0 1 0 0 0,0-1-1 0 0,0 0 1 0 0,0 1 0 0 0,0-1-1 0 0,0 0 1 0 0,0 1-1 0 0,-1 0 1 0 0,1-1 0 0 0,0 1-1 0 0,0-1 1 0 0,0 1-1 0 0,0 0 1 0 0,-1 0 0 0 0,1-1-1 0 0,0 1 1 0 0,-1 0-1 0 0,1 0 1 0 0,0 0 0 0 0,0 1-1 0 0,0 0 4 0 0,0 0 0 0 0,0 0 0 0 0,0 0-1 0 0,0 0 1 0 0,-1 1 0 0 0,1-1 0 0 0,0 0 0 0 0,-1 0-1 0 0,0 1 1 0 0,1-1 0 0 0,-1 0 0 0 0,0 1-1 0 0,0-1 1 0 0,0 0 0 0 0,-1 1 0 0 0,1-1-1 0 0,-1 0 1 0 0,1 1 0 0 0,-1-1 0 0 0,0 0 0 0 0,1 0-1 0 0,-1 0 1 0 0,0 0 0 0 0,-2 3 0 0 0,-4 7-13 0 0,0-1 0 0 0,-17 21-1 0 0,18-25 17 0 0,-1 3-4 0 0,0-1 0 0 0,1 2 0 0 0,-1-1 0 0 0,-5 16 0 0 0,7-12 27 0 0,7-10-10 0 0,-1-2-8 0 0,0 2-12 0 0,1-1 0 0 0,-1 0-1 0 0,1 0 1 0 0,-1 0-1 0 0,1 0 1 0 0,0 0-1 0 0,1 0 1 0 0,-1 0 0 0 0,0 0-1 0 0,1-1 1 0 0,-1 1-1 0 0,1-1 1 0 0,0 0 0 0 0,0 0-1 0 0,0 0 1 0 0,4 2-1 0 0,8 4 7 0 0,0-1 0 0 0,20 6 0 0 0,-12-4-7 0 0,-19-8 6 0 0,78 36-11 0 0,-74-32 19 0 0,0-1 1 0 0,0 2 0 0 0,0-1-1 0 0,-1 1 1 0 0,0 0-1 0 0,0 0 1 0 0,9 12-1 0 0,-14-16-10 0 0,-1-1 1 0 0,0 1-1 0 0,0 0 0 0 0,0-1 0 0 0,0 1 0 0 0,0 0 0 0 0,-1 0 0 0 0,1 0 1 0 0,-1 0-1 0 0,1 0 0 0 0,-1-1 0 0 0,1 1 0 0 0,-1 0 0 0 0,0 0 0 0 0,0 0 1 0 0,0 0-1 0 0,0 0 0 0 0,-1 4 0 0 0,0-3 0 0 0,0 0 0 0 0,0 0 0 0 0,-1 0 0 0 0,1 0 0 0 0,-1 0 0 0 0,0-1 0 0 0,1 1 0 0 0,-1-1 1 0 0,-1 1-1 0 0,-2 3 0 0 0,-6 3 0 0 0,0 0-1 0 0,-1-1 1 0 0,0 0 0 0 0,-14 6 0 0 0,24-12 0 0 0,-18 8-23 0 0,-1 0 0 0 0,0-1 0 0 0,-33 9 0 0 0,42-15 17 0 0,0 0 1 0 0,-1-1 0 0 0,1-1 0 0 0,-1 0-1 0 0,1 0 1 0 0,-1-1 0 0 0,-23-4-1 0 0,35 4-26 0 0,0 0 0 0 0,0 0 1 0 0,0 0-1 0 0,0 0 0 0 0,0 0 0 0 0,0 0 0 0 0,0-1 0 0 0,0 1 0 0 0,1 0 0 0 0,-1-1 0 0 0,0 1 0 0 0,0-1 0 0 0,0 1 0 0 0,0-1 0 0 0,1 1 0 0 0,-1-1 0 0 0,0 0 1 0 0,0 1-1 0 0,1-1 0 0 0,-1 0 0 0 0,1 0 0 0 0,-1 1 0 0 0,0-1 0 0 0,1 0 0 0 0,0 0 0 0 0,-1 0 0 0 0,1 0 0 0 0,-1-1 0 0 0,4-10-2891 0 0,8-1-3736 0 0,8-2-2866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6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9671 0 0,'0'0'875'0'0,"2"0"-20"0"0,22 5 12609 0 0,1-3-7081 0 0,53-5-5751 0 0,-60 2 252 0 0,32-3-952 0 0,71-4-11 0 0,-93 8-1246 0 0,0 0 0 0 0,36 7 0 0 0,-49-4-846 0 0</inkml:trace>
  <inkml:trace contextRef="#ctx0" brushRef="#br0" timeOffset="1">125 235 24647 0 0,'0'0'2232'0'0,"2"2"-1836"0"0,5 2-181 0 0,1 0 0 0 0,0 0-1 0 0,0 0 1 0 0,0-1 0 0 0,0 0 0 0 0,1-1-1 0 0,-1 0 1 0 0,1 0 0 0 0,0-1 0 0 0,-1 0-1 0 0,12 0 1 0 0,17-2 372 0 0,50-6 1 0 0,-67 4-776 0 0,44-3-1769 0 0,122-31-1 0 0,17-30-5993 0 0,-161 50 5321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7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10 7831 0 0,'18'-9'10734'0'0,"-22"9"-9751"0"0,0-1 0 0 0,0 1 0 0 0,0 1 0 0 0,0-1 0 0 0,0 0 0 0 0,0 1 0 0 0,-6 1 0 0 0,-27 12 2024 0 0,24-9-2653 0 0,-2 1-187 0 0,2 1 0 0 0,-1 0 0 0 0,1 1 0 0 0,0 0 1 0 0,0 1-1 0 0,1 1 0 0 0,0 0 0 0 0,1 1 0 0 0,-14 16 0 0 0,9-7 94 0 0,0 1 1 0 0,2 0-1 0 0,0 1 0 0 0,-19 45 0 0 0,29-58-262 0 0,1 0 0 0 0,0 0 1 0 0,1 0-1 0 0,0 1 0 0 0,0-1 0 0 0,1 1 0 0 0,0 0 1 0 0,1-1-1 0 0,1 13 0 0 0,-1-15 0 0 0,1 0 1 0 0,0-1-1 0 0,1 1 1 0 0,0 0-1 0 0,0-1 1 0 0,0 0-1 0 0,1 0 0 0 0,0 1 1 0 0,0-2-1 0 0,0 1 1 0 0,1 0-1 0 0,0-1 1 0 0,9 11-1 0 0,-4-8 1 0 0,1 0 0 0 0,0 0 0 0 0,1-1 0 0 0,0-1 0 0 0,0 1 0 0 0,0-2 0 0 0,0 1 0 0 0,1-2 0 0 0,23 7 0 0 0,-5-4 0 0 0,0-2 0 0 0,61 4 0 0 0,-50-9 0 0 0,-1-2 0 0 0,0-2 0 0 0,0-1 0 0 0,46-13 0 0 0,-49 9 4 0 0,52-20 0 0 0,-79 25-3 0 0,0 0 0 0 0,0-1-1 0 0,0 0 1 0 0,0-1 0 0 0,-1 0 0 0 0,0-1 0 0 0,0 0-1 0 0,-1 0 1 0 0,12-14 0 0 0,-17 17-1 0 0,0 0 0 0 0,-1 1 0 0 0,1-2 0 0 0,-1 1 0 0 0,0 0 0 0 0,0 0 0 0 0,0-1 0 0 0,0 1 0 0 0,-1-1 0 0 0,0 1 0 0 0,0-1 0 0 0,0 0 0 0 0,-1 1 0 0 0,1-1 0 0 0,-1 0 0 0 0,0 0 0 0 0,-1 1 0 0 0,1-1 0 0 0,-1 0 0 0 0,0 1 0 0 0,0-1 0 0 0,0 1 0 0 0,-1-1 0 0 0,1 1 0 0 0,-1-1 0 0 0,0 1 0 0 0,-4-5 0 0 0,-1-3 0 0 0,-1 1 0 0 0,-1 0 0 0 0,0 0 0 0 0,0 1 0 0 0,-1 0 0 0 0,0 1 0 0 0,-1 0 0 0 0,-13-8 0 0 0,-21-12-515 0 0,-51-23 1 0 0,-51-17-1150 0 0,120 57 1457 0 0,-8-4-845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18887 0 0,'-2'1'863'0'0,"-22"-2"324"0"0,21 1-1138 0 0,-1 0 0 0 0,1 0 0 0 0,-1 0 0 0 0,1 0-1 0 0,-7 1 1 0 0,8 0 385 0 0,0-1 1 0 0,1 1-1 0 0,-1-1 0 0 0,0 1 0 0 0,1 0 1 0 0,-1 0-1 0 0,1 0 0 0 0,-1 0 0 0 0,-1 2 0 0 0,0 0 214 0 0,0 0-1 0 0,0 0 1 0 0,0 1-1 0 0,0 0 1 0 0,1-1-1 0 0,-1 1 1 0 0,1 0-1 0 0,-2 5 1 0 0,1-1-382 0 0,1-1 0 0 0,-1 1 1 0 0,1 0-1 0 0,0 8 0 0 0,0 0-279 0 0,1 0-1 0 0,1-1 0 0 0,1 1 1 0 0,2 17-1 0 0,-1-23 16 0 0,0 0 1 0 0,0 0-1 0 0,1 0 1 0 0,1-1-1 0 0,-1 1 0 0 0,2-1 1 0 0,-1 0-1 0 0,1 0 1 0 0,0 0-1 0 0,1-1 0 0 0,0 0 1 0 0,1 0-1 0 0,-1 0 1 0 0,1-1-1 0 0,1 0 0 0 0,0 0 1 0 0,10 6-1 0 0,-10-7-409 0 0,0-2-1 0 0,1 1 0 0 0,0-1 1 0 0,-1 0-1 0 0,1-1 1 0 0,1 0-1 0 0,-1-1 0 0 0,0 0 1 0 0,1 0-1 0 0,-1-1 1 0 0,15 1-1 0 0,-3-3-6576 0 0,0 0-2008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65 24071 0 0,'-2'-1'1101'0'0,"-1"1"-583"0"0,1-1-398 0 0,0 1 0 0 0,0-1 1 0 0,0 0-1 0 0,-1 0 0 0 0,1 0 1 0 0,0 0-1 0 0,0 0 0 0 0,-4-3 2755 0 0,19 3-2691 0 0,0 2 0 0 0,0 0 0 0 0,0 0 0 0 0,0 1 0 0 0,0 1 0 0 0,0 0 0 0 0,17 7 0 0 0,-16-4-101 0 0,-1 0 0 0 0,0 1 1 0 0,24 16-1 0 0,-31-18-23 0 0,0 0 0 0 0,0 0 1 0 0,-1 1-1 0 0,0 0 0 0 0,0-1 1 0 0,0 2-1 0 0,-1-1 0 0 0,0 0 1 0 0,5 12-1 0 0,-4-5 59 0 0,-1 1 1 0 0,0 0-1 0 0,-1 0 0 0 0,3 27 0 0 0,-3-22-45 0 0,8 36 0 0 0,0-16-57 0 0,-8-27-7 0 0,0-1 0 0 0,0 1 0 0 0,1-1 0 0 0,1 0 1 0 0,0 0-1 0 0,10 16 0 0 0,-12-19-10 0 0,-2-6 0 0 0,0 0 0 0 0,0 0 0 0 0,0 0 0 0 0,0 1 0 0 0,1-1 0 0 0,-1 0 0 0 0,4 3 0 0 0,-2-3 0 0 0,-2-1 0 0 0,0 0 0 0 0,-1-1 0 0 0,1 1 0 0 0,0 0 0 0 0,0-1 0 0 0,-1 1 0 0 0,1 0 0 0 0,0 0 0 0 0,-1 0 0 0 0,1 0 0 0 0,-1 0 0 0 0,1 0 0 0 0,0 2 0 0 0,2 5 0 0 0,-2 2 0 0 0,-4-1 0 0 0,1-7 0 0 0,0 1 0 0 0,-1-1 0 0 0,1 1 0 0 0,-1-1 0 0 0,0 0 0 0 0,0 0 0 0 0,0 0 0 0 0,0 0 0 0 0,0 0 0 0 0,0-1 0 0 0,0 0 0 0 0,-1 1 0 0 0,1-1 0 0 0,0-1 0 0 0,-5 2 0 0 0,-5 0 0 0 0,0 0 0 0 0,-23-1 0 0 0,26 0 0 0 0,-30-4 0 0 0,40 3 0 0 0,0 0 0 0 0,0 0 0 0 0,1 0 0 0 0,-1 0 0 0 0,0 0 0 0 0,0 0 0 0 0,0 0 0 0 0,0 0 0 0 0,0 0 0 0 0,0 0 0 0 0,0 0 0 0 0,0 0 0 0 0,0 0 0 0 0,0 0 0 0 0,0 0 0 0 0,1-1 0 0 0,-1 1 0 0 0,0 0 0 0 0,0 0 0 0 0,0 0 0 0 0,0 0 0 0 0,0 0 0 0 0,0 0 0 0 0,0 0 0 0 0,0 0 0 0 0,0 0 0 0 0,0-1 0 0 0,0 1 0 0 0,0 0 0 0 0,0 0 0 0 0,0 0 0 0 0,0 0 0 0 0,0 0 0 0 0,0 0 0 0 0,0 0 0 0 0,0 0 0 0 0,0 0 0 0 0,0-1 0 0 0,0 1 0 0 0,0 0 0 0 0,0 0 0 0 0,-1 0 0 0 0,1 0 0 0 0,0 0 0 0 0,0 0 0 0 0,0 0 0 0 0,0 0 0 0 0,0 0 0 0 0,0 0 0 0 0,0 0 0 0 0,0-1 0 0 0,0 1 0 0 0,0 0 0 0 0,0 0 0 0 0,-1 0 0 0 0,10-4 0 0 0,24-6 0 0 0,61-12 0 0 0,-9 2 0 0 0,-33 6 0 0 0,0-2 0 0 0,87-40 0 0 0,-100 35 0 0 0,0-2 0 0 0,36-28 0 0 0,-56 37 0 0 0,-1-2 0 0 0,0 0 0 0 0,-2-1 0 0 0,1 0 0 0 0,20-31 0 0 0,-35 44 0 0 0,0 1 0 0 0,0-1 0 0 0,0 1 0 0 0,0-1 0 0 0,-1 0 0 0 0,1 0 0 0 0,-1 0 0 0 0,0 0 0 0 0,0-6 0 0 0,0 9 0 0 0,-1-1 0 0 0,0 1 0 0 0,-1 0 0 0 0,1-1 0 0 0,0 1 0 0 0,0 0 0 0 0,0 0 0 0 0,-1 0 0 0 0,1-1 0 0 0,0 1 0 0 0,-1 0 0 0 0,1 0 0 0 0,-1 0 0 0 0,0 0 0 0 0,1 0 0 0 0,-1 0 0 0 0,0 0 0 0 0,0 0 0 0 0,0 0 0 0 0,1 0 0 0 0,-1 0 0 0 0,0 0 0 0 0,0 0 0 0 0,0 1 0 0 0,0-1 0 0 0,-1 0 0 0 0,1 1 0 0 0,0-1 0 0 0,0 1 0 0 0,0-1 0 0 0,0 1 0 0 0,-1 0 0 0 0,1-1 0 0 0,-2 1 0 0 0,-6-1 0 0 0,-1 0 0 0 0,1 1 0 0 0,0 0 0 0 0,0 0 0 0 0,-1 1 0 0 0,1 0 0 0 0,0 1 0 0 0,0 0 0 0 0,0 0 0 0 0,0 1 0 0 0,1 0 0 0 0,-1 1 0 0 0,1 0 0 0 0,-12 7 0 0 0,3 0 0 0 0,0 1 0 0 0,0 0 0 0 0,1 1 0 0 0,1 1 0 0 0,-20 22 0 0 0,26-26 0 0 0,0 1 0 0 0,1 1 0 0 0,0-1 0 0 0,1 1 0 0 0,0 0 0 0 0,1 1 0 0 0,-6 16 0 0 0,11-25 0 0 0,-1 1 0 0 0,1-1 0 0 0,0 1 0 0 0,0 0 0 0 0,1-1 0 0 0,-1 1 0 0 0,1 0 0 0 0,0-1 0 0 0,0 1 0 0 0,1 0 0 0 0,-1-1 0 0 0,1 1 0 0 0,0-1 0 0 0,0 1 0 0 0,1-1 0 0 0,-1 1 0 0 0,1-1 0 0 0,0 0 0 0 0,0 0 0 0 0,1 1 0 0 0,-1-2 0 0 0,1 1 0 0 0,0 0 0 0 0,0 0 0 0 0,4 3 0 0 0,-1-2 0 0 0,1 0 0 0 0,-1 0 0 0 0,1-1 0 0 0,0 0 0 0 0,1 0 0 0 0,-1-1 0 0 0,1 0 0 0 0,0 0 0 0 0,-1-1 0 0 0,1 0 0 0 0,12 1 0 0 0,8 1 0 0 0,54-1 0 0 0,-56-3-10 0 0,-1-1 0 0 0,0-2 1 0 0,0 0-1 0 0,0-2 0 0 0,35-11 0 0 0,-46 11 4 0 0,0 0-1 0 0,-1-1 0 0 0,0-1 0 0 0,0 0 0 0 0,0-1 1 0 0,-1 0-1 0 0,0-1 0 0 0,0 0 0 0 0,-1-1 0 0 0,17-19 1 0 0,-15 13-18 0 0,0-1 1 0 0,-1 0-1 0 0,-1-1 1 0 0,-1 0-1 0 0,0 0 1 0 0,-2-1-1 0 0,0-1 1 0 0,-1 1-1 0 0,8-34 1 0 0,-14 49 23 0 0,-1 3 1 0 0,1 0 0 0 0,-1-1 0 0 0,0 1-1 0 0,0 0 1 0 0,0 0 0 0 0,0-1 0 0 0,0 1-1 0 0,0 0 1 0 0,0 0 0 0 0,0-1-1 0 0,-1 1 1 0 0,1 0 0 0 0,-1-1 0 0 0,1 1 1 0 0,0 0 0 0 0,0 1 1 0 0,0-1-1 0 0,-1 1 1 0 0,1-1-1 0 0,0 0 0 0 0,0 1 1 0 0,-1-1-1 0 0,1 1 0 0 0,0-1 1 0 0,-1 1-1 0 0,1-1 0 0 0,0 1 1 0 0,-1-1-1 0 0,1 1 1 0 0,-1 0-1 0 0,1-1 0 0 0,-1 1 1 0 0,1-1-1 0 0,-1 1 0 0 0,1 0 1 0 0,-1 0-1 0 0,0-1 0 0 0,1 1 1 0 0,-1 0-1 0 0,1 0 1 0 0,-1 0-1 0 0,0 0 0 0 0,1-1 1 0 0,-1 1-1 0 0,1 0 0 0 0,-1 0 1 0 0,0 0-1 0 0,1 0 0 0 0,-1 0 1 0 0,1 1-1 0 0,-2-1 1 0 0,0 0 6 0 0,0 1 1 0 0,0-1 0 0 0,-1 1-1 0 0,1 0 1 0 0,0 0 0 0 0,0 0 0 0 0,0-1-1 0 0,-3 4 1 0 0,2-1-4 0 0,1 0 0 0 0,-1 0 1 0 0,1 0-1 0 0,-1 0 0 0 0,1 1 0 0 0,0-1 0 0 0,0 1 1 0 0,0 0-1 0 0,1 0 0 0 0,-1-1 0 0 0,1 1 0 0 0,0 0 0 0 0,0 0 1 0 0,0 0-1 0 0,0 5 0 0 0,0 9 21 0 0,0-1 0 0 0,2 19 0 0 0,-1-23-36 0 0,2 0 1 0 0,0 0-1 0 0,0 0 1 0 0,1 0-1 0 0,1-1 1 0 0,0 1-1 0 0,0-1 1 0 0,12 20-1 0 0,-13-27 5 0 0,-1 0 0 0 0,1 0 0 0 0,1-1 0 0 0,-1 1-1 0 0,0-1 1 0 0,1 0 0 0 0,0 0 0 0 0,0 0 0 0 0,1-1-1 0 0,-1 1 1 0 0,1-1 0 0 0,-1 0 0 0 0,1 0-1 0 0,0-1 1 0 0,0 1 0 0 0,0-1 0 0 0,0 0 0 0 0,1-1-1 0 0,-1 1 1 0 0,0-1 0 0 0,1 0 0 0 0,9 0 0 0 0,-10-1-9 0 0,0 0 1 0 0,0 0-1 0 0,0-1 0 0 0,-1 0 1 0 0,1 0-1 0 0,0 0 1 0 0,-1 0-1 0 0,1-1 1 0 0,-1 0-1 0 0,1 0 0 0 0,-1 0 1 0 0,0 0-1 0 0,0-1 1 0 0,0 0-1 0 0,0 0 1 0 0,0 0-1 0 0,-1 0 1 0 0,6-7-1 0 0,-3 4 10 0 0,-1 0-1 0 0,0 0 1 0 0,0-1-1 0 0,-1 0 1 0 0,0 0 0 0 0,0-1-1 0 0,3-10 1 0 0,17-58-21 0 0,-5 12 15 0 0,-13 46 9 0 0,-4 11 0 0 0,0 1 0 0 0,0 0 0 0 0,1 0 0 0 0,0-1 0 0 0,5-6 0 0 0,-1 5 0 0 0,-2 5 16 0 0,-4 3-9 0 0,0 0 0 0 0,0 0 0 0 0,-1 0 0 0 0,1 0 0 0 0,0 0 0 0 0,-1 1 1 0 0,1-1-1 0 0,0 0 0 0 0,-1 0 0 0 0,1 1 0 0 0,0-1 0 0 0,-1 1 0 0 0,1-1 0 0 0,-1 1 0 0 0,1-1 0 0 0,0 1 0 0 0,0 0 0 0 0,0 0 10 0 0,5 3-6 0 0,-1 1 1 0 0,1 0-1 0 0,-1 1 1 0 0,0-1-1 0 0,0 1 1 0 0,-1 0-1 0 0,0 0 1 0 0,5 8-1 0 0,2 10 57 0 0,10 25 0 0 0,3 8-19 0 0,14 25-49 0 0,-35-77-7 0 0,0 1-1 0 0,0-1 1 0 0,0 0-1 0 0,8 9 1 0 0,4 6-29 0 0,-14-18 27 0 0,1 0 0 0 0,0 0-1 0 0,0 0 1 0 0,0 0 0 0 0,0 0 0 0 0,0-1 0 0 0,1 1 0 0 0,-1-1 0 0 0,0 1 0 0 0,1-1 0 0 0,-1 0 0 0 0,1 0 0 0 0,-1 0 0 0 0,1 0 0 0 0,0-1-1 0 0,-1 1 1 0 0,1-1 0 0 0,5 1 0 0 0,-2-1-18 0 0,-1 1 0 0 0,1-2 0 0 0,-1 1 1 0 0,1-1-1 0 0,0 1 0 0 0,-1-2 0 0 0,1 1 0 0 0,7-3 0 0 0,-9 2 9 0 0,1-1 0 0 0,0 0 0 0 0,-1 1 0 0 0,0-2 0 0 0,1 1 0 0 0,-1 0 0 0 0,5-6 0 0 0,24-31-98 0 0,-20 23 88 0 0,80-122-206 0 0,-20 27-220 0 0,-32 54 217 0 0,52-67-70 0 0,-89 121 326 0 0,0 0 0 0 0,0 0 0 0 0,1 0 0 0 0,-1 1 1 0 0,7-4-1 0 0,-9 6 365 0 0,-1 3-242 0 0,2 2-84 0 0,0 1 0 0 0,0 0 0 0 0,-1 0 0 0 0,1 0 0 0 0,-1 1 0 0 0,0-1 0 0 0,-1 0 0 0 0,3 10-1 0 0,-1 6 18 0 0,2 22 0 0 0,-4 10-47 0 0,-8 77-1 0 0,1-33-707 0 0,3-59 31 0 0,-1 8-4792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09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50 13823 0 0,'0'0'630'0'0,"-2"-16"236"0"0,2 15-811 0 0,0 1-1 0 0,0-1 1 0 0,0 1-1 0 0,0-1 1 0 0,0 0-1 0 0,0 1 0 0 0,0-1 1 0 0,0 1-1 0 0,0-1 1 0 0,0 1-1 0 0,1-1 1 0 0,-1 1-1 0 0,0-1 1 0 0,0 1-1 0 0,1-1 0 0 0,-1 1 1 0 0,0-1-1 0 0,0 1 1 0 0,1-1-1 0 0,-1 1 1 0 0,0 0-1 0 0,1-1 1 0 0,-1 1-1 0 0,1 0 0 0 0,-1-1 1 0 0,1 1-1 0 0,-1 0 1 0 0,0-1-1 0 0,1 1 1 0 0,-1 0-1 0 0,1 0 1 0 0,0-1-1 0 0,0 1 395 0 0,3-3 321 0 0,-1 1 1 0 0,1 0-1 0 0,0 0 1 0 0,0 0-1 0 0,0 1 1 0 0,0-1 0 0 0,0 1-1 0 0,0 0 1 0 0,1 0-1 0 0,-1 0 1 0 0,0 1-1 0 0,0-1 1 0 0,9 2 0 0 0,-7-1-453 0 0,1 1 0 0 0,0 1 0 0 0,-1-1 0 0 0,1 1 0 0 0,-1 0 0 0 0,0 1 0 0 0,0 0 0 0 0,7 4 0 0 0,1 2-270 0 0,0 0 0 0 0,-2 1 0 0 0,1 0 0 0 0,-1 1 0 0 0,-1 1 0 0 0,17 20 0 0 0,-20-21-23 0 0,0 0-1 0 0,-1 1 1 0 0,0 0 0 0 0,0 0-1 0 0,-2 1 1 0 0,1-1 0 0 0,-2 1-1 0 0,0 0 1 0 0,0 1 0 0 0,-1-1-1 0 0,1 16 1 0 0,17 93 35 0 0,-21-118-47 0 0,0 1-12 0 0,9 8-3 0 0,-9-11 2 0 0,1 0 0 0 0,0-1 0 0 0,0 1 0 0 0,1-1 0 0 0,-1 0 0 0 0,0 1-1 0 0,0-1 1 0 0,1 0 0 0 0,-1 0 0 0 0,1 0 0 0 0,-1 0 0 0 0,1 0 0 0 0,-1 0 0 0 0,1 0 0 0 0,0 0 0 0 0,-1-1 0 0 0,1 1 0 0 0,2 0-1 0 0,1 0-9 0 0,-2 0-36 0 0,-1-1 1 0 0,0 1-1 0 0,1-1 0 0 0,-1 0 1 0 0,1 0-1 0 0,-1 0 0 0 0,0 0 1 0 0,1 0-1 0 0,-1 0 1 0 0,1-1-1 0 0,-1 1 0 0 0,0-1 1 0 0,1 0-1 0 0,-1 0 0 0 0,0 1 1 0 0,0-2-1 0 0,0 1 0 0 0,4-2 1 0 0,14-15-2742 0 0,-7-2-5871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0 242 12895 0 0,'11'6'10668'0'0,"2"-3"-6727"0"0,13-4-4067 0 0,-17 0 1472 0 0,70-3 578 0 0,106-6-962 0 0,31-16-793 0 0,-29 2-705 0 0,-165 21 281 0 0,-2 0-492 0 0,-8 2-2487 0 0,-11 1 3402 0 0,8-1 2448 0 0,0 41-1455 0 0,6 63-1 0 0,-9-51-889 0 0,-4-37-176 0 0,-1-3-38 0 0,1 0 0 0 0,0 0 0 0 0,1 0 0 0 0,8 22 0 0 0,6-75-53 0 0,-9 25-4 0 0,1 1 0 0 0,1 1 0 0 0,23-27 0 0 0,-12 15 0 0 0,-4 6 0 0 0,0 0 1 0 0,1 1-1 0 0,1 2 1 0 0,1 0-1 0 0,1 0 0 0 0,25-14 1 0 0,-29 21-3 0 0,1 0 1 0 0,0 2-1 0 0,1 0 1 0 0,-1 1-1 0 0,2 1 1 0 0,-1 0-1 0 0,1 2 1 0 0,31-4-1 0 0,-42 7-22 0 0,-4 1 13 0 0,1-1 0 0 0,-1 1 0 0 0,0 0 0 0 0,0 1 0 0 0,0-1 0 0 0,0 1 0 0 0,0 0 0 0 0,0 0 0 0 0,0 1 0 0 0,7 2 0 0 0,-10-3 3 0 0,1 0 1 0 0,-1 0-1 0 0,0 0 1 0 0,0 0-1 0 0,0 1 1 0 0,1-1-1 0 0,2 3 1 0 0,3 6 7 0 0,-8-8 3 0 0,1 0 0 0 0,-1 1 0 0 0,1-1 1 0 0,-1 0-1 0 0,0 1 0 0 0,0-1 0 0 0,0 1 0 0 0,0-1 0 0 0,0 0 0 0 0,-1 1 0 0 0,1-1 1 0 0,-1 0-1 0 0,1 1 0 0 0,-1-1 0 0 0,-2 4 0 0 0,-18 36 125 0 0,16-34-101 0 0,-33 49-13 0 0,5-10-17 0 0,12-11 3 0 0,21-36-8 0 0,0 0 0 0 0,-1 1-1 0 0,1-1 1 0 0,0 1 0 0 0,-1-1 0 0 0,1 1 0 0 0,0-1-1 0 0,-1 1 1 0 0,1-1 0 0 0,0 1 0 0 0,0-1 0 0 0,0 1-1 0 0,-1-1 1 0 0,1 1 0 0 0,0 0 0 0 0,0-1-1 0 0,0 1 1 0 0,0-1 0 0 0,0 1 0 0 0,0-1 0 0 0,0 1-1 0 0,0 0 1 0 0,0-1 0 0 0,0 1 0 0 0,1-1 0 0 0,-1 1-1 0 0,0-1 1 0 0,0 1 0 0 0,0-1 0 0 0,1 1 0 0 0,-1-1-1 0 0,0 1 1 0 0,1-1 0 0 0,-1 1 0 0 0,0-1 0 0 0,1 1-1 0 0,-1-1 1 0 0,0 0 0 0 0,1 1 0 0 0,-1-1 0 0 0,1 0-1 0 0,-1 1 1 0 0,1-1 0 0 0,-1 0 0 0 0,1 0-1 0 0,-1 1 1 0 0,1-1 0 0 0,-1 0 0 0 0,1 0 0 0 0,0 0-1 0 0,-1 0 1 0 0,1 0 0 0 0,-1 1 0 0 0,1-1 0 0 0,0 0-1 0 0,2 1-38 0 0,5 1-11 0 0,-1 0-1 0 0,1-1 1 0 0,0 0 0 0 0,0 0-1 0 0,-1 0 1 0 0,1-1-1 0 0,0 0 1 0 0,0-1-1 0 0,0 0 1 0 0,-1 0 0 0 0,1 0-1 0 0,0-1 1 0 0,8-3-1 0 0,-11 3 42 0 0,0 0-1 0 0,0 0 1 0 0,-1-1-1 0 0,1 1 1 0 0,-1-1-1 0 0,1 0 0 0 0,-1 0 1 0 0,0-1-1 0 0,0 1 1 0 0,0-1-1 0 0,-1 0 1 0 0,1 0-1 0 0,-1 0 1 0 0,0 0-1 0 0,0-1 0 0 0,0 1 1 0 0,-1-1-1 0 0,0 0 1 0 0,0 0-1 0 0,3-8 1 0 0,-3 3-25 0 0,-1 1 0 0 0,0 0 0 0 0,0 0-1 0 0,-1 0 1 0 0,0-1 0 0 0,-1 1 0 0 0,0 0 0 0 0,0 0 0 0 0,-1 0 0 0 0,0-1 0 0 0,-1 2 0 0 0,-6-17 0 0 0,6 19-24 0 0,1 0 0 0 0,0 0 1 0 0,0 0-1 0 0,0 0 0 0 0,1-1 0 0 0,-1-8 1 0 0,2 14 49 0 0,0 0 0 0 0,0-1 0 0 0,0 1 0 0 0,0-1 0 0 0,0 1 0 0 0,0-1 1 0 0,1 1-1 0 0,-1 0 0 0 0,0-1 0 0 0,1 1 0 0 0,0 0 0 0 0,-1-1 0 0 0,1 1 0 0 0,0 0 1 0 0,-1 0-1 0 0,1 0 0 0 0,0-1 0 0 0,0 1 0 0 0,0 0 0 0 0,0 0 0 0 0,0 0 0 0 0,0 0 1 0 0,0 1-1 0 0,1-1 0 0 0,-1 0 0 0 0,0 0 0 0 0,0 1 0 0 0,1-1 0 0 0,-1 1 0 0 0,0-1 1 0 0,1 1-1 0 0,-1-1 0 0 0,1 1 0 0 0,1 0 0 0 0,15-3-13 0 0,0 1 0 0 0,0 0 1 0 0,0 2-1 0 0,0 0 0 0 0,0 1 0 0 0,0 1 0 0 0,0 1 1 0 0,0 0-1 0 0,24 8 0 0 0,-37-9 68 0 0,0 0 0 0 0,-1 0 0 0 0,1 0 0 0 0,0 0 1 0 0,-1 1-1 0 0,1 0 0 0 0,-1 0 0 0 0,0 0 0 0 0,0 0 0 0 0,0 1 0 0 0,-1-1 0 0 0,1 1 0 0 0,-1 0 1 0 0,0 0-1 0 0,0 0 0 0 0,0 1 0 0 0,4 7 0 0 0,2 12 239 0 0,-1 0 0 0 0,0 0 0 0 0,3 27 0 0 0,11 66 461 0 0,16 117-51 0 0,-17-43-411 0 0,-20-181-292 0 0,-1-8-54 0 0,-1-2 12 0 0,-2-2 45 0 0,0 0 0 0 0,0-1 1 0 0,0 1-1 0 0,0 0 0 0 0,1-1 1 0 0,-1 0-1 0 0,1 1 0 0 0,0-1 1 0 0,0 0-1 0 0,0 0 0 0 0,0 0 0 0 0,1-1 1 0 0,-2-3-1 0 0,-1 0-21 0 0,2-1 0 0 0,-1 0 0 0 0,1 0 1 0 0,-2-16-1 0 0,1 9-35 0 0,0 0 0 0 0,-1 0 1 0 0,-11-25-1 0 0,9 24-36 0 0,1-1 0 0 0,-8-32 0 0 0,12 30-27 0 0,0 1 1 0 0,1-1-1 0 0,1 1 0 0 0,6-33 1 0 0,1-21-238 0 0,-6 26 184 0 0,-1 7-50 0 0,10-62-1 0 0,-9 89 255 0 0,1 1 0 0 0,0 0 1 0 0,1-1-1 0 0,0 1 0 0 0,0 0 0 0 0,1 1 0 0 0,1-1 1 0 0,0 1-1 0 0,13-17 0 0 0,-13 20 105 0 0,1-1 0 0 0,0 1-1 0 0,0 0 1 0 0,13-9 0 0 0,-16 13-89 0 0,1 1 1 0 0,0-1-1 0 0,0 1 0 0 0,0 0 1 0 0,0 0-1 0 0,0 1 0 0 0,0-1 1 0 0,1 1-1 0 0,-1 0 1 0 0,8 0-1 0 0,2 1-32 0 0,0 0 0 0 0,0 0 0 0 0,0 2 1 0 0,18 3-1 0 0,-25-3-3 0 0,1 0 0 0 0,-1 1 0 0 0,1 0 1 0 0,-1 0-1 0 0,0 0 0 0 0,0 1 1 0 0,-1 1-1 0 0,13 7 0 0 0,-18-10 2 0 0,0 0 0 0 0,0 0 0 0 0,0 1 0 0 0,0-1 0 0 0,0 0 0 0 0,0 1 0 0 0,0-1 0 0 0,-1 1 0 0 0,0-1-1 0 0,1 1 1 0 0,-1 0 0 0 0,0 0 0 0 0,0-1 0 0 0,0 1 0 0 0,0 5 0 0 0,0-3 1 0 0,-1 0-1 0 0,0-1 1 0 0,-1 1-1 0 0,1 0 1 0 0,-1 0 0 0 0,0-1-1 0 0,0 1 1 0 0,-3 9-1 0 0,-1-3 30 0 0,0 0 0 0 0,-1 0-1 0 0,0 0 1 0 0,-1 0 0 0 0,0-1-1 0 0,-14 14 1 0 0,8-9-81 0 0,-1-1 0 0 0,0-1 0 0 0,-1 0 0 0 0,-1-1 0 0 0,0-1 0 0 0,0-1 0 0 0,-36 17 0 0 0,50-26-118 0 0,0 0-1 0 0,0 0 1 0 0,0 0 0 0 0,-1-1-1 0 0,1 1 1 0 0,0-1 0 0 0,0 0-1 0 0,-1 1 1 0 0,1-1-1 0 0,0 0 1 0 0,-1 0 0 0 0,-3-1-1 0 0,4-10-5974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19263 0 0,'0'0'1744'0'0,"8"2"-101"0"0,-5-1-1317 0 0,-1 0 1 0 0,0 1-1 0 0,1-1 1 0 0,-1 1-1 0 0,0-1 1 0 0,0 1 0 0 0,0 0-1 0 0,0-1 1 0 0,0 1-1 0 0,0 0 1 0 0,-1 0-1 0 0,1 0 1 0 0,-1 1-1 0 0,1-1 1 0 0,-1 0-1 0 0,0 1 1 0 0,0-1-1 0 0,0 0 1 0 0,1 5-1 0 0,2 7 248 0 0,0-1-1 0 0,1 22 1 0 0,-3-20-264 0 0,4 21-595 0 0,1 1 0 0 0,17 49 0 0 0,-19-74-2344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51 20159 0 0,'0'0'926'0'0,"0"-1"-26"0"0,-1 0-876 0 0,1 0 0 0 0,0 1 0 0 0,0-1 0 0 0,0 1 1 0 0,-1-1-1 0 0,1 0 0 0 0,0 1 0 0 0,0-1 0 0 0,0 0 1 0 0,0 1-1 0 0,0-1 0 0 0,0 0 0 0 0,0 1 1 0 0,0-1-1 0 0,0 0 0 0 0,1 1 0 0 0,-1-1 0 0 0,0 1 1 0 0,0-1-1 0 0,1 0 0 0 0,-1 1 0 0 0,0-1 1 0 0,0 1-1 0 0,1-1 0 0 0,-1 1 0 0 0,1-1 0 0 0,-1 1 1 0 0,1-1-1 0 0,-1 1 0 0 0,1-1 0 0 0,-1 1 1 0 0,1-1-1 0 0,-1 1 0 0 0,1 0 0 0 0,0-1 0 0 0,7-3 164 0 0,0 0-1 0 0,0 1 0 0 0,0 0 0 0 0,0 0 0 0 0,1 1 1 0 0,-1 0-1 0 0,1 1 0 0 0,-1 0 0 0 0,11 0 0 0 0,9-1-290 0 0,79-1-1403 0 0,-89 4 1355 0 0,0 0-1 0 0,0 1 0 0 0,32 9 0 0 0,-49-11 286 0 0,1 0 0 0 0,-1 1 0 0 0,1-1 0 0 0,-1 1-1 0 0,0-1 1 0 0,1 1 0 0 0,-1 0 0 0 0,0 0 0 0 0,0 0-1 0 0,1-1 1 0 0,-1 1 0 0 0,0 0 0 0 0,0 0 0 0 0,0 1-1 0 0,0-1 1 0 0,0 0 0 0 0,-1 0 0 0 0,1 0 0 0 0,1 3 0 0 0,-2-3 4 0 0,1 0 1 0 0,-1 0 0 0 0,0 1 0 0 0,0-1 0 0 0,0 0 0 0 0,0 0 0 0 0,0 1 0 0 0,0-1 0 0 0,0 0 0 0 0,0 0 0 0 0,-1 1 0 0 0,1-1 0 0 0,0 0 0 0 0,-1 0 0 0 0,1 0 0 0 0,-1 0 0 0 0,1 1 0 0 0,-1-1 0 0 0,0 0 0 0 0,1 0 0 0 0,-1 0 0 0 0,0 0 0 0 0,-1 1 0 0 0,-40 41 2247 0 0,21-21-1636 0 0,-34 43 1 0 0,36-40-705 0 0,10-14-6 0 0,0 1-1 0 0,1 1 0 0 0,0-1 0 0 0,-9 22 0 0 0,15-30-33 0 0,1 0-1 0 0,0 0 1 0 0,0 1-1 0 0,0-1 0 0 0,0 0 1 0 0,1 0-1 0 0,-1 1 1 0 0,1-1-1 0 0,0 0 0 0 0,1 0 1 0 0,-1 1-1 0 0,1-1 1 0 0,0 0-1 0 0,0 0 1 0 0,0 0-1 0 0,0 0 0 0 0,1 0 1 0 0,-1 0-1 0 0,1 0 1 0 0,4 6-1 0 0,-2-4-5 0 0,1-1 0 0 0,-1 0 0 0 0,1 0 0 0 0,0 0 0 0 0,0-1 0 0 0,0 1 0 0 0,1-1 0 0 0,-1-1 0 0 0,1 1 0 0 0,0-1 0 0 0,0 0 0 0 0,1 0 0 0 0,10 3 0 0 0,7 1 0 0 0,1-2 0 0 0,33 4 0 0 0,-40-6 0 0 0,21 1-58 0 0,1-1 0 0 0,54-4 1 0 0,81-14-504 0 0,-120 9 287 0 0,-30 4-862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6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60 10591 0 0,'0'0'819'0'0,"-1"-1"-534"0"0,-5-8-958 0 0,-1-8 9076 0 0,1 1 79 0 0,1 8-8273 0 0,4 7-39 0 0,0 0 0 0 0,-1 0-1 0 0,1 0 1 0 0,-1 1-1 0 0,1-1 1 0 0,0 0 0 0 0,-1 1-1 0 0,1-1 1 0 0,-1 1 0 0 0,1 0-1 0 0,-1-1 1 0 0,1 1-1 0 0,-1 0 1 0 0,0 0 0 0 0,1 0-1 0 0,-1 0 1 0 0,-1 0-1 0 0,-26 6 181 0 0,-10 7-148 0 0,1 2 1 0 0,0 1-1 0 0,-35 23 0 0 0,42-21-151 0 0,2 1-1 0 0,-29 25 0 0 0,16-11-42 0 0,29-24 9 0 0,0 2-1 0 0,-18 18 1 0 0,28-25-16 0 0,0-1 0 0 0,0 1 0 0 0,0 0 0 0 0,1 0 0 0 0,-1 0 0 0 0,1 0 0 0 0,0 0 0 0 0,0 0-1 0 0,0 1 1 0 0,1-1 0 0 0,0 1 0 0 0,-1-1 0 0 0,2 1 0 0 0,-2 7 0 0 0,3-9 0 0 0,-1-1 1 0 0,1 1-1 0 0,-1-1 1 0 0,1 1-1 0 0,0-1 0 0 0,0 1 1 0 0,0-1-1 0 0,0 1 1 0 0,1-1-1 0 0,-1 0 0 0 0,0 0 1 0 0,1 0-1 0 0,0 0 1 0 0,0 0-1 0 0,-1 0 0 0 0,1 0 1 0 0,0-1-1 0 0,4 3 1 0 0,3 3 10 0 0,1-1 1 0 0,19 9-1 0 0,8 1 9 0 0,1-3 0 0 0,76 18 0 0 0,6 1 39 0 0,-99-26-53 0 0,-1 2 1 0 0,0 1-1 0 0,32 19 0 0 0,-47-25-7 0 0,-1 0 0 0 0,0 0 0 0 0,0 0 0 0 0,0 1 0 0 0,-1-1 0 0 0,1 1 0 0 0,-1 0 0 0 0,0 0 0 0 0,0 0 0 0 0,0 0 0 0 0,3 8 0 0 0,-5-9 0 0 0,0-1 0 0 0,0 1 0 0 0,-1-1 0 0 0,1 1 0 0 0,0 0 0 0 0,-1-1 0 0 0,0 1 0 0 0,0 0 0 0 0,0-1 0 0 0,0 1 0 0 0,0 0 0 0 0,-1-1 0 0 0,1 1 0 0 0,-1 0 0 0 0,1-1 0 0 0,-1 1 0 0 0,0-1 0 0 0,0 1 0 0 0,0-1 0 0 0,-1 1 0 0 0,1-1 0 0 0,0 0 0 0 0,-4 4 0 0 0,-1 1 0 0 0,-1 1 0 0 0,-1-1 0 0 0,0-1 0 0 0,0 0 0 0 0,0 0 0 0 0,0 0 0 0 0,-1-1 0 0 0,0 0 0 0 0,-19 7 0 0 0,-6 0 0 0 0,-49 10 0 0 0,76-21 0 0 0,-39 11-402 0 0,-1-3-1 0 0,0-2 1 0 0,-62 1 0 0 0,57-6-2236 0 0,30 0 397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7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 2759 0 0,'0'0'126'0'0,"-1"1"-5"0"0,-14 26 3479 0 0,-14 20 13451 0 0,15-27-14685 0 0,4-8-1516 0 0,-73 82 2655 0 0,50-64-3516 0 0,-57 42 0 0 0,72-62-2751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2 25079 0 0,'-1'0'-107'0'0,"-2"-1"626"0"0,-1 1 0 0 0,1-1 0 0 0,0 1 1 0 0,-1 0-1 0 0,-4 1 0 0 0,4 1-354 0 0,-1 0 1 0 0,1 0-1 0 0,-1 1 0 0 0,1 0 1 0 0,0 0-1 0 0,0 0 0 0 0,0 1 1 0 0,1-1-1 0 0,-7 8 0 0 0,-25 39 694 0 0,14-20-1008 0 0,-8 14 230 0 0,-29 58 0 0 0,52-88-700 0 0,0 0 0 0 0,0 0 0 0 0,1 0 0 0 0,1 1 0 0 0,1 0 0 0 0,0 0 0 0 0,1 0 0 0 0,-1 30-1 0 0,4-19-1325 0 0</inkml:trace>
  <inkml:trace contextRef="#ctx0" brushRef="#br0" timeOffset="1">395 948 6447 0 0,'-1'1'19017'0'0,"-6"21"-16783"0"0,1 1 0 0 0,-5 39 0 0 0,10-48-2171 0 0,0 1 0 0 0,1 0-1 0 0,0 0 1 0 0,1-1 0 0 0,4 23 0 0 0,-3-28 19 0 0,-1-2-256 0 0,1 0-1 0 0,0 0 1 0 0,0 0 0 0 0,0 0-1 0 0,5 8 1 0 0,-6-14 28 0 0,0 1-1 0 0,0 0 1 0 0,1-1-1 0 0,-1 1 1 0 0,0-1-1 0 0,1 1 1 0 0,-1-1 0 0 0,1 0-1 0 0,-1 1 1 0 0,1-1-1 0 0,0 0 1 0 0,-1 0-1 0 0,1 0 1 0 0,0 0-1 0 0,0-1 1 0 0,0 1 0 0 0,0 0-1 0 0,0-1 1 0 0,0 1-1 0 0,-1-1 1 0 0,1 0-1 0 0,0 0 1 0 0,4 0-1 0 0,9-1-1749 0 0,0-2-345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7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24271 0 0,'0'0'2203'0'0,"2"0"-1817"0"0,28-2 1116 0 0,0-1-1 0 0,56-14 0 0 0,-5 1-2091 0 0,55-11-3045 0 0,-100 20 1503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8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31 4607 0 0,'-7'-3'475'0'0,"-4"-2"-1440"0"0,1-2 3707 0 0,6 5-363 0 0,1-1-1 0 0,-1 1 1 0 0,0 0-1 0 0,0 1 1 0 0,0-1-1 0 0,-6-1 1 0 0,-7 2 1216 0 0,-2 4-2901 0 0,1 1 0 0 0,-1 1 0 0 0,1 0 0 0 0,0 1 0 0 0,-23 12-1 0 0,-82 51 39 0 0,111-62-661 0 0,1 1 0 0 0,-1 1 0 0 0,2-1 0 0 0,-17 18 0 0 0,23-22-57 0 0,1 1 0 0 0,-1-1 0 0 0,1 1 1 0 0,0 0-1 0 0,0 0 0 0 0,-2 7 0 0 0,4-9-14 0 0,0-1 1 0 0,0 1-1 0 0,1 0 0 0 0,-1 0 0 0 0,1 0 0 0 0,-1 0 0 0 0,1 0 0 0 0,0 0 0 0 0,0 0 1 0 0,1 0-1 0 0,-1 0 0 0 0,2 5 0 0 0,-1-4 0 0 0,1 0 0 0 0,0 0 0 0 0,1 0 0 0 0,-1 0 0 0 0,1 0 0 0 0,-1 0 0 0 0,1-1 0 0 0,0 1 0 0 0,1-1 0 0 0,-1 0 0 0 0,7 5 0 0 0,1 0 0 0 0,1 0 0 0 0,20 10 0 0 0,91 33 0 0 0,-14-6 0 0 0,-89-35 0 0 0,0 0 0 0 0,-1 1 0 0 0,21 17 0 0 0,-35-25 0 0 0,-1 1 0 0 0,1 0 0 0 0,-1 1-1 0 0,0-1 1 0 0,0 1 0 0 0,-1 0 0 0 0,4 5 0 0 0,-6-8 0 0 0,0 0 1 0 0,0 0 0 0 0,0 0-1 0 0,0 0 1 0 0,0 0 0 0 0,-1 0-1 0 0,1 0 1 0 0,-1 1 0 0 0,0-1-1 0 0,1 0 1 0 0,-1 0-1 0 0,0 0 1 0 0,0 0 0 0 0,0 1-1 0 0,-1-1 1 0 0,1 0 0 0 0,0 0-1 0 0,-1 0 1 0 0,1 0-1 0 0,-1 0 1 0 0,0 0 0 0 0,-1 3-1 0 0,-4 3 18 0 0,0 0-1 0 0,0 0 1 0 0,0 0 0 0 0,-1-1-1 0 0,0 0 1 0 0,0-1-1 0 0,-1 0 1 0 0,0 0-1 0 0,0 0 1 0 0,-1-1-1 0 0,1 0 1 0 0,-1-1-1 0 0,-10 4 1 0 0,-8 1-90 0 0,0 0 0 0 0,0-2 0 0 0,-37 4 0 0 0,-55 4-1434 0 0,39-9-6844 0 0,78-6 8066 0 0,-54 4-9307 0 0</inkml:trace>
  <inkml:trace contextRef="#ctx0" brushRef="#br0" timeOffset="1">357 465 14279 0 0,'0'0'1103'0'0,"0"2"-720"0"0,-1 6 641 0 0,0 0 1 0 0,0-1-1 0 0,-1 1 0 0 0,0 0 1 0 0,0 0-1 0 0,-1-1 1 0 0,0 1-1 0 0,-4 7 1 0 0,-2 2 187 0 0,-1-1 0 0 0,-15 22-1 0 0,4-15-761 0 0,-1 0 0 0 0,-1-2-1 0 0,-42 32 1 0 0,48-40-406 0 0,4-3-729 0 0,-1 0 1 0 0,0-1-1 0 0,0-1 0 0 0,-1 0 0 0 0,0-1 1 0 0,-27 9-1 0 0,26-13-8698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17503 0 0,'0'0'1831'0'0,"-8"4"2110"0"0,2 1-2717 0 0,1 0 0 0 0,-1 0 0 0 0,-8 11 0 0 0,-11 22 69 0 0,12-11-1108 0 0,-11 30 1 0 0,20-42-430 0 0,0 0 0 0 0,1 0 0 0 0,1 0 0 0 0,-1 30 0 0 0,2-26-528 0 0,0 5-1230 0 0,2 2-4481 0 0,4-2-1860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9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9215 0 0,'2'0'13923'0'0,"13"3"-7145"0"0,-16-1-6039 0 0,-16 20 556 0 0,8-9-963 0 0,-18 19 1 0 0,-39 47-181 0 0,55-69-152 0 0,8-8 0 0 0,0 1 0 0 0,-1 0 0 0 0,1 0 0 0 0,1 1 0 0 0,-1-1 0 0 0,0 0 0 0 0,1 1 0 0 0,0 0 0 0 0,-3 5 0 0 0,1 0 0 0 0,1 0 0 0 0,7 0 0 0 0,-2-7 0 0 0,0-1 0 0 0,1 1 0 0 0,-1-1 0 0 0,1 0 0 0 0,-1 0 0 0 0,1 0 0 0 0,-1 0 0 0 0,1 0 0 0 0,0 0 0 0 0,-1-1 0 0 0,1 1 0 0 0,3-1 0 0 0,33 1 0 0 0,-6-4 0 0 0,52-12 0 0 0,-67 11 0 0 0,-1 1-88 0 0,3-1-640 0 0,23-8-1 0 0,-36 10 519 0 0,-1-1-1 0 0,0 0 0 0 0,1 0 0 0 0,-1 0 1 0 0,0-1-1 0 0,-1 0 0 0 0,8-6 0 0 0,2-4-4035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19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11519 0 0,'0'2'4128'0'0,"10"63"7844"0"0,-3 2-8459 0 0,9 56-2201 0 0,-9-22-1055 0 0,-4-49-191 0 0,-1 70-681 0 0,-2-80 301 0 0,0-40-493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0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30 25455 0 0,'0'0'1167'0'0,"0"0"-1123"0"0,0 0 0 0 0,0 0 0 0 0,0 0 0 0 0,-1 0 1 0 0,1 0-1 0 0,0 0 0 0 0,0 0 0 0 0,0 0 0 0 0,0 0 1 0 0,0 0-1 0 0,0 0 0 0 0,0-1 0 0 0,0 1 0 0 0,0 0 0 0 0,0 0 1 0 0,0 0-1 0 0,0 0 0 0 0,0 0 0 0 0,0 0 0 0 0,0 0 1 0 0,0 0-1 0 0,0 0 0 0 0,0 0 0 0 0,0-1 0 0 0,0 1 1 0 0,0 0-1 0 0,0 0 0 0 0,0 0 0 0 0,0 0 0 0 0,0 0 0 0 0,0 0 1 0 0,0 0-1 0 0,0 0 0 0 0,0 0 0 0 0,0-1 0 0 0,0 1 1 0 0,0 0-1 0 0,0 0 0 0 0,0 0 0 0 0,0 0 0 0 0,0 0 0 0 0,0 0 1 0 0,0 0-1 0 0,0 0 0 0 0,0 0 0 0 0,0 0 0 0 0,0 0 1 0 0,0 0-1 0 0,0-1 0 0 0,0 1 0 0 0,1 0 0 0 0,-1 0 0 0 0,0 0 1 0 0,0 0-1 0 0,0 0 0 0 0,0 0 0 0 0,0 0 0 0 0,21-4 888 0 0,0 0 0 0 0,33-1 0 0 0,-2 0-726 0 0,-24 1-966 0 0,-1 2 0 0 0,1 0 0 0 0,47 4 0 0 0,-66 2-2160 0 0,-6-3 1372 0 0</inkml:trace>
  <inkml:trace contextRef="#ctx0" brushRef="#br0" timeOffset="1">40 245 10135 0 0,'-9'5'221'0'0,"6"-4"-65"0"0,-1 1 0 0 0,1-1 0 0 0,0 1 0 0 0,-15 13 14492 0 0,31-9-12392 0 0,23 8 0 0 0,-27-11-2041 0 0,1-1-1 0 0,-1 0 1 0 0,1-1-1 0 0,0 0 1 0 0,18-1-1 0 0,216-26-421 0 0,-183 18-1459 0 0,-29 3 551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69 12439 0 0,'-8'-8'837'0'0,"0"0"0"0"0,-1 1-1 0 0,0 0 1 0 0,0 0 0 0 0,0 1-1 0 0,-1 0 1 0 0,-13-5 0 0 0,20 9-538 0 0,-1 1 0 0 0,0 0 0 0 0,-1 0 1 0 0,1 0-1 0 0,0 0 0 0 0,0 0 0 0 0,0 1 1 0 0,0 0-1 0 0,-1 0 0 0 0,1 0 0 0 0,0 1 1 0 0,0-1-1 0 0,0 1 0 0 0,0 0 0 0 0,0 0 0 0 0,0 0 1 0 0,0 1-1 0 0,0-1 0 0 0,0 1 0 0 0,0 0 1 0 0,1 0-1 0 0,-7 5 0 0 0,-1 2 27 0 0,0 0 0 0 0,1 1 0 0 0,0 0-1 0 0,1 0 1 0 0,0 1 0 0 0,1 1 0 0 0,-15 24 0 0 0,14-17-93 0 0,0 0 0 0 0,2 1 0 0 0,0 0 0 0 0,-7 35 0 0 0,6-2-32 0 0,2 0 0 0 0,3 0 0 0 0,4 72 0 0 0,5-23 106 0 0,35 193 1 0 0,59 140-100 0 0,-54-242-159 0 0,-26-104-33 0 0,15 150 0 0 0,-32-202-11 0 0,-2 1-1 0 0,-2-1 1 0 0,-1 1-1 0 0,-2-1 1 0 0,-2 1-1 0 0,-18 65 1 0 0,20-94-98 0 0,0 1 1 0 0,0-1-1 0 0,-1 0 0 0 0,0 0 1 0 0,0 0-1 0 0,-1-1 0 0 0,0 1 1 0 0,-1-2-1 0 0,0 1 0 0 0,0-1 1 0 0,0 0-1 0 0,-1 0 0 0 0,0-1 1 0 0,-1 0-1 0 0,1 0 0 0 0,-1-1 1 0 0,0 0-1 0 0,-1-1 0 0 0,1 0 1 0 0,-1-1-1 0 0,1 1 0 0 0,-1-2 1 0 0,0 1-1 0 0,0-2 0 0 0,-1 1 1 0 0,1-1-1 0 0,0-1 0 0 0,0 0 1 0 0,-19-2-1 0 0,24 1-313 0 0,-1-1-1 0 0,1 0 1 0 0,0 0 0 0 0,0 0 0 0 0,0 0-1 0 0,0-1 1 0 0,1 0 0 0 0,-1 0-1 0 0,1 0 1 0 0,-6-5 0 0 0,-11-10-2081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1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61 18687 0 0,'-4'-7'1692'0'0,"2"2"-1441"0"0,-1 0 1 0 0,0 1-1 0 0,0 0 0 0 0,0 0 0 0 0,-1 0 0 0 0,0 0 1 0 0,1 0-1 0 0,-8-4 0 0 0,9 6-5 0 0,0 1 1 0 0,0 0-1 0 0,-1 0 1 0 0,1-1-1 0 0,0 2 1 0 0,0-1-1 0 0,-1 0 0 0 0,1 0 1 0 0,-1 1-1 0 0,1-1 1 0 0,-1 1-1 0 0,1 0 1 0 0,-1 0-1 0 0,1 0 0 0 0,0 0 1 0 0,-1 0-1 0 0,1 1 1 0 0,-1-1-1 0 0,1 1 1 0 0,-4 0-1 0 0,-1 2 32 0 0,-1 1 0 0 0,1 0 0 0 0,0 0 0 0 0,0 0 0 0 0,1 1-1 0 0,0 0 1 0 0,-1 0 0 0 0,-8 10 0 0 0,3 0-45 0 0,0 0 1 0 0,-16 25-1 0 0,22-30-149 0 0,0 1-1 0 0,1-1 1 0 0,0 1-1 0 0,-4 14 1 0 0,8-22-70 0 0,0 1 0 0 0,0 0 0 0 0,0 0 0 0 0,1 0 0 0 0,-1 0 0 0 0,1 0 0 0 0,0 0 1 0 0,0 0-1 0 0,0 0 0 0 0,1 0 0 0 0,-1 0 0 0 0,1 0 0 0 0,0 0 0 0 0,0-1 0 0 0,1 1 1 0 0,1 4-1 0 0,-1-5-20 0 0,0-1 0 0 0,0 1 0 0 0,0-1 0 0 0,0 0 0 0 0,1 0 0 0 0,-1 0 0 0 0,1 0 1 0 0,-1 0-1 0 0,1 0 0 0 0,0-1 0 0 0,0 1 0 0 0,0-1 0 0 0,0 0 0 0 0,0 0 0 0 0,0 0 0 0 0,0 0 0 0 0,0 0 1 0 0,5 0-1 0 0,1 0-42 0 0,-1-1 1 0 0,1 1-1 0 0,-1-2 0 0 0,1 1 1 0 0,15-3-1 0 0,-13 0-4 0 0,0 0 1 0 0,0 0-1 0 0,0-1 0 0 0,0-1 0 0 0,0 1 0 0 0,-1-2 0 0 0,1 0 0 0 0,-2 0 0 0 0,1 0 0 0 0,-1-1 0 0 0,0-1 0 0 0,0 0 0 0 0,-1 0 1 0 0,0 0-1 0 0,11-16 0 0 0,-17 21 31 0 0,1-1 0 0 0,-1 0 0 0 0,0 0-1 0 0,0 0 1 0 0,0 0 0 0 0,-1 0 0 0 0,0 0 0 0 0,1-1 0 0 0,-1 1 0 0 0,-1 0 0 0 0,1-1 0 0 0,-1 1 0 0 0,1 0 0 0 0,-1-1 0 0 0,-1 1 0 0 0,1-1 0 0 0,0 1 0 0 0,-1 0 0 0 0,0-1 0 0 0,0 1 0 0 0,-1 0 0 0 0,1-1 0 0 0,-1 1-1 0 0,0 0 1 0 0,0 0 0 0 0,0 1 0 0 0,0-1 0 0 0,-1 0 0 0 0,1 1 0 0 0,-1-1 0 0 0,0 1 0 0 0,0 0 0 0 0,-1 0 0 0 0,1 0 0 0 0,-1 0 0 0 0,1 1 0 0 0,-6-3 0 0 0,-33-20-2817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2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717 142 4143 0 0,'-4'-9'319'0'0,"0"1"0"0"0,0 0 0 0 0,-11-14 0 0 0,5 7 3490 0 0,-1 1 4448 0 0,6 9-7276 0 0,0-1 0 0 0,0 1 0 0 0,0 1 0 0 0,0-1 0 0 0,-1 1 0 0 0,0 0 0 0 0,0 0 0 0 0,0 0 0 0 0,-8-3 0 0 0,4 4-498 0 0,1-1 0 0 0,-1 1-1 0 0,0 1 1 0 0,0 0 0 0 0,-18-1-1 0 0,6 2-353 0 0,0 2 1 0 0,0 0-1 0 0,1 2 0 0 0,-1 0 1 0 0,-27 9-1 0 0,25-6-7 0 0,0 2 0 0 0,-29 13 1 0 0,46-17-117 0 0,0-1 0 0 0,0 1 0 0 0,0 1 0 0 0,0-1 1 0 0,1 1-1 0 0,0 0 0 0 0,-1 1 0 0 0,2-1 0 0 0,-1 1 0 0 0,-8 13 1 0 0,12-16-6 0 0,0 0 0 0 0,1 0 0 0 0,0 0 1 0 0,0 0-1 0 0,0 0 0 0 0,0 0 0 0 0,0 0 1 0 0,0 0-1 0 0,1 0 0 0 0,0 0 0 0 0,-1 1 1 0 0,1-1-1 0 0,1 5 0 0 0,0-3 1 0 0,0 0 0 0 0,0 0 0 0 0,1 0 1 0 0,-1 0-1 0 0,1 0 0 0 0,0 0 0 0 0,5 6 0 0 0,3 4 3 0 0,0 0 0 0 0,2-2-1 0 0,21 22 1 0 0,-33-34-5 0 0,24 23 0 0 0,104 110 0 0 0,-111-113 0 0 0,0 2 0 0 0,-1-1 0 0 0,-1 2 0 0 0,19 40 0 0 0,-30-55 5 0 0,-1 0-1 0 0,0 0 1 0 0,0 0 0 0 0,0 0-1 0 0,-1 0 1 0 0,1 17 0 0 0,-3-23-3 0 0,0 0 0 0 0,0 0 0 0 0,0 0 0 0 0,-1 0 0 0 0,1 0 0 0 0,-1 0 0 0 0,0 0 0 0 0,0-1 0 0 0,0 1 0 0 0,0 0 0 0 0,0-1 0 0 0,0 1 0 0 0,-1-1 0 0 0,0 1 0 0 0,1-1 0 0 0,-1 1 0 0 0,0-1 0 0 0,0 0 0 0 0,0 0 0 0 0,0 0 0 0 0,-1 0 0 0 0,1-1 0 0 0,0 1 0 0 0,-1 0 0 0 0,-4 1 0 0 0,0 0 18 0 0,-1 0 0 0 0,1 0 1 0 0,-1-1-1 0 0,0 0 0 0 0,0-1 0 0 0,-8 1 0 0 0,-51 1 132 0 0,43-3-106 0 0,-113-1 41 0 0,110 0-40 0 0,1-2 0 0 0,-1-1 0 0 0,-29-9 0 0 0,48 11-34 0 0,1-1 1 0 0,0 1-1 0 0,-1-1 0 0 0,1-1 1 0 0,-7-3-1 0 0,13 6-11 0 0,0 0 0 0 0,0 1-1 0 0,0-1 1 0 0,0 0 0 0 0,0 0-1 0 0,0 0 1 0 0,0 0 0 0 0,0 0 0 0 0,0 0-1 0 0,0 0 1 0 0,0-1 0 0 0,0 1-1 0 0,1 0 1 0 0,-1 0 0 0 0,1-1-1 0 0,-1 1 1 0 0,1 0 0 0 0,-1 0-1 0 0,1-1 1 0 0,0 1 0 0 0,-1-1-1 0 0,1 1 1 0 0,0 0 0 0 0,0-1-1 0 0,0 1 1 0 0,0-1 0 0 0,0 1 0 0 0,0 0-1 0 0,1-1 1 0 0,-1 1 0 0 0,0-1-1 0 0,1 1 1 0 0,-1 0 0 0 0,1 0-1 0 0,0-2 1 0 0,5-6-63 0 0,1-1 0 0 0,0 2 0 0 0,0-1 1 0 0,1 1-1 0 0,0 0 0 0 0,0 0 0 0 0,17-11 0 0 0,-8 6-77 0 0,13-10-570 0 0,0 3 0 0 0,1 0 0 0 0,63-28 0 0 0,107-31-6399 0 0,-122 51 982 0 0,-33 10-642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84 5983 0 0,'0'0'464'0'0,"0"-1"317"0"0,1 0-1 0 0,-1-1 1 0 0,0 1-1 0 0,0 0 1 0 0,-1 0-1 0 0,1 0 0 0 0,0 0 1 0 0,0-1-1 0 0,-1 1 1 0 0,1 0-1 0 0,-1-1 1 0 0,0 1-354 0 0,0 0 1 0 0,0-1-1 0 0,0 1 1 0 0,0 1-1 0 0,-1-1 1 0 0,1 0 0 0 0,0 0-1 0 0,0 0 1 0 0,-1 1-1 0 0,1-1 1 0 0,-1 0-1 0 0,1 1 1 0 0,0-1 0 0 0,-1 1-1 0 0,1 0 1 0 0,-3-1-1 0 0,2 1-50 0 0,-1 0-1 0 0,0 0 0 0 0,1 1 0 0 0,-1-1 1 0 0,0 0-1 0 0,1 1 0 0 0,-1 0 1 0 0,-4 1-1 0 0,-1 2 116 0 0,0 0-1 0 0,1 1 1 0 0,-1 0-1 0 0,-11 9 1 0 0,0 5 66 0 0,0 0 0 0 0,2 1 0 0 0,-26 36 1 0 0,43-55-548 0 0,-10 13 136 0 0,1 0 1 0 0,0 1-1 0 0,1 0 1 0 0,1 0-1 0 0,0 1 1 0 0,-8 30-1 0 0,13-38-132 0 0,1 0-1 0 0,-1-1 0 0 0,1 1 1 0 0,1 1-1 0 0,-1-1 1 0 0,1 0-1 0 0,1 0 0 0 0,0 0 1 0 0,0 0-1 0 0,0 0 1 0 0,1 0-1 0 0,0-1 0 0 0,1 1 1 0 0,-1 0-1 0 0,2-1 1 0 0,4 10-1 0 0,-3-11-30 0 0,-1-1 1 0 0,1 0-1 0 0,-1 0 1 0 0,1 0-1 0 0,1-1 1 0 0,-1 0-1 0 0,1 0 1 0 0,-1 0-1 0 0,1-1 1 0 0,0 0-1 0 0,0 0 1 0 0,1 0-1 0 0,11 3 1 0 0,4 0-32 0 0,-1-1 0 0 0,44 4 1 0 0,-37-7-80 0 0,0-2 0 0 0,0 0 0 0 0,54-9 0 0 0,-65 6 19 0 0,0-1 1 0 0,0 0 0 0 0,-1-1-1 0 0,1-1 1 0 0,-1-1 0 0 0,-1-1-1 0 0,24-14 1 0 0,-33 18 104 0 0,0 0-1 0 0,0-1 1 0 0,-1 0 0 0 0,0 0 0 0 0,1 0-1 0 0,-2-1 1 0 0,1 0 0 0 0,-1 0 0 0 0,0 0-1 0 0,0 0 1 0 0,0-1 0 0 0,-1 1 0 0 0,3-9-1 0 0,-4 7 6 0 0,0-1-1 0 0,0 0 0 0 0,0 0 1 0 0,-1 0-1 0 0,-1 0 1 0 0,0 0-1 0 0,0 0 0 0 0,0 0 1 0 0,-4-15-1 0 0,0 8 3 0 0,0-1 1 0 0,-2 1-1 0 0,0 1 0 0 0,0-1 1 0 0,-2 1-1 0 0,0 0 0 0 0,0 1 1 0 0,-2 0-1 0 0,0 0 0 0 0,0 1 1 0 0,-14-13-1 0 0,10 12-257 0 0,-1 1 1 0 0,0 1-1 0 0,0 1 0 0 0,-2 0 1 0 0,-26-14-1 0 0,31 20 60 0 0,0-1 0 0 0,-1 2-1 0 0,1 0 1 0 0,-1 0 0 0 0,0 1 0 0 0,0 0 0 0 0,0 2-1 0 0,-1-1 1 0 0,-13 1 0 0 0,21 2-235 0 0,0-1-1 0 0,0 1 0 0 0,0 0 1 0 0,0 0-1 0 0,-11 4 1 0 0,-4 6-1432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1051 0 21391 0 0,'0'0'1943'0'0,"-1"2"-1449"0"0,-2 12 1393 0 0,-2 24 0 0 0,3-15-805 0 0,1-2-577 0 0,1 0-1 0 0,1 0 0 0 0,1 0 0 0 0,7 31 1 0 0,-7-39-476 0 0,4 22-230 0 0,1-1 0 0 0,2 0 0 0 0,2 0 0 0 0,0-1-1 0 0,26 48 1 0 0,16 15-5211 0 0,-41-73 3379 0 0</inkml:trace>
  <inkml:trace contextRef="#ctx0" brushRef="#br0" timeOffset="1">0 806 11519 0 0,'3'1'16217'0'0,"12"3"-15502"0"0,1 0 0 0 0,-1-1 0 0 0,33 2 0 0 0,52-5 46 0 0,-94 0-647 0 0,635-24 910 0 0,-293 12-2088 0 0,-317 11-214 0 0,-1 2 0 0 0,0 0 0 0 0,51 10 0 0 0,-61-5-987 0 0,-7 2-374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3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12895 0 0,'0'0'12761'0'0,"1"2"-11157"0"0,2 16-668 0 0,0-1 0 0 0,-1 1-1 0 0,-1 0 1 0 0,-2 34-1 0 0,1-23-695 0 0,2 29 0 0 0,2-10-219 0 0,12 73-21 0 0,-12-103-1004 0 0,-1 0 1 0 0,1 23-1 0 0,-4-39 183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23351 0 0,'0'0'2115'0'0,"2"-1"-1737"0"0,31-9 805 0 0,1 1-1 0 0,68-8 0 0 0,-17 4-390 0 0,147-20-206 0 0,-160 25-643 0 0,51-6-1114 0 0,-41 7-7152 0 0,-27 3-808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8287 0 0,'-1'1'639'0'0,"-11"8"-445"0"0,7-5 301 0 0,0 0 0 0 0,0 0 0 0 0,1 0 0 0 0,-1 1 0 0 0,1-1 0 0 0,-6 10 0 0 0,3-1 1838 0 0,0 0 0 0 0,1 0 0 0 0,-6 21 1 0 0,-9 45 1426 0 0,10-37-3852 0 0,-5 23 371 0 0,-7 72 0 0 0,3 68 980 0 0,17-167-1062 0 0,-7 112 335 0 0,12 211-1 0 0,38-10-842 0 0,-20-150-1815 0 0,-17-66-2077 0 0,-3-75-3909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5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13823 0 0,'0'0'1247'0'0,"0"3"-1023"0"0,4 87 8226 0 0,5 1-4486 0 0,18 91-2163 0 0,-17-117-930 0 0,-7-56-796 0 0,-2-8-46 0 0,0 1 1 0 0,-1 0 0 0 0,1 0 0 0 0,-1 0 0 0 0,0 0 0 0 0,1-1-1 0 0,-1 1 1 0 0,0 0 0 0 0,0 0 0 0 0,0 0 0 0 0,0 0 0 0 0,0 0 0 0 0,-2 3-1 0 0,2-3 157 0 0,0-5-128 0 0,-1-3-56 0 0,0 0 0 0 0,0 0 0 0 0,1-1 0 0 0,0 1 0 0 0,1 0 0 0 0,-1 0 1 0 0,3-9-1 0 0,12-45-79 0 0,-13 55 56 0 0,6-21-128 0 0,2 0 0 0 0,0 1 0 0 0,27-46 0 0 0,-30 60-151 0 0,1 0 0 0 0,0 1-1 0 0,12-13 1 0 0,-15 18-184 0 0,0 0 0 0 0,1 1-1 0 0,-1 0 1 0 0,1-1 0 0 0,0 2 0 0 0,0-1 0 0 0,9-3-1 0 0,-12 6 122 0 0,0 0 0 0 0,0 1 0 0 0,0-1-1 0 0,0 1 1 0 0,0 0 0 0 0,0 0 0 0 0,0 0-1 0 0,0 0 1 0 0,0 0 0 0 0,0 1 0 0 0,0 0-1 0 0,4 1 1 0 0,-6-2 315 0 0,16 6-2259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62 409 7831 0 0,'3'0'9212'0'0,"0"0"-8845"0"0,0 0 1 0 0,0 0-1 0 0,0 0 0 0 0,0 0 0 0 0,0-1 0 0 0,0 1 0 0 0,0-1 0 0 0,-1 0 1 0 0,1 0-1 0 0,0 0 0 0 0,0 0 0 0 0,4-2 0 0 0,-2-1-38 0 0,-1 1-1 0 0,1 0 1 0 0,-1-1-1 0 0,1 0 1 0 0,-1 0-1 0 0,4-5 1 0 0,2-5 2 0 0,0 0 0 0 0,-1-1-1 0 0,11-24 1 0 0,-17 33-286 0 0,0-1 0 0 0,-1 1 0 0 0,0 0 0 0 0,0 0 0 0 0,-1-1 0 0 0,0 1 0 0 0,1-8 0 0 0,-15 10 115 0 0,11 4-117 0 0,-1 0 0 0 0,1 0 0 0 0,-1 0 1 0 0,0 0-1 0 0,1 1 0 0 0,-1-1 0 0 0,1 1 0 0 0,-1 0 0 0 0,1-1 0 0 0,0 1 0 0 0,-1 0 0 0 0,1 1 1 0 0,0-1-1 0 0,-1 0 0 0 0,1 1 0 0 0,0-1 0 0 0,-2 3 0 0 0,-6 4 170 0 0,1 1 0 0 0,-10 11 0 0 0,15-15-123 0 0,-9 10 130 0 0,1 0 0 0 0,1 0 0 0 0,0 1-1 0 0,1 1 1 0 0,1 0 0 0 0,0 0 0 0 0,2 1-1 0 0,0 0 1 0 0,-7 25 0 0 0,13-37-190 0 0,0 1-1 0 0,0 0 1 0 0,0 0 0 0 0,1-1 0 0 0,0 1 0 0 0,1 0 0 0 0,-1 0-1 0 0,1-1 1 0 0,3 11 0 0 0,-3-14-34 0 0,0-1 0 0 0,0 1 0 0 0,0-1 1 0 0,0 1-1 0 0,0-1 0 0 0,1 1 0 0 0,-1-1 0 0 0,1 0 0 0 0,0 0 1 0 0,0 0-1 0 0,0 0 0 0 0,0 0 0 0 0,0 0 0 0 0,0 0 1 0 0,0-1-1 0 0,1 1 0 0 0,-1-1 0 0 0,0 1 0 0 0,1-1 0 0 0,-1 0 1 0 0,1 0-1 0 0,0 0 0 0 0,-1-1 0 0 0,1 1 0 0 0,4 0 0 0 0,0 0-127 0 0,0-1-1 0 0,1 0 0 0 0,-1 0 0 0 0,1-1 0 0 0,-1 0 0 0 0,0 0 0 0 0,1-1 0 0 0,-1 0 1 0 0,0 0-1 0 0,0-1 0 0 0,11-5 0 0 0,3-4-687 0 0,0 0 1 0 0,23-20-1 0 0,-37 27 591 0 0,-1-1 1 0 0,1 0-1 0 0,-1 0 1 0 0,-1 0 0 0 0,1-1-1 0 0,-1 0 1 0 0,0 0-1 0 0,-1 0 1 0 0,1-1-1 0 0,3-10 1 0 0,-3 6 125 0 0,-1-1 1 0 0,0 0-1 0 0,-1 0 1 0 0,-1-1 0 0 0,2-23-1 0 0,-4 12 4805 0 0,1 28-4095 0 0,3 14-336 0 0,2 0 0 0 0,0 0 0 0 0,0-1 0 0 0,2 0-1 0 0,9 16 1 0 0,-14-27-202 0 0,1 0 0 0 0,-1 0 0 0 0,1 0 0 0 0,0 0 0 0 0,0-1 0 0 0,1 0 0 0 0,-1 0 0 0 0,1 0 0 0 0,0 0 0 0 0,0-1 0 0 0,1 0 0 0 0,-1 0 0 0 0,1 0 0 0 0,-1-1 0 0 0,1 0 0 0 0,0 0 0 0 0,0 0 0 0 0,9 1 0 0 0,-8-2-24 0 0,0 0 1 0 0,1-1-1 0 0,-1 0 0 0 0,0 0 1 0 0,0-1-1 0 0,0 0 0 0 0,0 0 0 0 0,0 0 1 0 0,10-4-1 0 0,-14 3-23 0 0,0 1 0 0 0,0-1-1 0 0,0 1 1 0 0,0-1 0 0 0,0 0 0 0 0,-1 0-1 0 0,1 0 1 0 0,-1 0 0 0 0,1-1 0 0 0,-1 1 0 0 0,0-1-1 0 0,0 0 1 0 0,0 1 0 0 0,0-1 0 0 0,0 0-1 0 0,-1 0 1 0 0,1 0 0 0 0,-1 0 0 0 0,0-1-1 0 0,0 1 1 0 0,2-6 0 0 0,7-33 226 0 0,-6 24-194 0 0,6-36 0 0 0,-5 23-298 0 0,1 0 0 0 0,18-54 0 0 0,-14 51-530 0 0,25-67-2419 0 0,-22 66 1275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78 12895 0 0,'-31'-19'1266'0'0,"8"5"14908"0"0,32 13-15838 0 0,-1-1 1 0 0,0 1-1 0 0,0-2 0 0 0,14-4 1 0 0,-18 5-302 0 0,16-3-1 0 0,2 0 1 0 0,-1 1-1 0 0,0 1 0 0 0,41 0 0 0 0,-62 3-34 0 0,56-4-1079 0 0,-37 2-75 0 0,0 0 0 0 0,1 2-1 0 0,35 2 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24159 0 0,'0'0'2623'0'0,"2"1"-2333"0"0,37 4 457 0 0,0-2 0 0 0,42-1-1 0 0,96-16-716 0 0,-77 5-3376 0 0,-56 6-6075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7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97 13823 0 0,'-28'-39'670'0'0,"22"33"274"0"0,0 0-1 0 0,0 0 1 0 0,-1 1-1 0 0,1-1 0 0 0,-1 1 1 0 0,-9-5-1 0 0,11 8-372 0 0,0 0 1 0 0,1 0-1 0 0,-1 0 0 0 0,0 1 0 0 0,0-1 1 0 0,0 1-1 0 0,0 0 0 0 0,0 1 0 0 0,0-1 0 0 0,0 1 1 0 0,-6 0-1 0 0,5 1-432 0 0,1 0 1 0 0,0 0 0 0 0,0 0-1 0 0,0 1 1 0 0,0 0-1 0 0,0 0 1 0 0,-7 3-1 0 0,-5 6 176 0 0,0 0-1 0 0,0 1 0 0 0,1 0 1 0 0,-27 29-1 0 0,-49 68 292 0 0,50-53-280 0 0,-38 69 1 0 0,62-92-224 0 0,2 0 1 0 0,1 0-1 0 0,-20 68 0 0 0,30-84-77 0 0,2-1-1 0 0,0 1 0 0 0,1-1 1 0 0,1 1-1 0 0,0 0 0 0 0,1-1 0 0 0,1 1 1 0 0,6 31-1 0 0,-5-38-22 0 0,1 0 0 0 0,1 1 0 0 0,-1-1-1 0 0,2 0 1 0 0,-1 0 0 0 0,1-1 0 0 0,1 0 0 0 0,0 0 0 0 0,0 0 0 0 0,1 0 0 0 0,0-1-1 0 0,0 0 1 0 0,1-1 0 0 0,15 12 0 0 0,-10-10-9 0 0,1 0-1 0 0,0-1 1 0 0,0-1 0 0 0,1 0-1 0 0,0-1 1 0 0,21 6 0 0 0,-13-6-33 0 0,0-2 1 0 0,0 0-1 0 0,44 0 1 0 0,-24-5-27 0 0,-1-2 1 0 0,1-2 0 0 0,-1-2-1 0 0,58-17 1 0 0,-81 19 42 0 0,0-1-1 0 0,-1-1 1 0 0,-1 0-1 0 0,1-2 1 0 0,-1 0-1 0 0,0-1 1 0 0,15-12-1 0 0,-23 15 12 0 0,-1 0 0 0 0,0-1 0 0 0,0 0-1 0 0,-1 0 1 0 0,0-1 0 0 0,0 0 0 0 0,-1 0 0 0 0,0 0 0 0 0,-1-1 0 0 0,0 0-1 0 0,-1 0 1 0 0,0-1 0 0 0,5-17 0 0 0,-7 13-4 0 0,0 1 0 0 0,0-1 0 0 0,-2 0 0 0 0,0 0 0 0 0,0 0 0 0 0,-1 0 0 0 0,-1 0 0 0 0,-1 1 0 0 0,-8-28 0 0 0,2 14-42 0 0,-2 0 1 0 0,-1 0-1 0 0,-29-48 0 0 0,26 53-133 0 0,0 2 0 0 0,-1 0 0 0 0,-37-37 0 0 0,40 46-196 0 0,-2-1-1 0 0,1 2 1 0 0,-1 0-1 0 0,-1 1 0 0 0,0 0 1 0 0,-24-10-1 0 0,32 18-108 0 0,1-1 0 0 0,-1 1-1 0 0,1 0 1 0 0,-1 1-1 0 0,1 0 1 0 0,-14-1-1 0 0,-12 2-1449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0,'0'0'12660'0'0,"1"2"-11603"0"0,7 24-212 0 0,-2 1 0 0 0,-1 0 1 0 0,-1 0-1 0 0,1 30 0 0 0,2 14-572 0 0,-4-51-237 0 0,13 89 97 0 0,-11-88-160 0 0,0-1 0 0 0,1 0 0 0 0,10 22 0 0 0,-13-34-367 0 0,2-1-1 0 0,-1 1 0 0 0,1-1 1 0 0,6 7-1 0 0,-8-10-398 0 0,0 0 1 0 0,0-1-1 0 0,1 0 1 0 0,0 0-1 0 0,-1 0 1 0 0,1 0-1 0 0,0 0 0 0 0,9 3 1 0 0,-2-2-7603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7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1389 54 11519 0 0,'2'-8'1191'0'0,"0"-8"-894"0"0,4-14 16278 0 0,-20 44-14679 0 0,-5 13-1574 0 0,2 0 0 0 0,0 2 1 0 0,-24 58-1 0 0,34-71-322 0 0,0 1 0 0 0,2-1 0 0 0,-7 29 0 0 0,11-41 0 0 0,0 1 0 0 0,0-1 0 0 0,1 0 0 0 0,0 1 0 0 0,0-1 0 0 0,0 0 0 0 0,0 1 0 0 0,1-1 0 0 0,0 0 0 0 0,-1 1 0 0 0,2-1 0 0 0,-1 0 0 0 0,0 0 0 0 0,1 0 0 0 0,0 0 0 0 0,0 0 0 0 0,0 0 0 0 0,0-1 0 0 0,1 1 0 0 0,3 4 0 0 0,-3-5 0 0 0,1-1 0 0 0,-1 1 0 0 0,1-1 0 0 0,0 0 0 0 0,-1 0 0 0 0,1 0 0 0 0,0-1 0 0 0,0 1 0 0 0,0-1 0 0 0,1 0 0 0 0,-1 0 0 0 0,0 0 0 0 0,7 0 0 0 0,7 0 0 0 0,34-3 0 0 0,-41 1 0 0 0,41-5-1413 0 0,74-17-1 0 0,-79 12-1181 0 0,0 2 0 0 0,52-2 0 0 0,-78 11-6945 0 0</inkml:trace>
  <inkml:trace contextRef="#ctx0" brushRef="#br0" timeOffset="1">1 911 16127 0 0,'2'0'10291'0'0,"218"-1"-4749"0"0,114-10-4739 0 0,-20-9-798 0 0,-191 11-6 0 0,-88 7-66 0 0,235-8-2435 0 0,-266 10 2114 0 0,1 1 0 0 0,-1-1 0 0 0,0 1 0 0 0,1 0 0 0 0,4 1 0 0 0,-7-1-603 0 0,0 0 0 0 0,0 0-1 0 0,0 0 1 0 0,0 0 0 0 0,0 0 0 0 0,-1 1 0 0 0,3 1 0 0 0,5 7-7615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3223 0 0,'2'1'9747'0'0,"2"2"-8308"0"0,-1 0 0 0 0,1 0 0 0 0,-1 0 0 0 0,1 0 1 0 0,-1 1-1 0 0,0 0 0 0 0,0 0 0 0 0,0 0 0 0 0,3 5 0 0 0,-3-1-567 0 0,1 0-1 0 0,-1 0 0 0 0,-1 0 1 0 0,4 15-1 0 0,-2 4-675 0 0,-2-1-1 0 0,0 38 0 0 0,-2-60 31 0 0,3 271 11 0 0,1-221-1168 0 0,-3-37 358 0 0,0 0 1 0 0,0-1-1 0 0,-3 18 1 0 0,-7-38-2076 0 0,-1-4 1165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22 186 11519 0 0,'-9'-11'650'0'0,"7"9"-103"0"0,1 0 0 0 0,-1 0 1 0 0,1 0-1 0 0,-1 0 0 0 0,1 0 1 0 0,-2-4-1 0 0,3 5 124 0 0,0 0 0 0 0,0 0 0 0 0,-1 0 0 0 0,1 0 0 0 0,0 0-1 0 0,0 0 1 0 0,0 0 0 0 0,0 0 0 0 0,0-1 0 0 0,0 1 0 0 0,6-6 5050 0 0,7 1-5374 0 0,-10 5 168 0 0,28-10 300 0 0,0 1 0 0 0,45-9 1 0 0,-18 6-521 0 0,47-13-179 0 0,154-19 0 0 0,-218 41-418 0 0,-1 2 0 0 0,1 1 0 0 0,-1 2 0 0 0,1 2 0 0 0,-1 2 0 0 0,0 2 0 0 0,43 12 0 0 0,-54-9-1016 0 0,-2 2-53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2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22319 0 0,'0'0'2535'0'0,"0"2"-1679"0"0,4 9-478 0 0,0 0 0 0 0,-1 1 0 0 0,-1-1 1 0 0,0 1-1 0 0,0-1 0 0 0,-1 1 0 0 0,-1 13 1 0 0,-8 86 3261 0 0,4-74-3249 0 0,3-29-391 0 0,0 0 0 0 0,1 0 0 0 0,0 0 0 0 0,0 0 0 0 0,1 0 0 0 0,-1 0 0 0 0,2 0 0 0 0,3 12 0 0 0,-5-19 0 0 0,0 0 0 0 0,0 0 0 0 0,0 0 0 0 0,0 0 0 0 0,1 0 0 0 0,-1 0 0 0 0,0 0 0 0 0,1-1 0 0 0,-1 1 0 0 0,1 0 0 0 0,-1 0 0 0 0,1 0 0 0 0,-1-1 0 0 0,1 1 0 0 0,0 0 0 0 0,1 1 0 0 0,0-1 0 0 0,-2 0 0 0 0,1 0 0 0 0,-1-1 0 0 0,1 1 0 0 0,-1-1 0 0 0,1 1 0 0 0,-1-1 0 0 0,1 1 0 0 0,-1-1 0 0 0,1 1 0 0 0,0-1 0 0 0,-1 1 0 0 0,1-1 0 0 0,0 0 0 0 0,-1 1 0 0 0,1-1 0 0 0,0 0 0 0 0,-1 1 0 0 0,1-1 0 0 0,0 0 0 0 0,0 0 0 0 0,0 0 0 0 0,-1 0 0 0 0,2 0 0 0 0,1 0 0 0 0,6 1 0 0 0,0 0 0 0 0,-1 0 0 0 0,1-1 0 0 0,0 0 0 0 0,-1 0 0 0 0,13-3 0 0 0,51-15 0 0 0,-9 2 0 0 0,67-13-731 0 0,-39 8-371 0 0,-65 16-473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94 14743 0 0,'0'0'672'0'0,"-7"-4"230"0"0,5 2-781 0 0,-1 0 0 0 0,1 0 1 0 0,0 0-1 0 0,0-1 0 0 0,-1 1 1 0 0,2-1-1 0 0,-8-15 12492 0 0,10 17-12017 0 0,1-2-502 0 0,1 0-1 0 0,-1 0 1 0 0,1 0 0 0 0,0 0-1 0 0,0 1 1 0 0,0-1-1 0 0,0 1 1 0 0,1 0 0 0 0,-1 0-1 0 0,0 0 1 0 0,1 0-1 0 0,0 1 1 0 0,-1-1 0 0 0,1 1-1 0 0,0 0 1 0 0,4-1 0 0 0,11-1-105 0 0,0 0 0 0 0,21 0 1 0 0,-14 1 58 0 0,174-5-1278 0 0,-190 7 1044 0 0,129 12-5620 0 0,-139-12 5805 0 0,33 5-9104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80 25655 0 0,'-3'1'277'0'0,"0"-1"-1"0"0,-1 1 1 0 0,1-1 0 0 0,0 0-1 0 0,-1 0 1 0 0,1 0 0 0 0,0-1-1 0 0,0 1 1 0 0,-1-1-1 0 0,-3-1 1 0 0,-1 1 1056 0 0,10-1-1224 0 0,0 1 0 0 0,0 0 0 0 0,0 0 0 0 0,0 0 0 0 0,0 0 0 0 0,0 0 0 0 0,0 0 0 0 0,3 0 0 0 0,-3 0-18 0 0,44-11 78 0 0,0 1-1 0 0,58-5 1 0 0,-39 7-142 0 0,17 0-1808 0 0,87 1 0 0 0,-127 8 458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5983 0 0,'2'0'22568'0'0,"225"-19"-19744"0"0,-34 0-4209 0 0,-102 15-843 0 0,-43 1 945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2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38 10591 0 0,'-6'-12'1080'0'0,"-7"-14"15867"0"0,9 39-16294 0 0,-16 25 187 0 0,9-14-460 0 0,-13 31 0 0 0,-9 53-279 0 0,28-88-276 0 0,1 1 0 0 0,1-1-1 0 0,-1 30 1 0 0,4-41-74 0 0,0 1 0 0 0,1-1 0 0 0,0 0-1 0 0,1 0 1 0 0,3 13 0 0 0,-4-19-38 0 0,0 0-1 0 0,1 0 1 0 0,-1 0 0 0 0,0 0-1 0 0,1 0 1 0 0,0-1 0 0 0,0 1-1 0 0,0-1 1 0 0,0 1 0 0 0,0-1-1 0 0,0 1 1 0 0,0-1 0 0 0,1 0-1 0 0,-1 0 1 0 0,1 0 0 0 0,0-1-1 0 0,0 1 1 0 0,5 2-1 0 0,6 0-2437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2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225 126 21655 0 0,'0'0'992'0'0,"-9"-2"321"0"0,4 2-1098 0 0,-1-1-1 0 0,1 1 0 0 0,0 0 0 0 0,0 1 0 0 0,-1-1 0 0 0,1 1 0 0 0,0 0 0 0 0,0 1 0 0 0,0-1 0 0 0,0 1 0 0 0,0 0 0 0 0,0 0 0 0 0,0 1 0 0 0,1-1 0 0 0,-9 7 0 0 0,-2 2 945 0 0,0 1 0 0 0,-26 28 0 0 0,35-33-1022 0 0,0 0 0 0 0,0 0 0 0 0,0 1 0 0 0,1 0 0 0 0,0 0 0 0 0,0 0 0 0 0,1 0 0 0 0,-4 11 0 0 0,7-16-127 0 0,0 0 0 0 0,0 1 1 0 0,1-1-1 0 0,-1 1 0 0 0,1-1 0 0 0,-1 1 1 0 0,1-1-1 0 0,0 1 0 0 0,1-1 0 0 0,-1 1 1 0 0,1-1-1 0 0,-1 1 0 0 0,1-1 0 0 0,0 1 1 0 0,0-1-1 0 0,0 0 0 0 0,1 1 0 0 0,-1-1 1 0 0,1 0-1 0 0,0 0 0 0 0,0 0 0 0 0,0 0 1 0 0,0-1-1 0 0,5 5 0 0 0,0 0-33 0 0,1 0 1 0 0,1 0-1 0 0,-1-1 1 0 0,1 0-1 0 0,0-1 0 0 0,0 0 1 0 0,1-1-1 0 0,-1 1 1 0 0,1-2-1 0 0,17 5 0 0 0,-8-4-66 0 0,1-1-1 0 0,0-1 0 0 0,0 0 0 0 0,31-3 1 0 0,-24 0-10 0 0,10 0-150 0 0,46-8 0 0 0,-73 7 213 0 0,1 0 0 0 0,-1-1-1 0 0,1 0 1 0 0,-1-1-1 0 0,0 0 1 0 0,0-1 0 0 0,0 0-1 0 0,16-11 1 0 0,-23 14 31 0 0,-1 0 1 0 0,1 0-1 0 0,-1-1 1 0 0,0 1-1 0 0,0-1 0 0 0,1 1 1 0 0,-2-1-1 0 0,1 0 1 0 0,0 0-1 0 0,-1 0 1 0 0,1 0-1 0 0,-1 0 1 0 0,0 0-1 0 0,0 0 0 0 0,1-6 1 0 0,-1 4 8 0 0,-1 0-1 0 0,0 0 1 0 0,0 0 0 0 0,0 0-1 0 0,-1 0 1 0 0,1 0-1 0 0,-1 0 1 0 0,-1 0 0 0 0,-2-7-1 0 0,-1 0 20 0 0,0 0 0 0 0,-1 1-1 0 0,-1 0 1 0 0,0 0 0 0 0,0 1 0 0 0,-1 0-1 0 0,-13-13 1 0 0,4 7 4 0 0,-1 1 0 0 0,0 1-1 0 0,-1 1 1 0 0,-34-19 0 0 0,-89-33-993 0 0,98 46-35 0 0,18 9-539 0 0,16 7-1513 0 0,3 1-2275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3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33 23495 0 0,'-28'-15'1864'0'0,"22"12"-1220"0"0,1 0-1 0 0,-1 0 0 0 0,0 0 0 0 0,-7-2 0 0 0,12 5-546 0 0,0 0-1 0 0,0 0 1 0 0,0 0-1 0 0,0 0 1 0 0,0 1-1 0 0,1-1 1 0 0,-1 0-1 0 0,0 0 1 0 0,0 1-1 0 0,0-1 1 0 0,1 1-1 0 0,-1-1 1 0 0,0 1-1 0 0,1-1 1 0 0,-1 1-1 0 0,0-1 1 0 0,1 1 0 0 0,-2 0-1 0 0,-9 13 590 0 0,5-5-497 0 0,1 0 1 0 0,0 1-1 0 0,1-1 1 0 0,-7 20-1 0 0,0 1-49 0 0,-8 17-88 0 0,3 1 0 0 0,1 0 1 0 0,-14 89-1 0 0,26-120-650 0 0,2 0-1 0 0,-1 0 1 0 0,4 35 0 0 0,-2-51 293 0 0,0 0 189 0 0,0-1 0 0 0,0 1 0 0 0,0-1 0 0 0,0 1 0 0 0,0-1 1 0 0,0 1-1 0 0,0-1 0 0 0,0 1 0 0 0,0-1 0 0 0,0 1 1 0 0,0-1-1 0 0,1 1 0 0 0,-1-1 0 0 0,0 1 0 0 0,0-1 0 0 0,1 1 1 0 0,-1-1-1 0 0,0 0 0 0 0,1 1 0 0 0,-1-1 0 0 0,1 1 0 0 0,6 3-2085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3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279 138 12439 0 0,'0'0'958'0'0,"-1"-1"-625"0"0,-11 0 861 0 0,0 0-1 0 0,1 1 1 0 0,-1 0-1 0 0,1 1 1 0 0,-1 0 0 0 0,1 1-1 0 0,-1 0 1 0 0,1 1-1 0 0,0 0 1 0 0,-16 7 0 0 0,15-5-741 0 0,0 0 1 0 0,0 2 0 0 0,1-1 0 0 0,-1 2-1 0 0,2-1 1 0 0,-1 2 0 0 0,1-1-1 0 0,-18 21 1 0 0,26-27-434 0 0,0 0 0 0 0,0 1-1 0 0,1-1 1 0 0,-1 0 0 0 0,1 1 0 0 0,0-1 0 0 0,-1 1-1 0 0,1 0 1 0 0,0-1 0 0 0,1 1 0 0 0,-1 0-1 0 0,0 0 1 0 0,1 0 0 0 0,0-1 0 0 0,-1 1 0 0 0,1 0-1 0 0,0 0 1 0 0,0 0 0 0 0,1 0 0 0 0,-1 0 0 0 0,1-1-1 0 0,-1 1 1 0 0,1 0 0 0 0,0 0 0 0 0,0-1-1 0 0,0 1 1 0 0,2 2 0 0 0,0 0 2 0 0,0 0 0 0 0,1 0 0 0 0,-1-1 0 0 0,1 0 0 0 0,0 1 0 0 0,1-1 0 0 0,-1 0 0 0 0,1-1 0 0 0,-1 1 0 0 0,1-1 0 0 0,0 0 0 0 0,9 3 0 0 0,11 5-528 0 0,1-2 0 0 0,1-1 0 0 0,-1-1 0 0 0,1-1 1 0 0,51 4-1 0 0,-27-7-758 0 0,0-3 0 0 0,64-8 0 0 0,-66 2-1095 0 0,2-3-3419 0 0,9-3-1498 0 0</inkml:trace>
  <inkml:trace contextRef="#ctx0" brushRef="#br0" timeOffset="1">1016 119 2303 0 0,'-4'-11'-41'0'0,"-1"0"0"0"0,0 1-1 0 0,-13-19 1 0 0,15 25 232 0 0,0 0 1 0 0,-1 0-1 0 0,0 0 0 0 0,0 1 1 0 0,-6-5-1 0 0,-16-6 3410 0 0,16 11 239 0 0,0-1-1 0 0,-14-1 1 0 0,15 3-1623 0 0,-1 1 0 0 0,-18 0 0 0 0,22 1-1907 0 0,1 0 1 0 0,-1 0 0 0 0,1 1-1 0 0,0 0 1 0 0,0 0-1 0 0,-1 1 1 0 0,1-1-1 0 0,0 1 1 0 0,0 0-1 0 0,1 0 1 0 0,-1 1-1 0 0,0 0 1 0 0,1-1 0 0 0,-1 2-1 0 0,-5 4 1 0 0,8-6-268 0 0,0 0 0 0 0,1 0-1 0 0,-1 0 1 0 0,0 0 0 0 0,1 1 0 0 0,-1-1 0 0 0,1 1 0 0 0,0-1 0 0 0,0 1 0 0 0,0-1 0 0 0,0 1-1 0 0,0 0 1 0 0,0 0 0 0 0,1-1 0 0 0,-1 5 0 0 0,1-3-7 0 0,1 1 1 0 0,-1-1-1 0 0,1 1 1 0 0,-1-1-1 0 0,1 0 1 0 0,0 1-1 0 0,1-1 1 0 0,3 8-1 0 0,3 2-9 0 0,0 0-1 0 0,2 0 1 0 0,0 0 0 0 0,12 12-1 0 0,-21-24-24 0 0,28 30-56 0 0,43 57 16 0 0,-65-79 40 0 0,0 0 0 0 0,-2 0 0 0 0,1 1 0 0 0,-1 0 0 0 0,-1 0 0 0 0,0 0 0 0 0,4 17 0 0 0,-7-22 6 0 0,0 0 1 0 0,0 0-1 0 0,-1 0 1 0 0,0 0-1 0 0,0 0 0 0 0,-1 0 1 0 0,1-1-1 0 0,-1 1 1 0 0,-1 0-1 0 0,1 0 0 0 0,-5 10 1 0 0,3-9 16 0 0,-1 0-1 0 0,0 0 1 0 0,-1 0 0 0 0,1 0 0 0 0,-1-1-1 0 0,-1 0 1 0 0,-10 10 0 0 0,-2-2 22 0 0,-1 0 0 0 0,0-2 0 0 0,0 0-1 0 0,-1-1 1 0 0,-26 9 0 0 0,-22 6-1752 0 0,-133 31-1 0 0,166-48 437 0 0,2 0-8555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4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183 113 3679 0 0,'-67'-7'25'0'0,"23"0"4055"0"0,8-1 3191 0 0,0-3 6458 0 0,58 2-11706 0 0,20 0-1591 0 0,0 2 1 0 0,0 2-1 0 0,58 0 1 0 0,-27 2-299 0 0,459-19-38 0 0,-239 14-96 0 0,300-3 0 0 0,-275 20-4368 0 0,-289-10 2760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11975 0 0,'0'0'1083'0'0,"1"-1"-891"0"0,2-6 1005 0 0,2 1 0 0 0,-1 0 0 0 0,1 0 0 0 0,0 0-1 0 0,0 1 1 0 0,1 0 0 0 0,-1 0 0 0 0,1 0 0 0 0,0 1 0 0 0,11-7 0 0 0,28-12 3447 0 0,-1 4-4722 0 0,-5 2 495 0 0,1 3 0 0 0,54-12 0 0 0,-74 21-399 0 0,1 2 0 0 0,0 1 0 0 0,0 0 0 0 0,0 1 0 0 0,1 2 0 0 0,33 4 0 0 0,-42-2-7 0 0,-3 2 31 0 0,-9-5-41 0 0,0 1-1 0 0,0 0 0 0 0,-1 0 1 0 0,1 0-1 0 0,-1-1 1 0 0,1 1-1 0 0,-1 0 0 0 0,1 0 1 0 0,-1 0-1 0 0,1 0 0 0 0,-1 0 1 0 0,0 0-1 0 0,0 0 0 0 0,1 0 1 0 0,-1 0-1 0 0,0 0 0 0 0,0 0 1 0 0,0 0-1 0 0,0 1 1 0 0,0-1-1 0 0,0 0 0 0 0,-1 0 1 0 0,1 0-1 0 0,0 0 0 0 0,0 0 1 0 0,-1 0-1 0 0,1 0 0 0 0,-1 0 1 0 0,0 1-1 0 0,-2 3 2 0 0,0 1 1 0 0,-1-2-1 0 0,-7 10 0 0 0,10-13 1 0 0,-27 29 75 0 0,-38 31 1 0 0,-1 0-40 0 0,51-41-39 0 0,12-10 0 0 0,4 0 0 0 0,2-8 0 0 0,-1 1 0 0 0,1 0 0 0 0,0-1 0 0 0,0 1 0 0 0,0-1 0 0 0,0 0 0 0 0,1 1 0 0 0,-1-1 0 0 0,1 0 0 0 0,-1 0 0 0 0,1-1 0 0 0,0 1 0 0 0,2 1 0 0 0,42 16 0 0 0,-43-17 0 0 0,39 13 0 0 0,50 27 0 0 0,-82-35 0 0 0,1 3 1 0 0,-11-5 3 0 0,-1-3 2 0 0,0 1-3 0 0,0 0 0 0 0,0-1-1 0 0,1 1 1 0 0,-2 0 0 0 0,1 0 0 0 0,0-1 0 0 0,-1 1 0 0 0,1 0 0 0 0,-1-1 0 0 0,0 1 0 0 0,0-1 0 0 0,0 1 0 0 0,0-1 0 0 0,0 1 0 0 0,0-1 0 0 0,-1 0-1 0 0,1 1 1 0 0,-1-1 0 0 0,0 0 0 0 0,0 0 0 0 0,-2 2 0 0 0,-6 5 12 0 0,0 0 0 0 0,0-1 0 0 0,-13 8-1 0 0,16-11-12 0 0,-13 7-1 0 0,0 0 0 0 0,-1-2 0 0 0,-43 16 0 0 0,-70 13-19 0 0,128-37 16 0 0,-3 0-178 0 0,-1 1-1 0 0,0-2 1 0 0,0 1-1 0 0,1-1 1 0 0,-1-1-1 0 0,0 0 1 0 0,0 0-1 0 0,-11-2 1 0 0,21 1 54 0 0,0 1-1 0 0,0-1 1 0 0,0 0-1 0 0,0 1 1 0 0,0-1-1 0 0,1 1 1 0 0,-1-1 0 0 0,0 0-1 0 0,0 1 1 0 0,0-1-1 0 0,1 0 1 0 0,-1 1-1 0 0,0-1 1 0 0,0 1 0 0 0,1-1-1 0 0,0 0 1 0 0,1-1-335 0 0,0-1 1 0 0,0 1-1 0 0,0-1 0 0 0,1 1 1 0 0,-1 0-1 0 0,1 0 1 0 0,0 0-1 0 0,0 0 0 0 0,0 1 1 0 0,3-2-1 0 0,20-10-8451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11 22895 0 0,'0'0'2071'0'0,"-1"1"-1703"0"0,-90 76 3792 0 0,62-55-2611 0 0,-47 46-1 0 0,67-57-1428 0 0,4-2-71 0 0,6 1-42 0 0,1-8-7 0 0,-1-1 0 0 0,1 1 0 0 0,-1 0 0 0 0,1-1 0 0 0,0 1 0 0 0,-1-1 0 0 0,1 1 0 0 0,0-1 0 0 0,0 0 0 0 0,0 0 0 0 0,0 0 0 0 0,0 0 0 0 0,1 0 0 0 0,2 0 0 0 0,34 8 0 0 0,-18-7-125 0 0,1 0 0 0 0,-1-1 1 0 0,1-2-1 0 0,28-3 0 0 0,85-22-611 0 0,-127 24 659 0 0,0 0 1 0 0,0 0-1 0 0,1-1 1 0 0,-2-1-1 0 0,1 1 1 0 0,7-6-1 0 0,-13 8 59 0 0,-1 0-1 0 0,0 0 1 0 0,1 0-1 0 0,-1 0 1 0 0,0 0-1 0 0,0 0 1 0 0,0-1 0 0 0,0 1-1 0 0,0 0 1 0 0,0-1-1 0 0,0 1 1 0 0,0-1-1 0 0,0 1 1 0 0,-1-1-1 0 0,2-2 1 0 0,-2 2 12 0 0,0 1 0 0 0,0-1 0 0 0,0 1-1 0 0,-1-1 1 0 0,1 1 0 0 0,0-1 0 0 0,-1 1 0 0 0,1-1 0 0 0,0 1 0 0 0,-1-1-1 0 0,0 1 1 0 0,1 0 0 0 0,-1-1 0 0 0,0 1 0 0 0,0 0 0 0 0,0-1 0 0 0,0 1-1 0 0,0 0 1 0 0,0 0 0 0 0,-2-2 0 0 0,-3-2-22 0 0,-1-1 1 0 0,0 1-1 0 0,-1 0 1 0 0,1 1-1 0 0,-1-1 1 0 0,0 2-1 0 0,-15-6 0 0 0,-61-14-364 0 0,67 20-65 0 0,-23-7-1661 0 0,39 9 1202 0 0,17-5-2656 0 0,-4 2 2657 0 0,35-6-2525 0 0,1 3-1 0 0,50-2 0 0 0,-20 2 1028 0 0,67 0 2286 0 0,-67 4 5460 0 0,-74 3-5944 0 0,14 3 12959 0 0,-24 2-11078 0 0,-16 10-113 0 0,-1-1 1 0 0,-1-2-1 0 0,-28 12 1 0 0,18-10-863 0 0,7-2-168 0 0,0 2 0 0 0,0 0 0 0 0,-39 29 0 0 0,66-43-127 0 0,-1 0 0 0 0,1 1 0 0 0,-1-1 0 0 0,1 0 0 0 0,-1 1 0 0 0,1-1 0 0 0,-1 0 0 0 0,1 1 0 0 0,0-1 0 0 0,-1 1 0 0 0,1-1 0 0 0,0 1 0 0 0,-1-1 0 0 0,1 1 0 0 0,0-1 0 0 0,-1 1 0 0 0,1-1 0 0 0,0 1 0 0 0,0 0 0 0 0,0-1 0 0 0,0 1 0 0 0,-1-1 0 0 0,1 1 0 0 0,0 0 0 0 0,0-1 0 0 0,0 1 0 0 0,0-1 0 0 0,0 1 0 0 0,1-1 0 0 0,-1 2 0 0 0,8 5 0 0 0,-7-6 0 0 0,4 2-5 0 0,0 0-1 0 0,0-1 1 0 0,1 1-1 0 0,-1-1 1 0 0,1 0-1 0 0,0-1 1 0 0,10 2-1 0 0,45 3-87 0 0,-36-5 49 0 0,52 5-474 0 0,82-6 1 0 0,-146-1 416 0 0,1 0-1 0 0,-1-2 1 0 0,1 1 0 0 0,-1-2-1 0 0,20-7 1 0 0,-28 9 52 0 0,0 0 1 0 0,1-1-1 0 0,-1 0 0 0 0,0 1 1 0 0,-1-2-1 0 0,1 1 0 0 0,0-1 1 0 0,-1 1-1 0 0,0-1 0 0 0,0 0 1 0 0,0-1-1 0 0,0 1 0 0 0,-1-1 1 0 0,1 0-1 0 0,3-7 0 0 0,-6 10 6 0 0,0-1-1 0 0,-1 0 0 0 0,1 1 0 0 0,-1-1 0 0 0,1 0 1 0 0,-1 1-1 0 0,0-1 0 0 0,0 0 0 0 0,0 0 0 0 0,0 1 1 0 0,0-1-1 0 0,-1 0 0 0 0,1 1 0 0 0,-1-1 0 0 0,0 1 1 0 0,0-1-1 0 0,0 0 0 0 0,0 1 0 0 0,0 0 0 0 0,0-1 0 0 0,-3-3 1 0 0,-4-4-542 0 0,1 1 0 0 0,-2 0-1 0 0,-14-14 1 0 0,-5-5-3368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5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33 10135 0 0,'-29'-33'21343'0'0,"29"36"-20962"0"0,2 55 256 0 0,1 20-482 0 0,-4 162-429 0 0,1-139-180 0 0,3-55-2442 0 0,-3-45 1407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1 23039 0 0,'-9'0'2085'0'0,"-4"0"-1507"0"0,-1 1-1 0 0,1 1 0 0 0,0 0 0 0 0,0 1 0 0 0,-14 5 0 0 0,-2 3 891 0 0,-31 15 0 0 0,21-6-1219 0 0,1 2 0 0 0,1 1-1 0 0,1 2 1 0 0,-63 57 0 0 0,96-79-249 0 0,0 1 0 0 0,0-1 0 0 0,0 1 0 0 0,0-1 0 0 0,0 1 0 0 0,1 0 0 0 0,-1 0 0 0 0,1 0 0 0 0,0 0 0 0 0,-2 7 0 0 0,4-9 0 0 0,0 0 0 0 0,-1-1 0 0 0,1 1 0 0 0,0 0 0 0 0,0-1 0 0 0,0 1 0 0 0,0 0 0 0 0,0-1 0 0 0,0 1 0 0 0,1 0 0 0 0,-1-1 0 0 0,1 1 0 0 0,-1 0 0 0 0,1-1 0 0 0,-1 1 0 0 0,1-1 0 0 0,0 1 0 0 0,0-1 0 0 0,0 1 0 0 0,0-1 0 0 0,0 0 0 0 0,0 1 0 0 0,0-1 0 0 0,0 0 0 0 0,1 0 0 0 0,-1 0 0 0 0,0 0 0 0 0,1 0 0 0 0,-1 0 0 0 0,3 1 0 0 0,6 3 0 0 0,0-1 0 0 0,1 0 0 0 0,-1 0 0 0 0,0-1 0 0 0,1-1 0 0 0,0 0 0 0 0,11 1 0 0 0,80 0 0 0 0,-82-3 0 0 0,210-5-636 0 0,-75-7-2621 0 0,-111 7-7194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60 11055 0 0,'0'0'506'0'0,"-1"-1"-10"0"0,1 1-193 0 0,-1-1 0 0 0,1 1 0 0 0,0-1 0 0 0,-1 0 0 0 0,1 1 0 0 0,0-1 0 0 0,0 1 0 0 0,-1-1 1 0 0,1 1-1 0 0,0-1 0 0 0,0 0 0 0 0,0 1 0 0 0,0-1 0 0 0,0 0 0 0 0,0 1 0 0 0,0-1 0 0 0,0 1 0 0 0,0-1 0 0 0,0 0 1 0 0,0 1-1 0 0,1-1 0 0 0,-1 0 0 0 0,0 1 0 0 0,0-1 0 0 0,0 1 0 0 0,1-1 0 0 0,-1 1 0 0 0,0-1 0 0 0,1 1 1 0 0,-1-1-1 0 0,1 1 0 0 0,-1-1 0 0 0,0 1 0 0 0,1-1 0 0 0,-1 1 0 0 0,1 0 0 0 0,0-1 0 0 0,21-10 4475 0 0,-18 10-5378 0 0,8-4 1109 0 0,-1 1-1 0 0,1 1 0 0 0,1 0 0 0 0,19-3 1 0 0,52 1 24 0 0,133 8-793 0 0,-166-1-426 0 0,-22-1-1774 0 0,38 5 1 0 0,-48 0-3844 0 0,-3 2-1757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7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16583 0 0,'2'-1'7611'0'0,"164"-29"-3603"0"0,2 0-4475 0 0,-84 11-1401 0 0,-39 8-56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7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47 18887 0 0,'-8'-1'1712'0'0,"3"0"-1664"0"0,1 0-1 0 0,-1 0 0 0 0,0-1 1 0 0,1 1-1 0 0,-7-5 1 0 0,-2-4 10488 0 0,53 4-9221 0 0,59 2-1286 0 0,-23 2-26 0 0,239-9-5235 0 0,-279 10 2832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8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35 105 6447 0 0,'-1'-1'499'0'0,"-2"-1"-154"0"0,0 0 0 0 0,0 0 0 0 0,0 0 0 0 0,0-1 0 0 0,1 1 0 0 0,-1-1 0 0 0,-2-4 0 0 0,-1-3 4826 0 0,4-9 10180 0 0,7 13-13584 0 0,8-5-2229 0 0,-12 11 921 0 0,5-4-385 0 0,-1 1 1 0 0,1 0-1 0 0,0 1 0 0 0,0-1 0 0 0,0 1 0 0 0,0 1 0 0 0,9-2 0 0 0,46-5-8 0 0,-50 7-75 0 0,25-2-19 0 0,0 2 0 0 0,0 1 0 0 0,0 2 1 0 0,60 10-1 0 0,-91-11 26 0 0,0 1-1 0 0,1-1 1 0 0,-1 1 0 0 0,0 0 0 0 0,0 0-1 0 0,8 5 1 0 0,-12-6-74 0 0,-15 13 0 0 0,1-5 106 0 0,-1 0 0 0 0,-1 0 0 0 0,-23 10 0 0 0,0-1 85 0 0,0 2-112 0 0,1 1 0 0 0,1 2 0 0 0,-54 44 0 0 0,88-65-12 0 0,0-1 0 0 0,0 1 1 0 0,1-1-1 0 0,-1 1 1 0 0,1 0-1 0 0,-1 0 0 0 0,1-1 1 0 0,0 1-1 0 0,0 0 1 0 0,0 0-1 0 0,0 0 0 0 0,0 0 1 0 0,0 1-1 0 0,0-1 1 0 0,1 0-1 0 0,-1 0 0 0 0,1 0 1 0 0,-1 1-1 0 0,1-1 0 0 0,0 0 1 0 0,0 0-1 0 0,0 1 1 0 0,1 2-1 0 0,3 5 9 0 0,-1-6 4 0 0,1 0 0 0 0,0 0 0 0 0,0 0 1 0 0,0 0-1 0 0,0-1 0 0 0,0 0 0 0 0,1 0 0 0 0,-1 0 0 0 0,9 4 0 0 0,6 1 132 0 0,22 7-1 0 0,45 11-118 0 0,-47-16-18 0 0,0 3 1 0 0,67 30 0 0 0,-93-32 4 0 0,-12-4 20 0 0,0-3 1 0 0,-1-3-24 0 0,0 0-1 0 0,0 0 1 0 0,1 0-1 0 0,-1 0 1 0 0,0 0-1 0 0,0 0 1 0 0,0 0-1 0 0,0 0 1 0 0,0 0-1 0 0,0 0 1 0 0,0 1-1 0 0,0-1 1 0 0,-1 0-1 0 0,1 0 1 0 0,0 0-1 0 0,-1 0 1 0 0,1 0-1 0 0,0 0 1 0 0,-2 1-1 0 0,1 0 1 0 0,-1 0-1 0 0,1 1 0 0 0,-1-1 1 0 0,0 0-1 0 0,0-1 1 0 0,0 1-1 0 0,-4 3 1 0 0,-5 1-2 0 0,0 0 0 0 0,-20 8 0 0 0,20-9 1 0 0,-261 98-513 0 0,257-100 1020 0 0,5-2-3238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13359 0 0,'1'-1'612'0'0,"25"-23"126"0"0,-18 15 822 0 0,19-14 0 0 0,24-10 9285 0 0,-38 27-10215 0 0,1-1-1 0 0,-1 2 0 0 0,1 0 0 0 0,17-4 0 0 0,5 1-352 0 0,0 1 0 0 0,48-2-1 0 0,-62 9-274 0 0,0 0 1 0 0,0 1-1 0 0,0 1 0 0 0,-1 1 0 0 0,25 6 0 0 0,-31-4 11 0 0,-14-5-8 0 0,0 0-1 0 0,-1 0 0 0 0,1 1 0 0 0,0-1 0 0 0,0 1 0 0 0,-1-1 1 0 0,1 1-1 0 0,0-1 0 0 0,-1 1 0 0 0,1-1 0 0 0,0 1 0 0 0,-1-1 1 0 0,1 1-1 0 0,-1 0 0 0 0,1-1 0 0 0,-1 1 0 0 0,1 0 1 0 0,0 1-1 0 0,0 1 3 0 0,1-2-7 0 0,-1 1 0 0 0,0-1 1 0 0,0 0-1 0 0,0 1 0 0 0,0-1 0 0 0,0 1 1 0 0,-1 0-1 0 0,1-1 0 0 0,0 1 0 0 0,-1-1 0 0 0,1 1 1 0 0,-1 0-1 0 0,0 0 0 0 0,1-1 0 0 0,-1 1 0 0 0,0 0 1 0 0,0 0-1 0 0,0-1 0 0 0,0 1 0 0 0,0 0 1 0 0,-1 0-1 0 0,0 1 0 0 0,0 0 0 0 0,0 0 0 0 0,-1-1 0 0 0,1 1 0 0 0,-1-1 0 0 0,0 1 0 0 0,0-1-1 0 0,0 0 1 0 0,0 1 0 0 0,0-1 0 0 0,0 0 0 0 0,-5 3 0 0 0,-33 26 0 0 0,-17 12 0 0 0,25-21 0 0 0,-40 35 0 0 0,71-57 0 0 0,0 1 0 0 0,1-1 0 0 0,-1 1 0 0 0,0-1 0 0 0,1 1 0 0 0,-1-1 0 0 0,1 1 0 0 0,-1-1 0 0 0,1 1 0 0 0,-1 0 0 0 0,1-1 0 0 0,-1 1 0 0 0,1-1 0 0 0,-1 1 0 0 0,1 0 0 0 0,0 0 0 0 0,0-1 0 0 0,-1 1 0 0 0,1 0 0 0 0,0 0 0 0 0,0-1 0 0 0,0 1 0 0 0,0 0 0 0 0,0 0 0 0 0,0-1 0 0 0,0 1 0 0 0,0 0 0 0 0,0 0 0 0 0,0-1 0 0 0,0 1 0 0 0,0 0 0 0 0,1 1 0 0 0,-1 0 0 0 0,7 8 0 0 0,-2-6 0 0 0,0 1 0 0 0,1-1 0 0 0,0 0 0 0 0,0-1 0 0 0,0 1 0 0 0,11 3 0 0 0,47 15 0 0 0,-33-12 0 0 0,0 0 0 0 0,0 2 0 0 0,-1 1 0 0 0,49 28 0 0 0,-76-39 0 0 0,0 0 0 0 0,0 0 0 0 0,0 1 0 0 0,0-1 0 0 0,-1 1 0 0 0,1 0 0 0 0,-1-1 0 0 0,0 1 0 0 0,0 0 0 0 0,4 7 0 0 0,-5-2 0 0 0,-2-4 0 0 0,0-1 0 0 0,0 0 0 0 0,-1 0 0 0 0,1 0 0 0 0,-1 0 0 0 0,1-1 0 0 0,-1 1 0 0 0,0 0 0 0 0,0-1 0 0 0,0 1 0 0 0,0-1 0 0 0,-1 1 0 0 0,1-1 0 0 0,-1 0 0 0 0,1 0 0 0 0,-4 1 0 0 0,-6 5 0 0 0,-1-1 0 0 0,-17 7 0 0 0,24-11 0 0 0,-29 10 0 0 0,-1 0 0 0 0,0-3 0 0 0,0 0 0 0 0,-1-3 0 0 0,-60 5 0 0 0,94-12-1 0 0,-7 1-748 0 0,0 0 0 0 0,0-1 1 0 0,1 0-1 0 0,-1-1 0 0 0,-11-1 1 0 0</inkml:trace>
  <inkml:trace contextRef="#ctx0" brushRef="#br0" timeOffset="1">841 538 23815 0 0,'0'0'3801'0'0,"2"2"-3153"0"0,3 5 1620 0 0,-3-5-2350 0 0,0-1 0 0 0,-1 1 0 0 0,1-1 0 0 0,0 1 0 0 0,0-1 0 0 0,0 1 0 0 0,1-1 0 0 0,2 1 0 0 0,-3-1-202 0 0,0 0 0 0 0,0 0 0 0 0,0-1 0 0 0,0 1 0 0 0,0-1 0 0 0,1 1 0 0 0,-1-1 0 0 0,0 0 0 0 0,0 0 0 0 0,1 0 0 0 0,-1 0 0 0 0,2 0 0 0 0,0-1-1006 0 0,12 0-7827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39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27439 0 0,'-1'-2'628'0'0,"1"1"-534"0"0,0 0-1 0 0,0 0 1 0 0,0 0-1 0 0,0 0 1 0 0,0-1 0 0 0,0 1-1 0 0,1 0 1 0 0,-1 0-1 0 0,0 0 1 0 0,0 0 0 0 0,1 0-1 0 0,-1 0 1 0 0,1 0-1 0 0,-1 1 1 0 0,1-1-1 0 0,-1 0 1 0 0,2-2 0 0 0,18-15 508 0 0,-8 10-270 0 0,-1 1 1 0 0,15-7-1 0 0,-12 9-105 0 0,0 0 0 0 0,0 0 0 0 0,0 1 0 0 0,1 1 0 0 0,17-2-1 0 0,76-1-265 0 0,-93 5 86 0 0,70 3 8 0 0,-76-1-63 0 0,0 0 1 0 0,0 0-1 0 0,-1 1 0 0 0,1 0 1 0 0,0 1-1 0 0,-1 0 0 0 0,12 6 1 0 0,-11-1-4 0 0,-8-7 12 0 0,-1 0 0 0 0,0 1 1 0 0,0-1-1 0 0,0 0 0 0 0,0 1 0 0 0,0-1 1 0 0,0 0-1 0 0,0 0 0 0 0,0 1 0 0 0,0-1 1 0 0,-1 0-1 0 0,1 1 0 0 0,0-1 0 0 0,-1 0 0 0 0,1 0 1 0 0,-1 0-1 0 0,0 1 0 0 0,1-1 0 0 0,-1 0 1 0 0,0 0-1 0 0,1 0 0 0 0,-1 0 0 0 0,0 0 1 0 0,0 0-1 0 0,-2 1 0 0 0,-1 3 7 0 0,-1-1 0 0 0,0 1 0 0 0,-10 5 0 0 0,-106 56-45 0 0,57-34 7 0 0,52-25 38 0 0,1 0-1 0 0,0 1 0 0 0,0 0 0 0 0,1 1 1 0 0,0 0-1 0 0,-18 21 0 0 0,26-27-7 0 0,-1 1 0 0 0,1 0 0 0 0,0 0 0 0 0,1-1 0 0 0,-1 1 0 0 0,-2 8 0 0 0,4-11 0 0 0,-1 1 0 0 0,1-1 0 0 0,0 1 0 0 0,0-1 0 0 0,-1 1 0 0 0,1-1 0 0 0,0 1 0 0 0,0-1 0 0 0,0 1 0 0 0,1-1 0 0 0,-1 1 0 0 0,0 0 0 0 0,0-1 0 0 0,1 1 0 0 0,-1-1 0 0 0,1 0 0 0 0,0 1 0 0 0,-1-1 0 0 0,1 1 0 0 0,0-1 0 0 0,0 0 0 0 0,0 0 0 0 0,0 1 0 0 0,2 1 0 0 0,-1 0 0 0 0,3 2-3 0 0,0 0 0 0 0,0 0-1 0 0,1-1 1 0 0,-1 0 0 0 0,1 0 0 0 0,0 0 0 0 0,0-1-1 0 0,0 0 1 0 0,9 3 0 0 0,6 2-13 0 0,33 7 0 0 0,1-3 16 0 0,79 22 0 0 0,-118-29 0 0 0,0 1 0 0 0,0 1 0 0 0,-1 0 0 0 0,0 1 0 0 0,27 20 0 0 0,-39-26 4 0 0,0 0 0 0 0,-1 1 0 0 0,1-1 0 0 0,-1 1 0 0 0,0-1 0 0 0,1 1 0 0 0,-1 0 0 0 0,-1 0 0 0 0,4 6 0 0 0,-4-8-3 0 0,-1 1 1 0 0,1-1-1 0 0,-1 0 1 0 0,0 0-1 0 0,0 1 0 0 0,0-1 1 0 0,1 0-1 0 0,-1 1 0 0 0,0-1 1 0 0,-1 0-1 0 0,1 1 1 0 0,0-1-1 0 0,0 0 0 0 0,-1 1 1 0 0,1-1-1 0 0,0 0 0 0 0,-1 0 1 0 0,1 0-1 0 0,-1 1 1 0 0,0-1-1 0 0,1 0 0 0 0,-1 0 1 0 0,0 0-1 0 0,0 0 0 0 0,1 0 1 0 0,-1 0-1 0 0,0 0 1 0 0,-2 1-1 0 0,-5 4-1 0 0,0 0 0 0 0,-1-1 0 0 0,1-1 0 0 0,-1 1 0 0 0,0-1 0 0 0,0-1 0 0 0,0 0 0 0 0,-13 3 0 0 0,-78 10 0 0 0,91-15 0 0 0,-18 2-35 0 0,0 0-1 0 0,0-2 1 0 0,0-2-1 0 0,0 0 1 0 0,0-1-1 0 0,-46-11 1 0 0,61 7-319 0 0,12 6 298 0 0,0 0 1 0 0,0 0 0 0 0,0 0-1 0 0,0 0 1 0 0,-1-1-1 0 0,1 1 1 0 0,0 0 0 0 0,0 0-1 0 0,0 0 1 0 0,0 0-1 0 0,0-1 1 0 0,0 1-1 0 0,0 0 1 0 0,0 0 0 0 0,0 0-1 0 0,0-1 1 0 0,0 1-1 0 0,0 0 1 0 0,0 0 0 0 0,-1 0-1 0 0,2 0 1 0 0,-1-1-1 0 0,0 1 1 0 0,0 0-1 0 0,0 0 1 0 0,0 0 0 0 0,0-1-1 0 0,0 1 1 0 0,0 0-1 0 0,0 0 1 0 0,0 0 0 0 0,0-1-1 0 0,2 0-945 0 0,-1-1 0 0 0,1 1 0 0 0,0-1 0 0 0,-1 1-1 0 0,1 0 1 0 0,0 0 0 0 0,0 0 0 0 0,2-1 0 0 0,15-7-8198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27071 0 0,'0'0'2716'0'0,"2"0"-2476"0"0,4 1-164 0 0,0 0 0 0 0,-1 0 0 0 0,1 1 0 0 0,0-1 0 0 0,0 1 0 0 0,-1 0 0 0 0,1 1 0 0 0,-1 0 0 0 0,0 0 0 0 0,0 0 0 0 0,0 0-1 0 0,0 1 1 0 0,0-1 0 0 0,-1 1 0 0 0,5 6 0 0 0,7 6 219 0 0,-1 1 0 0 0,21 32 0 0 0,-30-40-249 0 0,-1 0-1 0 0,1 0 1 0 0,-2 0 0 0 0,1 1 0 0 0,-1 0-1 0 0,-1 0 1 0 0,0 0 0 0 0,3 16 0 0 0,-5-20-43 0 0,-1 0 1 0 0,0 0 0 0 0,0-1 0 0 0,0 1 0 0 0,0 0-1 0 0,-1 0 1 0 0,0-1 0 0 0,0 1 0 0 0,-1-1 0 0 0,0 1-1 0 0,0-1 1 0 0,0 1 0 0 0,0-1 0 0 0,-1 0 0 0 0,0 0-1 0 0,0 0 1 0 0,-5 5 0 0 0,0 0-1 0 0,-2 0-1 0 0,1-1 1 0 0,-2-1-1 0 0,1 0 1 0 0,-1 0 0 0 0,-14 8-1 0 0,-6 0 21 0 0,-38 14 0 0 0,46-21-17 0 0,-1-1 0 0 0,0-1 1 0 0,-35 6-1 0 0,47-11-40 0 0,-1-1-1 0 0,1 0 1 0 0,0-1 0 0 0,-1 0 0 0 0,1-1 0 0 0,-1 0 0 0 0,1-1 0 0 0,-23-7-1 0 0,33 8-94 0 0,-1 0 1 0 0,1 0-1 0 0,-1 0 0 0 0,1-1 0 0 0,-1 1 0 0 0,1-1 0 0 0,0 1 0 0 0,-5-5 0 0 0,8 5-5 0 0,-1 0-1 0 0,1 1 0 0 0,-1-1 1 0 0,1 0-1 0 0,-1 1 0 0 0,1-1 1 0 0,-1 0-1 0 0,1 1 0 0 0,0-1 1 0 0,-1 0-1 0 0,1 1 0 0 0,1-1 1 0 0,2-1-354 0 0,0-1-1 0 0,-1 2 1 0 0,1-1 0 0 0,0 0 0 0 0,0 1 0 0 0,8-2-1 0 0,13-1-2228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2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43 13823 0 0,'-22'0'378'0'0,"1"-1"1"0"0,0-1-1 0 0,-34-7 0 0 0,6-8 15504 0 0,60 14-13733 0 0,14-2-3002 0 0,34 1 929 0 0,0 3 1 0 0,78 7-1 0 0,-41 0-52 0 0,768 36-24 0 0,-542-22-2849 0 0,-118-6-1334 0 0,-179-12-5305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14279 0 0,'0'0'1103'0'0,"3"-1"-720"0"0,10 0 1696 0 0,0 0 1 0 0,0 1 0 0 0,0 0 0 0 0,25 4 0 0 0,-33-3-1792 0 0,0 0-1 0 0,0 1 1 0 0,0-1 0 0 0,0 1 0 0 0,0 0 0 0 0,-1 0-1 0 0,1 0 1 0 0,-1 1 0 0 0,1 0 0 0 0,-1 0 0 0 0,0 0-1 0 0,0 0 1 0 0,0 1 0 0 0,-1-1 0 0 0,1 1 0 0 0,2 4-1 0 0,1 2-124 0 0,-1 0-1 0 0,0 0 0 0 0,0 1 0 0 0,-1 0 1 0 0,-1 0-1 0 0,0 0 0 0 0,0 1 0 0 0,-1-1 1 0 0,2 23-1 0 0,1 16-130 0 0,-2-28-24 0 0,-2 0 0 0 0,-1 0 0 0 0,-2 34 0 0 0,-20 107-67 0 0,21-162-23 0 0,0 0-1 0 0,0 0 1 0 0,0-1 0 0 0,0 1-1 0 0,0 0 1 0 0,0 0-1 0 0,0 0 1 0 0,1 0 0 0 0,-1-1-1 0 0,0 1 1 0 0,1 0-1 0 0,-1 0 1 0 0,0-1-1 0 0,1 1 1 0 0,-1 0 0 0 0,1-1-1 0 0,-1 1 1 0 0,1 0-1 0 0,-1-1 1 0 0,1 1 0 0 0,0-1-1 0 0,-1 1 1 0 0,1-1-1 0 0,0 1 1 0 0,-1-1-1 0 0,1 1 1 0 0,0-1 0 0 0,0 0-1 0 0,-1 1 1 0 0,1-1-1 0 0,0 0 1 0 0,0 0-1 0 0,0 1 1 0 0,-1-1 0 0 0,1 0-1 0 0,0 0 1 0 0,0 0-1 0 0,0 0 1 0 0,1 0 0 0 0,2 0-377 0 0,0 0 0 0 0,1 0 1 0 0,-1 0-1 0 0,1-1 1 0 0,-1 0-1 0 0,6-1 1 0 0,17-6-2258 0 0,0-2 0 0 0,-1 0 1 0 0,0-2-1 0 0,47-30 0 0 0,86-79-2496 0 0,-72 52 4912 0 0,-57 45 803 0 0,-14 10 3710 0 0,35-21 11004 0 0,-64 44-12004 0 0,6-3-2491 0 0,-166 110 1082 0 0,76-53-1816 0 0,-31 28 32 0 0,119-84-20 0 0,0 1 0 0 0,0 0 0 0 0,1 0 0 0 0,0 1 0 0 0,-7 10 0 0 0,15-19 0 0 0,0 1 0 0 0,0 0 0 0 0,-1-1 0 0 0,1 1 0 0 0,0-1 0 0 0,0 1 0 0 0,0 0 0 0 0,0-1 0 0 0,0 1 0 0 0,0 0 0 0 0,0-1 0 0 0,0 1 0 0 0,0-1 0 0 0,1 1 0 0 0,-1 0 0 0 0,0-1 0 0 0,0 1 0 0 0,1-1 0 0 0,-1 1 0 0 0,0-1 0 0 0,0 1 0 0 0,1-1 0 0 0,-1 1 0 0 0,1-1 0 0 0,-1 1 0 0 0,0-1 0 0 0,1 1 0 0 0,-1-1 0 0 0,1 0 0 0 0,-1 1 0 0 0,1-1 0 0 0,-1 1 0 0 0,1-1 0 0 0,-1 0 0 0 0,1 0 0 0 0,0 1 0 0 0,-1-1 0 0 0,2 0 0 0 0,26 11 0 0 0,-24-10 0 0 0,32 8 0 0 0,1-1 0 0 0,1-2 0 0 0,49 1 0 0 0,-30-2 0 0 0,2 0-152 0 0,129 11-2454 0 0,0-8-3664 0 0,-149-8-3926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10591 0 0,'2'-20'1016'0'0,"2"-19"-933"0"0,-3 37 406 0 0,-1 0 0 0 0,1 0-1 0 0,0-1 1 0 0,0 1 0 0 0,0 0 0 0 0,0 0-1 0 0,0 0 1 0 0,0 0 0 0 0,0 0 0 0 0,1 0-1 0 0,-1 0 1 0 0,1 1 0 0 0,2-3 0 0 0,7-4 1641 0 0,0 1 0 0 0,0 0 0 0 0,22-9 0 0 0,-15 8-555 0 0,38-8-1 0 0,99-6-1275 0 0,-112 18 532 0 0,192-13-629 0 0,-190 17-410 0 0,-1 2 0 0 0,1 2 0 0 0,55 12 0 0 0,-76-11-550 0 0,-6-2 371 0 0,29 10 0 0 0,-18 1-2610 0 0,-27-12 2130 0 0,1-1 0 0 0,-1 2 0 0 0,1-1 0 0 0,-1 0 0 0 0,0 0 1 0 0,0 1-1 0 0,3 3 0 0 0,3 12-7444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188 418 12439 0 0,'-36'-8'448'0'0,"0"0"0"0"0,-44-2 0 0 0,45 7 10120 0 0,36 1-10326 0 0,0 1 0 0 0,1-1 0 0 0,-1 1 0 0 0,1-1 1 0 0,0 1-1 0 0,-1 0 0 0 0,1 0 0 0 0,0 0 0 0 0,0 0 0 0 0,0 0 0 0 0,0 0 0 0 0,2-1 0 0 0,-3 2-78 0 0,22-9 232 0 0,0 2 0 0 0,0 0 1 0 0,43-6-1 0 0,11-3 44 0 0,565-118-7887 0 0,-598 125 4894 0 0</inkml:trace>
  <inkml:trace contextRef="#ctx0" brushRef="#br0" timeOffset="1">1079 38 4143 0 0,'-3'-7'216'0'0,"2"6"-163"0"0,0-1 1 0 0,0 0-1 0 0,0 1 0 0 0,0-1 0 0 0,0 1 0 0 0,-1-1 1 0 0,1 1-1 0 0,0 0 0 0 0,-1-1 0 0 0,1 1 0 0 0,-1 0 0 0 0,-29-12 26909 0 0,33 16-25654 0 0,4 1-4225 0 0,16 12 2986 0 0,1-2 0 0 0,0-1 0 0 0,1 0-1 0 0,30 10 1 0 0,3 2-68 0 0,-36-15 15 0 0,18 7-110 0 0,-1 2 0 0 0,53 36 1 0 0,-88-51 13 0 0,3 9 20 0 0,-5-11 59 0 0,-1 1 1 0 0,1 0-1 0 0,-1 0 1 0 0,0-1-1 0 0,0 1 0 0 0,-1 0 1 0 0,1-1-1 0 0,0 1 1 0 0,-1 0-1 0 0,0-1 1 0 0,1 1-1 0 0,-1 0 1 0 0,0-1-1 0 0,0 1 1 0 0,-1-1-1 0 0,1 0 0 0 0,0 1 1 0 0,-1-1-1 0 0,0 0 1 0 0,1 0-1 0 0,-1 0 1 0 0,-3 3-1 0 0,-5 5 5 0 0,0-1 0 0 0,-24 16 0 0 0,33-24-3 0 0,-64 39 132 0 0,47-30-133 0 0,0 0-1 0 0,0 2 1 0 0,-24 20 0 0 0,39-30-320 0 0,1 1 1 0 0,-1 0 0 0 0,0 0 0 0 0,1 0-1 0 0,0 1 1 0 0,-1-1 0 0 0,1 1 0 0 0,1-1-1 0 0,-1 1 1 0 0,-2 5 0 0 0,2 7-9424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1379 23 14743 0 0,'-2'-1'1136'0'0,"-7"-3"221"0"0,-1 0 0 0 0,1 1 0 0 0,-1 0 1 0 0,0 1-1 0 0,0 0 0 0 0,-21-1 0 0 0,-27 3 3944 0 0,21 2-6202 0 0,-65 8 1534 0 0,0 5 0 0 0,1 5 0 0 0,-136 44 0 0 0,67-22-445 0 0,107-29-125 0 0,3 0 111 0 0,71-3-143 0 0,2-3-31 0 0,0 0 0 0 0,0-1 0 0 0,0-1 0 0 0,1 0 0 0 0,0 0 0 0 0,0-2 0 0 0,19 4 0 0 0,246 31 0 0 0,-179-26 0 0 0,-73-9 0 0 0,-1 2 0 0 0,0 1 0 0 0,0 1 0 0 0,0 1 0 0 0,-1 1 0 0 0,30 15 0 0 0,-51-22 0 0 0,1 1 0 0 0,-1 0 0 0 0,0 0 0 0 0,1 0 0 0 0,5 7 0 0 0,-2 2 0 0 0,-7-10 0 0 0,-1 0 0 0 0,0 1 0 0 0,0-1 0 0 0,0 0 0 0 0,0 0 0 0 0,0 0 0 0 0,0 0 0 0 0,0 0 0 0 0,-1 0 0 0 0,1 0 0 0 0,-1 0 0 0 0,0 0 0 0 0,1 0 0 0 0,-1 0 0 0 0,0-1 0 0 0,0 1 0 0 0,0 0 0 0 0,-1 0 0 0 0,1-1 0 0 0,0 1 0 0 0,-2 1 0 0 0,-4 5 0 0 0,-1 0 0 0 0,-15 11 0 0 0,18-15 0 0 0,-48 33 0 0 0,-1-2 0 0 0,-78 38 0 0 0,58-34 0 0 0,-342 174 0 0 0,357-183 0 0 0,2 2 0 0 0,-82 60 0 0 0,129-85 0 0 0,1 0 0 0 0,1 1 0 0 0,0 0 0 0 0,0 1 0 0 0,1-1 0 0 0,-1 2 0 0 0,-8 16 0 0 0,14-23 0 0 0,0 0 0 0 0,1 0 0 0 0,0 0 0 0 0,-1 0 0 0 0,1 1 0 0 0,1-1 0 0 0,-1 1 0 0 0,0-1 0 0 0,1 0 0 0 0,0 1 0 0 0,0-1 0 0 0,0 1 0 0 0,0-1 0 0 0,0 1 0 0 0,1-1 0 0 0,-1 1 0 0 0,1-1 0 0 0,0 0 0 0 0,0 1 0 0 0,0-1 0 0 0,1 0 0 0 0,-1 0 0 0 0,1 0 0 0 0,0 0 0 0 0,-1 0 0 0 0,2 0 0 0 0,-1 0 0 0 0,0-1 0 0 0,4 4 0 0 0,3 2 0 0 0,1 0 0 0 0,0 0 0 0 0,0-1 0 0 0,1-1 0 0 0,0 0 0 0 0,0 0 0 0 0,0-1 0 0 0,22 6 0 0 0,-1-2 0 0 0,1-1 0 0 0,33 3 0 0 0,31-2 0 0 0,194-5 0 0 0,96-35 0 0 0,-340 27 0 0 0,232-30 0 0 0,-237 28 0 0 0,-42 6 0 0 0,38-7-17 0 0,-23 3-35 0 0,-13 3-307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184 141 2303 0 0,'1'-2'167'0'0,"16"-27"19"0"0,-1 1 4033 0 0,24-41 11440 0 0,-43 65-14134 0 0,3 4-1472 0 0,0 0 0 0 0,0-1 0 0 0,0 1-1 0 0,0 0 1 0 0,0 0 0 0 0,0-1-1 0 0,0 1 1 0 0,0 0 0 0 0,0-1 0 0 0,0 1-1 0 0,0 0 1 0 0,0-1 0 0 0,-1 1-1 0 0,1 0 1 0 0,0 0 0 0 0,0-1-1 0 0,0 1 1 0 0,-1 0 0 0 0,1 0 0 0 0,0 0-1 0 0,0-1 1 0 0,-1 1 0 0 0,1 0-1 0 0,0 0 1 0 0,0 0 0 0 0,-1 0-1 0 0,1-1 1 0 0,-5 1 149 0 0,0-1-1 0 0,1 1 0 0 0,-1 0 1 0 0,0 0-1 0 0,1 0 1 0 0,-1 1-1 0 0,0-1 1 0 0,1 1-1 0 0,-1 1 1 0 0,1-1-1 0 0,-1 0 0 0 0,1 1 1 0 0,0 0-1 0 0,-1 0 1 0 0,1 0-1 0 0,0 1 1 0 0,-4 3-1 0 0,-6 4 101 0 0,-1 1-1 0 0,2 1 1 0 0,-15 15-1 0 0,15-14-151 0 0,0 2-1 0 0,1 0 1 0 0,0 0-1 0 0,-16 29 1 0 0,26-39-123 0 0,-1-1 1 0 0,1 2-1 0 0,0-1 0 0 0,0 0 0 0 0,0 0 0 0 0,1 1 1 0 0,0-1-1 0 0,0 1 0 0 0,0-1 0 0 0,1 1 1 0 0,-1-1-1 0 0,2 1 0 0 0,-1 0 0 0 0,0-1 1 0 0,1 1-1 0 0,0-1 0 0 0,1 1 0 0 0,-1-1 1 0 0,1 0-1 0 0,4 9 0 0 0,-3-9-38 0 0,0-1 0 0 0,0 1-1 0 0,1-1 1 0 0,-1 0 0 0 0,1-1 0 0 0,0 1 0 0 0,1-1-1 0 0,-1 1 1 0 0,1-1 0 0 0,-1 0 0 0 0,1-1 0 0 0,0 1-1 0 0,0-1 1 0 0,0 0 0 0 0,0 0 0 0 0,0-1 0 0 0,9 2-1 0 0,-2 0-25 0 0,0-1-1 0 0,1-1 0 0 0,0 0 1 0 0,-1-1-1 0 0,1 0 0 0 0,18-3 1 0 0,2-3-186 0 0,1-1 0 0 0,55-20 0 0 0,-70 19 92 0 0,-1 0 0 0 0,0-1 0 0 0,0-1 0 0 0,-1 0 0 0 0,31-26 0 0 0,-39 29 102 0 0,-1-1-1 0 0,0-1 1 0 0,-1 0 0 0 0,0 0-1 0 0,0 0 1 0 0,-1-1 0 0 0,0 0-1 0 0,-1 0 1 0 0,0 0 0 0 0,-1-1-1 0 0,0 0 1 0 0,0 0 0 0 0,-1 0-1 0 0,2-19 1 0 0,-3 7 33 0 0,-3 21 3 0 0,0-1 111 0 0,-3 0-18 0 0,4 2-93 0 0,0 1-1 0 0,0 0 1 0 0,0-1 0 0 0,0 1-1 0 0,-1 0 1 0 0,1 0 0 0 0,0-1-1 0 0,0 1 1 0 0,0 0 0 0 0,-1 0-1 0 0,1 0 1 0 0,0-1 0 0 0,0 1 0 0 0,-1 0-1 0 0,1 0 1 0 0,0 0 0 0 0,0 0-1 0 0,-1 0 1 0 0,1-1 0 0 0,0 1-1 0 0,-1 0 1 0 0,1 0 0 0 0,0 0-1 0 0,-1 0 1 0 0,1 0 0 0 0,0 0-1 0 0,0 0 1 0 0,-1 0 0 0 0,1 0-1 0 0,0 0 1 0 0,-1 0 0 0 0,1 0-1 0 0,-4 2 21 0 0,0 0 1 0 0,1 0-1 0 0,-1 0 0 0 0,0 0 0 0 0,1 0 0 0 0,0 1 0 0 0,0-1 0 0 0,0 1 0 0 0,0 0 0 0 0,0 0 0 0 0,0 0 0 0 0,1 0 0 0 0,-1 1 0 0 0,1-1 1 0 0,0 1-1 0 0,0 0 0 0 0,0-1 0 0 0,1 1 0 0 0,-2 5 0 0 0,-1 0-13 0 0,1 1 0 0 0,0 0 1 0 0,1 0-1 0 0,0 0 0 0 0,1 0 0 0 0,0 21 1 0 0,1-24-10 0 0,0 0 0 0 0,1 0 0 0 0,1 0 0 0 0,-1 0 0 0 0,1 0 0 0 0,0 0 0 0 0,0 0 0 0 0,1-1 0 0 0,0 1 1 0 0,0-1-1 0 0,9 12 0 0 0,-9-13-15 0 0,1-1 1 0 0,1 1 0 0 0,-1-1 0 0 0,1 0 0 0 0,-1 0-1 0 0,1-1 1 0 0,0 1 0 0 0,0-1 0 0 0,1 0-1 0 0,-1-1 1 0 0,1 1 0 0 0,0-1 0 0 0,-1 0 0 0 0,9 1-1 0 0,-7-1-7 0 0,0 0-1 0 0,0-1 1 0 0,0-1-1 0 0,0 1 1 0 0,1-1-1 0 0,-1 0 1 0 0,0-1-1 0 0,0 1 1 0 0,0-1-1 0 0,0-1 1 0 0,0 0-1 0 0,0 0 1 0 0,0 0-1 0 0,0 0 1 0 0,-1-1-1 0 0,1-1 1 0 0,-1 1-1 0 0,0-1 1 0 0,0 0-1 0 0,0 0 1 0 0,9-9-1 0 0,6-8 8 0 0,-2-1 0 0 0,-1 0 0 0 0,0-1 0 0 0,-2-2 0 0 0,24-46 0 0 0,-35 61 30 0 0,-4 8 336 0 0,-3 4-216 0 0,-5 10-27 0 0,-1 0-1 0 0,2 0 1 0 0,-1 1-1 0 0,2 0 1 0 0,-7 19-1 0 0,6-9 86 0 0,0-1-1 0 0,-3 39 1 0 0,8-49-279 0 0,0 1-1 0 0,2-1 1 0 0,-1 1-1 0 0,5 16 1 0 0,-4-21-3 0 0,1 0 1 0 0,0-1-1 0 0,0 1 1 0 0,1 0 0 0 0,0-1-1 0 0,1 0 1 0 0,7 13-1 0 0,-7-16-341 0 0,-1 0-1 0 0,1 0 0 0 0,0-1 0 0 0,0 1 0 0 0,0-1 0 0 0,1 0 0 0 0,-1 0 1 0 0,1-1-1 0 0,0 1 0 0 0,-1-1 0 0 0,1 0 0 0 0,10 2 0 0 0,2-1-1963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9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42 21311 0 0,'-1'-1'976'0'0,"-8"-3"-24"0"0,-3 2-613 0 0,8 2-243 0 0,0 0 1 0 0,0 0-1 0 0,0 1 1 0 0,0 0 0 0 0,0 0-1 0 0,0 0 1 0 0,0 0-1 0 0,1 0 1 0 0,-1 1-1 0 0,0 0 1 0 0,1 0-1 0 0,-1 0 1 0 0,1 0 0 0 0,0 0-1 0 0,0 1 1 0 0,0 0-1 0 0,-5 5 1 0 0,1-1 277 0 0,1 0 0 0 0,0 1 0 0 0,1 0 0 0 0,0 0 1 0 0,0 0-1 0 0,-5 13 0 0 0,4-6 45 0 0,-1-1-212 0 0,1 1 1 0 0,1-1-1 0 0,-5 27 0 0 0,9-38-201 0 0,0 1 0 0 0,1-1 0 0 0,-1 0 0 0 0,1 1 0 0 0,0-1 0 0 0,0 1-1 0 0,1-1 1 0 0,-1 1 0 0 0,1-1 0 0 0,-1 1 0 0 0,1-1 0 0 0,0 0 0 0 0,1 1 0 0 0,-1-1 0 0 0,0 0 0 0 0,1 0 0 0 0,0 0-1 0 0,-1 0 1 0 0,1 0 0 0 0,1-1 0 0 0,-1 1 0 0 0,4 3 0 0 0,-2-2-39 0 0,1-1 1 0 0,-1 0-1 0 0,1 0 1 0 0,0-1-1 0 0,0 0 0 0 0,0 0 1 0 0,0 0-1 0 0,0 0 1 0 0,1-1-1 0 0,-1 1 1 0 0,1-1-1 0 0,-1-1 0 0 0,1 1 1 0 0,-1-1-1 0 0,1 0 1 0 0,7-1-1 0 0,-2 0-104 0 0,-1-1 0 0 0,1 0 0 0 0,0-1 0 0 0,-1 0 0 0 0,0-1 1 0 0,1 0-1 0 0,10-7 0 0 0,-5 2-72 0 0,0-2 0 0 0,-2 0 1 0 0,1 0-1 0 0,-1-2 0 0 0,-1 0 0 0 0,23-28 1 0 0,57-95-455 0 0,-86 124 619 0 0,0 0 1 0 0,4-12-1 0 0,-10 21 99 0 0,-2 2 109 0 0,-3-6 17 0 0,2 5 378 0 0,0 3-157 0 0,-3 3-319 0 0,1 0-1 0 0,-1 1 1 0 0,1-1-1 0 0,-1 1 0 0 0,1 0 1 0 0,1 0-1 0 0,-1 1 1 0 0,1-1-1 0 0,0 0 0 0 0,0 1 1 0 0,0 0-1 0 0,1 0 1 0 0,0 0-1 0 0,0 0 0 0 0,-1 10 1 0 0,1-7 9 0 0,1 0 1 0 0,1-1 0 0 0,-1 1 0 0 0,1 0-1 0 0,1 0 1 0 0,0-1 0 0 0,0 1-1 0 0,1 0 1 0 0,0-1 0 0 0,0 1-1 0 0,4 8 1 0 0,-3-12-95 0 0,0 0 0 0 0,0 0 0 0 0,0 0 0 0 0,0-1 0 0 0,1 1 0 0 0,0-1 0 0 0,0 0 0 0 0,0 0 1 0 0,0 0-1 0 0,0-1 0 0 0,1 0 0 0 0,0 1 0 0 0,0-2 0 0 0,0 1 0 0 0,0 0 0 0 0,0-1 0 0 0,0 0 0 0 0,1 0 0 0 0,8 1 0 0 0,-5-1-5 0 0,-1 0 0 0 0,1-1 0 0 0,0 0 0 0 0,0-1 0 0 0,0 0 0 0 0,0 0-1 0 0,0-1 1 0 0,0 0 0 0 0,0-1 0 0 0,0 0 0 0 0,14-5 0 0 0,-13 2-37 0 0,0 0 0 0 0,0-1-1 0 0,-1 0 1 0 0,0 0 0 0 0,0-1 0 0 0,0 0 0 0 0,-1-1-1 0 0,0 0 1 0 0,-1 0 0 0 0,0-1 0 0 0,0 0-1 0 0,-1 0 1 0 0,0-1 0 0 0,0 1 0 0 0,-1-1 0 0 0,-1-1-1 0 0,7-19 1 0 0,-8 19-35 0 0,-3 10 76 0 0,0 1 0 0 0,0 0 0 0 0,0-1-1 0 0,0 1 1 0 0,0 0 0 0 0,0-1 0 0 0,0 1-1 0 0,0 0 1 0 0,0-1 0 0 0,0 1 0 0 0,-1 0-1 0 0,1-1 1 0 0,0 1 0 0 0,0 0 0 0 0,0 0-1 0 0,-1-1 1 0 0,1 1 0 0 0,0 0 0 0 0,0 0-1 0 0,-1-1 1 0 0,1 1 0 0 0,-1 0 0 0 0,-3-3 24 0 0,4 3-10 0 0,-1-1 0 0 0,0 1 1 0 0,1 0-1 0 0,-1 0 0 0 0,0-1 0 0 0,1 1 0 0 0,-1 0 1 0 0,0 0-1 0 0,1 0 0 0 0,-1 0 0 0 0,0 0 0 0 0,0 0 1 0 0,1 0-1 0 0,-1 0 0 0 0,0 0 0 0 0,1 0 0 0 0,-1 0 0 0 0,0 0 1 0 0,1 0-1 0 0,-2 1 0 0 0,0 0 33 0 0,-3 0 24 0 0,-1 0 1 0 0,1 1-1 0 0,0-1 1 0 0,1 1 0 0 0,-1 1-1 0 0,0-1 1 0 0,1 1-1 0 0,-1-1 1 0 0,1 1 0 0 0,0 0-1 0 0,-1 1 1 0 0,2-1-1 0 0,-1 1 1 0 0,0 0-1 0 0,1 0 1 0 0,0 0 0 0 0,-1 0-1 0 0,2 1 1 0 0,-1-1-1 0 0,0 1 1 0 0,1 0 0 0 0,-2 6-1 0 0,2-6-42 0 0,0 0-1 0 0,1 0 1 0 0,0 0-1 0 0,0 0 0 0 0,0 1 1 0 0,0-1-1 0 0,1 1 1 0 0,0-1-1 0 0,0 0 1 0 0,0 1-1 0 0,1-1 1 0 0,0 0-1 0 0,0 1 0 0 0,0-1 1 0 0,1 0-1 0 0,-1 0 1 0 0,1 0-1 0 0,0 0 1 0 0,1 0-1 0 0,-1 0 1 0 0,6 6-1 0 0,-3-5-266 0 0,0-1-1 0 0,0 0 0 0 0,0 0 1 0 0,1 0-1 0 0,0-1 1 0 0,0 0-1 0 0,0 0 1 0 0,0-1-1 0 0,1 1 1 0 0,0-1-1 0 0,-1-1 1 0 0,1 1-1 0 0,8 1 1 0 0,20 3-958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4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24703 0 0,'-2'1'1133'0'0,"-5"2"-923"0"0,1 0-1 0 0,0 0 0 0 0,0 1 0 0 0,0 0 0 0 0,0 0 0 0 0,1 0 0 0 0,-6 6 0 0 0,-35 41 12 0 0,24-26 595 0 0,-4 5-30 0 0,1 1 0 0 0,1 0 0 0 0,-21 38 0 0 0,17-21-490 0 0,-12 22-135 0 0,39-68-102 0 0,8-16-7 0 0,8-10-160 0 0,0 1 0 0 0,2 1 0 0 0,19-21 0 0 0,17-23-151 0 0,59-100-197 0 0,-110 164 1064 0 0,-1 4-516 0 0,16 44-38 0 0,2 10 79 0 0,4-2-1 0 0,34 63 1 0 0,46 59-121 0 0,-65-114 117 0 0,-36-60-161 0 0,-27 8 75 0 0,5-8-50 0 0,-1-1 0 0 0,1-1-1 0 0,-32-3 1 0 0,0-1-44 0 0,-5 0 25 0 0,-79-16 0 0 0,84 11-323 0 0,42 6-277 0 0,13 0-1716 0 0,21-2-1566 0 0,-19 5 4068 0 0,27-5-2491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5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767 96 6911 0 0,'-4'-7'1252'0'0,"1"1"0"0"0,-1 0 0 0 0,0 0-1 0 0,0 1 1 0 0,-1-1 0 0 0,0 1 0 0 0,0 0 0 0 0,0 0-1 0 0,-9-6 1 0 0,7 7-178 0 0,1 0 1 0 0,-2 0-1 0 0,1 0 0 0 0,0 1 1 0 0,-1 0-1 0 0,1 1 0 0 0,-14-3 0 0 0,10 3-207 0 0,-1 1-1 0 0,1 0 1 0 0,-1 0-1 0 0,-21 3 1 0 0,18 0-934 0 0,1 1 0 0 0,-1 0 0 0 0,-19 7 0 0 0,15-3 127 0 0,1 1 0 0 0,-1 0 0 0 0,2 2-1 0 0,-1 0 1 0 0,2 0 0 0 0,-25 21 0 0 0,35-26-53 0 0,0 1 1 0 0,0 0 0 0 0,0 0 0 0 0,0 1 0 0 0,1 0-1 0 0,0 0 1 0 0,1 0 0 0 0,0 0 0 0 0,0 1 0 0 0,0-1-1 0 0,1 1 1 0 0,0 0 0 0 0,1 1 0 0 0,-1-1 0 0 0,2 0-1 0 0,-1 0 1 0 0,0 17 0 0 0,2-17-6 0 0,1 0 1 0 0,0-1-1 0 0,0 1 0 0 0,1 0 1 0 0,0 0-1 0 0,1-1 0 0 0,-1 1 0 0 0,1-1 1 0 0,1 0-1 0 0,-1 1 0 0 0,1-2 1 0 0,1 1-1 0 0,-1 0 0 0 0,1-1 1 0 0,0 0-1 0 0,0 0 0 0 0,1 0 1 0 0,7 5-1 0 0,12 8 14 0 0,0-1 1 0 0,1-1-1 0 0,39 18 1 0 0,-5-2-7 0 0,-26-13-10 0 0,-12-8 0 0 0,32 23 0 0 0,-48-30 0 0 0,0 1 0 0 0,0-1 0 0 0,0 1 0 0 0,0 0 0 0 0,-1 0 0 0 0,0 1 0 0 0,-1 0 0 0 0,8 13 0 0 0,-10-16 0 0 0,-1 0 0 0 0,0-1 0 0 0,0 1 0 0 0,0 0 0 0 0,0 0 0 0 0,-1 0 0 0 0,0 0 0 0 0,0 0 0 0 0,0 0 0 0 0,0 0 0 0 0,0 0 0 0 0,-1 0 0 0 0,0 0 0 0 0,0 0 0 0 0,0 0 0 0 0,0 0 0 0 0,0-1 0 0 0,-1 1 0 0 0,0 0 0 0 0,0-1 0 0 0,0 0 0 0 0,-3 6 0 0 0,-1-2 0 0 0,0 1 0 0 0,0-1 0 0 0,-1 0 0 0 0,0 0 0 0 0,0-1 0 0 0,-1 0 0 0 0,0-1 0 0 0,-11 7 0 0 0,-4 1 0 0 0,0-1 0 0 0,-1-1 0 0 0,-1-1 0 0 0,0-1 0 0 0,0-2 0 0 0,-47 9 0 0 0,33-11-216 0 0,-1-2-1 0 0,0-1 1 0 0,-40-4 0 0 0,-80-6-3652 0 0,120 8 1921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5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7367 0 0,'-2'2'13726'0'0,"-23"24"-7606"0"0,-3 0-3873 0 0,-24 27-892 0 0,3-2-663 0 0,-38 47-235 0 0,2 9-1065 0 0,84-105-56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5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10 13823 0 0,'0'0'630'0'0,"0"-2"-13"0"0,-3-5 2142 0 0,-2 17 2351 0 0,-6 6-1846 0 0,1-2-1769 0 0,1 1-1161 0 0,0 1-1 0 0,1 1 1 0 0,1-1 0 0 0,1 1 0 0 0,0 0 0 0 0,2 1 0 0 0,-1-1 0 0 0,-1 24 0 0 0,5-32-661 0 0,1 0 0 0 0,0 0 1 0 0,1 0-1 0 0,-1 0 0 0 0,2 0 1 0 0,-1 0-1 0 0,1 0 1 0 0,1 0-1 0 0,-1-1 0 0 0,2 1 1 0 0,-1-1-1 0 0,1 0 0 0 0,0 0 1 0 0,1 0-1 0 0,0 0 0 0 0,0-1 1 0 0,0 0-1 0 0,10 10 0 0 0,4 1-1482 0 0</inkml:trace>
  <inkml:trace contextRef="#ctx0" brushRef="#br0" timeOffset="1">598 630 14743 0 0,'3'-1'9409'0'0,"49"-7"-3939"0"0,3-5-3695 0 0,25-4-1448 0 0,-60 14-335 0 0,20-5-295 0 0,72-3 1 0 0,-109 11-61 0 0,-4 14-4126 0 0,-1-11 3961 0 0,1 0 0 0 0,-1 0 0 0 0,0-1 0 0 0,0 1 0 0 0,0 0 0 0 0,0-1 0 0 0,0 1 0 0 0,-5 3 0 0 0,7-6 467 0 0,-20 17-2610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5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 17015 0 0,'-29'10'7467'0'0,"33"-9"-4125"0"0,18 0-1412 0 0,27-1-1902 0 0,97-11 673 0 0,-64 4-2661 0 0,-1 3-6482 0 0,-38 3-216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8:51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620 51 23471 0 0,'13'-24'2501'0'0,"-13"24"-2439"0"0,0-1 0 0 0,1 1 0 0 0,-1-1 0 0 0,1 1 0 0 0,-1-1 0 0 0,0 1 0 0 0,0-1 0 0 0,1 1 0 0 0,-1-1 0 0 0,0 1-1 0 0,0-1 1 0 0,1 1 0 0 0,-1-1 0 0 0,0 0 0 0 0,0 1 0 0 0,0-1 0 0 0,0 1 0 0 0,0-1 0 0 0,0 0 0 0 0,0 1 0 0 0,0-1 0 0 0,0 1-1 0 0,0-1 1 0 0,-1 0 0 0 0,1 1 0 0 0,0-1 0 0 0,0 1 0 0 0,0-1 0 0 0,-1 1 0 0 0,1-1 0 0 0,0 1 0 0 0,-1-1 0 0 0,1 1 0 0 0,0-1-1 0 0,-1 1 1 0 0,1-1 0 0 0,-1 1 0 0 0,1-1 0 0 0,-1 1 0 0 0,1 0 0 0 0,-2-1 0 0 0,0 0 113 0 0,0 0 1 0 0,0 0-1 0 0,0 1 1 0 0,-1-1-1 0 0,1 1 0 0 0,0 0 1 0 0,-4-1-1 0 0,1 1-23 0 0,0 1 0 0 0,0-1-1 0 0,0 1 1 0 0,-1 0 0 0 0,1 0 0 0 0,0 0-1 0 0,0 1 1 0 0,-7 3 0 0 0,-39 23 438 0 0,40-22-527 0 0,-72 42 39 0 0,12-7 108 0 0,-81 59 0 0 0,133-85-182 0 0,0 0 0 0 0,1 2-1 0 0,1 0 1 0 0,0 1 0 0 0,1 0 0 0 0,1 2-1 0 0,1-1 1 0 0,-19 37 0 0 0,30-50-28 0 0,0 1 0 0 0,0 0 0 0 0,1 0 0 0 0,0 0 0 0 0,0 1 0 0 0,1-1 0 0 0,-1 0 0 0 0,2 1 0 0 0,-1-1 0 0 0,1 12 0 0 0,1-14 0 0 0,0-1 0 0 0,0 1 0 0 0,0 0 0 0 0,0 0 0 0 0,1-1 0 0 0,0 1 0 0 0,0-1 0 0 0,0 1 0 0 0,0-1 0 0 0,1 0 0 0 0,0 0 0 0 0,0 0 0 0 0,0 0 0 0 0,0 0 0 0 0,0-1 0 0 0,8 6 0 0 0,2 1 0 0 0,0-2 0 0 0,0 1 0 0 0,1-2 0 0 0,0 0 0 0 0,0-1 0 0 0,20 6 0 0 0,93 19 0 0 0,-90-24 0 0 0,0-1 0 0 0,74 1 0 0 0,-95-7 0 0 0,-1-1 0 0 0,1-1 0 0 0,-1 0 0 0 0,1-1 0 0 0,-1 0 0 0 0,0-2 0 0 0,-1 0 0 0 0,1 0 0 0 0,-1-1 0 0 0,14-8 0 0 0,-23 11 0 0 0,0-1 0 0 0,-1 1 0 0 0,0-1 0 0 0,1 1 0 0 0,-1-1 0 0 0,0-1 0 0 0,-1 1 0 0 0,1 0 0 0 0,-1-1 0 0 0,0 0 0 0 0,0 0 0 0 0,4-9 0 0 0,-4 7 0 0 0,-1-1 0 0 0,0 0 0 0 0,0 1 0 0 0,-1-1 0 0 0,0 0 0 0 0,0 0 0 0 0,0 0 0 0 0,-2-10 0 0 0,0 2 0 0 0,-2 0 0 0 0,0 0 0 0 0,0 1 0 0 0,-2-1 0 0 0,0 1 0 0 0,0 0 0 0 0,-2 0 0 0 0,-11-20 0 0 0,-8-7-212 0 0,-1 2 0 0 0,-1 1 0 0 0,-3 2 0 0 0,-37-37 0 0 0,51 59-2369 0 0,2 5-7946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81 17911 0 0,'-5'-4'275'0'0,"-10"-13"1437"0"0,15 17-1666 0 0,-1-1 0 0 0,1 1 0 0 0,0-1 0 0 0,0 1 0 0 0,-1-1 0 0 0,1 0 0 0 0,0 1 0 0 0,0-1 0 0 0,0 0 0 0 0,0 1 0 0 0,0-1 0 0 0,0 1 0 0 0,0-1 0 0 0,0 0 0 0 0,0 1 0 0 0,0-1 0 0 0,0 0 0 0 0,0 1 0 0 0,0-1 0 0 0,0 0 0 0 0,1 1 0 0 0,-1-1 1 0 0,0 1-1 0 0,0-1 0 0 0,1 1 0 0 0,-1-1 0 0 0,1 0 0 0 0,-1 1 0 0 0,0-1 0 0 0,1 1 0 0 0,-1 0 0 0 0,1-1 0 0 0,-1 1 0 0 0,1-1 0 0 0,-1 1 0 0 0,1 0 0 0 0,-1-1 0 0 0,1 1 0 0 0,0 0 0 0 0,-1-1 0 0 0,2 1 0 0 0,28-13 990 0 0,-28 12-903 0 0,18-5 211 0 0,-1 1-1 0 0,1 1 0 0 0,0 1 0 0 0,32-2 0 0 0,-15 5-311 0 0,59 6 0 0 0,-83-4-393 0 0,0 0 0 0 0,-1 0-1 0 0,0 1 1 0 0,1 1 0 0 0,-1 0-1 0 0,0 1 1 0 0,11 6 0 0 0,-22-10-147 0 0,1 0 1 0 0,-1-1-1 0 0,0 1 1 0 0,1 0-1 0 0,-1 0 1 0 0,0 0-1 0 0,0 0 1 0 0,0 0-1 0 0,0 0 1 0 0,2 2-1 0 0,0 1-1085 0 0,9 15-4778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0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21 13735 0 0,'-68'5'6327'0'0,"72"-5"-5584"0"0,47-7 166 0 0,53 0 0 0 0,-16 2-1216 0 0,187-2-3829 0 0,-222 7 2789 0 0,-1 0-343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309 137 17215 0 0,'3'-53'1872'0'0,"-3"51"-1790"0"0,0 1 1 0 0,0 0-1 0 0,0-1 0 0 0,0 1 0 0 0,0-1 0 0 0,0 1 1 0 0,0 0-1 0 0,0-1 0 0 0,-1 1 0 0 0,1 0 0 0 0,-1-1 0 0 0,1 1 1 0 0,-1 0-1 0 0,1-1 0 0 0,-1 1 0 0 0,0 0 0 0 0,1 0 1 0 0,-3-2-1 0 0,2 2 59 0 0,0 1 1 0 0,0-1-1 0 0,0 0 0 0 0,0 1 1 0 0,0-1-1 0 0,0 1 0 0 0,0-1 1 0 0,0 1-1 0 0,-1 0 1 0 0,1-1-1 0 0,0 1 0 0 0,0 0 1 0 0,0 0-1 0 0,-1 0 0 0 0,1 0 1 0 0,-2 0-1 0 0,-3 1 233 0 0,0 0 0 0 0,1 0 0 0 0,-1 1 0 0 0,1 0 0 0 0,0 0 0 0 0,0 0 0 0 0,-10 6 0 0 0,-8 8 67 0 0,1 0-1 0 0,0 1 0 0 0,1 1 1 0 0,1 2-1 0 0,1 0 0 0 0,1 0 0 0 0,1 2 1 0 0,-23 35-1 0 0,36-51-417 0 0,1 1 0 0 0,-1-1-1 0 0,1 1 1 0 0,1-1 0 0 0,-1 1 0 0 0,1 0-1 0 0,0 0 1 0 0,1 0 0 0 0,-1 0 0 0 0,1 0-1 0 0,1 0 1 0 0,-1 1 0 0 0,1-1 0 0 0,1 0 0 0 0,-1 0-1 0 0,1 0 1 0 0,0 1 0 0 0,1-1 0 0 0,0 0-1 0 0,0-1 1 0 0,1 1 0 0 0,-1 0 0 0 0,1 0-1 0 0,1-1 1 0 0,7 12 0 0 0,-5-10-25 0 0,0 1 1 0 0,0-1-1 0 0,1 0 1 0 0,0-1-1 0 0,0 1 0 0 0,0-2 1 0 0,1 1-1 0 0,1-1 0 0 0,-1 0 1 0 0,1 0-1 0 0,0-1 1 0 0,0-1-1 0 0,18 8 0 0 0,8-2-178 0 0,0 0 0 0 0,63 8-1 0 0,-81-16 112 0 0,1-1-1 0 0,0-1 1 0 0,0-1-1 0 0,0 0 1 0 0,0-1-1 0 0,-1-1 1 0 0,28-8-1 0 0,-37 9 56 0 0,0-1-1 0 0,-1 0 1 0 0,0-1-1 0 0,0 0 1 0 0,0 0-1 0 0,0 0 1 0 0,0-1-1 0 0,-1 0 1 0 0,0 0-1 0 0,0-1 1 0 0,0 0-1 0 0,-1 0 1 0 0,0 0-1 0 0,0 0 1 0 0,5-11-1 0 0,-5 9 2 0 0,-2 0 1 0 0,1 0-1 0 0,-1-1 1 0 0,0 0-1 0 0,-1 0 1 0 0,0 0-1 0 0,-1 0 0 0 0,1 0 1 0 0,-2 0-1 0 0,1 0 1 0 0,-1 0-1 0 0,-1 0 1 0 0,-1-12-1 0 0,0 9-17 0 0,-1 1 0 0 0,0 0 0 0 0,-1 0 1 0 0,0 1-1 0 0,0-1 0 0 0,-1 1 0 0 0,0 0 0 0 0,-1 0 0 0 0,0 1 0 0 0,-1-1 0 0 0,0 1 1 0 0,-11-10-1 0 0,8 8-51 0 0,-2 1 1 0 0,1 1 0 0 0,-1 0 0 0 0,-1 1-1 0 0,0 0 1 0 0,0 1 0 0 0,0 0 0 0 0,-26-8-1 0 0,37 14-917 0 0</inkml:trace>
  <inkml:trace contextRef="#ctx0" brushRef="#br0" timeOffset="1">1380 35 12895 0 0,'-5'-34'12511'0'0,"4"36"-11598"0"0,-7 34-649 0 0,2 0 0 0 0,1 1 0 0 0,1-1 0 0 0,2 1 0 0 0,2-1 0 0 0,7 57 0 0 0,1-15-1005 0 0,-8-25-4904 0 0,-3-41 130 0 0,1-9 3922 0 0,-5 8-4753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4 146 11055 0 0,'-1'-3'121'0'0,"0"0"-1"0"0,1 0 0 0 0,-1 0 0 0 0,1-1 0 0 0,0 1 1 0 0,0 0-1 0 0,0 0 0 0 0,0 0 0 0 0,1 0 1 0 0,-1 0-1 0 0,1 0 0 0 0,-1 0 0 0 0,1 0 1 0 0,0 0-1 0 0,0 0 0 0 0,1 0 0 0 0,-1 1 0 0 0,1-1 1 0 0,-1 0-1 0 0,1 1 0 0 0,0-1 0 0 0,0 1 1 0 0,0 0-1 0 0,0-1 0 0 0,0 1 0 0 0,1 0 0 0 0,-1 0 1 0 0,6-3-1 0 0,2-2 1506 0 0,1 0 1 0 0,0 1-1 0 0,1 0 1 0 0,16-6-1 0 0,-12 7-867 0 0,0 0 0 0 0,30-4 0 0 0,34 3-3225 0 0,1 7-3628 0 0,-79-1 5842 0 0,46 0-6704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19375 0 0,'-1'-4'155'0'0,"1"0"0"0"0,1 0 0 0 0,-1 0 0 0 0,1 0 0 0 0,-1 0 1 0 0,1 0-1 0 0,0 0 0 0 0,1 0 0 0 0,-1 0 0 0 0,1 0 0 0 0,-1 1 0 0 0,1-1 0 0 0,0 1 0 0 0,0-1 0 0 0,3-2 0 0 0,5-6 552 0 0,0 1 0 0 0,19-17-1 0 0,-21 21-416 0 0,1 1-1 0 0,-1 1 0 0 0,1-1 1 0 0,0 1-1 0 0,0 1 0 0 0,1 0 0 0 0,-1 0 1 0 0,11-2-1 0 0,3 0 53 0 0,0 1-1 0 0,34-3 0 0 0,-32 6-297 0 0,0 1 0 0 0,49 3-1 0 0,-71-1-41 0 0,1-1 5 0 0,-1 1 1 0 0,1 0-1 0 0,-1 0 1 0 0,0 0-1 0 0,0 0 1 0 0,0 1-1 0 0,0-1 1 0 0,0 1-1 0 0,0 0 1 0 0,3 2-1 0 0,-4-3 53 0 0,-1 2 12 0 0,-1 0-52 0 0,1 0 0 0 0,-1 0 0 0 0,0 0 0 0 0,0 0 0 0 0,0 0 0 0 0,-1 0 0 0 0,1 1 0 0 0,-1-1 0 0 0,1 0 0 0 0,-1 0 0 0 0,0 0 0 0 0,0-1 0 0 0,-1 1 0 0 0,1 0 0 0 0,0 0 0 0 0,-1 0 0 0 0,0-1 0 0 0,0 1 0 0 0,1-1 0 0 0,-1 0 0 0 0,-5 5 0 0 0,-4 3 105 0 0,-1 0 0 0 0,-1-1 0 0 0,-17 10 0 0 0,2-1 32 0 0,-13 8-48 0 0,28-19-75 0 0,0 1-1 0 0,1 0 1 0 0,-20 18-1 0 0,24-16 15 0 0,5 1-36 0 0,3-9-12 0 0,0-1 0 0 0,0 1 0 0 0,1 0 0 0 0,-1 0 0 0 0,1 0 0 0 0,0 0 0 0 0,-1-1 0 0 0,1 1 0 0 0,0 0 0 0 0,0-1 0 0 0,0 1 0 0 0,0 0 0 0 0,0-1 0 0 0,0 1 0 0 0,1-1 0 0 0,-1 0 0 0 0,1 1 0 0 0,-1-1 0 0 0,1 0 0 0 0,-1 0 0 0 0,1 0 0 0 0,2 2 0 0 0,6 1 0 0 0,-1 1 0 0 0,1-1 0 0 0,11 2 0 0 0,-1 1 0 0 0,5 3 16 0 0,0 1 0 0 0,0 1 0 0 0,25 16 0 0 0,-33-14-16 0 0,-14-10 0 0 0,-1 1 0 0 0,6 7 0 0 0,-4-1 11 0 0,-5-8 0 0 0,1 0 1 0 0,-1-1 0 0 0,1 1 0 0 0,-1 0-1 0 0,0 0 1 0 0,0-1 0 0 0,0 1 0 0 0,0-1-1 0 0,-1 1 1 0 0,1-1 0 0 0,-1 0 0 0 0,1 1-1 0 0,-1-1 1 0 0,0 0 0 0 0,0 0 0 0 0,0 0-1 0 0,0 0 1 0 0,0 0 0 0 0,0-1 0 0 0,-1 1-1 0 0,-4 2 1 0 0,-5 2 96 0 0,0 1 1 0 0,-1-2-1 0 0,-14 5 0 0 0,24-9-90 0 0,-25 8 84 0 0,0-1 0 0 0,0-2 0 0 0,0 0 0 0 0,-34 1-1 0 0,54-7-198 0 0,0 0 0 0 0,-14-3-1 0 0,20 3-467 0 0,16-2-8071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11519 0 0,'1'-2'528'0'0,"7"-6"-339"0"0,0-1-1 0 0,1 2 0 0 0,11-9 0 0 0,32-20 4261 0 0,-18 12 1408 0 0,-22 17-5491 0 0,0 0-1 0 0,0 1 1 0 0,0 0 0 0 0,0 1 0 0 0,1 0 0 0 0,0 1 0 0 0,20-4-1 0 0,-15 5-42 0 0,0 0-1 0 0,0 2 1 0 0,1 0-1 0 0,-1 1 1 0 0,20 3-1 0 0,-28-2-311 0 0,-8 0 147 0 0,-2 1 13 0 0,-2 2-114 0 0,0 1 1 0 0,0-2-1 0 0,-1 1 0 0 0,1 0 1 0 0,-1 0-1 0 0,0-1 0 0 0,0 1 0 0 0,0-1 1 0 0,0 0-1 0 0,-1 0 0 0 0,1 0 1 0 0,-1-1-1 0 0,-6 4 0 0 0,-9 5 255 0 0,-32 13-1 0 0,21-11-268 0 0,17-7 15 0 0,7-4-21 0 0,0 1 0 0 0,0 0 0 0 0,0 0 0 0 0,0 1 0 0 0,1 0 0 0 0,-8 6 0 0 0,8-3-90 0 0,5-6 52 0 0,0 0 0 0 0,0-1 0 0 0,-1 1 0 0 0,1 0 0 0 0,0-1 0 0 0,0 1 0 0 0,0 0 0 0 0,1-1 0 0 0,-1 1 0 0 0,0 0 0 0 0,0 0 0 0 0,0-1 0 0 0,0 1 0 0 0,1 0 0 0 0,-1 0 0 0 0,2 3 1 0 0,1 0 0 0 0,-1 0 0 0 0,1-1 0 0 0,0 1 0 0 0,-1-1 0 0 0,2 0 0 0 0,-1 1 0 0 0,0-1 0 0 0,6 3 0 0 0,38 22 0 0 0,-3-1 0 0 0,-33-20 6 0 0,-7-5 0 0 0,-1 0 1 0 0,1 1-1 0 0,-1-1 1 0 0,0 1-1 0 0,0 0 1 0 0,0-1-1 0 0,0 2 1 0 0,4 4-1 0 0,0 2-6 0 0,-2 2 11 0 0,-5-10-3 0 0,0 1 1 0 0,0-1-1 0 0,0 1 1 0 0,0-1-1 0 0,0 1 1 0 0,-1-1-1 0 0,1 1 1 0 0,-1-1-1 0 0,1 0 1 0 0,-1 1 0 0 0,0-1-1 0 0,0 0 1 0 0,0 1-1 0 0,0-1 1 0 0,0 0-1 0 0,-1 0 1 0 0,1 0-1 0 0,-1 0 1 0 0,1 0-1 0 0,-1 0 1 0 0,0 0-1 0 0,0-1 1 0 0,0 1-1 0 0,-3 2 1 0 0,-6 3 97 0 0,0 0 0 0 0,-1-1-1 0 0,-18 8 1 0 0,10-5 7 0 0,-36 15 163 0 0,28-12-287 0 0,-26 14 1 0 0,52-25-172 0 0,1-1 0 0 0,0 1 0 0 0,-1 0 0 0 0,1 0 0 0 0,0 0 0 0 0,0 0 0 0 0,-1 0 0 0 0,1 0 0 0 0,0 0 0 0 0,0 0 0 0 0,0 0 0 0 0,0 0 0 0 0,0 0 0 0 0,1 1 0 0 0,-1-1 0 0 0,0 0 0 0 0,0 1 0 0 0,1-1 0 0 0,-1 1 0 0 0,1-1 0 0 0,0 1 0 0 0,-1-1 0 0 0,1 3 0 0 0,1 11-2013 0 0,4 0-393 0 0</inkml:trace>
  <inkml:trace contextRef="#ctx0" brushRef="#br0" timeOffset="1">512 465 11055 0 0,'-2'-3'1220'0'0,"-18"-10"14125"0"0,25 19-15187 0 0,1 4-660 0 0,48 37-3600 0 0,-38-32 2255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18631 0 0,'4'-6'183'0'0,"0"0"-1"0"0,0 0 1 0 0,0 0-1 0 0,1 1 1 0 0,0 0-1 0 0,0 0 1 0 0,0 0-1 0 0,1 1 1 0 0,0-1-1 0 0,0 1 1 0 0,0 1-1 0 0,11-6 1 0 0,8-2 1196 0 0,51-15 0 0 0,-74 25-1269 0 0,44-12 890 0 0,1 2 0 0 0,1 1-1 0 0,85-5 1 0 0,-123 15-954 0 0,-1 1 1 0 0,0-1-1 0 0,0 2 1 0 0,17 4-1 0 0,-12-5 63 0 0,-12-1-85 0 0,1 0 390 0 0,-5 2-254 0 0,-1 2-102 0 0,0 0 0 0 0,0 0 0 0 0,-1-1 0 0 0,0 1 0 0 0,0-1 0 0 0,0 0 0 0 0,0 0 0 0 0,0 0 0 0 0,0-1 0 0 0,-10 5 0 0 0,-8 2 161 0 0,-24 7 0 0 0,18-8-55 0 0,-10 5-59 0 0,0 1 0 0 0,0 2 1 0 0,-45 27-1 0 0,71-34-105 0 0,4 2 0 0 0,5 2 0 0 0,6 1 0 0 0,0-8 0 0 0,1-1 0 0 0,-1 0 0 0 0,1 0 0 0 0,0 0 0 0 0,1 0 0 0 0,-1-1 0 0 0,1 1 0 0 0,0-1 0 0 0,0 0 0 0 0,7 4 0 0 0,7 3 0 0 0,33 15 0 0 0,28 8-20 0 0,71 35-32 0 0,-140-63 52 0 0,-1-1-1 0 0,0 0 0 0 0,0 1 1 0 0,12 10-1 0 0,-20-14 2 0 0,0 0 0 0 0,1 1 0 0 0,-1-1 0 0 0,0 1 0 0 0,0-1 0 0 0,0 1 0 0 0,-1-1 0 0 0,1 1 0 0 0,0 0 0 0 0,-1 0 0 0 0,0 0 0 0 0,0 0-1 0 0,0 0 1 0 0,0 0 0 0 0,0 0 0 0 0,0 6 0 0 0,-1-7 14 0 0,0 1 1 0 0,0-1-1 0 0,-1 0 0 0 0,1 1 0 0 0,-1-1 0 0 0,1 0 0 0 0,-1 0 0 0 0,0 1 0 0 0,0-1 0 0 0,0 0 0 0 0,0 0 0 0 0,0 0 0 0 0,0 0 1 0 0,0 0-1 0 0,-1 0 0 0 0,1 0 0 0 0,-1-1 0 0 0,0 1 0 0 0,1 0 0 0 0,-1-1 0 0 0,0 1 0 0 0,0-1 0 0 0,0 0 0 0 0,0 0 1 0 0,0 1-1 0 0,-3 0 0 0 0,-7 3 92 0 0,0-1 1 0 0,1 0-1 0 0,-22 4 1 0 0,23-5-43 0 0,-250 41 627 0 0,199-42-731 0 0,47-2-449 0 0,1 0 0 0 0,0 0 0 0 0,-1 2 0 0 0,1-1 0 0 0,0 2 0 0 0,-25 7 0 0 0,24-4-1369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20159 0 0,'2'-14'926'0'0,"-2"11"-26"0"0,2 2-578 0 0,0-2-296 0 0,1 0-23 0 0,13-6 97 0 0,-6 5 379 0 0,-8 4 142 0 0,0 0 19 0 0,0 2-478 0 0,0-1 0 0 0,0 0 0 0 0,0 0 0 0 0,0 1 0 0 0,0-1 0 0 0,0 1 0 0 0,0 0 0 0 0,0 0-1 0 0,-1 0 1 0 0,1-1 0 0 0,-1 1 0 0 0,1 1 0 0 0,-1-1 0 0 0,0 0 0 0 0,0 0 0 0 0,0 0-1 0 0,0 1 1 0 0,0-1 0 0 0,0 0 0 0 0,-1 1 0 0 0,1-1 0 0 0,-1 4 0 0 0,2 9-113 0 0,-1-1 0 0 0,-2 27 0 0 0,1-18 206 0 0,9 206 32 0 0,-8-204-293 0 0,0-17-664 0 0,-1-4 478 0 0,1-1 1 0 0,-1 1-1 0 0,0-1 0 0 0,0 1 0 0 0,-1 4 1 0 0,-2 1-3482 0 0,-3 0-3459 0 0,-1 0 237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10135 0 0,'0'0'778'0'0,"0"-2"-506"0"0,0-11 500 0 0,0 12-192 0 0,1-1 1 0 0,-1 1-1 0 0,0-1 1 0 0,1 1-1 0 0,-1-1 1 0 0,1 1-1 0 0,0 0 1 0 0,-1-1-1 0 0,2-1 1 0 0,12-9 4964 0 0,-1 5-5236 0 0,10 0 430 0 0,0 1-1 0 0,0 0 0 0 0,0 2 0 0 0,47-3 0 0 0,-42 5-503 0 0,26-2-508 0 0,1 3 1 0 0,108 11 0 0 0,14 24-6096 0 0,-136-23 4362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44 14743 0 0,'-5'-4'396'0'0,"1"0"0"0"0,-1 0-1 0 0,0 0 1 0 0,0 0 0 0 0,0 1-1 0 0,-1 0 1 0 0,1 0 0 0 0,-1 1-1 0 0,0-1 1 0 0,0 1 0 0 0,-9-2-1 0 0,5 2 404 0 0,0 1-1 0 0,0 1 1 0 0,0-1-1 0 0,1 2 1 0 0,-1-1-1 0 0,-15 4 0 0 0,0 1-315 0 0,0 1 0 0 0,0 1 0 0 0,1 2 0 0 0,0 0 0 0 0,0 1 0 0 0,1 2 0 0 0,1 0 0 0 0,0 2 0 0 0,1 0 0 0 0,0 1 0 0 0,-29 29 0 0 0,42-37-419 0 0,1 1 0 0 0,-1 1-1 0 0,2-1 1 0 0,-1 1 0 0 0,1 0 0 0 0,1 1-1 0 0,0 0 1 0 0,0-1 0 0 0,1 2-1 0 0,0-1 1 0 0,-4 16 0 0 0,7-20-60 0 0,0 0 0 0 0,0 1 1 0 0,1-1-1 0 0,-1 0 0 0 0,2 1 1 0 0,-1-1-1 0 0,1 0 0 0 0,-1 1 1 0 0,2-1-1 0 0,-1 0 1 0 0,1 0-1 0 0,0 0 0 0 0,0 0 1 0 0,1 0-1 0 0,-1 0 0 0 0,1-1 1 0 0,1 1-1 0 0,-1-1 0 0 0,1 0 1 0 0,0 0-1 0 0,4 5 0 0 0,4 1-45 0 0,0-1-1 0 0,0 0 1 0 0,1-1-1 0 0,0 0 0 0 0,1-1 1 0 0,0-1-1 0 0,0 0 1 0 0,0-1-1 0 0,1 0 0 0 0,0-1 1 0 0,30 6-1 0 0,-21-7-66 0 0,1-1 0 0 0,0-1-1 0 0,0-1 1 0 0,0-1 0 0 0,0-2-1 0 0,44-7 1 0 0,-62 8 86 0 0,1-1 1 0 0,-1 0-1 0 0,0 0 0 0 0,0-1 0 0 0,-1 0 0 0 0,1 0 1 0 0,-1-1-1 0 0,1 1 0 0 0,-1-2 0 0 0,0 1 1 0 0,0 0-1 0 0,-1-1 0 0 0,1 0 0 0 0,-1-1 1 0 0,0 1-1 0 0,-1-1 0 0 0,1 0 0 0 0,-1 0 1 0 0,0 0-1 0 0,-1-1 0 0 0,0 0 0 0 0,0 1 1 0 0,0-1-1 0 0,3-14 0 0 0,-3 8 25 0 0,0 1-1 0 0,-1-1 1 0 0,0-1 0 0 0,-1 1 0 0 0,-1 0-1 0 0,0 0 1 0 0,-1 0 0 0 0,-4-23 0 0 0,3 25-204 0 0,-1 0 0 0 0,0 0 0 0 0,-1 0 0 0 0,0 1 1 0 0,-1 0-1 0 0,0-1 0 0 0,0 1 0 0 0,-1 1 1 0 0,0-1-1 0 0,-12-12 0 0 0,15 19-208 0 0,0 0 1 0 0,1 1-1 0 0,-1-1 0 0 0,0 1 0 0 0,0 0 1 0 0,0 0-1 0 0,-1 0 0 0 0,1 0 0 0 0,0 1 1 0 0,-1-1-1 0 0,1 1 0 0 0,-1 0 0 0 0,-3-1 1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5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38 5983 0 0,'-2'-8'142'0'0,"-8"-21"19513"0"0,9 32-18848 0 0,-5 37 406 0 0,-1 73 0 0 0,10 43-618 0 0,-3-150-575 0 0,-1 73-9 0 0,-1-65-11 0 0,-4 9-60 0 0,4-21-12 0 0,2 1-76 0 0,-2-2-4 0 0,1 0-38 0 0,0 0 0 0 0,0 0 0 0 0,0 0 1 0 0,0 0-1 0 0,0 0 0 0 0,-1 0 0 0 0,1 0 0 0 0,0-1 0 0 0,-1 1 0 0 0,1 0 0 0 0,0-1 1 0 0,-1 1-1 0 0,1-1 0 0 0,-1 1 0 0 0,1-1 0 0 0,-1 0 0 0 0,1 0 0 0 0,0 0 0 0 0,-1 0 1 0 0,1 0-1 0 0,-4 0 0 0 0,-3-2-1140 0 0,6 1-27 0 0</inkml:trace>
  <inkml:trace contextRef="#ctx0" brushRef="#br0" timeOffset="1">1 242 15663 0 0,'0'0'3382'0'0,"2"0"-1482"0"0,55 2 3273 0 0,32-7-2898 0 0,-23 1-1601 0 0,51-3-104 0 0,-31 1-484 0 0,102 5-1 0 0,-121 10-1581 0 0,-37-4 567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5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0 285 13903 0 0,'0'0'10776'0'0,"2"-3"-9541"0"0,1-3-569 0 0,1-1 0 0 0,0 1 0 0 0,0 0 0 0 0,1 0 0 0 0,0 0 0 0 0,6-6 0 0 0,-4 6-391 0 0,1 0 1 0 0,-1 1-1 0 0,1 0 1 0 0,12-7-1 0 0,-3 5-239 0 0,0 0 0 0 0,0 1 0 0 0,0 1 0 0 0,36-5-1 0 0,425-38 447 0 0,-292 34-481 0 0,513-22-1 0 0,-429 25 0 0 0,20 2 0 0 0,119-7 0 0 0,-170 8 0 0 0,-75 3 0 0 0,-130 0 0 0 0,-22 1 0 0 0,-5-2 11 0 0,-5 4 74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7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2433 46 15199 0 0,'0'-4'441'0'0,"-2"-19"804"0"0,2 22-1145 0 0,-1 0 0 0 0,1 0 0 0 0,0 0 1 0 0,0 0-1 0 0,0 1 0 0 0,-1-1 0 0 0,1 0 1 0 0,0 0-1 0 0,-1 1 0 0 0,1-1 0 0 0,-1 0 0 0 0,1 0 1 0 0,-1 1-1 0 0,1-1 0 0 0,-1 1 0 0 0,0-1 1 0 0,1 0-1 0 0,-1 1 0 0 0,0-1 0 0 0,1 1 1 0 0,-1-1-1 0 0,0 1 0 0 0,1 0 0 0 0,-2-1 1 0 0,0 1-16 0 0,0-1 0 0 0,0 1 0 0 0,0 0-1 0 0,0 0 1 0 0,1 0 0 0 0,-1 0 0 0 0,0 0 0 0 0,0 0 0 0 0,0 1 0 0 0,1-1 0 0 0,-3 1 0 0 0,-5 2 128 0 0,1 1 1 0 0,0 0-1 0 0,-14 9 0 0 0,-166 123 1952 0 0,12 15-883 0 0,62-52-593 0 0,-86 71 166 0 0,-683 594 1322 0 0,754-649-2062 0 0,-225 209 18 0 0,174-155-860 0 0,84-76-3694 0 0,93-91 3953 0 0,1 1 0 0 0,-1 0 0 0 0,1 1 0 0 0,0-1 0 0 0,0 0 0 0 0,0 0 0 0 0,1 1 0 0 0,-3 5 0 0 0,-1 6-6740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8T22:59:1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32 15807 0 0,'-1'-31'3492'0'0,"1"33"-2518"0"0,3 9-426 0 0,-2 0 0 0 0,1 0 0 0 0,-1 0 0 0 0,-1 0 0 0 0,0 0 0 0 0,-1 0 0 0 0,0 1 1 0 0,-1-1-1 0 0,-5 19 0 0 0,-4 7 312 0 0,-22 53 0 0 0,2-16-234 0 0,-66 147 633 0 0,91-211-1305 0 0,2 0 585 0 0,5-10-521 0 0,0 0 1 0 0,-1 0-1 0 0,1 1 0 0 0,0-1 0 0 0,-1 0 1 0 0,1 0-1 0 0,0 0 0 0 0,-1 0 1 0 0,1 0-1 0 0,0 0 0 0 0,-1 0 0 0 0,1 0 1 0 0,0 0-1 0 0,-1-1 0 0 0,1 1 0 0 0,0 0 1 0 0,-1 0-1 0 0,2-1 0 0 0,21-6 42 0 0,1-1 0 0 0,-2-2 0 0 0,37-19 0 0 0,0-1 4 0 0,191-70-153 0 0,-222 90-508 0 0,66-19-161 0 0,-76 25-3578 0 0,29-3-1 0 0,-8 4-4450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5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3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44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8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1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6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7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1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Tuesday, July 18,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6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Tuesday, July 18, 2023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2734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.png"/><Relationship Id="rId21" Type="http://schemas.openxmlformats.org/officeDocument/2006/relationships/image" Target="../media/image15.png"/><Relationship Id="rId42" Type="http://schemas.openxmlformats.org/officeDocument/2006/relationships/customXml" Target="../ink/ink25.xml"/><Relationship Id="rId63" Type="http://schemas.openxmlformats.org/officeDocument/2006/relationships/image" Target="../media/image36.png"/><Relationship Id="rId84" Type="http://schemas.openxmlformats.org/officeDocument/2006/relationships/customXml" Target="../ink/ink46.xml"/><Relationship Id="rId138" Type="http://schemas.openxmlformats.org/officeDocument/2006/relationships/customXml" Target="../ink/ink73.xml"/><Relationship Id="rId107" Type="http://schemas.openxmlformats.org/officeDocument/2006/relationships/image" Target="../media/image58.png"/><Relationship Id="rId11" Type="http://schemas.openxmlformats.org/officeDocument/2006/relationships/image" Target="../media/image10.png"/><Relationship Id="rId32" Type="http://schemas.openxmlformats.org/officeDocument/2006/relationships/customXml" Target="../ink/ink20.xml"/><Relationship Id="rId53" Type="http://schemas.openxmlformats.org/officeDocument/2006/relationships/image" Target="../media/image31.png"/><Relationship Id="rId74" Type="http://schemas.openxmlformats.org/officeDocument/2006/relationships/customXml" Target="../ink/ink41.xml"/><Relationship Id="rId128" Type="http://schemas.openxmlformats.org/officeDocument/2006/relationships/customXml" Target="../ink/ink68.xml"/><Relationship Id="rId149" Type="http://schemas.openxmlformats.org/officeDocument/2006/relationships/image" Target="../media/image79.png"/><Relationship Id="rId5" Type="http://schemas.openxmlformats.org/officeDocument/2006/relationships/image" Target="../media/image7.png"/><Relationship Id="rId95" Type="http://schemas.openxmlformats.org/officeDocument/2006/relationships/image" Target="../media/image52.png"/><Relationship Id="rId22" Type="http://schemas.openxmlformats.org/officeDocument/2006/relationships/customXml" Target="../ink/ink15.xml"/><Relationship Id="rId27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customXml" Target="../ink/ink28.xml"/><Relationship Id="rId64" Type="http://schemas.openxmlformats.org/officeDocument/2006/relationships/customXml" Target="../ink/ink36.xml"/><Relationship Id="rId69" Type="http://schemas.openxmlformats.org/officeDocument/2006/relationships/image" Target="../media/image39.png"/><Relationship Id="rId113" Type="http://schemas.openxmlformats.org/officeDocument/2006/relationships/image" Target="../media/image61.png"/><Relationship Id="rId118" Type="http://schemas.openxmlformats.org/officeDocument/2006/relationships/customXml" Target="../ink/ink63.xml"/><Relationship Id="rId134" Type="http://schemas.openxmlformats.org/officeDocument/2006/relationships/customXml" Target="../ink/ink71.xml"/><Relationship Id="rId139" Type="http://schemas.openxmlformats.org/officeDocument/2006/relationships/image" Target="../media/image74.png"/><Relationship Id="rId80" Type="http://schemas.openxmlformats.org/officeDocument/2006/relationships/customXml" Target="../ink/ink44.xml"/><Relationship Id="rId85" Type="http://schemas.openxmlformats.org/officeDocument/2006/relationships/image" Target="../media/image47.png"/><Relationship Id="rId150" Type="http://schemas.openxmlformats.org/officeDocument/2006/relationships/customXml" Target="../ink/ink79.xml"/><Relationship Id="rId12" Type="http://schemas.openxmlformats.org/officeDocument/2006/relationships/customXml" Target="../ink/ink10.xml"/><Relationship Id="rId17" Type="http://schemas.openxmlformats.org/officeDocument/2006/relationships/image" Target="../media/image13.png"/><Relationship Id="rId33" Type="http://schemas.openxmlformats.org/officeDocument/2006/relationships/image" Target="../media/image21.png"/><Relationship Id="rId38" Type="http://schemas.openxmlformats.org/officeDocument/2006/relationships/customXml" Target="../ink/ink23.xml"/><Relationship Id="rId59" Type="http://schemas.openxmlformats.org/officeDocument/2006/relationships/image" Target="../media/image34.png"/><Relationship Id="rId103" Type="http://schemas.openxmlformats.org/officeDocument/2006/relationships/image" Target="../media/image56.png"/><Relationship Id="rId108" Type="http://schemas.openxmlformats.org/officeDocument/2006/relationships/customXml" Target="../ink/ink58.xml"/><Relationship Id="rId124" Type="http://schemas.openxmlformats.org/officeDocument/2006/relationships/customXml" Target="../ink/ink66.xml"/><Relationship Id="rId129" Type="http://schemas.openxmlformats.org/officeDocument/2006/relationships/image" Target="../media/image69.png"/><Relationship Id="rId54" Type="http://schemas.openxmlformats.org/officeDocument/2006/relationships/customXml" Target="../ink/ink31.xml"/><Relationship Id="rId70" Type="http://schemas.openxmlformats.org/officeDocument/2006/relationships/customXml" Target="../ink/ink39.xml"/><Relationship Id="rId75" Type="http://schemas.openxmlformats.org/officeDocument/2006/relationships/image" Target="../media/image42.png"/><Relationship Id="rId91" Type="http://schemas.openxmlformats.org/officeDocument/2006/relationships/image" Target="../media/image50.png"/><Relationship Id="rId96" Type="http://schemas.openxmlformats.org/officeDocument/2006/relationships/customXml" Target="../ink/ink52.xml"/><Relationship Id="rId140" Type="http://schemas.openxmlformats.org/officeDocument/2006/relationships/customXml" Target="../ink/ink74.xml"/><Relationship Id="rId145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23" Type="http://schemas.openxmlformats.org/officeDocument/2006/relationships/image" Target="../media/image16.png"/><Relationship Id="rId28" Type="http://schemas.openxmlformats.org/officeDocument/2006/relationships/customXml" Target="../ink/ink18.xml"/><Relationship Id="rId49" Type="http://schemas.openxmlformats.org/officeDocument/2006/relationships/image" Target="../media/image29.png"/><Relationship Id="rId114" Type="http://schemas.openxmlformats.org/officeDocument/2006/relationships/customXml" Target="../ink/ink61.xml"/><Relationship Id="rId119" Type="http://schemas.openxmlformats.org/officeDocument/2006/relationships/image" Target="../media/image64.png"/><Relationship Id="rId44" Type="http://schemas.openxmlformats.org/officeDocument/2006/relationships/customXml" Target="../ink/ink26.xml"/><Relationship Id="rId60" Type="http://schemas.openxmlformats.org/officeDocument/2006/relationships/customXml" Target="../ink/ink34.xml"/><Relationship Id="rId65" Type="http://schemas.openxmlformats.org/officeDocument/2006/relationships/image" Target="../media/image37.png"/><Relationship Id="rId81" Type="http://schemas.openxmlformats.org/officeDocument/2006/relationships/image" Target="../media/image45.png"/><Relationship Id="rId86" Type="http://schemas.openxmlformats.org/officeDocument/2006/relationships/customXml" Target="../ink/ink47.xml"/><Relationship Id="rId130" Type="http://schemas.openxmlformats.org/officeDocument/2006/relationships/customXml" Target="../ink/ink69.xml"/><Relationship Id="rId135" Type="http://schemas.openxmlformats.org/officeDocument/2006/relationships/image" Target="../media/image72.png"/><Relationship Id="rId151" Type="http://schemas.openxmlformats.org/officeDocument/2006/relationships/image" Target="../media/image80.png"/><Relationship Id="rId13" Type="http://schemas.openxmlformats.org/officeDocument/2006/relationships/image" Target="../media/image11.png"/><Relationship Id="rId18" Type="http://schemas.openxmlformats.org/officeDocument/2006/relationships/customXml" Target="../ink/ink13.xml"/><Relationship Id="rId39" Type="http://schemas.openxmlformats.org/officeDocument/2006/relationships/image" Target="../media/image24.png"/><Relationship Id="rId109" Type="http://schemas.openxmlformats.org/officeDocument/2006/relationships/image" Target="../media/image59.png"/><Relationship Id="rId34" Type="http://schemas.openxmlformats.org/officeDocument/2006/relationships/customXml" Target="../ink/ink21.xml"/><Relationship Id="rId50" Type="http://schemas.openxmlformats.org/officeDocument/2006/relationships/customXml" Target="../ink/ink29.xml"/><Relationship Id="rId55" Type="http://schemas.openxmlformats.org/officeDocument/2006/relationships/image" Target="../media/image32.png"/><Relationship Id="rId76" Type="http://schemas.openxmlformats.org/officeDocument/2006/relationships/customXml" Target="../ink/ink42.xml"/><Relationship Id="rId97" Type="http://schemas.openxmlformats.org/officeDocument/2006/relationships/image" Target="../media/image53.png"/><Relationship Id="rId104" Type="http://schemas.openxmlformats.org/officeDocument/2006/relationships/customXml" Target="../ink/ink56.xml"/><Relationship Id="rId120" Type="http://schemas.openxmlformats.org/officeDocument/2006/relationships/customXml" Target="../ink/ink64.xml"/><Relationship Id="rId125" Type="http://schemas.openxmlformats.org/officeDocument/2006/relationships/image" Target="../media/image67.png"/><Relationship Id="rId141" Type="http://schemas.openxmlformats.org/officeDocument/2006/relationships/image" Target="../media/image75.png"/><Relationship Id="rId146" Type="http://schemas.openxmlformats.org/officeDocument/2006/relationships/customXml" Target="../ink/ink77.xml"/><Relationship Id="rId7" Type="http://schemas.openxmlformats.org/officeDocument/2006/relationships/image" Target="../media/image8.png"/><Relationship Id="rId71" Type="http://schemas.openxmlformats.org/officeDocument/2006/relationships/image" Target="../media/image40.png"/><Relationship Id="rId92" Type="http://schemas.openxmlformats.org/officeDocument/2006/relationships/customXml" Target="../ink/ink50.xml"/><Relationship Id="rId2" Type="http://schemas.openxmlformats.org/officeDocument/2006/relationships/customXml" Target="../ink/ink5.xml"/><Relationship Id="rId29" Type="http://schemas.openxmlformats.org/officeDocument/2006/relationships/image" Target="../media/image19.png"/><Relationship Id="rId24" Type="http://schemas.openxmlformats.org/officeDocument/2006/relationships/customXml" Target="../ink/ink16.xml"/><Relationship Id="rId40" Type="http://schemas.openxmlformats.org/officeDocument/2006/relationships/customXml" Target="../ink/ink24.xml"/><Relationship Id="rId45" Type="http://schemas.openxmlformats.org/officeDocument/2006/relationships/image" Target="../media/image27.png"/><Relationship Id="rId66" Type="http://schemas.openxmlformats.org/officeDocument/2006/relationships/customXml" Target="../ink/ink37.xml"/><Relationship Id="rId87" Type="http://schemas.openxmlformats.org/officeDocument/2006/relationships/image" Target="../media/image48.png"/><Relationship Id="rId110" Type="http://schemas.openxmlformats.org/officeDocument/2006/relationships/customXml" Target="../ink/ink59.xml"/><Relationship Id="rId115" Type="http://schemas.openxmlformats.org/officeDocument/2006/relationships/image" Target="../media/image62.png"/><Relationship Id="rId131" Type="http://schemas.openxmlformats.org/officeDocument/2006/relationships/image" Target="../media/image70.png"/><Relationship Id="rId136" Type="http://schemas.openxmlformats.org/officeDocument/2006/relationships/customXml" Target="../ink/ink72.xml"/><Relationship Id="rId61" Type="http://schemas.openxmlformats.org/officeDocument/2006/relationships/image" Target="../media/image35.png"/><Relationship Id="rId82" Type="http://schemas.openxmlformats.org/officeDocument/2006/relationships/customXml" Target="../ink/ink45.xml"/><Relationship Id="rId19" Type="http://schemas.openxmlformats.org/officeDocument/2006/relationships/image" Target="../media/image14.png"/><Relationship Id="rId14" Type="http://schemas.openxmlformats.org/officeDocument/2006/relationships/customXml" Target="../ink/ink11.xml"/><Relationship Id="rId30" Type="http://schemas.openxmlformats.org/officeDocument/2006/relationships/customXml" Target="../ink/ink19.xml"/><Relationship Id="rId35" Type="http://schemas.openxmlformats.org/officeDocument/2006/relationships/image" Target="../media/image22.png"/><Relationship Id="rId56" Type="http://schemas.openxmlformats.org/officeDocument/2006/relationships/customXml" Target="../ink/ink32.xml"/><Relationship Id="rId77" Type="http://schemas.openxmlformats.org/officeDocument/2006/relationships/image" Target="../media/image43.png"/><Relationship Id="rId100" Type="http://schemas.openxmlformats.org/officeDocument/2006/relationships/customXml" Target="../ink/ink54.xml"/><Relationship Id="rId105" Type="http://schemas.openxmlformats.org/officeDocument/2006/relationships/image" Target="../media/image57.png"/><Relationship Id="rId126" Type="http://schemas.openxmlformats.org/officeDocument/2006/relationships/customXml" Target="../ink/ink67.xml"/><Relationship Id="rId147" Type="http://schemas.openxmlformats.org/officeDocument/2006/relationships/image" Target="../media/image78.png"/><Relationship Id="rId8" Type="http://schemas.openxmlformats.org/officeDocument/2006/relationships/customXml" Target="../ink/ink8.xml"/><Relationship Id="rId51" Type="http://schemas.openxmlformats.org/officeDocument/2006/relationships/image" Target="../media/image30.png"/><Relationship Id="rId72" Type="http://schemas.openxmlformats.org/officeDocument/2006/relationships/customXml" Target="../ink/ink40.xml"/><Relationship Id="rId93" Type="http://schemas.openxmlformats.org/officeDocument/2006/relationships/image" Target="../media/image51.png"/><Relationship Id="rId98" Type="http://schemas.openxmlformats.org/officeDocument/2006/relationships/customXml" Target="../ink/ink53.xml"/><Relationship Id="rId121" Type="http://schemas.openxmlformats.org/officeDocument/2006/relationships/image" Target="../media/image65.png"/><Relationship Id="rId142" Type="http://schemas.openxmlformats.org/officeDocument/2006/relationships/customXml" Target="../ink/ink75.xml"/><Relationship Id="rId3" Type="http://schemas.openxmlformats.org/officeDocument/2006/relationships/image" Target="../media/image6.png"/><Relationship Id="rId25" Type="http://schemas.openxmlformats.org/officeDocument/2006/relationships/image" Target="../media/image17.png"/><Relationship Id="rId46" Type="http://schemas.openxmlformats.org/officeDocument/2006/relationships/customXml" Target="../ink/ink27.xml"/><Relationship Id="rId67" Type="http://schemas.openxmlformats.org/officeDocument/2006/relationships/image" Target="../media/image38.png"/><Relationship Id="rId116" Type="http://schemas.openxmlformats.org/officeDocument/2006/relationships/customXml" Target="../ink/ink62.xml"/><Relationship Id="rId137" Type="http://schemas.openxmlformats.org/officeDocument/2006/relationships/image" Target="../media/image73.png"/><Relationship Id="rId20" Type="http://schemas.openxmlformats.org/officeDocument/2006/relationships/customXml" Target="../ink/ink14.xml"/><Relationship Id="rId41" Type="http://schemas.openxmlformats.org/officeDocument/2006/relationships/image" Target="../media/image25.png"/><Relationship Id="rId62" Type="http://schemas.openxmlformats.org/officeDocument/2006/relationships/customXml" Target="../ink/ink35.xml"/><Relationship Id="rId83" Type="http://schemas.openxmlformats.org/officeDocument/2006/relationships/image" Target="../media/image46.png"/><Relationship Id="rId88" Type="http://schemas.openxmlformats.org/officeDocument/2006/relationships/customXml" Target="../ink/ink48.xml"/><Relationship Id="rId111" Type="http://schemas.openxmlformats.org/officeDocument/2006/relationships/image" Target="../media/image60.png"/><Relationship Id="rId132" Type="http://schemas.openxmlformats.org/officeDocument/2006/relationships/customXml" Target="../ink/ink70.xml"/><Relationship Id="rId15" Type="http://schemas.openxmlformats.org/officeDocument/2006/relationships/image" Target="../media/image12.png"/><Relationship Id="rId36" Type="http://schemas.openxmlformats.org/officeDocument/2006/relationships/customXml" Target="../ink/ink22.xml"/><Relationship Id="rId57" Type="http://schemas.openxmlformats.org/officeDocument/2006/relationships/image" Target="../media/image33.png"/><Relationship Id="rId106" Type="http://schemas.openxmlformats.org/officeDocument/2006/relationships/customXml" Target="../ink/ink57.xml"/><Relationship Id="rId127" Type="http://schemas.openxmlformats.org/officeDocument/2006/relationships/image" Target="../media/image68.png"/><Relationship Id="rId10" Type="http://schemas.openxmlformats.org/officeDocument/2006/relationships/customXml" Target="../ink/ink9.xml"/><Relationship Id="rId31" Type="http://schemas.openxmlformats.org/officeDocument/2006/relationships/image" Target="../media/image20.png"/><Relationship Id="rId52" Type="http://schemas.openxmlformats.org/officeDocument/2006/relationships/customXml" Target="../ink/ink30.xml"/><Relationship Id="rId73" Type="http://schemas.openxmlformats.org/officeDocument/2006/relationships/image" Target="../media/image41.png"/><Relationship Id="rId78" Type="http://schemas.openxmlformats.org/officeDocument/2006/relationships/customXml" Target="../ink/ink43.xml"/><Relationship Id="rId94" Type="http://schemas.openxmlformats.org/officeDocument/2006/relationships/customXml" Target="../ink/ink51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122" Type="http://schemas.openxmlformats.org/officeDocument/2006/relationships/customXml" Target="../ink/ink65.xml"/><Relationship Id="rId143" Type="http://schemas.openxmlformats.org/officeDocument/2006/relationships/image" Target="../media/image76.png"/><Relationship Id="rId148" Type="http://schemas.openxmlformats.org/officeDocument/2006/relationships/customXml" Target="../ink/ink78.xml"/><Relationship Id="rId4" Type="http://schemas.openxmlformats.org/officeDocument/2006/relationships/customXml" Target="../ink/ink6.xml"/><Relationship Id="rId9" Type="http://schemas.openxmlformats.org/officeDocument/2006/relationships/image" Target="../media/image9.png"/><Relationship Id="rId26" Type="http://schemas.openxmlformats.org/officeDocument/2006/relationships/customXml" Target="../ink/ink17.xml"/><Relationship Id="rId47" Type="http://schemas.openxmlformats.org/officeDocument/2006/relationships/image" Target="../media/image28.png"/><Relationship Id="rId68" Type="http://schemas.openxmlformats.org/officeDocument/2006/relationships/customXml" Target="../ink/ink38.xml"/><Relationship Id="rId89" Type="http://schemas.openxmlformats.org/officeDocument/2006/relationships/image" Target="../media/image49.png"/><Relationship Id="rId112" Type="http://schemas.openxmlformats.org/officeDocument/2006/relationships/customXml" Target="../ink/ink60.xml"/><Relationship Id="rId133" Type="http://schemas.openxmlformats.org/officeDocument/2006/relationships/image" Target="../media/image71.png"/><Relationship Id="rId16" Type="http://schemas.openxmlformats.org/officeDocument/2006/relationships/customXml" Target="../ink/ink12.xml"/><Relationship Id="rId37" Type="http://schemas.openxmlformats.org/officeDocument/2006/relationships/image" Target="../media/image23.png"/><Relationship Id="rId58" Type="http://schemas.openxmlformats.org/officeDocument/2006/relationships/customXml" Target="../ink/ink33.xml"/><Relationship Id="rId79" Type="http://schemas.openxmlformats.org/officeDocument/2006/relationships/image" Target="../media/image44.png"/><Relationship Id="rId102" Type="http://schemas.openxmlformats.org/officeDocument/2006/relationships/customXml" Target="../ink/ink55.xml"/><Relationship Id="rId123" Type="http://schemas.openxmlformats.org/officeDocument/2006/relationships/image" Target="../media/image66.png"/><Relationship Id="rId144" Type="http://schemas.openxmlformats.org/officeDocument/2006/relationships/customXml" Target="../ink/ink76.xml"/><Relationship Id="rId90" Type="http://schemas.openxmlformats.org/officeDocument/2006/relationships/customXml" Target="../ink/ink4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.png"/><Relationship Id="rId299" Type="http://schemas.openxmlformats.org/officeDocument/2006/relationships/image" Target="../media/image229.png"/><Relationship Id="rId21" Type="http://schemas.openxmlformats.org/officeDocument/2006/relationships/image" Target="../media/image90.png"/><Relationship Id="rId63" Type="http://schemas.openxmlformats.org/officeDocument/2006/relationships/image" Target="../media/image111.png"/><Relationship Id="rId159" Type="http://schemas.openxmlformats.org/officeDocument/2006/relationships/image" Target="../media/image159.png"/><Relationship Id="rId324" Type="http://schemas.openxmlformats.org/officeDocument/2006/relationships/customXml" Target="../ink/ink241.xml"/><Relationship Id="rId366" Type="http://schemas.openxmlformats.org/officeDocument/2006/relationships/customXml" Target="../ink/ink262.xml"/><Relationship Id="rId170" Type="http://schemas.openxmlformats.org/officeDocument/2006/relationships/customXml" Target="../ink/ink164.xml"/><Relationship Id="rId226" Type="http://schemas.openxmlformats.org/officeDocument/2006/relationships/customXml" Target="../ink/ink192.xml"/><Relationship Id="rId433" Type="http://schemas.openxmlformats.org/officeDocument/2006/relationships/image" Target="../media/image296.png"/><Relationship Id="rId268" Type="http://schemas.openxmlformats.org/officeDocument/2006/relationships/customXml" Target="../ink/ink213.xml"/><Relationship Id="rId32" Type="http://schemas.openxmlformats.org/officeDocument/2006/relationships/customXml" Target="../ink/ink95.xml"/><Relationship Id="rId74" Type="http://schemas.openxmlformats.org/officeDocument/2006/relationships/customXml" Target="../ink/ink116.xml"/><Relationship Id="rId128" Type="http://schemas.openxmlformats.org/officeDocument/2006/relationships/customXml" Target="../ink/ink143.xml"/><Relationship Id="rId335" Type="http://schemas.openxmlformats.org/officeDocument/2006/relationships/image" Target="../media/image247.png"/><Relationship Id="rId377" Type="http://schemas.openxmlformats.org/officeDocument/2006/relationships/image" Target="../media/image268.png"/><Relationship Id="rId5" Type="http://schemas.openxmlformats.org/officeDocument/2006/relationships/image" Target="../media/image82.png"/><Relationship Id="rId181" Type="http://schemas.openxmlformats.org/officeDocument/2006/relationships/image" Target="../media/image170.png"/><Relationship Id="rId237" Type="http://schemas.openxmlformats.org/officeDocument/2006/relationships/image" Target="../media/image198.png"/><Relationship Id="rId402" Type="http://schemas.openxmlformats.org/officeDocument/2006/relationships/customXml" Target="../ink/ink280.xml"/><Relationship Id="rId279" Type="http://schemas.openxmlformats.org/officeDocument/2006/relationships/image" Target="../media/image219.png"/><Relationship Id="rId444" Type="http://schemas.openxmlformats.org/officeDocument/2006/relationships/customXml" Target="../ink/ink301.xml"/><Relationship Id="rId43" Type="http://schemas.openxmlformats.org/officeDocument/2006/relationships/image" Target="../media/image101.png"/><Relationship Id="rId139" Type="http://schemas.openxmlformats.org/officeDocument/2006/relationships/image" Target="../media/image149.png"/><Relationship Id="rId290" Type="http://schemas.openxmlformats.org/officeDocument/2006/relationships/customXml" Target="../ink/ink224.xml"/><Relationship Id="rId304" Type="http://schemas.openxmlformats.org/officeDocument/2006/relationships/customXml" Target="../ink/ink231.xml"/><Relationship Id="rId346" Type="http://schemas.openxmlformats.org/officeDocument/2006/relationships/customXml" Target="../ink/ink252.xml"/><Relationship Id="rId388" Type="http://schemas.openxmlformats.org/officeDocument/2006/relationships/customXml" Target="../ink/ink273.xml"/><Relationship Id="rId85" Type="http://schemas.openxmlformats.org/officeDocument/2006/relationships/image" Target="../media/image122.png"/><Relationship Id="rId150" Type="http://schemas.openxmlformats.org/officeDocument/2006/relationships/customXml" Target="../ink/ink154.xml"/><Relationship Id="rId192" Type="http://schemas.openxmlformats.org/officeDocument/2006/relationships/customXml" Target="../ink/ink175.xml"/><Relationship Id="rId206" Type="http://schemas.openxmlformats.org/officeDocument/2006/relationships/customXml" Target="../ink/ink182.xml"/><Relationship Id="rId413" Type="http://schemas.openxmlformats.org/officeDocument/2006/relationships/image" Target="../media/image286.png"/><Relationship Id="rId248" Type="http://schemas.openxmlformats.org/officeDocument/2006/relationships/customXml" Target="../ink/ink203.xml"/><Relationship Id="rId455" Type="http://schemas.openxmlformats.org/officeDocument/2006/relationships/image" Target="../media/image307.png"/><Relationship Id="rId12" Type="http://schemas.openxmlformats.org/officeDocument/2006/relationships/customXml" Target="../ink/ink85.xml"/><Relationship Id="rId108" Type="http://schemas.openxmlformats.org/officeDocument/2006/relationships/customXml" Target="../ink/ink133.xml"/><Relationship Id="rId315" Type="http://schemas.openxmlformats.org/officeDocument/2006/relationships/image" Target="../media/image237.png"/><Relationship Id="rId357" Type="http://schemas.openxmlformats.org/officeDocument/2006/relationships/image" Target="../media/image258.png"/><Relationship Id="rId54" Type="http://schemas.openxmlformats.org/officeDocument/2006/relationships/customXml" Target="../ink/ink106.xml"/><Relationship Id="rId96" Type="http://schemas.openxmlformats.org/officeDocument/2006/relationships/customXml" Target="../ink/ink127.xml"/><Relationship Id="rId161" Type="http://schemas.openxmlformats.org/officeDocument/2006/relationships/image" Target="../media/image160.png"/><Relationship Id="rId217" Type="http://schemas.openxmlformats.org/officeDocument/2006/relationships/image" Target="../media/image188.png"/><Relationship Id="rId399" Type="http://schemas.openxmlformats.org/officeDocument/2006/relationships/image" Target="../media/image279.png"/><Relationship Id="rId259" Type="http://schemas.openxmlformats.org/officeDocument/2006/relationships/image" Target="../media/image209.png"/><Relationship Id="rId424" Type="http://schemas.openxmlformats.org/officeDocument/2006/relationships/customXml" Target="../ink/ink291.xml"/><Relationship Id="rId466" Type="http://schemas.openxmlformats.org/officeDocument/2006/relationships/customXml" Target="../ink/ink312.xml"/><Relationship Id="rId23" Type="http://schemas.openxmlformats.org/officeDocument/2006/relationships/image" Target="../media/image91.png"/><Relationship Id="rId119" Type="http://schemas.openxmlformats.org/officeDocument/2006/relationships/image" Target="../media/image139.png"/><Relationship Id="rId270" Type="http://schemas.openxmlformats.org/officeDocument/2006/relationships/customXml" Target="../ink/ink214.xml"/><Relationship Id="rId326" Type="http://schemas.openxmlformats.org/officeDocument/2006/relationships/customXml" Target="../ink/ink242.xml"/><Relationship Id="rId65" Type="http://schemas.openxmlformats.org/officeDocument/2006/relationships/image" Target="../media/image112.png"/><Relationship Id="rId130" Type="http://schemas.openxmlformats.org/officeDocument/2006/relationships/customXml" Target="../ink/ink144.xml"/><Relationship Id="rId368" Type="http://schemas.openxmlformats.org/officeDocument/2006/relationships/customXml" Target="../ink/ink263.xml"/><Relationship Id="rId172" Type="http://schemas.openxmlformats.org/officeDocument/2006/relationships/customXml" Target="../ink/ink165.xml"/><Relationship Id="rId228" Type="http://schemas.openxmlformats.org/officeDocument/2006/relationships/customXml" Target="../ink/ink193.xml"/><Relationship Id="rId435" Type="http://schemas.openxmlformats.org/officeDocument/2006/relationships/image" Target="../media/image297.png"/><Relationship Id="rId281" Type="http://schemas.openxmlformats.org/officeDocument/2006/relationships/image" Target="../media/image220.png"/><Relationship Id="rId337" Type="http://schemas.openxmlformats.org/officeDocument/2006/relationships/image" Target="../media/image248.png"/><Relationship Id="rId34" Type="http://schemas.openxmlformats.org/officeDocument/2006/relationships/customXml" Target="../ink/ink96.xml"/><Relationship Id="rId76" Type="http://schemas.openxmlformats.org/officeDocument/2006/relationships/customXml" Target="../ink/ink117.xml"/><Relationship Id="rId141" Type="http://schemas.openxmlformats.org/officeDocument/2006/relationships/image" Target="../media/image150.png"/><Relationship Id="rId379" Type="http://schemas.openxmlformats.org/officeDocument/2006/relationships/image" Target="../media/image269.png"/><Relationship Id="rId7" Type="http://schemas.openxmlformats.org/officeDocument/2006/relationships/image" Target="../media/image83.png"/><Relationship Id="rId183" Type="http://schemas.openxmlformats.org/officeDocument/2006/relationships/image" Target="../media/image171.png"/><Relationship Id="rId239" Type="http://schemas.openxmlformats.org/officeDocument/2006/relationships/image" Target="../media/image199.png"/><Relationship Id="rId390" Type="http://schemas.openxmlformats.org/officeDocument/2006/relationships/customXml" Target="../ink/ink274.xml"/><Relationship Id="rId404" Type="http://schemas.openxmlformats.org/officeDocument/2006/relationships/customXml" Target="../ink/ink281.xml"/><Relationship Id="rId446" Type="http://schemas.openxmlformats.org/officeDocument/2006/relationships/customXml" Target="../ink/ink302.xml"/><Relationship Id="rId250" Type="http://schemas.openxmlformats.org/officeDocument/2006/relationships/customXml" Target="../ink/ink204.xml"/><Relationship Id="rId292" Type="http://schemas.openxmlformats.org/officeDocument/2006/relationships/customXml" Target="../ink/ink225.xml"/><Relationship Id="rId306" Type="http://schemas.openxmlformats.org/officeDocument/2006/relationships/customXml" Target="../ink/ink232.xml"/><Relationship Id="rId45" Type="http://schemas.openxmlformats.org/officeDocument/2006/relationships/image" Target="../media/image102.png"/><Relationship Id="rId87" Type="http://schemas.openxmlformats.org/officeDocument/2006/relationships/image" Target="../media/image123.png"/><Relationship Id="rId110" Type="http://schemas.openxmlformats.org/officeDocument/2006/relationships/customXml" Target="../ink/ink134.xml"/><Relationship Id="rId348" Type="http://schemas.openxmlformats.org/officeDocument/2006/relationships/customXml" Target="../ink/ink253.xml"/><Relationship Id="rId152" Type="http://schemas.openxmlformats.org/officeDocument/2006/relationships/customXml" Target="../ink/ink155.xml"/><Relationship Id="rId194" Type="http://schemas.openxmlformats.org/officeDocument/2006/relationships/customXml" Target="../ink/ink176.xml"/><Relationship Id="rId208" Type="http://schemas.openxmlformats.org/officeDocument/2006/relationships/customXml" Target="../ink/ink183.xml"/><Relationship Id="rId415" Type="http://schemas.openxmlformats.org/officeDocument/2006/relationships/image" Target="../media/image287.png"/><Relationship Id="rId457" Type="http://schemas.openxmlformats.org/officeDocument/2006/relationships/image" Target="../media/image308.png"/><Relationship Id="rId261" Type="http://schemas.openxmlformats.org/officeDocument/2006/relationships/image" Target="../media/image210.png"/><Relationship Id="rId14" Type="http://schemas.openxmlformats.org/officeDocument/2006/relationships/customXml" Target="../ink/ink86.xml"/><Relationship Id="rId56" Type="http://schemas.openxmlformats.org/officeDocument/2006/relationships/customXml" Target="../ink/ink107.xml"/><Relationship Id="rId317" Type="http://schemas.openxmlformats.org/officeDocument/2006/relationships/image" Target="../media/image238.png"/><Relationship Id="rId359" Type="http://schemas.openxmlformats.org/officeDocument/2006/relationships/image" Target="../media/image259.png"/><Relationship Id="rId98" Type="http://schemas.openxmlformats.org/officeDocument/2006/relationships/customXml" Target="../ink/ink128.xml"/><Relationship Id="rId121" Type="http://schemas.openxmlformats.org/officeDocument/2006/relationships/image" Target="../media/image140.png"/><Relationship Id="rId163" Type="http://schemas.openxmlformats.org/officeDocument/2006/relationships/image" Target="../media/image161.png"/><Relationship Id="rId219" Type="http://schemas.openxmlformats.org/officeDocument/2006/relationships/image" Target="../media/image189.png"/><Relationship Id="rId370" Type="http://schemas.openxmlformats.org/officeDocument/2006/relationships/customXml" Target="../ink/ink264.xml"/><Relationship Id="rId426" Type="http://schemas.openxmlformats.org/officeDocument/2006/relationships/customXml" Target="../ink/ink292.xml"/><Relationship Id="rId230" Type="http://schemas.openxmlformats.org/officeDocument/2006/relationships/customXml" Target="../ink/ink194.xml"/><Relationship Id="rId468" Type="http://schemas.openxmlformats.org/officeDocument/2006/relationships/customXml" Target="../ink/ink313.xml"/><Relationship Id="rId25" Type="http://schemas.openxmlformats.org/officeDocument/2006/relationships/image" Target="../media/image92.png"/><Relationship Id="rId67" Type="http://schemas.openxmlformats.org/officeDocument/2006/relationships/image" Target="../media/image113.png"/><Relationship Id="rId272" Type="http://schemas.openxmlformats.org/officeDocument/2006/relationships/customXml" Target="../ink/ink215.xml"/><Relationship Id="rId328" Type="http://schemas.openxmlformats.org/officeDocument/2006/relationships/customXml" Target="../ink/ink243.xml"/><Relationship Id="rId132" Type="http://schemas.openxmlformats.org/officeDocument/2006/relationships/customXml" Target="../ink/ink145.xml"/><Relationship Id="rId174" Type="http://schemas.openxmlformats.org/officeDocument/2006/relationships/customXml" Target="../ink/ink166.xml"/><Relationship Id="rId381" Type="http://schemas.openxmlformats.org/officeDocument/2006/relationships/image" Target="../media/image270.png"/><Relationship Id="rId241" Type="http://schemas.openxmlformats.org/officeDocument/2006/relationships/image" Target="../media/image200.png"/><Relationship Id="rId437" Type="http://schemas.openxmlformats.org/officeDocument/2006/relationships/image" Target="../media/image298.png"/><Relationship Id="rId36" Type="http://schemas.openxmlformats.org/officeDocument/2006/relationships/customXml" Target="../ink/ink97.xml"/><Relationship Id="rId283" Type="http://schemas.openxmlformats.org/officeDocument/2006/relationships/image" Target="../media/image221.png"/><Relationship Id="rId339" Type="http://schemas.openxmlformats.org/officeDocument/2006/relationships/image" Target="../media/image249.png"/><Relationship Id="rId78" Type="http://schemas.openxmlformats.org/officeDocument/2006/relationships/customXml" Target="../ink/ink118.xml"/><Relationship Id="rId101" Type="http://schemas.openxmlformats.org/officeDocument/2006/relationships/image" Target="../media/image130.png"/><Relationship Id="rId143" Type="http://schemas.openxmlformats.org/officeDocument/2006/relationships/image" Target="../media/image151.png"/><Relationship Id="rId185" Type="http://schemas.openxmlformats.org/officeDocument/2006/relationships/image" Target="../media/image172.png"/><Relationship Id="rId350" Type="http://schemas.openxmlformats.org/officeDocument/2006/relationships/customXml" Target="../ink/ink254.xml"/><Relationship Id="rId406" Type="http://schemas.openxmlformats.org/officeDocument/2006/relationships/customXml" Target="../ink/ink282.xml"/><Relationship Id="rId9" Type="http://schemas.openxmlformats.org/officeDocument/2006/relationships/image" Target="../media/image84.png"/><Relationship Id="rId210" Type="http://schemas.openxmlformats.org/officeDocument/2006/relationships/customXml" Target="../ink/ink184.xml"/><Relationship Id="rId392" Type="http://schemas.openxmlformats.org/officeDocument/2006/relationships/customXml" Target="../ink/ink275.xml"/><Relationship Id="rId448" Type="http://schemas.openxmlformats.org/officeDocument/2006/relationships/customXml" Target="../ink/ink303.xml"/><Relationship Id="rId252" Type="http://schemas.openxmlformats.org/officeDocument/2006/relationships/customXml" Target="../ink/ink205.xml"/><Relationship Id="rId294" Type="http://schemas.openxmlformats.org/officeDocument/2006/relationships/customXml" Target="../ink/ink226.xml"/><Relationship Id="rId308" Type="http://schemas.openxmlformats.org/officeDocument/2006/relationships/customXml" Target="../ink/ink233.xml"/><Relationship Id="rId47" Type="http://schemas.openxmlformats.org/officeDocument/2006/relationships/image" Target="../media/image103.png"/><Relationship Id="rId89" Type="http://schemas.openxmlformats.org/officeDocument/2006/relationships/image" Target="../media/image124.png"/><Relationship Id="rId112" Type="http://schemas.openxmlformats.org/officeDocument/2006/relationships/customXml" Target="../ink/ink135.xml"/><Relationship Id="rId154" Type="http://schemas.openxmlformats.org/officeDocument/2006/relationships/customXml" Target="../ink/ink156.xml"/><Relationship Id="rId361" Type="http://schemas.openxmlformats.org/officeDocument/2006/relationships/image" Target="../media/image260.png"/><Relationship Id="rId196" Type="http://schemas.openxmlformats.org/officeDocument/2006/relationships/customXml" Target="../ink/ink177.xml"/><Relationship Id="rId417" Type="http://schemas.openxmlformats.org/officeDocument/2006/relationships/image" Target="../media/image288.png"/><Relationship Id="rId459" Type="http://schemas.openxmlformats.org/officeDocument/2006/relationships/image" Target="../media/image309.png"/><Relationship Id="rId16" Type="http://schemas.openxmlformats.org/officeDocument/2006/relationships/customXml" Target="../ink/ink87.xml"/><Relationship Id="rId221" Type="http://schemas.openxmlformats.org/officeDocument/2006/relationships/image" Target="../media/image190.png"/><Relationship Id="rId263" Type="http://schemas.openxmlformats.org/officeDocument/2006/relationships/image" Target="../media/image211.png"/><Relationship Id="rId319" Type="http://schemas.openxmlformats.org/officeDocument/2006/relationships/image" Target="../media/image239.png"/><Relationship Id="rId58" Type="http://schemas.openxmlformats.org/officeDocument/2006/relationships/customXml" Target="../ink/ink108.xml"/><Relationship Id="rId123" Type="http://schemas.openxmlformats.org/officeDocument/2006/relationships/image" Target="../media/image141.png"/><Relationship Id="rId330" Type="http://schemas.openxmlformats.org/officeDocument/2006/relationships/customXml" Target="../ink/ink244.xml"/><Relationship Id="rId165" Type="http://schemas.openxmlformats.org/officeDocument/2006/relationships/image" Target="../media/image162.png"/><Relationship Id="rId372" Type="http://schemas.openxmlformats.org/officeDocument/2006/relationships/customXml" Target="../ink/ink265.xml"/><Relationship Id="rId428" Type="http://schemas.openxmlformats.org/officeDocument/2006/relationships/customXml" Target="../ink/ink293.xml"/><Relationship Id="rId232" Type="http://schemas.openxmlformats.org/officeDocument/2006/relationships/customXml" Target="../ink/ink195.xml"/><Relationship Id="rId274" Type="http://schemas.openxmlformats.org/officeDocument/2006/relationships/customXml" Target="../ink/ink216.xml"/><Relationship Id="rId27" Type="http://schemas.openxmlformats.org/officeDocument/2006/relationships/image" Target="../media/image93.png"/><Relationship Id="rId69" Type="http://schemas.openxmlformats.org/officeDocument/2006/relationships/image" Target="../media/image114.png"/><Relationship Id="rId134" Type="http://schemas.openxmlformats.org/officeDocument/2006/relationships/customXml" Target="../ink/ink146.xml"/><Relationship Id="rId80" Type="http://schemas.openxmlformats.org/officeDocument/2006/relationships/customXml" Target="../ink/ink119.xml"/><Relationship Id="rId176" Type="http://schemas.openxmlformats.org/officeDocument/2006/relationships/customXml" Target="../ink/ink167.xml"/><Relationship Id="rId341" Type="http://schemas.openxmlformats.org/officeDocument/2006/relationships/image" Target="../media/image250.png"/><Relationship Id="rId383" Type="http://schemas.openxmlformats.org/officeDocument/2006/relationships/image" Target="../media/image271.png"/><Relationship Id="rId439" Type="http://schemas.openxmlformats.org/officeDocument/2006/relationships/image" Target="../media/image299.png"/><Relationship Id="rId201" Type="http://schemas.openxmlformats.org/officeDocument/2006/relationships/image" Target="../media/image180.png"/><Relationship Id="rId243" Type="http://schemas.openxmlformats.org/officeDocument/2006/relationships/image" Target="../media/image201.png"/><Relationship Id="rId285" Type="http://schemas.openxmlformats.org/officeDocument/2006/relationships/image" Target="../media/image222.png"/><Relationship Id="rId450" Type="http://schemas.openxmlformats.org/officeDocument/2006/relationships/customXml" Target="../ink/ink304.xml"/><Relationship Id="rId38" Type="http://schemas.openxmlformats.org/officeDocument/2006/relationships/customXml" Target="../ink/ink98.xml"/><Relationship Id="rId103" Type="http://schemas.openxmlformats.org/officeDocument/2006/relationships/image" Target="../media/image131.png"/><Relationship Id="rId310" Type="http://schemas.openxmlformats.org/officeDocument/2006/relationships/customXml" Target="../ink/ink234.xml"/><Relationship Id="rId91" Type="http://schemas.openxmlformats.org/officeDocument/2006/relationships/image" Target="../media/image125.png"/><Relationship Id="rId145" Type="http://schemas.openxmlformats.org/officeDocument/2006/relationships/image" Target="../media/image152.png"/><Relationship Id="rId187" Type="http://schemas.openxmlformats.org/officeDocument/2006/relationships/image" Target="../media/image173.png"/><Relationship Id="rId352" Type="http://schemas.openxmlformats.org/officeDocument/2006/relationships/customXml" Target="../ink/ink255.xml"/><Relationship Id="rId394" Type="http://schemas.openxmlformats.org/officeDocument/2006/relationships/customXml" Target="../ink/ink276.xml"/><Relationship Id="rId408" Type="http://schemas.openxmlformats.org/officeDocument/2006/relationships/customXml" Target="../ink/ink283.xml"/><Relationship Id="rId212" Type="http://schemas.openxmlformats.org/officeDocument/2006/relationships/customXml" Target="../ink/ink185.xml"/><Relationship Id="rId254" Type="http://schemas.openxmlformats.org/officeDocument/2006/relationships/customXml" Target="../ink/ink206.xml"/><Relationship Id="rId49" Type="http://schemas.openxmlformats.org/officeDocument/2006/relationships/image" Target="../media/image104.png"/><Relationship Id="rId114" Type="http://schemas.openxmlformats.org/officeDocument/2006/relationships/customXml" Target="../ink/ink136.xml"/><Relationship Id="rId296" Type="http://schemas.openxmlformats.org/officeDocument/2006/relationships/customXml" Target="../ink/ink227.xml"/><Relationship Id="rId461" Type="http://schemas.openxmlformats.org/officeDocument/2006/relationships/image" Target="../media/image310.png"/><Relationship Id="rId60" Type="http://schemas.openxmlformats.org/officeDocument/2006/relationships/customXml" Target="../ink/ink109.xml"/><Relationship Id="rId156" Type="http://schemas.openxmlformats.org/officeDocument/2006/relationships/customXml" Target="../ink/ink157.xml"/><Relationship Id="rId198" Type="http://schemas.openxmlformats.org/officeDocument/2006/relationships/customXml" Target="../ink/ink178.xml"/><Relationship Id="rId321" Type="http://schemas.openxmlformats.org/officeDocument/2006/relationships/image" Target="../media/image240.png"/><Relationship Id="rId363" Type="http://schemas.openxmlformats.org/officeDocument/2006/relationships/image" Target="../media/image261.png"/><Relationship Id="rId419" Type="http://schemas.openxmlformats.org/officeDocument/2006/relationships/image" Target="../media/image289.png"/><Relationship Id="rId223" Type="http://schemas.openxmlformats.org/officeDocument/2006/relationships/image" Target="../media/image191.png"/><Relationship Id="rId430" Type="http://schemas.openxmlformats.org/officeDocument/2006/relationships/customXml" Target="../ink/ink294.xml"/><Relationship Id="rId18" Type="http://schemas.openxmlformats.org/officeDocument/2006/relationships/customXml" Target="../ink/ink88.xml"/><Relationship Id="rId265" Type="http://schemas.openxmlformats.org/officeDocument/2006/relationships/image" Target="../media/image212.png"/><Relationship Id="rId125" Type="http://schemas.openxmlformats.org/officeDocument/2006/relationships/image" Target="../media/image142.png"/><Relationship Id="rId167" Type="http://schemas.openxmlformats.org/officeDocument/2006/relationships/image" Target="../media/image163.png"/><Relationship Id="rId332" Type="http://schemas.openxmlformats.org/officeDocument/2006/relationships/customXml" Target="../ink/ink245.xml"/><Relationship Id="rId374" Type="http://schemas.openxmlformats.org/officeDocument/2006/relationships/customXml" Target="../ink/ink266.xml"/><Relationship Id="rId71" Type="http://schemas.openxmlformats.org/officeDocument/2006/relationships/image" Target="../media/image115.png"/><Relationship Id="rId234" Type="http://schemas.openxmlformats.org/officeDocument/2006/relationships/customXml" Target="../ink/ink196.xml"/><Relationship Id="rId2" Type="http://schemas.openxmlformats.org/officeDocument/2006/relationships/customXml" Target="../ink/ink80.xml"/><Relationship Id="rId29" Type="http://schemas.openxmlformats.org/officeDocument/2006/relationships/image" Target="../media/image94.png"/><Relationship Id="rId276" Type="http://schemas.openxmlformats.org/officeDocument/2006/relationships/customXml" Target="../ink/ink217.xml"/><Relationship Id="rId441" Type="http://schemas.openxmlformats.org/officeDocument/2006/relationships/image" Target="../media/image300.png"/><Relationship Id="rId40" Type="http://schemas.openxmlformats.org/officeDocument/2006/relationships/customXml" Target="../ink/ink99.xml"/><Relationship Id="rId136" Type="http://schemas.openxmlformats.org/officeDocument/2006/relationships/customXml" Target="../ink/ink147.xml"/><Relationship Id="rId178" Type="http://schemas.openxmlformats.org/officeDocument/2006/relationships/customXml" Target="../ink/ink168.xml"/><Relationship Id="rId301" Type="http://schemas.openxmlformats.org/officeDocument/2006/relationships/image" Target="../media/image230.png"/><Relationship Id="rId343" Type="http://schemas.openxmlformats.org/officeDocument/2006/relationships/image" Target="../media/image251.png"/><Relationship Id="rId82" Type="http://schemas.openxmlformats.org/officeDocument/2006/relationships/customXml" Target="../ink/ink120.xml"/><Relationship Id="rId203" Type="http://schemas.openxmlformats.org/officeDocument/2006/relationships/image" Target="../media/image181.png"/><Relationship Id="rId385" Type="http://schemas.openxmlformats.org/officeDocument/2006/relationships/image" Target="../media/image272.png"/><Relationship Id="rId19" Type="http://schemas.openxmlformats.org/officeDocument/2006/relationships/image" Target="../media/image89.png"/><Relationship Id="rId224" Type="http://schemas.openxmlformats.org/officeDocument/2006/relationships/customXml" Target="../ink/ink191.xml"/><Relationship Id="rId245" Type="http://schemas.openxmlformats.org/officeDocument/2006/relationships/image" Target="../media/image202.png"/><Relationship Id="rId266" Type="http://schemas.openxmlformats.org/officeDocument/2006/relationships/customXml" Target="../ink/ink212.xml"/><Relationship Id="rId287" Type="http://schemas.openxmlformats.org/officeDocument/2006/relationships/image" Target="../media/image223.png"/><Relationship Id="rId410" Type="http://schemas.openxmlformats.org/officeDocument/2006/relationships/customXml" Target="../ink/ink284.xml"/><Relationship Id="rId431" Type="http://schemas.openxmlformats.org/officeDocument/2006/relationships/image" Target="../media/image295.png"/><Relationship Id="rId452" Type="http://schemas.openxmlformats.org/officeDocument/2006/relationships/customXml" Target="../ink/ink305.xml"/><Relationship Id="rId30" Type="http://schemas.openxmlformats.org/officeDocument/2006/relationships/customXml" Target="../ink/ink94.xml"/><Relationship Id="rId105" Type="http://schemas.openxmlformats.org/officeDocument/2006/relationships/image" Target="../media/image132.png"/><Relationship Id="rId126" Type="http://schemas.openxmlformats.org/officeDocument/2006/relationships/customXml" Target="../ink/ink142.xml"/><Relationship Id="rId147" Type="http://schemas.openxmlformats.org/officeDocument/2006/relationships/image" Target="../media/image153.png"/><Relationship Id="rId168" Type="http://schemas.openxmlformats.org/officeDocument/2006/relationships/customXml" Target="../ink/ink163.xml"/><Relationship Id="rId312" Type="http://schemas.openxmlformats.org/officeDocument/2006/relationships/customXml" Target="../ink/ink235.xml"/><Relationship Id="rId333" Type="http://schemas.openxmlformats.org/officeDocument/2006/relationships/image" Target="../media/image246.png"/><Relationship Id="rId354" Type="http://schemas.openxmlformats.org/officeDocument/2006/relationships/customXml" Target="../ink/ink256.xml"/><Relationship Id="rId51" Type="http://schemas.openxmlformats.org/officeDocument/2006/relationships/image" Target="../media/image105.png"/><Relationship Id="rId72" Type="http://schemas.openxmlformats.org/officeDocument/2006/relationships/customXml" Target="../ink/ink115.xml"/><Relationship Id="rId93" Type="http://schemas.openxmlformats.org/officeDocument/2006/relationships/image" Target="../media/image126.png"/><Relationship Id="rId189" Type="http://schemas.openxmlformats.org/officeDocument/2006/relationships/image" Target="../media/image174.png"/><Relationship Id="rId375" Type="http://schemas.openxmlformats.org/officeDocument/2006/relationships/image" Target="../media/image267.png"/><Relationship Id="rId396" Type="http://schemas.openxmlformats.org/officeDocument/2006/relationships/customXml" Target="../ink/ink277.xml"/><Relationship Id="rId3" Type="http://schemas.openxmlformats.org/officeDocument/2006/relationships/image" Target="../media/image81.png"/><Relationship Id="rId214" Type="http://schemas.openxmlformats.org/officeDocument/2006/relationships/customXml" Target="../ink/ink186.xml"/><Relationship Id="rId235" Type="http://schemas.openxmlformats.org/officeDocument/2006/relationships/image" Target="../media/image197.png"/><Relationship Id="rId256" Type="http://schemas.openxmlformats.org/officeDocument/2006/relationships/customXml" Target="../ink/ink207.xml"/><Relationship Id="rId277" Type="http://schemas.openxmlformats.org/officeDocument/2006/relationships/image" Target="../media/image218.png"/><Relationship Id="rId298" Type="http://schemas.openxmlformats.org/officeDocument/2006/relationships/customXml" Target="../ink/ink228.xml"/><Relationship Id="rId400" Type="http://schemas.openxmlformats.org/officeDocument/2006/relationships/customXml" Target="../ink/ink279.xml"/><Relationship Id="rId421" Type="http://schemas.openxmlformats.org/officeDocument/2006/relationships/image" Target="../media/image290.png"/><Relationship Id="rId442" Type="http://schemas.openxmlformats.org/officeDocument/2006/relationships/customXml" Target="../ink/ink300.xml"/><Relationship Id="rId463" Type="http://schemas.openxmlformats.org/officeDocument/2006/relationships/image" Target="../media/image311.png"/><Relationship Id="rId116" Type="http://schemas.openxmlformats.org/officeDocument/2006/relationships/customXml" Target="../ink/ink137.xml"/><Relationship Id="rId137" Type="http://schemas.openxmlformats.org/officeDocument/2006/relationships/image" Target="../media/image148.png"/><Relationship Id="rId158" Type="http://schemas.openxmlformats.org/officeDocument/2006/relationships/customXml" Target="../ink/ink158.xml"/><Relationship Id="rId302" Type="http://schemas.openxmlformats.org/officeDocument/2006/relationships/customXml" Target="../ink/ink230.xml"/><Relationship Id="rId323" Type="http://schemas.openxmlformats.org/officeDocument/2006/relationships/image" Target="../media/image241.png"/><Relationship Id="rId344" Type="http://schemas.openxmlformats.org/officeDocument/2006/relationships/customXml" Target="../ink/ink251.xml"/><Relationship Id="rId20" Type="http://schemas.openxmlformats.org/officeDocument/2006/relationships/customXml" Target="../ink/ink89.xml"/><Relationship Id="rId41" Type="http://schemas.openxmlformats.org/officeDocument/2006/relationships/image" Target="../media/image100.png"/><Relationship Id="rId62" Type="http://schemas.openxmlformats.org/officeDocument/2006/relationships/customXml" Target="../ink/ink110.xml"/><Relationship Id="rId83" Type="http://schemas.openxmlformats.org/officeDocument/2006/relationships/image" Target="../media/image121.png"/><Relationship Id="rId179" Type="http://schemas.openxmlformats.org/officeDocument/2006/relationships/image" Target="../media/image169.png"/><Relationship Id="rId365" Type="http://schemas.openxmlformats.org/officeDocument/2006/relationships/image" Target="../media/image262.png"/><Relationship Id="rId386" Type="http://schemas.openxmlformats.org/officeDocument/2006/relationships/customXml" Target="../ink/ink272.xml"/><Relationship Id="rId190" Type="http://schemas.openxmlformats.org/officeDocument/2006/relationships/customXml" Target="../ink/ink174.xml"/><Relationship Id="rId204" Type="http://schemas.openxmlformats.org/officeDocument/2006/relationships/customXml" Target="../ink/ink181.xml"/><Relationship Id="rId225" Type="http://schemas.openxmlformats.org/officeDocument/2006/relationships/image" Target="../media/image192.png"/><Relationship Id="rId246" Type="http://schemas.openxmlformats.org/officeDocument/2006/relationships/customXml" Target="../ink/ink202.xml"/><Relationship Id="rId267" Type="http://schemas.openxmlformats.org/officeDocument/2006/relationships/image" Target="../media/image213.png"/><Relationship Id="rId288" Type="http://schemas.openxmlformats.org/officeDocument/2006/relationships/customXml" Target="../ink/ink223.xml"/><Relationship Id="rId411" Type="http://schemas.openxmlformats.org/officeDocument/2006/relationships/image" Target="../media/image285.png"/><Relationship Id="rId432" Type="http://schemas.openxmlformats.org/officeDocument/2006/relationships/customXml" Target="../ink/ink295.xml"/><Relationship Id="rId453" Type="http://schemas.openxmlformats.org/officeDocument/2006/relationships/image" Target="../media/image306.png"/><Relationship Id="rId106" Type="http://schemas.openxmlformats.org/officeDocument/2006/relationships/customXml" Target="../ink/ink132.xml"/><Relationship Id="rId127" Type="http://schemas.openxmlformats.org/officeDocument/2006/relationships/image" Target="../media/image143.png"/><Relationship Id="rId313" Type="http://schemas.openxmlformats.org/officeDocument/2006/relationships/image" Target="../media/image236.png"/><Relationship Id="rId10" Type="http://schemas.openxmlformats.org/officeDocument/2006/relationships/customXml" Target="../ink/ink84.xml"/><Relationship Id="rId31" Type="http://schemas.openxmlformats.org/officeDocument/2006/relationships/image" Target="../media/image95.png"/><Relationship Id="rId52" Type="http://schemas.openxmlformats.org/officeDocument/2006/relationships/customXml" Target="../ink/ink105.xml"/><Relationship Id="rId73" Type="http://schemas.openxmlformats.org/officeDocument/2006/relationships/image" Target="../media/image116.png"/><Relationship Id="rId94" Type="http://schemas.openxmlformats.org/officeDocument/2006/relationships/customXml" Target="../ink/ink126.xml"/><Relationship Id="rId148" Type="http://schemas.openxmlformats.org/officeDocument/2006/relationships/customXml" Target="../ink/ink153.xml"/><Relationship Id="rId169" Type="http://schemas.openxmlformats.org/officeDocument/2006/relationships/image" Target="../media/image164.png"/><Relationship Id="rId334" Type="http://schemas.openxmlformats.org/officeDocument/2006/relationships/customXml" Target="../ink/ink246.xml"/><Relationship Id="rId355" Type="http://schemas.openxmlformats.org/officeDocument/2006/relationships/image" Target="../media/image257.png"/><Relationship Id="rId376" Type="http://schemas.openxmlformats.org/officeDocument/2006/relationships/customXml" Target="../ink/ink267.xml"/><Relationship Id="rId397" Type="http://schemas.openxmlformats.org/officeDocument/2006/relationships/image" Target="../media/image278.png"/><Relationship Id="rId4" Type="http://schemas.openxmlformats.org/officeDocument/2006/relationships/customXml" Target="../ink/ink81.xml"/><Relationship Id="rId180" Type="http://schemas.openxmlformats.org/officeDocument/2006/relationships/customXml" Target="../ink/ink169.xml"/><Relationship Id="rId215" Type="http://schemas.openxmlformats.org/officeDocument/2006/relationships/image" Target="../media/image187.png"/><Relationship Id="rId236" Type="http://schemas.openxmlformats.org/officeDocument/2006/relationships/customXml" Target="../ink/ink197.xml"/><Relationship Id="rId257" Type="http://schemas.openxmlformats.org/officeDocument/2006/relationships/image" Target="../media/image208.png"/><Relationship Id="rId278" Type="http://schemas.openxmlformats.org/officeDocument/2006/relationships/customXml" Target="../ink/ink218.xml"/><Relationship Id="rId401" Type="http://schemas.openxmlformats.org/officeDocument/2006/relationships/image" Target="../media/image280.png"/><Relationship Id="rId422" Type="http://schemas.openxmlformats.org/officeDocument/2006/relationships/customXml" Target="../ink/ink290.xml"/><Relationship Id="rId443" Type="http://schemas.openxmlformats.org/officeDocument/2006/relationships/image" Target="../media/image301.png"/><Relationship Id="rId464" Type="http://schemas.openxmlformats.org/officeDocument/2006/relationships/customXml" Target="../ink/ink311.xml"/><Relationship Id="rId303" Type="http://schemas.openxmlformats.org/officeDocument/2006/relationships/image" Target="../media/image231.png"/><Relationship Id="rId42" Type="http://schemas.openxmlformats.org/officeDocument/2006/relationships/customXml" Target="../ink/ink100.xml"/><Relationship Id="rId84" Type="http://schemas.openxmlformats.org/officeDocument/2006/relationships/customXml" Target="../ink/ink121.xml"/><Relationship Id="rId138" Type="http://schemas.openxmlformats.org/officeDocument/2006/relationships/customXml" Target="../ink/ink148.xml"/><Relationship Id="rId345" Type="http://schemas.openxmlformats.org/officeDocument/2006/relationships/image" Target="../media/image252.png"/><Relationship Id="rId387" Type="http://schemas.openxmlformats.org/officeDocument/2006/relationships/image" Target="../media/image273.png"/><Relationship Id="rId191" Type="http://schemas.openxmlformats.org/officeDocument/2006/relationships/image" Target="../media/image175.png"/><Relationship Id="rId205" Type="http://schemas.openxmlformats.org/officeDocument/2006/relationships/image" Target="../media/image182.png"/><Relationship Id="rId247" Type="http://schemas.openxmlformats.org/officeDocument/2006/relationships/image" Target="../media/image203.png"/><Relationship Id="rId412" Type="http://schemas.openxmlformats.org/officeDocument/2006/relationships/customXml" Target="../ink/ink285.xml"/><Relationship Id="rId107" Type="http://schemas.openxmlformats.org/officeDocument/2006/relationships/image" Target="../media/image133.png"/><Relationship Id="rId289" Type="http://schemas.openxmlformats.org/officeDocument/2006/relationships/image" Target="../media/image224.png"/><Relationship Id="rId454" Type="http://schemas.openxmlformats.org/officeDocument/2006/relationships/customXml" Target="../ink/ink306.xml"/><Relationship Id="rId11" Type="http://schemas.openxmlformats.org/officeDocument/2006/relationships/image" Target="../media/image85.png"/><Relationship Id="rId53" Type="http://schemas.openxmlformats.org/officeDocument/2006/relationships/image" Target="../media/image106.png"/><Relationship Id="rId149" Type="http://schemas.openxmlformats.org/officeDocument/2006/relationships/image" Target="../media/image154.png"/><Relationship Id="rId314" Type="http://schemas.openxmlformats.org/officeDocument/2006/relationships/customXml" Target="../ink/ink236.xml"/><Relationship Id="rId356" Type="http://schemas.openxmlformats.org/officeDocument/2006/relationships/customXml" Target="../ink/ink257.xml"/><Relationship Id="rId398" Type="http://schemas.openxmlformats.org/officeDocument/2006/relationships/customXml" Target="../ink/ink278.xml"/><Relationship Id="rId95" Type="http://schemas.openxmlformats.org/officeDocument/2006/relationships/image" Target="../media/image127.png"/><Relationship Id="rId160" Type="http://schemas.openxmlformats.org/officeDocument/2006/relationships/customXml" Target="../ink/ink159.xml"/><Relationship Id="rId216" Type="http://schemas.openxmlformats.org/officeDocument/2006/relationships/customXml" Target="../ink/ink187.xml"/><Relationship Id="rId423" Type="http://schemas.openxmlformats.org/officeDocument/2006/relationships/image" Target="../media/image291.png"/><Relationship Id="rId258" Type="http://schemas.openxmlformats.org/officeDocument/2006/relationships/customXml" Target="../ink/ink208.xml"/><Relationship Id="rId465" Type="http://schemas.openxmlformats.org/officeDocument/2006/relationships/image" Target="../media/image312.png"/><Relationship Id="rId22" Type="http://schemas.openxmlformats.org/officeDocument/2006/relationships/customXml" Target="../ink/ink90.xml"/><Relationship Id="rId64" Type="http://schemas.openxmlformats.org/officeDocument/2006/relationships/customXml" Target="../ink/ink111.xml"/><Relationship Id="rId118" Type="http://schemas.openxmlformats.org/officeDocument/2006/relationships/customXml" Target="../ink/ink138.xml"/><Relationship Id="rId325" Type="http://schemas.openxmlformats.org/officeDocument/2006/relationships/image" Target="../media/image242.png"/><Relationship Id="rId367" Type="http://schemas.openxmlformats.org/officeDocument/2006/relationships/image" Target="../media/image263.png"/><Relationship Id="rId171" Type="http://schemas.openxmlformats.org/officeDocument/2006/relationships/image" Target="../media/image165.png"/><Relationship Id="rId227" Type="http://schemas.openxmlformats.org/officeDocument/2006/relationships/image" Target="../media/image193.png"/><Relationship Id="rId269" Type="http://schemas.openxmlformats.org/officeDocument/2006/relationships/image" Target="../media/image214.png"/><Relationship Id="rId434" Type="http://schemas.openxmlformats.org/officeDocument/2006/relationships/customXml" Target="../ink/ink296.xml"/><Relationship Id="rId33" Type="http://schemas.openxmlformats.org/officeDocument/2006/relationships/image" Target="../media/image96.png"/><Relationship Id="rId129" Type="http://schemas.openxmlformats.org/officeDocument/2006/relationships/image" Target="../media/image144.png"/><Relationship Id="rId280" Type="http://schemas.openxmlformats.org/officeDocument/2006/relationships/customXml" Target="../ink/ink219.xml"/><Relationship Id="rId336" Type="http://schemas.openxmlformats.org/officeDocument/2006/relationships/customXml" Target="../ink/ink247.xml"/><Relationship Id="rId75" Type="http://schemas.openxmlformats.org/officeDocument/2006/relationships/image" Target="../media/image117.png"/><Relationship Id="rId140" Type="http://schemas.openxmlformats.org/officeDocument/2006/relationships/customXml" Target="../ink/ink149.xml"/><Relationship Id="rId182" Type="http://schemas.openxmlformats.org/officeDocument/2006/relationships/customXml" Target="../ink/ink170.xml"/><Relationship Id="rId378" Type="http://schemas.openxmlformats.org/officeDocument/2006/relationships/customXml" Target="../ink/ink268.xml"/><Relationship Id="rId403" Type="http://schemas.openxmlformats.org/officeDocument/2006/relationships/image" Target="../media/image281.png"/><Relationship Id="rId6" Type="http://schemas.openxmlformats.org/officeDocument/2006/relationships/customXml" Target="../ink/ink82.xml"/><Relationship Id="rId238" Type="http://schemas.openxmlformats.org/officeDocument/2006/relationships/customXml" Target="../ink/ink198.xml"/><Relationship Id="rId445" Type="http://schemas.openxmlformats.org/officeDocument/2006/relationships/image" Target="../media/image302.png"/><Relationship Id="rId291" Type="http://schemas.openxmlformats.org/officeDocument/2006/relationships/image" Target="../media/image225.png"/><Relationship Id="rId305" Type="http://schemas.openxmlformats.org/officeDocument/2006/relationships/image" Target="../media/image232.png"/><Relationship Id="rId347" Type="http://schemas.openxmlformats.org/officeDocument/2006/relationships/image" Target="../media/image253.png"/><Relationship Id="rId44" Type="http://schemas.openxmlformats.org/officeDocument/2006/relationships/customXml" Target="../ink/ink101.xml"/><Relationship Id="rId86" Type="http://schemas.openxmlformats.org/officeDocument/2006/relationships/customXml" Target="../ink/ink122.xml"/><Relationship Id="rId151" Type="http://schemas.openxmlformats.org/officeDocument/2006/relationships/image" Target="../media/image155.png"/><Relationship Id="rId389" Type="http://schemas.openxmlformats.org/officeDocument/2006/relationships/image" Target="../media/image274.png"/><Relationship Id="rId193" Type="http://schemas.openxmlformats.org/officeDocument/2006/relationships/image" Target="../media/image176.png"/><Relationship Id="rId207" Type="http://schemas.openxmlformats.org/officeDocument/2006/relationships/image" Target="../media/image183.png"/><Relationship Id="rId249" Type="http://schemas.openxmlformats.org/officeDocument/2006/relationships/image" Target="../media/image204.png"/><Relationship Id="rId414" Type="http://schemas.openxmlformats.org/officeDocument/2006/relationships/customXml" Target="../ink/ink286.xml"/><Relationship Id="rId456" Type="http://schemas.openxmlformats.org/officeDocument/2006/relationships/customXml" Target="../ink/ink307.xml"/><Relationship Id="rId13" Type="http://schemas.openxmlformats.org/officeDocument/2006/relationships/image" Target="../media/image86.png"/><Relationship Id="rId109" Type="http://schemas.openxmlformats.org/officeDocument/2006/relationships/image" Target="../media/image134.png"/><Relationship Id="rId260" Type="http://schemas.openxmlformats.org/officeDocument/2006/relationships/customXml" Target="../ink/ink209.xml"/><Relationship Id="rId316" Type="http://schemas.openxmlformats.org/officeDocument/2006/relationships/customXml" Target="../ink/ink237.xml"/><Relationship Id="rId55" Type="http://schemas.openxmlformats.org/officeDocument/2006/relationships/image" Target="../media/image107.png"/><Relationship Id="rId97" Type="http://schemas.openxmlformats.org/officeDocument/2006/relationships/image" Target="../media/image128.png"/><Relationship Id="rId120" Type="http://schemas.openxmlformats.org/officeDocument/2006/relationships/customXml" Target="../ink/ink139.xml"/><Relationship Id="rId358" Type="http://schemas.openxmlformats.org/officeDocument/2006/relationships/customXml" Target="../ink/ink258.xml"/><Relationship Id="rId162" Type="http://schemas.openxmlformats.org/officeDocument/2006/relationships/customXml" Target="../ink/ink160.xml"/><Relationship Id="rId218" Type="http://schemas.openxmlformats.org/officeDocument/2006/relationships/customXml" Target="../ink/ink188.xml"/><Relationship Id="rId425" Type="http://schemas.openxmlformats.org/officeDocument/2006/relationships/image" Target="../media/image292.png"/><Relationship Id="rId467" Type="http://schemas.openxmlformats.org/officeDocument/2006/relationships/image" Target="../media/image313.png"/><Relationship Id="rId271" Type="http://schemas.openxmlformats.org/officeDocument/2006/relationships/image" Target="../media/image215.png"/><Relationship Id="rId24" Type="http://schemas.openxmlformats.org/officeDocument/2006/relationships/customXml" Target="../ink/ink91.xml"/><Relationship Id="rId66" Type="http://schemas.openxmlformats.org/officeDocument/2006/relationships/customXml" Target="../ink/ink112.xml"/><Relationship Id="rId131" Type="http://schemas.openxmlformats.org/officeDocument/2006/relationships/image" Target="../media/image145.png"/><Relationship Id="rId327" Type="http://schemas.openxmlformats.org/officeDocument/2006/relationships/image" Target="../media/image243.png"/><Relationship Id="rId369" Type="http://schemas.openxmlformats.org/officeDocument/2006/relationships/image" Target="../media/image264.png"/><Relationship Id="rId173" Type="http://schemas.openxmlformats.org/officeDocument/2006/relationships/image" Target="../media/image166.png"/><Relationship Id="rId229" Type="http://schemas.openxmlformats.org/officeDocument/2006/relationships/image" Target="../media/image194.png"/><Relationship Id="rId380" Type="http://schemas.openxmlformats.org/officeDocument/2006/relationships/customXml" Target="../ink/ink269.xml"/><Relationship Id="rId436" Type="http://schemas.openxmlformats.org/officeDocument/2006/relationships/customXml" Target="../ink/ink297.xml"/><Relationship Id="rId240" Type="http://schemas.openxmlformats.org/officeDocument/2006/relationships/customXml" Target="../ink/ink199.xml"/><Relationship Id="rId35" Type="http://schemas.openxmlformats.org/officeDocument/2006/relationships/image" Target="../media/image97.png"/><Relationship Id="rId77" Type="http://schemas.openxmlformats.org/officeDocument/2006/relationships/image" Target="../media/image118.png"/><Relationship Id="rId100" Type="http://schemas.openxmlformats.org/officeDocument/2006/relationships/customXml" Target="../ink/ink129.xml"/><Relationship Id="rId282" Type="http://schemas.openxmlformats.org/officeDocument/2006/relationships/customXml" Target="../ink/ink220.xml"/><Relationship Id="rId338" Type="http://schemas.openxmlformats.org/officeDocument/2006/relationships/customXml" Target="../ink/ink248.xml"/><Relationship Id="rId8" Type="http://schemas.openxmlformats.org/officeDocument/2006/relationships/customXml" Target="../ink/ink83.xml"/><Relationship Id="rId142" Type="http://schemas.openxmlformats.org/officeDocument/2006/relationships/customXml" Target="../ink/ink150.xml"/><Relationship Id="rId184" Type="http://schemas.openxmlformats.org/officeDocument/2006/relationships/customXml" Target="../ink/ink171.xml"/><Relationship Id="rId391" Type="http://schemas.openxmlformats.org/officeDocument/2006/relationships/image" Target="../media/image275.png"/><Relationship Id="rId405" Type="http://schemas.openxmlformats.org/officeDocument/2006/relationships/image" Target="../media/image282.png"/><Relationship Id="rId447" Type="http://schemas.openxmlformats.org/officeDocument/2006/relationships/image" Target="../media/image303.png"/><Relationship Id="rId251" Type="http://schemas.openxmlformats.org/officeDocument/2006/relationships/image" Target="../media/image205.png"/><Relationship Id="rId46" Type="http://schemas.openxmlformats.org/officeDocument/2006/relationships/customXml" Target="../ink/ink102.xml"/><Relationship Id="rId293" Type="http://schemas.openxmlformats.org/officeDocument/2006/relationships/image" Target="../media/image226.png"/><Relationship Id="rId307" Type="http://schemas.openxmlformats.org/officeDocument/2006/relationships/image" Target="../media/image233.png"/><Relationship Id="rId349" Type="http://schemas.openxmlformats.org/officeDocument/2006/relationships/image" Target="../media/image254.png"/><Relationship Id="rId88" Type="http://schemas.openxmlformats.org/officeDocument/2006/relationships/customXml" Target="../ink/ink123.xml"/><Relationship Id="rId111" Type="http://schemas.openxmlformats.org/officeDocument/2006/relationships/image" Target="../media/image135.png"/><Relationship Id="rId153" Type="http://schemas.openxmlformats.org/officeDocument/2006/relationships/image" Target="../media/image156.png"/><Relationship Id="rId195" Type="http://schemas.openxmlformats.org/officeDocument/2006/relationships/image" Target="../media/image177.png"/><Relationship Id="rId209" Type="http://schemas.openxmlformats.org/officeDocument/2006/relationships/image" Target="../media/image184.png"/><Relationship Id="rId360" Type="http://schemas.openxmlformats.org/officeDocument/2006/relationships/customXml" Target="../ink/ink259.xml"/><Relationship Id="rId416" Type="http://schemas.openxmlformats.org/officeDocument/2006/relationships/customXml" Target="../ink/ink287.xml"/><Relationship Id="rId220" Type="http://schemas.openxmlformats.org/officeDocument/2006/relationships/customXml" Target="../ink/ink189.xml"/><Relationship Id="rId458" Type="http://schemas.openxmlformats.org/officeDocument/2006/relationships/customXml" Target="../ink/ink308.xml"/><Relationship Id="rId15" Type="http://schemas.openxmlformats.org/officeDocument/2006/relationships/image" Target="../media/image87.png"/><Relationship Id="rId57" Type="http://schemas.openxmlformats.org/officeDocument/2006/relationships/image" Target="../media/image108.png"/><Relationship Id="rId262" Type="http://schemas.openxmlformats.org/officeDocument/2006/relationships/customXml" Target="../ink/ink210.xml"/><Relationship Id="rId318" Type="http://schemas.openxmlformats.org/officeDocument/2006/relationships/customXml" Target="../ink/ink238.xml"/><Relationship Id="rId99" Type="http://schemas.openxmlformats.org/officeDocument/2006/relationships/image" Target="../media/image129.png"/><Relationship Id="rId122" Type="http://schemas.openxmlformats.org/officeDocument/2006/relationships/customXml" Target="../ink/ink140.xml"/><Relationship Id="rId164" Type="http://schemas.openxmlformats.org/officeDocument/2006/relationships/customXml" Target="../ink/ink161.xml"/><Relationship Id="rId371" Type="http://schemas.openxmlformats.org/officeDocument/2006/relationships/image" Target="../media/image265.png"/><Relationship Id="rId427" Type="http://schemas.openxmlformats.org/officeDocument/2006/relationships/image" Target="../media/image293.png"/><Relationship Id="rId469" Type="http://schemas.openxmlformats.org/officeDocument/2006/relationships/image" Target="../media/image314.png"/><Relationship Id="rId26" Type="http://schemas.openxmlformats.org/officeDocument/2006/relationships/customXml" Target="../ink/ink92.xml"/><Relationship Id="rId231" Type="http://schemas.openxmlformats.org/officeDocument/2006/relationships/image" Target="../media/image195.png"/><Relationship Id="rId273" Type="http://schemas.openxmlformats.org/officeDocument/2006/relationships/image" Target="../media/image216.png"/><Relationship Id="rId329" Type="http://schemas.openxmlformats.org/officeDocument/2006/relationships/image" Target="../media/image244.png"/><Relationship Id="rId68" Type="http://schemas.openxmlformats.org/officeDocument/2006/relationships/customXml" Target="../ink/ink113.xml"/><Relationship Id="rId133" Type="http://schemas.openxmlformats.org/officeDocument/2006/relationships/image" Target="../media/image146.png"/><Relationship Id="rId175" Type="http://schemas.openxmlformats.org/officeDocument/2006/relationships/image" Target="../media/image167.png"/><Relationship Id="rId340" Type="http://schemas.openxmlformats.org/officeDocument/2006/relationships/customXml" Target="../ink/ink249.xml"/><Relationship Id="rId200" Type="http://schemas.openxmlformats.org/officeDocument/2006/relationships/customXml" Target="../ink/ink179.xml"/><Relationship Id="rId382" Type="http://schemas.openxmlformats.org/officeDocument/2006/relationships/customXml" Target="../ink/ink270.xml"/><Relationship Id="rId438" Type="http://schemas.openxmlformats.org/officeDocument/2006/relationships/customXml" Target="../ink/ink298.xml"/><Relationship Id="rId242" Type="http://schemas.openxmlformats.org/officeDocument/2006/relationships/customXml" Target="../ink/ink200.xml"/><Relationship Id="rId284" Type="http://schemas.openxmlformats.org/officeDocument/2006/relationships/customXml" Target="../ink/ink221.xml"/><Relationship Id="rId37" Type="http://schemas.openxmlformats.org/officeDocument/2006/relationships/image" Target="../media/image98.png"/><Relationship Id="rId79" Type="http://schemas.openxmlformats.org/officeDocument/2006/relationships/image" Target="../media/image119.png"/><Relationship Id="rId102" Type="http://schemas.openxmlformats.org/officeDocument/2006/relationships/customXml" Target="../ink/ink130.xml"/><Relationship Id="rId144" Type="http://schemas.openxmlformats.org/officeDocument/2006/relationships/customXml" Target="../ink/ink151.xml"/><Relationship Id="rId90" Type="http://schemas.openxmlformats.org/officeDocument/2006/relationships/customXml" Target="../ink/ink124.xml"/><Relationship Id="rId186" Type="http://schemas.openxmlformats.org/officeDocument/2006/relationships/customXml" Target="../ink/ink172.xml"/><Relationship Id="rId351" Type="http://schemas.openxmlformats.org/officeDocument/2006/relationships/image" Target="../media/image255.png"/><Relationship Id="rId393" Type="http://schemas.openxmlformats.org/officeDocument/2006/relationships/image" Target="../media/image276.png"/><Relationship Id="rId407" Type="http://schemas.openxmlformats.org/officeDocument/2006/relationships/image" Target="../media/image283.png"/><Relationship Id="rId449" Type="http://schemas.openxmlformats.org/officeDocument/2006/relationships/image" Target="../media/image304.png"/><Relationship Id="rId211" Type="http://schemas.openxmlformats.org/officeDocument/2006/relationships/image" Target="../media/image185.png"/><Relationship Id="rId253" Type="http://schemas.openxmlformats.org/officeDocument/2006/relationships/image" Target="../media/image206.png"/><Relationship Id="rId295" Type="http://schemas.openxmlformats.org/officeDocument/2006/relationships/image" Target="../media/image227.png"/><Relationship Id="rId309" Type="http://schemas.openxmlformats.org/officeDocument/2006/relationships/image" Target="../media/image234.png"/><Relationship Id="rId460" Type="http://schemas.openxmlformats.org/officeDocument/2006/relationships/customXml" Target="../ink/ink309.xml"/><Relationship Id="rId48" Type="http://schemas.openxmlformats.org/officeDocument/2006/relationships/customXml" Target="../ink/ink103.xml"/><Relationship Id="rId113" Type="http://schemas.openxmlformats.org/officeDocument/2006/relationships/image" Target="../media/image136.png"/><Relationship Id="rId320" Type="http://schemas.openxmlformats.org/officeDocument/2006/relationships/customXml" Target="../ink/ink239.xml"/><Relationship Id="rId155" Type="http://schemas.openxmlformats.org/officeDocument/2006/relationships/image" Target="../media/image157.png"/><Relationship Id="rId197" Type="http://schemas.openxmlformats.org/officeDocument/2006/relationships/image" Target="../media/image178.png"/><Relationship Id="rId362" Type="http://schemas.openxmlformats.org/officeDocument/2006/relationships/customXml" Target="../ink/ink260.xml"/><Relationship Id="rId418" Type="http://schemas.openxmlformats.org/officeDocument/2006/relationships/customXml" Target="../ink/ink288.xml"/><Relationship Id="rId222" Type="http://schemas.openxmlformats.org/officeDocument/2006/relationships/customXml" Target="../ink/ink190.xml"/><Relationship Id="rId264" Type="http://schemas.openxmlformats.org/officeDocument/2006/relationships/customXml" Target="../ink/ink211.xml"/><Relationship Id="rId17" Type="http://schemas.openxmlformats.org/officeDocument/2006/relationships/image" Target="../media/image88.png"/><Relationship Id="rId59" Type="http://schemas.openxmlformats.org/officeDocument/2006/relationships/image" Target="../media/image109.png"/><Relationship Id="rId124" Type="http://schemas.openxmlformats.org/officeDocument/2006/relationships/customXml" Target="../ink/ink141.xml"/><Relationship Id="rId70" Type="http://schemas.openxmlformats.org/officeDocument/2006/relationships/customXml" Target="../ink/ink114.xml"/><Relationship Id="rId166" Type="http://schemas.openxmlformats.org/officeDocument/2006/relationships/customXml" Target="../ink/ink162.xml"/><Relationship Id="rId331" Type="http://schemas.openxmlformats.org/officeDocument/2006/relationships/image" Target="../media/image245.png"/><Relationship Id="rId373" Type="http://schemas.openxmlformats.org/officeDocument/2006/relationships/image" Target="../media/image266.png"/><Relationship Id="rId429" Type="http://schemas.openxmlformats.org/officeDocument/2006/relationships/image" Target="../media/image29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96.png"/><Relationship Id="rId440" Type="http://schemas.openxmlformats.org/officeDocument/2006/relationships/customXml" Target="../ink/ink299.xml"/><Relationship Id="rId28" Type="http://schemas.openxmlformats.org/officeDocument/2006/relationships/customXml" Target="../ink/ink93.xml"/><Relationship Id="rId275" Type="http://schemas.openxmlformats.org/officeDocument/2006/relationships/image" Target="../media/image217.png"/><Relationship Id="rId300" Type="http://schemas.openxmlformats.org/officeDocument/2006/relationships/customXml" Target="../ink/ink229.xml"/><Relationship Id="rId81" Type="http://schemas.openxmlformats.org/officeDocument/2006/relationships/image" Target="../media/image120.png"/><Relationship Id="rId135" Type="http://schemas.openxmlformats.org/officeDocument/2006/relationships/image" Target="../media/image147.png"/><Relationship Id="rId177" Type="http://schemas.openxmlformats.org/officeDocument/2006/relationships/image" Target="../media/image168.png"/><Relationship Id="rId342" Type="http://schemas.openxmlformats.org/officeDocument/2006/relationships/customXml" Target="../ink/ink250.xml"/><Relationship Id="rId384" Type="http://schemas.openxmlformats.org/officeDocument/2006/relationships/customXml" Target="../ink/ink271.xml"/><Relationship Id="rId202" Type="http://schemas.openxmlformats.org/officeDocument/2006/relationships/customXml" Target="../ink/ink180.xml"/><Relationship Id="rId244" Type="http://schemas.openxmlformats.org/officeDocument/2006/relationships/customXml" Target="../ink/ink201.xml"/><Relationship Id="rId39" Type="http://schemas.openxmlformats.org/officeDocument/2006/relationships/image" Target="../media/image99.png"/><Relationship Id="rId286" Type="http://schemas.openxmlformats.org/officeDocument/2006/relationships/customXml" Target="../ink/ink222.xml"/><Relationship Id="rId451" Type="http://schemas.openxmlformats.org/officeDocument/2006/relationships/image" Target="../media/image305.png"/><Relationship Id="rId50" Type="http://schemas.openxmlformats.org/officeDocument/2006/relationships/customXml" Target="../ink/ink104.xml"/><Relationship Id="rId104" Type="http://schemas.openxmlformats.org/officeDocument/2006/relationships/customXml" Target="../ink/ink131.xml"/><Relationship Id="rId146" Type="http://schemas.openxmlformats.org/officeDocument/2006/relationships/customXml" Target="../ink/ink152.xml"/><Relationship Id="rId188" Type="http://schemas.openxmlformats.org/officeDocument/2006/relationships/customXml" Target="../ink/ink173.xml"/><Relationship Id="rId311" Type="http://schemas.openxmlformats.org/officeDocument/2006/relationships/image" Target="../media/image235.png"/><Relationship Id="rId353" Type="http://schemas.openxmlformats.org/officeDocument/2006/relationships/image" Target="../media/image256.png"/><Relationship Id="rId395" Type="http://schemas.openxmlformats.org/officeDocument/2006/relationships/image" Target="../media/image277.png"/><Relationship Id="rId409" Type="http://schemas.openxmlformats.org/officeDocument/2006/relationships/image" Target="../media/image284.png"/><Relationship Id="rId92" Type="http://schemas.openxmlformats.org/officeDocument/2006/relationships/customXml" Target="../ink/ink125.xml"/><Relationship Id="rId213" Type="http://schemas.openxmlformats.org/officeDocument/2006/relationships/image" Target="../media/image186.png"/><Relationship Id="rId420" Type="http://schemas.openxmlformats.org/officeDocument/2006/relationships/customXml" Target="../ink/ink289.xml"/><Relationship Id="rId255" Type="http://schemas.openxmlformats.org/officeDocument/2006/relationships/image" Target="../media/image207.png"/><Relationship Id="rId297" Type="http://schemas.openxmlformats.org/officeDocument/2006/relationships/image" Target="../media/image228.png"/><Relationship Id="rId462" Type="http://schemas.openxmlformats.org/officeDocument/2006/relationships/customXml" Target="../ink/ink310.xml"/><Relationship Id="rId115" Type="http://schemas.openxmlformats.org/officeDocument/2006/relationships/image" Target="../media/image137.png"/><Relationship Id="rId157" Type="http://schemas.openxmlformats.org/officeDocument/2006/relationships/image" Target="../media/image158.png"/><Relationship Id="rId322" Type="http://schemas.openxmlformats.org/officeDocument/2006/relationships/customXml" Target="../ink/ink240.xml"/><Relationship Id="rId364" Type="http://schemas.openxmlformats.org/officeDocument/2006/relationships/customXml" Target="../ink/ink261.xml"/><Relationship Id="rId61" Type="http://schemas.openxmlformats.org/officeDocument/2006/relationships/image" Target="../media/image110.png"/><Relationship Id="rId199" Type="http://schemas.openxmlformats.org/officeDocument/2006/relationships/image" Target="../media/image17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2.png"/><Relationship Id="rId299" Type="http://schemas.openxmlformats.org/officeDocument/2006/relationships/image" Target="../media/image463.png"/><Relationship Id="rId21" Type="http://schemas.openxmlformats.org/officeDocument/2006/relationships/image" Target="../media/image324.png"/><Relationship Id="rId63" Type="http://schemas.openxmlformats.org/officeDocument/2006/relationships/image" Target="../media/image345.png"/><Relationship Id="rId159" Type="http://schemas.openxmlformats.org/officeDocument/2006/relationships/image" Target="../media/image393.png"/><Relationship Id="rId324" Type="http://schemas.openxmlformats.org/officeDocument/2006/relationships/customXml" Target="../ink/ink475.xml"/><Relationship Id="rId366" Type="http://schemas.openxmlformats.org/officeDocument/2006/relationships/customXml" Target="../ink/ink496.xml"/><Relationship Id="rId170" Type="http://schemas.openxmlformats.org/officeDocument/2006/relationships/customXml" Target="../ink/ink398.xml"/><Relationship Id="rId226" Type="http://schemas.openxmlformats.org/officeDocument/2006/relationships/customXml" Target="../ink/ink426.xml"/><Relationship Id="rId268" Type="http://schemas.openxmlformats.org/officeDocument/2006/relationships/customXml" Target="../ink/ink447.xml"/><Relationship Id="rId32" Type="http://schemas.openxmlformats.org/officeDocument/2006/relationships/customXml" Target="../ink/ink329.xml"/><Relationship Id="rId74" Type="http://schemas.openxmlformats.org/officeDocument/2006/relationships/customXml" Target="../ink/ink350.xml"/><Relationship Id="rId128" Type="http://schemas.openxmlformats.org/officeDocument/2006/relationships/customXml" Target="../ink/ink377.xml"/><Relationship Id="rId335" Type="http://schemas.openxmlformats.org/officeDocument/2006/relationships/image" Target="../media/image481.png"/><Relationship Id="rId377" Type="http://schemas.openxmlformats.org/officeDocument/2006/relationships/image" Target="../media/image502.png"/><Relationship Id="rId5" Type="http://schemas.openxmlformats.org/officeDocument/2006/relationships/image" Target="../media/image316.png"/><Relationship Id="rId181" Type="http://schemas.openxmlformats.org/officeDocument/2006/relationships/image" Target="../media/image404.png"/><Relationship Id="rId237" Type="http://schemas.openxmlformats.org/officeDocument/2006/relationships/image" Target="../media/image432.png"/><Relationship Id="rId279" Type="http://schemas.openxmlformats.org/officeDocument/2006/relationships/image" Target="../media/image453.png"/><Relationship Id="rId43" Type="http://schemas.openxmlformats.org/officeDocument/2006/relationships/image" Target="../media/image335.png"/><Relationship Id="rId139" Type="http://schemas.openxmlformats.org/officeDocument/2006/relationships/image" Target="../media/image383.png"/><Relationship Id="rId290" Type="http://schemas.openxmlformats.org/officeDocument/2006/relationships/customXml" Target="../ink/ink458.xml"/><Relationship Id="rId304" Type="http://schemas.openxmlformats.org/officeDocument/2006/relationships/customXml" Target="../ink/ink465.xml"/><Relationship Id="rId346" Type="http://schemas.openxmlformats.org/officeDocument/2006/relationships/customXml" Target="../ink/ink486.xml"/><Relationship Id="rId85" Type="http://schemas.openxmlformats.org/officeDocument/2006/relationships/image" Target="../media/image356.png"/><Relationship Id="rId150" Type="http://schemas.openxmlformats.org/officeDocument/2006/relationships/customXml" Target="../ink/ink388.xml"/><Relationship Id="rId192" Type="http://schemas.openxmlformats.org/officeDocument/2006/relationships/customXml" Target="../ink/ink409.xml"/><Relationship Id="rId206" Type="http://schemas.openxmlformats.org/officeDocument/2006/relationships/customXml" Target="../ink/ink416.xml"/><Relationship Id="rId248" Type="http://schemas.openxmlformats.org/officeDocument/2006/relationships/customXml" Target="../ink/ink437.xml"/><Relationship Id="rId12" Type="http://schemas.openxmlformats.org/officeDocument/2006/relationships/customXml" Target="../ink/ink319.xml"/><Relationship Id="rId108" Type="http://schemas.openxmlformats.org/officeDocument/2006/relationships/customXml" Target="../ink/ink367.xml"/><Relationship Id="rId315" Type="http://schemas.openxmlformats.org/officeDocument/2006/relationships/image" Target="../media/image471.png"/><Relationship Id="rId357" Type="http://schemas.openxmlformats.org/officeDocument/2006/relationships/image" Target="../media/image492.png"/><Relationship Id="rId54" Type="http://schemas.openxmlformats.org/officeDocument/2006/relationships/customXml" Target="../ink/ink340.xml"/><Relationship Id="rId96" Type="http://schemas.openxmlformats.org/officeDocument/2006/relationships/customXml" Target="../ink/ink361.xml"/><Relationship Id="rId161" Type="http://schemas.openxmlformats.org/officeDocument/2006/relationships/image" Target="../media/image394.png"/><Relationship Id="rId217" Type="http://schemas.openxmlformats.org/officeDocument/2006/relationships/image" Target="../media/image422.png"/><Relationship Id="rId259" Type="http://schemas.openxmlformats.org/officeDocument/2006/relationships/image" Target="../media/image443.png"/><Relationship Id="rId23" Type="http://schemas.openxmlformats.org/officeDocument/2006/relationships/image" Target="../media/image325.png"/><Relationship Id="rId119" Type="http://schemas.openxmlformats.org/officeDocument/2006/relationships/image" Target="../media/image373.png"/><Relationship Id="rId270" Type="http://schemas.openxmlformats.org/officeDocument/2006/relationships/customXml" Target="../ink/ink448.xml"/><Relationship Id="rId326" Type="http://schemas.openxmlformats.org/officeDocument/2006/relationships/customXml" Target="../ink/ink476.xml"/><Relationship Id="rId65" Type="http://schemas.openxmlformats.org/officeDocument/2006/relationships/image" Target="../media/image346.png"/><Relationship Id="rId130" Type="http://schemas.openxmlformats.org/officeDocument/2006/relationships/customXml" Target="../ink/ink378.xml"/><Relationship Id="rId368" Type="http://schemas.openxmlformats.org/officeDocument/2006/relationships/customXml" Target="../ink/ink497.xml"/><Relationship Id="rId172" Type="http://schemas.openxmlformats.org/officeDocument/2006/relationships/customXml" Target="../ink/ink399.xml"/><Relationship Id="rId228" Type="http://schemas.openxmlformats.org/officeDocument/2006/relationships/customXml" Target="../ink/ink427.xml"/><Relationship Id="rId281" Type="http://schemas.openxmlformats.org/officeDocument/2006/relationships/image" Target="../media/image454.png"/><Relationship Id="rId337" Type="http://schemas.openxmlformats.org/officeDocument/2006/relationships/image" Target="../media/image482.png"/><Relationship Id="rId34" Type="http://schemas.openxmlformats.org/officeDocument/2006/relationships/customXml" Target="../ink/ink330.xml"/><Relationship Id="rId76" Type="http://schemas.openxmlformats.org/officeDocument/2006/relationships/customXml" Target="../ink/ink351.xml"/><Relationship Id="rId141" Type="http://schemas.openxmlformats.org/officeDocument/2006/relationships/image" Target="../media/image384.png"/><Relationship Id="rId379" Type="http://schemas.openxmlformats.org/officeDocument/2006/relationships/image" Target="../media/image503.png"/><Relationship Id="rId7" Type="http://schemas.openxmlformats.org/officeDocument/2006/relationships/image" Target="../media/image317.png"/><Relationship Id="rId183" Type="http://schemas.openxmlformats.org/officeDocument/2006/relationships/image" Target="../media/image405.png"/><Relationship Id="rId239" Type="http://schemas.openxmlformats.org/officeDocument/2006/relationships/image" Target="../media/image433.png"/><Relationship Id="rId250" Type="http://schemas.openxmlformats.org/officeDocument/2006/relationships/customXml" Target="../ink/ink438.xml"/><Relationship Id="rId292" Type="http://schemas.openxmlformats.org/officeDocument/2006/relationships/customXml" Target="../ink/ink459.xml"/><Relationship Id="rId306" Type="http://schemas.openxmlformats.org/officeDocument/2006/relationships/customXml" Target="../ink/ink466.xml"/><Relationship Id="rId45" Type="http://schemas.openxmlformats.org/officeDocument/2006/relationships/image" Target="../media/image336.png"/><Relationship Id="rId87" Type="http://schemas.openxmlformats.org/officeDocument/2006/relationships/image" Target="../media/image357.png"/><Relationship Id="rId110" Type="http://schemas.openxmlformats.org/officeDocument/2006/relationships/customXml" Target="../ink/ink368.xml"/><Relationship Id="rId348" Type="http://schemas.openxmlformats.org/officeDocument/2006/relationships/customXml" Target="../ink/ink487.xml"/><Relationship Id="rId152" Type="http://schemas.openxmlformats.org/officeDocument/2006/relationships/customXml" Target="../ink/ink389.xml"/><Relationship Id="rId194" Type="http://schemas.openxmlformats.org/officeDocument/2006/relationships/customXml" Target="../ink/ink410.xml"/><Relationship Id="rId208" Type="http://schemas.openxmlformats.org/officeDocument/2006/relationships/customXml" Target="../ink/ink417.xml"/><Relationship Id="rId261" Type="http://schemas.openxmlformats.org/officeDocument/2006/relationships/image" Target="../media/image444.png"/><Relationship Id="rId14" Type="http://schemas.openxmlformats.org/officeDocument/2006/relationships/customXml" Target="../ink/ink320.xml"/><Relationship Id="rId56" Type="http://schemas.openxmlformats.org/officeDocument/2006/relationships/customXml" Target="../ink/ink341.xml"/><Relationship Id="rId317" Type="http://schemas.openxmlformats.org/officeDocument/2006/relationships/image" Target="../media/image472.png"/><Relationship Id="rId359" Type="http://schemas.openxmlformats.org/officeDocument/2006/relationships/image" Target="../media/image493.png"/><Relationship Id="rId98" Type="http://schemas.openxmlformats.org/officeDocument/2006/relationships/customXml" Target="../ink/ink362.xml"/><Relationship Id="rId121" Type="http://schemas.openxmlformats.org/officeDocument/2006/relationships/image" Target="../media/image374.png"/><Relationship Id="rId163" Type="http://schemas.openxmlformats.org/officeDocument/2006/relationships/image" Target="../media/image395.png"/><Relationship Id="rId219" Type="http://schemas.openxmlformats.org/officeDocument/2006/relationships/image" Target="../media/image423.png"/><Relationship Id="rId370" Type="http://schemas.openxmlformats.org/officeDocument/2006/relationships/customXml" Target="../ink/ink498.xml"/><Relationship Id="rId230" Type="http://schemas.openxmlformats.org/officeDocument/2006/relationships/customXml" Target="../ink/ink428.xml"/><Relationship Id="rId25" Type="http://schemas.openxmlformats.org/officeDocument/2006/relationships/image" Target="../media/image326.png"/><Relationship Id="rId67" Type="http://schemas.openxmlformats.org/officeDocument/2006/relationships/image" Target="../media/image347.png"/><Relationship Id="rId272" Type="http://schemas.openxmlformats.org/officeDocument/2006/relationships/customXml" Target="../ink/ink449.xml"/><Relationship Id="rId328" Type="http://schemas.openxmlformats.org/officeDocument/2006/relationships/customXml" Target="../ink/ink477.xml"/><Relationship Id="rId132" Type="http://schemas.openxmlformats.org/officeDocument/2006/relationships/customXml" Target="../ink/ink379.xml"/><Relationship Id="rId174" Type="http://schemas.openxmlformats.org/officeDocument/2006/relationships/customXml" Target="../ink/ink400.xml"/><Relationship Id="rId381" Type="http://schemas.openxmlformats.org/officeDocument/2006/relationships/image" Target="../media/image504.png"/><Relationship Id="rId241" Type="http://schemas.openxmlformats.org/officeDocument/2006/relationships/image" Target="../media/image434.png"/><Relationship Id="rId36" Type="http://schemas.openxmlformats.org/officeDocument/2006/relationships/customXml" Target="../ink/ink331.xml"/><Relationship Id="rId283" Type="http://schemas.openxmlformats.org/officeDocument/2006/relationships/image" Target="../media/image455.png"/><Relationship Id="rId339" Type="http://schemas.openxmlformats.org/officeDocument/2006/relationships/image" Target="../media/image483.png"/><Relationship Id="rId78" Type="http://schemas.openxmlformats.org/officeDocument/2006/relationships/customXml" Target="../ink/ink352.xml"/><Relationship Id="rId101" Type="http://schemas.openxmlformats.org/officeDocument/2006/relationships/image" Target="../media/image364.png"/><Relationship Id="rId143" Type="http://schemas.openxmlformats.org/officeDocument/2006/relationships/image" Target="../media/image385.png"/><Relationship Id="rId185" Type="http://schemas.openxmlformats.org/officeDocument/2006/relationships/image" Target="../media/image406.png"/><Relationship Id="rId350" Type="http://schemas.openxmlformats.org/officeDocument/2006/relationships/customXml" Target="../ink/ink488.xml"/><Relationship Id="rId9" Type="http://schemas.openxmlformats.org/officeDocument/2006/relationships/image" Target="../media/image318.png"/><Relationship Id="rId210" Type="http://schemas.openxmlformats.org/officeDocument/2006/relationships/customXml" Target="../ink/ink418.xml"/><Relationship Id="rId26" Type="http://schemas.openxmlformats.org/officeDocument/2006/relationships/customXml" Target="../ink/ink326.xml"/><Relationship Id="rId231" Type="http://schemas.openxmlformats.org/officeDocument/2006/relationships/image" Target="../media/image429.png"/><Relationship Id="rId252" Type="http://schemas.openxmlformats.org/officeDocument/2006/relationships/customXml" Target="../ink/ink439.xml"/><Relationship Id="rId273" Type="http://schemas.openxmlformats.org/officeDocument/2006/relationships/image" Target="../media/image450.png"/><Relationship Id="rId294" Type="http://schemas.openxmlformats.org/officeDocument/2006/relationships/customXml" Target="../ink/ink460.xml"/><Relationship Id="rId308" Type="http://schemas.openxmlformats.org/officeDocument/2006/relationships/customXml" Target="../ink/ink467.xml"/><Relationship Id="rId329" Type="http://schemas.openxmlformats.org/officeDocument/2006/relationships/image" Target="../media/image478.png"/><Relationship Id="rId47" Type="http://schemas.openxmlformats.org/officeDocument/2006/relationships/image" Target="../media/image337.png"/><Relationship Id="rId68" Type="http://schemas.openxmlformats.org/officeDocument/2006/relationships/customXml" Target="../ink/ink347.xml"/><Relationship Id="rId89" Type="http://schemas.openxmlformats.org/officeDocument/2006/relationships/image" Target="../media/image358.png"/><Relationship Id="rId112" Type="http://schemas.openxmlformats.org/officeDocument/2006/relationships/customXml" Target="../ink/ink369.xml"/><Relationship Id="rId133" Type="http://schemas.openxmlformats.org/officeDocument/2006/relationships/image" Target="../media/image380.png"/><Relationship Id="rId154" Type="http://schemas.openxmlformats.org/officeDocument/2006/relationships/customXml" Target="../ink/ink390.xml"/><Relationship Id="rId175" Type="http://schemas.openxmlformats.org/officeDocument/2006/relationships/image" Target="../media/image401.png"/><Relationship Id="rId340" Type="http://schemas.openxmlformats.org/officeDocument/2006/relationships/customXml" Target="../ink/ink483.xml"/><Relationship Id="rId361" Type="http://schemas.openxmlformats.org/officeDocument/2006/relationships/image" Target="../media/image494.png"/><Relationship Id="rId196" Type="http://schemas.openxmlformats.org/officeDocument/2006/relationships/customXml" Target="../ink/ink411.xml"/><Relationship Id="rId200" Type="http://schemas.openxmlformats.org/officeDocument/2006/relationships/customXml" Target="../ink/ink413.xml"/><Relationship Id="rId382" Type="http://schemas.openxmlformats.org/officeDocument/2006/relationships/customXml" Target="../ink/ink504.xml"/><Relationship Id="rId16" Type="http://schemas.openxmlformats.org/officeDocument/2006/relationships/customXml" Target="../ink/ink321.xml"/><Relationship Id="rId221" Type="http://schemas.openxmlformats.org/officeDocument/2006/relationships/image" Target="../media/image424.png"/><Relationship Id="rId242" Type="http://schemas.openxmlformats.org/officeDocument/2006/relationships/customXml" Target="../ink/ink434.xml"/><Relationship Id="rId263" Type="http://schemas.openxmlformats.org/officeDocument/2006/relationships/image" Target="../media/image445.png"/><Relationship Id="rId284" Type="http://schemas.openxmlformats.org/officeDocument/2006/relationships/customXml" Target="../ink/ink455.xml"/><Relationship Id="rId319" Type="http://schemas.openxmlformats.org/officeDocument/2006/relationships/image" Target="../media/image473.png"/><Relationship Id="rId37" Type="http://schemas.openxmlformats.org/officeDocument/2006/relationships/image" Target="../media/image332.png"/><Relationship Id="rId58" Type="http://schemas.openxmlformats.org/officeDocument/2006/relationships/customXml" Target="../ink/ink342.xml"/><Relationship Id="rId79" Type="http://schemas.openxmlformats.org/officeDocument/2006/relationships/image" Target="../media/image353.png"/><Relationship Id="rId102" Type="http://schemas.openxmlformats.org/officeDocument/2006/relationships/customXml" Target="../ink/ink364.xml"/><Relationship Id="rId123" Type="http://schemas.openxmlformats.org/officeDocument/2006/relationships/image" Target="../media/image375.png"/><Relationship Id="rId144" Type="http://schemas.openxmlformats.org/officeDocument/2006/relationships/customXml" Target="../ink/ink385.xml"/><Relationship Id="rId330" Type="http://schemas.openxmlformats.org/officeDocument/2006/relationships/customXml" Target="../ink/ink478.xml"/><Relationship Id="rId90" Type="http://schemas.openxmlformats.org/officeDocument/2006/relationships/customXml" Target="../ink/ink358.xml"/><Relationship Id="rId165" Type="http://schemas.openxmlformats.org/officeDocument/2006/relationships/image" Target="../media/image396.png"/><Relationship Id="rId186" Type="http://schemas.openxmlformats.org/officeDocument/2006/relationships/customXml" Target="../ink/ink406.xml"/><Relationship Id="rId351" Type="http://schemas.openxmlformats.org/officeDocument/2006/relationships/image" Target="../media/image489.png"/><Relationship Id="rId372" Type="http://schemas.openxmlformats.org/officeDocument/2006/relationships/customXml" Target="../ink/ink499.xml"/><Relationship Id="rId211" Type="http://schemas.openxmlformats.org/officeDocument/2006/relationships/image" Target="../media/image419.png"/><Relationship Id="rId232" Type="http://schemas.openxmlformats.org/officeDocument/2006/relationships/customXml" Target="../ink/ink429.xml"/><Relationship Id="rId253" Type="http://schemas.openxmlformats.org/officeDocument/2006/relationships/image" Target="../media/image440.png"/><Relationship Id="rId274" Type="http://schemas.openxmlformats.org/officeDocument/2006/relationships/customXml" Target="../ink/ink450.xml"/><Relationship Id="rId295" Type="http://schemas.openxmlformats.org/officeDocument/2006/relationships/image" Target="../media/image461.png"/><Relationship Id="rId309" Type="http://schemas.openxmlformats.org/officeDocument/2006/relationships/image" Target="../media/image468.png"/><Relationship Id="rId27" Type="http://schemas.openxmlformats.org/officeDocument/2006/relationships/image" Target="../media/image327.png"/><Relationship Id="rId48" Type="http://schemas.openxmlformats.org/officeDocument/2006/relationships/customXml" Target="../ink/ink337.xml"/><Relationship Id="rId69" Type="http://schemas.openxmlformats.org/officeDocument/2006/relationships/image" Target="../media/image348.png"/><Relationship Id="rId113" Type="http://schemas.openxmlformats.org/officeDocument/2006/relationships/image" Target="../media/image370.png"/><Relationship Id="rId134" Type="http://schemas.openxmlformats.org/officeDocument/2006/relationships/customXml" Target="../ink/ink380.xml"/><Relationship Id="rId320" Type="http://schemas.openxmlformats.org/officeDocument/2006/relationships/customXml" Target="../ink/ink473.xml"/><Relationship Id="rId80" Type="http://schemas.openxmlformats.org/officeDocument/2006/relationships/customXml" Target="../ink/ink353.xml"/><Relationship Id="rId155" Type="http://schemas.openxmlformats.org/officeDocument/2006/relationships/image" Target="../media/image391.png"/><Relationship Id="rId176" Type="http://schemas.openxmlformats.org/officeDocument/2006/relationships/customXml" Target="../ink/ink401.xml"/><Relationship Id="rId197" Type="http://schemas.openxmlformats.org/officeDocument/2006/relationships/image" Target="../media/image412.png"/><Relationship Id="rId341" Type="http://schemas.openxmlformats.org/officeDocument/2006/relationships/image" Target="../media/image484.png"/><Relationship Id="rId362" Type="http://schemas.openxmlformats.org/officeDocument/2006/relationships/customXml" Target="../ink/ink494.xml"/><Relationship Id="rId383" Type="http://schemas.openxmlformats.org/officeDocument/2006/relationships/image" Target="../media/image505.png"/><Relationship Id="rId201" Type="http://schemas.openxmlformats.org/officeDocument/2006/relationships/image" Target="../media/image414.png"/><Relationship Id="rId222" Type="http://schemas.openxmlformats.org/officeDocument/2006/relationships/customXml" Target="../ink/ink424.xml"/><Relationship Id="rId243" Type="http://schemas.openxmlformats.org/officeDocument/2006/relationships/image" Target="../media/image435.png"/><Relationship Id="rId264" Type="http://schemas.openxmlformats.org/officeDocument/2006/relationships/customXml" Target="../ink/ink445.xml"/><Relationship Id="rId285" Type="http://schemas.openxmlformats.org/officeDocument/2006/relationships/image" Target="../media/image456.png"/><Relationship Id="rId17" Type="http://schemas.openxmlformats.org/officeDocument/2006/relationships/image" Target="../media/image322.png"/><Relationship Id="rId38" Type="http://schemas.openxmlformats.org/officeDocument/2006/relationships/customXml" Target="../ink/ink332.xml"/><Relationship Id="rId59" Type="http://schemas.openxmlformats.org/officeDocument/2006/relationships/image" Target="../media/image343.png"/><Relationship Id="rId103" Type="http://schemas.openxmlformats.org/officeDocument/2006/relationships/image" Target="../media/image365.png"/><Relationship Id="rId124" Type="http://schemas.openxmlformats.org/officeDocument/2006/relationships/customXml" Target="../ink/ink375.xml"/><Relationship Id="rId310" Type="http://schemas.openxmlformats.org/officeDocument/2006/relationships/customXml" Target="../ink/ink468.xml"/><Relationship Id="rId70" Type="http://schemas.openxmlformats.org/officeDocument/2006/relationships/customXml" Target="../ink/ink348.xml"/><Relationship Id="rId91" Type="http://schemas.openxmlformats.org/officeDocument/2006/relationships/image" Target="../media/image359.png"/><Relationship Id="rId145" Type="http://schemas.openxmlformats.org/officeDocument/2006/relationships/image" Target="../media/image386.png"/><Relationship Id="rId166" Type="http://schemas.openxmlformats.org/officeDocument/2006/relationships/customXml" Target="../ink/ink396.xml"/><Relationship Id="rId187" Type="http://schemas.openxmlformats.org/officeDocument/2006/relationships/image" Target="../media/image407.png"/><Relationship Id="rId331" Type="http://schemas.openxmlformats.org/officeDocument/2006/relationships/image" Target="../media/image479.png"/><Relationship Id="rId352" Type="http://schemas.openxmlformats.org/officeDocument/2006/relationships/customXml" Target="../ink/ink489.xml"/><Relationship Id="rId373" Type="http://schemas.openxmlformats.org/officeDocument/2006/relationships/image" Target="../media/image5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19.xml"/><Relationship Id="rId233" Type="http://schemas.openxmlformats.org/officeDocument/2006/relationships/image" Target="../media/image430.png"/><Relationship Id="rId254" Type="http://schemas.openxmlformats.org/officeDocument/2006/relationships/customXml" Target="../ink/ink440.xml"/><Relationship Id="rId28" Type="http://schemas.openxmlformats.org/officeDocument/2006/relationships/customXml" Target="../ink/ink327.xml"/><Relationship Id="rId49" Type="http://schemas.openxmlformats.org/officeDocument/2006/relationships/image" Target="../media/image338.png"/><Relationship Id="rId114" Type="http://schemas.openxmlformats.org/officeDocument/2006/relationships/customXml" Target="../ink/ink370.xml"/><Relationship Id="rId275" Type="http://schemas.openxmlformats.org/officeDocument/2006/relationships/image" Target="../media/image451.png"/><Relationship Id="rId296" Type="http://schemas.openxmlformats.org/officeDocument/2006/relationships/customXml" Target="../ink/ink461.xml"/><Relationship Id="rId300" Type="http://schemas.openxmlformats.org/officeDocument/2006/relationships/customXml" Target="../ink/ink463.xml"/><Relationship Id="rId60" Type="http://schemas.openxmlformats.org/officeDocument/2006/relationships/customXml" Target="../ink/ink343.xml"/><Relationship Id="rId81" Type="http://schemas.openxmlformats.org/officeDocument/2006/relationships/image" Target="../media/image354.png"/><Relationship Id="rId135" Type="http://schemas.openxmlformats.org/officeDocument/2006/relationships/image" Target="../media/image381.png"/><Relationship Id="rId156" Type="http://schemas.openxmlformats.org/officeDocument/2006/relationships/customXml" Target="../ink/ink391.xml"/><Relationship Id="rId177" Type="http://schemas.openxmlformats.org/officeDocument/2006/relationships/image" Target="../media/image402.png"/><Relationship Id="rId198" Type="http://schemas.openxmlformats.org/officeDocument/2006/relationships/customXml" Target="../ink/ink412.xml"/><Relationship Id="rId321" Type="http://schemas.openxmlformats.org/officeDocument/2006/relationships/image" Target="../media/image474.png"/><Relationship Id="rId342" Type="http://schemas.openxmlformats.org/officeDocument/2006/relationships/customXml" Target="../ink/ink484.xml"/><Relationship Id="rId363" Type="http://schemas.openxmlformats.org/officeDocument/2006/relationships/image" Target="../media/image495.png"/><Relationship Id="rId202" Type="http://schemas.openxmlformats.org/officeDocument/2006/relationships/customXml" Target="../ink/ink414.xml"/><Relationship Id="rId223" Type="http://schemas.openxmlformats.org/officeDocument/2006/relationships/image" Target="../media/image425.png"/><Relationship Id="rId244" Type="http://schemas.openxmlformats.org/officeDocument/2006/relationships/customXml" Target="../ink/ink435.xml"/><Relationship Id="rId18" Type="http://schemas.openxmlformats.org/officeDocument/2006/relationships/customXml" Target="../ink/ink322.xml"/><Relationship Id="rId39" Type="http://schemas.openxmlformats.org/officeDocument/2006/relationships/image" Target="../media/image333.png"/><Relationship Id="rId265" Type="http://schemas.openxmlformats.org/officeDocument/2006/relationships/image" Target="../media/image446.png"/><Relationship Id="rId286" Type="http://schemas.openxmlformats.org/officeDocument/2006/relationships/customXml" Target="../ink/ink456.xml"/><Relationship Id="rId50" Type="http://schemas.openxmlformats.org/officeDocument/2006/relationships/customXml" Target="../ink/ink338.xml"/><Relationship Id="rId104" Type="http://schemas.openxmlformats.org/officeDocument/2006/relationships/customXml" Target="../ink/ink365.xml"/><Relationship Id="rId125" Type="http://schemas.openxmlformats.org/officeDocument/2006/relationships/image" Target="../media/image376.png"/><Relationship Id="rId146" Type="http://schemas.openxmlformats.org/officeDocument/2006/relationships/customXml" Target="../ink/ink386.xml"/><Relationship Id="rId167" Type="http://schemas.openxmlformats.org/officeDocument/2006/relationships/image" Target="../media/image397.png"/><Relationship Id="rId188" Type="http://schemas.openxmlformats.org/officeDocument/2006/relationships/customXml" Target="../ink/ink407.xml"/><Relationship Id="rId311" Type="http://schemas.openxmlformats.org/officeDocument/2006/relationships/image" Target="../media/image469.png"/><Relationship Id="rId332" Type="http://schemas.openxmlformats.org/officeDocument/2006/relationships/customXml" Target="../ink/ink479.xml"/><Relationship Id="rId353" Type="http://schemas.openxmlformats.org/officeDocument/2006/relationships/image" Target="../media/image490.png"/><Relationship Id="rId374" Type="http://schemas.openxmlformats.org/officeDocument/2006/relationships/customXml" Target="../ink/ink500.xml"/><Relationship Id="rId71" Type="http://schemas.openxmlformats.org/officeDocument/2006/relationships/image" Target="../media/image349.png"/><Relationship Id="rId92" Type="http://schemas.openxmlformats.org/officeDocument/2006/relationships/customXml" Target="../ink/ink359.xml"/><Relationship Id="rId213" Type="http://schemas.openxmlformats.org/officeDocument/2006/relationships/image" Target="../media/image420.png"/><Relationship Id="rId234" Type="http://schemas.openxmlformats.org/officeDocument/2006/relationships/customXml" Target="../ink/ink430.xml"/><Relationship Id="rId2" Type="http://schemas.openxmlformats.org/officeDocument/2006/relationships/customXml" Target="../ink/ink314.xml"/><Relationship Id="rId29" Type="http://schemas.openxmlformats.org/officeDocument/2006/relationships/image" Target="../media/image328.png"/><Relationship Id="rId255" Type="http://schemas.openxmlformats.org/officeDocument/2006/relationships/image" Target="../media/image441.png"/><Relationship Id="rId276" Type="http://schemas.openxmlformats.org/officeDocument/2006/relationships/customXml" Target="../ink/ink451.xml"/><Relationship Id="rId297" Type="http://schemas.openxmlformats.org/officeDocument/2006/relationships/image" Target="../media/image462.png"/><Relationship Id="rId40" Type="http://schemas.openxmlformats.org/officeDocument/2006/relationships/customXml" Target="../ink/ink333.xml"/><Relationship Id="rId115" Type="http://schemas.openxmlformats.org/officeDocument/2006/relationships/image" Target="../media/image371.png"/><Relationship Id="rId136" Type="http://schemas.openxmlformats.org/officeDocument/2006/relationships/customXml" Target="../ink/ink381.xml"/><Relationship Id="rId157" Type="http://schemas.openxmlformats.org/officeDocument/2006/relationships/image" Target="../media/image392.png"/><Relationship Id="rId178" Type="http://schemas.openxmlformats.org/officeDocument/2006/relationships/customXml" Target="../ink/ink402.xml"/><Relationship Id="rId301" Type="http://schemas.openxmlformats.org/officeDocument/2006/relationships/image" Target="../media/image464.png"/><Relationship Id="rId322" Type="http://schemas.openxmlformats.org/officeDocument/2006/relationships/customXml" Target="../ink/ink474.xml"/><Relationship Id="rId343" Type="http://schemas.openxmlformats.org/officeDocument/2006/relationships/image" Target="../media/image485.png"/><Relationship Id="rId364" Type="http://schemas.openxmlformats.org/officeDocument/2006/relationships/customXml" Target="../ink/ink495.xml"/><Relationship Id="rId61" Type="http://schemas.openxmlformats.org/officeDocument/2006/relationships/image" Target="../media/image344.png"/><Relationship Id="rId82" Type="http://schemas.openxmlformats.org/officeDocument/2006/relationships/customXml" Target="../ink/ink354.xml"/><Relationship Id="rId199" Type="http://schemas.openxmlformats.org/officeDocument/2006/relationships/image" Target="../media/image413.png"/><Relationship Id="rId203" Type="http://schemas.openxmlformats.org/officeDocument/2006/relationships/image" Target="../media/image415.png"/><Relationship Id="rId19" Type="http://schemas.openxmlformats.org/officeDocument/2006/relationships/image" Target="../media/image323.png"/><Relationship Id="rId224" Type="http://schemas.openxmlformats.org/officeDocument/2006/relationships/customXml" Target="../ink/ink425.xml"/><Relationship Id="rId245" Type="http://schemas.openxmlformats.org/officeDocument/2006/relationships/image" Target="../media/image436.png"/><Relationship Id="rId266" Type="http://schemas.openxmlformats.org/officeDocument/2006/relationships/customXml" Target="../ink/ink446.xml"/><Relationship Id="rId287" Type="http://schemas.openxmlformats.org/officeDocument/2006/relationships/image" Target="../media/image457.png"/><Relationship Id="rId30" Type="http://schemas.openxmlformats.org/officeDocument/2006/relationships/customXml" Target="../ink/ink328.xml"/><Relationship Id="rId105" Type="http://schemas.openxmlformats.org/officeDocument/2006/relationships/image" Target="../media/image366.png"/><Relationship Id="rId126" Type="http://schemas.openxmlformats.org/officeDocument/2006/relationships/customXml" Target="../ink/ink376.xml"/><Relationship Id="rId147" Type="http://schemas.openxmlformats.org/officeDocument/2006/relationships/image" Target="../media/image387.png"/><Relationship Id="rId168" Type="http://schemas.openxmlformats.org/officeDocument/2006/relationships/customXml" Target="../ink/ink397.xml"/><Relationship Id="rId312" Type="http://schemas.openxmlformats.org/officeDocument/2006/relationships/customXml" Target="../ink/ink469.xml"/><Relationship Id="rId333" Type="http://schemas.openxmlformats.org/officeDocument/2006/relationships/image" Target="../media/image480.png"/><Relationship Id="rId354" Type="http://schemas.openxmlformats.org/officeDocument/2006/relationships/customXml" Target="../ink/ink490.xml"/><Relationship Id="rId51" Type="http://schemas.openxmlformats.org/officeDocument/2006/relationships/image" Target="../media/image339.png"/><Relationship Id="rId72" Type="http://schemas.openxmlformats.org/officeDocument/2006/relationships/customXml" Target="../ink/ink349.xml"/><Relationship Id="rId93" Type="http://schemas.openxmlformats.org/officeDocument/2006/relationships/image" Target="../media/image360.png"/><Relationship Id="rId189" Type="http://schemas.openxmlformats.org/officeDocument/2006/relationships/image" Target="../media/image408.png"/><Relationship Id="rId375" Type="http://schemas.openxmlformats.org/officeDocument/2006/relationships/image" Target="../media/image501.png"/><Relationship Id="rId3" Type="http://schemas.openxmlformats.org/officeDocument/2006/relationships/image" Target="../media/image315.png"/><Relationship Id="rId214" Type="http://schemas.openxmlformats.org/officeDocument/2006/relationships/customXml" Target="../ink/ink420.xml"/><Relationship Id="rId235" Type="http://schemas.openxmlformats.org/officeDocument/2006/relationships/image" Target="../media/image431.png"/><Relationship Id="rId256" Type="http://schemas.openxmlformats.org/officeDocument/2006/relationships/customXml" Target="../ink/ink441.xml"/><Relationship Id="rId277" Type="http://schemas.openxmlformats.org/officeDocument/2006/relationships/image" Target="../media/image452.png"/><Relationship Id="rId298" Type="http://schemas.openxmlformats.org/officeDocument/2006/relationships/customXml" Target="../ink/ink462.xml"/><Relationship Id="rId116" Type="http://schemas.openxmlformats.org/officeDocument/2006/relationships/customXml" Target="../ink/ink371.xml"/><Relationship Id="rId137" Type="http://schemas.openxmlformats.org/officeDocument/2006/relationships/image" Target="../media/image382.png"/><Relationship Id="rId158" Type="http://schemas.openxmlformats.org/officeDocument/2006/relationships/customXml" Target="../ink/ink392.xml"/><Relationship Id="rId302" Type="http://schemas.openxmlformats.org/officeDocument/2006/relationships/customXml" Target="../ink/ink464.xml"/><Relationship Id="rId323" Type="http://schemas.openxmlformats.org/officeDocument/2006/relationships/image" Target="../media/image475.png"/><Relationship Id="rId344" Type="http://schemas.openxmlformats.org/officeDocument/2006/relationships/customXml" Target="../ink/ink485.xml"/><Relationship Id="rId20" Type="http://schemas.openxmlformats.org/officeDocument/2006/relationships/customXml" Target="../ink/ink323.xml"/><Relationship Id="rId41" Type="http://schemas.openxmlformats.org/officeDocument/2006/relationships/image" Target="../media/image334.png"/><Relationship Id="rId62" Type="http://schemas.openxmlformats.org/officeDocument/2006/relationships/customXml" Target="../ink/ink344.xml"/><Relationship Id="rId83" Type="http://schemas.openxmlformats.org/officeDocument/2006/relationships/image" Target="../media/image355.png"/><Relationship Id="rId179" Type="http://schemas.openxmlformats.org/officeDocument/2006/relationships/image" Target="../media/image403.png"/><Relationship Id="rId365" Type="http://schemas.openxmlformats.org/officeDocument/2006/relationships/image" Target="../media/image496.png"/><Relationship Id="rId190" Type="http://schemas.openxmlformats.org/officeDocument/2006/relationships/customXml" Target="../ink/ink408.xml"/><Relationship Id="rId204" Type="http://schemas.openxmlformats.org/officeDocument/2006/relationships/customXml" Target="../ink/ink415.xml"/><Relationship Id="rId225" Type="http://schemas.openxmlformats.org/officeDocument/2006/relationships/image" Target="../media/image426.png"/><Relationship Id="rId246" Type="http://schemas.openxmlformats.org/officeDocument/2006/relationships/customXml" Target="../ink/ink436.xml"/><Relationship Id="rId267" Type="http://schemas.openxmlformats.org/officeDocument/2006/relationships/image" Target="../media/image447.png"/><Relationship Id="rId288" Type="http://schemas.openxmlformats.org/officeDocument/2006/relationships/customXml" Target="../ink/ink457.xml"/><Relationship Id="rId106" Type="http://schemas.openxmlformats.org/officeDocument/2006/relationships/customXml" Target="../ink/ink366.xml"/><Relationship Id="rId127" Type="http://schemas.openxmlformats.org/officeDocument/2006/relationships/image" Target="../media/image377.png"/><Relationship Id="rId313" Type="http://schemas.openxmlformats.org/officeDocument/2006/relationships/image" Target="../media/image470.png"/><Relationship Id="rId10" Type="http://schemas.openxmlformats.org/officeDocument/2006/relationships/customXml" Target="../ink/ink318.xml"/><Relationship Id="rId31" Type="http://schemas.openxmlformats.org/officeDocument/2006/relationships/image" Target="../media/image329.png"/><Relationship Id="rId52" Type="http://schemas.openxmlformats.org/officeDocument/2006/relationships/customXml" Target="../ink/ink339.xml"/><Relationship Id="rId73" Type="http://schemas.openxmlformats.org/officeDocument/2006/relationships/image" Target="../media/image350.png"/><Relationship Id="rId94" Type="http://schemas.openxmlformats.org/officeDocument/2006/relationships/customXml" Target="../ink/ink360.xml"/><Relationship Id="rId148" Type="http://schemas.openxmlformats.org/officeDocument/2006/relationships/customXml" Target="../ink/ink387.xml"/><Relationship Id="rId169" Type="http://schemas.openxmlformats.org/officeDocument/2006/relationships/image" Target="../media/image398.png"/><Relationship Id="rId334" Type="http://schemas.openxmlformats.org/officeDocument/2006/relationships/customXml" Target="../ink/ink480.xml"/><Relationship Id="rId355" Type="http://schemas.openxmlformats.org/officeDocument/2006/relationships/image" Target="../media/image491.png"/><Relationship Id="rId376" Type="http://schemas.openxmlformats.org/officeDocument/2006/relationships/customXml" Target="../ink/ink501.xml"/><Relationship Id="rId4" Type="http://schemas.openxmlformats.org/officeDocument/2006/relationships/customXml" Target="../ink/ink315.xml"/><Relationship Id="rId180" Type="http://schemas.openxmlformats.org/officeDocument/2006/relationships/customXml" Target="../ink/ink403.xml"/><Relationship Id="rId215" Type="http://schemas.openxmlformats.org/officeDocument/2006/relationships/image" Target="../media/image421.png"/><Relationship Id="rId236" Type="http://schemas.openxmlformats.org/officeDocument/2006/relationships/customXml" Target="../ink/ink431.xml"/><Relationship Id="rId257" Type="http://schemas.openxmlformats.org/officeDocument/2006/relationships/image" Target="../media/image442.png"/><Relationship Id="rId278" Type="http://schemas.openxmlformats.org/officeDocument/2006/relationships/customXml" Target="../ink/ink452.xml"/><Relationship Id="rId303" Type="http://schemas.openxmlformats.org/officeDocument/2006/relationships/image" Target="../media/image465.png"/><Relationship Id="rId42" Type="http://schemas.openxmlformats.org/officeDocument/2006/relationships/customXml" Target="../ink/ink334.xml"/><Relationship Id="rId84" Type="http://schemas.openxmlformats.org/officeDocument/2006/relationships/customXml" Target="../ink/ink355.xml"/><Relationship Id="rId138" Type="http://schemas.openxmlformats.org/officeDocument/2006/relationships/customXml" Target="../ink/ink382.xml"/><Relationship Id="rId345" Type="http://schemas.openxmlformats.org/officeDocument/2006/relationships/image" Target="../media/image486.png"/><Relationship Id="rId191" Type="http://schemas.openxmlformats.org/officeDocument/2006/relationships/image" Target="../media/image409.png"/><Relationship Id="rId205" Type="http://schemas.openxmlformats.org/officeDocument/2006/relationships/image" Target="../media/image416.png"/><Relationship Id="rId247" Type="http://schemas.openxmlformats.org/officeDocument/2006/relationships/image" Target="../media/image437.png"/><Relationship Id="rId107" Type="http://schemas.openxmlformats.org/officeDocument/2006/relationships/image" Target="../media/image367.png"/><Relationship Id="rId289" Type="http://schemas.openxmlformats.org/officeDocument/2006/relationships/image" Target="../media/image458.png"/><Relationship Id="rId11" Type="http://schemas.openxmlformats.org/officeDocument/2006/relationships/image" Target="../media/image319.png"/><Relationship Id="rId53" Type="http://schemas.openxmlformats.org/officeDocument/2006/relationships/image" Target="../media/image340.png"/><Relationship Id="rId149" Type="http://schemas.openxmlformats.org/officeDocument/2006/relationships/image" Target="../media/image388.png"/><Relationship Id="rId314" Type="http://schemas.openxmlformats.org/officeDocument/2006/relationships/customXml" Target="../ink/ink470.xml"/><Relationship Id="rId356" Type="http://schemas.openxmlformats.org/officeDocument/2006/relationships/customXml" Target="../ink/ink491.xml"/><Relationship Id="rId95" Type="http://schemas.openxmlformats.org/officeDocument/2006/relationships/image" Target="../media/image361.png"/><Relationship Id="rId160" Type="http://schemas.openxmlformats.org/officeDocument/2006/relationships/customXml" Target="../ink/ink393.xml"/><Relationship Id="rId216" Type="http://schemas.openxmlformats.org/officeDocument/2006/relationships/customXml" Target="../ink/ink421.xml"/><Relationship Id="rId258" Type="http://schemas.openxmlformats.org/officeDocument/2006/relationships/customXml" Target="../ink/ink442.xml"/><Relationship Id="rId22" Type="http://schemas.openxmlformats.org/officeDocument/2006/relationships/customXml" Target="../ink/ink324.xml"/><Relationship Id="rId64" Type="http://schemas.openxmlformats.org/officeDocument/2006/relationships/customXml" Target="../ink/ink345.xml"/><Relationship Id="rId118" Type="http://schemas.openxmlformats.org/officeDocument/2006/relationships/customXml" Target="../ink/ink372.xml"/><Relationship Id="rId325" Type="http://schemas.openxmlformats.org/officeDocument/2006/relationships/image" Target="../media/image476.png"/><Relationship Id="rId367" Type="http://schemas.openxmlformats.org/officeDocument/2006/relationships/image" Target="../media/image497.png"/><Relationship Id="rId171" Type="http://schemas.openxmlformats.org/officeDocument/2006/relationships/image" Target="../media/image399.png"/><Relationship Id="rId227" Type="http://schemas.openxmlformats.org/officeDocument/2006/relationships/image" Target="../media/image427.png"/><Relationship Id="rId269" Type="http://schemas.openxmlformats.org/officeDocument/2006/relationships/image" Target="../media/image448.png"/><Relationship Id="rId33" Type="http://schemas.openxmlformats.org/officeDocument/2006/relationships/image" Target="../media/image330.png"/><Relationship Id="rId129" Type="http://schemas.openxmlformats.org/officeDocument/2006/relationships/image" Target="../media/image378.png"/><Relationship Id="rId280" Type="http://schemas.openxmlformats.org/officeDocument/2006/relationships/customXml" Target="../ink/ink453.xml"/><Relationship Id="rId336" Type="http://schemas.openxmlformats.org/officeDocument/2006/relationships/customXml" Target="../ink/ink481.xml"/><Relationship Id="rId75" Type="http://schemas.openxmlformats.org/officeDocument/2006/relationships/image" Target="../media/image351.png"/><Relationship Id="rId140" Type="http://schemas.openxmlformats.org/officeDocument/2006/relationships/customXml" Target="../ink/ink383.xml"/><Relationship Id="rId182" Type="http://schemas.openxmlformats.org/officeDocument/2006/relationships/customXml" Target="../ink/ink404.xml"/><Relationship Id="rId378" Type="http://schemas.openxmlformats.org/officeDocument/2006/relationships/customXml" Target="../ink/ink502.xml"/><Relationship Id="rId6" Type="http://schemas.openxmlformats.org/officeDocument/2006/relationships/customXml" Target="../ink/ink316.xml"/><Relationship Id="rId238" Type="http://schemas.openxmlformats.org/officeDocument/2006/relationships/customXml" Target="../ink/ink432.xml"/><Relationship Id="rId291" Type="http://schemas.openxmlformats.org/officeDocument/2006/relationships/image" Target="../media/image459.png"/><Relationship Id="rId305" Type="http://schemas.openxmlformats.org/officeDocument/2006/relationships/image" Target="../media/image466.png"/><Relationship Id="rId347" Type="http://schemas.openxmlformats.org/officeDocument/2006/relationships/image" Target="../media/image487.png"/><Relationship Id="rId44" Type="http://schemas.openxmlformats.org/officeDocument/2006/relationships/customXml" Target="../ink/ink335.xml"/><Relationship Id="rId86" Type="http://schemas.openxmlformats.org/officeDocument/2006/relationships/customXml" Target="../ink/ink356.xml"/><Relationship Id="rId151" Type="http://schemas.openxmlformats.org/officeDocument/2006/relationships/image" Target="../media/image389.png"/><Relationship Id="rId193" Type="http://schemas.openxmlformats.org/officeDocument/2006/relationships/image" Target="../media/image410.png"/><Relationship Id="rId207" Type="http://schemas.openxmlformats.org/officeDocument/2006/relationships/image" Target="../media/image417.png"/><Relationship Id="rId249" Type="http://schemas.openxmlformats.org/officeDocument/2006/relationships/image" Target="../media/image438.png"/><Relationship Id="rId13" Type="http://schemas.openxmlformats.org/officeDocument/2006/relationships/image" Target="../media/image320.png"/><Relationship Id="rId109" Type="http://schemas.openxmlformats.org/officeDocument/2006/relationships/image" Target="../media/image368.png"/><Relationship Id="rId260" Type="http://schemas.openxmlformats.org/officeDocument/2006/relationships/customXml" Target="../ink/ink443.xml"/><Relationship Id="rId316" Type="http://schemas.openxmlformats.org/officeDocument/2006/relationships/customXml" Target="../ink/ink471.xml"/><Relationship Id="rId55" Type="http://schemas.openxmlformats.org/officeDocument/2006/relationships/image" Target="../media/image341.png"/><Relationship Id="rId97" Type="http://schemas.openxmlformats.org/officeDocument/2006/relationships/image" Target="../media/image362.png"/><Relationship Id="rId120" Type="http://schemas.openxmlformats.org/officeDocument/2006/relationships/customXml" Target="../ink/ink373.xml"/><Relationship Id="rId358" Type="http://schemas.openxmlformats.org/officeDocument/2006/relationships/customXml" Target="../ink/ink492.xml"/><Relationship Id="rId162" Type="http://schemas.openxmlformats.org/officeDocument/2006/relationships/customXml" Target="../ink/ink394.xml"/><Relationship Id="rId218" Type="http://schemas.openxmlformats.org/officeDocument/2006/relationships/customXml" Target="../ink/ink422.xml"/><Relationship Id="rId271" Type="http://schemas.openxmlformats.org/officeDocument/2006/relationships/image" Target="../media/image449.png"/><Relationship Id="rId24" Type="http://schemas.openxmlformats.org/officeDocument/2006/relationships/customXml" Target="../ink/ink325.xml"/><Relationship Id="rId66" Type="http://schemas.openxmlformats.org/officeDocument/2006/relationships/customXml" Target="../ink/ink346.xml"/><Relationship Id="rId131" Type="http://schemas.openxmlformats.org/officeDocument/2006/relationships/image" Target="../media/image379.png"/><Relationship Id="rId327" Type="http://schemas.openxmlformats.org/officeDocument/2006/relationships/image" Target="../media/image477.png"/><Relationship Id="rId369" Type="http://schemas.openxmlformats.org/officeDocument/2006/relationships/image" Target="../media/image498.png"/><Relationship Id="rId173" Type="http://schemas.openxmlformats.org/officeDocument/2006/relationships/image" Target="../media/image400.png"/><Relationship Id="rId229" Type="http://schemas.openxmlformats.org/officeDocument/2006/relationships/image" Target="../media/image428.png"/><Relationship Id="rId380" Type="http://schemas.openxmlformats.org/officeDocument/2006/relationships/customXml" Target="../ink/ink503.xml"/><Relationship Id="rId240" Type="http://schemas.openxmlformats.org/officeDocument/2006/relationships/customXml" Target="../ink/ink433.xml"/><Relationship Id="rId35" Type="http://schemas.openxmlformats.org/officeDocument/2006/relationships/image" Target="../media/image331.png"/><Relationship Id="rId77" Type="http://schemas.openxmlformats.org/officeDocument/2006/relationships/image" Target="../media/image352.png"/><Relationship Id="rId100" Type="http://schemas.openxmlformats.org/officeDocument/2006/relationships/customXml" Target="../ink/ink363.xml"/><Relationship Id="rId282" Type="http://schemas.openxmlformats.org/officeDocument/2006/relationships/customXml" Target="../ink/ink454.xml"/><Relationship Id="rId338" Type="http://schemas.openxmlformats.org/officeDocument/2006/relationships/customXml" Target="../ink/ink482.xml"/><Relationship Id="rId8" Type="http://schemas.openxmlformats.org/officeDocument/2006/relationships/customXml" Target="../ink/ink317.xml"/><Relationship Id="rId142" Type="http://schemas.openxmlformats.org/officeDocument/2006/relationships/customXml" Target="../ink/ink384.xml"/><Relationship Id="rId184" Type="http://schemas.openxmlformats.org/officeDocument/2006/relationships/customXml" Target="../ink/ink405.xml"/><Relationship Id="rId251" Type="http://schemas.openxmlformats.org/officeDocument/2006/relationships/image" Target="../media/image439.png"/><Relationship Id="rId46" Type="http://schemas.openxmlformats.org/officeDocument/2006/relationships/customXml" Target="../ink/ink336.xml"/><Relationship Id="rId293" Type="http://schemas.openxmlformats.org/officeDocument/2006/relationships/image" Target="../media/image460.png"/><Relationship Id="rId307" Type="http://schemas.openxmlformats.org/officeDocument/2006/relationships/image" Target="../media/image467.png"/><Relationship Id="rId349" Type="http://schemas.openxmlformats.org/officeDocument/2006/relationships/image" Target="../media/image488.png"/><Relationship Id="rId88" Type="http://schemas.openxmlformats.org/officeDocument/2006/relationships/customXml" Target="../ink/ink357.xml"/><Relationship Id="rId111" Type="http://schemas.openxmlformats.org/officeDocument/2006/relationships/image" Target="../media/image369.png"/><Relationship Id="rId153" Type="http://schemas.openxmlformats.org/officeDocument/2006/relationships/image" Target="../media/image390.png"/><Relationship Id="rId195" Type="http://schemas.openxmlformats.org/officeDocument/2006/relationships/image" Target="../media/image411.png"/><Relationship Id="rId209" Type="http://schemas.openxmlformats.org/officeDocument/2006/relationships/image" Target="../media/image418.png"/><Relationship Id="rId360" Type="http://schemas.openxmlformats.org/officeDocument/2006/relationships/customXml" Target="../ink/ink493.xml"/><Relationship Id="rId220" Type="http://schemas.openxmlformats.org/officeDocument/2006/relationships/customXml" Target="../ink/ink423.xml"/><Relationship Id="rId15" Type="http://schemas.openxmlformats.org/officeDocument/2006/relationships/image" Target="../media/image321.png"/><Relationship Id="rId57" Type="http://schemas.openxmlformats.org/officeDocument/2006/relationships/image" Target="../media/image342.png"/><Relationship Id="rId262" Type="http://schemas.openxmlformats.org/officeDocument/2006/relationships/customXml" Target="../ink/ink444.xml"/><Relationship Id="rId318" Type="http://schemas.openxmlformats.org/officeDocument/2006/relationships/customXml" Target="../ink/ink472.xml"/><Relationship Id="rId99" Type="http://schemas.openxmlformats.org/officeDocument/2006/relationships/image" Target="../media/image363.png"/><Relationship Id="rId122" Type="http://schemas.openxmlformats.org/officeDocument/2006/relationships/customXml" Target="../ink/ink374.xml"/><Relationship Id="rId164" Type="http://schemas.openxmlformats.org/officeDocument/2006/relationships/customXml" Target="../ink/ink395.xml"/><Relationship Id="rId371" Type="http://schemas.openxmlformats.org/officeDocument/2006/relationships/image" Target="../media/image499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17.xml"/><Relationship Id="rId21" Type="http://schemas.openxmlformats.org/officeDocument/2006/relationships/image" Target="../media/image515.png"/><Relationship Id="rId42" Type="http://schemas.openxmlformats.org/officeDocument/2006/relationships/customXml" Target="../ink/ink525.xml"/><Relationship Id="rId47" Type="http://schemas.openxmlformats.org/officeDocument/2006/relationships/image" Target="../media/image528.png"/><Relationship Id="rId63" Type="http://schemas.openxmlformats.org/officeDocument/2006/relationships/image" Target="../media/image536.png"/><Relationship Id="rId68" Type="http://schemas.openxmlformats.org/officeDocument/2006/relationships/customXml" Target="../ink/ink538.xml"/><Relationship Id="rId7" Type="http://schemas.openxmlformats.org/officeDocument/2006/relationships/image" Target="../media/image508.png"/><Relationship Id="rId2" Type="http://schemas.openxmlformats.org/officeDocument/2006/relationships/customXml" Target="../ink/ink505.xml"/><Relationship Id="rId16" Type="http://schemas.openxmlformats.org/officeDocument/2006/relationships/customXml" Target="../ink/ink512.xml"/><Relationship Id="rId29" Type="http://schemas.openxmlformats.org/officeDocument/2006/relationships/image" Target="../media/image519.png"/><Relationship Id="rId11" Type="http://schemas.openxmlformats.org/officeDocument/2006/relationships/image" Target="../media/image510.png"/><Relationship Id="rId24" Type="http://schemas.openxmlformats.org/officeDocument/2006/relationships/customXml" Target="../ink/ink516.xml"/><Relationship Id="rId32" Type="http://schemas.openxmlformats.org/officeDocument/2006/relationships/customXml" Target="../ink/ink520.xml"/><Relationship Id="rId37" Type="http://schemas.openxmlformats.org/officeDocument/2006/relationships/image" Target="../media/image523.png"/><Relationship Id="rId40" Type="http://schemas.openxmlformats.org/officeDocument/2006/relationships/customXml" Target="../ink/ink524.xml"/><Relationship Id="rId45" Type="http://schemas.openxmlformats.org/officeDocument/2006/relationships/image" Target="../media/image527.png"/><Relationship Id="rId53" Type="http://schemas.openxmlformats.org/officeDocument/2006/relationships/image" Target="../media/image531.png"/><Relationship Id="rId58" Type="http://schemas.openxmlformats.org/officeDocument/2006/relationships/customXml" Target="../ink/ink533.xml"/><Relationship Id="rId66" Type="http://schemas.openxmlformats.org/officeDocument/2006/relationships/customXml" Target="../ink/ink537.xml"/><Relationship Id="rId5" Type="http://schemas.openxmlformats.org/officeDocument/2006/relationships/image" Target="../media/image507.png"/><Relationship Id="rId61" Type="http://schemas.openxmlformats.org/officeDocument/2006/relationships/image" Target="../media/image535.png"/><Relationship Id="rId19" Type="http://schemas.openxmlformats.org/officeDocument/2006/relationships/image" Target="../media/image514.png"/><Relationship Id="rId14" Type="http://schemas.openxmlformats.org/officeDocument/2006/relationships/customXml" Target="../ink/ink511.xml"/><Relationship Id="rId22" Type="http://schemas.openxmlformats.org/officeDocument/2006/relationships/customXml" Target="../ink/ink515.xml"/><Relationship Id="rId27" Type="http://schemas.openxmlformats.org/officeDocument/2006/relationships/image" Target="../media/image518.png"/><Relationship Id="rId30" Type="http://schemas.openxmlformats.org/officeDocument/2006/relationships/customXml" Target="../ink/ink519.xml"/><Relationship Id="rId35" Type="http://schemas.openxmlformats.org/officeDocument/2006/relationships/image" Target="../media/image522.png"/><Relationship Id="rId43" Type="http://schemas.openxmlformats.org/officeDocument/2006/relationships/image" Target="../media/image526.png"/><Relationship Id="rId48" Type="http://schemas.openxmlformats.org/officeDocument/2006/relationships/customXml" Target="../ink/ink528.xml"/><Relationship Id="rId56" Type="http://schemas.openxmlformats.org/officeDocument/2006/relationships/customXml" Target="../ink/ink532.xml"/><Relationship Id="rId64" Type="http://schemas.openxmlformats.org/officeDocument/2006/relationships/customXml" Target="../ink/ink536.xml"/><Relationship Id="rId69" Type="http://schemas.openxmlformats.org/officeDocument/2006/relationships/image" Target="../media/image539.png"/><Relationship Id="rId8" Type="http://schemas.openxmlformats.org/officeDocument/2006/relationships/customXml" Target="../ink/ink508.xml"/><Relationship Id="rId51" Type="http://schemas.openxmlformats.org/officeDocument/2006/relationships/image" Target="../media/image530.png"/><Relationship Id="rId3" Type="http://schemas.openxmlformats.org/officeDocument/2006/relationships/image" Target="../media/image506.png"/><Relationship Id="rId12" Type="http://schemas.openxmlformats.org/officeDocument/2006/relationships/customXml" Target="../ink/ink510.xml"/><Relationship Id="rId17" Type="http://schemas.openxmlformats.org/officeDocument/2006/relationships/image" Target="../media/image513.png"/><Relationship Id="rId25" Type="http://schemas.openxmlformats.org/officeDocument/2006/relationships/image" Target="../media/image517.png"/><Relationship Id="rId33" Type="http://schemas.openxmlformats.org/officeDocument/2006/relationships/image" Target="../media/image521.png"/><Relationship Id="rId38" Type="http://schemas.openxmlformats.org/officeDocument/2006/relationships/customXml" Target="../ink/ink523.xml"/><Relationship Id="rId46" Type="http://schemas.openxmlformats.org/officeDocument/2006/relationships/customXml" Target="../ink/ink527.xml"/><Relationship Id="rId59" Type="http://schemas.openxmlformats.org/officeDocument/2006/relationships/image" Target="../media/image534.png"/><Relationship Id="rId67" Type="http://schemas.openxmlformats.org/officeDocument/2006/relationships/image" Target="../media/image538.png"/><Relationship Id="rId20" Type="http://schemas.openxmlformats.org/officeDocument/2006/relationships/customXml" Target="../ink/ink514.xml"/><Relationship Id="rId41" Type="http://schemas.openxmlformats.org/officeDocument/2006/relationships/image" Target="../media/image525.png"/><Relationship Id="rId54" Type="http://schemas.openxmlformats.org/officeDocument/2006/relationships/customXml" Target="../ink/ink531.xml"/><Relationship Id="rId62" Type="http://schemas.openxmlformats.org/officeDocument/2006/relationships/customXml" Target="../ink/ink5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7.xml"/><Relationship Id="rId15" Type="http://schemas.openxmlformats.org/officeDocument/2006/relationships/image" Target="../media/image512.png"/><Relationship Id="rId23" Type="http://schemas.openxmlformats.org/officeDocument/2006/relationships/image" Target="../media/image516.png"/><Relationship Id="rId28" Type="http://schemas.openxmlformats.org/officeDocument/2006/relationships/customXml" Target="../ink/ink518.xml"/><Relationship Id="rId36" Type="http://schemas.openxmlformats.org/officeDocument/2006/relationships/customXml" Target="../ink/ink522.xml"/><Relationship Id="rId49" Type="http://schemas.openxmlformats.org/officeDocument/2006/relationships/image" Target="../media/image529.png"/><Relationship Id="rId57" Type="http://schemas.openxmlformats.org/officeDocument/2006/relationships/image" Target="../media/image533.png"/><Relationship Id="rId10" Type="http://schemas.openxmlformats.org/officeDocument/2006/relationships/customXml" Target="../ink/ink509.xml"/><Relationship Id="rId31" Type="http://schemas.openxmlformats.org/officeDocument/2006/relationships/image" Target="../media/image520.png"/><Relationship Id="rId44" Type="http://schemas.openxmlformats.org/officeDocument/2006/relationships/customXml" Target="../ink/ink526.xml"/><Relationship Id="rId52" Type="http://schemas.openxmlformats.org/officeDocument/2006/relationships/customXml" Target="../ink/ink530.xml"/><Relationship Id="rId60" Type="http://schemas.openxmlformats.org/officeDocument/2006/relationships/customXml" Target="../ink/ink534.xml"/><Relationship Id="rId65" Type="http://schemas.openxmlformats.org/officeDocument/2006/relationships/image" Target="../media/image537.png"/><Relationship Id="rId4" Type="http://schemas.openxmlformats.org/officeDocument/2006/relationships/customXml" Target="../ink/ink506.xml"/><Relationship Id="rId9" Type="http://schemas.openxmlformats.org/officeDocument/2006/relationships/image" Target="../media/image509.png"/><Relationship Id="rId13" Type="http://schemas.openxmlformats.org/officeDocument/2006/relationships/image" Target="../media/image511.png"/><Relationship Id="rId18" Type="http://schemas.openxmlformats.org/officeDocument/2006/relationships/customXml" Target="../ink/ink513.xml"/><Relationship Id="rId39" Type="http://schemas.openxmlformats.org/officeDocument/2006/relationships/image" Target="../media/image524.png"/><Relationship Id="rId34" Type="http://schemas.openxmlformats.org/officeDocument/2006/relationships/customXml" Target="../ink/ink521.xml"/><Relationship Id="rId50" Type="http://schemas.openxmlformats.org/officeDocument/2006/relationships/customXml" Target="../ink/ink529.xml"/><Relationship Id="rId55" Type="http://schemas.openxmlformats.org/officeDocument/2006/relationships/image" Target="../media/image53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7.png"/><Relationship Id="rId21" Type="http://schemas.openxmlformats.org/officeDocument/2006/relationships/image" Target="../media/image549.png"/><Relationship Id="rId324" Type="http://schemas.openxmlformats.org/officeDocument/2006/relationships/customXml" Target="../ink/ink700.xml"/><Relationship Id="rId531" Type="http://schemas.openxmlformats.org/officeDocument/2006/relationships/image" Target="../media/image803.png"/><Relationship Id="rId170" Type="http://schemas.openxmlformats.org/officeDocument/2006/relationships/customXml" Target="../ink/ink623.xml"/><Relationship Id="rId268" Type="http://schemas.openxmlformats.org/officeDocument/2006/relationships/customXml" Target="../ink/ink672.xml"/><Relationship Id="rId475" Type="http://schemas.openxmlformats.org/officeDocument/2006/relationships/image" Target="../media/image775.png"/><Relationship Id="rId32" Type="http://schemas.openxmlformats.org/officeDocument/2006/relationships/customXml" Target="../ink/ink554.xml"/><Relationship Id="rId128" Type="http://schemas.openxmlformats.org/officeDocument/2006/relationships/customXml" Target="../ink/ink602.xml"/><Relationship Id="rId335" Type="http://schemas.openxmlformats.org/officeDocument/2006/relationships/image" Target="../media/image705.png"/><Relationship Id="rId542" Type="http://schemas.openxmlformats.org/officeDocument/2006/relationships/customXml" Target="../ink/ink809.xml"/><Relationship Id="rId181" Type="http://schemas.openxmlformats.org/officeDocument/2006/relationships/image" Target="../media/image629.png"/><Relationship Id="rId402" Type="http://schemas.openxmlformats.org/officeDocument/2006/relationships/customXml" Target="../ink/ink739.xml"/><Relationship Id="rId279" Type="http://schemas.openxmlformats.org/officeDocument/2006/relationships/image" Target="../media/image677.png"/><Relationship Id="rId486" Type="http://schemas.openxmlformats.org/officeDocument/2006/relationships/customXml" Target="../ink/ink781.xml"/><Relationship Id="rId43" Type="http://schemas.openxmlformats.org/officeDocument/2006/relationships/image" Target="../media/image560.png"/><Relationship Id="rId139" Type="http://schemas.openxmlformats.org/officeDocument/2006/relationships/image" Target="../media/image608.png"/><Relationship Id="rId346" Type="http://schemas.openxmlformats.org/officeDocument/2006/relationships/customXml" Target="../ink/ink711.xml"/><Relationship Id="rId553" Type="http://schemas.openxmlformats.org/officeDocument/2006/relationships/image" Target="../media/image814.png"/><Relationship Id="rId192" Type="http://schemas.openxmlformats.org/officeDocument/2006/relationships/customXml" Target="../ink/ink634.xml"/><Relationship Id="rId206" Type="http://schemas.openxmlformats.org/officeDocument/2006/relationships/customXml" Target="../ink/ink641.xml"/><Relationship Id="rId413" Type="http://schemas.openxmlformats.org/officeDocument/2006/relationships/image" Target="../media/image744.png"/><Relationship Id="rId497" Type="http://schemas.openxmlformats.org/officeDocument/2006/relationships/image" Target="../media/image786.png"/><Relationship Id="rId357" Type="http://schemas.openxmlformats.org/officeDocument/2006/relationships/image" Target="../media/image716.png"/><Relationship Id="rId54" Type="http://schemas.openxmlformats.org/officeDocument/2006/relationships/customXml" Target="../ink/ink565.xml"/><Relationship Id="rId217" Type="http://schemas.openxmlformats.org/officeDocument/2006/relationships/image" Target="../media/image646.png"/><Relationship Id="rId564" Type="http://schemas.openxmlformats.org/officeDocument/2006/relationships/customXml" Target="../ink/ink820.xml"/><Relationship Id="rId424" Type="http://schemas.openxmlformats.org/officeDocument/2006/relationships/customXml" Target="../ink/ink750.xml"/><Relationship Id="rId270" Type="http://schemas.openxmlformats.org/officeDocument/2006/relationships/customXml" Target="../ink/ink673.xml"/><Relationship Id="rId65" Type="http://schemas.openxmlformats.org/officeDocument/2006/relationships/image" Target="../media/image571.png"/><Relationship Id="rId130" Type="http://schemas.openxmlformats.org/officeDocument/2006/relationships/customXml" Target="../ink/ink603.xml"/><Relationship Id="rId368" Type="http://schemas.openxmlformats.org/officeDocument/2006/relationships/customXml" Target="../ink/ink722.xml"/><Relationship Id="rId575" Type="http://schemas.openxmlformats.org/officeDocument/2006/relationships/image" Target="../media/image825.png"/><Relationship Id="rId228" Type="http://schemas.openxmlformats.org/officeDocument/2006/relationships/customXml" Target="../ink/ink652.xml"/><Relationship Id="rId435" Type="http://schemas.openxmlformats.org/officeDocument/2006/relationships/image" Target="../media/image755.png"/><Relationship Id="rId281" Type="http://schemas.openxmlformats.org/officeDocument/2006/relationships/image" Target="../media/image678.png"/><Relationship Id="rId502" Type="http://schemas.openxmlformats.org/officeDocument/2006/relationships/customXml" Target="../ink/ink789.xml"/><Relationship Id="rId76" Type="http://schemas.openxmlformats.org/officeDocument/2006/relationships/customXml" Target="../ink/ink576.xml"/><Relationship Id="rId141" Type="http://schemas.openxmlformats.org/officeDocument/2006/relationships/image" Target="../media/image609.png"/><Relationship Id="rId379" Type="http://schemas.openxmlformats.org/officeDocument/2006/relationships/image" Target="../media/image727.png"/><Relationship Id="rId586" Type="http://schemas.openxmlformats.org/officeDocument/2006/relationships/customXml" Target="../ink/ink831.xml"/><Relationship Id="rId7" Type="http://schemas.openxmlformats.org/officeDocument/2006/relationships/image" Target="../media/image542.png"/><Relationship Id="rId239" Type="http://schemas.openxmlformats.org/officeDocument/2006/relationships/image" Target="../media/image657.png"/><Relationship Id="rId446" Type="http://schemas.openxmlformats.org/officeDocument/2006/relationships/customXml" Target="../ink/ink761.xml"/><Relationship Id="rId250" Type="http://schemas.openxmlformats.org/officeDocument/2006/relationships/customXml" Target="../ink/ink663.xml"/><Relationship Id="rId292" Type="http://schemas.openxmlformats.org/officeDocument/2006/relationships/customXml" Target="../ink/ink684.xml"/><Relationship Id="rId306" Type="http://schemas.openxmlformats.org/officeDocument/2006/relationships/customXml" Target="../ink/ink691.xml"/><Relationship Id="rId488" Type="http://schemas.openxmlformats.org/officeDocument/2006/relationships/customXml" Target="../ink/ink782.xml"/><Relationship Id="rId45" Type="http://schemas.openxmlformats.org/officeDocument/2006/relationships/image" Target="../media/image561.png"/><Relationship Id="rId87" Type="http://schemas.openxmlformats.org/officeDocument/2006/relationships/image" Target="../media/image582.png"/><Relationship Id="rId110" Type="http://schemas.openxmlformats.org/officeDocument/2006/relationships/customXml" Target="../ink/ink593.xml"/><Relationship Id="rId348" Type="http://schemas.openxmlformats.org/officeDocument/2006/relationships/customXml" Target="../ink/ink712.xml"/><Relationship Id="rId513" Type="http://schemas.openxmlformats.org/officeDocument/2006/relationships/image" Target="../media/image794.png"/><Relationship Id="rId555" Type="http://schemas.openxmlformats.org/officeDocument/2006/relationships/image" Target="../media/image815.png"/><Relationship Id="rId152" Type="http://schemas.openxmlformats.org/officeDocument/2006/relationships/customXml" Target="../ink/ink614.xml"/><Relationship Id="rId194" Type="http://schemas.openxmlformats.org/officeDocument/2006/relationships/customXml" Target="../ink/ink635.xml"/><Relationship Id="rId208" Type="http://schemas.openxmlformats.org/officeDocument/2006/relationships/customXml" Target="../ink/ink642.xml"/><Relationship Id="rId415" Type="http://schemas.openxmlformats.org/officeDocument/2006/relationships/image" Target="../media/image745.png"/><Relationship Id="rId457" Type="http://schemas.openxmlformats.org/officeDocument/2006/relationships/image" Target="../media/image766.png"/><Relationship Id="rId261" Type="http://schemas.openxmlformats.org/officeDocument/2006/relationships/image" Target="../media/image668.png"/><Relationship Id="rId499" Type="http://schemas.openxmlformats.org/officeDocument/2006/relationships/image" Target="../media/image787.png"/><Relationship Id="rId14" Type="http://schemas.openxmlformats.org/officeDocument/2006/relationships/customXml" Target="../ink/ink545.xml"/><Relationship Id="rId56" Type="http://schemas.openxmlformats.org/officeDocument/2006/relationships/customXml" Target="../ink/ink566.xml"/><Relationship Id="rId317" Type="http://schemas.openxmlformats.org/officeDocument/2006/relationships/image" Target="../media/image696.png"/><Relationship Id="rId359" Type="http://schemas.openxmlformats.org/officeDocument/2006/relationships/image" Target="../media/image717.png"/><Relationship Id="rId524" Type="http://schemas.openxmlformats.org/officeDocument/2006/relationships/customXml" Target="../ink/ink800.xml"/><Relationship Id="rId566" Type="http://schemas.openxmlformats.org/officeDocument/2006/relationships/customXml" Target="../ink/ink821.xml"/><Relationship Id="rId98" Type="http://schemas.openxmlformats.org/officeDocument/2006/relationships/customXml" Target="../ink/ink587.xml"/><Relationship Id="rId121" Type="http://schemas.openxmlformats.org/officeDocument/2006/relationships/image" Target="../media/image599.png"/><Relationship Id="rId163" Type="http://schemas.openxmlformats.org/officeDocument/2006/relationships/image" Target="../media/image620.png"/><Relationship Id="rId219" Type="http://schemas.openxmlformats.org/officeDocument/2006/relationships/image" Target="../media/image647.png"/><Relationship Id="rId370" Type="http://schemas.openxmlformats.org/officeDocument/2006/relationships/customXml" Target="../ink/ink723.xml"/><Relationship Id="rId426" Type="http://schemas.openxmlformats.org/officeDocument/2006/relationships/customXml" Target="../ink/ink751.xml"/><Relationship Id="rId230" Type="http://schemas.openxmlformats.org/officeDocument/2006/relationships/customXml" Target="../ink/ink653.xml"/><Relationship Id="rId468" Type="http://schemas.openxmlformats.org/officeDocument/2006/relationships/customXml" Target="../ink/ink772.xml"/><Relationship Id="rId25" Type="http://schemas.openxmlformats.org/officeDocument/2006/relationships/image" Target="../media/image551.png"/><Relationship Id="rId67" Type="http://schemas.openxmlformats.org/officeDocument/2006/relationships/image" Target="../media/image572.png"/><Relationship Id="rId272" Type="http://schemas.openxmlformats.org/officeDocument/2006/relationships/customXml" Target="../ink/ink674.xml"/><Relationship Id="rId328" Type="http://schemas.openxmlformats.org/officeDocument/2006/relationships/customXml" Target="../ink/ink702.xml"/><Relationship Id="rId535" Type="http://schemas.openxmlformats.org/officeDocument/2006/relationships/image" Target="../media/image805.png"/><Relationship Id="rId577" Type="http://schemas.openxmlformats.org/officeDocument/2006/relationships/image" Target="../media/image826.png"/><Relationship Id="rId132" Type="http://schemas.openxmlformats.org/officeDocument/2006/relationships/customXml" Target="../ink/ink604.xml"/><Relationship Id="rId174" Type="http://schemas.openxmlformats.org/officeDocument/2006/relationships/customXml" Target="../ink/ink625.xml"/><Relationship Id="rId381" Type="http://schemas.openxmlformats.org/officeDocument/2006/relationships/image" Target="../media/image728.png"/><Relationship Id="rId241" Type="http://schemas.openxmlformats.org/officeDocument/2006/relationships/image" Target="../media/image658.png"/><Relationship Id="rId437" Type="http://schemas.openxmlformats.org/officeDocument/2006/relationships/image" Target="../media/image756.png"/><Relationship Id="rId479" Type="http://schemas.openxmlformats.org/officeDocument/2006/relationships/image" Target="../media/image777.png"/><Relationship Id="rId36" Type="http://schemas.openxmlformats.org/officeDocument/2006/relationships/customXml" Target="../ink/ink556.xml"/><Relationship Id="rId283" Type="http://schemas.openxmlformats.org/officeDocument/2006/relationships/image" Target="../media/image679.png"/><Relationship Id="rId339" Type="http://schemas.openxmlformats.org/officeDocument/2006/relationships/image" Target="../media/image707.png"/><Relationship Id="rId490" Type="http://schemas.openxmlformats.org/officeDocument/2006/relationships/customXml" Target="../ink/ink783.xml"/><Relationship Id="rId504" Type="http://schemas.openxmlformats.org/officeDocument/2006/relationships/customXml" Target="../ink/ink790.xml"/><Relationship Id="rId546" Type="http://schemas.openxmlformats.org/officeDocument/2006/relationships/customXml" Target="../ink/ink811.xml"/><Relationship Id="rId78" Type="http://schemas.openxmlformats.org/officeDocument/2006/relationships/customXml" Target="../ink/ink577.xml"/><Relationship Id="rId101" Type="http://schemas.openxmlformats.org/officeDocument/2006/relationships/image" Target="../media/image589.png"/><Relationship Id="rId143" Type="http://schemas.openxmlformats.org/officeDocument/2006/relationships/image" Target="../media/image610.png"/><Relationship Id="rId185" Type="http://schemas.openxmlformats.org/officeDocument/2006/relationships/image" Target="../media/image630.png"/><Relationship Id="rId350" Type="http://schemas.openxmlformats.org/officeDocument/2006/relationships/customXml" Target="../ink/ink713.xml"/><Relationship Id="rId406" Type="http://schemas.openxmlformats.org/officeDocument/2006/relationships/customXml" Target="../ink/ink741.xml"/><Relationship Id="rId9" Type="http://schemas.openxmlformats.org/officeDocument/2006/relationships/image" Target="../media/image543.png"/><Relationship Id="rId210" Type="http://schemas.openxmlformats.org/officeDocument/2006/relationships/customXml" Target="../ink/ink643.xml"/><Relationship Id="rId392" Type="http://schemas.openxmlformats.org/officeDocument/2006/relationships/customXml" Target="../ink/ink734.xml"/><Relationship Id="rId448" Type="http://schemas.openxmlformats.org/officeDocument/2006/relationships/customXml" Target="../ink/ink762.xml"/><Relationship Id="rId252" Type="http://schemas.openxmlformats.org/officeDocument/2006/relationships/customXml" Target="../ink/ink664.xml"/><Relationship Id="rId294" Type="http://schemas.openxmlformats.org/officeDocument/2006/relationships/customXml" Target="../ink/ink685.xml"/><Relationship Id="rId308" Type="http://schemas.openxmlformats.org/officeDocument/2006/relationships/customXml" Target="../ink/ink692.xml"/><Relationship Id="rId515" Type="http://schemas.openxmlformats.org/officeDocument/2006/relationships/image" Target="../media/image795.png"/><Relationship Id="rId47" Type="http://schemas.openxmlformats.org/officeDocument/2006/relationships/image" Target="../media/image562.png"/><Relationship Id="rId89" Type="http://schemas.openxmlformats.org/officeDocument/2006/relationships/image" Target="../media/image583.png"/><Relationship Id="rId112" Type="http://schemas.openxmlformats.org/officeDocument/2006/relationships/customXml" Target="../ink/ink594.xml"/><Relationship Id="rId154" Type="http://schemas.openxmlformats.org/officeDocument/2006/relationships/customXml" Target="../ink/ink615.xml"/><Relationship Id="rId361" Type="http://schemas.openxmlformats.org/officeDocument/2006/relationships/image" Target="../media/image718.png"/><Relationship Id="rId557" Type="http://schemas.openxmlformats.org/officeDocument/2006/relationships/image" Target="../media/image816.png"/><Relationship Id="rId196" Type="http://schemas.openxmlformats.org/officeDocument/2006/relationships/customXml" Target="../ink/ink636.xml"/><Relationship Id="rId417" Type="http://schemas.openxmlformats.org/officeDocument/2006/relationships/image" Target="../media/image746.png"/><Relationship Id="rId459" Type="http://schemas.openxmlformats.org/officeDocument/2006/relationships/image" Target="../media/image767.png"/><Relationship Id="rId16" Type="http://schemas.openxmlformats.org/officeDocument/2006/relationships/customXml" Target="../ink/ink546.xml"/><Relationship Id="rId221" Type="http://schemas.openxmlformats.org/officeDocument/2006/relationships/image" Target="../media/image648.png"/><Relationship Id="rId263" Type="http://schemas.openxmlformats.org/officeDocument/2006/relationships/image" Target="../media/image669.png"/><Relationship Id="rId319" Type="http://schemas.openxmlformats.org/officeDocument/2006/relationships/image" Target="../media/image697.png"/><Relationship Id="rId470" Type="http://schemas.openxmlformats.org/officeDocument/2006/relationships/customXml" Target="../ink/ink773.xml"/><Relationship Id="rId526" Type="http://schemas.openxmlformats.org/officeDocument/2006/relationships/customXml" Target="../ink/ink801.xml"/><Relationship Id="rId58" Type="http://schemas.openxmlformats.org/officeDocument/2006/relationships/customXml" Target="../ink/ink567.xml"/><Relationship Id="rId123" Type="http://schemas.openxmlformats.org/officeDocument/2006/relationships/image" Target="../media/image600.png"/><Relationship Id="rId330" Type="http://schemas.openxmlformats.org/officeDocument/2006/relationships/customXml" Target="../ink/ink703.xml"/><Relationship Id="rId568" Type="http://schemas.openxmlformats.org/officeDocument/2006/relationships/customXml" Target="../ink/ink822.xml"/><Relationship Id="rId165" Type="http://schemas.openxmlformats.org/officeDocument/2006/relationships/image" Target="../media/image621.png"/><Relationship Id="rId372" Type="http://schemas.openxmlformats.org/officeDocument/2006/relationships/customXml" Target="../ink/ink724.xml"/><Relationship Id="rId428" Type="http://schemas.openxmlformats.org/officeDocument/2006/relationships/customXml" Target="../ink/ink752.xml"/><Relationship Id="rId232" Type="http://schemas.openxmlformats.org/officeDocument/2006/relationships/customXml" Target="../ink/ink654.xml"/><Relationship Id="rId274" Type="http://schemas.openxmlformats.org/officeDocument/2006/relationships/customXml" Target="../ink/ink675.xml"/><Relationship Id="rId481" Type="http://schemas.openxmlformats.org/officeDocument/2006/relationships/image" Target="../media/image778.png"/><Relationship Id="rId27" Type="http://schemas.openxmlformats.org/officeDocument/2006/relationships/image" Target="../media/image552.png"/><Relationship Id="rId69" Type="http://schemas.openxmlformats.org/officeDocument/2006/relationships/image" Target="../media/image573.png"/><Relationship Id="rId134" Type="http://schemas.openxmlformats.org/officeDocument/2006/relationships/customXml" Target="../ink/ink605.xml"/><Relationship Id="rId537" Type="http://schemas.openxmlformats.org/officeDocument/2006/relationships/image" Target="../media/image806.png"/><Relationship Id="rId579" Type="http://schemas.openxmlformats.org/officeDocument/2006/relationships/image" Target="../media/image827.png"/><Relationship Id="rId80" Type="http://schemas.openxmlformats.org/officeDocument/2006/relationships/customXml" Target="../ink/ink578.xml"/><Relationship Id="rId176" Type="http://schemas.openxmlformats.org/officeDocument/2006/relationships/customXml" Target="../ink/ink626.xml"/><Relationship Id="rId341" Type="http://schemas.openxmlformats.org/officeDocument/2006/relationships/image" Target="../media/image708.png"/><Relationship Id="rId383" Type="http://schemas.openxmlformats.org/officeDocument/2006/relationships/image" Target="../media/image729.png"/><Relationship Id="rId439" Type="http://schemas.openxmlformats.org/officeDocument/2006/relationships/image" Target="../media/image757.png"/><Relationship Id="rId201" Type="http://schemas.openxmlformats.org/officeDocument/2006/relationships/image" Target="../media/image638.png"/><Relationship Id="rId243" Type="http://schemas.openxmlformats.org/officeDocument/2006/relationships/image" Target="../media/image659.png"/><Relationship Id="rId285" Type="http://schemas.openxmlformats.org/officeDocument/2006/relationships/image" Target="../media/image680.png"/><Relationship Id="rId450" Type="http://schemas.openxmlformats.org/officeDocument/2006/relationships/customXml" Target="../ink/ink763.xml"/><Relationship Id="rId506" Type="http://schemas.openxmlformats.org/officeDocument/2006/relationships/customXml" Target="../ink/ink791.xml"/><Relationship Id="rId38" Type="http://schemas.openxmlformats.org/officeDocument/2006/relationships/customXml" Target="../ink/ink557.xml"/><Relationship Id="rId103" Type="http://schemas.openxmlformats.org/officeDocument/2006/relationships/image" Target="../media/image590.png"/><Relationship Id="rId310" Type="http://schemas.openxmlformats.org/officeDocument/2006/relationships/customXml" Target="../ink/ink693.xml"/><Relationship Id="rId492" Type="http://schemas.openxmlformats.org/officeDocument/2006/relationships/customXml" Target="../ink/ink784.xml"/><Relationship Id="rId548" Type="http://schemas.openxmlformats.org/officeDocument/2006/relationships/customXml" Target="../ink/ink812.xml"/><Relationship Id="rId91" Type="http://schemas.openxmlformats.org/officeDocument/2006/relationships/image" Target="../media/image584.png"/><Relationship Id="rId145" Type="http://schemas.openxmlformats.org/officeDocument/2006/relationships/image" Target="../media/image611.png"/><Relationship Id="rId187" Type="http://schemas.openxmlformats.org/officeDocument/2006/relationships/image" Target="../media/image631.png"/><Relationship Id="rId352" Type="http://schemas.openxmlformats.org/officeDocument/2006/relationships/customXml" Target="../ink/ink714.xml"/><Relationship Id="rId394" Type="http://schemas.openxmlformats.org/officeDocument/2006/relationships/customXml" Target="../ink/ink735.xml"/><Relationship Id="rId408" Type="http://schemas.openxmlformats.org/officeDocument/2006/relationships/customXml" Target="../ink/ink742.xml"/><Relationship Id="rId212" Type="http://schemas.openxmlformats.org/officeDocument/2006/relationships/customXml" Target="../ink/ink644.xml"/><Relationship Id="rId254" Type="http://schemas.openxmlformats.org/officeDocument/2006/relationships/customXml" Target="../ink/ink665.xml"/><Relationship Id="rId49" Type="http://schemas.openxmlformats.org/officeDocument/2006/relationships/image" Target="../media/image563.png"/><Relationship Id="rId114" Type="http://schemas.openxmlformats.org/officeDocument/2006/relationships/customXml" Target="../ink/ink595.xml"/><Relationship Id="rId296" Type="http://schemas.openxmlformats.org/officeDocument/2006/relationships/customXml" Target="../ink/ink686.xml"/><Relationship Id="rId461" Type="http://schemas.openxmlformats.org/officeDocument/2006/relationships/image" Target="../media/image768.png"/><Relationship Id="rId517" Type="http://schemas.openxmlformats.org/officeDocument/2006/relationships/image" Target="../media/image796.png"/><Relationship Id="rId559" Type="http://schemas.openxmlformats.org/officeDocument/2006/relationships/image" Target="../media/image817.png"/><Relationship Id="rId60" Type="http://schemas.openxmlformats.org/officeDocument/2006/relationships/customXml" Target="../ink/ink568.xml"/><Relationship Id="rId156" Type="http://schemas.openxmlformats.org/officeDocument/2006/relationships/customXml" Target="../ink/ink616.xml"/><Relationship Id="rId198" Type="http://schemas.openxmlformats.org/officeDocument/2006/relationships/customXml" Target="../ink/ink637.xml"/><Relationship Id="rId321" Type="http://schemas.openxmlformats.org/officeDocument/2006/relationships/image" Target="../media/image698.png"/><Relationship Id="rId363" Type="http://schemas.openxmlformats.org/officeDocument/2006/relationships/image" Target="../media/image719.png"/><Relationship Id="rId419" Type="http://schemas.openxmlformats.org/officeDocument/2006/relationships/image" Target="../media/image747.png"/><Relationship Id="rId570" Type="http://schemas.openxmlformats.org/officeDocument/2006/relationships/customXml" Target="../ink/ink823.xml"/><Relationship Id="rId223" Type="http://schemas.openxmlformats.org/officeDocument/2006/relationships/image" Target="../media/image649.png"/><Relationship Id="rId430" Type="http://schemas.openxmlformats.org/officeDocument/2006/relationships/customXml" Target="../ink/ink753.xml"/><Relationship Id="rId18" Type="http://schemas.openxmlformats.org/officeDocument/2006/relationships/customXml" Target="../ink/ink547.xml"/><Relationship Id="rId265" Type="http://schemas.openxmlformats.org/officeDocument/2006/relationships/image" Target="../media/image670.png"/><Relationship Id="rId472" Type="http://schemas.openxmlformats.org/officeDocument/2006/relationships/customXml" Target="../ink/ink774.xml"/><Relationship Id="rId528" Type="http://schemas.openxmlformats.org/officeDocument/2006/relationships/customXml" Target="../ink/ink802.xml"/><Relationship Id="rId125" Type="http://schemas.openxmlformats.org/officeDocument/2006/relationships/image" Target="../media/image601.png"/><Relationship Id="rId167" Type="http://schemas.openxmlformats.org/officeDocument/2006/relationships/image" Target="../media/image622.png"/><Relationship Id="rId332" Type="http://schemas.openxmlformats.org/officeDocument/2006/relationships/customXml" Target="../ink/ink704.xml"/><Relationship Id="rId374" Type="http://schemas.openxmlformats.org/officeDocument/2006/relationships/customXml" Target="../ink/ink725.xml"/><Relationship Id="rId581" Type="http://schemas.openxmlformats.org/officeDocument/2006/relationships/image" Target="../media/image828.png"/><Relationship Id="rId71" Type="http://schemas.openxmlformats.org/officeDocument/2006/relationships/image" Target="../media/image574.png"/><Relationship Id="rId234" Type="http://schemas.openxmlformats.org/officeDocument/2006/relationships/customXml" Target="../ink/ink655.xml"/><Relationship Id="rId2" Type="http://schemas.openxmlformats.org/officeDocument/2006/relationships/customXml" Target="../ink/ink539.xml"/><Relationship Id="rId29" Type="http://schemas.openxmlformats.org/officeDocument/2006/relationships/image" Target="../media/image553.png"/><Relationship Id="rId276" Type="http://schemas.openxmlformats.org/officeDocument/2006/relationships/customXml" Target="../ink/ink676.xml"/><Relationship Id="rId441" Type="http://schemas.openxmlformats.org/officeDocument/2006/relationships/image" Target="../media/image758.png"/><Relationship Id="rId483" Type="http://schemas.openxmlformats.org/officeDocument/2006/relationships/image" Target="../media/image779.png"/><Relationship Id="rId539" Type="http://schemas.openxmlformats.org/officeDocument/2006/relationships/image" Target="../media/image807.png"/><Relationship Id="rId40" Type="http://schemas.openxmlformats.org/officeDocument/2006/relationships/customXml" Target="../ink/ink558.xml"/><Relationship Id="rId136" Type="http://schemas.openxmlformats.org/officeDocument/2006/relationships/customXml" Target="../ink/ink606.xml"/><Relationship Id="rId178" Type="http://schemas.openxmlformats.org/officeDocument/2006/relationships/customXml" Target="../ink/ink627.xml"/><Relationship Id="rId301" Type="http://schemas.openxmlformats.org/officeDocument/2006/relationships/image" Target="../media/image688.png"/><Relationship Id="rId343" Type="http://schemas.openxmlformats.org/officeDocument/2006/relationships/image" Target="../media/image709.png"/><Relationship Id="rId550" Type="http://schemas.openxmlformats.org/officeDocument/2006/relationships/customXml" Target="../ink/ink813.xml"/><Relationship Id="rId82" Type="http://schemas.openxmlformats.org/officeDocument/2006/relationships/customXml" Target="../ink/ink579.xml"/><Relationship Id="rId203" Type="http://schemas.openxmlformats.org/officeDocument/2006/relationships/image" Target="../media/image639.png"/><Relationship Id="rId385" Type="http://schemas.openxmlformats.org/officeDocument/2006/relationships/image" Target="../media/image730.png"/><Relationship Id="rId245" Type="http://schemas.openxmlformats.org/officeDocument/2006/relationships/image" Target="../media/image660.png"/><Relationship Id="rId287" Type="http://schemas.openxmlformats.org/officeDocument/2006/relationships/image" Target="../media/image681.png"/><Relationship Id="rId410" Type="http://schemas.openxmlformats.org/officeDocument/2006/relationships/customXml" Target="../ink/ink743.xml"/><Relationship Id="rId452" Type="http://schemas.openxmlformats.org/officeDocument/2006/relationships/customXml" Target="../ink/ink764.xml"/><Relationship Id="rId494" Type="http://schemas.openxmlformats.org/officeDocument/2006/relationships/customXml" Target="../ink/ink785.xml"/><Relationship Id="rId508" Type="http://schemas.openxmlformats.org/officeDocument/2006/relationships/customXml" Target="../ink/ink792.xml"/><Relationship Id="rId105" Type="http://schemas.openxmlformats.org/officeDocument/2006/relationships/image" Target="../media/image591.png"/><Relationship Id="rId147" Type="http://schemas.openxmlformats.org/officeDocument/2006/relationships/image" Target="../media/image612.png"/><Relationship Id="rId312" Type="http://schemas.openxmlformats.org/officeDocument/2006/relationships/customXml" Target="../ink/ink694.xml"/><Relationship Id="rId354" Type="http://schemas.openxmlformats.org/officeDocument/2006/relationships/customXml" Target="../ink/ink715.xml"/><Relationship Id="rId51" Type="http://schemas.openxmlformats.org/officeDocument/2006/relationships/image" Target="../media/image564.png"/><Relationship Id="rId93" Type="http://schemas.openxmlformats.org/officeDocument/2006/relationships/image" Target="../media/image585.png"/><Relationship Id="rId189" Type="http://schemas.openxmlformats.org/officeDocument/2006/relationships/image" Target="../media/image632.png"/><Relationship Id="rId396" Type="http://schemas.openxmlformats.org/officeDocument/2006/relationships/customXml" Target="../ink/ink736.xml"/><Relationship Id="rId561" Type="http://schemas.openxmlformats.org/officeDocument/2006/relationships/image" Target="../media/image818.png"/><Relationship Id="rId214" Type="http://schemas.openxmlformats.org/officeDocument/2006/relationships/customXml" Target="../ink/ink645.xml"/><Relationship Id="rId256" Type="http://schemas.openxmlformats.org/officeDocument/2006/relationships/customXml" Target="../ink/ink666.xml"/><Relationship Id="rId298" Type="http://schemas.openxmlformats.org/officeDocument/2006/relationships/customXml" Target="../ink/ink687.xml"/><Relationship Id="rId421" Type="http://schemas.openxmlformats.org/officeDocument/2006/relationships/image" Target="../media/image748.png"/><Relationship Id="rId463" Type="http://schemas.openxmlformats.org/officeDocument/2006/relationships/image" Target="../media/image769.png"/><Relationship Id="rId519" Type="http://schemas.openxmlformats.org/officeDocument/2006/relationships/image" Target="../media/image797.png"/><Relationship Id="rId116" Type="http://schemas.openxmlformats.org/officeDocument/2006/relationships/customXml" Target="../ink/ink596.xml"/><Relationship Id="rId158" Type="http://schemas.openxmlformats.org/officeDocument/2006/relationships/customXml" Target="../ink/ink617.xml"/><Relationship Id="rId323" Type="http://schemas.openxmlformats.org/officeDocument/2006/relationships/image" Target="../media/image699.png"/><Relationship Id="rId530" Type="http://schemas.openxmlformats.org/officeDocument/2006/relationships/customXml" Target="../ink/ink803.xml"/><Relationship Id="rId20" Type="http://schemas.openxmlformats.org/officeDocument/2006/relationships/customXml" Target="../ink/ink548.xml"/><Relationship Id="rId62" Type="http://schemas.openxmlformats.org/officeDocument/2006/relationships/customXml" Target="../ink/ink569.xml"/><Relationship Id="rId365" Type="http://schemas.openxmlformats.org/officeDocument/2006/relationships/image" Target="../media/image720.png"/><Relationship Id="rId572" Type="http://schemas.openxmlformats.org/officeDocument/2006/relationships/customXml" Target="../ink/ink824.xml"/><Relationship Id="rId225" Type="http://schemas.openxmlformats.org/officeDocument/2006/relationships/image" Target="../media/image650.png"/><Relationship Id="rId267" Type="http://schemas.openxmlformats.org/officeDocument/2006/relationships/image" Target="../media/image671.png"/><Relationship Id="rId432" Type="http://schemas.openxmlformats.org/officeDocument/2006/relationships/customXml" Target="../ink/ink754.xml"/><Relationship Id="rId474" Type="http://schemas.openxmlformats.org/officeDocument/2006/relationships/customXml" Target="../ink/ink775.xml"/><Relationship Id="rId127" Type="http://schemas.openxmlformats.org/officeDocument/2006/relationships/image" Target="../media/image602.png"/><Relationship Id="rId31" Type="http://schemas.openxmlformats.org/officeDocument/2006/relationships/image" Target="../media/image554.png"/><Relationship Id="rId73" Type="http://schemas.openxmlformats.org/officeDocument/2006/relationships/image" Target="../media/image575.png"/><Relationship Id="rId169" Type="http://schemas.openxmlformats.org/officeDocument/2006/relationships/image" Target="../media/image623.png"/><Relationship Id="rId334" Type="http://schemas.openxmlformats.org/officeDocument/2006/relationships/customXml" Target="../ink/ink705.xml"/><Relationship Id="rId376" Type="http://schemas.openxmlformats.org/officeDocument/2006/relationships/customXml" Target="../ink/ink726.xml"/><Relationship Id="rId541" Type="http://schemas.openxmlformats.org/officeDocument/2006/relationships/image" Target="../media/image808.png"/><Relationship Id="rId583" Type="http://schemas.openxmlformats.org/officeDocument/2006/relationships/image" Target="../media/image829.png"/><Relationship Id="rId4" Type="http://schemas.openxmlformats.org/officeDocument/2006/relationships/customXml" Target="../ink/ink540.xml"/><Relationship Id="rId180" Type="http://schemas.openxmlformats.org/officeDocument/2006/relationships/customXml" Target="../ink/ink628.xml"/><Relationship Id="rId236" Type="http://schemas.openxmlformats.org/officeDocument/2006/relationships/customXml" Target="../ink/ink656.xml"/><Relationship Id="rId278" Type="http://schemas.openxmlformats.org/officeDocument/2006/relationships/customXml" Target="../ink/ink677.xml"/><Relationship Id="rId401" Type="http://schemas.openxmlformats.org/officeDocument/2006/relationships/image" Target="../media/image738.png"/><Relationship Id="rId443" Type="http://schemas.openxmlformats.org/officeDocument/2006/relationships/image" Target="../media/image759.png"/><Relationship Id="rId303" Type="http://schemas.openxmlformats.org/officeDocument/2006/relationships/image" Target="../media/image689.png"/><Relationship Id="rId485" Type="http://schemas.openxmlformats.org/officeDocument/2006/relationships/image" Target="../media/image780.png"/><Relationship Id="rId42" Type="http://schemas.openxmlformats.org/officeDocument/2006/relationships/customXml" Target="../ink/ink559.xml"/><Relationship Id="rId84" Type="http://schemas.openxmlformats.org/officeDocument/2006/relationships/customXml" Target="../ink/ink580.xml"/><Relationship Id="rId138" Type="http://schemas.openxmlformats.org/officeDocument/2006/relationships/customXml" Target="../ink/ink607.xml"/><Relationship Id="rId345" Type="http://schemas.openxmlformats.org/officeDocument/2006/relationships/image" Target="../media/image710.png"/><Relationship Id="rId387" Type="http://schemas.openxmlformats.org/officeDocument/2006/relationships/image" Target="../media/image731.png"/><Relationship Id="rId510" Type="http://schemas.openxmlformats.org/officeDocument/2006/relationships/customXml" Target="../ink/ink793.xml"/><Relationship Id="rId552" Type="http://schemas.openxmlformats.org/officeDocument/2006/relationships/customXml" Target="../ink/ink814.xml"/><Relationship Id="rId191" Type="http://schemas.openxmlformats.org/officeDocument/2006/relationships/image" Target="../media/image633.png"/><Relationship Id="rId205" Type="http://schemas.openxmlformats.org/officeDocument/2006/relationships/image" Target="../media/image640.png"/><Relationship Id="rId247" Type="http://schemas.openxmlformats.org/officeDocument/2006/relationships/image" Target="../media/image661.png"/><Relationship Id="rId412" Type="http://schemas.openxmlformats.org/officeDocument/2006/relationships/customXml" Target="../ink/ink744.xml"/><Relationship Id="rId107" Type="http://schemas.openxmlformats.org/officeDocument/2006/relationships/image" Target="../media/image592.png"/><Relationship Id="rId289" Type="http://schemas.openxmlformats.org/officeDocument/2006/relationships/image" Target="../media/image682.png"/><Relationship Id="rId454" Type="http://schemas.openxmlformats.org/officeDocument/2006/relationships/customXml" Target="../ink/ink765.xml"/><Relationship Id="rId496" Type="http://schemas.openxmlformats.org/officeDocument/2006/relationships/customXml" Target="../ink/ink786.xml"/><Relationship Id="rId11" Type="http://schemas.openxmlformats.org/officeDocument/2006/relationships/image" Target="../media/image544.png"/><Relationship Id="rId53" Type="http://schemas.openxmlformats.org/officeDocument/2006/relationships/image" Target="../media/image565.png"/><Relationship Id="rId149" Type="http://schemas.openxmlformats.org/officeDocument/2006/relationships/image" Target="../media/image613.png"/><Relationship Id="rId314" Type="http://schemas.openxmlformats.org/officeDocument/2006/relationships/customXml" Target="../ink/ink695.xml"/><Relationship Id="rId356" Type="http://schemas.openxmlformats.org/officeDocument/2006/relationships/customXml" Target="../ink/ink716.xml"/><Relationship Id="rId398" Type="http://schemas.openxmlformats.org/officeDocument/2006/relationships/customXml" Target="../ink/ink737.xml"/><Relationship Id="rId521" Type="http://schemas.openxmlformats.org/officeDocument/2006/relationships/image" Target="../media/image798.png"/><Relationship Id="rId563" Type="http://schemas.openxmlformats.org/officeDocument/2006/relationships/image" Target="../media/image819.png"/><Relationship Id="rId95" Type="http://schemas.openxmlformats.org/officeDocument/2006/relationships/image" Target="../media/image586.png"/><Relationship Id="rId160" Type="http://schemas.openxmlformats.org/officeDocument/2006/relationships/customXml" Target="../ink/ink618.xml"/><Relationship Id="rId216" Type="http://schemas.openxmlformats.org/officeDocument/2006/relationships/customXml" Target="../ink/ink646.xml"/><Relationship Id="rId423" Type="http://schemas.openxmlformats.org/officeDocument/2006/relationships/image" Target="../media/image749.png"/><Relationship Id="rId258" Type="http://schemas.openxmlformats.org/officeDocument/2006/relationships/customXml" Target="../ink/ink667.xml"/><Relationship Id="rId465" Type="http://schemas.openxmlformats.org/officeDocument/2006/relationships/image" Target="../media/image770.png"/><Relationship Id="rId22" Type="http://schemas.openxmlformats.org/officeDocument/2006/relationships/customXml" Target="../ink/ink549.xml"/><Relationship Id="rId64" Type="http://schemas.openxmlformats.org/officeDocument/2006/relationships/customXml" Target="../ink/ink570.xml"/><Relationship Id="rId118" Type="http://schemas.openxmlformats.org/officeDocument/2006/relationships/customXml" Target="../ink/ink597.xml"/><Relationship Id="rId325" Type="http://schemas.openxmlformats.org/officeDocument/2006/relationships/image" Target="../media/image700.png"/><Relationship Id="rId367" Type="http://schemas.openxmlformats.org/officeDocument/2006/relationships/image" Target="../media/image721.png"/><Relationship Id="rId532" Type="http://schemas.openxmlformats.org/officeDocument/2006/relationships/customXml" Target="../ink/ink804.xml"/><Relationship Id="rId574" Type="http://schemas.openxmlformats.org/officeDocument/2006/relationships/customXml" Target="../ink/ink825.xml"/><Relationship Id="rId171" Type="http://schemas.openxmlformats.org/officeDocument/2006/relationships/image" Target="../media/image624.png"/><Relationship Id="rId227" Type="http://schemas.openxmlformats.org/officeDocument/2006/relationships/image" Target="../media/image651.png"/><Relationship Id="rId269" Type="http://schemas.openxmlformats.org/officeDocument/2006/relationships/image" Target="../media/image672.png"/><Relationship Id="rId434" Type="http://schemas.openxmlformats.org/officeDocument/2006/relationships/customXml" Target="../ink/ink755.xml"/><Relationship Id="rId476" Type="http://schemas.openxmlformats.org/officeDocument/2006/relationships/customXml" Target="../ink/ink776.xml"/><Relationship Id="rId33" Type="http://schemas.openxmlformats.org/officeDocument/2006/relationships/image" Target="../media/image555.png"/><Relationship Id="rId129" Type="http://schemas.openxmlformats.org/officeDocument/2006/relationships/image" Target="../media/image603.png"/><Relationship Id="rId280" Type="http://schemas.openxmlformats.org/officeDocument/2006/relationships/customXml" Target="../ink/ink678.xml"/><Relationship Id="rId336" Type="http://schemas.openxmlformats.org/officeDocument/2006/relationships/customXml" Target="../ink/ink706.xml"/><Relationship Id="rId501" Type="http://schemas.openxmlformats.org/officeDocument/2006/relationships/image" Target="../media/image788.png"/><Relationship Id="rId543" Type="http://schemas.openxmlformats.org/officeDocument/2006/relationships/image" Target="../media/image809.png"/><Relationship Id="rId75" Type="http://schemas.openxmlformats.org/officeDocument/2006/relationships/image" Target="../media/image576.png"/><Relationship Id="rId140" Type="http://schemas.openxmlformats.org/officeDocument/2006/relationships/customXml" Target="../ink/ink608.xml"/><Relationship Id="rId182" Type="http://schemas.openxmlformats.org/officeDocument/2006/relationships/customXml" Target="../ink/ink629.xml"/><Relationship Id="rId378" Type="http://schemas.openxmlformats.org/officeDocument/2006/relationships/customXml" Target="../ink/ink727.xml"/><Relationship Id="rId403" Type="http://schemas.openxmlformats.org/officeDocument/2006/relationships/image" Target="../media/image739.png"/><Relationship Id="rId585" Type="http://schemas.openxmlformats.org/officeDocument/2006/relationships/image" Target="../media/image830.png"/><Relationship Id="rId6" Type="http://schemas.openxmlformats.org/officeDocument/2006/relationships/customXml" Target="../ink/ink541.xml"/><Relationship Id="rId238" Type="http://schemas.openxmlformats.org/officeDocument/2006/relationships/customXml" Target="../ink/ink657.xml"/><Relationship Id="rId445" Type="http://schemas.openxmlformats.org/officeDocument/2006/relationships/image" Target="../media/image760.png"/><Relationship Id="rId487" Type="http://schemas.openxmlformats.org/officeDocument/2006/relationships/image" Target="../media/image781.png"/><Relationship Id="rId291" Type="http://schemas.openxmlformats.org/officeDocument/2006/relationships/image" Target="../media/image683.png"/><Relationship Id="rId305" Type="http://schemas.openxmlformats.org/officeDocument/2006/relationships/image" Target="../media/image690.png"/><Relationship Id="rId347" Type="http://schemas.openxmlformats.org/officeDocument/2006/relationships/image" Target="../media/image711.png"/><Relationship Id="rId512" Type="http://schemas.openxmlformats.org/officeDocument/2006/relationships/customXml" Target="../ink/ink794.xml"/><Relationship Id="rId44" Type="http://schemas.openxmlformats.org/officeDocument/2006/relationships/customXml" Target="../ink/ink560.xml"/><Relationship Id="rId86" Type="http://schemas.openxmlformats.org/officeDocument/2006/relationships/customXml" Target="../ink/ink581.xml"/><Relationship Id="rId151" Type="http://schemas.openxmlformats.org/officeDocument/2006/relationships/image" Target="../media/image614.png"/><Relationship Id="rId389" Type="http://schemas.openxmlformats.org/officeDocument/2006/relationships/image" Target="../media/image732.png"/><Relationship Id="rId554" Type="http://schemas.openxmlformats.org/officeDocument/2006/relationships/customXml" Target="../ink/ink815.xml"/><Relationship Id="rId193" Type="http://schemas.openxmlformats.org/officeDocument/2006/relationships/image" Target="../media/image634.png"/><Relationship Id="rId207" Type="http://schemas.openxmlformats.org/officeDocument/2006/relationships/image" Target="../media/image641.png"/><Relationship Id="rId249" Type="http://schemas.openxmlformats.org/officeDocument/2006/relationships/image" Target="../media/image662.png"/><Relationship Id="rId414" Type="http://schemas.openxmlformats.org/officeDocument/2006/relationships/customXml" Target="../ink/ink745.xml"/><Relationship Id="rId456" Type="http://schemas.openxmlformats.org/officeDocument/2006/relationships/customXml" Target="../ink/ink766.xml"/><Relationship Id="rId498" Type="http://schemas.openxmlformats.org/officeDocument/2006/relationships/customXml" Target="../ink/ink787.xml"/><Relationship Id="rId13" Type="http://schemas.openxmlformats.org/officeDocument/2006/relationships/image" Target="../media/image545.png"/><Relationship Id="rId109" Type="http://schemas.openxmlformats.org/officeDocument/2006/relationships/image" Target="../media/image593.png"/><Relationship Id="rId260" Type="http://schemas.openxmlformats.org/officeDocument/2006/relationships/customXml" Target="../ink/ink668.xml"/><Relationship Id="rId316" Type="http://schemas.openxmlformats.org/officeDocument/2006/relationships/customXml" Target="../ink/ink696.xml"/><Relationship Id="rId523" Type="http://schemas.openxmlformats.org/officeDocument/2006/relationships/image" Target="../media/image799.png"/><Relationship Id="rId55" Type="http://schemas.openxmlformats.org/officeDocument/2006/relationships/image" Target="../media/image566.png"/><Relationship Id="rId97" Type="http://schemas.openxmlformats.org/officeDocument/2006/relationships/image" Target="../media/image587.png"/><Relationship Id="rId120" Type="http://schemas.openxmlformats.org/officeDocument/2006/relationships/customXml" Target="../ink/ink598.xml"/><Relationship Id="rId358" Type="http://schemas.openxmlformats.org/officeDocument/2006/relationships/customXml" Target="../ink/ink717.xml"/><Relationship Id="rId565" Type="http://schemas.openxmlformats.org/officeDocument/2006/relationships/image" Target="../media/image820.png"/><Relationship Id="rId162" Type="http://schemas.openxmlformats.org/officeDocument/2006/relationships/customXml" Target="../ink/ink619.xml"/><Relationship Id="rId218" Type="http://schemas.openxmlformats.org/officeDocument/2006/relationships/customXml" Target="../ink/ink647.xml"/><Relationship Id="rId425" Type="http://schemas.openxmlformats.org/officeDocument/2006/relationships/image" Target="../media/image750.png"/><Relationship Id="rId467" Type="http://schemas.openxmlformats.org/officeDocument/2006/relationships/image" Target="../media/image771.png"/><Relationship Id="rId271" Type="http://schemas.openxmlformats.org/officeDocument/2006/relationships/image" Target="../media/image673.png"/><Relationship Id="rId24" Type="http://schemas.openxmlformats.org/officeDocument/2006/relationships/customXml" Target="../ink/ink550.xml"/><Relationship Id="rId66" Type="http://schemas.openxmlformats.org/officeDocument/2006/relationships/customXml" Target="../ink/ink571.xml"/><Relationship Id="rId131" Type="http://schemas.openxmlformats.org/officeDocument/2006/relationships/image" Target="../media/image604.png"/><Relationship Id="rId327" Type="http://schemas.openxmlformats.org/officeDocument/2006/relationships/image" Target="../media/image701.png"/><Relationship Id="rId369" Type="http://schemas.openxmlformats.org/officeDocument/2006/relationships/image" Target="../media/image722.png"/><Relationship Id="rId534" Type="http://schemas.openxmlformats.org/officeDocument/2006/relationships/customXml" Target="../ink/ink805.xml"/><Relationship Id="rId576" Type="http://schemas.openxmlformats.org/officeDocument/2006/relationships/customXml" Target="../ink/ink826.xml"/><Relationship Id="rId173" Type="http://schemas.openxmlformats.org/officeDocument/2006/relationships/image" Target="../media/image625.png"/><Relationship Id="rId229" Type="http://schemas.openxmlformats.org/officeDocument/2006/relationships/image" Target="../media/image652.png"/><Relationship Id="rId380" Type="http://schemas.openxmlformats.org/officeDocument/2006/relationships/customXml" Target="../ink/ink728.xml"/><Relationship Id="rId436" Type="http://schemas.openxmlformats.org/officeDocument/2006/relationships/customXml" Target="../ink/ink756.xml"/><Relationship Id="rId240" Type="http://schemas.openxmlformats.org/officeDocument/2006/relationships/customXml" Target="../ink/ink658.xml"/><Relationship Id="rId478" Type="http://schemas.openxmlformats.org/officeDocument/2006/relationships/customXml" Target="../ink/ink777.xml"/><Relationship Id="rId35" Type="http://schemas.openxmlformats.org/officeDocument/2006/relationships/image" Target="../media/image556.png"/><Relationship Id="rId77" Type="http://schemas.openxmlformats.org/officeDocument/2006/relationships/image" Target="../media/image577.png"/><Relationship Id="rId100" Type="http://schemas.openxmlformats.org/officeDocument/2006/relationships/customXml" Target="../ink/ink588.xml"/><Relationship Id="rId282" Type="http://schemas.openxmlformats.org/officeDocument/2006/relationships/customXml" Target="../ink/ink679.xml"/><Relationship Id="rId338" Type="http://schemas.openxmlformats.org/officeDocument/2006/relationships/customXml" Target="../ink/ink707.xml"/><Relationship Id="rId503" Type="http://schemas.openxmlformats.org/officeDocument/2006/relationships/image" Target="../media/image789.png"/><Relationship Id="rId545" Type="http://schemas.openxmlformats.org/officeDocument/2006/relationships/image" Target="../media/image810.png"/><Relationship Id="rId587" Type="http://schemas.openxmlformats.org/officeDocument/2006/relationships/image" Target="../media/image831.png"/><Relationship Id="rId8" Type="http://schemas.openxmlformats.org/officeDocument/2006/relationships/customXml" Target="../ink/ink542.xml"/><Relationship Id="rId142" Type="http://schemas.openxmlformats.org/officeDocument/2006/relationships/customXml" Target="../ink/ink609.xml"/><Relationship Id="rId184" Type="http://schemas.openxmlformats.org/officeDocument/2006/relationships/customXml" Target="../ink/ink630.xml"/><Relationship Id="rId391" Type="http://schemas.openxmlformats.org/officeDocument/2006/relationships/image" Target="../media/image733.png"/><Relationship Id="rId405" Type="http://schemas.openxmlformats.org/officeDocument/2006/relationships/image" Target="../media/image740.png"/><Relationship Id="rId447" Type="http://schemas.openxmlformats.org/officeDocument/2006/relationships/image" Target="../media/image761.png"/><Relationship Id="rId251" Type="http://schemas.openxmlformats.org/officeDocument/2006/relationships/image" Target="../media/image663.png"/><Relationship Id="rId489" Type="http://schemas.openxmlformats.org/officeDocument/2006/relationships/image" Target="../media/image782.png"/><Relationship Id="rId46" Type="http://schemas.openxmlformats.org/officeDocument/2006/relationships/customXml" Target="../ink/ink561.xml"/><Relationship Id="rId293" Type="http://schemas.openxmlformats.org/officeDocument/2006/relationships/image" Target="../media/image684.png"/><Relationship Id="rId307" Type="http://schemas.openxmlformats.org/officeDocument/2006/relationships/image" Target="../media/image691.png"/><Relationship Id="rId349" Type="http://schemas.openxmlformats.org/officeDocument/2006/relationships/image" Target="../media/image712.png"/><Relationship Id="rId514" Type="http://schemas.openxmlformats.org/officeDocument/2006/relationships/customXml" Target="../ink/ink795.xml"/><Relationship Id="rId556" Type="http://schemas.openxmlformats.org/officeDocument/2006/relationships/customXml" Target="../ink/ink816.xml"/><Relationship Id="rId88" Type="http://schemas.openxmlformats.org/officeDocument/2006/relationships/customXml" Target="../ink/ink582.xml"/><Relationship Id="rId111" Type="http://schemas.openxmlformats.org/officeDocument/2006/relationships/image" Target="../media/image594.png"/><Relationship Id="rId153" Type="http://schemas.openxmlformats.org/officeDocument/2006/relationships/image" Target="../media/image615.png"/><Relationship Id="rId195" Type="http://schemas.openxmlformats.org/officeDocument/2006/relationships/image" Target="../media/image635.png"/><Relationship Id="rId209" Type="http://schemas.openxmlformats.org/officeDocument/2006/relationships/image" Target="../media/image642.png"/><Relationship Id="rId360" Type="http://schemas.openxmlformats.org/officeDocument/2006/relationships/customXml" Target="../ink/ink718.xml"/><Relationship Id="rId416" Type="http://schemas.openxmlformats.org/officeDocument/2006/relationships/customXml" Target="../ink/ink746.xml"/><Relationship Id="rId220" Type="http://schemas.openxmlformats.org/officeDocument/2006/relationships/customXml" Target="../ink/ink648.xml"/><Relationship Id="rId458" Type="http://schemas.openxmlformats.org/officeDocument/2006/relationships/customXml" Target="../ink/ink767.xml"/><Relationship Id="rId15" Type="http://schemas.openxmlformats.org/officeDocument/2006/relationships/image" Target="../media/image546.png"/><Relationship Id="rId57" Type="http://schemas.openxmlformats.org/officeDocument/2006/relationships/image" Target="../media/image567.png"/><Relationship Id="rId262" Type="http://schemas.openxmlformats.org/officeDocument/2006/relationships/customXml" Target="../ink/ink669.xml"/><Relationship Id="rId318" Type="http://schemas.openxmlformats.org/officeDocument/2006/relationships/customXml" Target="../ink/ink697.xml"/><Relationship Id="rId525" Type="http://schemas.openxmlformats.org/officeDocument/2006/relationships/image" Target="../media/image800.png"/><Relationship Id="rId567" Type="http://schemas.openxmlformats.org/officeDocument/2006/relationships/image" Target="../media/image821.png"/><Relationship Id="rId99" Type="http://schemas.openxmlformats.org/officeDocument/2006/relationships/image" Target="../media/image588.png"/><Relationship Id="rId122" Type="http://schemas.openxmlformats.org/officeDocument/2006/relationships/customXml" Target="../ink/ink599.xml"/><Relationship Id="rId164" Type="http://schemas.openxmlformats.org/officeDocument/2006/relationships/customXml" Target="../ink/ink620.xml"/><Relationship Id="rId371" Type="http://schemas.openxmlformats.org/officeDocument/2006/relationships/image" Target="../media/image723.png"/><Relationship Id="rId427" Type="http://schemas.openxmlformats.org/officeDocument/2006/relationships/image" Target="../media/image751.png"/><Relationship Id="rId469" Type="http://schemas.openxmlformats.org/officeDocument/2006/relationships/image" Target="../media/image772.png"/><Relationship Id="rId26" Type="http://schemas.openxmlformats.org/officeDocument/2006/relationships/customXml" Target="../ink/ink551.xml"/><Relationship Id="rId231" Type="http://schemas.openxmlformats.org/officeDocument/2006/relationships/image" Target="../media/image653.png"/><Relationship Id="rId273" Type="http://schemas.openxmlformats.org/officeDocument/2006/relationships/image" Target="../media/image674.png"/><Relationship Id="rId329" Type="http://schemas.openxmlformats.org/officeDocument/2006/relationships/image" Target="../media/image702.png"/><Relationship Id="rId480" Type="http://schemas.openxmlformats.org/officeDocument/2006/relationships/customXml" Target="../ink/ink778.xml"/><Relationship Id="rId536" Type="http://schemas.openxmlformats.org/officeDocument/2006/relationships/customXml" Target="../ink/ink806.xml"/><Relationship Id="rId68" Type="http://schemas.openxmlformats.org/officeDocument/2006/relationships/customXml" Target="../ink/ink572.xml"/><Relationship Id="rId133" Type="http://schemas.openxmlformats.org/officeDocument/2006/relationships/image" Target="../media/image605.png"/><Relationship Id="rId175" Type="http://schemas.openxmlformats.org/officeDocument/2006/relationships/image" Target="../media/image626.png"/><Relationship Id="rId340" Type="http://schemas.openxmlformats.org/officeDocument/2006/relationships/customXml" Target="../ink/ink708.xml"/><Relationship Id="rId578" Type="http://schemas.openxmlformats.org/officeDocument/2006/relationships/customXml" Target="../ink/ink827.xml"/><Relationship Id="rId200" Type="http://schemas.openxmlformats.org/officeDocument/2006/relationships/customXml" Target="../ink/ink638.xml"/><Relationship Id="rId382" Type="http://schemas.openxmlformats.org/officeDocument/2006/relationships/customXml" Target="../ink/ink729.xml"/><Relationship Id="rId438" Type="http://schemas.openxmlformats.org/officeDocument/2006/relationships/customXml" Target="../ink/ink757.xml"/><Relationship Id="rId242" Type="http://schemas.openxmlformats.org/officeDocument/2006/relationships/customXml" Target="../ink/ink659.xml"/><Relationship Id="rId284" Type="http://schemas.openxmlformats.org/officeDocument/2006/relationships/customXml" Target="../ink/ink680.xml"/><Relationship Id="rId491" Type="http://schemas.openxmlformats.org/officeDocument/2006/relationships/image" Target="../media/image783.png"/><Relationship Id="rId505" Type="http://schemas.openxmlformats.org/officeDocument/2006/relationships/image" Target="../media/image790.png"/><Relationship Id="rId37" Type="http://schemas.openxmlformats.org/officeDocument/2006/relationships/image" Target="../media/image557.png"/><Relationship Id="rId79" Type="http://schemas.openxmlformats.org/officeDocument/2006/relationships/image" Target="../media/image578.png"/><Relationship Id="rId102" Type="http://schemas.openxmlformats.org/officeDocument/2006/relationships/customXml" Target="../ink/ink589.xml"/><Relationship Id="rId144" Type="http://schemas.openxmlformats.org/officeDocument/2006/relationships/customXml" Target="../ink/ink610.xml"/><Relationship Id="rId547" Type="http://schemas.openxmlformats.org/officeDocument/2006/relationships/image" Target="../media/image811.png"/><Relationship Id="rId90" Type="http://schemas.openxmlformats.org/officeDocument/2006/relationships/customXml" Target="../ink/ink583.xml"/><Relationship Id="rId186" Type="http://schemas.openxmlformats.org/officeDocument/2006/relationships/customXml" Target="../ink/ink631.xml"/><Relationship Id="rId351" Type="http://schemas.openxmlformats.org/officeDocument/2006/relationships/image" Target="../media/image713.png"/><Relationship Id="rId393" Type="http://schemas.openxmlformats.org/officeDocument/2006/relationships/image" Target="../media/image734.png"/><Relationship Id="rId407" Type="http://schemas.openxmlformats.org/officeDocument/2006/relationships/image" Target="../media/image741.png"/><Relationship Id="rId449" Type="http://schemas.openxmlformats.org/officeDocument/2006/relationships/image" Target="../media/image762.png"/><Relationship Id="rId211" Type="http://schemas.openxmlformats.org/officeDocument/2006/relationships/image" Target="../media/image643.png"/><Relationship Id="rId253" Type="http://schemas.openxmlformats.org/officeDocument/2006/relationships/image" Target="../media/image664.png"/><Relationship Id="rId295" Type="http://schemas.openxmlformats.org/officeDocument/2006/relationships/image" Target="../media/image685.png"/><Relationship Id="rId309" Type="http://schemas.openxmlformats.org/officeDocument/2006/relationships/image" Target="../media/image692.png"/><Relationship Id="rId460" Type="http://schemas.openxmlformats.org/officeDocument/2006/relationships/customXml" Target="../ink/ink768.xml"/><Relationship Id="rId516" Type="http://schemas.openxmlformats.org/officeDocument/2006/relationships/customXml" Target="../ink/ink796.xml"/><Relationship Id="rId48" Type="http://schemas.openxmlformats.org/officeDocument/2006/relationships/customXml" Target="../ink/ink562.xml"/><Relationship Id="rId113" Type="http://schemas.openxmlformats.org/officeDocument/2006/relationships/image" Target="../media/image595.png"/><Relationship Id="rId320" Type="http://schemas.openxmlformats.org/officeDocument/2006/relationships/customXml" Target="../ink/ink698.xml"/><Relationship Id="rId558" Type="http://schemas.openxmlformats.org/officeDocument/2006/relationships/customXml" Target="../ink/ink817.xml"/><Relationship Id="rId155" Type="http://schemas.openxmlformats.org/officeDocument/2006/relationships/image" Target="../media/image616.png"/><Relationship Id="rId197" Type="http://schemas.openxmlformats.org/officeDocument/2006/relationships/image" Target="../media/image636.png"/><Relationship Id="rId362" Type="http://schemas.openxmlformats.org/officeDocument/2006/relationships/customXml" Target="../ink/ink719.xml"/><Relationship Id="rId418" Type="http://schemas.openxmlformats.org/officeDocument/2006/relationships/customXml" Target="../ink/ink747.xml"/><Relationship Id="rId222" Type="http://schemas.openxmlformats.org/officeDocument/2006/relationships/customXml" Target="../ink/ink649.xml"/><Relationship Id="rId264" Type="http://schemas.openxmlformats.org/officeDocument/2006/relationships/customXml" Target="../ink/ink670.xml"/><Relationship Id="rId471" Type="http://schemas.openxmlformats.org/officeDocument/2006/relationships/image" Target="../media/image773.png"/><Relationship Id="rId17" Type="http://schemas.openxmlformats.org/officeDocument/2006/relationships/image" Target="../media/image547.png"/><Relationship Id="rId59" Type="http://schemas.openxmlformats.org/officeDocument/2006/relationships/image" Target="../media/image568.png"/><Relationship Id="rId124" Type="http://schemas.openxmlformats.org/officeDocument/2006/relationships/customXml" Target="../ink/ink600.xml"/><Relationship Id="rId527" Type="http://schemas.openxmlformats.org/officeDocument/2006/relationships/image" Target="../media/image801.png"/><Relationship Id="rId569" Type="http://schemas.openxmlformats.org/officeDocument/2006/relationships/image" Target="../media/image822.png"/><Relationship Id="rId70" Type="http://schemas.openxmlformats.org/officeDocument/2006/relationships/customXml" Target="../ink/ink573.xml"/><Relationship Id="rId166" Type="http://schemas.openxmlformats.org/officeDocument/2006/relationships/customXml" Target="../ink/ink621.xml"/><Relationship Id="rId331" Type="http://schemas.openxmlformats.org/officeDocument/2006/relationships/image" Target="../media/image703.png"/><Relationship Id="rId373" Type="http://schemas.openxmlformats.org/officeDocument/2006/relationships/image" Target="../media/image724.png"/><Relationship Id="rId429" Type="http://schemas.openxmlformats.org/officeDocument/2006/relationships/image" Target="../media/image752.png"/><Relationship Id="rId580" Type="http://schemas.openxmlformats.org/officeDocument/2006/relationships/customXml" Target="../ink/ink828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54.png"/><Relationship Id="rId440" Type="http://schemas.openxmlformats.org/officeDocument/2006/relationships/customXml" Target="../ink/ink758.xml"/><Relationship Id="rId28" Type="http://schemas.openxmlformats.org/officeDocument/2006/relationships/customXml" Target="../ink/ink552.xml"/><Relationship Id="rId275" Type="http://schemas.openxmlformats.org/officeDocument/2006/relationships/image" Target="../media/image675.png"/><Relationship Id="rId300" Type="http://schemas.openxmlformats.org/officeDocument/2006/relationships/customXml" Target="../ink/ink688.xml"/><Relationship Id="rId482" Type="http://schemas.openxmlformats.org/officeDocument/2006/relationships/customXml" Target="../ink/ink779.xml"/><Relationship Id="rId538" Type="http://schemas.openxmlformats.org/officeDocument/2006/relationships/customXml" Target="../ink/ink807.xml"/><Relationship Id="rId81" Type="http://schemas.openxmlformats.org/officeDocument/2006/relationships/image" Target="../media/image579.png"/><Relationship Id="rId135" Type="http://schemas.openxmlformats.org/officeDocument/2006/relationships/image" Target="../media/image606.png"/><Relationship Id="rId177" Type="http://schemas.openxmlformats.org/officeDocument/2006/relationships/image" Target="../media/image627.png"/><Relationship Id="rId342" Type="http://schemas.openxmlformats.org/officeDocument/2006/relationships/customXml" Target="../ink/ink709.xml"/><Relationship Id="rId384" Type="http://schemas.openxmlformats.org/officeDocument/2006/relationships/customXml" Target="../ink/ink730.xml"/><Relationship Id="rId202" Type="http://schemas.openxmlformats.org/officeDocument/2006/relationships/customXml" Target="../ink/ink639.xml"/><Relationship Id="rId244" Type="http://schemas.openxmlformats.org/officeDocument/2006/relationships/customXml" Target="../ink/ink660.xml"/><Relationship Id="rId39" Type="http://schemas.openxmlformats.org/officeDocument/2006/relationships/image" Target="../media/image558.png"/><Relationship Id="rId286" Type="http://schemas.openxmlformats.org/officeDocument/2006/relationships/customXml" Target="../ink/ink681.xml"/><Relationship Id="rId451" Type="http://schemas.openxmlformats.org/officeDocument/2006/relationships/image" Target="../media/image763.png"/><Relationship Id="rId493" Type="http://schemas.openxmlformats.org/officeDocument/2006/relationships/image" Target="../media/image784.png"/><Relationship Id="rId507" Type="http://schemas.openxmlformats.org/officeDocument/2006/relationships/image" Target="../media/image791.png"/><Relationship Id="rId549" Type="http://schemas.openxmlformats.org/officeDocument/2006/relationships/image" Target="../media/image812.png"/><Relationship Id="rId50" Type="http://schemas.openxmlformats.org/officeDocument/2006/relationships/customXml" Target="../ink/ink563.xml"/><Relationship Id="rId104" Type="http://schemas.openxmlformats.org/officeDocument/2006/relationships/customXml" Target="../ink/ink590.xml"/><Relationship Id="rId146" Type="http://schemas.openxmlformats.org/officeDocument/2006/relationships/customXml" Target="../ink/ink611.xml"/><Relationship Id="rId188" Type="http://schemas.openxmlformats.org/officeDocument/2006/relationships/customXml" Target="../ink/ink632.xml"/><Relationship Id="rId311" Type="http://schemas.openxmlformats.org/officeDocument/2006/relationships/image" Target="../media/image693.png"/><Relationship Id="rId353" Type="http://schemas.openxmlformats.org/officeDocument/2006/relationships/image" Target="../media/image714.png"/><Relationship Id="rId395" Type="http://schemas.openxmlformats.org/officeDocument/2006/relationships/image" Target="../media/image735.png"/><Relationship Id="rId409" Type="http://schemas.openxmlformats.org/officeDocument/2006/relationships/image" Target="../media/image742.png"/><Relationship Id="rId560" Type="http://schemas.openxmlformats.org/officeDocument/2006/relationships/customXml" Target="../ink/ink818.xml"/><Relationship Id="rId92" Type="http://schemas.openxmlformats.org/officeDocument/2006/relationships/customXml" Target="../ink/ink584.xml"/><Relationship Id="rId213" Type="http://schemas.openxmlformats.org/officeDocument/2006/relationships/image" Target="../media/image644.png"/><Relationship Id="rId420" Type="http://schemas.openxmlformats.org/officeDocument/2006/relationships/customXml" Target="../ink/ink748.xml"/><Relationship Id="rId255" Type="http://schemas.openxmlformats.org/officeDocument/2006/relationships/image" Target="../media/image665.png"/><Relationship Id="rId297" Type="http://schemas.openxmlformats.org/officeDocument/2006/relationships/image" Target="../media/image686.png"/><Relationship Id="rId462" Type="http://schemas.openxmlformats.org/officeDocument/2006/relationships/customXml" Target="../ink/ink769.xml"/><Relationship Id="rId518" Type="http://schemas.openxmlformats.org/officeDocument/2006/relationships/customXml" Target="../ink/ink797.xml"/><Relationship Id="rId115" Type="http://schemas.openxmlformats.org/officeDocument/2006/relationships/image" Target="../media/image596.png"/><Relationship Id="rId157" Type="http://schemas.openxmlformats.org/officeDocument/2006/relationships/image" Target="../media/image617.png"/><Relationship Id="rId322" Type="http://schemas.openxmlformats.org/officeDocument/2006/relationships/customXml" Target="../ink/ink699.xml"/><Relationship Id="rId364" Type="http://schemas.openxmlformats.org/officeDocument/2006/relationships/customXml" Target="../ink/ink720.xml"/><Relationship Id="rId61" Type="http://schemas.openxmlformats.org/officeDocument/2006/relationships/image" Target="../media/image569.png"/><Relationship Id="rId199" Type="http://schemas.openxmlformats.org/officeDocument/2006/relationships/image" Target="../media/image637.png"/><Relationship Id="rId571" Type="http://schemas.openxmlformats.org/officeDocument/2006/relationships/image" Target="../media/image823.png"/><Relationship Id="rId19" Type="http://schemas.openxmlformats.org/officeDocument/2006/relationships/image" Target="../media/image548.png"/><Relationship Id="rId224" Type="http://schemas.openxmlformats.org/officeDocument/2006/relationships/customXml" Target="../ink/ink650.xml"/><Relationship Id="rId266" Type="http://schemas.openxmlformats.org/officeDocument/2006/relationships/customXml" Target="../ink/ink671.xml"/><Relationship Id="rId431" Type="http://schemas.openxmlformats.org/officeDocument/2006/relationships/image" Target="../media/image753.png"/><Relationship Id="rId473" Type="http://schemas.openxmlformats.org/officeDocument/2006/relationships/image" Target="../media/image774.png"/><Relationship Id="rId529" Type="http://schemas.openxmlformats.org/officeDocument/2006/relationships/image" Target="../media/image802.png"/><Relationship Id="rId30" Type="http://schemas.openxmlformats.org/officeDocument/2006/relationships/customXml" Target="../ink/ink553.xml"/><Relationship Id="rId126" Type="http://schemas.openxmlformats.org/officeDocument/2006/relationships/customXml" Target="../ink/ink601.xml"/><Relationship Id="rId168" Type="http://schemas.openxmlformats.org/officeDocument/2006/relationships/customXml" Target="../ink/ink622.xml"/><Relationship Id="rId333" Type="http://schemas.openxmlformats.org/officeDocument/2006/relationships/image" Target="../media/image704.png"/><Relationship Id="rId540" Type="http://schemas.openxmlformats.org/officeDocument/2006/relationships/customXml" Target="../ink/ink808.xml"/><Relationship Id="rId72" Type="http://schemas.openxmlformats.org/officeDocument/2006/relationships/customXml" Target="../ink/ink574.xml"/><Relationship Id="rId375" Type="http://schemas.openxmlformats.org/officeDocument/2006/relationships/image" Target="../media/image725.png"/><Relationship Id="rId582" Type="http://schemas.openxmlformats.org/officeDocument/2006/relationships/customXml" Target="../ink/ink829.xml"/><Relationship Id="rId3" Type="http://schemas.openxmlformats.org/officeDocument/2006/relationships/image" Target="../media/image540.png"/><Relationship Id="rId235" Type="http://schemas.openxmlformats.org/officeDocument/2006/relationships/image" Target="../media/image655.png"/><Relationship Id="rId277" Type="http://schemas.openxmlformats.org/officeDocument/2006/relationships/image" Target="../media/image676.png"/><Relationship Id="rId400" Type="http://schemas.openxmlformats.org/officeDocument/2006/relationships/customXml" Target="../ink/ink738.xml"/><Relationship Id="rId442" Type="http://schemas.openxmlformats.org/officeDocument/2006/relationships/customXml" Target="../ink/ink759.xml"/><Relationship Id="rId484" Type="http://schemas.openxmlformats.org/officeDocument/2006/relationships/customXml" Target="../ink/ink780.xml"/><Relationship Id="rId137" Type="http://schemas.openxmlformats.org/officeDocument/2006/relationships/image" Target="../media/image607.png"/><Relationship Id="rId302" Type="http://schemas.openxmlformats.org/officeDocument/2006/relationships/customXml" Target="../ink/ink689.xml"/><Relationship Id="rId344" Type="http://schemas.openxmlformats.org/officeDocument/2006/relationships/customXml" Target="../ink/ink710.xml"/><Relationship Id="rId41" Type="http://schemas.openxmlformats.org/officeDocument/2006/relationships/image" Target="../media/image559.png"/><Relationship Id="rId83" Type="http://schemas.openxmlformats.org/officeDocument/2006/relationships/image" Target="../media/image580.png"/><Relationship Id="rId179" Type="http://schemas.openxmlformats.org/officeDocument/2006/relationships/image" Target="../media/image628.png"/><Relationship Id="rId386" Type="http://schemas.openxmlformats.org/officeDocument/2006/relationships/customXml" Target="../ink/ink731.xml"/><Relationship Id="rId551" Type="http://schemas.openxmlformats.org/officeDocument/2006/relationships/image" Target="../media/image813.png"/><Relationship Id="rId190" Type="http://schemas.openxmlformats.org/officeDocument/2006/relationships/customXml" Target="../ink/ink633.xml"/><Relationship Id="rId204" Type="http://schemas.openxmlformats.org/officeDocument/2006/relationships/customXml" Target="../ink/ink640.xml"/><Relationship Id="rId246" Type="http://schemas.openxmlformats.org/officeDocument/2006/relationships/customXml" Target="../ink/ink661.xml"/><Relationship Id="rId288" Type="http://schemas.openxmlformats.org/officeDocument/2006/relationships/customXml" Target="../ink/ink682.xml"/><Relationship Id="rId411" Type="http://schemas.openxmlformats.org/officeDocument/2006/relationships/image" Target="../media/image743.png"/><Relationship Id="rId453" Type="http://schemas.openxmlformats.org/officeDocument/2006/relationships/image" Target="../media/image764.png"/><Relationship Id="rId509" Type="http://schemas.openxmlformats.org/officeDocument/2006/relationships/image" Target="../media/image792.png"/><Relationship Id="rId106" Type="http://schemas.openxmlformats.org/officeDocument/2006/relationships/customXml" Target="../ink/ink591.xml"/><Relationship Id="rId313" Type="http://schemas.openxmlformats.org/officeDocument/2006/relationships/image" Target="../media/image694.png"/><Relationship Id="rId495" Type="http://schemas.openxmlformats.org/officeDocument/2006/relationships/image" Target="../media/image785.png"/><Relationship Id="rId10" Type="http://schemas.openxmlformats.org/officeDocument/2006/relationships/customXml" Target="../ink/ink543.xml"/><Relationship Id="rId52" Type="http://schemas.openxmlformats.org/officeDocument/2006/relationships/customXml" Target="../ink/ink564.xml"/><Relationship Id="rId94" Type="http://schemas.openxmlformats.org/officeDocument/2006/relationships/customXml" Target="../ink/ink585.xml"/><Relationship Id="rId148" Type="http://schemas.openxmlformats.org/officeDocument/2006/relationships/customXml" Target="../ink/ink612.xml"/><Relationship Id="rId355" Type="http://schemas.openxmlformats.org/officeDocument/2006/relationships/image" Target="../media/image715.png"/><Relationship Id="rId397" Type="http://schemas.openxmlformats.org/officeDocument/2006/relationships/image" Target="../media/image736.png"/><Relationship Id="rId520" Type="http://schemas.openxmlformats.org/officeDocument/2006/relationships/customXml" Target="../ink/ink798.xml"/><Relationship Id="rId562" Type="http://schemas.openxmlformats.org/officeDocument/2006/relationships/customXml" Target="../ink/ink819.xml"/><Relationship Id="rId215" Type="http://schemas.openxmlformats.org/officeDocument/2006/relationships/image" Target="../media/image645.png"/><Relationship Id="rId257" Type="http://schemas.openxmlformats.org/officeDocument/2006/relationships/image" Target="../media/image666.png"/><Relationship Id="rId422" Type="http://schemas.openxmlformats.org/officeDocument/2006/relationships/customXml" Target="../ink/ink749.xml"/><Relationship Id="rId464" Type="http://schemas.openxmlformats.org/officeDocument/2006/relationships/customXml" Target="../ink/ink770.xml"/><Relationship Id="rId299" Type="http://schemas.openxmlformats.org/officeDocument/2006/relationships/image" Target="../media/image687.png"/><Relationship Id="rId63" Type="http://schemas.openxmlformats.org/officeDocument/2006/relationships/image" Target="../media/image570.png"/><Relationship Id="rId159" Type="http://schemas.openxmlformats.org/officeDocument/2006/relationships/image" Target="../media/image618.png"/><Relationship Id="rId366" Type="http://schemas.openxmlformats.org/officeDocument/2006/relationships/customXml" Target="../ink/ink721.xml"/><Relationship Id="rId573" Type="http://schemas.openxmlformats.org/officeDocument/2006/relationships/image" Target="../media/image824.png"/><Relationship Id="rId226" Type="http://schemas.openxmlformats.org/officeDocument/2006/relationships/customXml" Target="../ink/ink651.xml"/><Relationship Id="rId433" Type="http://schemas.openxmlformats.org/officeDocument/2006/relationships/image" Target="../media/image754.png"/><Relationship Id="rId74" Type="http://schemas.openxmlformats.org/officeDocument/2006/relationships/customXml" Target="../ink/ink575.xml"/><Relationship Id="rId377" Type="http://schemas.openxmlformats.org/officeDocument/2006/relationships/image" Target="../media/image726.png"/><Relationship Id="rId500" Type="http://schemas.openxmlformats.org/officeDocument/2006/relationships/customXml" Target="../ink/ink788.xml"/><Relationship Id="rId584" Type="http://schemas.openxmlformats.org/officeDocument/2006/relationships/customXml" Target="../ink/ink830.xml"/><Relationship Id="rId5" Type="http://schemas.openxmlformats.org/officeDocument/2006/relationships/image" Target="../media/image541.png"/><Relationship Id="rId237" Type="http://schemas.openxmlformats.org/officeDocument/2006/relationships/image" Target="../media/image656.png"/><Relationship Id="rId444" Type="http://schemas.openxmlformats.org/officeDocument/2006/relationships/customXml" Target="../ink/ink760.xml"/><Relationship Id="rId290" Type="http://schemas.openxmlformats.org/officeDocument/2006/relationships/customXml" Target="../ink/ink683.xml"/><Relationship Id="rId304" Type="http://schemas.openxmlformats.org/officeDocument/2006/relationships/customXml" Target="../ink/ink690.xml"/><Relationship Id="rId388" Type="http://schemas.openxmlformats.org/officeDocument/2006/relationships/customXml" Target="../ink/ink732.xml"/><Relationship Id="rId511" Type="http://schemas.openxmlformats.org/officeDocument/2006/relationships/image" Target="../media/image793.png"/><Relationship Id="rId85" Type="http://schemas.openxmlformats.org/officeDocument/2006/relationships/image" Target="../media/image581.png"/><Relationship Id="rId150" Type="http://schemas.openxmlformats.org/officeDocument/2006/relationships/customXml" Target="../ink/ink613.xml"/><Relationship Id="rId248" Type="http://schemas.openxmlformats.org/officeDocument/2006/relationships/customXml" Target="../ink/ink662.xml"/><Relationship Id="rId455" Type="http://schemas.openxmlformats.org/officeDocument/2006/relationships/image" Target="../media/image765.png"/><Relationship Id="rId12" Type="http://schemas.openxmlformats.org/officeDocument/2006/relationships/customXml" Target="../ink/ink544.xml"/><Relationship Id="rId108" Type="http://schemas.openxmlformats.org/officeDocument/2006/relationships/customXml" Target="../ink/ink592.xml"/><Relationship Id="rId315" Type="http://schemas.openxmlformats.org/officeDocument/2006/relationships/image" Target="../media/image695.png"/><Relationship Id="rId522" Type="http://schemas.openxmlformats.org/officeDocument/2006/relationships/customXml" Target="../ink/ink799.xml"/><Relationship Id="rId96" Type="http://schemas.openxmlformats.org/officeDocument/2006/relationships/customXml" Target="../ink/ink586.xml"/><Relationship Id="rId161" Type="http://schemas.openxmlformats.org/officeDocument/2006/relationships/image" Target="../media/image619.png"/><Relationship Id="rId399" Type="http://schemas.openxmlformats.org/officeDocument/2006/relationships/image" Target="../media/image737.png"/><Relationship Id="rId259" Type="http://schemas.openxmlformats.org/officeDocument/2006/relationships/image" Target="../media/image667.png"/><Relationship Id="rId466" Type="http://schemas.openxmlformats.org/officeDocument/2006/relationships/customXml" Target="../ink/ink771.xml"/><Relationship Id="rId23" Type="http://schemas.openxmlformats.org/officeDocument/2006/relationships/image" Target="../media/image550.png"/><Relationship Id="rId119" Type="http://schemas.openxmlformats.org/officeDocument/2006/relationships/image" Target="../media/image598.png"/><Relationship Id="rId326" Type="http://schemas.openxmlformats.org/officeDocument/2006/relationships/customXml" Target="../ink/ink701.xml"/><Relationship Id="rId533" Type="http://schemas.openxmlformats.org/officeDocument/2006/relationships/image" Target="../media/image804.png"/><Relationship Id="rId172" Type="http://schemas.openxmlformats.org/officeDocument/2006/relationships/customXml" Target="../ink/ink624.xml"/><Relationship Id="rId477" Type="http://schemas.openxmlformats.org/officeDocument/2006/relationships/image" Target="../media/image776.png"/><Relationship Id="rId337" Type="http://schemas.openxmlformats.org/officeDocument/2006/relationships/image" Target="../media/image706.png"/><Relationship Id="rId34" Type="http://schemas.openxmlformats.org/officeDocument/2006/relationships/customXml" Target="../ink/ink555.xml"/><Relationship Id="rId544" Type="http://schemas.openxmlformats.org/officeDocument/2006/relationships/customXml" Target="../ink/ink810.xml"/><Relationship Id="rId183" Type="http://schemas.openxmlformats.org/officeDocument/2006/relationships/image" Target="../media/image178.png"/><Relationship Id="rId390" Type="http://schemas.openxmlformats.org/officeDocument/2006/relationships/customXml" Target="../ink/ink733.xml"/><Relationship Id="rId404" Type="http://schemas.openxmlformats.org/officeDocument/2006/relationships/customXml" Target="../ink/ink740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88.png"/><Relationship Id="rId21" Type="http://schemas.openxmlformats.org/officeDocument/2006/relationships/image" Target="../media/image840.png"/><Relationship Id="rId42" Type="http://schemas.openxmlformats.org/officeDocument/2006/relationships/customXml" Target="../ink/ink852.xml"/><Relationship Id="rId63" Type="http://schemas.openxmlformats.org/officeDocument/2006/relationships/image" Target="../media/image861.png"/><Relationship Id="rId84" Type="http://schemas.openxmlformats.org/officeDocument/2006/relationships/customXml" Target="../ink/ink873.xml"/><Relationship Id="rId138" Type="http://schemas.openxmlformats.org/officeDocument/2006/relationships/customXml" Target="../ink/ink900.xml"/><Relationship Id="rId159" Type="http://schemas.openxmlformats.org/officeDocument/2006/relationships/image" Target="../media/image909.png"/><Relationship Id="rId170" Type="http://schemas.openxmlformats.org/officeDocument/2006/relationships/customXml" Target="../ink/ink916.xml"/><Relationship Id="rId191" Type="http://schemas.openxmlformats.org/officeDocument/2006/relationships/image" Target="../media/image925.png"/><Relationship Id="rId205" Type="http://schemas.openxmlformats.org/officeDocument/2006/relationships/image" Target="../media/image932.png"/><Relationship Id="rId226" Type="http://schemas.openxmlformats.org/officeDocument/2006/relationships/customXml" Target="../ink/ink944.xml"/><Relationship Id="rId247" Type="http://schemas.openxmlformats.org/officeDocument/2006/relationships/image" Target="../media/image953.png"/><Relationship Id="rId107" Type="http://schemas.openxmlformats.org/officeDocument/2006/relationships/image" Target="../media/image883.png"/><Relationship Id="rId11" Type="http://schemas.openxmlformats.org/officeDocument/2006/relationships/image" Target="../media/image836.png"/><Relationship Id="rId32" Type="http://schemas.openxmlformats.org/officeDocument/2006/relationships/customXml" Target="../ink/ink847.xml"/><Relationship Id="rId53" Type="http://schemas.openxmlformats.org/officeDocument/2006/relationships/image" Target="../media/image856.png"/><Relationship Id="rId74" Type="http://schemas.openxmlformats.org/officeDocument/2006/relationships/customXml" Target="../ink/ink868.xml"/><Relationship Id="rId128" Type="http://schemas.openxmlformats.org/officeDocument/2006/relationships/customXml" Target="../ink/ink895.xml"/><Relationship Id="rId149" Type="http://schemas.openxmlformats.org/officeDocument/2006/relationships/image" Target="../media/image904.png"/><Relationship Id="rId5" Type="http://schemas.openxmlformats.org/officeDocument/2006/relationships/image" Target="../media/image833.png"/><Relationship Id="rId95" Type="http://schemas.openxmlformats.org/officeDocument/2006/relationships/image" Target="../media/image877.png"/><Relationship Id="rId160" Type="http://schemas.openxmlformats.org/officeDocument/2006/relationships/customXml" Target="../ink/ink911.xml"/><Relationship Id="rId181" Type="http://schemas.openxmlformats.org/officeDocument/2006/relationships/image" Target="../media/image920.png"/><Relationship Id="rId216" Type="http://schemas.openxmlformats.org/officeDocument/2006/relationships/customXml" Target="../ink/ink939.xml"/><Relationship Id="rId237" Type="http://schemas.openxmlformats.org/officeDocument/2006/relationships/image" Target="../media/image948.png"/><Relationship Id="rId22" Type="http://schemas.openxmlformats.org/officeDocument/2006/relationships/customXml" Target="../ink/ink842.xml"/><Relationship Id="rId43" Type="http://schemas.openxmlformats.org/officeDocument/2006/relationships/image" Target="../media/image851.png"/><Relationship Id="rId64" Type="http://schemas.openxmlformats.org/officeDocument/2006/relationships/customXml" Target="../ink/ink863.xml"/><Relationship Id="rId118" Type="http://schemas.openxmlformats.org/officeDocument/2006/relationships/customXml" Target="../ink/ink890.xml"/><Relationship Id="rId139" Type="http://schemas.openxmlformats.org/officeDocument/2006/relationships/image" Target="../media/image899.png"/><Relationship Id="rId85" Type="http://schemas.openxmlformats.org/officeDocument/2006/relationships/image" Target="../media/image872.png"/><Relationship Id="rId150" Type="http://schemas.openxmlformats.org/officeDocument/2006/relationships/customXml" Target="../ink/ink906.xml"/><Relationship Id="rId171" Type="http://schemas.openxmlformats.org/officeDocument/2006/relationships/image" Target="../media/image915.png"/><Relationship Id="rId192" Type="http://schemas.openxmlformats.org/officeDocument/2006/relationships/customXml" Target="../ink/ink927.xml"/><Relationship Id="rId206" Type="http://schemas.openxmlformats.org/officeDocument/2006/relationships/customXml" Target="../ink/ink934.xml"/><Relationship Id="rId227" Type="http://schemas.openxmlformats.org/officeDocument/2006/relationships/image" Target="../media/image943.png"/><Relationship Id="rId248" Type="http://schemas.openxmlformats.org/officeDocument/2006/relationships/customXml" Target="../ink/ink955.xml"/><Relationship Id="rId12" Type="http://schemas.openxmlformats.org/officeDocument/2006/relationships/customXml" Target="../ink/ink837.xml"/><Relationship Id="rId33" Type="http://schemas.openxmlformats.org/officeDocument/2006/relationships/image" Target="../media/image846.png"/><Relationship Id="rId108" Type="http://schemas.openxmlformats.org/officeDocument/2006/relationships/customXml" Target="../ink/ink885.xml"/><Relationship Id="rId129" Type="http://schemas.openxmlformats.org/officeDocument/2006/relationships/image" Target="../media/image894.png"/><Relationship Id="rId54" Type="http://schemas.openxmlformats.org/officeDocument/2006/relationships/customXml" Target="../ink/ink858.xml"/><Relationship Id="rId75" Type="http://schemas.openxmlformats.org/officeDocument/2006/relationships/image" Target="../media/image867.png"/><Relationship Id="rId96" Type="http://schemas.openxmlformats.org/officeDocument/2006/relationships/customXml" Target="../ink/ink879.xml"/><Relationship Id="rId140" Type="http://schemas.openxmlformats.org/officeDocument/2006/relationships/customXml" Target="../ink/ink901.xml"/><Relationship Id="rId161" Type="http://schemas.openxmlformats.org/officeDocument/2006/relationships/image" Target="../media/image910.png"/><Relationship Id="rId182" Type="http://schemas.openxmlformats.org/officeDocument/2006/relationships/customXml" Target="../ink/ink922.xml"/><Relationship Id="rId217" Type="http://schemas.openxmlformats.org/officeDocument/2006/relationships/image" Target="../media/image938.png"/><Relationship Id="rId6" Type="http://schemas.openxmlformats.org/officeDocument/2006/relationships/customXml" Target="../ink/ink834.xml"/><Relationship Id="rId238" Type="http://schemas.openxmlformats.org/officeDocument/2006/relationships/customXml" Target="../ink/ink950.xml"/><Relationship Id="rId23" Type="http://schemas.openxmlformats.org/officeDocument/2006/relationships/image" Target="../media/image841.png"/><Relationship Id="rId119" Type="http://schemas.openxmlformats.org/officeDocument/2006/relationships/image" Target="../media/image889.png"/><Relationship Id="rId44" Type="http://schemas.openxmlformats.org/officeDocument/2006/relationships/customXml" Target="../ink/ink853.xml"/><Relationship Id="rId65" Type="http://schemas.openxmlformats.org/officeDocument/2006/relationships/image" Target="../media/image862.png"/><Relationship Id="rId86" Type="http://schemas.openxmlformats.org/officeDocument/2006/relationships/customXml" Target="../ink/ink874.xml"/><Relationship Id="rId130" Type="http://schemas.openxmlformats.org/officeDocument/2006/relationships/customXml" Target="../ink/ink896.xml"/><Relationship Id="rId151" Type="http://schemas.openxmlformats.org/officeDocument/2006/relationships/image" Target="../media/image905.png"/><Relationship Id="rId172" Type="http://schemas.openxmlformats.org/officeDocument/2006/relationships/customXml" Target="../ink/ink917.xml"/><Relationship Id="rId193" Type="http://schemas.openxmlformats.org/officeDocument/2006/relationships/image" Target="../media/image926.png"/><Relationship Id="rId207" Type="http://schemas.openxmlformats.org/officeDocument/2006/relationships/image" Target="../media/image933.png"/><Relationship Id="rId228" Type="http://schemas.openxmlformats.org/officeDocument/2006/relationships/customXml" Target="../ink/ink945.xml"/><Relationship Id="rId249" Type="http://schemas.openxmlformats.org/officeDocument/2006/relationships/image" Target="../media/image954.png"/><Relationship Id="rId13" Type="http://schemas.openxmlformats.org/officeDocument/2006/relationships/image" Target="../media/image837.png"/><Relationship Id="rId109" Type="http://schemas.openxmlformats.org/officeDocument/2006/relationships/image" Target="../media/image884.png"/><Relationship Id="rId34" Type="http://schemas.openxmlformats.org/officeDocument/2006/relationships/customXml" Target="../ink/ink848.xml"/><Relationship Id="rId55" Type="http://schemas.openxmlformats.org/officeDocument/2006/relationships/image" Target="../media/image857.png"/><Relationship Id="rId76" Type="http://schemas.openxmlformats.org/officeDocument/2006/relationships/customXml" Target="../ink/ink869.xml"/><Relationship Id="rId97" Type="http://schemas.openxmlformats.org/officeDocument/2006/relationships/image" Target="../media/image878.png"/><Relationship Id="rId120" Type="http://schemas.openxmlformats.org/officeDocument/2006/relationships/customXml" Target="../ink/ink891.xml"/><Relationship Id="rId141" Type="http://schemas.openxmlformats.org/officeDocument/2006/relationships/image" Target="../media/image900.png"/><Relationship Id="rId7" Type="http://schemas.openxmlformats.org/officeDocument/2006/relationships/image" Target="../media/image834.png"/><Relationship Id="rId162" Type="http://schemas.openxmlformats.org/officeDocument/2006/relationships/customXml" Target="../ink/ink912.xml"/><Relationship Id="rId183" Type="http://schemas.openxmlformats.org/officeDocument/2006/relationships/image" Target="../media/image921.png"/><Relationship Id="rId218" Type="http://schemas.openxmlformats.org/officeDocument/2006/relationships/customXml" Target="../ink/ink940.xml"/><Relationship Id="rId239" Type="http://schemas.openxmlformats.org/officeDocument/2006/relationships/image" Target="../media/image949.png"/><Relationship Id="rId250" Type="http://schemas.openxmlformats.org/officeDocument/2006/relationships/customXml" Target="../ink/ink956.xml"/><Relationship Id="rId24" Type="http://schemas.openxmlformats.org/officeDocument/2006/relationships/customXml" Target="../ink/ink843.xml"/><Relationship Id="rId45" Type="http://schemas.openxmlformats.org/officeDocument/2006/relationships/image" Target="../media/image852.png"/><Relationship Id="rId66" Type="http://schemas.openxmlformats.org/officeDocument/2006/relationships/customXml" Target="../ink/ink864.xml"/><Relationship Id="rId87" Type="http://schemas.openxmlformats.org/officeDocument/2006/relationships/image" Target="../media/image873.png"/><Relationship Id="rId110" Type="http://schemas.openxmlformats.org/officeDocument/2006/relationships/customXml" Target="../ink/ink886.xml"/><Relationship Id="rId131" Type="http://schemas.openxmlformats.org/officeDocument/2006/relationships/image" Target="../media/image895.png"/><Relationship Id="rId152" Type="http://schemas.openxmlformats.org/officeDocument/2006/relationships/customXml" Target="../ink/ink907.xml"/><Relationship Id="rId173" Type="http://schemas.openxmlformats.org/officeDocument/2006/relationships/image" Target="../media/image916.png"/><Relationship Id="rId194" Type="http://schemas.openxmlformats.org/officeDocument/2006/relationships/customXml" Target="../ink/ink928.xml"/><Relationship Id="rId208" Type="http://schemas.openxmlformats.org/officeDocument/2006/relationships/customXml" Target="../ink/ink935.xml"/><Relationship Id="rId229" Type="http://schemas.openxmlformats.org/officeDocument/2006/relationships/image" Target="../media/image944.png"/><Relationship Id="rId240" Type="http://schemas.openxmlformats.org/officeDocument/2006/relationships/customXml" Target="../ink/ink951.xml"/><Relationship Id="rId14" Type="http://schemas.openxmlformats.org/officeDocument/2006/relationships/customXml" Target="../ink/ink838.xml"/><Relationship Id="rId35" Type="http://schemas.openxmlformats.org/officeDocument/2006/relationships/image" Target="../media/image847.png"/><Relationship Id="rId56" Type="http://schemas.openxmlformats.org/officeDocument/2006/relationships/customXml" Target="../ink/ink859.xml"/><Relationship Id="rId77" Type="http://schemas.openxmlformats.org/officeDocument/2006/relationships/image" Target="../media/image868.png"/><Relationship Id="rId100" Type="http://schemas.openxmlformats.org/officeDocument/2006/relationships/customXml" Target="../ink/ink881.xml"/><Relationship Id="rId8" Type="http://schemas.openxmlformats.org/officeDocument/2006/relationships/customXml" Target="../ink/ink835.xml"/><Relationship Id="rId98" Type="http://schemas.openxmlformats.org/officeDocument/2006/relationships/customXml" Target="../ink/ink880.xml"/><Relationship Id="rId121" Type="http://schemas.openxmlformats.org/officeDocument/2006/relationships/image" Target="../media/image890.png"/><Relationship Id="rId142" Type="http://schemas.openxmlformats.org/officeDocument/2006/relationships/customXml" Target="../ink/ink902.xml"/><Relationship Id="rId163" Type="http://schemas.openxmlformats.org/officeDocument/2006/relationships/image" Target="../media/image911.png"/><Relationship Id="rId184" Type="http://schemas.openxmlformats.org/officeDocument/2006/relationships/customXml" Target="../ink/ink923.xml"/><Relationship Id="rId219" Type="http://schemas.openxmlformats.org/officeDocument/2006/relationships/image" Target="../media/image939.png"/><Relationship Id="rId230" Type="http://schemas.openxmlformats.org/officeDocument/2006/relationships/customXml" Target="../ink/ink946.xml"/><Relationship Id="rId251" Type="http://schemas.openxmlformats.org/officeDocument/2006/relationships/image" Target="../media/image955.png"/><Relationship Id="rId25" Type="http://schemas.openxmlformats.org/officeDocument/2006/relationships/image" Target="../media/image842.png"/><Relationship Id="rId46" Type="http://schemas.openxmlformats.org/officeDocument/2006/relationships/customXml" Target="../ink/ink854.xml"/><Relationship Id="rId67" Type="http://schemas.openxmlformats.org/officeDocument/2006/relationships/image" Target="../media/image863.png"/><Relationship Id="rId88" Type="http://schemas.openxmlformats.org/officeDocument/2006/relationships/customXml" Target="../ink/ink875.xml"/><Relationship Id="rId111" Type="http://schemas.openxmlformats.org/officeDocument/2006/relationships/image" Target="../media/image885.png"/><Relationship Id="rId132" Type="http://schemas.openxmlformats.org/officeDocument/2006/relationships/customXml" Target="../ink/ink897.xml"/><Relationship Id="rId153" Type="http://schemas.openxmlformats.org/officeDocument/2006/relationships/image" Target="../media/image906.png"/><Relationship Id="rId174" Type="http://schemas.openxmlformats.org/officeDocument/2006/relationships/customXml" Target="../ink/ink918.xml"/><Relationship Id="rId195" Type="http://schemas.openxmlformats.org/officeDocument/2006/relationships/image" Target="../media/image927.png"/><Relationship Id="rId209" Type="http://schemas.openxmlformats.org/officeDocument/2006/relationships/image" Target="../media/image934.png"/><Relationship Id="rId220" Type="http://schemas.openxmlformats.org/officeDocument/2006/relationships/customXml" Target="../ink/ink941.xml"/><Relationship Id="rId241" Type="http://schemas.openxmlformats.org/officeDocument/2006/relationships/image" Target="../media/image950.png"/><Relationship Id="rId15" Type="http://schemas.openxmlformats.org/officeDocument/2006/relationships/image" Target="../media/image838.png"/><Relationship Id="rId36" Type="http://schemas.openxmlformats.org/officeDocument/2006/relationships/customXml" Target="../ink/ink849.xml"/><Relationship Id="rId57" Type="http://schemas.openxmlformats.org/officeDocument/2006/relationships/image" Target="../media/image858.png"/><Relationship Id="rId78" Type="http://schemas.openxmlformats.org/officeDocument/2006/relationships/customXml" Target="../ink/ink870.xml"/><Relationship Id="rId99" Type="http://schemas.openxmlformats.org/officeDocument/2006/relationships/image" Target="../media/image879.png"/><Relationship Id="rId101" Type="http://schemas.openxmlformats.org/officeDocument/2006/relationships/image" Target="../media/image880.png"/><Relationship Id="rId122" Type="http://schemas.openxmlformats.org/officeDocument/2006/relationships/customXml" Target="../ink/ink892.xml"/><Relationship Id="rId143" Type="http://schemas.openxmlformats.org/officeDocument/2006/relationships/image" Target="../media/image901.png"/><Relationship Id="rId164" Type="http://schemas.openxmlformats.org/officeDocument/2006/relationships/customXml" Target="../ink/ink913.xml"/><Relationship Id="rId185" Type="http://schemas.openxmlformats.org/officeDocument/2006/relationships/image" Target="../media/image922.png"/><Relationship Id="rId9" Type="http://schemas.openxmlformats.org/officeDocument/2006/relationships/image" Target="../media/image835.png"/><Relationship Id="rId210" Type="http://schemas.openxmlformats.org/officeDocument/2006/relationships/customXml" Target="../ink/ink936.xml"/><Relationship Id="rId26" Type="http://schemas.openxmlformats.org/officeDocument/2006/relationships/customXml" Target="../ink/ink844.xml"/><Relationship Id="rId231" Type="http://schemas.openxmlformats.org/officeDocument/2006/relationships/image" Target="../media/image945.png"/><Relationship Id="rId252" Type="http://schemas.openxmlformats.org/officeDocument/2006/relationships/customXml" Target="../ink/ink957.xml"/><Relationship Id="rId47" Type="http://schemas.openxmlformats.org/officeDocument/2006/relationships/image" Target="../media/image853.png"/><Relationship Id="rId68" Type="http://schemas.openxmlformats.org/officeDocument/2006/relationships/customXml" Target="../ink/ink865.xml"/><Relationship Id="rId89" Type="http://schemas.openxmlformats.org/officeDocument/2006/relationships/image" Target="../media/image874.png"/><Relationship Id="rId112" Type="http://schemas.openxmlformats.org/officeDocument/2006/relationships/customXml" Target="../ink/ink887.xml"/><Relationship Id="rId133" Type="http://schemas.openxmlformats.org/officeDocument/2006/relationships/image" Target="../media/image896.png"/><Relationship Id="rId154" Type="http://schemas.openxmlformats.org/officeDocument/2006/relationships/customXml" Target="../ink/ink908.xml"/><Relationship Id="rId175" Type="http://schemas.openxmlformats.org/officeDocument/2006/relationships/image" Target="../media/image917.png"/><Relationship Id="rId196" Type="http://schemas.openxmlformats.org/officeDocument/2006/relationships/customXml" Target="../ink/ink929.xml"/><Relationship Id="rId200" Type="http://schemas.openxmlformats.org/officeDocument/2006/relationships/customXml" Target="../ink/ink931.xml"/><Relationship Id="rId16" Type="http://schemas.openxmlformats.org/officeDocument/2006/relationships/customXml" Target="../ink/ink839.xml"/><Relationship Id="rId221" Type="http://schemas.openxmlformats.org/officeDocument/2006/relationships/image" Target="../media/image940.png"/><Relationship Id="rId242" Type="http://schemas.openxmlformats.org/officeDocument/2006/relationships/customXml" Target="../ink/ink952.xml"/><Relationship Id="rId37" Type="http://schemas.openxmlformats.org/officeDocument/2006/relationships/image" Target="../media/image848.png"/><Relationship Id="rId58" Type="http://schemas.openxmlformats.org/officeDocument/2006/relationships/customXml" Target="../ink/ink860.xml"/><Relationship Id="rId79" Type="http://schemas.openxmlformats.org/officeDocument/2006/relationships/image" Target="../media/image869.png"/><Relationship Id="rId102" Type="http://schemas.openxmlformats.org/officeDocument/2006/relationships/customXml" Target="../ink/ink882.xml"/><Relationship Id="rId123" Type="http://schemas.openxmlformats.org/officeDocument/2006/relationships/image" Target="../media/image891.png"/><Relationship Id="rId144" Type="http://schemas.openxmlformats.org/officeDocument/2006/relationships/customXml" Target="../ink/ink903.xml"/><Relationship Id="rId90" Type="http://schemas.openxmlformats.org/officeDocument/2006/relationships/customXml" Target="../ink/ink876.xml"/><Relationship Id="rId165" Type="http://schemas.openxmlformats.org/officeDocument/2006/relationships/image" Target="../media/image912.png"/><Relationship Id="rId186" Type="http://schemas.openxmlformats.org/officeDocument/2006/relationships/customXml" Target="../ink/ink924.xml"/><Relationship Id="rId211" Type="http://schemas.openxmlformats.org/officeDocument/2006/relationships/image" Target="../media/image935.png"/><Relationship Id="rId232" Type="http://schemas.openxmlformats.org/officeDocument/2006/relationships/customXml" Target="../ink/ink947.xml"/><Relationship Id="rId253" Type="http://schemas.openxmlformats.org/officeDocument/2006/relationships/image" Target="../media/image956.png"/><Relationship Id="rId27" Type="http://schemas.openxmlformats.org/officeDocument/2006/relationships/image" Target="../media/image843.png"/><Relationship Id="rId48" Type="http://schemas.openxmlformats.org/officeDocument/2006/relationships/customXml" Target="../ink/ink855.xml"/><Relationship Id="rId69" Type="http://schemas.openxmlformats.org/officeDocument/2006/relationships/image" Target="../media/image864.png"/><Relationship Id="rId113" Type="http://schemas.openxmlformats.org/officeDocument/2006/relationships/image" Target="../media/image886.png"/><Relationship Id="rId134" Type="http://schemas.openxmlformats.org/officeDocument/2006/relationships/customXml" Target="../ink/ink898.xml"/><Relationship Id="rId80" Type="http://schemas.openxmlformats.org/officeDocument/2006/relationships/customXml" Target="../ink/ink871.xml"/><Relationship Id="rId155" Type="http://schemas.openxmlformats.org/officeDocument/2006/relationships/image" Target="../media/image907.png"/><Relationship Id="rId176" Type="http://schemas.openxmlformats.org/officeDocument/2006/relationships/customXml" Target="../ink/ink919.xml"/><Relationship Id="rId197" Type="http://schemas.openxmlformats.org/officeDocument/2006/relationships/image" Target="../media/image928.png"/><Relationship Id="rId201" Type="http://schemas.openxmlformats.org/officeDocument/2006/relationships/image" Target="../media/image930.png"/><Relationship Id="rId222" Type="http://schemas.openxmlformats.org/officeDocument/2006/relationships/customXml" Target="../ink/ink942.xml"/><Relationship Id="rId243" Type="http://schemas.openxmlformats.org/officeDocument/2006/relationships/image" Target="../media/image951.png"/><Relationship Id="rId17" Type="http://schemas.openxmlformats.org/officeDocument/2006/relationships/image" Target="../media/image394.png"/><Relationship Id="rId38" Type="http://schemas.openxmlformats.org/officeDocument/2006/relationships/customXml" Target="../ink/ink850.xml"/><Relationship Id="rId59" Type="http://schemas.openxmlformats.org/officeDocument/2006/relationships/image" Target="../media/image859.png"/><Relationship Id="rId103" Type="http://schemas.openxmlformats.org/officeDocument/2006/relationships/image" Target="../media/image881.png"/><Relationship Id="rId124" Type="http://schemas.openxmlformats.org/officeDocument/2006/relationships/customXml" Target="../ink/ink893.xml"/><Relationship Id="rId70" Type="http://schemas.openxmlformats.org/officeDocument/2006/relationships/customXml" Target="../ink/ink866.xml"/><Relationship Id="rId91" Type="http://schemas.openxmlformats.org/officeDocument/2006/relationships/image" Target="../media/image875.png"/><Relationship Id="rId145" Type="http://schemas.openxmlformats.org/officeDocument/2006/relationships/image" Target="../media/image902.png"/><Relationship Id="rId166" Type="http://schemas.openxmlformats.org/officeDocument/2006/relationships/customXml" Target="../ink/ink914.xml"/><Relationship Id="rId187" Type="http://schemas.openxmlformats.org/officeDocument/2006/relationships/image" Target="../media/image92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37.xml"/><Relationship Id="rId233" Type="http://schemas.openxmlformats.org/officeDocument/2006/relationships/image" Target="../media/image946.png"/><Relationship Id="rId28" Type="http://schemas.openxmlformats.org/officeDocument/2006/relationships/customXml" Target="../ink/ink845.xml"/><Relationship Id="rId49" Type="http://schemas.openxmlformats.org/officeDocument/2006/relationships/image" Target="../media/image854.png"/><Relationship Id="rId114" Type="http://schemas.openxmlformats.org/officeDocument/2006/relationships/customXml" Target="../ink/ink888.xml"/><Relationship Id="rId60" Type="http://schemas.openxmlformats.org/officeDocument/2006/relationships/customXml" Target="../ink/ink861.xml"/><Relationship Id="rId81" Type="http://schemas.openxmlformats.org/officeDocument/2006/relationships/image" Target="../media/image870.png"/><Relationship Id="rId135" Type="http://schemas.openxmlformats.org/officeDocument/2006/relationships/image" Target="../media/image897.png"/><Relationship Id="rId156" Type="http://schemas.openxmlformats.org/officeDocument/2006/relationships/customXml" Target="../ink/ink909.xml"/><Relationship Id="rId177" Type="http://schemas.openxmlformats.org/officeDocument/2006/relationships/image" Target="../media/image918.png"/><Relationship Id="rId198" Type="http://schemas.openxmlformats.org/officeDocument/2006/relationships/customXml" Target="../ink/ink930.xml"/><Relationship Id="rId202" Type="http://schemas.openxmlformats.org/officeDocument/2006/relationships/customXml" Target="../ink/ink932.xml"/><Relationship Id="rId223" Type="http://schemas.openxmlformats.org/officeDocument/2006/relationships/image" Target="../media/image941.png"/><Relationship Id="rId244" Type="http://schemas.openxmlformats.org/officeDocument/2006/relationships/customXml" Target="../ink/ink953.xml"/><Relationship Id="rId18" Type="http://schemas.openxmlformats.org/officeDocument/2006/relationships/customXml" Target="../ink/ink840.xml"/><Relationship Id="rId39" Type="http://schemas.openxmlformats.org/officeDocument/2006/relationships/image" Target="../media/image849.png"/><Relationship Id="rId50" Type="http://schemas.openxmlformats.org/officeDocument/2006/relationships/customXml" Target="../ink/ink856.xml"/><Relationship Id="rId104" Type="http://schemas.openxmlformats.org/officeDocument/2006/relationships/customXml" Target="../ink/ink883.xml"/><Relationship Id="rId125" Type="http://schemas.openxmlformats.org/officeDocument/2006/relationships/image" Target="../media/image892.png"/><Relationship Id="rId146" Type="http://schemas.openxmlformats.org/officeDocument/2006/relationships/customXml" Target="../ink/ink904.xml"/><Relationship Id="rId167" Type="http://schemas.openxmlformats.org/officeDocument/2006/relationships/image" Target="../media/image913.png"/><Relationship Id="rId188" Type="http://schemas.openxmlformats.org/officeDocument/2006/relationships/customXml" Target="../ink/ink925.xml"/><Relationship Id="rId71" Type="http://schemas.openxmlformats.org/officeDocument/2006/relationships/image" Target="../media/image865.png"/><Relationship Id="rId92" Type="http://schemas.openxmlformats.org/officeDocument/2006/relationships/customXml" Target="../ink/ink877.xml"/><Relationship Id="rId213" Type="http://schemas.openxmlformats.org/officeDocument/2006/relationships/image" Target="../media/image936.png"/><Relationship Id="rId234" Type="http://schemas.openxmlformats.org/officeDocument/2006/relationships/customXml" Target="../ink/ink948.xml"/><Relationship Id="rId2" Type="http://schemas.openxmlformats.org/officeDocument/2006/relationships/customXml" Target="../ink/ink832.xml"/><Relationship Id="rId29" Type="http://schemas.openxmlformats.org/officeDocument/2006/relationships/image" Target="../media/image844.png"/><Relationship Id="rId40" Type="http://schemas.openxmlformats.org/officeDocument/2006/relationships/customXml" Target="../ink/ink851.xml"/><Relationship Id="rId115" Type="http://schemas.openxmlformats.org/officeDocument/2006/relationships/image" Target="../media/image887.png"/><Relationship Id="rId136" Type="http://schemas.openxmlformats.org/officeDocument/2006/relationships/customXml" Target="../ink/ink899.xml"/><Relationship Id="rId157" Type="http://schemas.openxmlformats.org/officeDocument/2006/relationships/image" Target="../media/image908.png"/><Relationship Id="rId178" Type="http://schemas.openxmlformats.org/officeDocument/2006/relationships/customXml" Target="../ink/ink920.xml"/><Relationship Id="rId61" Type="http://schemas.openxmlformats.org/officeDocument/2006/relationships/image" Target="../media/image860.png"/><Relationship Id="rId82" Type="http://schemas.openxmlformats.org/officeDocument/2006/relationships/customXml" Target="../ink/ink872.xml"/><Relationship Id="rId199" Type="http://schemas.openxmlformats.org/officeDocument/2006/relationships/image" Target="../media/image929.png"/><Relationship Id="rId203" Type="http://schemas.openxmlformats.org/officeDocument/2006/relationships/image" Target="../media/image931.png"/><Relationship Id="rId19" Type="http://schemas.openxmlformats.org/officeDocument/2006/relationships/image" Target="../media/image839.png"/><Relationship Id="rId224" Type="http://schemas.openxmlformats.org/officeDocument/2006/relationships/customXml" Target="../ink/ink943.xml"/><Relationship Id="rId245" Type="http://schemas.openxmlformats.org/officeDocument/2006/relationships/image" Target="../media/image952.png"/><Relationship Id="rId30" Type="http://schemas.openxmlformats.org/officeDocument/2006/relationships/customXml" Target="../ink/ink846.xml"/><Relationship Id="rId105" Type="http://schemas.openxmlformats.org/officeDocument/2006/relationships/image" Target="../media/image882.png"/><Relationship Id="rId126" Type="http://schemas.openxmlformats.org/officeDocument/2006/relationships/customXml" Target="../ink/ink894.xml"/><Relationship Id="rId147" Type="http://schemas.openxmlformats.org/officeDocument/2006/relationships/image" Target="../media/image903.png"/><Relationship Id="rId168" Type="http://schemas.openxmlformats.org/officeDocument/2006/relationships/customXml" Target="../ink/ink915.xml"/><Relationship Id="rId51" Type="http://schemas.openxmlformats.org/officeDocument/2006/relationships/image" Target="../media/image855.png"/><Relationship Id="rId72" Type="http://schemas.openxmlformats.org/officeDocument/2006/relationships/customXml" Target="../ink/ink867.xml"/><Relationship Id="rId93" Type="http://schemas.openxmlformats.org/officeDocument/2006/relationships/image" Target="../media/image876.png"/><Relationship Id="rId189" Type="http://schemas.openxmlformats.org/officeDocument/2006/relationships/image" Target="../media/image924.png"/><Relationship Id="rId3" Type="http://schemas.openxmlformats.org/officeDocument/2006/relationships/image" Target="../media/image832.png"/><Relationship Id="rId214" Type="http://schemas.openxmlformats.org/officeDocument/2006/relationships/customXml" Target="../ink/ink938.xml"/><Relationship Id="rId235" Type="http://schemas.openxmlformats.org/officeDocument/2006/relationships/image" Target="../media/image947.png"/><Relationship Id="rId116" Type="http://schemas.openxmlformats.org/officeDocument/2006/relationships/customXml" Target="../ink/ink889.xml"/><Relationship Id="rId137" Type="http://schemas.openxmlformats.org/officeDocument/2006/relationships/image" Target="../media/image898.png"/><Relationship Id="rId158" Type="http://schemas.openxmlformats.org/officeDocument/2006/relationships/customXml" Target="../ink/ink910.xml"/><Relationship Id="rId20" Type="http://schemas.openxmlformats.org/officeDocument/2006/relationships/customXml" Target="../ink/ink841.xml"/><Relationship Id="rId41" Type="http://schemas.openxmlformats.org/officeDocument/2006/relationships/image" Target="../media/image850.png"/><Relationship Id="rId62" Type="http://schemas.openxmlformats.org/officeDocument/2006/relationships/customXml" Target="../ink/ink862.xml"/><Relationship Id="rId83" Type="http://schemas.openxmlformats.org/officeDocument/2006/relationships/image" Target="../media/image871.png"/><Relationship Id="rId179" Type="http://schemas.openxmlformats.org/officeDocument/2006/relationships/image" Target="../media/image919.png"/><Relationship Id="rId190" Type="http://schemas.openxmlformats.org/officeDocument/2006/relationships/customXml" Target="../ink/ink926.xml"/><Relationship Id="rId204" Type="http://schemas.openxmlformats.org/officeDocument/2006/relationships/customXml" Target="../ink/ink933.xml"/><Relationship Id="rId225" Type="http://schemas.openxmlformats.org/officeDocument/2006/relationships/image" Target="../media/image942.png"/><Relationship Id="rId246" Type="http://schemas.openxmlformats.org/officeDocument/2006/relationships/customXml" Target="../ink/ink954.xml"/><Relationship Id="rId106" Type="http://schemas.openxmlformats.org/officeDocument/2006/relationships/customXml" Target="../ink/ink884.xml"/><Relationship Id="rId127" Type="http://schemas.openxmlformats.org/officeDocument/2006/relationships/image" Target="../media/image893.png"/><Relationship Id="rId10" Type="http://schemas.openxmlformats.org/officeDocument/2006/relationships/customXml" Target="../ink/ink836.xml"/><Relationship Id="rId31" Type="http://schemas.openxmlformats.org/officeDocument/2006/relationships/image" Target="../media/image845.png"/><Relationship Id="rId52" Type="http://schemas.openxmlformats.org/officeDocument/2006/relationships/customXml" Target="../ink/ink857.xml"/><Relationship Id="rId73" Type="http://schemas.openxmlformats.org/officeDocument/2006/relationships/image" Target="../media/image866.png"/><Relationship Id="rId94" Type="http://schemas.openxmlformats.org/officeDocument/2006/relationships/customXml" Target="../ink/ink878.xml"/><Relationship Id="rId148" Type="http://schemas.openxmlformats.org/officeDocument/2006/relationships/customXml" Target="../ink/ink905.xml"/><Relationship Id="rId169" Type="http://schemas.openxmlformats.org/officeDocument/2006/relationships/image" Target="../media/image914.png"/><Relationship Id="rId4" Type="http://schemas.openxmlformats.org/officeDocument/2006/relationships/customXml" Target="../ink/ink833.xml"/><Relationship Id="rId180" Type="http://schemas.openxmlformats.org/officeDocument/2006/relationships/customXml" Target="../ink/ink921.xml"/><Relationship Id="rId215" Type="http://schemas.openxmlformats.org/officeDocument/2006/relationships/image" Target="../media/image937.png"/><Relationship Id="rId236" Type="http://schemas.openxmlformats.org/officeDocument/2006/relationships/customXml" Target="../ink/ink949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14.png"/><Relationship Id="rId21" Type="http://schemas.openxmlformats.org/officeDocument/2006/relationships/image" Target="../media/image966.png"/><Relationship Id="rId63" Type="http://schemas.openxmlformats.org/officeDocument/2006/relationships/image" Target="../media/image987.png"/><Relationship Id="rId159" Type="http://schemas.openxmlformats.org/officeDocument/2006/relationships/image" Target="../media/image1035.png"/><Relationship Id="rId170" Type="http://schemas.openxmlformats.org/officeDocument/2006/relationships/customXml" Target="../ink/ink1042.xml"/><Relationship Id="rId226" Type="http://schemas.openxmlformats.org/officeDocument/2006/relationships/customXml" Target="../ink/ink1070.xml"/><Relationship Id="rId268" Type="http://schemas.openxmlformats.org/officeDocument/2006/relationships/customXml" Target="../ink/ink1091.xml"/><Relationship Id="rId32" Type="http://schemas.openxmlformats.org/officeDocument/2006/relationships/customXml" Target="../ink/ink973.xml"/><Relationship Id="rId74" Type="http://schemas.openxmlformats.org/officeDocument/2006/relationships/customXml" Target="../ink/ink994.xml"/><Relationship Id="rId128" Type="http://schemas.openxmlformats.org/officeDocument/2006/relationships/customXml" Target="../ink/ink1021.xml"/><Relationship Id="rId5" Type="http://schemas.openxmlformats.org/officeDocument/2006/relationships/image" Target="../media/image958.png"/><Relationship Id="rId181" Type="http://schemas.openxmlformats.org/officeDocument/2006/relationships/image" Target="../media/image1046.png"/><Relationship Id="rId237" Type="http://schemas.openxmlformats.org/officeDocument/2006/relationships/image" Target="../media/image1074.png"/><Relationship Id="rId258" Type="http://schemas.openxmlformats.org/officeDocument/2006/relationships/customXml" Target="../ink/ink1086.xml"/><Relationship Id="rId279" Type="http://schemas.openxmlformats.org/officeDocument/2006/relationships/image" Target="../media/image1095.png"/><Relationship Id="rId22" Type="http://schemas.openxmlformats.org/officeDocument/2006/relationships/customXml" Target="../ink/ink968.xml"/><Relationship Id="rId43" Type="http://schemas.openxmlformats.org/officeDocument/2006/relationships/image" Target="../media/image977.png"/><Relationship Id="rId64" Type="http://schemas.openxmlformats.org/officeDocument/2006/relationships/customXml" Target="../ink/ink989.xml"/><Relationship Id="rId118" Type="http://schemas.openxmlformats.org/officeDocument/2006/relationships/customXml" Target="../ink/ink1016.xml"/><Relationship Id="rId139" Type="http://schemas.openxmlformats.org/officeDocument/2006/relationships/image" Target="../media/image1025.png"/><Relationship Id="rId85" Type="http://schemas.openxmlformats.org/officeDocument/2006/relationships/image" Target="../media/image998.png"/><Relationship Id="rId150" Type="http://schemas.openxmlformats.org/officeDocument/2006/relationships/customXml" Target="../ink/ink1032.xml"/><Relationship Id="rId171" Type="http://schemas.openxmlformats.org/officeDocument/2006/relationships/image" Target="../media/image1041.png"/><Relationship Id="rId192" Type="http://schemas.openxmlformats.org/officeDocument/2006/relationships/customXml" Target="../ink/ink1053.xml"/><Relationship Id="rId206" Type="http://schemas.openxmlformats.org/officeDocument/2006/relationships/customXml" Target="../ink/ink1060.xml"/><Relationship Id="rId227" Type="http://schemas.openxmlformats.org/officeDocument/2006/relationships/image" Target="../media/image1069.png"/><Relationship Id="rId248" Type="http://schemas.openxmlformats.org/officeDocument/2006/relationships/customXml" Target="../ink/ink1081.xml"/><Relationship Id="rId269" Type="http://schemas.openxmlformats.org/officeDocument/2006/relationships/image" Target="../media/image1090.png"/><Relationship Id="rId12" Type="http://schemas.openxmlformats.org/officeDocument/2006/relationships/customXml" Target="../ink/ink963.xml"/><Relationship Id="rId33" Type="http://schemas.openxmlformats.org/officeDocument/2006/relationships/image" Target="../media/image972.png"/><Relationship Id="rId108" Type="http://schemas.openxmlformats.org/officeDocument/2006/relationships/customXml" Target="../ink/ink1011.xml"/><Relationship Id="rId129" Type="http://schemas.openxmlformats.org/officeDocument/2006/relationships/image" Target="../media/image1020.png"/><Relationship Id="rId54" Type="http://schemas.openxmlformats.org/officeDocument/2006/relationships/customXml" Target="../ink/ink984.xml"/><Relationship Id="rId75" Type="http://schemas.openxmlformats.org/officeDocument/2006/relationships/image" Target="../media/image993.png"/><Relationship Id="rId96" Type="http://schemas.openxmlformats.org/officeDocument/2006/relationships/customXml" Target="../ink/ink1005.xml"/><Relationship Id="rId140" Type="http://schemas.openxmlformats.org/officeDocument/2006/relationships/customXml" Target="../ink/ink1027.xml"/><Relationship Id="rId161" Type="http://schemas.openxmlformats.org/officeDocument/2006/relationships/image" Target="../media/image1036.png"/><Relationship Id="rId182" Type="http://schemas.openxmlformats.org/officeDocument/2006/relationships/customXml" Target="../ink/ink1048.xml"/><Relationship Id="rId217" Type="http://schemas.openxmlformats.org/officeDocument/2006/relationships/image" Target="../media/image1064.png"/><Relationship Id="rId6" Type="http://schemas.openxmlformats.org/officeDocument/2006/relationships/customXml" Target="../ink/ink960.xml"/><Relationship Id="rId238" Type="http://schemas.openxmlformats.org/officeDocument/2006/relationships/customXml" Target="../ink/ink1076.xml"/><Relationship Id="rId259" Type="http://schemas.openxmlformats.org/officeDocument/2006/relationships/image" Target="../media/image1085.png"/><Relationship Id="rId23" Type="http://schemas.openxmlformats.org/officeDocument/2006/relationships/image" Target="../media/image967.png"/><Relationship Id="rId119" Type="http://schemas.openxmlformats.org/officeDocument/2006/relationships/image" Target="../media/image1015.png"/><Relationship Id="rId270" Type="http://schemas.openxmlformats.org/officeDocument/2006/relationships/customXml" Target="../ink/ink1092.xml"/><Relationship Id="rId44" Type="http://schemas.openxmlformats.org/officeDocument/2006/relationships/customXml" Target="../ink/ink979.xml"/><Relationship Id="rId65" Type="http://schemas.openxmlformats.org/officeDocument/2006/relationships/image" Target="../media/image988.png"/><Relationship Id="rId86" Type="http://schemas.openxmlformats.org/officeDocument/2006/relationships/customXml" Target="../ink/ink1000.xml"/><Relationship Id="rId130" Type="http://schemas.openxmlformats.org/officeDocument/2006/relationships/customXml" Target="../ink/ink1022.xml"/><Relationship Id="rId151" Type="http://schemas.openxmlformats.org/officeDocument/2006/relationships/image" Target="../media/image1031.png"/><Relationship Id="rId172" Type="http://schemas.openxmlformats.org/officeDocument/2006/relationships/customXml" Target="../ink/ink1043.xml"/><Relationship Id="rId193" Type="http://schemas.openxmlformats.org/officeDocument/2006/relationships/image" Target="../media/image1052.png"/><Relationship Id="rId207" Type="http://schemas.openxmlformats.org/officeDocument/2006/relationships/image" Target="../media/image1059.png"/><Relationship Id="rId228" Type="http://schemas.openxmlformats.org/officeDocument/2006/relationships/customXml" Target="../ink/ink1071.xml"/><Relationship Id="rId249" Type="http://schemas.openxmlformats.org/officeDocument/2006/relationships/image" Target="../media/image1080.png"/><Relationship Id="rId13" Type="http://schemas.openxmlformats.org/officeDocument/2006/relationships/image" Target="../media/image962.png"/><Relationship Id="rId109" Type="http://schemas.openxmlformats.org/officeDocument/2006/relationships/image" Target="../media/image1010.png"/><Relationship Id="rId260" Type="http://schemas.openxmlformats.org/officeDocument/2006/relationships/customXml" Target="../ink/ink1087.xml"/><Relationship Id="rId34" Type="http://schemas.openxmlformats.org/officeDocument/2006/relationships/customXml" Target="../ink/ink974.xml"/><Relationship Id="rId55" Type="http://schemas.openxmlformats.org/officeDocument/2006/relationships/image" Target="../media/image983.png"/><Relationship Id="rId76" Type="http://schemas.openxmlformats.org/officeDocument/2006/relationships/customXml" Target="../ink/ink995.xml"/><Relationship Id="rId97" Type="http://schemas.openxmlformats.org/officeDocument/2006/relationships/image" Target="../media/image1004.png"/><Relationship Id="rId120" Type="http://schemas.openxmlformats.org/officeDocument/2006/relationships/customXml" Target="../ink/ink1017.xml"/><Relationship Id="rId141" Type="http://schemas.openxmlformats.org/officeDocument/2006/relationships/image" Target="../media/image1026.png"/><Relationship Id="rId7" Type="http://schemas.openxmlformats.org/officeDocument/2006/relationships/image" Target="../media/image959.png"/><Relationship Id="rId162" Type="http://schemas.openxmlformats.org/officeDocument/2006/relationships/customXml" Target="../ink/ink1038.xml"/><Relationship Id="rId183" Type="http://schemas.openxmlformats.org/officeDocument/2006/relationships/image" Target="../media/image1047.png"/><Relationship Id="rId218" Type="http://schemas.openxmlformats.org/officeDocument/2006/relationships/customXml" Target="../ink/ink1066.xml"/><Relationship Id="rId239" Type="http://schemas.openxmlformats.org/officeDocument/2006/relationships/image" Target="../media/image1075.png"/><Relationship Id="rId250" Type="http://schemas.openxmlformats.org/officeDocument/2006/relationships/customXml" Target="../ink/ink1082.xml"/><Relationship Id="rId271" Type="http://schemas.openxmlformats.org/officeDocument/2006/relationships/image" Target="../media/image1091.png"/><Relationship Id="rId24" Type="http://schemas.openxmlformats.org/officeDocument/2006/relationships/customXml" Target="../ink/ink969.xml"/><Relationship Id="rId45" Type="http://schemas.openxmlformats.org/officeDocument/2006/relationships/image" Target="../media/image978.png"/><Relationship Id="rId66" Type="http://schemas.openxmlformats.org/officeDocument/2006/relationships/customXml" Target="../ink/ink990.xml"/><Relationship Id="rId87" Type="http://schemas.openxmlformats.org/officeDocument/2006/relationships/image" Target="../media/image999.png"/><Relationship Id="rId110" Type="http://schemas.openxmlformats.org/officeDocument/2006/relationships/customXml" Target="../ink/ink1012.xml"/><Relationship Id="rId131" Type="http://schemas.openxmlformats.org/officeDocument/2006/relationships/image" Target="../media/image1021.png"/><Relationship Id="rId152" Type="http://schemas.openxmlformats.org/officeDocument/2006/relationships/customXml" Target="../ink/ink1033.xml"/><Relationship Id="rId173" Type="http://schemas.openxmlformats.org/officeDocument/2006/relationships/image" Target="../media/image1042.png"/><Relationship Id="rId194" Type="http://schemas.openxmlformats.org/officeDocument/2006/relationships/customXml" Target="../ink/ink1054.xml"/><Relationship Id="rId208" Type="http://schemas.openxmlformats.org/officeDocument/2006/relationships/customXml" Target="../ink/ink1061.xml"/><Relationship Id="rId229" Type="http://schemas.openxmlformats.org/officeDocument/2006/relationships/image" Target="../media/image1070.png"/><Relationship Id="rId240" Type="http://schemas.openxmlformats.org/officeDocument/2006/relationships/customXml" Target="../ink/ink1077.xml"/><Relationship Id="rId261" Type="http://schemas.openxmlformats.org/officeDocument/2006/relationships/image" Target="../media/image1086.png"/><Relationship Id="rId14" Type="http://schemas.openxmlformats.org/officeDocument/2006/relationships/customXml" Target="../ink/ink964.xml"/><Relationship Id="rId35" Type="http://schemas.openxmlformats.org/officeDocument/2006/relationships/image" Target="../media/image973.png"/><Relationship Id="rId56" Type="http://schemas.openxmlformats.org/officeDocument/2006/relationships/customXml" Target="../ink/ink985.xml"/><Relationship Id="rId77" Type="http://schemas.openxmlformats.org/officeDocument/2006/relationships/image" Target="../media/image994.png"/><Relationship Id="rId100" Type="http://schemas.openxmlformats.org/officeDocument/2006/relationships/customXml" Target="../ink/ink1007.xml"/><Relationship Id="rId8" Type="http://schemas.openxmlformats.org/officeDocument/2006/relationships/customXml" Target="../ink/ink961.xml"/><Relationship Id="rId98" Type="http://schemas.openxmlformats.org/officeDocument/2006/relationships/customXml" Target="../ink/ink1006.xml"/><Relationship Id="rId121" Type="http://schemas.openxmlformats.org/officeDocument/2006/relationships/image" Target="../media/image1016.png"/><Relationship Id="rId142" Type="http://schemas.openxmlformats.org/officeDocument/2006/relationships/customXml" Target="../ink/ink1028.xml"/><Relationship Id="rId163" Type="http://schemas.openxmlformats.org/officeDocument/2006/relationships/image" Target="../media/image1037.png"/><Relationship Id="rId184" Type="http://schemas.openxmlformats.org/officeDocument/2006/relationships/customXml" Target="../ink/ink1049.xml"/><Relationship Id="rId219" Type="http://schemas.openxmlformats.org/officeDocument/2006/relationships/image" Target="../media/image1065.png"/><Relationship Id="rId230" Type="http://schemas.openxmlformats.org/officeDocument/2006/relationships/customXml" Target="../ink/ink1072.xml"/><Relationship Id="rId251" Type="http://schemas.openxmlformats.org/officeDocument/2006/relationships/image" Target="../media/image1081.png"/><Relationship Id="rId25" Type="http://schemas.openxmlformats.org/officeDocument/2006/relationships/image" Target="../media/image968.png"/><Relationship Id="rId46" Type="http://schemas.openxmlformats.org/officeDocument/2006/relationships/customXml" Target="../ink/ink980.xml"/><Relationship Id="rId67" Type="http://schemas.openxmlformats.org/officeDocument/2006/relationships/image" Target="../media/image989.png"/><Relationship Id="rId272" Type="http://schemas.openxmlformats.org/officeDocument/2006/relationships/customXml" Target="../ink/ink1093.xml"/><Relationship Id="rId88" Type="http://schemas.openxmlformats.org/officeDocument/2006/relationships/customXml" Target="../ink/ink1001.xml"/><Relationship Id="rId111" Type="http://schemas.openxmlformats.org/officeDocument/2006/relationships/image" Target="../media/image1011.png"/><Relationship Id="rId132" Type="http://schemas.openxmlformats.org/officeDocument/2006/relationships/customXml" Target="../ink/ink1023.xml"/><Relationship Id="rId153" Type="http://schemas.openxmlformats.org/officeDocument/2006/relationships/image" Target="../media/image1032.png"/><Relationship Id="rId174" Type="http://schemas.openxmlformats.org/officeDocument/2006/relationships/customXml" Target="../ink/ink1044.xml"/><Relationship Id="rId195" Type="http://schemas.openxmlformats.org/officeDocument/2006/relationships/image" Target="../media/image1053.png"/><Relationship Id="rId209" Type="http://schemas.openxmlformats.org/officeDocument/2006/relationships/image" Target="../media/image1060.png"/><Relationship Id="rId220" Type="http://schemas.openxmlformats.org/officeDocument/2006/relationships/customXml" Target="../ink/ink1067.xml"/><Relationship Id="rId241" Type="http://schemas.openxmlformats.org/officeDocument/2006/relationships/image" Target="../media/image1076.png"/><Relationship Id="rId15" Type="http://schemas.openxmlformats.org/officeDocument/2006/relationships/image" Target="../media/image963.png"/><Relationship Id="rId36" Type="http://schemas.openxmlformats.org/officeDocument/2006/relationships/customXml" Target="../ink/ink975.xml"/><Relationship Id="rId57" Type="http://schemas.openxmlformats.org/officeDocument/2006/relationships/image" Target="../media/image984.png"/><Relationship Id="rId262" Type="http://schemas.openxmlformats.org/officeDocument/2006/relationships/customXml" Target="../ink/ink1088.xml"/><Relationship Id="rId78" Type="http://schemas.openxmlformats.org/officeDocument/2006/relationships/customXml" Target="../ink/ink996.xml"/><Relationship Id="rId99" Type="http://schemas.openxmlformats.org/officeDocument/2006/relationships/image" Target="../media/image1005.png"/><Relationship Id="rId101" Type="http://schemas.openxmlformats.org/officeDocument/2006/relationships/image" Target="../media/image1006.png"/><Relationship Id="rId122" Type="http://schemas.openxmlformats.org/officeDocument/2006/relationships/customXml" Target="../ink/ink1018.xml"/><Relationship Id="rId143" Type="http://schemas.openxmlformats.org/officeDocument/2006/relationships/image" Target="../media/image1027.png"/><Relationship Id="rId164" Type="http://schemas.openxmlformats.org/officeDocument/2006/relationships/customXml" Target="../ink/ink1039.xml"/><Relationship Id="rId185" Type="http://schemas.openxmlformats.org/officeDocument/2006/relationships/image" Target="../media/image1048.png"/><Relationship Id="rId9" Type="http://schemas.openxmlformats.org/officeDocument/2006/relationships/image" Target="../media/image960.png"/><Relationship Id="rId210" Type="http://schemas.openxmlformats.org/officeDocument/2006/relationships/customXml" Target="../ink/ink1062.xml"/><Relationship Id="rId26" Type="http://schemas.openxmlformats.org/officeDocument/2006/relationships/customXml" Target="../ink/ink970.xml"/><Relationship Id="rId231" Type="http://schemas.openxmlformats.org/officeDocument/2006/relationships/image" Target="../media/image1071.png"/><Relationship Id="rId252" Type="http://schemas.openxmlformats.org/officeDocument/2006/relationships/customXml" Target="../ink/ink1083.xml"/><Relationship Id="rId273" Type="http://schemas.openxmlformats.org/officeDocument/2006/relationships/image" Target="../media/image1092.png"/><Relationship Id="rId47" Type="http://schemas.openxmlformats.org/officeDocument/2006/relationships/image" Target="../media/image979.png"/><Relationship Id="rId68" Type="http://schemas.openxmlformats.org/officeDocument/2006/relationships/customXml" Target="../ink/ink991.xml"/><Relationship Id="rId89" Type="http://schemas.openxmlformats.org/officeDocument/2006/relationships/image" Target="../media/image1000.png"/><Relationship Id="rId112" Type="http://schemas.openxmlformats.org/officeDocument/2006/relationships/customXml" Target="../ink/ink1013.xml"/><Relationship Id="rId133" Type="http://schemas.openxmlformats.org/officeDocument/2006/relationships/image" Target="../media/image1022.png"/><Relationship Id="rId154" Type="http://schemas.openxmlformats.org/officeDocument/2006/relationships/customXml" Target="../ink/ink1034.xml"/><Relationship Id="rId175" Type="http://schemas.openxmlformats.org/officeDocument/2006/relationships/image" Target="../media/image1043.png"/><Relationship Id="rId196" Type="http://schemas.openxmlformats.org/officeDocument/2006/relationships/customXml" Target="../ink/ink1055.xml"/><Relationship Id="rId200" Type="http://schemas.openxmlformats.org/officeDocument/2006/relationships/customXml" Target="../ink/ink1057.xml"/><Relationship Id="rId16" Type="http://schemas.openxmlformats.org/officeDocument/2006/relationships/customXml" Target="../ink/ink965.xml"/><Relationship Id="rId221" Type="http://schemas.openxmlformats.org/officeDocument/2006/relationships/image" Target="../media/image1066.png"/><Relationship Id="rId242" Type="http://schemas.openxmlformats.org/officeDocument/2006/relationships/customXml" Target="../ink/ink1078.xml"/><Relationship Id="rId263" Type="http://schemas.openxmlformats.org/officeDocument/2006/relationships/image" Target="../media/image1087.png"/><Relationship Id="rId37" Type="http://schemas.openxmlformats.org/officeDocument/2006/relationships/image" Target="../media/image974.png"/><Relationship Id="rId58" Type="http://schemas.openxmlformats.org/officeDocument/2006/relationships/customXml" Target="../ink/ink986.xml"/><Relationship Id="rId79" Type="http://schemas.openxmlformats.org/officeDocument/2006/relationships/image" Target="../media/image995.png"/><Relationship Id="rId102" Type="http://schemas.openxmlformats.org/officeDocument/2006/relationships/customXml" Target="../ink/ink1008.xml"/><Relationship Id="rId123" Type="http://schemas.openxmlformats.org/officeDocument/2006/relationships/image" Target="../media/image1017.png"/><Relationship Id="rId144" Type="http://schemas.openxmlformats.org/officeDocument/2006/relationships/customXml" Target="../ink/ink1029.xml"/><Relationship Id="rId90" Type="http://schemas.openxmlformats.org/officeDocument/2006/relationships/customXml" Target="../ink/ink1002.xml"/><Relationship Id="rId165" Type="http://schemas.openxmlformats.org/officeDocument/2006/relationships/image" Target="../media/image1038.png"/><Relationship Id="rId186" Type="http://schemas.openxmlformats.org/officeDocument/2006/relationships/customXml" Target="../ink/ink1050.xml"/><Relationship Id="rId211" Type="http://schemas.openxmlformats.org/officeDocument/2006/relationships/image" Target="../media/image1061.png"/><Relationship Id="rId232" Type="http://schemas.openxmlformats.org/officeDocument/2006/relationships/customXml" Target="../ink/ink1073.xml"/><Relationship Id="rId253" Type="http://schemas.openxmlformats.org/officeDocument/2006/relationships/image" Target="../media/image1082.png"/><Relationship Id="rId274" Type="http://schemas.openxmlformats.org/officeDocument/2006/relationships/customXml" Target="../ink/ink1094.xml"/><Relationship Id="rId27" Type="http://schemas.openxmlformats.org/officeDocument/2006/relationships/image" Target="../media/image969.png"/><Relationship Id="rId48" Type="http://schemas.openxmlformats.org/officeDocument/2006/relationships/customXml" Target="../ink/ink981.xml"/><Relationship Id="rId69" Type="http://schemas.openxmlformats.org/officeDocument/2006/relationships/image" Target="../media/image990.png"/><Relationship Id="rId113" Type="http://schemas.openxmlformats.org/officeDocument/2006/relationships/image" Target="../media/image1012.png"/><Relationship Id="rId134" Type="http://schemas.openxmlformats.org/officeDocument/2006/relationships/customXml" Target="../ink/ink1024.xml"/><Relationship Id="rId80" Type="http://schemas.openxmlformats.org/officeDocument/2006/relationships/customXml" Target="../ink/ink997.xml"/><Relationship Id="rId155" Type="http://schemas.openxmlformats.org/officeDocument/2006/relationships/image" Target="../media/image1033.png"/><Relationship Id="rId176" Type="http://schemas.openxmlformats.org/officeDocument/2006/relationships/customXml" Target="../ink/ink1045.xml"/><Relationship Id="rId197" Type="http://schemas.openxmlformats.org/officeDocument/2006/relationships/image" Target="../media/image1054.png"/><Relationship Id="rId201" Type="http://schemas.openxmlformats.org/officeDocument/2006/relationships/image" Target="../media/image1056.png"/><Relationship Id="rId222" Type="http://schemas.openxmlformats.org/officeDocument/2006/relationships/customXml" Target="../ink/ink1068.xml"/><Relationship Id="rId243" Type="http://schemas.openxmlformats.org/officeDocument/2006/relationships/image" Target="../media/image1077.png"/><Relationship Id="rId264" Type="http://schemas.openxmlformats.org/officeDocument/2006/relationships/customXml" Target="../ink/ink1089.xml"/><Relationship Id="rId17" Type="http://schemas.openxmlformats.org/officeDocument/2006/relationships/image" Target="../media/image964.png"/><Relationship Id="rId38" Type="http://schemas.openxmlformats.org/officeDocument/2006/relationships/customXml" Target="../ink/ink976.xml"/><Relationship Id="rId59" Type="http://schemas.openxmlformats.org/officeDocument/2006/relationships/image" Target="../media/image985.png"/><Relationship Id="rId103" Type="http://schemas.openxmlformats.org/officeDocument/2006/relationships/image" Target="../media/image1007.png"/><Relationship Id="rId124" Type="http://schemas.openxmlformats.org/officeDocument/2006/relationships/customXml" Target="../ink/ink1019.xml"/><Relationship Id="rId70" Type="http://schemas.openxmlformats.org/officeDocument/2006/relationships/customXml" Target="../ink/ink992.xml"/><Relationship Id="rId91" Type="http://schemas.openxmlformats.org/officeDocument/2006/relationships/image" Target="../media/image1001.png"/><Relationship Id="rId145" Type="http://schemas.openxmlformats.org/officeDocument/2006/relationships/image" Target="../media/image1028.png"/><Relationship Id="rId166" Type="http://schemas.openxmlformats.org/officeDocument/2006/relationships/customXml" Target="../ink/ink1040.xml"/><Relationship Id="rId187" Type="http://schemas.openxmlformats.org/officeDocument/2006/relationships/image" Target="../media/image104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3.xml"/><Relationship Id="rId233" Type="http://schemas.openxmlformats.org/officeDocument/2006/relationships/image" Target="../media/image1072.png"/><Relationship Id="rId254" Type="http://schemas.openxmlformats.org/officeDocument/2006/relationships/customXml" Target="../ink/ink1084.xml"/><Relationship Id="rId28" Type="http://schemas.openxmlformats.org/officeDocument/2006/relationships/customXml" Target="../ink/ink971.xml"/><Relationship Id="rId49" Type="http://schemas.openxmlformats.org/officeDocument/2006/relationships/image" Target="../media/image980.png"/><Relationship Id="rId114" Type="http://schemas.openxmlformats.org/officeDocument/2006/relationships/customXml" Target="../ink/ink1014.xml"/><Relationship Id="rId275" Type="http://schemas.openxmlformats.org/officeDocument/2006/relationships/image" Target="../media/image1093.png"/><Relationship Id="rId60" Type="http://schemas.openxmlformats.org/officeDocument/2006/relationships/customXml" Target="../ink/ink987.xml"/><Relationship Id="rId81" Type="http://schemas.openxmlformats.org/officeDocument/2006/relationships/image" Target="../media/image996.png"/><Relationship Id="rId135" Type="http://schemas.openxmlformats.org/officeDocument/2006/relationships/image" Target="../media/image1023.png"/><Relationship Id="rId156" Type="http://schemas.openxmlformats.org/officeDocument/2006/relationships/customXml" Target="../ink/ink1035.xml"/><Relationship Id="rId177" Type="http://schemas.openxmlformats.org/officeDocument/2006/relationships/image" Target="../media/image1044.png"/><Relationship Id="rId198" Type="http://schemas.openxmlformats.org/officeDocument/2006/relationships/customXml" Target="../ink/ink1056.xml"/><Relationship Id="rId202" Type="http://schemas.openxmlformats.org/officeDocument/2006/relationships/customXml" Target="../ink/ink1058.xml"/><Relationship Id="rId223" Type="http://schemas.openxmlformats.org/officeDocument/2006/relationships/image" Target="../media/image1067.png"/><Relationship Id="rId244" Type="http://schemas.openxmlformats.org/officeDocument/2006/relationships/customXml" Target="../ink/ink1079.xml"/><Relationship Id="rId18" Type="http://schemas.openxmlformats.org/officeDocument/2006/relationships/customXml" Target="../ink/ink966.xml"/><Relationship Id="rId39" Type="http://schemas.openxmlformats.org/officeDocument/2006/relationships/image" Target="../media/image975.png"/><Relationship Id="rId265" Type="http://schemas.openxmlformats.org/officeDocument/2006/relationships/image" Target="../media/image1088.png"/><Relationship Id="rId50" Type="http://schemas.openxmlformats.org/officeDocument/2006/relationships/customXml" Target="../ink/ink982.xml"/><Relationship Id="rId104" Type="http://schemas.openxmlformats.org/officeDocument/2006/relationships/customXml" Target="../ink/ink1009.xml"/><Relationship Id="rId125" Type="http://schemas.openxmlformats.org/officeDocument/2006/relationships/image" Target="../media/image1018.png"/><Relationship Id="rId146" Type="http://schemas.openxmlformats.org/officeDocument/2006/relationships/customXml" Target="../ink/ink1030.xml"/><Relationship Id="rId167" Type="http://schemas.openxmlformats.org/officeDocument/2006/relationships/image" Target="../media/image1039.png"/><Relationship Id="rId188" Type="http://schemas.openxmlformats.org/officeDocument/2006/relationships/customXml" Target="../ink/ink1051.xml"/><Relationship Id="rId71" Type="http://schemas.openxmlformats.org/officeDocument/2006/relationships/image" Target="../media/image991.png"/><Relationship Id="rId92" Type="http://schemas.openxmlformats.org/officeDocument/2006/relationships/customXml" Target="../ink/ink1003.xml"/><Relationship Id="rId213" Type="http://schemas.openxmlformats.org/officeDocument/2006/relationships/image" Target="../media/image1062.png"/><Relationship Id="rId234" Type="http://schemas.openxmlformats.org/officeDocument/2006/relationships/customXml" Target="../ink/ink1074.xml"/><Relationship Id="rId2" Type="http://schemas.openxmlformats.org/officeDocument/2006/relationships/customXml" Target="../ink/ink958.xml"/><Relationship Id="rId29" Type="http://schemas.openxmlformats.org/officeDocument/2006/relationships/image" Target="../media/image970.png"/><Relationship Id="rId255" Type="http://schemas.openxmlformats.org/officeDocument/2006/relationships/image" Target="../media/image1083.png"/><Relationship Id="rId276" Type="http://schemas.openxmlformats.org/officeDocument/2006/relationships/customXml" Target="../ink/ink1095.xml"/><Relationship Id="rId40" Type="http://schemas.openxmlformats.org/officeDocument/2006/relationships/customXml" Target="../ink/ink977.xml"/><Relationship Id="rId115" Type="http://schemas.openxmlformats.org/officeDocument/2006/relationships/image" Target="../media/image1013.png"/><Relationship Id="rId136" Type="http://schemas.openxmlformats.org/officeDocument/2006/relationships/customXml" Target="../ink/ink1025.xml"/><Relationship Id="rId157" Type="http://schemas.openxmlformats.org/officeDocument/2006/relationships/image" Target="../media/image1034.png"/><Relationship Id="rId178" Type="http://schemas.openxmlformats.org/officeDocument/2006/relationships/customXml" Target="../ink/ink1046.xml"/><Relationship Id="rId61" Type="http://schemas.openxmlformats.org/officeDocument/2006/relationships/image" Target="../media/image986.png"/><Relationship Id="rId82" Type="http://schemas.openxmlformats.org/officeDocument/2006/relationships/customXml" Target="../ink/ink998.xml"/><Relationship Id="rId199" Type="http://schemas.openxmlformats.org/officeDocument/2006/relationships/image" Target="../media/image1055.png"/><Relationship Id="rId203" Type="http://schemas.openxmlformats.org/officeDocument/2006/relationships/image" Target="../media/image1057.png"/><Relationship Id="rId19" Type="http://schemas.openxmlformats.org/officeDocument/2006/relationships/image" Target="../media/image965.png"/><Relationship Id="rId224" Type="http://schemas.openxmlformats.org/officeDocument/2006/relationships/customXml" Target="../ink/ink1069.xml"/><Relationship Id="rId245" Type="http://schemas.openxmlformats.org/officeDocument/2006/relationships/image" Target="../media/image1078.png"/><Relationship Id="rId266" Type="http://schemas.openxmlformats.org/officeDocument/2006/relationships/customXml" Target="../ink/ink1090.xml"/><Relationship Id="rId30" Type="http://schemas.openxmlformats.org/officeDocument/2006/relationships/customXml" Target="../ink/ink972.xml"/><Relationship Id="rId105" Type="http://schemas.openxmlformats.org/officeDocument/2006/relationships/image" Target="../media/image1008.png"/><Relationship Id="rId126" Type="http://schemas.openxmlformats.org/officeDocument/2006/relationships/customXml" Target="../ink/ink1020.xml"/><Relationship Id="rId147" Type="http://schemas.openxmlformats.org/officeDocument/2006/relationships/image" Target="../media/image1029.png"/><Relationship Id="rId168" Type="http://schemas.openxmlformats.org/officeDocument/2006/relationships/customXml" Target="../ink/ink1041.xml"/><Relationship Id="rId51" Type="http://schemas.openxmlformats.org/officeDocument/2006/relationships/image" Target="../media/image981.png"/><Relationship Id="rId72" Type="http://schemas.openxmlformats.org/officeDocument/2006/relationships/customXml" Target="../ink/ink993.xml"/><Relationship Id="rId93" Type="http://schemas.openxmlformats.org/officeDocument/2006/relationships/image" Target="../media/image1002.png"/><Relationship Id="rId189" Type="http://schemas.openxmlformats.org/officeDocument/2006/relationships/image" Target="../media/image1050.png"/><Relationship Id="rId3" Type="http://schemas.openxmlformats.org/officeDocument/2006/relationships/image" Target="../media/image957.png"/><Relationship Id="rId214" Type="http://schemas.openxmlformats.org/officeDocument/2006/relationships/customXml" Target="../ink/ink1064.xml"/><Relationship Id="rId235" Type="http://schemas.openxmlformats.org/officeDocument/2006/relationships/image" Target="../media/image1073.png"/><Relationship Id="rId256" Type="http://schemas.openxmlformats.org/officeDocument/2006/relationships/customXml" Target="../ink/ink1085.xml"/><Relationship Id="rId277" Type="http://schemas.openxmlformats.org/officeDocument/2006/relationships/image" Target="../media/image1094.png"/><Relationship Id="rId116" Type="http://schemas.openxmlformats.org/officeDocument/2006/relationships/customXml" Target="../ink/ink1015.xml"/><Relationship Id="rId137" Type="http://schemas.openxmlformats.org/officeDocument/2006/relationships/image" Target="../media/image1024.png"/><Relationship Id="rId158" Type="http://schemas.openxmlformats.org/officeDocument/2006/relationships/customXml" Target="../ink/ink1036.xml"/><Relationship Id="rId20" Type="http://schemas.openxmlformats.org/officeDocument/2006/relationships/customXml" Target="../ink/ink967.xml"/><Relationship Id="rId41" Type="http://schemas.openxmlformats.org/officeDocument/2006/relationships/image" Target="../media/image976.png"/><Relationship Id="rId62" Type="http://schemas.openxmlformats.org/officeDocument/2006/relationships/customXml" Target="../ink/ink988.xml"/><Relationship Id="rId83" Type="http://schemas.openxmlformats.org/officeDocument/2006/relationships/image" Target="../media/image997.png"/><Relationship Id="rId179" Type="http://schemas.openxmlformats.org/officeDocument/2006/relationships/image" Target="../media/image1045.png"/><Relationship Id="rId190" Type="http://schemas.openxmlformats.org/officeDocument/2006/relationships/customXml" Target="../ink/ink1052.xml"/><Relationship Id="rId204" Type="http://schemas.openxmlformats.org/officeDocument/2006/relationships/customXml" Target="../ink/ink1059.xml"/><Relationship Id="rId225" Type="http://schemas.openxmlformats.org/officeDocument/2006/relationships/image" Target="../media/image1068.png"/><Relationship Id="rId246" Type="http://schemas.openxmlformats.org/officeDocument/2006/relationships/customXml" Target="../ink/ink1080.xml"/><Relationship Id="rId267" Type="http://schemas.openxmlformats.org/officeDocument/2006/relationships/image" Target="../media/image1089.png"/><Relationship Id="rId106" Type="http://schemas.openxmlformats.org/officeDocument/2006/relationships/customXml" Target="../ink/ink1010.xml"/><Relationship Id="rId127" Type="http://schemas.openxmlformats.org/officeDocument/2006/relationships/image" Target="../media/image1019.png"/><Relationship Id="rId10" Type="http://schemas.openxmlformats.org/officeDocument/2006/relationships/customXml" Target="../ink/ink962.xml"/><Relationship Id="rId31" Type="http://schemas.openxmlformats.org/officeDocument/2006/relationships/image" Target="../media/image971.png"/><Relationship Id="rId52" Type="http://schemas.openxmlformats.org/officeDocument/2006/relationships/customXml" Target="../ink/ink983.xml"/><Relationship Id="rId73" Type="http://schemas.openxmlformats.org/officeDocument/2006/relationships/image" Target="../media/image992.png"/><Relationship Id="rId94" Type="http://schemas.openxmlformats.org/officeDocument/2006/relationships/customXml" Target="../ink/ink1004.xml"/><Relationship Id="rId148" Type="http://schemas.openxmlformats.org/officeDocument/2006/relationships/customXml" Target="../ink/ink1031.xml"/><Relationship Id="rId169" Type="http://schemas.openxmlformats.org/officeDocument/2006/relationships/image" Target="../media/image1040.png"/><Relationship Id="rId4" Type="http://schemas.openxmlformats.org/officeDocument/2006/relationships/customXml" Target="../ink/ink959.xml"/><Relationship Id="rId180" Type="http://schemas.openxmlformats.org/officeDocument/2006/relationships/customXml" Target="../ink/ink1047.xml"/><Relationship Id="rId215" Type="http://schemas.openxmlformats.org/officeDocument/2006/relationships/image" Target="../media/image1063.png"/><Relationship Id="rId236" Type="http://schemas.openxmlformats.org/officeDocument/2006/relationships/customXml" Target="../ink/ink1075.xml"/><Relationship Id="rId257" Type="http://schemas.openxmlformats.org/officeDocument/2006/relationships/image" Target="../media/image1084.png"/><Relationship Id="rId278" Type="http://schemas.openxmlformats.org/officeDocument/2006/relationships/customXml" Target="../ink/ink1096.xml"/><Relationship Id="rId42" Type="http://schemas.openxmlformats.org/officeDocument/2006/relationships/customXml" Target="../ink/ink978.xml"/><Relationship Id="rId84" Type="http://schemas.openxmlformats.org/officeDocument/2006/relationships/customXml" Target="../ink/ink999.xml"/><Relationship Id="rId138" Type="http://schemas.openxmlformats.org/officeDocument/2006/relationships/customXml" Target="../ink/ink1026.xml"/><Relationship Id="rId191" Type="http://schemas.openxmlformats.org/officeDocument/2006/relationships/image" Target="../media/image1051.png"/><Relationship Id="rId205" Type="http://schemas.openxmlformats.org/officeDocument/2006/relationships/image" Target="../media/image1058.png"/><Relationship Id="rId247" Type="http://schemas.openxmlformats.org/officeDocument/2006/relationships/image" Target="../media/image1079.png"/><Relationship Id="rId107" Type="http://schemas.openxmlformats.org/officeDocument/2006/relationships/image" Target="../media/image1009.png"/><Relationship Id="rId11" Type="http://schemas.openxmlformats.org/officeDocument/2006/relationships/image" Target="../media/image961.png"/><Relationship Id="rId53" Type="http://schemas.openxmlformats.org/officeDocument/2006/relationships/image" Target="../media/image982.png"/><Relationship Id="rId149" Type="http://schemas.openxmlformats.org/officeDocument/2006/relationships/image" Target="../media/image1030.png"/><Relationship Id="rId95" Type="http://schemas.openxmlformats.org/officeDocument/2006/relationships/image" Target="../media/image1003.png"/><Relationship Id="rId160" Type="http://schemas.openxmlformats.org/officeDocument/2006/relationships/customXml" Target="../ink/ink1037.xml"/><Relationship Id="rId216" Type="http://schemas.openxmlformats.org/officeDocument/2006/relationships/customXml" Target="../ink/ink1065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3.png"/><Relationship Id="rId299" Type="http://schemas.openxmlformats.org/officeDocument/2006/relationships/image" Target="../media/image1243.png"/><Relationship Id="rId21" Type="http://schemas.openxmlformats.org/officeDocument/2006/relationships/image" Target="../media/image1105.png"/><Relationship Id="rId63" Type="http://schemas.openxmlformats.org/officeDocument/2006/relationships/image" Target="../media/image1126.png"/><Relationship Id="rId159" Type="http://schemas.openxmlformats.org/officeDocument/2006/relationships/image" Target="../media/image1173.png"/><Relationship Id="rId324" Type="http://schemas.openxmlformats.org/officeDocument/2006/relationships/customXml" Target="../ink/ink1258.xml"/><Relationship Id="rId366" Type="http://schemas.openxmlformats.org/officeDocument/2006/relationships/customXml" Target="../ink/ink1279.xml"/><Relationship Id="rId170" Type="http://schemas.openxmlformats.org/officeDocument/2006/relationships/customXml" Target="../ink/ink1181.xml"/><Relationship Id="rId226" Type="http://schemas.openxmlformats.org/officeDocument/2006/relationships/customXml" Target="../ink/ink1209.xml"/><Relationship Id="rId268" Type="http://schemas.openxmlformats.org/officeDocument/2006/relationships/customXml" Target="../ink/ink1230.xml"/><Relationship Id="rId32" Type="http://schemas.openxmlformats.org/officeDocument/2006/relationships/customXml" Target="../ink/ink1112.xml"/><Relationship Id="rId74" Type="http://schemas.openxmlformats.org/officeDocument/2006/relationships/customXml" Target="../ink/ink1133.xml"/><Relationship Id="rId128" Type="http://schemas.openxmlformats.org/officeDocument/2006/relationships/customXml" Target="../ink/ink1160.xml"/><Relationship Id="rId335" Type="http://schemas.openxmlformats.org/officeDocument/2006/relationships/image" Target="../media/image1261.png"/><Relationship Id="rId377" Type="http://schemas.openxmlformats.org/officeDocument/2006/relationships/image" Target="../media/image1282.png"/><Relationship Id="rId5" Type="http://schemas.openxmlformats.org/officeDocument/2006/relationships/image" Target="../media/image1097.png"/><Relationship Id="rId181" Type="http://schemas.openxmlformats.org/officeDocument/2006/relationships/image" Target="../media/image1184.png"/><Relationship Id="rId237" Type="http://schemas.openxmlformats.org/officeDocument/2006/relationships/image" Target="../media/image1212.png"/><Relationship Id="rId279" Type="http://schemas.openxmlformats.org/officeDocument/2006/relationships/image" Target="../media/image1233.png"/><Relationship Id="rId43" Type="http://schemas.openxmlformats.org/officeDocument/2006/relationships/image" Target="../media/image1116.png"/><Relationship Id="rId139" Type="http://schemas.openxmlformats.org/officeDocument/2006/relationships/image" Target="../media/image1164.png"/><Relationship Id="rId290" Type="http://schemas.openxmlformats.org/officeDocument/2006/relationships/customXml" Target="../ink/ink1241.xml"/><Relationship Id="rId304" Type="http://schemas.openxmlformats.org/officeDocument/2006/relationships/customXml" Target="../ink/ink1248.xml"/><Relationship Id="rId346" Type="http://schemas.openxmlformats.org/officeDocument/2006/relationships/customXml" Target="../ink/ink1269.xml"/><Relationship Id="rId85" Type="http://schemas.openxmlformats.org/officeDocument/2006/relationships/image" Target="../media/image1137.png"/><Relationship Id="rId150" Type="http://schemas.openxmlformats.org/officeDocument/2006/relationships/customXml" Target="../ink/ink1171.xml"/><Relationship Id="rId192" Type="http://schemas.openxmlformats.org/officeDocument/2006/relationships/customXml" Target="../ink/ink1192.xml"/><Relationship Id="rId206" Type="http://schemas.openxmlformats.org/officeDocument/2006/relationships/customXml" Target="../ink/ink1199.xml"/><Relationship Id="rId248" Type="http://schemas.openxmlformats.org/officeDocument/2006/relationships/customXml" Target="../ink/ink1220.xml"/><Relationship Id="rId12" Type="http://schemas.openxmlformats.org/officeDocument/2006/relationships/customXml" Target="../ink/ink1102.xml"/><Relationship Id="rId108" Type="http://schemas.openxmlformats.org/officeDocument/2006/relationships/customXml" Target="../ink/ink1150.xml"/><Relationship Id="rId315" Type="http://schemas.openxmlformats.org/officeDocument/2006/relationships/image" Target="../media/image1251.png"/><Relationship Id="rId357" Type="http://schemas.openxmlformats.org/officeDocument/2006/relationships/image" Target="../media/image1272.png"/><Relationship Id="rId54" Type="http://schemas.openxmlformats.org/officeDocument/2006/relationships/customXml" Target="../ink/ink1123.xml"/><Relationship Id="rId96" Type="http://schemas.openxmlformats.org/officeDocument/2006/relationships/customXml" Target="../ink/ink1144.xml"/><Relationship Id="rId161" Type="http://schemas.openxmlformats.org/officeDocument/2006/relationships/image" Target="../media/image1174.png"/><Relationship Id="rId217" Type="http://schemas.openxmlformats.org/officeDocument/2006/relationships/image" Target="../media/image1202.png"/><Relationship Id="rId259" Type="http://schemas.openxmlformats.org/officeDocument/2006/relationships/image" Target="../media/image1223.png"/><Relationship Id="rId23" Type="http://schemas.openxmlformats.org/officeDocument/2006/relationships/image" Target="../media/image1106.png"/><Relationship Id="rId119" Type="http://schemas.openxmlformats.org/officeDocument/2006/relationships/image" Target="../media/image1154.png"/><Relationship Id="rId270" Type="http://schemas.openxmlformats.org/officeDocument/2006/relationships/customXml" Target="../ink/ink1231.xml"/><Relationship Id="rId326" Type="http://schemas.openxmlformats.org/officeDocument/2006/relationships/customXml" Target="../ink/ink1259.xml"/><Relationship Id="rId65" Type="http://schemas.openxmlformats.org/officeDocument/2006/relationships/image" Target="../media/image1127.png"/><Relationship Id="rId130" Type="http://schemas.openxmlformats.org/officeDocument/2006/relationships/customXml" Target="../ink/ink1161.xml"/><Relationship Id="rId368" Type="http://schemas.openxmlformats.org/officeDocument/2006/relationships/customXml" Target="../ink/ink1280.xml"/><Relationship Id="rId172" Type="http://schemas.openxmlformats.org/officeDocument/2006/relationships/customXml" Target="../ink/ink1182.xml"/><Relationship Id="rId228" Type="http://schemas.openxmlformats.org/officeDocument/2006/relationships/customXml" Target="../ink/ink1210.xml"/><Relationship Id="rId281" Type="http://schemas.openxmlformats.org/officeDocument/2006/relationships/image" Target="../media/image1234.png"/><Relationship Id="rId337" Type="http://schemas.openxmlformats.org/officeDocument/2006/relationships/image" Target="../media/image1262.png"/><Relationship Id="rId34" Type="http://schemas.openxmlformats.org/officeDocument/2006/relationships/customXml" Target="../ink/ink1113.xml"/><Relationship Id="rId76" Type="http://schemas.openxmlformats.org/officeDocument/2006/relationships/customXml" Target="../ink/ink1134.xml"/><Relationship Id="rId141" Type="http://schemas.openxmlformats.org/officeDocument/2006/relationships/image" Target="../media/image1165.png"/><Relationship Id="rId379" Type="http://schemas.openxmlformats.org/officeDocument/2006/relationships/image" Target="../media/image1283.png"/><Relationship Id="rId7" Type="http://schemas.openxmlformats.org/officeDocument/2006/relationships/image" Target="../media/image1098.png"/><Relationship Id="rId183" Type="http://schemas.openxmlformats.org/officeDocument/2006/relationships/image" Target="../media/image1185.png"/><Relationship Id="rId239" Type="http://schemas.openxmlformats.org/officeDocument/2006/relationships/image" Target="../media/image1213.png"/><Relationship Id="rId250" Type="http://schemas.openxmlformats.org/officeDocument/2006/relationships/customXml" Target="../ink/ink1221.xml"/><Relationship Id="rId292" Type="http://schemas.openxmlformats.org/officeDocument/2006/relationships/customXml" Target="../ink/ink1242.xml"/><Relationship Id="rId306" Type="http://schemas.openxmlformats.org/officeDocument/2006/relationships/customXml" Target="../ink/ink1249.xml"/><Relationship Id="rId45" Type="http://schemas.openxmlformats.org/officeDocument/2006/relationships/image" Target="../media/image1117.png"/><Relationship Id="rId87" Type="http://schemas.openxmlformats.org/officeDocument/2006/relationships/image" Target="../media/image1138.png"/><Relationship Id="rId110" Type="http://schemas.openxmlformats.org/officeDocument/2006/relationships/customXml" Target="../ink/ink1151.xml"/><Relationship Id="rId348" Type="http://schemas.openxmlformats.org/officeDocument/2006/relationships/customXml" Target="../ink/ink1270.xml"/><Relationship Id="rId152" Type="http://schemas.openxmlformats.org/officeDocument/2006/relationships/customXml" Target="../ink/ink1172.xml"/><Relationship Id="rId194" Type="http://schemas.openxmlformats.org/officeDocument/2006/relationships/customXml" Target="../ink/ink1193.xml"/><Relationship Id="rId208" Type="http://schemas.openxmlformats.org/officeDocument/2006/relationships/customXml" Target="../ink/ink1200.xml"/><Relationship Id="rId261" Type="http://schemas.openxmlformats.org/officeDocument/2006/relationships/image" Target="../media/image1224.png"/><Relationship Id="rId14" Type="http://schemas.openxmlformats.org/officeDocument/2006/relationships/customXml" Target="../ink/ink1103.xml"/><Relationship Id="rId56" Type="http://schemas.openxmlformats.org/officeDocument/2006/relationships/customXml" Target="../ink/ink1124.xml"/><Relationship Id="rId317" Type="http://schemas.openxmlformats.org/officeDocument/2006/relationships/image" Target="../media/image1252.png"/><Relationship Id="rId359" Type="http://schemas.openxmlformats.org/officeDocument/2006/relationships/image" Target="../media/image1273.png"/><Relationship Id="rId98" Type="http://schemas.openxmlformats.org/officeDocument/2006/relationships/customXml" Target="../ink/ink1145.xml"/><Relationship Id="rId121" Type="http://schemas.openxmlformats.org/officeDocument/2006/relationships/image" Target="../media/image1155.png"/><Relationship Id="rId163" Type="http://schemas.openxmlformats.org/officeDocument/2006/relationships/image" Target="../media/image1175.png"/><Relationship Id="rId219" Type="http://schemas.openxmlformats.org/officeDocument/2006/relationships/image" Target="../media/image1203.png"/><Relationship Id="rId370" Type="http://schemas.openxmlformats.org/officeDocument/2006/relationships/customXml" Target="../ink/ink1281.xml"/><Relationship Id="rId230" Type="http://schemas.openxmlformats.org/officeDocument/2006/relationships/customXml" Target="../ink/ink1211.xml"/><Relationship Id="rId25" Type="http://schemas.openxmlformats.org/officeDocument/2006/relationships/image" Target="../media/image1107.png"/><Relationship Id="rId67" Type="http://schemas.openxmlformats.org/officeDocument/2006/relationships/image" Target="../media/image1128.png"/><Relationship Id="rId272" Type="http://schemas.openxmlformats.org/officeDocument/2006/relationships/customXml" Target="../ink/ink1232.xml"/><Relationship Id="rId328" Type="http://schemas.openxmlformats.org/officeDocument/2006/relationships/customXml" Target="../ink/ink1260.xml"/><Relationship Id="rId132" Type="http://schemas.openxmlformats.org/officeDocument/2006/relationships/customXml" Target="../ink/ink1162.xml"/><Relationship Id="rId174" Type="http://schemas.openxmlformats.org/officeDocument/2006/relationships/customXml" Target="../ink/ink1183.xml"/><Relationship Id="rId381" Type="http://schemas.openxmlformats.org/officeDocument/2006/relationships/image" Target="../media/image1284.png"/><Relationship Id="rId241" Type="http://schemas.openxmlformats.org/officeDocument/2006/relationships/image" Target="../media/image1214.png"/><Relationship Id="rId36" Type="http://schemas.openxmlformats.org/officeDocument/2006/relationships/customXml" Target="../ink/ink1114.xml"/><Relationship Id="rId283" Type="http://schemas.openxmlformats.org/officeDocument/2006/relationships/image" Target="../media/image1235.png"/><Relationship Id="rId339" Type="http://schemas.openxmlformats.org/officeDocument/2006/relationships/image" Target="../media/image1263.png"/><Relationship Id="rId78" Type="http://schemas.openxmlformats.org/officeDocument/2006/relationships/customXml" Target="../ink/ink1135.xml"/><Relationship Id="rId101" Type="http://schemas.openxmlformats.org/officeDocument/2006/relationships/image" Target="../media/image1145.png"/><Relationship Id="rId143" Type="http://schemas.openxmlformats.org/officeDocument/2006/relationships/image" Target="../media/image1166.png"/><Relationship Id="rId185" Type="http://schemas.openxmlformats.org/officeDocument/2006/relationships/image" Target="../media/image1186.png"/><Relationship Id="rId350" Type="http://schemas.openxmlformats.org/officeDocument/2006/relationships/customXml" Target="../ink/ink1271.xml"/><Relationship Id="rId9" Type="http://schemas.openxmlformats.org/officeDocument/2006/relationships/image" Target="../media/image1099.png"/><Relationship Id="rId210" Type="http://schemas.openxmlformats.org/officeDocument/2006/relationships/customXml" Target="../ink/ink1201.xml"/><Relationship Id="rId252" Type="http://schemas.openxmlformats.org/officeDocument/2006/relationships/customXml" Target="../ink/ink1222.xml"/><Relationship Id="rId294" Type="http://schemas.openxmlformats.org/officeDocument/2006/relationships/customXml" Target="../ink/ink1243.xml"/><Relationship Id="rId308" Type="http://schemas.openxmlformats.org/officeDocument/2006/relationships/customXml" Target="../ink/ink1250.xml"/><Relationship Id="rId47" Type="http://schemas.openxmlformats.org/officeDocument/2006/relationships/image" Target="../media/image1118.png"/><Relationship Id="rId68" Type="http://schemas.openxmlformats.org/officeDocument/2006/relationships/customXml" Target="../ink/ink1130.xml"/><Relationship Id="rId89" Type="http://schemas.openxmlformats.org/officeDocument/2006/relationships/image" Target="../media/image1139.png"/><Relationship Id="rId112" Type="http://schemas.openxmlformats.org/officeDocument/2006/relationships/customXml" Target="../ink/ink1152.xml"/><Relationship Id="rId133" Type="http://schemas.openxmlformats.org/officeDocument/2006/relationships/image" Target="../media/image1161.png"/><Relationship Id="rId154" Type="http://schemas.openxmlformats.org/officeDocument/2006/relationships/customXml" Target="../ink/ink1173.xml"/><Relationship Id="rId175" Type="http://schemas.openxmlformats.org/officeDocument/2006/relationships/image" Target="../media/image1181.png"/><Relationship Id="rId340" Type="http://schemas.openxmlformats.org/officeDocument/2006/relationships/customXml" Target="../ink/ink1266.xml"/><Relationship Id="rId361" Type="http://schemas.openxmlformats.org/officeDocument/2006/relationships/image" Target="../media/image1274.png"/><Relationship Id="rId196" Type="http://schemas.openxmlformats.org/officeDocument/2006/relationships/customXml" Target="../ink/ink1194.xml"/><Relationship Id="rId200" Type="http://schemas.openxmlformats.org/officeDocument/2006/relationships/customXml" Target="../ink/ink1196.xml"/><Relationship Id="rId382" Type="http://schemas.openxmlformats.org/officeDocument/2006/relationships/customXml" Target="../ink/ink1287.xml"/><Relationship Id="rId16" Type="http://schemas.openxmlformats.org/officeDocument/2006/relationships/customXml" Target="../ink/ink1104.xml"/><Relationship Id="rId221" Type="http://schemas.openxmlformats.org/officeDocument/2006/relationships/image" Target="../media/image1204.png"/><Relationship Id="rId242" Type="http://schemas.openxmlformats.org/officeDocument/2006/relationships/customXml" Target="../ink/ink1217.xml"/><Relationship Id="rId263" Type="http://schemas.openxmlformats.org/officeDocument/2006/relationships/image" Target="../media/image1225.png"/><Relationship Id="rId284" Type="http://schemas.openxmlformats.org/officeDocument/2006/relationships/customXml" Target="../ink/ink1238.xml"/><Relationship Id="rId319" Type="http://schemas.openxmlformats.org/officeDocument/2006/relationships/image" Target="../media/image1253.png"/><Relationship Id="rId37" Type="http://schemas.openxmlformats.org/officeDocument/2006/relationships/image" Target="../media/image1113.png"/><Relationship Id="rId58" Type="http://schemas.openxmlformats.org/officeDocument/2006/relationships/customXml" Target="../ink/ink1125.xml"/><Relationship Id="rId79" Type="http://schemas.openxmlformats.org/officeDocument/2006/relationships/image" Target="../media/image1134.png"/><Relationship Id="rId102" Type="http://schemas.openxmlformats.org/officeDocument/2006/relationships/customXml" Target="../ink/ink1147.xml"/><Relationship Id="rId123" Type="http://schemas.openxmlformats.org/officeDocument/2006/relationships/image" Target="../media/image1156.png"/><Relationship Id="rId144" Type="http://schemas.openxmlformats.org/officeDocument/2006/relationships/customXml" Target="../ink/ink1168.xml"/><Relationship Id="rId330" Type="http://schemas.openxmlformats.org/officeDocument/2006/relationships/customXml" Target="../ink/ink1261.xml"/><Relationship Id="rId90" Type="http://schemas.openxmlformats.org/officeDocument/2006/relationships/customXml" Target="../ink/ink1141.xml"/><Relationship Id="rId165" Type="http://schemas.openxmlformats.org/officeDocument/2006/relationships/image" Target="../media/image1176.png"/><Relationship Id="rId186" Type="http://schemas.openxmlformats.org/officeDocument/2006/relationships/customXml" Target="../ink/ink1189.xml"/><Relationship Id="rId351" Type="http://schemas.openxmlformats.org/officeDocument/2006/relationships/image" Target="../media/image1269.png"/><Relationship Id="rId372" Type="http://schemas.openxmlformats.org/officeDocument/2006/relationships/customXml" Target="../ink/ink1282.xml"/><Relationship Id="rId211" Type="http://schemas.openxmlformats.org/officeDocument/2006/relationships/image" Target="../media/image1199.png"/><Relationship Id="rId232" Type="http://schemas.openxmlformats.org/officeDocument/2006/relationships/customXml" Target="../ink/ink1212.xml"/><Relationship Id="rId253" Type="http://schemas.openxmlformats.org/officeDocument/2006/relationships/image" Target="../media/image1220.png"/><Relationship Id="rId274" Type="http://schemas.openxmlformats.org/officeDocument/2006/relationships/customXml" Target="../ink/ink1233.xml"/><Relationship Id="rId295" Type="http://schemas.openxmlformats.org/officeDocument/2006/relationships/image" Target="../media/image1241.png"/><Relationship Id="rId309" Type="http://schemas.openxmlformats.org/officeDocument/2006/relationships/image" Target="../media/image1248.png"/><Relationship Id="rId27" Type="http://schemas.openxmlformats.org/officeDocument/2006/relationships/image" Target="../media/image1108.png"/><Relationship Id="rId48" Type="http://schemas.openxmlformats.org/officeDocument/2006/relationships/customXml" Target="../ink/ink1120.xml"/><Relationship Id="rId69" Type="http://schemas.openxmlformats.org/officeDocument/2006/relationships/image" Target="../media/image1129.png"/><Relationship Id="rId113" Type="http://schemas.openxmlformats.org/officeDocument/2006/relationships/image" Target="../media/image1151.png"/><Relationship Id="rId134" Type="http://schemas.openxmlformats.org/officeDocument/2006/relationships/customXml" Target="../ink/ink1163.xml"/><Relationship Id="rId320" Type="http://schemas.openxmlformats.org/officeDocument/2006/relationships/customXml" Target="../ink/ink1256.xml"/><Relationship Id="rId80" Type="http://schemas.openxmlformats.org/officeDocument/2006/relationships/customXml" Target="../ink/ink1136.xml"/><Relationship Id="rId155" Type="http://schemas.openxmlformats.org/officeDocument/2006/relationships/image" Target="../media/image1171.png"/><Relationship Id="rId176" Type="http://schemas.openxmlformats.org/officeDocument/2006/relationships/customXml" Target="../ink/ink1184.xml"/><Relationship Id="rId197" Type="http://schemas.openxmlformats.org/officeDocument/2006/relationships/image" Target="../media/image1192.png"/><Relationship Id="rId341" Type="http://schemas.openxmlformats.org/officeDocument/2006/relationships/image" Target="../media/image1264.png"/><Relationship Id="rId362" Type="http://schemas.openxmlformats.org/officeDocument/2006/relationships/customXml" Target="../ink/ink1277.xml"/><Relationship Id="rId383" Type="http://schemas.openxmlformats.org/officeDocument/2006/relationships/image" Target="../media/image1285.png"/><Relationship Id="rId201" Type="http://schemas.openxmlformats.org/officeDocument/2006/relationships/image" Target="../media/image1194.png"/><Relationship Id="rId222" Type="http://schemas.openxmlformats.org/officeDocument/2006/relationships/customXml" Target="../ink/ink1207.xml"/><Relationship Id="rId243" Type="http://schemas.openxmlformats.org/officeDocument/2006/relationships/image" Target="../media/image1215.png"/><Relationship Id="rId264" Type="http://schemas.openxmlformats.org/officeDocument/2006/relationships/customXml" Target="../ink/ink1228.xml"/><Relationship Id="rId285" Type="http://schemas.openxmlformats.org/officeDocument/2006/relationships/image" Target="../media/image1236.png"/><Relationship Id="rId17" Type="http://schemas.openxmlformats.org/officeDocument/2006/relationships/image" Target="../media/image1103.png"/><Relationship Id="rId38" Type="http://schemas.openxmlformats.org/officeDocument/2006/relationships/customXml" Target="../ink/ink1115.xml"/><Relationship Id="rId59" Type="http://schemas.openxmlformats.org/officeDocument/2006/relationships/image" Target="../media/image1124.png"/><Relationship Id="rId103" Type="http://schemas.openxmlformats.org/officeDocument/2006/relationships/image" Target="../media/image1146.png"/><Relationship Id="rId124" Type="http://schemas.openxmlformats.org/officeDocument/2006/relationships/customXml" Target="../ink/ink1158.xml"/><Relationship Id="rId310" Type="http://schemas.openxmlformats.org/officeDocument/2006/relationships/customXml" Target="../ink/ink1251.xml"/><Relationship Id="rId70" Type="http://schemas.openxmlformats.org/officeDocument/2006/relationships/customXml" Target="../ink/ink1131.xml"/><Relationship Id="rId91" Type="http://schemas.openxmlformats.org/officeDocument/2006/relationships/image" Target="../media/image1140.png"/><Relationship Id="rId145" Type="http://schemas.openxmlformats.org/officeDocument/2006/relationships/image" Target="../media/image896.png"/><Relationship Id="rId166" Type="http://schemas.openxmlformats.org/officeDocument/2006/relationships/customXml" Target="../ink/ink1179.xml"/><Relationship Id="rId187" Type="http://schemas.openxmlformats.org/officeDocument/2006/relationships/image" Target="../media/image1187.png"/><Relationship Id="rId331" Type="http://schemas.openxmlformats.org/officeDocument/2006/relationships/image" Target="../media/image1259.png"/><Relationship Id="rId352" Type="http://schemas.openxmlformats.org/officeDocument/2006/relationships/customXml" Target="../ink/ink1272.xml"/><Relationship Id="rId373" Type="http://schemas.openxmlformats.org/officeDocument/2006/relationships/image" Target="../media/image12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02.xml"/><Relationship Id="rId233" Type="http://schemas.openxmlformats.org/officeDocument/2006/relationships/image" Target="../media/image1210.png"/><Relationship Id="rId254" Type="http://schemas.openxmlformats.org/officeDocument/2006/relationships/customXml" Target="../ink/ink1223.xml"/><Relationship Id="rId28" Type="http://schemas.openxmlformats.org/officeDocument/2006/relationships/customXml" Target="../ink/ink1110.xml"/><Relationship Id="rId49" Type="http://schemas.openxmlformats.org/officeDocument/2006/relationships/image" Target="../media/image1119.png"/><Relationship Id="rId114" Type="http://schemas.openxmlformats.org/officeDocument/2006/relationships/customXml" Target="../ink/ink1153.xml"/><Relationship Id="rId275" Type="http://schemas.openxmlformats.org/officeDocument/2006/relationships/image" Target="../media/image1231.png"/><Relationship Id="rId296" Type="http://schemas.openxmlformats.org/officeDocument/2006/relationships/customXml" Target="../ink/ink1244.xml"/><Relationship Id="rId300" Type="http://schemas.openxmlformats.org/officeDocument/2006/relationships/customXml" Target="../ink/ink1246.xml"/><Relationship Id="rId60" Type="http://schemas.openxmlformats.org/officeDocument/2006/relationships/customXml" Target="../ink/ink1126.xml"/><Relationship Id="rId81" Type="http://schemas.openxmlformats.org/officeDocument/2006/relationships/image" Target="../media/image1135.png"/><Relationship Id="rId135" Type="http://schemas.openxmlformats.org/officeDocument/2006/relationships/image" Target="../media/image1162.png"/><Relationship Id="rId156" Type="http://schemas.openxmlformats.org/officeDocument/2006/relationships/customXml" Target="../ink/ink1174.xml"/><Relationship Id="rId177" Type="http://schemas.openxmlformats.org/officeDocument/2006/relationships/image" Target="../media/image1182.png"/><Relationship Id="rId198" Type="http://schemas.openxmlformats.org/officeDocument/2006/relationships/customXml" Target="../ink/ink1195.xml"/><Relationship Id="rId321" Type="http://schemas.openxmlformats.org/officeDocument/2006/relationships/image" Target="../media/image1254.png"/><Relationship Id="rId342" Type="http://schemas.openxmlformats.org/officeDocument/2006/relationships/customXml" Target="../ink/ink1267.xml"/><Relationship Id="rId363" Type="http://schemas.openxmlformats.org/officeDocument/2006/relationships/image" Target="../media/image1275.png"/><Relationship Id="rId384" Type="http://schemas.openxmlformats.org/officeDocument/2006/relationships/customXml" Target="../ink/ink1288.xml"/><Relationship Id="rId202" Type="http://schemas.openxmlformats.org/officeDocument/2006/relationships/customXml" Target="../ink/ink1197.xml"/><Relationship Id="rId223" Type="http://schemas.openxmlformats.org/officeDocument/2006/relationships/image" Target="../media/image1205.png"/><Relationship Id="rId244" Type="http://schemas.openxmlformats.org/officeDocument/2006/relationships/customXml" Target="../ink/ink1218.xml"/><Relationship Id="rId18" Type="http://schemas.openxmlformats.org/officeDocument/2006/relationships/customXml" Target="../ink/ink1105.xml"/><Relationship Id="rId39" Type="http://schemas.openxmlformats.org/officeDocument/2006/relationships/image" Target="../media/image1114.png"/><Relationship Id="rId265" Type="http://schemas.openxmlformats.org/officeDocument/2006/relationships/image" Target="../media/image1226.png"/><Relationship Id="rId286" Type="http://schemas.openxmlformats.org/officeDocument/2006/relationships/customXml" Target="../ink/ink1239.xml"/><Relationship Id="rId50" Type="http://schemas.openxmlformats.org/officeDocument/2006/relationships/customXml" Target="../ink/ink1121.xml"/><Relationship Id="rId104" Type="http://schemas.openxmlformats.org/officeDocument/2006/relationships/customXml" Target="../ink/ink1148.xml"/><Relationship Id="rId125" Type="http://schemas.openxmlformats.org/officeDocument/2006/relationships/image" Target="../media/image1157.png"/><Relationship Id="rId146" Type="http://schemas.openxmlformats.org/officeDocument/2006/relationships/customXml" Target="../ink/ink1169.xml"/><Relationship Id="rId167" Type="http://schemas.openxmlformats.org/officeDocument/2006/relationships/image" Target="../media/image1177.png"/><Relationship Id="rId188" Type="http://schemas.openxmlformats.org/officeDocument/2006/relationships/customXml" Target="../ink/ink1190.xml"/><Relationship Id="rId311" Type="http://schemas.openxmlformats.org/officeDocument/2006/relationships/image" Target="../media/image1249.png"/><Relationship Id="rId332" Type="http://schemas.openxmlformats.org/officeDocument/2006/relationships/customXml" Target="../ink/ink1262.xml"/><Relationship Id="rId353" Type="http://schemas.openxmlformats.org/officeDocument/2006/relationships/image" Target="../media/image1270.png"/><Relationship Id="rId374" Type="http://schemas.openxmlformats.org/officeDocument/2006/relationships/customXml" Target="../ink/ink1283.xml"/><Relationship Id="rId71" Type="http://schemas.openxmlformats.org/officeDocument/2006/relationships/image" Target="../media/image1130.png"/><Relationship Id="rId92" Type="http://schemas.openxmlformats.org/officeDocument/2006/relationships/customXml" Target="../ink/ink1142.xml"/><Relationship Id="rId213" Type="http://schemas.openxmlformats.org/officeDocument/2006/relationships/image" Target="../media/image1200.png"/><Relationship Id="rId234" Type="http://schemas.openxmlformats.org/officeDocument/2006/relationships/customXml" Target="../ink/ink1213.xml"/><Relationship Id="rId2" Type="http://schemas.openxmlformats.org/officeDocument/2006/relationships/customXml" Target="../ink/ink1097.xml"/><Relationship Id="rId29" Type="http://schemas.openxmlformats.org/officeDocument/2006/relationships/image" Target="../media/image1109.png"/><Relationship Id="rId255" Type="http://schemas.openxmlformats.org/officeDocument/2006/relationships/image" Target="../media/image1221.png"/><Relationship Id="rId276" Type="http://schemas.openxmlformats.org/officeDocument/2006/relationships/customXml" Target="../ink/ink1234.xml"/><Relationship Id="rId297" Type="http://schemas.openxmlformats.org/officeDocument/2006/relationships/image" Target="../media/image1242.png"/><Relationship Id="rId40" Type="http://schemas.openxmlformats.org/officeDocument/2006/relationships/customXml" Target="../ink/ink1116.xml"/><Relationship Id="rId115" Type="http://schemas.openxmlformats.org/officeDocument/2006/relationships/image" Target="../media/image1152.png"/><Relationship Id="rId136" Type="http://schemas.openxmlformats.org/officeDocument/2006/relationships/customXml" Target="../ink/ink1164.xml"/><Relationship Id="rId157" Type="http://schemas.openxmlformats.org/officeDocument/2006/relationships/image" Target="../media/image1172.png"/><Relationship Id="rId178" Type="http://schemas.openxmlformats.org/officeDocument/2006/relationships/customXml" Target="../ink/ink1185.xml"/><Relationship Id="rId301" Type="http://schemas.openxmlformats.org/officeDocument/2006/relationships/image" Target="../media/image1244.png"/><Relationship Id="rId322" Type="http://schemas.openxmlformats.org/officeDocument/2006/relationships/customXml" Target="../ink/ink1257.xml"/><Relationship Id="rId343" Type="http://schemas.openxmlformats.org/officeDocument/2006/relationships/image" Target="../media/image1265.png"/><Relationship Id="rId364" Type="http://schemas.openxmlformats.org/officeDocument/2006/relationships/customXml" Target="../ink/ink1278.xml"/><Relationship Id="rId61" Type="http://schemas.openxmlformats.org/officeDocument/2006/relationships/image" Target="../media/image1125.png"/><Relationship Id="rId82" Type="http://schemas.openxmlformats.org/officeDocument/2006/relationships/customXml" Target="../ink/ink1137.xml"/><Relationship Id="rId199" Type="http://schemas.openxmlformats.org/officeDocument/2006/relationships/image" Target="../media/image1193.png"/><Relationship Id="rId203" Type="http://schemas.openxmlformats.org/officeDocument/2006/relationships/image" Target="../media/image1195.png"/><Relationship Id="rId385" Type="http://schemas.openxmlformats.org/officeDocument/2006/relationships/image" Target="../media/image1286.png"/><Relationship Id="rId19" Type="http://schemas.openxmlformats.org/officeDocument/2006/relationships/image" Target="../media/image1104.png"/><Relationship Id="rId224" Type="http://schemas.openxmlformats.org/officeDocument/2006/relationships/customXml" Target="../ink/ink1208.xml"/><Relationship Id="rId245" Type="http://schemas.openxmlformats.org/officeDocument/2006/relationships/image" Target="../media/image1216.png"/><Relationship Id="rId266" Type="http://schemas.openxmlformats.org/officeDocument/2006/relationships/customXml" Target="../ink/ink1229.xml"/><Relationship Id="rId287" Type="http://schemas.openxmlformats.org/officeDocument/2006/relationships/image" Target="../media/image1237.png"/><Relationship Id="rId30" Type="http://schemas.openxmlformats.org/officeDocument/2006/relationships/customXml" Target="../ink/ink1111.xml"/><Relationship Id="rId105" Type="http://schemas.openxmlformats.org/officeDocument/2006/relationships/image" Target="../media/image1147.png"/><Relationship Id="rId126" Type="http://schemas.openxmlformats.org/officeDocument/2006/relationships/customXml" Target="../ink/ink1159.xml"/><Relationship Id="rId147" Type="http://schemas.openxmlformats.org/officeDocument/2006/relationships/image" Target="../media/image1167.png"/><Relationship Id="rId168" Type="http://schemas.openxmlformats.org/officeDocument/2006/relationships/customXml" Target="../ink/ink1180.xml"/><Relationship Id="rId312" Type="http://schemas.openxmlformats.org/officeDocument/2006/relationships/customXml" Target="../ink/ink1252.xml"/><Relationship Id="rId333" Type="http://schemas.openxmlformats.org/officeDocument/2006/relationships/image" Target="../media/image1260.png"/><Relationship Id="rId354" Type="http://schemas.openxmlformats.org/officeDocument/2006/relationships/customXml" Target="../ink/ink1273.xml"/><Relationship Id="rId51" Type="http://schemas.openxmlformats.org/officeDocument/2006/relationships/image" Target="../media/image1120.png"/><Relationship Id="rId72" Type="http://schemas.openxmlformats.org/officeDocument/2006/relationships/customXml" Target="../ink/ink1132.xml"/><Relationship Id="rId93" Type="http://schemas.openxmlformats.org/officeDocument/2006/relationships/image" Target="../media/image1141.png"/><Relationship Id="rId189" Type="http://schemas.openxmlformats.org/officeDocument/2006/relationships/image" Target="../media/image1188.png"/><Relationship Id="rId375" Type="http://schemas.openxmlformats.org/officeDocument/2006/relationships/image" Target="../media/image1281.png"/><Relationship Id="rId3" Type="http://schemas.openxmlformats.org/officeDocument/2006/relationships/image" Target="../media/image1096.png"/><Relationship Id="rId214" Type="http://schemas.openxmlformats.org/officeDocument/2006/relationships/customXml" Target="../ink/ink1203.xml"/><Relationship Id="rId235" Type="http://schemas.openxmlformats.org/officeDocument/2006/relationships/image" Target="../media/image1211.png"/><Relationship Id="rId256" Type="http://schemas.openxmlformats.org/officeDocument/2006/relationships/customXml" Target="../ink/ink1224.xml"/><Relationship Id="rId277" Type="http://schemas.openxmlformats.org/officeDocument/2006/relationships/image" Target="../media/image1232.png"/><Relationship Id="rId298" Type="http://schemas.openxmlformats.org/officeDocument/2006/relationships/customXml" Target="../ink/ink1245.xml"/><Relationship Id="rId116" Type="http://schemas.openxmlformats.org/officeDocument/2006/relationships/customXml" Target="../ink/ink1154.xml"/><Relationship Id="rId137" Type="http://schemas.openxmlformats.org/officeDocument/2006/relationships/image" Target="../media/image1163.png"/><Relationship Id="rId158" Type="http://schemas.openxmlformats.org/officeDocument/2006/relationships/customXml" Target="../ink/ink1175.xml"/><Relationship Id="rId302" Type="http://schemas.openxmlformats.org/officeDocument/2006/relationships/customXml" Target="../ink/ink1247.xml"/><Relationship Id="rId323" Type="http://schemas.openxmlformats.org/officeDocument/2006/relationships/image" Target="../media/image1255.png"/><Relationship Id="rId344" Type="http://schemas.openxmlformats.org/officeDocument/2006/relationships/customXml" Target="../ink/ink1268.xml"/><Relationship Id="rId20" Type="http://schemas.openxmlformats.org/officeDocument/2006/relationships/customXml" Target="../ink/ink1106.xml"/><Relationship Id="rId41" Type="http://schemas.openxmlformats.org/officeDocument/2006/relationships/image" Target="../media/image1115.png"/><Relationship Id="rId62" Type="http://schemas.openxmlformats.org/officeDocument/2006/relationships/customXml" Target="../ink/ink1127.xml"/><Relationship Id="rId83" Type="http://schemas.openxmlformats.org/officeDocument/2006/relationships/image" Target="../media/image1136.png"/><Relationship Id="rId179" Type="http://schemas.openxmlformats.org/officeDocument/2006/relationships/image" Target="../media/image1183.png"/><Relationship Id="rId365" Type="http://schemas.openxmlformats.org/officeDocument/2006/relationships/image" Target="../media/image1276.png"/><Relationship Id="rId190" Type="http://schemas.openxmlformats.org/officeDocument/2006/relationships/customXml" Target="../ink/ink1191.xml"/><Relationship Id="rId204" Type="http://schemas.openxmlformats.org/officeDocument/2006/relationships/customXml" Target="../ink/ink1198.xml"/><Relationship Id="rId225" Type="http://schemas.openxmlformats.org/officeDocument/2006/relationships/image" Target="../media/image1206.png"/><Relationship Id="rId246" Type="http://schemas.openxmlformats.org/officeDocument/2006/relationships/customXml" Target="../ink/ink1219.xml"/><Relationship Id="rId267" Type="http://schemas.openxmlformats.org/officeDocument/2006/relationships/image" Target="../media/image1227.png"/><Relationship Id="rId288" Type="http://schemas.openxmlformats.org/officeDocument/2006/relationships/customXml" Target="../ink/ink1240.xml"/><Relationship Id="rId106" Type="http://schemas.openxmlformats.org/officeDocument/2006/relationships/customXml" Target="../ink/ink1149.xml"/><Relationship Id="rId127" Type="http://schemas.openxmlformats.org/officeDocument/2006/relationships/image" Target="../media/image1158.png"/><Relationship Id="rId313" Type="http://schemas.openxmlformats.org/officeDocument/2006/relationships/image" Target="../media/image1250.png"/><Relationship Id="rId10" Type="http://schemas.openxmlformats.org/officeDocument/2006/relationships/customXml" Target="../ink/ink1101.xml"/><Relationship Id="rId31" Type="http://schemas.openxmlformats.org/officeDocument/2006/relationships/image" Target="../media/image1110.png"/><Relationship Id="rId52" Type="http://schemas.openxmlformats.org/officeDocument/2006/relationships/customXml" Target="../ink/ink1122.xml"/><Relationship Id="rId73" Type="http://schemas.openxmlformats.org/officeDocument/2006/relationships/image" Target="../media/image1131.png"/><Relationship Id="rId94" Type="http://schemas.openxmlformats.org/officeDocument/2006/relationships/customXml" Target="../ink/ink1143.xml"/><Relationship Id="rId148" Type="http://schemas.openxmlformats.org/officeDocument/2006/relationships/customXml" Target="../ink/ink1170.xml"/><Relationship Id="rId169" Type="http://schemas.openxmlformats.org/officeDocument/2006/relationships/image" Target="../media/image1178.png"/><Relationship Id="rId334" Type="http://schemas.openxmlformats.org/officeDocument/2006/relationships/customXml" Target="../ink/ink1263.xml"/><Relationship Id="rId355" Type="http://schemas.openxmlformats.org/officeDocument/2006/relationships/image" Target="../media/image1271.png"/><Relationship Id="rId376" Type="http://schemas.openxmlformats.org/officeDocument/2006/relationships/customXml" Target="../ink/ink1284.xml"/><Relationship Id="rId4" Type="http://schemas.openxmlformats.org/officeDocument/2006/relationships/customXml" Target="../ink/ink1098.xml"/><Relationship Id="rId180" Type="http://schemas.openxmlformats.org/officeDocument/2006/relationships/customXml" Target="../ink/ink1186.xml"/><Relationship Id="rId215" Type="http://schemas.openxmlformats.org/officeDocument/2006/relationships/image" Target="../media/image1201.png"/><Relationship Id="rId236" Type="http://schemas.openxmlformats.org/officeDocument/2006/relationships/customXml" Target="../ink/ink1214.xml"/><Relationship Id="rId257" Type="http://schemas.openxmlformats.org/officeDocument/2006/relationships/image" Target="../media/image1222.png"/><Relationship Id="rId278" Type="http://schemas.openxmlformats.org/officeDocument/2006/relationships/customXml" Target="../ink/ink1235.xml"/><Relationship Id="rId303" Type="http://schemas.openxmlformats.org/officeDocument/2006/relationships/image" Target="../media/image1245.png"/><Relationship Id="rId42" Type="http://schemas.openxmlformats.org/officeDocument/2006/relationships/customXml" Target="../ink/ink1117.xml"/><Relationship Id="rId84" Type="http://schemas.openxmlformats.org/officeDocument/2006/relationships/customXml" Target="../ink/ink1138.xml"/><Relationship Id="rId138" Type="http://schemas.openxmlformats.org/officeDocument/2006/relationships/customXml" Target="../ink/ink1165.xml"/><Relationship Id="rId345" Type="http://schemas.openxmlformats.org/officeDocument/2006/relationships/image" Target="../media/image1266.png"/><Relationship Id="rId191" Type="http://schemas.openxmlformats.org/officeDocument/2006/relationships/image" Target="../media/image1189.png"/><Relationship Id="rId205" Type="http://schemas.openxmlformats.org/officeDocument/2006/relationships/image" Target="../media/image1196.png"/><Relationship Id="rId247" Type="http://schemas.openxmlformats.org/officeDocument/2006/relationships/image" Target="../media/image1217.png"/><Relationship Id="rId107" Type="http://schemas.openxmlformats.org/officeDocument/2006/relationships/image" Target="../media/image1148.png"/><Relationship Id="rId289" Type="http://schemas.openxmlformats.org/officeDocument/2006/relationships/image" Target="../media/image1238.png"/><Relationship Id="rId11" Type="http://schemas.openxmlformats.org/officeDocument/2006/relationships/image" Target="../media/image1100.png"/><Relationship Id="rId53" Type="http://schemas.openxmlformats.org/officeDocument/2006/relationships/image" Target="../media/image1121.png"/><Relationship Id="rId149" Type="http://schemas.openxmlformats.org/officeDocument/2006/relationships/image" Target="../media/image1168.png"/><Relationship Id="rId314" Type="http://schemas.openxmlformats.org/officeDocument/2006/relationships/customXml" Target="../ink/ink1253.xml"/><Relationship Id="rId356" Type="http://schemas.openxmlformats.org/officeDocument/2006/relationships/customXml" Target="../ink/ink1274.xml"/><Relationship Id="rId95" Type="http://schemas.openxmlformats.org/officeDocument/2006/relationships/image" Target="../media/image1142.png"/><Relationship Id="rId160" Type="http://schemas.openxmlformats.org/officeDocument/2006/relationships/customXml" Target="../ink/ink1176.xml"/><Relationship Id="rId216" Type="http://schemas.openxmlformats.org/officeDocument/2006/relationships/customXml" Target="../ink/ink1204.xml"/><Relationship Id="rId258" Type="http://schemas.openxmlformats.org/officeDocument/2006/relationships/customXml" Target="../ink/ink1225.xml"/><Relationship Id="rId22" Type="http://schemas.openxmlformats.org/officeDocument/2006/relationships/customXml" Target="../ink/ink1107.xml"/><Relationship Id="rId64" Type="http://schemas.openxmlformats.org/officeDocument/2006/relationships/customXml" Target="../ink/ink1128.xml"/><Relationship Id="rId118" Type="http://schemas.openxmlformats.org/officeDocument/2006/relationships/customXml" Target="../ink/ink1155.xml"/><Relationship Id="rId325" Type="http://schemas.openxmlformats.org/officeDocument/2006/relationships/image" Target="../media/image1256.png"/><Relationship Id="rId367" Type="http://schemas.openxmlformats.org/officeDocument/2006/relationships/image" Target="../media/image1277.png"/><Relationship Id="rId171" Type="http://schemas.openxmlformats.org/officeDocument/2006/relationships/image" Target="../media/image1179.png"/><Relationship Id="rId227" Type="http://schemas.openxmlformats.org/officeDocument/2006/relationships/image" Target="../media/image1207.png"/><Relationship Id="rId269" Type="http://schemas.openxmlformats.org/officeDocument/2006/relationships/image" Target="../media/image1228.png"/><Relationship Id="rId33" Type="http://schemas.openxmlformats.org/officeDocument/2006/relationships/image" Target="../media/image1111.png"/><Relationship Id="rId129" Type="http://schemas.openxmlformats.org/officeDocument/2006/relationships/image" Target="../media/image1159.png"/><Relationship Id="rId280" Type="http://schemas.openxmlformats.org/officeDocument/2006/relationships/customXml" Target="../ink/ink1236.xml"/><Relationship Id="rId336" Type="http://schemas.openxmlformats.org/officeDocument/2006/relationships/customXml" Target="../ink/ink1264.xml"/><Relationship Id="rId75" Type="http://schemas.openxmlformats.org/officeDocument/2006/relationships/image" Target="../media/image1132.png"/><Relationship Id="rId140" Type="http://schemas.openxmlformats.org/officeDocument/2006/relationships/customXml" Target="../ink/ink1166.xml"/><Relationship Id="rId182" Type="http://schemas.openxmlformats.org/officeDocument/2006/relationships/customXml" Target="../ink/ink1187.xml"/><Relationship Id="rId378" Type="http://schemas.openxmlformats.org/officeDocument/2006/relationships/customXml" Target="../ink/ink1285.xml"/><Relationship Id="rId6" Type="http://schemas.openxmlformats.org/officeDocument/2006/relationships/customXml" Target="../ink/ink1099.xml"/><Relationship Id="rId238" Type="http://schemas.openxmlformats.org/officeDocument/2006/relationships/customXml" Target="../ink/ink1215.xml"/><Relationship Id="rId291" Type="http://schemas.openxmlformats.org/officeDocument/2006/relationships/image" Target="../media/image1239.png"/><Relationship Id="rId305" Type="http://schemas.openxmlformats.org/officeDocument/2006/relationships/image" Target="../media/image1246.png"/><Relationship Id="rId347" Type="http://schemas.openxmlformats.org/officeDocument/2006/relationships/image" Target="../media/image1267.png"/><Relationship Id="rId44" Type="http://schemas.openxmlformats.org/officeDocument/2006/relationships/customXml" Target="../ink/ink1118.xml"/><Relationship Id="rId86" Type="http://schemas.openxmlformats.org/officeDocument/2006/relationships/customXml" Target="../ink/ink1139.xml"/><Relationship Id="rId151" Type="http://schemas.openxmlformats.org/officeDocument/2006/relationships/image" Target="../media/image1169.png"/><Relationship Id="rId193" Type="http://schemas.openxmlformats.org/officeDocument/2006/relationships/image" Target="../media/image1190.png"/><Relationship Id="rId207" Type="http://schemas.openxmlformats.org/officeDocument/2006/relationships/image" Target="../media/image1197.png"/><Relationship Id="rId249" Type="http://schemas.openxmlformats.org/officeDocument/2006/relationships/image" Target="../media/image1218.png"/><Relationship Id="rId13" Type="http://schemas.openxmlformats.org/officeDocument/2006/relationships/image" Target="../media/image1101.png"/><Relationship Id="rId109" Type="http://schemas.openxmlformats.org/officeDocument/2006/relationships/image" Target="../media/image1149.png"/><Relationship Id="rId260" Type="http://schemas.openxmlformats.org/officeDocument/2006/relationships/customXml" Target="../ink/ink1226.xml"/><Relationship Id="rId316" Type="http://schemas.openxmlformats.org/officeDocument/2006/relationships/customXml" Target="../ink/ink1254.xml"/><Relationship Id="rId55" Type="http://schemas.openxmlformats.org/officeDocument/2006/relationships/image" Target="../media/image1122.png"/><Relationship Id="rId97" Type="http://schemas.openxmlformats.org/officeDocument/2006/relationships/image" Target="../media/image1143.png"/><Relationship Id="rId120" Type="http://schemas.openxmlformats.org/officeDocument/2006/relationships/customXml" Target="../ink/ink1156.xml"/><Relationship Id="rId358" Type="http://schemas.openxmlformats.org/officeDocument/2006/relationships/customXml" Target="../ink/ink1275.xml"/><Relationship Id="rId162" Type="http://schemas.openxmlformats.org/officeDocument/2006/relationships/customXml" Target="../ink/ink1177.xml"/><Relationship Id="rId218" Type="http://schemas.openxmlformats.org/officeDocument/2006/relationships/customXml" Target="../ink/ink1205.xml"/><Relationship Id="rId271" Type="http://schemas.openxmlformats.org/officeDocument/2006/relationships/image" Target="../media/image1229.png"/><Relationship Id="rId24" Type="http://schemas.openxmlformats.org/officeDocument/2006/relationships/customXml" Target="../ink/ink1108.xml"/><Relationship Id="rId66" Type="http://schemas.openxmlformats.org/officeDocument/2006/relationships/customXml" Target="../ink/ink1129.xml"/><Relationship Id="rId131" Type="http://schemas.openxmlformats.org/officeDocument/2006/relationships/image" Target="../media/image1160.png"/><Relationship Id="rId327" Type="http://schemas.openxmlformats.org/officeDocument/2006/relationships/image" Target="../media/image1257.png"/><Relationship Id="rId369" Type="http://schemas.openxmlformats.org/officeDocument/2006/relationships/image" Target="../media/image1278.png"/><Relationship Id="rId173" Type="http://schemas.openxmlformats.org/officeDocument/2006/relationships/image" Target="../media/image1180.png"/><Relationship Id="rId229" Type="http://schemas.openxmlformats.org/officeDocument/2006/relationships/image" Target="../media/image1208.png"/><Relationship Id="rId380" Type="http://schemas.openxmlformats.org/officeDocument/2006/relationships/customXml" Target="../ink/ink1286.xml"/><Relationship Id="rId240" Type="http://schemas.openxmlformats.org/officeDocument/2006/relationships/customXml" Target="../ink/ink1216.xml"/><Relationship Id="rId35" Type="http://schemas.openxmlformats.org/officeDocument/2006/relationships/image" Target="../media/image1112.png"/><Relationship Id="rId77" Type="http://schemas.openxmlformats.org/officeDocument/2006/relationships/image" Target="../media/image1133.png"/><Relationship Id="rId100" Type="http://schemas.openxmlformats.org/officeDocument/2006/relationships/customXml" Target="../ink/ink1146.xml"/><Relationship Id="rId282" Type="http://schemas.openxmlformats.org/officeDocument/2006/relationships/customXml" Target="../ink/ink1237.xml"/><Relationship Id="rId338" Type="http://schemas.openxmlformats.org/officeDocument/2006/relationships/customXml" Target="../ink/ink1265.xml"/><Relationship Id="rId8" Type="http://schemas.openxmlformats.org/officeDocument/2006/relationships/customXml" Target="../ink/ink1100.xml"/><Relationship Id="rId142" Type="http://schemas.openxmlformats.org/officeDocument/2006/relationships/customXml" Target="../ink/ink1167.xml"/><Relationship Id="rId184" Type="http://schemas.openxmlformats.org/officeDocument/2006/relationships/customXml" Target="../ink/ink1188.xml"/><Relationship Id="rId251" Type="http://schemas.openxmlformats.org/officeDocument/2006/relationships/image" Target="../media/image1219.png"/><Relationship Id="rId46" Type="http://schemas.openxmlformats.org/officeDocument/2006/relationships/customXml" Target="../ink/ink1119.xml"/><Relationship Id="rId293" Type="http://schemas.openxmlformats.org/officeDocument/2006/relationships/image" Target="../media/image1240.png"/><Relationship Id="rId307" Type="http://schemas.openxmlformats.org/officeDocument/2006/relationships/image" Target="../media/image1247.png"/><Relationship Id="rId349" Type="http://schemas.openxmlformats.org/officeDocument/2006/relationships/image" Target="../media/image1268.png"/><Relationship Id="rId88" Type="http://schemas.openxmlformats.org/officeDocument/2006/relationships/customXml" Target="../ink/ink1140.xml"/><Relationship Id="rId111" Type="http://schemas.openxmlformats.org/officeDocument/2006/relationships/image" Target="../media/image1150.png"/><Relationship Id="rId153" Type="http://schemas.openxmlformats.org/officeDocument/2006/relationships/image" Target="../media/image1170.png"/><Relationship Id="rId195" Type="http://schemas.openxmlformats.org/officeDocument/2006/relationships/image" Target="../media/image1191.png"/><Relationship Id="rId209" Type="http://schemas.openxmlformats.org/officeDocument/2006/relationships/image" Target="../media/image1198.png"/><Relationship Id="rId360" Type="http://schemas.openxmlformats.org/officeDocument/2006/relationships/customXml" Target="../ink/ink1276.xml"/><Relationship Id="rId220" Type="http://schemas.openxmlformats.org/officeDocument/2006/relationships/customXml" Target="../ink/ink1206.xml"/><Relationship Id="rId15" Type="http://schemas.openxmlformats.org/officeDocument/2006/relationships/image" Target="../media/image1102.png"/><Relationship Id="rId57" Type="http://schemas.openxmlformats.org/officeDocument/2006/relationships/image" Target="../media/image1123.png"/><Relationship Id="rId262" Type="http://schemas.openxmlformats.org/officeDocument/2006/relationships/customXml" Target="../ink/ink1227.xml"/><Relationship Id="rId318" Type="http://schemas.openxmlformats.org/officeDocument/2006/relationships/customXml" Target="../ink/ink1255.xml"/><Relationship Id="rId99" Type="http://schemas.openxmlformats.org/officeDocument/2006/relationships/image" Target="../media/image1144.png"/><Relationship Id="rId122" Type="http://schemas.openxmlformats.org/officeDocument/2006/relationships/customXml" Target="../ink/ink1157.xml"/><Relationship Id="rId164" Type="http://schemas.openxmlformats.org/officeDocument/2006/relationships/customXml" Target="../ink/ink1178.xml"/><Relationship Id="rId371" Type="http://schemas.openxmlformats.org/officeDocument/2006/relationships/image" Target="../media/image1279.png"/><Relationship Id="rId26" Type="http://schemas.openxmlformats.org/officeDocument/2006/relationships/customXml" Target="../ink/ink1109.xml"/><Relationship Id="rId231" Type="http://schemas.openxmlformats.org/officeDocument/2006/relationships/image" Target="../media/image1209.png"/><Relationship Id="rId273" Type="http://schemas.openxmlformats.org/officeDocument/2006/relationships/image" Target="../media/image1230.png"/><Relationship Id="rId329" Type="http://schemas.openxmlformats.org/officeDocument/2006/relationships/image" Target="../media/image1258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44.png"/><Relationship Id="rId21" Type="http://schemas.openxmlformats.org/officeDocument/2006/relationships/image" Target="../media/image1296.png"/><Relationship Id="rId42" Type="http://schemas.openxmlformats.org/officeDocument/2006/relationships/customXml" Target="../ink/ink1309.xml"/><Relationship Id="rId63" Type="http://schemas.openxmlformats.org/officeDocument/2006/relationships/image" Target="../media/image1317.png"/><Relationship Id="rId84" Type="http://schemas.openxmlformats.org/officeDocument/2006/relationships/customXml" Target="../ink/ink1330.xml"/><Relationship Id="rId138" Type="http://schemas.openxmlformats.org/officeDocument/2006/relationships/customXml" Target="../ink/ink1357.xml"/><Relationship Id="rId107" Type="http://schemas.openxmlformats.org/officeDocument/2006/relationships/image" Target="../media/image1339.png"/><Relationship Id="rId11" Type="http://schemas.openxmlformats.org/officeDocument/2006/relationships/image" Target="../media/image1291.png"/><Relationship Id="rId32" Type="http://schemas.openxmlformats.org/officeDocument/2006/relationships/customXml" Target="../ink/ink1304.xml"/><Relationship Id="rId53" Type="http://schemas.openxmlformats.org/officeDocument/2006/relationships/image" Target="../media/image1312.png"/><Relationship Id="rId74" Type="http://schemas.openxmlformats.org/officeDocument/2006/relationships/customXml" Target="../ink/ink1325.xml"/><Relationship Id="rId128" Type="http://schemas.openxmlformats.org/officeDocument/2006/relationships/customXml" Target="../ink/ink1352.xml"/><Relationship Id="rId149" Type="http://schemas.openxmlformats.org/officeDocument/2006/relationships/image" Target="../media/image1360.png"/><Relationship Id="rId5" Type="http://schemas.openxmlformats.org/officeDocument/2006/relationships/image" Target="../media/image1288.png"/><Relationship Id="rId95" Type="http://schemas.openxmlformats.org/officeDocument/2006/relationships/image" Target="../media/image1333.png"/><Relationship Id="rId22" Type="http://schemas.openxmlformats.org/officeDocument/2006/relationships/customXml" Target="../ink/ink1299.xml"/><Relationship Id="rId27" Type="http://schemas.openxmlformats.org/officeDocument/2006/relationships/image" Target="../media/image1299.png"/><Relationship Id="rId43" Type="http://schemas.openxmlformats.org/officeDocument/2006/relationships/image" Target="../media/image1307.png"/><Relationship Id="rId48" Type="http://schemas.openxmlformats.org/officeDocument/2006/relationships/customXml" Target="../ink/ink1312.xml"/><Relationship Id="rId64" Type="http://schemas.openxmlformats.org/officeDocument/2006/relationships/customXml" Target="../ink/ink1320.xml"/><Relationship Id="rId69" Type="http://schemas.openxmlformats.org/officeDocument/2006/relationships/image" Target="../media/image1320.png"/><Relationship Id="rId113" Type="http://schemas.openxmlformats.org/officeDocument/2006/relationships/image" Target="../media/image1342.png"/><Relationship Id="rId118" Type="http://schemas.openxmlformats.org/officeDocument/2006/relationships/customXml" Target="../ink/ink1347.xml"/><Relationship Id="rId134" Type="http://schemas.openxmlformats.org/officeDocument/2006/relationships/customXml" Target="../ink/ink1355.xml"/><Relationship Id="rId139" Type="http://schemas.openxmlformats.org/officeDocument/2006/relationships/image" Target="../media/image1355.png"/><Relationship Id="rId80" Type="http://schemas.openxmlformats.org/officeDocument/2006/relationships/customXml" Target="../ink/ink1328.xml"/><Relationship Id="rId85" Type="http://schemas.openxmlformats.org/officeDocument/2006/relationships/image" Target="../media/image1328.png"/><Relationship Id="rId12" Type="http://schemas.openxmlformats.org/officeDocument/2006/relationships/customXml" Target="../ink/ink1294.xml"/><Relationship Id="rId17" Type="http://schemas.openxmlformats.org/officeDocument/2006/relationships/image" Target="../media/image1294.png"/><Relationship Id="rId33" Type="http://schemas.openxmlformats.org/officeDocument/2006/relationships/image" Target="../media/image1302.png"/><Relationship Id="rId38" Type="http://schemas.openxmlformats.org/officeDocument/2006/relationships/customXml" Target="../ink/ink1307.xml"/><Relationship Id="rId59" Type="http://schemas.openxmlformats.org/officeDocument/2006/relationships/image" Target="../media/image1315.png"/><Relationship Id="rId103" Type="http://schemas.openxmlformats.org/officeDocument/2006/relationships/image" Target="../media/image1337.png"/><Relationship Id="rId108" Type="http://schemas.openxmlformats.org/officeDocument/2006/relationships/customXml" Target="../ink/ink1342.xml"/><Relationship Id="rId124" Type="http://schemas.openxmlformats.org/officeDocument/2006/relationships/customXml" Target="../ink/ink1350.xml"/><Relationship Id="rId129" Type="http://schemas.openxmlformats.org/officeDocument/2006/relationships/image" Target="../media/image1350.png"/><Relationship Id="rId54" Type="http://schemas.openxmlformats.org/officeDocument/2006/relationships/customXml" Target="../ink/ink1315.xml"/><Relationship Id="rId70" Type="http://schemas.openxmlformats.org/officeDocument/2006/relationships/customXml" Target="../ink/ink1323.xml"/><Relationship Id="rId75" Type="http://schemas.openxmlformats.org/officeDocument/2006/relationships/image" Target="../media/image1323.png"/><Relationship Id="rId91" Type="http://schemas.openxmlformats.org/officeDocument/2006/relationships/image" Target="../media/image1331.png"/><Relationship Id="rId96" Type="http://schemas.openxmlformats.org/officeDocument/2006/relationships/customXml" Target="../ink/ink1336.xml"/><Relationship Id="rId140" Type="http://schemas.openxmlformats.org/officeDocument/2006/relationships/customXml" Target="../ink/ink1358.xml"/><Relationship Id="rId145" Type="http://schemas.openxmlformats.org/officeDocument/2006/relationships/image" Target="../media/image135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91.xml"/><Relationship Id="rId23" Type="http://schemas.openxmlformats.org/officeDocument/2006/relationships/image" Target="../media/image1297.png"/><Relationship Id="rId28" Type="http://schemas.openxmlformats.org/officeDocument/2006/relationships/customXml" Target="../ink/ink1302.xml"/><Relationship Id="rId49" Type="http://schemas.openxmlformats.org/officeDocument/2006/relationships/image" Target="../media/image1310.png"/><Relationship Id="rId114" Type="http://schemas.openxmlformats.org/officeDocument/2006/relationships/customXml" Target="../ink/ink1345.xml"/><Relationship Id="rId119" Type="http://schemas.openxmlformats.org/officeDocument/2006/relationships/image" Target="../media/image1345.png"/><Relationship Id="rId44" Type="http://schemas.openxmlformats.org/officeDocument/2006/relationships/customXml" Target="../ink/ink1310.xml"/><Relationship Id="rId60" Type="http://schemas.openxmlformats.org/officeDocument/2006/relationships/customXml" Target="../ink/ink1318.xml"/><Relationship Id="rId65" Type="http://schemas.openxmlformats.org/officeDocument/2006/relationships/image" Target="../media/image1318.png"/><Relationship Id="rId81" Type="http://schemas.openxmlformats.org/officeDocument/2006/relationships/image" Target="../media/image1326.png"/><Relationship Id="rId86" Type="http://schemas.openxmlformats.org/officeDocument/2006/relationships/customXml" Target="../ink/ink1331.xml"/><Relationship Id="rId130" Type="http://schemas.openxmlformats.org/officeDocument/2006/relationships/customXml" Target="../ink/ink1353.xml"/><Relationship Id="rId135" Type="http://schemas.openxmlformats.org/officeDocument/2006/relationships/image" Target="../media/image1353.png"/><Relationship Id="rId13" Type="http://schemas.openxmlformats.org/officeDocument/2006/relationships/image" Target="../media/image1292.png"/><Relationship Id="rId18" Type="http://schemas.openxmlformats.org/officeDocument/2006/relationships/customXml" Target="../ink/ink1297.xml"/><Relationship Id="rId39" Type="http://schemas.openxmlformats.org/officeDocument/2006/relationships/image" Target="../media/image1305.png"/><Relationship Id="rId109" Type="http://schemas.openxmlformats.org/officeDocument/2006/relationships/image" Target="../media/image1340.png"/><Relationship Id="rId34" Type="http://schemas.openxmlformats.org/officeDocument/2006/relationships/customXml" Target="../ink/ink1305.xml"/><Relationship Id="rId50" Type="http://schemas.openxmlformats.org/officeDocument/2006/relationships/customXml" Target="../ink/ink1313.xml"/><Relationship Id="rId55" Type="http://schemas.openxmlformats.org/officeDocument/2006/relationships/image" Target="../media/image1313.png"/><Relationship Id="rId76" Type="http://schemas.openxmlformats.org/officeDocument/2006/relationships/customXml" Target="../ink/ink1326.xml"/><Relationship Id="rId97" Type="http://schemas.openxmlformats.org/officeDocument/2006/relationships/image" Target="../media/image1334.png"/><Relationship Id="rId104" Type="http://schemas.openxmlformats.org/officeDocument/2006/relationships/customXml" Target="../ink/ink1340.xml"/><Relationship Id="rId120" Type="http://schemas.openxmlformats.org/officeDocument/2006/relationships/customXml" Target="../ink/ink1348.xml"/><Relationship Id="rId125" Type="http://schemas.openxmlformats.org/officeDocument/2006/relationships/image" Target="../media/image1348.png"/><Relationship Id="rId141" Type="http://schemas.openxmlformats.org/officeDocument/2006/relationships/image" Target="../media/image1356.png"/><Relationship Id="rId146" Type="http://schemas.openxmlformats.org/officeDocument/2006/relationships/customXml" Target="../ink/ink1361.xml"/><Relationship Id="rId7" Type="http://schemas.openxmlformats.org/officeDocument/2006/relationships/image" Target="../media/image1289.png"/><Relationship Id="rId71" Type="http://schemas.openxmlformats.org/officeDocument/2006/relationships/image" Target="../media/image1321.png"/><Relationship Id="rId92" Type="http://schemas.openxmlformats.org/officeDocument/2006/relationships/customXml" Target="../ink/ink1334.xml"/><Relationship Id="rId2" Type="http://schemas.openxmlformats.org/officeDocument/2006/relationships/customXml" Target="../ink/ink1289.xml"/><Relationship Id="rId29" Type="http://schemas.openxmlformats.org/officeDocument/2006/relationships/image" Target="../media/image1300.png"/><Relationship Id="rId24" Type="http://schemas.openxmlformats.org/officeDocument/2006/relationships/customXml" Target="../ink/ink1300.xml"/><Relationship Id="rId40" Type="http://schemas.openxmlformats.org/officeDocument/2006/relationships/customXml" Target="../ink/ink1308.xml"/><Relationship Id="rId45" Type="http://schemas.openxmlformats.org/officeDocument/2006/relationships/image" Target="../media/image1308.png"/><Relationship Id="rId66" Type="http://schemas.openxmlformats.org/officeDocument/2006/relationships/customXml" Target="../ink/ink1321.xml"/><Relationship Id="rId87" Type="http://schemas.openxmlformats.org/officeDocument/2006/relationships/image" Target="../media/image1329.png"/><Relationship Id="rId110" Type="http://schemas.openxmlformats.org/officeDocument/2006/relationships/customXml" Target="../ink/ink1343.xml"/><Relationship Id="rId115" Type="http://schemas.openxmlformats.org/officeDocument/2006/relationships/image" Target="../media/image1343.png"/><Relationship Id="rId131" Type="http://schemas.openxmlformats.org/officeDocument/2006/relationships/image" Target="../media/image1351.png"/><Relationship Id="rId136" Type="http://schemas.openxmlformats.org/officeDocument/2006/relationships/customXml" Target="../ink/ink1356.xml"/><Relationship Id="rId61" Type="http://schemas.openxmlformats.org/officeDocument/2006/relationships/image" Target="../media/image1316.png"/><Relationship Id="rId82" Type="http://schemas.openxmlformats.org/officeDocument/2006/relationships/customXml" Target="../ink/ink1329.xml"/><Relationship Id="rId19" Type="http://schemas.openxmlformats.org/officeDocument/2006/relationships/image" Target="../media/image1295.png"/><Relationship Id="rId14" Type="http://schemas.openxmlformats.org/officeDocument/2006/relationships/customXml" Target="../ink/ink1295.xml"/><Relationship Id="rId30" Type="http://schemas.openxmlformats.org/officeDocument/2006/relationships/customXml" Target="../ink/ink1303.xml"/><Relationship Id="rId35" Type="http://schemas.openxmlformats.org/officeDocument/2006/relationships/image" Target="../media/image1303.png"/><Relationship Id="rId56" Type="http://schemas.openxmlformats.org/officeDocument/2006/relationships/customXml" Target="../ink/ink1316.xml"/><Relationship Id="rId77" Type="http://schemas.openxmlformats.org/officeDocument/2006/relationships/image" Target="../media/image1324.png"/><Relationship Id="rId100" Type="http://schemas.openxmlformats.org/officeDocument/2006/relationships/customXml" Target="../ink/ink1338.xml"/><Relationship Id="rId105" Type="http://schemas.openxmlformats.org/officeDocument/2006/relationships/image" Target="../media/image1338.png"/><Relationship Id="rId126" Type="http://schemas.openxmlformats.org/officeDocument/2006/relationships/customXml" Target="../ink/ink1351.xml"/><Relationship Id="rId147" Type="http://schemas.openxmlformats.org/officeDocument/2006/relationships/image" Target="../media/image1359.png"/><Relationship Id="rId8" Type="http://schemas.openxmlformats.org/officeDocument/2006/relationships/customXml" Target="../ink/ink1292.xml"/><Relationship Id="rId51" Type="http://schemas.openxmlformats.org/officeDocument/2006/relationships/image" Target="../media/image1311.png"/><Relationship Id="rId72" Type="http://schemas.openxmlformats.org/officeDocument/2006/relationships/customXml" Target="../ink/ink1324.xml"/><Relationship Id="rId93" Type="http://schemas.openxmlformats.org/officeDocument/2006/relationships/image" Target="../media/image1332.png"/><Relationship Id="rId98" Type="http://schemas.openxmlformats.org/officeDocument/2006/relationships/customXml" Target="../ink/ink1337.xml"/><Relationship Id="rId121" Type="http://schemas.openxmlformats.org/officeDocument/2006/relationships/image" Target="../media/image1346.png"/><Relationship Id="rId142" Type="http://schemas.openxmlformats.org/officeDocument/2006/relationships/customXml" Target="../ink/ink1359.xml"/><Relationship Id="rId3" Type="http://schemas.openxmlformats.org/officeDocument/2006/relationships/image" Target="../media/image1287.png"/><Relationship Id="rId25" Type="http://schemas.openxmlformats.org/officeDocument/2006/relationships/image" Target="../media/image1298.png"/><Relationship Id="rId46" Type="http://schemas.openxmlformats.org/officeDocument/2006/relationships/customXml" Target="../ink/ink1311.xml"/><Relationship Id="rId67" Type="http://schemas.openxmlformats.org/officeDocument/2006/relationships/image" Target="../media/image1319.png"/><Relationship Id="rId116" Type="http://schemas.openxmlformats.org/officeDocument/2006/relationships/customXml" Target="../ink/ink1346.xml"/><Relationship Id="rId137" Type="http://schemas.openxmlformats.org/officeDocument/2006/relationships/image" Target="../media/image1354.png"/><Relationship Id="rId20" Type="http://schemas.openxmlformats.org/officeDocument/2006/relationships/customXml" Target="../ink/ink1298.xml"/><Relationship Id="rId41" Type="http://schemas.openxmlformats.org/officeDocument/2006/relationships/image" Target="../media/image1306.png"/><Relationship Id="rId62" Type="http://schemas.openxmlformats.org/officeDocument/2006/relationships/customXml" Target="../ink/ink1319.xml"/><Relationship Id="rId83" Type="http://schemas.openxmlformats.org/officeDocument/2006/relationships/image" Target="../media/image1327.png"/><Relationship Id="rId88" Type="http://schemas.openxmlformats.org/officeDocument/2006/relationships/customXml" Target="../ink/ink1332.xml"/><Relationship Id="rId111" Type="http://schemas.openxmlformats.org/officeDocument/2006/relationships/image" Target="../media/image1341.png"/><Relationship Id="rId132" Type="http://schemas.openxmlformats.org/officeDocument/2006/relationships/customXml" Target="../ink/ink1354.xml"/><Relationship Id="rId15" Type="http://schemas.openxmlformats.org/officeDocument/2006/relationships/image" Target="../media/image1293.png"/><Relationship Id="rId36" Type="http://schemas.openxmlformats.org/officeDocument/2006/relationships/customXml" Target="../ink/ink1306.xml"/><Relationship Id="rId57" Type="http://schemas.openxmlformats.org/officeDocument/2006/relationships/image" Target="../media/image1314.png"/><Relationship Id="rId106" Type="http://schemas.openxmlformats.org/officeDocument/2006/relationships/customXml" Target="../ink/ink1341.xml"/><Relationship Id="rId127" Type="http://schemas.openxmlformats.org/officeDocument/2006/relationships/image" Target="../media/image1349.png"/><Relationship Id="rId10" Type="http://schemas.openxmlformats.org/officeDocument/2006/relationships/customXml" Target="../ink/ink1293.xml"/><Relationship Id="rId31" Type="http://schemas.openxmlformats.org/officeDocument/2006/relationships/image" Target="../media/image1301.png"/><Relationship Id="rId52" Type="http://schemas.openxmlformats.org/officeDocument/2006/relationships/customXml" Target="../ink/ink1314.xml"/><Relationship Id="rId73" Type="http://schemas.openxmlformats.org/officeDocument/2006/relationships/image" Target="../media/image1322.png"/><Relationship Id="rId78" Type="http://schemas.openxmlformats.org/officeDocument/2006/relationships/customXml" Target="../ink/ink1327.xml"/><Relationship Id="rId94" Type="http://schemas.openxmlformats.org/officeDocument/2006/relationships/customXml" Target="../ink/ink1335.xml"/><Relationship Id="rId99" Type="http://schemas.openxmlformats.org/officeDocument/2006/relationships/image" Target="../media/image1335.png"/><Relationship Id="rId101" Type="http://schemas.openxmlformats.org/officeDocument/2006/relationships/image" Target="../media/image1336.png"/><Relationship Id="rId122" Type="http://schemas.openxmlformats.org/officeDocument/2006/relationships/customXml" Target="../ink/ink1349.xml"/><Relationship Id="rId143" Type="http://schemas.openxmlformats.org/officeDocument/2006/relationships/image" Target="../media/image1357.png"/><Relationship Id="rId148" Type="http://schemas.openxmlformats.org/officeDocument/2006/relationships/customXml" Target="../ink/ink1362.xml"/><Relationship Id="rId4" Type="http://schemas.openxmlformats.org/officeDocument/2006/relationships/customXml" Target="../ink/ink1290.xml"/><Relationship Id="rId9" Type="http://schemas.openxmlformats.org/officeDocument/2006/relationships/image" Target="../media/image1290.png"/><Relationship Id="rId26" Type="http://schemas.openxmlformats.org/officeDocument/2006/relationships/customXml" Target="../ink/ink1301.xml"/><Relationship Id="rId47" Type="http://schemas.openxmlformats.org/officeDocument/2006/relationships/image" Target="../media/image1309.png"/><Relationship Id="rId68" Type="http://schemas.openxmlformats.org/officeDocument/2006/relationships/customXml" Target="../ink/ink1322.xml"/><Relationship Id="rId89" Type="http://schemas.openxmlformats.org/officeDocument/2006/relationships/image" Target="../media/image1330.png"/><Relationship Id="rId112" Type="http://schemas.openxmlformats.org/officeDocument/2006/relationships/customXml" Target="../ink/ink1344.xml"/><Relationship Id="rId133" Type="http://schemas.openxmlformats.org/officeDocument/2006/relationships/image" Target="../media/image1352.png"/><Relationship Id="rId16" Type="http://schemas.openxmlformats.org/officeDocument/2006/relationships/customXml" Target="../ink/ink1296.xml"/><Relationship Id="rId37" Type="http://schemas.openxmlformats.org/officeDocument/2006/relationships/image" Target="../media/image1304.png"/><Relationship Id="rId58" Type="http://schemas.openxmlformats.org/officeDocument/2006/relationships/customXml" Target="../ink/ink1317.xml"/><Relationship Id="rId79" Type="http://schemas.openxmlformats.org/officeDocument/2006/relationships/image" Target="../media/image1325.png"/><Relationship Id="rId102" Type="http://schemas.openxmlformats.org/officeDocument/2006/relationships/customXml" Target="../ink/ink1339.xml"/><Relationship Id="rId123" Type="http://schemas.openxmlformats.org/officeDocument/2006/relationships/image" Target="../media/image1347.png"/><Relationship Id="rId144" Type="http://schemas.openxmlformats.org/officeDocument/2006/relationships/customXml" Target="../ink/ink1360.xml"/><Relationship Id="rId90" Type="http://schemas.openxmlformats.org/officeDocument/2006/relationships/customXml" Target="../ink/ink1333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18.png"/><Relationship Id="rId21" Type="http://schemas.openxmlformats.org/officeDocument/2006/relationships/image" Target="../media/image1370.png"/><Relationship Id="rId42" Type="http://schemas.openxmlformats.org/officeDocument/2006/relationships/customXml" Target="../ink/ink1383.xml"/><Relationship Id="rId63" Type="http://schemas.openxmlformats.org/officeDocument/2006/relationships/image" Target="../media/image1391.png"/><Relationship Id="rId84" Type="http://schemas.openxmlformats.org/officeDocument/2006/relationships/customXml" Target="../ink/ink1404.xml"/><Relationship Id="rId138" Type="http://schemas.openxmlformats.org/officeDocument/2006/relationships/customXml" Target="../ink/ink1431.xml"/><Relationship Id="rId159" Type="http://schemas.openxmlformats.org/officeDocument/2006/relationships/image" Target="../media/image1439.png"/><Relationship Id="rId170" Type="http://schemas.openxmlformats.org/officeDocument/2006/relationships/customXml" Target="../ink/ink1447.xml"/><Relationship Id="rId191" Type="http://schemas.openxmlformats.org/officeDocument/2006/relationships/image" Target="../media/image1455.png"/><Relationship Id="rId205" Type="http://schemas.openxmlformats.org/officeDocument/2006/relationships/image" Target="../media/image1462.png"/><Relationship Id="rId226" Type="http://schemas.openxmlformats.org/officeDocument/2006/relationships/customXml" Target="../ink/ink1475.xml"/><Relationship Id="rId107" Type="http://schemas.openxmlformats.org/officeDocument/2006/relationships/image" Target="../media/image1413.png"/><Relationship Id="rId11" Type="http://schemas.openxmlformats.org/officeDocument/2006/relationships/image" Target="../media/image1365.png"/><Relationship Id="rId32" Type="http://schemas.openxmlformats.org/officeDocument/2006/relationships/customXml" Target="../ink/ink1378.xml"/><Relationship Id="rId53" Type="http://schemas.openxmlformats.org/officeDocument/2006/relationships/image" Target="../media/image1386.png"/><Relationship Id="rId74" Type="http://schemas.openxmlformats.org/officeDocument/2006/relationships/customXml" Target="../ink/ink1399.xml"/><Relationship Id="rId128" Type="http://schemas.openxmlformats.org/officeDocument/2006/relationships/customXml" Target="../ink/ink1426.xml"/><Relationship Id="rId149" Type="http://schemas.openxmlformats.org/officeDocument/2006/relationships/image" Target="../media/image1434.png"/><Relationship Id="rId5" Type="http://schemas.openxmlformats.org/officeDocument/2006/relationships/image" Target="../media/image1362.png"/><Relationship Id="rId95" Type="http://schemas.openxmlformats.org/officeDocument/2006/relationships/image" Target="../media/image1407.png"/><Relationship Id="rId160" Type="http://schemas.openxmlformats.org/officeDocument/2006/relationships/customXml" Target="../ink/ink1442.xml"/><Relationship Id="rId181" Type="http://schemas.openxmlformats.org/officeDocument/2006/relationships/image" Target="../media/image1450.png"/><Relationship Id="rId216" Type="http://schemas.openxmlformats.org/officeDocument/2006/relationships/customXml" Target="../ink/ink1470.xml"/><Relationship Id="rId22" Type="http://schemas.openxmlformats.org/officeDocument/2006/relationships/customXml" Target="../ink/ink1373.xml"/><Relationship Id="rId43" Type="http://schemas.openxmlformats.org/officeDocument/2006/relationships/image" Target="../media/image1381.png"/><Relationship Id="rId64" Type="http://schemas.openxmlformats.org/officeDocument/2006/relationships/customXml" Target="../ink/ink1394.xml"/><Relationship Id="rId118" Type="http://schemas.openxmlformats.org/officeDocument/2006/relationships/customXml" Target="../ink/ink1421.xml"/><Relationship Id="rId139" Type="http://schemas.openxmlformats.org/officeDocument/2006/relationships/image" Target="../media/image1429.png"/><Relationship Id="rId85" Type="http://schemas.openxmlformats.org/officeDocument/2006/relationships/image" Target="../media/image1402.png"/><Relationship Id="rId150" Type="http://schemas.openxmlformats.org/officeDocument/2006/relationships/customXml" Target="../ink/ink1437.xml"/><Relationship Id="rId171" Type="http://schemas.openxmlformats.org/officeDocument/2006/relationships/image" Target="../media/image1445.png"/><Relationship Id="rId192" Type="http://schemas.openxmlformats.org/officeDocument/2006/relationships/customXml" Target="../ink/ink1458.xml"/><Relationship Id="rId206" Type="http://schemas.openxmlformats.org/officeDocument/2006/relationships/customXml" Target="../ink/ink1465.xml"/><Relationship Id="rId227" Type="http://schemas.openxmlformats.org/officeDocument/2006/relationships/image" Target="../media/image1473.png"/><Relationship Id="rId12" Type="http://schemas.openxmlformats.org/officeDocument/2006/relationships/customXml" Target="../ink/ink1368.xml"/><Relationship Id="rId33" Type="http://schemas.openxmlformats.org/officeDocument/2006/relationships/image" Target="../media/image1376.png"/><Relationship Id="rId108" Type="http://schemas.openxmlformats.org/officeDocument/2006/relationships/customXml" Target="../ink/ink1416.xml"/><Relationship Id="rId129" Type="http://schemas.openxmlformats.org/officeDocument/2006/relationships/image" Target="../media/image1424.png"/><Relationship Id="rId54" Type="http://schemas.openxmlformats.org/officeDocument/2006/relationships/customXml" Target="../ink/ink1389.xml"/><Relationship Id="rId75" Type="http://schemas.openxmlformats.org/officeDocument/2006/relationships/image" Target="../media/image1397.png"/><Relationship Id="rId96" Type="http://schemas.openxmlformats.org/officeDocument/2006/relationships/customXml" Target="../ink/ink1410.xml"/><Relationship Id="rId140" Type="http://schemas.openxmlformats.org/officeDocument/2006/relationships/customXml" Target="../ink/ink1432.xml"/><Relationship Id="rId161" Type="http://schemas.openxmlformats.org/officeDocument/2006/relationships/image" Target="../media/image1440.png"/><Relationship Id="rId182" Type="http://schemas.openxmlformats.org/officeDocument/2006/relationships/customXml" Target="../ink/ink1453.xml"/><Relationship Id="rId217" Type="http://schemas.openxmlformats.org/officeDocument/2006/relationships/image" Target="../media/image1468.png"/><Relationship Id="rId6" Type="http://schemas.openxmlformats.org/officeDocument/2006/relationships/customXml" Target="../ink/ink1365.xml"/><Relationship Id="rId23" Type="http://schemas.openxmlformats.org/officeDocument/2006/relationships/image" Target="../media/image1371.png"/><Relationship Id="rId119" Type="http://schemas.openxmlformats.org/officeDocument/2006/relationships/image" Target="../media/image1419.png"/><Relationship Id="rId44" Type="http://schemas.openxmlformats.org/officeDocument/2006/relationships/customXml" Target="../ink/ink1384.xml"/><Relationship Id="rId65" Type="http://schemas.openxmlformats.org/officeDocument/2006/relationships/image" Target="../media/image1392.png"/><Relationship Id="rId86" Type="http://schemas.openxmlformats.org/officeDocument/2006/relationships/customXml" Target="../ink/ink1405.xml"/><Relationship Id="rId130" Type="http://schemas.openxmlformats.org/officeDocument/2006/relationships/customXml" Target="../ink/ink1427.xml"/><Relationship Id="rId151" Type="http://schemas.openxmlformats.org/officeDocument/2006/relationships/image" Target="../media/image1435.png"/><Relationship Id="rId172" Type="http://schemas.openxmlformats.org/officeDocument/2006/relationships/customXml" Target="../ink/ink1448.xml"/><Relationship Id="rId193" Type="http://schemas.openxmlformats.org/officeDocument/2006/relationships/image" Target="../media/image1456.png"/><Relationship Id="rId207" Type="http://schemas.openxmlformats.org/officeDocument/2006/relationships/image" Target="../media/image1463.png"/><Relationship Id="rId13" Type="http://schemas.openxmlformats.org/officeDocument/2006/relationships/image" Target="../media/image1366.png"/><Relationship Id="rId109" Type="http://schemas.openxmlformats.org/officeDocument/2006/relationships/image" Target="../media/image1414.png"/><Relationship Id="rId34" Type="http://schemas.openxmlformats.org/officeDocument/2006/relationships/customXml" Target="../ink/ink1379.xml"/><Relationship Id="rId55" Type="http://schemas.openxmlformats.org/officeDocument/2006/relationships/image" Target="../media/image1387.png"/><Relationship Id="rId76" Type="http://schemas.openxmlformats.org/officeDocument/2006/relationships/customXml" Target="../ink/ink1400.xml"/><Relationship Id="rId97" Type="http://schemas.openxmlformats.org/officeDocument/2006/relationships/image" Target="../media/image1408.png"/><Relationship Id="rId120" Type="http://schemas.openxmlformats.org/officeDocument/2006/relationships/customXml" Target="../ink/ink1422.xml"/><Relationship Id="rId141" Type="http://schemas.openxmlformats.org/officeDocument/2006/relationships/image" Target="../media/image1430.png"/><Relationship Id="rId7" Type="http://schemas.openxmlformats.org/officeDocument/2006/relationships/image" Target="../media/image1363.png"/><Relationship Id="rId162" Type="http://schemas.openxmlformats.org/officeDocument/2006/relationships/customXml" Target="../ink/ink1443.xml"/><Relationship Id="rId183" Type="http://schemas.openxmlformats.org/officeDocument/2006/relationships/image" Target="../media/image1451.png"/><Relationship Id="rId218" Type="http://schemas.openxmlformats.org/officeDocument/2006/relationships/customXml" Target="../ink/ink1471.xml"/><Relationship Id="rId24" Type="http://schemas.openxmlformats.org/officeDocument/2006/relationships/customXml" Target="../ink/ink1374.xml"/><Relationship Id="rId45" Type="http://schemas.openxmlformats.org/officeDocument/2006/relationships/image" Target="../media/image1382.png"/><Relationship Id="rId66" Type="http://schemas.openxmlformats.org/officeDocument/2006/relationships/customXml" Target="../ink/ink1395.xml"/><Relationship Id="rId87" Type="http://schemas.openxmlformats.org/officeDocument/2006/relationships/image" Target="../media/image1403.png"/><Relationship Id="rId110" Type="http://schemas.openxmlformats.org/officeDocument/2006/relationships/customXml" Target="../ink/ink1417.xml"/><Relationship Id="rId131" Type="http://schemas.openxmlformats.org/officeDocument/2006/relationships/image" Target="../media/image1425.png"/><Relationship Id="rId152" Type="http://schemas.openxmlformats.org/officeDocument/2006/relationships/customXml" Target="../ink/ink1438.xml"/><Relationship Id="rId173" Type="http://schemas.openxmlformats.org/officeDocument/2006/relationships/image" Target="../media/image1446.png"/><Relationship Id="rId194" Type="http://schemas.openxmlformats.org/officeDocument/2006/relationships/customXml" Target="../ink/ink1459.xml"/><Relationship Id="rId208" Type="http://schemas.openxmlformats.org/officeDocument/2006/relationships/customXml" Target="../ink/ink1466.xml"/><Relationship Id="rId14" Type="http://schemas.openxmlformats.org/officeDocument/2006/relationships/customXml" Target="../ink/ink1369.xml"/><Relationship Id="rId35" Type="http://schemas.openxmlformats.org/officeDocument/2006/relationships/image" Target="../media/image1377.png"/><Relationship Id="rId56" Type="http://schemas.openxmlformats.org/officeDocument/2006/relationships/customXml" Target="../ink/ink1390.xml"/><Relationship Id="rId77" Type="http://schemas.openxmlformats.org/officeDocument/2006/relationships/image" Target="../media/image1398.png"/><Relationship Id="rId100" Type="http://schemas.openxmlformats.org/officeDocument/2006/relationships/customXml" Target="../ink/ink1412.xml"/><Relationship Id="rId8" Type="http://schemas.openxmlformats.org/officeDocument/2006/relationships/customXml" Target="../ink/ink1366.xml"/><Relationship Id="rId98" Type="http://schemas.openxmlformats.org/officeDocument/2006/relationships/customXml" Target="../ink/ink1411.xml"/><Relationship Id="rId121" Type="http://schemas.openxmlformats.org/officeDocument/2006/relationships/image" Target="../media/image1420.png"/><Relationship Id="rId142" Type="http://schemas.openxmlformats.org/officeDocument/2006/relationships/customXml" Target="../ink/ink1433.xml"/><Relationship Id="rId163" Type="http://schemas.openxmlformats.org/officeDocument/2006/relationships/image" Target="../media/image1441.png"/><Relationship Id="rId184" Type="http://schemas.openxmlformats.org/officeDocument/2006/relationships/customXml" Target="../ink/ink1454.xml"/><Relationship Id="rId219" Type="http://schemas.openxmlformats.org/officeDocument/2006/relationships/image" Target="../media/image1469.png"/><Relationship Id="rId3" Type="http://schemas.openxmlformats.org/officeDocument/2006/relationships/image" Target="../media/image1361.png"/><Relationship Id="rId214" Type="http://schemas.openxmlformats.org/officeDocument/2006/relationships/customXml" Target="../ink/ink1469.xml"/><Relationship Id="rId25" Type="http://schemas.openxmlformats.org/officeDocument/2006/relationships/image" Target="../media/image1372.png"/><Relationship Id="rId46" Type="http://schemas.openxmlformats.org/officeDocument/2006/relationships/customXml" Target="../ink/ink1385.xml"/><Relationship Id="rId67" Type="http://schemas.openxmlformats.org/officeDocument/2006/relationships/image" Target="../media/image1393.png"/><Relationship Id="rId116" Type="http://schemas.openxmlformats.org/officeDocument/2006/relationships/customXml" Target="../ink/ink1420.xml"/><Relationship Id="rId137" Type="http://schemas.openxmlformats.org/officeDocument/2006/relationships/image" Target="../media/image1428.png"/><Relationship Id="rId158" Type="http://schemas.openxmlformats.org/officeDocument/2006/relationships/customXml" Target="../ink/ink1441.xml"/><Relationship Id="rId20" Type="http://schemas.openxmlformats.org/officeDocument/2006/relationships/customXml" Target="../ink/ink1372.xml"/><Relationship Id="rId41" Type="http://schemas.openxmlformats.org/officeDocument/2006/relationships/image" Target="../media/image1380.png"/><Relationship Id="rId62" Type="http://schemas.openxmlformats.org/officeDocument/2006/relationships/customXml" Target="../ink/ink1393.xml"/><Relationship Id="rId83" Type="http://schemas.openxmlformats.org/officeDocument/2006/relationships/image" Target="../media/image1401.png"/><Relationship Id="rId88" Type="http://schemas.openxmlformats.org/officeDocument/2006/relationships/customXml" Target="../ink/ink1406.xml"/><Relationship Id="rId111" Type="http://schemas.openxmlformats.org/officeDocument/2006/relationships/image" Target="../media/image1415.png"/><Relationship Id="rId132" Type="http://schemas.openxmlformats.org/officeDocument/2006/relationships/customXml" Target="../ink/ink1428.xml"/><Relationship Id="rId153" Type="http://schemas.openxmlformats.org/officeDocument/2006/relationships/image" Target="../media/image1436.png"/><Relationship Id="rId174" Type="http://schemas.openxmlformats.org/officeDocument/2006/relationships/customXml" Target="../ink/ink1449.xml"/><Relationship Id="rId179" Type="http://schemas.openxmlformats.org/officeDocument/2006/relationships/image" Target="../media/image1449.png"/><Relationship Id="rId195" Type="http://schemas.openxmlformats.org/officeDocument/2006/relationships/image" Target="../media/image1457.png"/><Relationship Id="rId209" Type="http://schemas.openxmlformats.org/officeDocument/2006/relationships/image" Target="../media/image1464.png"/><Relationship Id="rId190" Type="http://schemas.openxmlformats.org/officeDocument/2006/relationships/customXml" Target="../ink/ink1457.xml"/><Relationship Id="rId204" Type="http://schemas.openxmlformats.org/officeDocument/2006/relationships/customXml" Target="../ink/ink1464.xml"/><Relationship Id="rId220" Type="http://schemas.openxmlformats.org/officeDocument/2006/relationships/customXml" Target="../ink/ink1472.xml"/><Relationship Id="rId225" Type="http://schemas.openxmlformats.org/officeDocument/2006/relationships/image" Target="../media/image1472.png"/><Relationship Id="rId15" Type="http://schemas.openxmlformats.org/officeDocument/2006/relationships/image" Target="../media/image1367.png"/><Relationship Id="rId36" Type="http://schemas.openxmlformats.org/officeDocument/2006/relationships/customXml" Target="../ink/ink1380.xml"/><Relationship Id="rId57" Type="http://schemas.openxmlformats.org/officeDocument/2006/relationships/image" Target="../media/image1388.png"/><Relationship Id="rId106" Type="http://schemas.openxmlformats.org/officeDocument/2006/relationships/customXml" Target="../ink/ink1415.xml"/><Relationship Id="rId127" Type="http://schemas.openxmlformats.org/officeDocument/2006/relationships/image" Target="../media/image1423.png"/><Relationship Id="rId10" Type="http://schemas.openxmlformats.org/officeDocument/2006/relationships/customXml" Target="../ink/ink1367.xml"/><Relationship Id="rId31" Type="http://schemas.openxmlformats.org/officeDocument/2006/relationships/image" Target="../media/image1375.png"/><Relationship Id="rId52" Type="http://schemas.openxmlformats.org/officeDocument/2006/relationships/customXml" Target="../ink/ink1388.xml"/><Relationship Id="rId73" Type="http://schemas.openxmlformats.org/officeDocument/2006/relationships/image" Target="../media/image1396.png"/><Relationship Id="rId78" Type="http://schemas.openxmlformats.org/officeDocument/2006/relationships/customXml" Target="../ink/ink1401.xml"/><Relationship Id="rId94" Type="http://schemas.openxmlformats.org/officeDocument/2006/relationships/customXml" Target="../ink/ink1409.xml"/><Relationship Id="rId99" Type="http://schemas.openxmlformats.org/officeDocument/2006/relationships/image" Target="../media/image1409.png"/><Relationship Id="rId101" Type="http://schemas.openxmlformats.org/officeDocument/2006/relationships/image" Target="../media/image1410.png"/><Relationship Id="rId122" Type="http://schemas.openxmlformats.org/officeDocument/2006/relationships/customXml" Target="../ink/ink1423.xml"/><Relationship Id="rId143" Type="http://schemas.openxmlformats.org/officeDocument/2006/relationships/image" Target="../media/image1431.png"/><Relationship Id="rId148" Type="http://schemas.openxmlformats.org/officeDocument/2006/relationships/customXml" Target="../ink/ink1436.xml"/><Relationship Id="rId164" Type="http://schemas.openxmlformats.org/officeDocument/2006/relationships/customXml" Target="../ink/ink1444.xml"/><Relationship Id="rId169" Type="http://schemas.openxmlformats.org/officeDocument/2006/relationships/image" Target="../media/image1444.png"/><Relationship Id="rId185" Type="http://schemas.openxmlformats.org/officeDocument/2006/relationships/image" Target="../media/image1452.png"/><Relationship Id="rId4" Type="http://schemas.openxmlformats.org/officeDocument/2006/relationships/customXml" Target="../ink/ink1364.xml"/><Relationship Id="rId9" Type="http://schemas.openxmlformats.org/officeDocument/2006/relationships/image" Target="../media/image1364.png"/><Relationship Id="rId180" Type="http://schemas.openxmlformats.org/officeDocument/2006/relationships/customXml" Target="../ink/ink1452.xml"/><Relationship Id="rId210" Type="http://schemas.openxmlformats.org/officeDocument/2006/relationships/customXml" Target="../ink/ink1467.xml"/><Relationship Id="rId215" Type="http://schemas.openxmlformats.org/officeDocument/2006/relationships/image" Target="../media/image1467.png"/><Relationship Id="rId26" Type="http://schemas.openxmlformats.org/officeDocument/2006/relationships/customXml" Target="../ink/ink1375.xml"/><Relationship Id="rId47" Type="http://schemas.openxmlformats.org/officeDocument/2006/relationships/image" Target="../media/image1383.png"/><Relationship Id="rId68" Type="http://schemas.openxmlformats.org/officeDocument/2006/relationships/customXml" Target="../ink/ink1396.xml"/><Relationship Id="rId89" Type="http://schemas.openxmlformats.org/officeDocument/2006/relationships/image" Target="../media/image1404.png"/><Relationship Id="rId112" Type="http://schemas.openxmlformats.org/officeDocument/2006/relationships/customXml" Target="../ink/ink1418.xml"/><Relationship Id="rId133" Type="http://schemas.openxmlformats.org/officeDocument/2006/relationships/image" Target="../media/image1426.png"/><Relationship Id="rId154" Type="http://schemas.openxmlformats.org/officeDocument/2006/relationships/customXml" Target="../ink/ink1439.xml"/><Relationship Id="rId175" Type="http://schemas.openxmlformats.org/officeDocument/2006/relationships/image" Target="../media/image1447.png"/><Relationship Id="rId196" Type="http://schemas.openxmlformats.org/officeDocument/2006/relationships/customXml" Target="../ink/ink1460.xml"/><Relationship Id="rId200" Type="http://schemas.openxmlformats.org/officeDocument/2006/relationships/customXml" Target="../ink/ink1462.xml"/><Relationship Id="rId16" Type="http://schemas.openxmlformats.org/officeDocument/2006/relationships/customXml" Target="../ink/ink1370.xml"/><Relationship Id="rId221" Type="http://schemas.openxmlformats.org/officeDocument/2006/relationships/image" Target="../media/image1470.png"/><Relationship Id="rId37" Type="http://schemas.openxmlformats.org/officeDocument/2006/relationships/image" Target="../media/image1378.png"/><Relationship Id="rId58" Type="http://schemas.openxmlformats.org/officeDocument/2006/relationships/customXml" Target="../ink/ink1391.xml"/><Relationship Id="rId79" Type="http://schemas.openxmlformats.org/officeDocument/2006/relationships/image" Target="../media/image1399.png"/><Relationship Id="rId102" Type="http://schemas.openxmlformats.org/officeDocument/2006/relationships/customXml" Target="../ink/ink1413.xml"/><Relationship Id="rId123" Type="http://schemas.openxmlformats.org/officeDocument/2006/relationships/image" Target="../media/image1421.png"/><Relationship Id="rId144" Type="http://schemas.openxmlformats.org/officeDocument/2006/relationships/customXml" Target="../ink/ink1434.xml"/><Relationship Id="rId90" Type="http://schemas.openxmlformats.org/officeDocument/2006/relationships/customXml" Target="../ink/ink1407.xml"/><Relationship Id="rId165" Type="http://schemas.openxmlformats.org/officeDocument/2006/relationships/image" Target="../media/image1442.png"/><Relationship Id="rId186" Type="http://schemas.openxmlformats.org/officeDocument/2006/relationships/customXml" Target="../ink/ink1455.xml"/><Relationship Id="rId211" Type="http://schemas.openxmlformats.org/officeDocument/2006/relationships/image" Target="../media/image1465.png"/><Relationship Id="rId27" Type="http://schemas.openxmlformats.org/officeDocument/2006/relationships/image" Target="../media/image1373.png"/><Relationship Id="rId48" Type="http://schemas.openxmlformats.org/officeDocument/2006/relationships/customXml" Target="../ink/ink1386.xml"/><Relationship Id="rId69" Type="http://schemas.openxmlformats.org/officeDocument/2006/relationships/image" Target="../media/image1394.png"/><Relationship Id="rId113" Type="http://schemas.openxmlformats.org/officeDocument/2006/relationships/image" Target="../media/image1416.png"/><Relationship Id="rId134" Type="http://schemas.openxmlformats.org/officeDocument/2006/relationships/customXml" Target="../ink/ink1429.xml"/><Relationship Id="rId80" Type="http://schemas.openxmlformats.org/officeDocument/2006/relationships/customXml" Target="../ink/ink1402.xml"/><Relationship Id="rId155" Type="http://schemas.openxmlformats.org/officeDocument/2006/relationships/image" Target="../media/image1437.png"/><Relationship Id="rId176" Type="http://schemas.openxmlformats.org/officeDocument/2006/relationships/customXml" Target="../ink/ink1450.xml"/><Relationship Id="rId197" Type="http://schemas.openxmlformats.org/officeDocument/2006/relationships/image" Target="../media/image1458.png"/><Relationship Id="rId201" Type="http://schemas.openxmlformats.org/officeDocument/2006/relationships/image" Target="../media/image1460.png"/><Relationship Id="rId222" Type="http://schemas.openxmlformats.org/officeDocument/2006/relationships/customXml" Target="../ink/ink1473.xml"/><Relationship Id="rId17" Type="http://schemas.openxmlformats.org/officeDocument/2006/relationships/image" Target="../media/image1368.png"/><Relationship Id="rId38" Type="http://schemas.openxmlformats.org/officeDocument/2006/relationships/customXml" Target="../ink/ink1381.xml"/><Relationship Id="rId59" Type="http://schemas.openxmlformats.org/officeDocument/2006/relationships/image" Target="../media/image1389.png"/><Relationship Id="rId103" Type="http://schemas.openxmlformats.org/officeDocument/2006/relationships/image" Target="../media/image1411.png"/><Relationship Id="rId124" Type="http://schemas.openxmlformats.org/officeDocument/2006/relationships/customXml" Target="../ink/ink1424.xml"/><Relationship Id="rId70" Type="http://schemas.openxmlformats.org/officeDocument/2006/relationships/customXml" Target="../ink/ink1397.xml"/><Relationship Id="rId91" Type="http://schemas.openxmlformats.org/officeDocument/2006/relationships/image" Target="../media/image1405.png"/><Relationship Id="rId145" Type="http://schemas.openxmlformats.org/officeDocument/2006/relationships/image" Target="../media/image1432.png"/><Relationship Id="rId166" Type="http://schemas.openxmlformats.org/officeDocument/2006/relationships/customXml" Target="../ink/ink1445.xml"/><Relationship Id="rId187" Type="http://schemas.openxmlformats.org/officeDocument/2006/relationships/image" Target="../media/image145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68.xml"/><Relationship Id="rId28" Type="http://schemas.openxmlformats.org/officeDocument/2006/relationships/customXml" Target="../ink/ink1376.xml"/><Relationship Id="rId49" Type="http://schemas.openxmlformats.org/officeDocument/2006/relationships/image" Target="../media/image1384.png"/><Relationship Id="rId114" Type="http://schemas.openxmlformats.org/officeDocument/2006/relationships/customXml" Target="../ink/ink1419.xml"/><Relationship Id="rId60" Type="http://schemas.openxmlformats.org/officeDocument/2006/relationships/customXml" Target="../ink/ink1392.xml"/><Relationship Id="rId81" Type="http://schemas.openxmlformats.org/officeDocument/2006/relationships/image" Target="../media/image1400.png"/><Relationship Id="rId135" Type="http://schemas.openxmlformats.org/officeDocument/2006/relationships/image" Target="../media/image1427.png"/><Relationship Id="rId156" Type="http://schemas.openxmlformats.org/officeDocument/2006/relationships/customXml" Target="../ink/ink1440.xml"/><Relationship Id="rId177" Type="http://schemas.openxmlformats.org/officeDocument/2006/relationships/image" Target="../media/image1448.png"/><Relationship Id="rId198" Type="http://schemas.openxmlformats.org/officeDocument/2006/relationships/customXml" Target="../ink/ink1461.xml"/><Relationship Id="rId202" Type="http://schemas.openxmlformats.org/officeDocument/2006/relationships/customXml" Target="../ink/ink1463.xml"/><Relationship Id="rId223" Type="http://schemas.openxmlformats.org/officeDocument/2006/relationships/image" Target="../media/image1471.png"/><Relationship Id="rId18" Type="http://schemas.openxmlformats.org/officeDocument/2006/relationships/customXml" Target="../ink/ink1371.xml"/><Relationship Id="rId39" Type="http://schemas.openxmlformats.org/officeDocument/2006/relationships/image" Target="../media/image1379.png"/><Relationship Id="rId50" Type="http://schemas.openxmlformats.org/officeDocument/2006/relationships/customXml" Target="../ink/ink1387.xml"/><Relationship Id="rId104" Type="http://schemas.openxmlformats.org/officeDocument/2006/relationships/customXml" Target="../ink/ink1414.xml"/><Relationship Id="rId125" Type="http://schemas.openxmlformats.org/officeDocument/2006/relationships/image" Target="../media/image1422.png"/><Relationship Id="rId146" Type="http://schemas.openxmlformats.org/officeDocument/2006/relationships/customXml" Target="../ink/ink1435.xml"/><Relationship Id="rId167" Type="http://schemas.openxmlformats.org/officeDocument/2006/relationships/image" Target="../media/image1443.png"/><Relationship Id="rId188" Type="http://schemas.openxmlformats.org/officeDocument/2006/relationships/customXml" Target="../ink/ink1456.xml"/><Relationship Id="rId71" Type="http://schemas.openxmlformats.org/officeDocument/2006/relationships/image" Target="../media/image1395.png"/><Relationship Id="rId92" Type="http://schemas.openxmlformats.org/officeDocument/2006/relationships/customXml" Target="../ink/ink1408.xml"/><Relationship Id="rId213" Type="http://schemas.openxmlformats.org/officeDocument/2006/relationships/image" Target="../media/image1466.png"/><Relationship Id="rId2" Type="http://schemas.openxmlformats.org/officeDocument/2006/relationships/customXml" Target="../ink/ink1363.xml"/><Relationship Id="rId29" Type="http://schemas.openxmlformats.org/officeDocument/2006/relationships/image" Target="../media/image1374.png"/><Relationship Id="rId40" Type="http://schemas.openxmlformats.org/officeDocument/2006/relationships/customXml" Target="../ink/ink1382.xml"/><Relationship Id="rId115" Type="http://schemas.openxmlformats.org/officeDocument/2006/relationships/image" Target="../media/image1417.png"/><Relationship Id="rId136" Type="http://schemas.openxmlformats.org/officeDocument/2006/relationships/customXml" Target="../ink/ink1430.xml"/><Relationship Id="rId157" Type="http://schemas.openxmlformats.org/officeDocument/2006/relationships/image" Target="../media/image1438.png"/><Relationship Id="rId178" Type="http://schemas.openxmlformats.org/officeDocument/2006/relationships/customXml" Target="../ink/ink1451.xml"/><Relationship Id="rId61" Type="http://schemas.openxmlformats.org/officeDocument/2006/relationships/image" Target="../media/image1390.png"/><Relationship Id="rId82" Type="http://schemas.openxmlformats.org/officeDocument/2006/relationships/customXml" Target="../ink/ink1403.xml"/><Relationship Id="rId199" Type="http://schemas.openxmlformats.org/officeDocument/2006/relationships/image" Target="../media/image1459.png"/><Relationship Id="rId203" Type="http://schemas.openxmlformats.org/officeDocument/2006/relationships/image" Target="../media/image1461.png"/><Relationship Id="rId19" Type="http://schemas.openxmlformats.org/officeDocument/2006/relationships/image" Target="../media/image1369.png"/><Relationship Id="rId224" Type="http://schemas.openxmlformats.org/officeDocument/2006/relationships/customXml" Target="../ink/ink1474.xml"/><Relationship Id="rId30" Type="http://schemas.openxmlformats.org/officeDocument/2006/relationships/customXml" Target="../ink/ink1377.xml"/><Relationship Id="rId105" Type="http://schemas.openxmlformats.org/officeDocument/2006/relationships/image" Target="../media/image1412.png"/><Relationship Id="rId126" Type="http://schemas.openxmlformats.org/officeDocument/2006/relationships/customXml" Target="../ink/ink1425.xml"/><Relationship Id="rId147" Type="http://schemas.openxmlformats.org/officeDocument/2006/relationships/image" Target="../media/image1433.png"/><Relationship Id="rId168" Type="http://schemas.openxmlformats.org/officeDocument/2006/relationships/customXml" Target="../ink/ink1446.xml"/><Relationship Id="rId51" Type="http://schemas.openxmlformats.org/officeDocument/2006/relationships/image" Target="../media/image1385.png"/><Relationship Id="rId72" Type="http://schemas.openxmlformats.org/officeDocument/2006/relationships/customXml" Target="../ink/ink1398.xml"/><Relationship Id="rId93" Type="http://schemas.openxmlformats.org/officeDocument/2006/relationships/image" Target="../media/image1406.png"/><Relationship Id="rId189" Type="http://schemas.openxmlformats.org/officeDocument/2006/relationships/image" Target="../media/image1454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1.png"/><Relationship Id="rId21" Type="http://schemas.openxmlformats.org/officeDocument/2006/relationships/image" Target="../media/image1483.png"/><Relationship Id="rId63" Type="http://schemas.openxmlformats.org/officeDocument/2006/relationships/image" Target="../media/image1504.png"/><Relationship Id="rId159" Type="http://schemas.openxmlformats.org/officeDocument/2006/relationships/image" Target="../media/image1552.png"/><Relationship Id="rId170" Type="http://schemas.openxmlformats.org/officeDocument/2006/relationships/customXml" Target="../ink/ink1560.xml"/><Relationship Id="rId226" Type="http://schemas.openxmlformats.org/officeDocument/2006/relationships/customXml" Target="../ink/ink1588.xml"/><Relationship Id="rId268" Type="http://schemas.openxmlformats.org/officeDocument/2006/relationships/customXml" Target="../ink/ink1609.xml"/><Relationship Id="rId32" Type="http://schemas.openxmlformats.org/officeDocument/2006/relationships/customXml" Target="../ink/ink1491.xml"/><Relationship Id="rId74" Type="http://schemas.openxmlformats.org/officeDocument/2006/relationships/customXml" Target="../ink/ink1512.xml"/><Relationship Id="rId128" Type="http://schemas.openxmlformats.org/officeDocument/2006/relationships/customXml" Target="../ink/ink1539.xml"/><Relationship Id="rId5" Type="http://schemas.openxmlformats.org/officeDocument/2006/relationships/image" Target="../media/image1475.png"/><Relationship Id="rId181" Type="http://schemas.openxmlformats.org/officeDocument/2006/relationships/image" Target="../media/image1563.png"/><Relationship Id="rId237" Type="http://schemas.openxmlformats.org/officeDocument/2006/relationships/image" Target="../media/image1591.png"/><Relationship Id="rId279" Type="http://schemas.openxmlformats.org/officeDocument/2006/relationships/image" Target="../media/image1611.png"/><Relationship Id="rId43" Type="http://schemas.openxmlformats.org/officeDocument/2006/relationships/image" Target="../media/image1494.png"/><Relationship Id="rId139" Type="http://schemas.openxmlformats.org/officeDocument/2006/relationships/image" Target="../media/image1542.png"/><Relationship Id="rId85" Type="http://schemas.openxmlformats.org/officeDocument/2006/relationships/image" Target="../media/image1515.png"/><Relationship Id="rId150" Type="http://schemas.openxmlformats.org/officeDocument/2006/relationships/customXml" Target="../ink/ink1550.xml"/><Relationship Id="rId192" Type="http://schemas.openxmlformats.org/officeDocument/2006/relationships/customXml" Target="../ink/ink1571.xml"/><Relationship Id="rId206" Type="http://schemas.openxmlformats.org/officeDocument/2006/relationships/customXml" Target="../ink/ink1578.xml"/><Relationship Id="rId248" Type="http://schemas.openxmlformats.org/officeDocument/2006/relationships/customXml" Target="../ink/ink1599.xml"/><Relationship Id="rId269" Type="http://schemas.openxmlformats.org/officeDocument/2006/relationships/image" Target="../media/image1606.png"/><Relationship Id="rId12" Type="http://schemas.openxmlformats.org/officeDocument/2006/relationships/customXml" Target="../ink/ink1481.xml"/><Relationship Id="rId33" Type="http://schemas.openxmlformats.org/officeDocument/2006/relationships/image" Target="../media/image1489.png"/><Relationship Id="rId108" Type="http://schemas.openxmlformats.org/officeDocument/2006/relationships/customXml" Target="../ink/ink1529.xml"/><Relationship Id="rId129" Type="http://schemas.openxmlformats.org/officeDocument/2006/relationships/image" Target="../media/image1537.png"/><Relationship Id="rId280" Type="http://schemas.openxmlformats.org/officeDocument/2006/relationships/customXml" Target="../ink/ink1615.xml"/><Relationship Id="rId54" Type="http://schemas.openxmlformats.org/officeDocument/2006/relationships/customXml" Target="../ink/ink1502.xml"/><Relationship Id="rId75" Type="http://schemas.openxmlformats.org/officeDocument/2006/relationships/image" Target="../media/image1510.png"/><Relationship Id="rId96" Type="http://schemas.openxmlformats.org/officeDocument/2006/relationships/customXml" Target="../ink/ink1523.xml"/><Relationship Id="rId140" Type="http://schemas.openxmlformats.org/officeDocument/2006/relationships/customXml" Target="../ink/ink1545.xml"/><Relationship Id="rId161" Type="http://schemas.openxmlformats.org/officeDocument/2006/relationships/image" Target="../media/image1553.png"/><Relationship Id="rId182" Type="http://schemas.openxmlformats.org/officeDocument/2006/relationships/customXml" Target="../ink/ink1566.xml"/><Relationship Id="rId217" Type="http://schemas.openxmlformats.org/officeDocument/2006/relationships/image" Target="../media/image1581.png"/><Relationship Id="rId6" Type="http://schemas.openxmlformats.org/officeDocument/2006/relationships/customXml" Target="../ink/ink1478.xml"/><Relationship Id="rId238" Type="http://schemas.openxmlformats.org/officeDocument/2006/relationships/customXml" Target="../ink/ink1594.xml"/><Relationship Id="rId259" Type="http://schemas.openxmlformats.org/officeDocument/2006/relationships/image" Target="../media/image947.png"/><Relationship Id="rId23" Type="http://schemas.openxmlformats.org/officeDocument/2006/relationships/image" Target="../media/image1484.png"/><Relationship Id="rId119" Type="http://schemas.openxmlformats.org/officeDocument/2006/relationships/image" Target="../media/image1532.png"/><Relationship Id="rId270" Type="http://schemas.openxmlformats.org/officeDocument/2006/relationships/customXml" Target="../ink/ink1610.xml"/><Relationship Id="rId44" Type="http://schemas.openxmlformats.org/officeDocument/2006/relationships/customXml" Target="../ink/ink1497.xml"/><Relationship Id="rId65" Type="http://schemas.openxmlformats.org/officeDocument/2006/relationships/image" Target="../media/image1505.png"/><Relationship Id="rId86" Type="http://schemas.openxmlformats.org/officeDocument/2006/relationships/customXml" Target="../ink/ink1518.xml"/><Relationship Id="rId130" Type="http://schemas.openxmlformats.org/officeDocument/2006/relationships/customXml" Target="../ink/ink1540.xml"/><Relationship Id="rId151" Type="http://schemas.openxmlformats.org/officeDocument/2006/relationships/image" Target="../media/image1548.png"/><Relationship Id="rId172" Type="http://schemas.openxmlformats.org/officeDocument/2006/relationships/customXml" Target="../ink/ink1561.xml"/><Relationship Id="rId193" Type="http://schemas.openxmlformats.org/officeDocument/2006/relationships/image" Target="../media/image1569.png"/><Relationship Id="rId207" Type="http://schemas.openxmlformats.org/officeDocument/2006/relationships/image" Target="../media/image1576.png"/><Relationship Id="rId228" Type="http://schemas.openxmlformats.org/officeDocument/2006/relationships/customXml" Target="../ink/ink1589.xml"/><Relationship Id="rId249" Type="http://schemas.openxmlformats.org/officeDocument/2006/relationships/image" Target="../media/image1597.png"/><Relationship Id="rId13" Type="http://schemas.openxmlformats.org/officeDocument/2006/relationships/image" Target="../media/image1479.png"/><Relationship Id="rId109" Type="http://schemas.openxmlformats.org/officeDocument/2006/relationships/image" Target="../media/image1527.png"/><Relationship Id="rId260" Type="http://schemas.openxmlformats.org/officeDocument/2006/relationships/customXml" Target="../ink/ink1605.xml"/><Relationship Id="rId281" Type="http://schemas.openxmlformats.org/officeDocument/2006/relationships/image" Target="../media/image1612.png"/><Relationship Id="rId34" Type="http://schemas.openxmlformats.org/officeDocument/2006/relationships/customXml" Target="../ink/ink1492.xml"/><Relationship Id="rId55" Type="http://schemas.openxmlformats.org/officeDocument/2006/relationships/image" Target="../media/image1500.png"/><Relationship Id="rId76" Type="http://schemas.openxmlformats.org/officeDocument/2006/relationships/customXml" Target="../ink/ink1513.xml"/><Relationship Id="rId97" Type="http://schemas.openxmlformats.org/officeDocument/2006/relationships/image" Target="../media/image1521.png"/><Relationship Id="rId120" Type="http://schemas.openxmlformats.org/officeDocument/2006/relationships/customXml" Target="../ink/ink1535.xml"/><Relationship Id="rId141" Type="http://schemas.openxmlformats.org/officeDocument/2006/relationships/image" Target="../media/image1543.png"/><Relationship Id="rId7" Type="http://schemas.openxmlformats.org/officeDocument/2006/relationships/image" Target="../media/image1476.png"/><Relationship Id="rId162" Type="http://schemas.openxmlformats.org/officeDocument/2006/relationships/customXml" Target="../ink/ink1556.xml"/><Relationship Id="rId183" Type="http://schemas.openxmlformats.org/officeDocument/2006/relationships/image" Target="../media/image1564.png"/><Relationship Id="rId218" Type="http://schemas.openxmlformats.org/officeDocument/2006/relationships/customXml" Target="../ink/ink1584.xml"/><Relationship Id="rId239" Type="http://schemas.openxmlformats.org/officeDocument/2006/relationships/image" Target="../media/image1592.png"/><Relationship Id="rId250" Type="http://schemas.openxmlformats.org/officeDocument/2006/relationships/customXml" Target="../ink/ink1600.xml"/><Relationship Id="rId271" Type="http://schemas.openxmlformats.org/officeDocument/2006/relationships/image" Target="../media/image1607.png"/><Relationship Id="rId24" Type="http://schemas.openxmlformats.org/officeDocument/2006/relationships/customXml" Target="../ink/ink1487.xml"/><Relationship Id="rId45" Type="http://schemas.openxmlformats.org/officeDocument/2006/relationships/image" Target="../media/image1495.png"/><Relationship Id="rId66" Type="http://schemas.openxmlformats.org/officeDocument/2006/relationships/customXml" Target="../ink/ink1508.xml"/><Relationship Id="rId87" Type="http://schemas.openxmlformats.org/officeDocument/2006/relationships/image" Target="../media/image1516.png"/><Relationship Id="rId110" Type="http://schemas.openxmlformats.org/officeDocument/2006/relationships/customXml" Target="../ink/ink1530.xml"/><Relationship Id="rId131" Type="http://schemas.openxmlformats.org/officeDocument/2006/relationships/image" Target="../media/image1538.png"/><Relationship Id="rId152" Type="http://schemas.openxmlformats.org/officeDocument/2006/relationships/customXml" Target="../ink/ink1551.xml"/><Relationship Id="rId173" Type="http://schemas.openxmlformats.org/officeDocument/2006/relationships/image" Target="../media/image1559.png"/><Relationship Id="rId194" Type="http://schemas.openxmlformats.org/officeDocument/2006/relationships/customXml" Target="../ink/ink1572.xml"/><Relationship Id="rId208" Type="http://schemas.openxmlformats.org/officeDocument/2006/relationships/customXml" Target="../ink/ink1579.xml"/><Relationship Id="rId229" Type="http://schemas.openxmlformats.org/officeDocument/2006/relationships/image" Target="../media/image1587.png"/><Relationship Id="rId240" Type="http://schemas.openxmlformats.org/officeDocument/2006/relationships/customXml" Target="../ink/ink1595.xml"/><Relationship Id="rId261" Type="http://schemas.openxmlformats.org/officeDocument/2006/relationships/image" Target="../media/image1602.png"/><Relationship Id="rId14" Type="http://schemas.openxmlformats.org/officeDocument/2006/relationships/customXml" Target="../ink/ink1482.xml"/><Relationship Id="rId35" Type="http://schemas.openxmlformats.org/officeDocument/2006/relationships/image" Target="../media/image1490.png"/><Relationship Id="rId56" Type="http://schemas.openxmlformats.org/officeDocument/2006/relationships/customXml" Target="../ink/ink1503.xml"/><Relationship Id="rId77" Type="http://schemas.openxmlformats.org/officeDocument/2006/relationships/image" Target="../media/image1511.png"/><Relationship Id="rId100" Type="http://schemas.openxmlformats.org/officeDocument/2006/relationships/customXml" Target="../ink/ink1525.xml"/><Relationship Id="rId282" Type="http://schemas.openxmlformats.org/officeDocument/2006/relationships/customXml" Target="../ink/ink1616.xml"/><Relationship Id="rId8" Type="http://schemas.openxmlformats.org/officeDocument/2006/relationships/customXml" Target="../ink/ink1479.xml"/><Relationship Id="rId98" Type="http://schemas.openxmlformats.org/officeDocument/2006/relationships/customXml" Target="../ink/ink1524.xml"/><Relationship Id="rId121" Type="http://schemas.openxmlformats.org/officeDocument/2006/relationships/image" Target="../media/image1533.png"/><Relationship Id="rId142" Type="http://schemas.openxmlformats.org/officeDocument/2006/relationships/customXml" Target="../ink/ink1546.xml"/><Relationship Id="rId163" Type="http://schemas.openxmlformats.org/officeDocument/2006/relationships/image" Target="../media/image1554.png"/><Relationship Id="rId184" Type="http://schemas.openxmlformats.org/officeDocument/2006/relationships/customXml" Target="../ink/ink1567.xml"/><Relationship Id="rId219" Type="http://schemas.openxmlformats.org/officeDocument/2006/relationships/image" Target="../media/image1582.png"/><Relationship Id="rId230" Type="http://schemas.openxmlformats.org/officeDocument/2006/relationships/customXml" Target="../ink/ink1590.xml"/><Relationship Id="rId251" Type="http://schemas.openxmlformats.org/officeDocument/2006/relationships/image" Target="../media/image1598.png"/><Relationship Id="rId25" Type="http://schemas.openxmlformats.org/officeDocument/2006/relationships/image" Target="../media/image1485.png"/><Relationship Id="rId46" Type="http://schemas.openxmlformats.org/officeDocument/2006/relationships/customXml" Target="../ink/ink1498.xml"/><Relationship Id="rId67" Type="http://schemas.openxmlformats.org/officeDocument/2006/relationships/image" Target="../media/image1506.png"/><Relationship Id="rId272" Type="http://schemas.openxmlformats.org/officeDocument/2006/relationships/customXml" Target="../ink/ink1611.xml"/><Relationship Id="rId88" Type="http://schemas.openxmlformats.org/officeDocument/2006/relationships/customXml" Target="../ink/ink1519.xml"/><Relationship Id="rId111" Type="http://schemas.openxmlformats.org/officeDocument/2006/relationships/image" Target="../media/image1528.png"/><Relationship Id="rId132" Type="http://schemas.openxmlformats.org/officeDocument/2006/relationships/customXml" Target="../ink/ink1541.xml"/><Relationship Id="rId153" Type="http://schemas.openxmlformats.org/officeDocument/2006/relationships/image" Target="../media/image1549.png"/><Relationship Id="rId174" Type="http://schemas.openxmlformats.org/officeDocument/2006/relationships/customXml" Target="../ink/ink1562.xml"/><Relationship Id="rId195" Type="http://schemas.openxmlformats.org/officeDocument/2006/relationships/image" Target="../media/image1570.png"/><Relationship Id="rId209" Type="http://schemas.openxmlformats.org/officeDocument/2006/relationships/image" Target="../media/image1577.png"/><Relationship Id="rId220" Type="http://schemas.openxmlformats.org/officeDocument/2006/relationships/customXml" Target="../ink/ink1585.xml"/><Relationship Id="rId241" Type="http://schemas.openxmlformats.org/officeDocument/2006/relationships/image" Target="../media/image1593.png"/><Relationship Id="rId15" Type="http://schemas.openxmlformats.org/officeDocument/2006/relationships/image" Target="../media/image1480.png"/><Relationship Id="rId36" Type="http://schemas.openxmlformats.org/officeDocument/2006/relationships/customXml" Target="../ink/ink1493.xml"/><Relationship Id="rId57" Type="http://schemas.openxmlformats.org/officeDocument/2006/relationships/image" Target="../media/image1501.png"/><Relationship Id="rId262" Type="http://schemas.openxmlformats.org/officeDocument/2006/relationships/customXml" Target="../ink/ink1606.xml"/><Relationship Id="rId283" Type="http://schemas.openxmlformats.org/officeDocument/2006/relationships/image" Target="../media/image1613.png"/><Relationship Id="rId78" Type="http://schemas.openxmlformats.org/officeDocument/2006/relationships/customXml" Target="../ink/ink1514.xml"/><Relationship Id="rId99" Type="http://schemas.openxmlformats.org/officeDocument/2006/relationships/image" Target="../media/image1522.png"/><Relationship Id="rId101" Type="http://schemas.openxmlformats.org/officeDocument/2006/relationships/image" Target="../media/image1523.png"/><Relationship Id="rId122" Type="http://schemas.openxmlformats.org/officeDocument/2006/relationships/customXml" Target="../ink/ink1536.xml"/><Relationship Id="rId143" Type="http://schemas.openxmlformats.org/officeDocument/2006/relationships/image" Target="../media/image1544.png"/><Relationship Id="rId164" Type="http://schemas.openxmlformats.org/officeDocument/2006/relationships/customXml" Target="../ink/ink1557.xml"/><Relationship Id="rId185" Type="http://schemas.openxmlformats.org/officeDocument/2006/relationships/image" Target="../media/image1565.png"/><Relationship Id="rId9" Type="http://schemas.openxmlformats.org/officeDocument/2006/relationships/image" Target="../media/image1477.png"/><Relationship Id="rId210" Type="http://schemas.openxmlformats.org/officeDocument/2006/relationships/customXml" Target="../ink/ink1580.xml"/><Relationship Id="rId26" Type="http://schemas.openxmlformats.org/officeDocument/2006/relationships/customXml" Target="../ink/ink1488.xml"/><Relationship Id="rId231" Type="http://schemas.openxmlformats.org/officeDocument/2006/relationships/image" Target="../media/image1588.png"/><Relationship Id="rId252" Type="http://schemas.openxmlformats.org/officeDocument/2006/relationships/customXml" Target="../ink/ink1601.xml"/><Relationship Id="rId273" Type="http://schemas.openxmlformats.org/officeDocument/2006/relationships/image" Target="../media/image1608.png"/><Relationship Id="rId47" Type="http://schemas.openxmlformats.org/officeDocument/2006/relationships/image" Target="../media/image1496.png"/><Relationship Id="rId68" Type="http://schemas.openxmlformats.org/officeDocument/2006/relationships/customXml" Target="../ink/ink1509.xml"/><Relationship Id="rId89" Type="http://schemas.openxmlformats.org/officeDocument/2006/relationships/image" Target="../media/image1517.png"/><Relationship Id="rId112" Type="http://schemas.openxmlformats.org/officeDocument/2006/relationships/customXml" Target="../ink/ink1531.xml"/><Relationship Id="rId133" Type="http://schemas.openxmlformats.org/officeDocument/2006/relationships/image" Target="../media/image1539.png"/><Relationship Id="rId154" Type="http://schemas.openxmlformats.org/officeDocument/2006/relationships/customXml" Target="../ink/ink1552.xml"/><Relationship Id="rId175" Type="http://schemas.openxmlformats.org/officeDocument/2006/relationships/image" Target="../media/image1560.png"/><Relationship Id="rId196" Type="http://schemas.openxmlformats.org/officeDocument/2006/relationships/customXml" Target="../ink/ink1573.xml"/><Relationship Id="rId200" Type="http://schemas.openxmlformats.org/officeDocument/2006/relationships/customXml" Target="../ink/ink1575.xml"/><Relationship Id="rId16" Type="http://schemas.openxmlformats.org/officeDocument/2006/relationships/customXml" Target="../ink/ink1483.xml"/><Relationship Id="rId221" Type="http://schemas.openxmlformats.org/officeDocument/2006/relationships/image" Target="../media/image1583.png"/><Relationship Id="rId242" Type="http://schemas.openxmlformats.org/officeDocument/2006/relationships/customXml" Target="../ink/ink1596.xml"/><Relationship Id="rId263" Type="http://schemas.openxmlformats.org/officeDocument/2006/relationships/image" Target="../media/image1603.png"/><Relationship Id="rId284" Type="http://schemas.openxmlformats.org/officeDocument/2006/relationships/customXml" Target="../ink/ink1617.xml"/><Relationship Id="rId37" Type="http://schemas.openxmlformats.org/officeDocument/2006/relationships/image" Target="../media/image1491.png"/><Relationship Id="rId58" Type="http://schemas.openxmlformats.org/officeDocument/2006/relationships/customXml" Target="../ink/ink1504.xml"/><Relationship Id="rId79" Type="http://schemas.openxmlformats.org/officeDocument/2006/relationships/image" Target="../media/image1512.png"/><Relationship Id="rId102" Type="http://schemas.openxmlformats.org/officeDocument/2006/relationships/customXml" Target="../ink/ink1526.xml"/><Relationship Id="rId123" Type="http://schemas.openxmlformats.org/officeDocument/2006/relationships/image" Target="../media/image1534.png"/><Relationship Id="rId144" Type="http://schemas.openxmlformats.org/officeDocument/2006/relationships/customXml" Target="../ink/ink1547.xml"/><Relationship Id="rId90" Type="http://schemas.openxmlformats.org/officeDocument/2006/relationships/customXml" Target="../ink/ink1520.xml"/><Relationship Id="rId165" Type="http://schemas.openxmlformats.org/officeDocument/2006/relationships/image" Target="../media/image1555.png"/><Relationship Id="rId186" Type="http://schemas.openxmlformats.org/officeDocument/2006/relationships/customXml" Target="../ink/ink1568.xml"/><Relationship Id="rId211" Type="http://schemas.openxmlformats.org/officeDocument/2006/relationships/image" Target="../media/image1578.png"/><Relationship Id="rId232" Type="http://schemas.openxmlformats.org/officeDocument/2006/relationships/customXml" Target="../ink/ink1591.xml"/><Relationship Id="rId253" Type="http://schemas.openxmlformats.org/officeDocument/2006/relationships/image" Target="../media/image1599.png"/><Relationship Id="rId274" Type="http://schemas.openxmlformats.org/officeDocument/2006/relationships/customXml" Target="../ink/ink1612.xml"/><Relationship Id="rId27" Type="http://schemas.openxmlformats.org/officeDocument/2006/relationships/image" Target="../media/image1486.png"/><Relationship Id="rId48" Type="http://schemas.openxmlformats.org/officeDocument/2006/relationships/customXml" Target="../ink/ink1499.xml"/><Relationship Id="rId69" Type="http://schemas.openxmlformats.org/officeDocument/2006/relationships/image" Target="../media/image1507.png"/><Relationship Id="rId113" Type="http://schemas.openxmlformats.org/officeDocument/2006/relationships/image" Target="../media/image1529.png"/><Relationship Id="rId134" Type="http://schemas.openxmlformats.org/officeDocument/2006/relationships/customXml" Target="../ink/ink1542.xml"/><Relationship Id="rId80" Type="http://schemas.openxmlformats.org/officeDocument/2006/relationships/customXml" Target="../ink/ink1515.xml"/><Relationship Id="rId155" Type="http://schemas.openxmlformats.org/officeDocument/2006/relationships/image" Target="../media/image1550.png"/><Relationship Id="rId176" Type="http://schemas.openxmlformats.org/officeDocument/2006/relationships/customXml" Target="../ink/ink1563.xml"/><Relationship Id="rId197" Type="http://schemas.openxmlformats.org/officeDocument/2006/relationships/image" Target="../media/image1571.png"/><Relationship Id="rId201" Type="http://schemas.openxmlformats.org/officeDocument/2006/relationships/image" Target="../media/image1573.png"/><Relationship Id="rId222" Type="http://schemas.openxmlformats.org/officeDocument/2006/relationships/customXml" Target="../ink/ink1586.xml"/><Relationship Id="rId243" Type="http://schemas.openxmlformats.org/officeDocument/2006/relationships/image" Target="../media/image1594.png"/><Relationship Id="rId264" Type="http://schemas.openxmlformats.org/officeDocument/2006/relationships/customXml" Target="../ink/ink1607.xml"/><Relationship Id="rId285" Type="http://schemas.openxmlformats.org/officeDocument/2006/relationships/image" Target="../media/image1614.png"/><Relationship Id="rId17" Type="http://schemas.openxmlformats.org/officeDocument/2006/relationships/image" Target="../media/image1481.png"/><Relationship Id="rId38" Type="http://schemas.openxmlformats.org/officeDocument/2006/relationships/customXml" Target="../ink/ink1494.xml"/><Relationship Id="rId59" Type="http://schemas.openxmlformats.org/officeDocument/2006/relationships/image" Target="../media/image1502.png"/><Relationship Id="rId103" Type="http://schemas.openxmlformats.org/officeDocument/2006/relationships/image" Target="../media/image1524.png"/><Relationship Id="rId124" Type="http://schemas.openxmlformats.org/officeDocument/2006/relationships/customXml" Target="../ink/ink1537.xml"/><Relationship Id="rId70" Type="http://schemas.openxmlformats.org/officeDocument/2006/relationships/customXml" Target="../ink/ink1510.xml"/><Relationship Id="rId91" Type="http://schemas.openxmlformats.org/officeDocument/2006/relationships/image" Target="../media/image1518.png"/><Relationship Id="rId145" Type="http://schemas.openxmlformats.org/officeDocument/2006/relationships/image" Target="../media/image1545.png"/><Relationship Id="rId166" Type="http://schemas.openxmlformats.org/officeDocument/2006/relationships/customXml" Target="../ink/ink1558.xml"/><Relationship Id="rId187" Type="http://schemas.openxmlformats.org/officeDocument/2006/relationships/image" Target="../media/image156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81.xml"/><Relationship Id="rId233" Type="http://schemas.openxmlformats.org/officeDocument/2006/relationships/image" Target="../media/image1589.png"/><Relationship Id="rId254" Type="http://schemas.openxmlformats.org/officeDocument/2006/relationships/customXml" Target="../ink/ink1602.xml"/><Relationship Id="rId28" Type="http://schemas.openxmlformats.org/officeDocument/2006/relationships/customXml" Target="../ink/ink1489.xml"/><Relationship Id="rId49" Type="http://schemas.openxmlformats.org/officeDocument/2006/relationships/image" Target="../media/image1497.png"/><Relationship Id="rId114" Type="http://schemas.openxmlformats.org/officeDocument/2006/relationships/customXml" Target="../ink/ink1532.xml"/><Relationship Id="rId275" Type="http://schemas.openxmlformats.org/officeDocument/2006/relationships/image" Target="../media/image1609.png"/><Relationship Id="rId60" Type="http://schemas.openxmlformats.org/officeDocument/2006/relationships/customXml" Target="../ink/ink1505.xml"/><Relationship Id="rId81" Type="http://schemas.openxmlformats.org/officeDocument/2006/relationships/image" Target="../media/image1513.png"/><Relationship Id="rId135" Type="http://schemas.openxmlformats.org/officeDocument/2006/relationships/image" Target="../media/image1540.png"/><Relationship Id="rId156" Type="http://schemas.openxmlformats.org/officeDocument/2006/relationships/customXml" Target="../ink/ink1553.xml"/><Relationship Id="rId177" Type="http://schemas.openxmlformats.org/officeDocument/2006/relationships/image" Target="../media/image1561.png"/><Relationship Id="rId198" Type="http://schemas.openxmlformats.org/officeDocument/2006/relationships/customXml" Target="../ink/ink1574.xml"/><Relationship Id="rId202" Type="http://schemas.openxmlformats.org/officeDocument/2006/relationships/customXml" Target="../ink/ink1576.xml"/><Relationship Id="rId223" Type="http://schemas.openxmlformats.org/officeDocument/2006/relationships/image" Target="../media/image1584.png"/><Relationship Id="rId244" Type="http://schemas.openxmlformats.org/officeDocument/2006/relationships/customXml" Target="../ink/ink1597.xml"/><Relationship Id="rId18" Type="http://schemas.openxmlformats.org/officeDocument/2006/relationships/customXml" Target="../ink/ink1484.xml"/><Relationship Id="rId39" Type="http://schemas.openxmlformats.org/officeDocument/2006/relationships/image" Target="../media/image1492.png"/><Relationship Id="rId265" Type="http://schemas.openxmlformats.org/officeDocument/2006/relationships/image" Target="../media/image1604.png"/><Relationship Id="rId286" Type="http://schemas.openxmlformats.org/officeDocument/2006/relationships/customXml" Target="../ink/ink1618.xml"/><Relationship Id="rId50" Type="http://schemas.openxmlformats.org/officeDocument/2006/relationships/customXml" Target="../ink/ink1500.xml"/><Relationship Id="rId104" Type="http://schemas.openxmlformats.org/officeDocument/2006/relationships/customXml" Target="../ink/ink1527.xml"/><Relationship Id="rId125" Type="http://schemas.openxmlformats.org/officeDocument/2006/relationships/image" Target="../media/image1535.png"/><Relationship Id="rId146" Type="http://schemas.openxmlformats.org/officeDocument/2006/relationships/customXml" Target="../ink/ink1548.xml"/><Relationship Id="rId167" Type="http://schemas.openxmlformats.org/officeDocument/2006/relationships/image" Target="../media/image1556.png"/><Relationship Id="rId188" Type="http://schemas.openxmlformats.org/officeDocument/2006/relationships/customXml" Target="../ink/ink1569.xml"/><Relationship Id="rId71" Type="http://schemas.openxmlformats.org/officeDocument/2006/relationships/image" Target="../media/image1508.png"/><Relationship Id="rId92" Type="http://schemas.openxmlformats.org/officeDocument/2006/relationships/customXml" Target="../ink/ink1521.xml"/><Relationship Id="rId213" Type="http://schemas.openxmlformats.org/officeDocument/2006/relationships/image" Target="../media/image1579.png"/><Relationship Id="rId234" Type="http://schemas.openxmlformats.org/officeDocument/2006/relationships/customXml" Target="../ink/ink1592.xml"/><Relationship Id="rId2" Type="http://schemas.openxmlformats.org/officeDocument/2006/relationships/customXml" Target="../ink/ink1476.xml"/><Relationship Id="rId29" Type="http://schemas.openxmlformats.org/officeDocument/2006/relationships/image" Target="../media/image1487.png"/><Relationship Id="rId255" Type="http://schemas.openxmlformats.org/officeDocument/2006/relationships/image" Target="../media/image1600.png"/><Relationship Id="rId276" Type="http://schemas.openxmlformats.org/officeDocument/2006/relationships/customXml" Target="../ink/ink1613.xml"/><Relationship Id="rId40" Type="http://schemas.openxmlformats.org/officeDocument/2006/relationships/customXml" Target="../ink/ink1495.xml"/><Relationship Id="rId115" Type="http://schemas.openxmlformats.org/officeDocument/2006/relationships/image" Target="../media/image1530.png"/><Relationship Id="rId136" Type="http://schemas.openxmlformats.org/officeDocument/2006/relationships/customXml" Target="../ink/ink1543.xml"/><Relationship Id="rId157" Type="http://schemas.openxmlformats.org/officeDocument/2006/relationships/image" Target="../media/image1551.png"/><Relationship Id="rId178" Type="http://schemas.openxmlformats.org/officeDocument/2006/relationships/customXml" Target="../ink/ink1564.xml"/><Relationship Id="rId61" Type="http://schemas.openxmlformats.org/officeDocument/2006/relationships/image" Target="../media/image1503.png"/><Relationship Id="rId82" Type="http://schemas.openxmlformats.org/officeDocument/2006/relationships/customXml" Target="../ink/ink1516.xml"/><Relationship Id="rId199" Type="http://schemas.openxmlformats.org/officeDocument/2006/relationships/image" Target="../media/image1572.png"/><Relationship Id="rId203" Type="http://schemas.openxmlformats.org/officeDocument/2006/relationships/image" Target="../media/image1574.png"/><Relationship Id="rId19" Type="http://schemas.openxmlformats.org/officeDocument/2006/relationships/image" Target="../media/image1482.png"/><Relationship Id="rId224" Type="http://schemas.openxmlformats.org/officeDocument/2006/relationships/customXml" Target="../ink/ink1587.xml"/><Relationship Id="rId245" Type="http://schemas.openxmlformats.org/officeDocument/2006/relationships/image" Target="../media/image1595.png"/><Relationship Id="rId266" Type="http://schemas.openxmlformats.org/officeDocument/2006/relationships/customXml" Target="../ink/ink1608.xml"/><Relationship Id="rId287" Type="http://schemas.openxmlformats.org/officeDocument/2006/relationships/image" Target="../media/image1615.png"/><Relationship Id="rId30" Type="http://schemas.openxmlformats.org/officeDocument/2006/relationships/customXml" Target="../ink/ink1490.xml"/><Relationship Id="rId105" Type="http://schemas.openxmlformats.org/officeDocument/2006/relationships/image" Target="../media/image1525.png"/><Relationship Id="rId126" Type="http://schemas.openxmlformats.org/officeDocument/2006/relationships/customXml" Target="../ink/ink1538.xml"/><Relationship Id="rId147" Type="http://schemas.openxmlformats.org/officeDocument/2006/relationships/image" Target="../media/image1546.png"/><Relationship Id="rId168" Type="http://schemas.openxmlformats.org/officeDocument/2006/relationships/customXml" Target="../ink/ink1559.xml"/><Relationship Id="rId51" Type="http://schemas.openxmlformats.org/officeDocument/2006/relationships/image" Target="../media/image1498.png"/><Relationship Id="rId72" Type="http://schemas.openxmlformats.org/officeDocument/2006/relationships/customXml" Target="../ink/ink1511.xml"/><Relationship Id="rId93" Type="http://schemas.openxmlformats.org/officeDocument/2006/relationships/image" Target="../media/image1519.png"/><Relationship Id="rId189" Type="http://schemas.openxmlformats.org/officeDocument/2006/relationships/image" Target="../media/image1567.png"/><Relationship Id="rId3" Type="http://schemas.openxmlformats.org/officeDocument/2006/relationships/image" Target="../media/image1474.png"/><Relationship Id="rId214" Type="http://schemas.openxmlformats.org/officeDocument/2006/relationships/customXml" Target="../ink/ink1582.xml"/><Relationship Id="rId235" Type="http://schemas.openxmlformats.org/officeDocument/2006/relationships/image" Target="../media/image1590.png"/><Relationship Id="rId256" Type="http://schemas.openxmlformats.org/officeDocument/2006/relationships/customXml" Target="../ink/ink1603.xml"/><Relationship Id="rId277" Type="http://schemas.openxmlformats.org/officeDocument/2006/relationships/image" Target="../media/image1610.png"/><Relationship Id="rId116" Type="http://schemas.openxmlformats.org/officeDocument/2006/relationships/customXml" Target="../ink/ink1533.xml"/><Relationship Id="rId137" Type="http://schemas.openxmlformats.org/officeDocument/2006/relationships/image" Target="../media/image1541.png"/><Relationship Id="rId158" Type="http://schemas.openxmlformats.org/officeDocument/2006/relationships/customXml" Target="../ink/ink1554.xml"/><Relationship Id="rId20" Type="http://schemas.openxmlformats.org/officeDocument/2006/relationships/customXml" Target="../ink/ink1485.xml"/><Relationship Id="rId41" Type="http://schemas.openxmlformats.org/officeDocument/2006/relationships/image" Target="../media/image1493.png"/><Relationship Id="rId62" Type="http://schemas.openxmlformats.org/officeDocument/2006/relationships/customXml" Target="../ink/ink1506.xml"/><Relationship Id="rId83" Type="http://schemas.openxmlformats.org/officeDocument/2006/relationships/image" Target="../media/image1514.png"/><Relationship Id="rId179" Type="http://schemas.openxmlformats.org/officeDocument/2006/relationships/image" Target="../media/image1562.png"/><Relationship Id="rId190" Type="http://schemas.openxmlformats.org/officeDocument/2006/relationships/customXml" Target="../ink/ink1570.xml"/><Relationship Id="rId204" Type="http://schemas.openxmlformats.org/officeDocument/2006/relationships/customXml" Target="../ink/ink1577.xml"/><Relationship Id="rId225" Type="http://schemas.openxmlformats.org/officeDocument/2006/relationships/image" Target="../media/image1585.png"/><Relationship Id="rId246" Type="http://schemas.openxmlformats.org/officeDocument/2006/relationships/customXml" Target="../ink/ink1598.xml"/><Relationship Id="rId267" Type="http://schemas.openxmlformats.org/officeDocument/2006/relationships/image" Target="../media/image1605.png"/><Relationship Id="rId288" Type="http://schemas.openxmlformats.org/officeDocument/2006/relationships/customXml" Target="../ink/ink1619.xml"/><Relationship Id="rId106" Type="http://schemas.openxmlformats.org/officeDocument/2006/relationships/customXml" Target="../ink/ink1528.xml"/><Relationship Id="rId127" Type="http://schemas.openxmlformats.org/officeDocument/2006/relationships/image" Target="../media/image1536.png"/><Relationship Id="rId10" Type="http://schemas.openxmlformats.org/officeDocument/2006/relationships/customXml" Target="../ink/ink1480.xml"/><Relationship Id="rId31" Type="http://schemas.openxmlformats.org/officeDocument/2006/relationships/image" Target="../media/image1488.png"/><Relationship Id="rId52" Type="http://schemas.openxmlformats.org/officeDocument/2006/relationships/customXml" Target="../ink/ink1501.xml"/><Relationship Id="rId73" Type="http://schemas.openxmlformats.org/officeDocument/2006/relationships/image" Target="../media/image1509.png"/><Relationship Id="rId94" Type="http://schemas.openxmlformats.org/officeDocument/2006/relationships/customXml" Target="../ink/ink1522.xml"/><Relationship Id="rId148" Type="http://schemas.openxmlformats.org/officeDocument/2006/relationships/customXml" Target="../ink/ink1549.xml"/><Relationship Id="rId169" Type="http://schemas.openxmlformats.org/officeDocument/2006/relationships/image" Target="../media/image1557.png"/><Relationship Id="rId4" Type="http://schemas.openxmlformats.org/officeDocument/2006/relationships/customXml" Target="../ink/ink1477.xml"/><Relationship Id="rId180" Type="http://schemas.openxmlformats.org/officeDocument/2006/relationships/customXml" Target="../ink/ink1565.xml"/><Relationship Id="rId215" Type="http://schemas.openxmlformats.org/officeDocument/2006/relationships/image" Target="../media/image1580.png"/><Relationship Id="rId236" Type="http://schemas.openxmlformats.org/officeDocument/2006/relationships/customXml" Target="../ink/ink1593.xml"/><Relationship Id="rId257" Type="http://schemas.openxmlformats.org/officeDocument/2006/relationships/image" Target="../media/image1601.png"/><Relationship Id="rId278" Type="http://schemas.openxmlformats.org/officeDocument/2006/relationships/customXml" Target="../ink/ink1614.xml"/><Relationship Id="rId42" Type="http://schemas.openxmlformats.org/officeDocument/2006/relationships/customXml" Target="../ink/ink1496.xml"/><Relationship Id="rId84" Type="http://schemas.openxmlformats.org/officeDocument/2006/relationships/customXml" Target="../ink/ink1517.xml"/><Relationship Id="rId138" Type="http://schemas.openxmlformats.org/officeDocument/2006/relationships/customXml" Target="../ink/ink1544.xml"/><Relationship Id="rId191" Type="http://schemas.openxmlformats.org/officeDocument/2006/relationships/image" Target="../media/image1568.png"/><Relationship Id="rId205" Type="http://schemas.openxmlformats.org/officeDocument/2006/relationships/image" Target="../media/image1575.png"/><Relationship Id="rId247" Type="http://schemas.openxmlformats.org/officeDocument/2006/relationships/image" Target="../media/image1596.png"/><Relationship Id="rId107" Type="http://schemas.openxmlformats.org/officeDocument/2006/relationships/image" Target="../media/image1526.png"/><Relationship Id="rId289" Type="http://schemas.openxmlformats.org/officeDocument/2006/relationships/image" Target="../media/image1616.png"/><Relationship Id="rId11" Type="http://schemas.openxmlformats.org/officeDocument/2006/relationships/image" Target="../media/image1478.png"/><Relationship Id="rId53" Type="http://schemas.openxmlformats.org/officeDocument/2006/relationships/image" Target="../media/image1499.png"/><Relationship Id="rId149" Type="http://schemas.openxmlformats.org/officeDocument/2006/relationships/image" Target="../media/image1547.png"/><Relationship Id="rId95" Type="http://schemas.openxmlformats.org/officeDocument/2006/relationships/image" Target="../media/image1520.png"/><Relationship Id="rId160" Type="http://schemas.openxmlformats.org/officeDocument/2006/relationships/customXml" Target="../ink/ink1555.xml"/><Relationship Id="rId216" Type="http://schemas.openxmlformats.org/officeDocument/2006/relationships/customXml" Target="../ink/ink1583.xml"/><Relationship Id="rId258" Type="http://schemas.openxmlformats.org/officeDocument/2006/relationships/customXml" Target="../ink/ink1604.xml"/><Relationship Id="rId22" Type="http://schemas.openxmlformats.org/officeDocument/2006/relationships/customXml" Target="../ink/ink1486.xml"/><Relationship Id="rId64" Type="http://schemas.openxmlformats.org/officeDocument/2006/relationships/customXml" Target="../ink/ink1507.xml"/><Relationship Id="rId118" Type="http://schemas.openxmlformats.org/officeDocument/2006/relationships/customXml" Target="../ink/ink1534.xml"/><Relationship Id="rId171" Type="http://schemas.openxmlformats.org/officeDocument/2006/relationships/image" Target="../media/image1558.png"/><Relationship Id="rId227" Type="http://schemas.openxmlformats.org/officeDocument/2006/relationships/image" Target="../media/image1586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74.png"/><Relationship Id="rId299" Type="http://schemas.openxmlformats.org/officeDocument/2006/relationships/image" Target="../media/image1765.png"/><Relationship Id="rId21" Type="http://schemas.openxmlformats.org/officeDocument/2006/relationships/image" Target="../media/image1626.png"/><Relationship Id="rId63" Type="http://schemas.openxmlformats.org/officeDocument/2006/relationships/image" Target="../media/image1647.png"/><Relationship Id="rId159" Type="http://schemas.openxmlformats.org/officeDocument/2006/relationships/image" Target="../media/image1695.png"/><Relationship Id="rId324" Type="http://schemas.openxmlformats.org/officeDocument/2006/relationships/customXml" Target="../ink/ink1781.xml"/><Relationship Id="rId366" Type="http://schemas.openxmlformats.org/officeDocument/2006/relationships/customXml" Target="../ink/ink1802.xml"/><Relationship Id="rId170" Type="http://schemas.openxmlformats.org/officeDocument/2006/relationships/customXml" Target="../ink/ink1704.xml"/><Relationship Id="rId226" Type="http://schemas.openxmlformats.org/officeDocument/2006/relationships/customXml" Target="../ink/ink1732.xml"/><Relationship Id="rId268" Type="http://schemas.openxmlformats.org/officeDocument/2006/relationships/customXml" Target="../ink/ink1753.xml"/><Relationship Id="rId32" Type="http://schemas.openxmlformats.org/officeDocument/2006/relationships/customXml" Target="../ink/ink1635.xml"/><Relationship Id="rId74" Type="http://schemas.openxmlformats.org/officeDocument/2006/relationships/customXml" Target="../ink/ink1656.xml"/><Relationship Id="rId128" Type="http://schemas.openxmlformats.org/officeDocument/2006/relationships/customXml" Target="../ink/ink1683.xml"/><Relationship Id="rId335" Type="http://schemas.openxmlformats.org/officeDocument/2006/relationships/image" Target="../media/image1783.png"/><Relationship Id="rId377" Type="http://schemas.openxmlformats.org/officeDocument/2006/relationships/image" Target="../media/image1804.png"/><Relationship Id="rId5" Type="http://schemas.openxmlformats.org/officeDocument/2006/relationships/image" Target="../media/image1618.png"/><Relationship Id="rId181" Type="http://schemas.openxmlformats.org/officeDocument/2006/relationships/image" Target="../media/image1706.png"/><Relationship Id="rId237" Type="http://schemas.openxmlformats.org/officeDocument/2006/relationships/image" Target="../media/image1734.png"/><Relationship Id="rId402" Type="http://schemas.openxmlformats.org/officeDocument/2006/relationships/customXml" Target="../ink/ink1820.xml"/><Relationship Id="rId279" Type="http://schemas.openxmlformats.org/officeDocument/2006/relationships/image" Target="../media/image1755.png"/><Relationship Id="rId43" Type="http://schemas.openxmlformats.org/officeDocument/2006/relationships/image" Target="../media/image1637.png"/><Relationship Id="rId139" Type="http://schemas.openxmlformats.org/officeDocument/2006/relationships/image" Target="../media/image1685.png"/><Relationship Id="rId290" Type="http://schemas.openxmlformats.org/officeDocument/2006/relationships/customXml" Target="../ink/ink1764.xml"/><Relationship Id="rId304" Type="http://schemas.openxmlformats.org/officeDocument/2006/relationships/customXml" Target="../ink/ink1771.xml"/><Relationship Id="rId346" Type="http://schemas.openxmlformats.org/officeDocument/2006/relationships/customXml" Target="../ink/ink1792.xml"/><Relationship Id="rId388" Type="http://schemas.openxmlformats.org/officeDocument/2006/relationships/customXml" Target="../ink/ink1813.xml"/><Relationship Id="rId85" Type="http://schemas.openxmlformats.org/officeDocument/2006/relationships/image" Target="../media/image1658.png"/><Relationship Id="rId150" Type="http://schemas.openxmlformats.org/officeDocument/2006/relationships/customXml" Target="../ink/ink1694.xml"/><Relationship Id="rId192" Type="http://schemas.openxmlformats.org/officeDocument/2006/relationships/customXml" Target="../ink/ink1715.xml"/><Relationship Id="rId206" Type="http://schemas.openxmlformats.org/officeDocument/2006/relationships/customXml" Target="../ink/ink1722.xml"/><Relationship Id="rId413" Type="http://schemas.openxmlformats.org/officeDocument/2006/relationships/image" Target="../media/image1822.png"/><Relationship Id="rId248" Type="http://schemas.openxmlformats.org/officeDocument/2006/relationships/customXml" Target="../ink/ink1743.xml"/><Relationship Id="rId12" Type="http://schemas.openxmlformats.org/officeDocument/2006/relationships/customXml" Target="../ink/ink1625.xml"/><Relationship Id="rId108" Type="http://schemas.openxmlformats.org/officeDocument/2006/relationships/customXml" Target="../ink/ink1673.xml"/><Relationship Id="rId315" Type="http://schemas.openxmlformats.org/officeDocument/2006/relationships/image" Target="../media/image1773.png"/><Relationship Id="rId357" Type="http://schemas.openxmlformats.org/officeDocument/2006/relationships/image" Target="../media/image1794.png"/><Relationship Id="rId54" Type="http://schemas.openxmlformats.org/officeDocument/2006/relationships/customXml" Target="../ink/ink1646.xml"/><Relationship Id="rId96" Type="http://schemas.openxmlformats.org/officeDocument/2006/relationships/customXml" Target="../ink/ink1667.xml"/><Relationship Id="rId161" Type="http://schemas.openxmlformats.org/officeDocument/2006/relationships/image" Target="../media/image1696.png"/><Relationship Id="rId217" Type="http://schemas.openxmlformats.org/officeDocument/2006/relationships/image" Target="../media/image1724.png"/><Relationship Id="rId399" Type="http://schemas.openxmlformats.org/officeDocument/2006/relationships/image" Target="../media/image1815.png"/><Relationship Id="rId259" Type="http://schemas.openxmlformats.org/officeDocument/2006/relationships/image" Target="../media/image1745.png"/><Relationship Id="rId424" Type="http://schemas.openxmlformats.org/officeDocument/2006/relationships/customXml" Target="../ink/ink1831.xml"/><Relationship Id="rId23" Type="http://schemas.openxmlformats.org/officeDocument/2006/relationships/image" Target="../media/image1627.png"/><Relationship Id="rId119" Type="http://schemas.openxmlformats.org/officeDocument/2006/relationships/image" Target="../media/image1675.png"/><Relationship Id="rId270" Type="http://schemas.openxmlformats.org/officeDocument/2006/relationships/customXml" Target="../ink/ink1754.xml"/><Relationship Id="rId326" Type="http://schemas.openxmlformats.org/officeDocument/2006/relationships/customXml" Target="../ink/ink1782.xml"/><Relationship Id="rId65" Type="http://schemas.openxmlformats.org/officeDocument/2006/relationships/image" Target="../media/image1648.png"/><Relationship Id="rId130" Type="http://schemas.openxmlformats.org/officeDocument/2006/relationships/customXml" Target="../ink/ink1684.xml"/><Relationship Id="rId368" Type="http://schemas.openxmlformats.org/officeDocument/2006/relationships/customXml" Target="../ink/ink1803.xml"/><Relationship Id="rId172" Type="http://schemas.openxmlformats.org/officeDocument/2006/relationships/customXml" Target="../ink/ink1705.xml"/><Relationship Id="rId228" Type="http://schemas.openxmlformats.org/officeDocument/2006/relationships/customXml" Target="../ink/ink1733.xml"/><Relationship Id="rId281" Type="http://schemas.openxmlformats.org/officeDocument/2006/relationships/image" Target="../media/image1756.png"/><Relationship Id="rId337" Type="http://schemas.openxmlformats.org/officeDocument/2006/relationships/image" Target="../media/image1784.png"/><Relationship Id="rId34" Type="http://schemas.openxmlformats.org/officeDocument/2006/relationships/customXml" Target="../ink/ink1636.xml"/><Relationship Id="rId76" Type="http://schemas.openxmlformats.org/officeDocument/2006/relationships/customXml" Target="../ink/ink1657.xml"/><Relationship Id="rId141" Type="http://schemas.openxmlformats.org/officeDocument/2006/relationships/image" Target="../media/image1686.png"/><Relationship Id="rId379" Type="http://schemas.openxmlformats.org/officeDocument/2006/relationships/image" Target="../media/image1805.png"/><Relationship Id="rId7" Type="http://schemas.openxmlformats.org/officeDocument/2006/relationships/image" Target="../media/image1619.png"/><Relationship Id="rId183" Type="http://schemas.openxmlformats.org/officeDocument/2006/relationships/image" Target="../media/image1707.png"/><Relationship Id="rId239" Type="http://schemas.openxmlformats.org/officeDocument/2006/relationships/image" Target="../media/image1735.png"/><Relationship Id="rId390" Type="http://schemas.openxmlformats.org/officeDocument/2006/relationships/customXml" Target="../ink/ink1814.xml"/><Relationship Id="rId404" Type="http://schemas.openxmlformats.org/officeDocument/2006/relationships/customXml" Target="../ink/ink1821.xml"/><Relationship Id="rId250" Type="http://schemas.openxmlformats.org/officeDocument/2006/relationships/customXml" Target="../ink/ink1744.xml"/><Relationship Id="rId292" Type="http://schemas.openxmlformats.org/officeDocument/2006/relationships/customXml" Target="../ink/ink1765.xml"/><Relationship Id="rId306" Type="http://schemas.openxmlformats.org/officeDocument/2006/relationships/customXml" Target="../ink/ink1772.xml"/><Relationship Id="rId45" Type="http://schemas.openxmlformats.org/officeDocument/2006/relationships/image" Target="../media/image1638.png"/><Relationship Id="rId87" Type="http://schemas.openxmlformats.org/officeDocument/2006/relationships/image" Target="../media/image1659.png"/><Relationship Id="rId110" Type="http://schemas.openxmlformats.org/officeDocument/2006/relationships/customXml" Target="../ink/ink1674.xml"/><Relationship Id="rId348" Type="http://schemas.openxmlformats.org/officeDocument/2006/relationships/customXml" Target="../ink/ink1793.xml"/><Relationship Id="rId152" Type="http://schemas.openxmlformats.org/officeDocument/2006/relationships/customXml" Target="../ink/ink1695.xml"/><Relationship Id="rId194" Type="http://schemas.openxmlformats.org/officeDocument/2006/relationships/customXml" Target="../ink/ink1716.xml"/><Relationship Id="rId208" Type="http://schemas.openxmlformats.org/officeDocument/2006/relationships/customXml" Target="../ink/ink1723.xml"/><Relationship Id="rId415" Type="http://schemas.openxmlformats.org/officeDocument/2006/relationships/image" Target="../media/image1823.png"/><Relationship Id="rId261" Type="http://schemas.openxmlformats.org/officeDocument/2006/relationships/image" Target="../media/image1746.png"/><Relationship Id="rId14" Type="http://schemas.openxmlformats.org/officeDocument/2006/relationships/customXml" Target="../ink/ink1626.xml"/><Relationship Id="rId56" Type="http://schemas.openxmlformats.org/officeDocument/2006/relationships/customXml" Target="../ink/ink1647.xml"/><Relationship Id="rId317" Type="http://schemas.openxmlformats.org/officeDocument/2006/relationships/image" Target="../media/image1774.png"/><Relationship Id="rId359" Type="http://schemas.openxmlformats.org/officeDocument/2006/relationships/image" Target="../media/image1795.png"/><Relationship Id="rId98" Type="http://schemas.openxmlformats.org/officeDocument/2006/relationships/customXml" Target="../ink/ink1668.xml"/><Relationship Id="rId121" Type="http://schemas.openxmlformats.org/officeDocument/2006/relationships/image" Target="../media/image1676.png"/><Relationship Id="rId163" Type="http://schemas.openxmlformats.org/officeDocument/2006/relationships/image" Target="../media/image1697.png"/><Relationship Id="rId219" Type="http://schemas.openxmlformats.org/officeDocument/2006/relationships/image" Target="../media/image1725.png"/><Relationship Id="rId370" Type="http://schemas.openxmlformats.org/officeDocument/2006/relationships/customXml" Target="../ink/ink1804.xml"/><Relationship Id="rId426" Type="http://schemas.openxmlformats.org/officeDocument/2006/relationships/customXml" Target="../ink/ink1832.xml"/><Relationship Id="rId230" Type="http://schemas.openxmlformats.org/officeDocument/2006/relationships/customXml" Target="../ink/ink1734.xml"/><Relationship Id="rId25" Type="http://schemas.openxmlformats.org/officeDocument/2006/relationships/image" Target="../media/image1628.png"/><Relationship Id="rId67" Type="http://schemas.openxmlformats.org/officeDocument/2006/relationships/image" Target="../media/image1649.png"/><Relationship Id="rId272" Type="http://schemas.openxmlformats.org/officeDocument/2006/relationships/customXml" Target="../ink/ink1755.xml"/><Relationship Id="rId328" Type="http://schemas.openxmlformats.org/officeDocument/2006/relationships/customXml" Target="../ink/ink1783.xml"/><Relationship Id="rId132" Type="http://schemas.openxmlformats.org/officeDocument/2006/relationships/customXml" Target="../ink/ink1685.xml"/><Relationship Id="rId174" Type="http://schemas.openxmlformats.org/officeDocument/2006/relationships/customXml" Target="../ink/ink1706.xml"/><Relationship Id="rId381" Type="http://schemas.openxmlformats.org/officeDocument/2006/relationships/image" Target="../media/image1806.png"/><Relationship Id="rId241" Type="http://schemas.openxmlformats.org/officeDocument/2006/relationships/image" Target="../media/image1736.png"/><Relationship Id="rId36" Type="http://schemas.openxmlformats.org/officeDocument/2006/relationships/customXml" Target="../ink/ink1637.xml"/><Relationship Id="rId283" Type="http://schemas.openxmlformats.org/officeDocument/2006/relationships/image" Target="../media/image1757.png"/><Relationship Id="rId339" Type="http://schemas.openxmlformats.org/officeDocument/2006/relationships/image" Target="../media/image1785.png"/><Relationship Id="rId78" Type="http://schemas.openxmlformats.org/officeDocument/2006/relationships/customXml" Target="../ink/ink1658.xml"/><Relationship Id="rId101" Type="http://schemas.openxmlformats.org/officeDocument/2006/relationships/image" Target="../media/image1666.png"/><Relationship Id="rId143" Type="http://schemas.openxmlformats.org/officeDocument/2006/relationships/image" Target="../media/image1687.png"/><Relationship Id="rId185" Type="http://schemas.openxmlformats.org/officeDocument/2006/relationships/image" Target="../media/image1708.png"/><Relationship Id="rId350" Type="http://schemas.openxmlformats.org/officeDocument/2006/relationships/customXml" Target="../ink/ink1794.xml"/><Relationship Id="rId406" Type="http://schemas.openxmlformats.org/officeDocument/2006/relationships/customXml" Target="../ink/ink1822.xml"/><Relationship Id="rId9" Type="http://schemas.openxmlformats.org/officeDocument/2006/relationships/image" Target="../media/image1620.png"/><Relationship Id="rId210" Type="http://schemas.openxmlformats.org/officeDocument/2006/relationships/customXml" Target="../ink/ink1724.xml"/><Relationship Id="rId392" Type="http://schemas.openxmlformats.org/officeDocument/2006/relationships/customXml" Target="../ink/ink1815.xml"/><Relationship Id="rId252" Type="http://schemas.openxmlformats.org/officeDocument/2006/relationships/customXml" Target="../ink/ink1745.xml"/><Relationship Id="rId294" Type="http://schemas.openxmlformats.org/officeDocument/2006/relationships/customXml" Target="../ink/ink1766.xml"/><Relationship Id="rId308" Type="http://schemas.openxmlformats.org/officeDocument/2006/relationships/customXml" Target="../ink/ink1773.xml"/><Relationship Id="rId47" Type="http://schemas.openxmlformats.org/officeDocument/2006/relationships/image" Target="../media/image1639.png"/><Relationship Id="rId89" Type="http://schemas.openxmlformats.org/officeDocument/2006/relationships/image" Target="../media/image1660.png"/><Relationship Id="rId112" Type="http://schemas.openxmlformats.org/officeDocument/2006/relationships/customXml" Target="../ink/ink1675.xml"/><Relationship Id="rId154" Type="http://schemas.openxmlformats.org/officeDocument/2006/relationships/customXml" Target="../ink/ink1696.xml"/><Relationship Id="rId361" Type="http://schemas.openxmlformats.org/officeDocument/2006/relationships/image" Target="../media/image1796.png"/><Relationship Id="rId196" Type="http://schemas.openxmlformats.org/officeDocument/2006/relationships/customXml" Target="../ink/ink1717.xml"/><Relationship Id="rId417" Type="http://schemas.openxmlformats.org/officeDocument/2006/relationships/image" Target="../media/image1824.png"/><Relationship Id="rId16" Type="http://schemas.openxmlformats.org/officeDocument/2006/relationships/customXml" Target="../ink/ink1627.xml"/><Relationship Id="rId221" Type="http://schemas.openxmlformats.org/officeDocument/2006/relationships/image" Target="../media/image1726.png"/><Relationship Id="rId263" Type="http://schemas.openxmlformats.org/officeDocument/2006/relationships/image" Target="../media/image1747.png"/><Relationship Id="rId319" Type="http://schemas.openxmlformats.org/officeDocument/2006/relationships/image" Target="../media/image1775.png"/><Relationship Id="rId58" Type="http://schemas.openxmlformats.org/officeDocument/2006/relationships/customXml" Target="../ink/ink1648.xml"/><Relationship Id="rId123" Type="http://schemas.openxmlformats.org/officeDocument/2006/relationships/image" Target="../media/image1677.png"/><Relationship Id="rId330" Type="http://schemas.openxmlformats.org/officeDocument/2006/relationships/customXml" Target="../ink/ink1784.xml"/><Relationship Id="rId165" Type="http://schemas.openxmlformats.org/officeDocument/2006/relationships/image" Target="../media/image1698.png"/><Relationship Id="rId372" Type="http://schemas.openxmlformats.org/officeDocument/2006/relationships/customXml" Target="../ink/ink1805.xml"/><Relationship Id="rId232" Type="http://schemas.openxmlformats.org/officeDocument/2006/relationships/customXml" Target="../ink/ink1735.xml"/><Relationship Id="rId274" Type="http://schemas.openxmlformats.org/officeDocument/2006/relationships/customXml" Target="../ink/ink1756.xml"/><Relationship Id="rId27" Type="http://schemas.openxmlformats.org/officeDocument/2006/relationships/image" Target="../media/image1629.png"/><Relationship Id="rId69" Type="http://schemas.openxmlformats.org/officeDocument/2006/relationships/image" Target="../media/image1650.png"/><Relationship Id="rId134" Type="http://schemas.openxmlformats.org/officeDocument/2006/relationships/customXml" Target="../ink/ink1686.xml"/><Relationship Id="rId80" Type="http://schemas.openxmlformats.org/officeDocument/2006/relationships/customXml" Target="../ink/ink1659.xml"/><Relationship Id="rId176" Type="http://schemas.openxmlformats.org/officeDocument/2006/relationships/customXml" Target="../ink/ink1707.xml"/><Relationship Id="rId341" Type="http://schemas.openxmlformats.org/officeDocument/2006/relationships/image" Target="../media/image1786.png"/><Relationship Id="rId383" Type="http://schemas.openxmlformats.org/officeDocument/2006/relationships/image" Target="../media/image1807.png"/><Relationship Id="rId201" Type="http://schemas.openxmlformats.org/officeDocument/2006/relationships/image" Target="../media/image1716.png"/><Relationship Id="rId243" Type="http://schemas.openxmlformats.org/officeDocument/2006/relationships/image" Target="../media/image1737.png"/><Relationship Id="rId285" Type="http://schemas.openxmlformats.org/officeDocument/2006/relationships/image" Target="../media/image1758.png"/><Relationship Id="rId38" Type="http://schemas.openxmlformats.org/officeDocument/2006/relationships/customXml" Target="../ink/ink1638.xml"/><Relationship Id="rId103" Type="http://schemas.openxmlformats.org/officeDocument/2006/relationships/image" Target="../media/image1667.png"/><Relationship Id="rId310" Type="http://schemas.openxmlformats.org/officeDocument/2006/relationships/customXml" Target="../ink/ink1774.xml"/><Relationship Id="rId70" Type="http://schemas.openxmlformats.org/officeDocument/2006/relationships/customXml" Target="../ink/ink1654.xml"/><Relationship Id="rId91" Type="http://schemas.openxmlformats.org/officeDocument/2006/relationships/image" Target="../media/image1661.png"/><Relationship Id="rId145" Type="http://schemas.openxmlformats.org/officeDocument/2006/relationships/image" Target="../media/image1688.png"/><Relationship Id="rId166" Type="http://schemas.openxmlformats.org/officeDocument/2006/relationships/customXml" Target="../ink/ink1702.xml"/><Relationship Id="rId187" Type="http://schemas.openxmlformats.org/officeDocument/2006/relationships/image" Target="../media/image1709.png"/><Relationship Id="rId331" Type="http://schemas.openxmlformats.org/officeDocument/2006/relationships/image" Target="../media/image1781.png"/><Relationship Id="rId352" Type="http://schemas.openxmlformats.org/officeDocument/2006/relationships/customXml" Target="../ink/ink1795.xml"/><Relationship Id="rId373" Type="http://schemas.openxmlformats.org/officeDocument/2006/relationships/image" Target="../media/image1802.png"/><Relationship Id="rId394" Type="http://schemas.openxmlformats.org/officeDocument/2006/relationships/customXml" Target="../ink/ink1816.xml"/><Relationship Id="rId408" Type="http://schemas.openxmlformats.org/officeDocument/2006/relationships/customXml" Target="../ink/ink182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25.xml"/><Relationship Id="rId233" Type="http://schemas.openxmlformats.org/officeDocument/2006/relationships/image" Target="../media/image1732.png"/><Relationship Id="rId254" Type="http://schemas.openxmlformats.org/officeDocument/2006/relationships/customXml" Target="../ink/ink1746.xml"/><Relationship Id="rId28" Type="http://schemas.openxmlformats.org/officeDocument/2006/relationships/customXml" Target="../ink/ink1633.xml"/><Relationship Id="rId49" Type="http://schemas.openxmlformats.org/officeDocument/2006/relationships/image" Target="../media/image1640.png"/><Relationship Id="rId114" Type="http://schemas.openxmlformats.org/officeDocument/2006/relationships/customXml" Target="../ink/ink1676.xml"/><Relationship Id="rId275" Type="http://schemas.openxmlformats.org/officeDocument/2006/relationships/image" Target="../media/image1753.png"/><Relationship Id="rId296" Type="http://schemas.openxmlformats.org/officeDocument/2006/relationships/customXml" Target="../ink/ink1767.xml"/><Relationship Id="rId300" Type="http://schemas.openxmlformats.org/officeDocument/2006/relationships/customXml" Target="../ink/ink1769.xml"/><Relationship Id="rId60" Type="http://schemas.openxmlformats.org/officeDocument/2006/relationships/customXml" Target="../ink/ink1649.xml"/><Relationship Id="rId81" Type="http://schemas.openxmlformats.org/officeDocument/2006/relationships/image" Target="../media/image1656.png"/><Relationship Id="rId135" Type="http://schemas.openxmlformats.org/officeDocument/2006/relationships/image" Target="../media/image1683.png"/><Relationship Id="rId156" Type="http://schemas.openxmlformats.org/officeDocument/2006/relationships/customXml" Target="../ink/ink1697.xml"/><Relationship Id="rId177" Type="http://schemas.openxmlformats.org/officeDocument/2006/relationships/image" Target="../media/image1704.png"/><Relationship Id="rId198" Type="http://schemas.openxmlformats.org/officeDocument/2006/relationships/customXml" Target="../ink/ink1718.xml"/><Relationship Id="rId321" Type="http://schemas.openxmlformats.org/officeDocument/2006/relationships/image" Target="../media/image1776.png"/><Relationship Id="rId342" Type="http://schemas.openxmlformats.org/officeDocument/2006/relationships/customXml" Target="../ink/ink1790.xml"/><Relationship Id="rId363" Type="http://schemas.openxmlformats.org/officeDocument/2006/relationships/image" Target="../media/image1797.png"/><Relationship Id="rId384" Type="http://schemas.openxmlformats.org/officeDocument/2006/relationships/customXml" Target="../ink/ink1811.xml"/><Relationship Id="rId419" Type="http://schemas.openxmlformats.org/officeDocument/2006/relationships/image" Target="../media/image1825.png"/><Relationship Id="rId202" Type="http://schemas.openxmlformats.org/officeDocument/2006/relationships/customXml" Target="../ink/ink1720.xml"/><Relationship Id="rId223" Type="http://schemas.openxmlformats.org/officeDocument/2006/relationships/image" Target="../media/image1727.png"/><Relationship Id="rId244" Type="http://schemas.openxmlformats.org/officeDocument/2006/relationships/customXml" Target="../ink/ink1741.xml"/><Relationship Id="rId18" Type="http://schemas.openxmlformats.org/officeDocument/2006/relationships/customXml" Target="../ink/ink1628.xml"/><Relationship Id="rId39" Type="http://schemas.openxmlformats.org/officeDocument/2006/relationships/image" Target="../media/image1635.png"/><Relationship Id="rId265" Type="http://schemas.openxmlformats.org/officeDocument/2006/relationships/image" Target="../media/image1748.png"/><Relationship Id="rId286" Type="http://schemas.openxmlformats.org/officeDocument/2006/relationships/customXml" Target="../ink/ink1762.xml"/><Relationship Id="rId50" Type="http://schemas.openxmlformats.org/officeDocument/2006/relationships/customXml" Target="../ink/ink1644.xml"/><Relationship Id="rId104" Type="http://schemas.openxmlformats.org/officeDocument/2006/relationships/customXml" Target="../ink/ink1671.xml"/><Relationship Id="rId125" Type="http://schemas.openxmlformats.org/officeDocument/2006/relationships/image" Target="../media/image1678.png"/><Relationship Id="rId146" Type="http://schemas.openxmlformats.org/officeDocument/2006/relationships/customXml" Target="../ink/ink1692.xml"/><Relationship Id="rId167" Type="http://schemas.openxmlformats.org/officeDocument/2006/relationships/image" Target="../media/image1699.png"/><Relationship Id="rId188" Type="http://schemas.openxmlformats.org/officeDocument/2006/relationships/customXml" Target="../ink/ink1713.xml"/><Relationship Id="rId311" Type="http://schemas.openxmlformats.org/officeDocument/2006/relationships/image" Target="../media/image1771.png"/><Relationship Id="rId332" Type="http://schemas.openxmlformats.org/officeDocument/2006/relationships/customXml" Target="../ink/ink1785.xml"/><Relationship Id="rId353" Type="http://schemas.openxmlformats.org/officeDocument/2006/relationships/image" Target="../media/image1792.png"/><Relationship Id="rId374" Type="http://schemas.openxmlformats.org/officeDocument/2006/relationships/customXml" Target="../ink/ink1806.xml"/><Relationship Id="rId395" Type="http://schemas.openxmlformats.org/officeDocument/2006/relationships/image" Target="../media/image1813.png"/><Relationship Id="rId409" Type="http://schemas.openxmlformats.org/officeDocument/2006/relationships/image" Target="../media/image1820.png"/><Relationship Id="rId71" Type="http://schemas.openxmlformats.org/officeDocument/2006/relationships/image" Target="../media/image1651.png"/><Relationship Id="rId92" Type="http://schemas.openxmlformats.org/officeDocument/2006/relationships/customXml" Target="../ink/ink1665.xml"/><Relationship Id="rId213" Type="http://schemas.openxmlformats.org/officeDocument/2006/relationships/image" Target="../media/image1722.png"/><Relationship Id="rId234" Type="http://schemas.openxmlformats.org/officeDocument/2006/relationships/customXml" Target="../ink/ink1736.xml"/><Relationship Id="rId420" Type="http://schemas.openxmlformats.org/officeDocument/2006/relationships/customXml" Target="../ink/ink1829.xml"/><Relationship Id="rId2" Type="http://schemas.openxmlformats.org/officeDocument/2006/relationships/customXml" Target="../ink/ink1620.xml"/><Relationship Id="rId29" Type="http://schemas.openxmlformats.org/officeDocument/2006/relationships/image" Target="../media/image1630.png"/><Relationship Id="rId255" Type="http://schemas.openxmlformats.org/officeDocument/2006/relationships/image" Target="../media/image1743.png"/><Relationship Id="rId276" Type="http://schemas.openxmlformats.org/officeDocument/2006/relationships/customXml" Target="../ink/ink1757.xml"/><Relationship Id="rId297" Type="http://schemas.openxmlformats.org/officeDocument/2006/relationships/image" Target="../media/image1764.png"/><Relationship Id="rId40" Type="http://schemas.openxmlformats.org/officeDocument/2006/relationships/customXml" Target="../ink/ink1639.xml"/><Relationship Id="rId115" Type="http://schemas.openxmlformats.org/officeDocument/2006/relationships/image" Target="../media/image1673.png"/><Relationship Id="rId136" Type="http://schemas.openxmlformats.org/officeDocument/2006/relationships/customXml" Target="../ink/ink1687.xml"/><Relationship Id="rId157" Type="http://schemas.openxmlformats.org/officeDocument/2006/relationships/image" Target="../media/image1694.png"/><Relationship Id="rId178" Type="http://schemas.openxmlformats.org/officeDocument/2006/relationships/customXml" Target="../ink/ink1708.xml"/><Relationship Id="rId301" Type="http://schemas.openxmlformats.org/officeDocument/2006/relationships/image" Target="../media/image1766.png"/><Relationship Id="rId322" Type="http://schemas.openxmlformats.org/officeDocument/2006/relationships/customXml" Target="../ink/ink1780.xml"/><Relationship Id="rId343" Type="http://schemas.openxmlformats.org/officeDocument/2006/relationships/image" Target="../media/image1787.png"/><Relationship Id="rId364" Type="http://schemas.openxmlformats.org/officeDocument/2006/relationships/customXml" Target="../ink/ink1801.xml"/><Relationship Id="rId61" Type="http://schemas.openxmlformats.org/officeDocument/2006/relationships/image" Target="../media/image1646.png"/><Relationship Id="rId82" Type="http://schemas.openxmlformats.org/officeDocument/2006/relationships/customXml" Target="../ink/ink1660.xml"/><Relationship Id="rId199" Type="http://schemas.openxmlformats.org/officeDocument/2006/relationships/image" Target="../media/image1715.png"/><Relationship Id="rId203" Type="http://schemas.openxmlformats.org/officeDocument/2006/relationships/image" Target="../media/image1717.png"/><Relationship Id="rId385" Type="http://schemas.openxmlformats.org/officeDocument/2006/relationships/image" Target="../media/image1808.png"/><Relationship Id="rId19" Type="http://schemas.openxmlformats.org/officeDocument/2006/relationships/image" Target="../media/image1625.png"/><Relationship Id="rId224" Type="http://schemas.openxmlformats.org/officeDocument/2006/relationships/customXml" Target="../ink/ink1731.xml"/><Relationship Id="rId245" Type="http://schemas.openxmlformats.org/officeDocument/2006/relationships/image" Target="../media/image1738.png"/><Relationship Id="rId266" Type="http://schemas.openxmlformats.org/officeDocument/2006/relationships/customXml" Target="../ink/ink1752.xml"/><Relationship Id="rId287" Type="http://schemas.openxmlformats.org/officeDocument/2006/relationships/image" Target="../media/image1759.png"/><Relationship Id="rId410" Type="http://schemas.openxmlformats.org/officeDocument/2006/relationships/customXml" Target="../ink/ink1824.xml"/><Relationship Id="rId30" Type="http://schemas.openxmlformats.org/officeDocument/2006/relationships/customXml" Target="../ink/ink1634.xml"/><Relationship Id="rId105" Type="http://schemas.openxmlformats.org/officeDocument/2006/relationships/image" Target="../media/image1668.png"/><Relationship Id="rId126" Type="http://schemas.openxmlformats.org/officeDocument/2006/relationships/customXml" Target="../ink/ink1682.xml"/><Relationship Id="rId147" Type="http://schemas.openxmlformats.org/officeDocument/2006/relationships/image" Target="../media/image1689.png"/><Relationship Id="rId168" Type="http://schemas.openxmlformats.org/officeDocument/2006/relationships/customXml" Target="../ink/ink1703.xml"/><Relationship Id="rId312" Type="http://schemas.openxmlformats.org/officeDocument/2006/relationships/customXml" Target="../ink/ink1775.xml"/><Relationship Id="rId333" Type="http://schemas.openxmlformats.org/officeDocument/2006/relationships/image" Target="../media/image1782.png"/><Relationship Id="rId354" Type="http://schemas.openxmlformats.org/officeDocument/2006/relationships/customXml" Target="../ink/ink1796.xml"/><Relationship Id="rId51" Type="http://schemas.openxmlformats.org/officeDocument/2006/relationships/image" Target="../media/image1641.png"/><Relationship Id="rId72" Type="http://schemas.openxmlformats.org/officeDocument/2006/relationships/customXml" Target="../ink/ink1655.xml"/><Relationship Id="rId93" Type="http://schemas.openxmlformats.org/officeDocument/2006/relationships/image" Target="../media/image1662.png"/><Relationship Id="rId189" Type="http://schemas.openxmlformats.org/officeDocument/2006/relationships/image" Target="../media/image1710.png"/><Relationship Id="rId375" Type="http://schemas.openxmlformats.org/officeDocument/2006/relationships/image" Target="../media/image1803.png"/><Relationship Id="rId396" Type="http://schemas.openxmlformats.org/officeDocument/2006/relationships/customXml" Target="../ink/ink1817.xml"/><Relationship Id="rId3" Type="http://schemas.openxmlformats.org/officeDocument/2006/relationships/image" Target="../media/image1617.png"/><Relationship Id="rId214" Type="http://schemas.openxmlformats.org/officeDocument/2006/relationships/customXml" Target="../ink/ink1726.xml"/><Relationship Id="rId235" Type="http://schemas.openxmlformats.org/officeDocument/2006/relationships/image" Target="../media/image1733.png"/><Relationship Id="rId256" Type="http://schemas.openxmlformats.org/officeDocument/2006/relationships/customXml" Target="../ink/ink1747.xml"/><Relationship Id="rId277" Type="http://schemas.openxmlformats.org/officeDocument/2006/relationships/image" Target="../media/image1754.png"/><Relationship Id="rId298" Type="http://schemas.openxmlformats.org/officeDocument/2006/relationships/customXml" Target="../ink/ink1768.xml"/><Relationship Id="rId400" Type="http://schemas.openxmlformats.org/officeDocument/2006/relationships/customXml" Target="../ink/ink1819.xml"/><Relationship Id="rId421" Type="http://schemas.openxmlformats.org/officeDocument/2006/relationships/image" Target="../media/image1826.png"/><Relationship Id="rId116" Type="http://schemas.openxmlformats.org/officeDocument/2006/relationships/customXml" Target="../ink/ink1677.xml"/><Relationship Id="rId137" Type="http://schemas.openxmlformats.org/officeDocument/2006/relationships/image" Target="../media/image1684.png"/><Relationship Id="rId158" Type="http://schemas.openxmlformats.org/officeDocument/2006/relationships/customXml" Target="../ink/ink1698.xml"/><Relationship Id="rId302" Type="http://schemas.openxmlformats.org/officeDocument/2006/relationships/customXml" Target="../ink/ink1770.xml"/><Relationship Id="rId323" Type="http://schemas.openxmlformats.org/officeDocument/2006/relationships/image" Target="../media/image1777.png"/><Relationship Id="rId344" Type="http://schemas.openxmlformats.org/officeDocument/2006/relationships/customXml" Target="../ink/ink1791.xml"/><Relationship Id="rId20" Type="http://schemas.openxmlformats.org/officeDocument/2006/relationships/customXml" Target="../ink/ink1629.xml"/><Relationship Id="rId41" Type="http://schemas.openxmlformats.org/officeDocument/2006/relationships/image" Target="../media/image1636.png"/><Relationship Id="rId62" Type="http://schemas.openxmlformats.org/officeDocument/2006/relationships/customXml" Target="../ink/ink1650.xml"/><Relationship Id="rId83" Type="http://schemas.openxmlformats.org/officeDocument/2006/relationships/image" Target="../media/image1657.png"/><Relationship Id="rId179" Type="http://schemas.openxmlformats.org/officeDocument/2006/relationships/image" Target="../media/image1705.png"/><Relationship Id="rId365" Type="http://schemas.openxmlformats.org/officeDocument/2006/relationships/image" Target="../media/image1798.png"/><Relationship Id="rId386" Type="http://schemas.openxmlformats.org/officeDocument/2006/relationships/customXml" Target="../ink/ink1812.xml"/><Relationship Id="rId190" Type="http://schemas.openxmlformats.org/officeDocument/2006/relationships/customXml" Target="../ink/ink1714.xml"/><Relationship Id="rId204" Type="http://schemas.openxmlformats.org/officeDocument/2006/relationships/customXml" Target="../ink/ink1721.xml"/><Relationship Id="rId225" Type="http://schemas.openxmlformats.org/officeDocument/2006/relationships/image" Target="../media/image1728.png"/><Relationship Id="rId246" Type="http://schemas.openxmlformats.org/officeDocument/2006/relationships/customXml" Target="../ink/ink1742.xml"/><Relationship Id="rId267" Type="http://schemas.openxmlformats.org/officeDocument/2006/relationships/image" Target="../media/image1749.png"/><Relationship Id="rId288" Type="http://schemas.openxmlformats.org/officeDocument/2006/relationships/customXml" Target="../ink/ink1763.xml"/><Relationship Id="rId411" Type="http://schemas.openxmlformats.org/officeDocument/2006/relationships/image" Target="../media/image1821.png"/><Relationship Id="rId106" Type="http://schemas.openxmlformats.org/officeDocument/2006/relationships/customXml" Target="../ink/ink1672.xml"/><Relationship Id="rId127" Type="http://schemas.openxmlformats.org/officeDocument/2006/relationships/image" Target="../media/image1679.png"/><Relationship Id="rId313" Type="http://schemas.openxmlformats.org/officeDocument/2006/relationships/image" Target="../media/image1772.png"/><Relationship Id="rId10" Type="http://schemas.openxmlformats.org/officeDocument/2006/relationships/customXml" Target="../ink/ink1624.xml"/><Relationship Id="rId31" Type="http://schemas.openxmlformats.org/officeDocument/2006/relationships/image" Target="../media/image1631.png"/><Relationship Id="rId52" Type="http://schemas.openxmlformats.org/officeDocument/2006/relationships/customXml" Target="../ink/ink1645.xml"/><Relationship Id="rId73" Type="http://schemas.openxmlformats.org/officeDocument/2006/relationships/image" Target="../media/image1652.png"/><Relationship Id="rId94" Type="http://schemas.openxmlformats.org/officeDocument/2006/relationships/customXml" Target="../ink/ink1666.xml"/><Relationship Id="rId148" Type="http://schemas.openxmlformats.org/officeDocument/2006/relationships/customXml" Target="../ink/ink1693.xml"/><Relationship Id="rId169" Type="http://schemas.openxmlformats.org/officeDocument/2006/relationships/image" Target="../media/image1700.png"/><Relationship Id="rId334" Type="http://schemas.openxmlformats.org/officeDocument/2006/relationships/customXml" Target="../ink/ink1786.xml"/><Relationship Id="rId355" Type="http://schemas.openxmlformats.org/officeDocument/2006/relationships/image" Target="../media/image1793.png"/><Relationship Id="rId376" Type="http://schemas.openxmlformats.org/officeDocument/2006/relationships/customXml" Target="../ink/ink1807.xml"/><Relationship Id="rId397" Type="http://schemas.openxmlformats.org/officeDocument/2006/relationships/image" Target="../media/image1814.png"/><Relationship Id="rId4" Type="http://schemas.openxmlformats.org/officeDocument/2006/relationships/customXml" Target="../ink/ink1621.xml"/><Relationship Id="rId180" Type="http://schemas.openxmlformats.org/officeDocument/2006/relationships/customXml" Target="../ink/ink1709.xml"/><Relationship Id="rId215" Type="http://schemas.openxmlformats.org/officeDocument/2006/relationships/image" Target="../media/image1723.png"/><Relationship Id="rId236" Type="http://schemas.openxmlformats.org/officeDocument/2006/relationships/customXml" Target="../ink/ink1737.xml"/><Relationship Id="rId257" Type="http://schemas.openxmlformats.org/officeDocument/2006/relationships/image" Target="../media/image1744.png"/><Relationship Id="rId278" Type="http://schemas.openxmlformats.org/officeDocument/2006/relationships/customXml" Target="../ink/ink1758.xml"/><Relationship Id="rId401" Type="http://schemas.openxmlformats.org/officeDocument/2006/relationships/image" Target="../media/image1816.png"/><Relationship Id="rId422" Type="http://schemas.openxmlformats.org/officeDocument/2006/relationships/customXml" Target="../ink/ink1830.xml"/><Relationship Id="rId303" Type="http://schemas.openxmlformats.org/officeDocument/2006/relationships/image" Target="../media/image1767.png"/><Relationship Id="rId42" Type="http://schemas.openxmlformats.org/officeDocument/2006/relationships/customXml" Target="../ink/ink1640.xml"/><Relationship Id="rId84" Type="http://schemas.openxmlformats.org/officeDocument/2006/relationships/customXml" Target="../ink/ink1661.xml"/><Relationship Id="rId138" Type="http://schemas.openxmlformats.org/officeDocument/2006/relationships/customXml" Target="../ink/ink1688.xml"/><Relationship Id="rId345" Type="http://schemas.openxmlformats.org/officeDocument/2006/relationships/image" Target="../media/image1788.png"/><Relationship Id="rId387" Type="http://schemas.openxmlformats.org/officeDocument/2006/relationships/image" Target="../media/image1809.png"/><Relationship Id="rId191" Type="http://schemas.openxmlformats.org/officeDocument/2006/relationships/image" Target="../media/image1711.png"/><Relationship Id="rId205" Type="http://schemas.openxmlformats.org/officeDocument/2006/relationships/image" Target="../media/image1718.png"/><Relationship Id="rId247" Type="http://schemas.openxmlformats.org/officeDocument/2006/relationships/image" Target="../media/image1739.png"/><Relationship Id="rId412" Type="http://schemas.openxmlformats.org/officeDocument/2006/relationships/customXml" Target="../ink/ink1825.xml"/><Relationship Id="rId107" Type="http://schemas.openxmlformats.org/officeDocument/2006/relationships/image" Target="../media/image1669.png"/><Relationship Id="rId289" Type="http://schemas.openxmlformats.org/officeDocument/2006/relationships/image" Target="../media/image1760.png"/><Relationship Id="rId11" Type="http://schemas.openxmlformats.org/officeDocument/2006/relationships/image" Target="../media/image1621.png"/><Relationship Id="rId53" Type="http://schemas.openxmlformats.org/officeDocument/2006/relationships/image" Target="../media/image1642.png"/><Relationship Id="rId149" Type="http://schemas.openxmlformats.org/officeDocument/2006/relationships/image" Target="../media/image1690.png"/><Relationship Id="rId314" Type="http://schemas.openxmlformats.org/officeDocument/2006/relationships/customXml" Target="../ink/ink1776.xml"/><Relationship Id="rId356" Type="http://schemas.openxmlformats.org/officeDocument/2006/relationships/customXml" Target="../ink/ink1797.xml"/><Relationship Id="rId398" Type="http://schemas.openxmlformats.org/officeDocument/2006/relationships/customXml" Target="../ink/ink1818.xml"/><Relationship Id="rId95" Type="http://schemas.openxmlformats.org/officeDocument/2006/relationships/image" Target="../media/image1663.png"/><Relationship Id="rId160" Type="http://schemas.openxmlformats.org/officeDocument/2006/relationships/customXml" Target="../ink/ink1699.xml"/><Relationship Id="rId216" Type="http://schemas.openxmlformats.org/officeDocument/2006/relationships/customXml" Target="../ink/ink1727.xml"/><Relationship Id="rId423" Type="http://schemas.openxmlformats.org/officeDocument/2006/relationships/image" Target="../media/image1827.png"/><Relationship Id="rId258" Type="http://schemas.openxmlformats.org/officeDocument/2006/relationships/customXml" Target="../ink/ink1748.xml"/><Relationship Id="rId22" Type="http://schemas.openxmlformats.org/officeDocument/2006/relationships/customXml" Target="../ink/ink1630.xml"/><Relationship Id="rId64" Type="http://schemas.openxmlformats.org/officeDocument/2006/relationships/customXml" Target="../ink/ink1651.xml"/><Relationship Id="rId118" Type="http://schemas.openxmlformats.org/officeDocument/2006/relationships/customXml" Target="../ink/ink1678.xml"/><Relationship Id="rId325" Type="http://schemas.openxmlformats.org/officeDocument/2006/relationships/image" Target="../media/image1778.png"/><Relationship Id="rId367" Type="http://schemas.openxmlformats.org/officeDocument/2006/relationships/image" Target="../media/image1799.png"/><Relationship Id="rId171" Type="http://schemas.openxmlformats.org/officeDocument/2006/relationships/image" Target="../media/image1701.png"/><Relationship Id="rId227" Type="http://schemas.openxmlformats.org/officeDocument/2006/relationships/image" Target="../media/image1729.png"/><Relationship Id="rId269" Type="http://schemas.openxmlformats.org/officeDocument/2006/relationships/image" Target="../media/image1750.png"/><Relationship Id="rId33" Type="http://schemas.openxmlformats.org/officeDocument/2006/relationships/image" Target="../media/image1632.png"/><Relationship Id="rId129" Type="http://schemas.openxmlformats.org/officeDocument/2006/relationships/image" Target="../media/image1680.png"/><Relationship Id="rId280" Type="http://schemas.openxmlformats.org/officeDocument/2006/relationships/customXml" Target="../ink/ink1759.xml"/><Relationship Id="rId336" Type="http://schemas.openxmlformats.org/officeDocument/2006/relationships/customXml" Target="../ink/ink1787.xml"/><Relationship Id="rId75" Type="http://schemas.openxmlformats.org/officeDocument/2006/relationships/image" Target="../media/image1653.png"/><Relationship Id="rId140" Type="http://schemas.openxmlformats.org/officeDocument/2006/relationships/customXml" Target="../ink/ink1689.xml"/><Relationship Id="rId182" Type="http://schemas.openxmlformats.org/officeDocument/2006/relationships/customXml" Target="../ink/ink1710.xml"/><Relationship Id="rId378" Type="http://schemas.openxmlformats.org/officeDocument/2006/relationships/customXml" Target="../ink/ink1808.xml"/><Relationship Id="rId403" Type="http://schemas.openxmlformats.org/officeDocument/2006/relationships/image" Target="../media/image1817.png"/><Relationship Id="rId6" Type="http://schemas.openxmlformats.org/officeDocument/2006/relationships/customXml" Target="../ink/ink1622.xml"/><Relationship Id="rId238" Type="http://schemas.openxmlformats.org/officeDocument/2006/relationships/customXml" Target="../ink/ink1738.xml"/><Relationship Id="rId291" Type="http://schemas.openxmlformats.org/officeDocument/2006/relationships/image" Target="../media/image1761.png"/><Relationship Id="rId305" Type="http://schemas.openxmlformats.org/officeDocument/2006/relationships/image" Target="../media/image1768.png"/><Relationship Id="rId347" Type="http://schemas.openxmlformats.org/officeDocument/2006/relationships/image" Target="../media/image1789.png"/><Relationship Id="rId44" Type="http://schemas.openxmlformats.org/officeDocument/2006/relationships/customXml" Target="../ink/ink1641.xml"/><Relationship Id="rId86" Type="http://schemas.openxmlformats.org/officeDocument/2006/relationships/customXml" Target="../ink/ink1662.xml"/><Relationship Id="rId151" Type="http://schemas.openxmlformats.org/officeDocument/2006/relationships/image" Target="../media/image1691.png"/><Relationship Id="rId389" Type="http://schemas.openxmlformats.org/officeDocument/2006/relationships/image" Target="../media/image1810.png"/><Relationship Id="rId193" Type="http://schemas.openxmlformats.org/officeDocument/2006/relationships/image" Target="../media/image1712.png"/><Relationship Id="rId207" Type="http://schemas.openxmlformats.org/officeDocument/2006/relationships/image" Target="../media/image1719.png"/><Relationship Id="rId249" Type="http://schemas.openxmlformats.org/officeDocument/2006/relationships/image" Target="../media/image1740.png"/><Relationship Id="rId414" Type="http://schemas.openxmlformats.org/officeDocument/2006/relationships/customXml" Target="../ink/ink1826.xml"/><Relationship Id="rId13" Type="http://schemas.openxmlformats.org/officeDocument/2006/relationships/image" Target="../media/image1622.png"/><Relationship Id="rId109" Type="http://schemas.openxmlformats.org/officeDocument/2006/relationships/image" Target="../media/image1670.png"/><Relationship Id="rId260" Type="http://schemas.openxmlformats.org/officeDocument/2006/relationships/customXml" Target="../ink/ink1749.xml"/><Relationship Id="rId316" Type="http://schemas.openxmlformats.org/officeDocument/2006/relationships/customXml" Target="../ink/ink1777.xml"/><Relationship Id="rId55" Type="http://schemas.openxmlformats.org/officeDocument/2006/relationships/image" Target="../media/image1643.png"/><Relationship Id="rId97" Type="http://schemas.openxmlformats.org/officeDocument/2006/relationships/image" Target="../media/image1664.png"/><Relationship Id="rId120" Type="http://schemas.openxmlformats.org/officeDocument/2006/relationships/customXml" Target="../ink/ink1679.xml"/><Relationship Id="rId358" Type="http://schemas.openxmlformats.org/officeDocument/2006/relationships/customXml" Target="../ink/ink1798.xml"/><Relationship Id="rId162" Type="http://schemas.openxmlformats.org/officeDocument/2006/relationships/customXml" Target="../ink/ink1700.xml"/><Relationship Id="rId218" Type="http://schemas.openxmlformats.org/officeDocument/2006/relationships/customXml" Target="../ink/ink1728.xml"/><Relationship Id="rId425" Type="http://schemas.openxmlformats.org/officeDocument/2006/relationships/image" Target="../media/image1828.png"/><Relationship Id="rId271" Type="http://schemas.openxmlformats.org/officeDocument/2006/relationships/image" Target="../media/image1751.png"/><Relationship Id="rId24" Type="http://schemas.openxmlformats.org/officeDocument/2006/relationships/customXml" Target="../ink/ink1631.xml"/><Relationship Id="rId66" Type="http://schemas.openxmlformats.org/officeDocument/2006/relationships/customXml" Target="../ink/ink1652.xml"/><Relationship Id="rId131" Type="http://schemas.openxmlformats.org/officeDocument/2006/relationships/image" Target="../media/image1681.png"/><Relationship Id="rId327" Type="http://schemas.openxmlformats.org/officeDocument/2006/relationships/image" Target="../media/image1779.png"/><Relationship Id="rId369" Type="http://schemas.openxmlformats.org/officeDocument/2006/relationships/image" Target="../media/image1800.png"/><Relationship Id="rId173" Type="http://schemas.openxmlformats.org/officeDocument/2006/relationships/image" Target="../media/image1702.png"/><Relationship Id="rId229" Type="http://schemas.openxmlformats.org/officeDocument/2006/relationships/image" Target="../media/image1730.png"/><Relationship Id="rId380" Type="http://schemas.openxmlformats.org/officeDocument/2006/relationships/customXml" Target="../ink/ink1809.xml"/><Relationship Id="rId240" Type="http://schemas.openxmlformats.org/officeDocument/2006/relationships/customXml" Target="../ink/ink1739.xml"/><Relationship Id="rId35" Type="http://schemas.openxmlformats.org/officeDocument/2006/relationships/image" Target="../media/image1633.png"/><Relationship Id="rId77" Type="http://schemas.openxmlformats.org/officeDocument/2006/relationships/image" Target="../media/image1654.png"/><Relationship Id="rId100" Type="http://schemas.openxmlformats.org/officeDocument/2006/relationships/customXml" Target="../ink/ink1669.xml"/><Relationship Id="rId282" Type="http://schemas.openxmlformats.org/officeDocument/2006/relationships/customXml" Target="../ink/ink1760.xml"/><Relationship Id="rId338" Type="http://schemas.openxmlformats.org/officeDocument/2006/relationships/customXml" Target="../ink/ink1788.xml"/><Relationship Id="rId8" Type="http://schemas.openxmlformats.org/officeDocument/2006/relationships/customXml" Target="../ink/ink1623.xml"/><Relationship Id="rId142" Type="http://schemas.openxmlformats.org/officeDocument/2006/relationships/customXml" Target="../ink/ink1690.xml"/><Relationship Id="rId184" Type="http://schemas.openxmlformats.org/officeDocument/2006/relationships/customXml" Target="../ink/ink1711.xml"/><Relationship Id="rId391" Type="http://schemas.openxmlformats.org/officeDocument/2006/relationships/image" Target="../media/image1811.png"/><Relationship Id="rId405" Type="http://schemas.openxmlformats.org/officeDocument/2006/relationships/image" Target="../media/image1818.png"/><Relationship Id="rId251" Type="http://schemas.openxmlformats.org/officeDocument/2006/relationships/image" Target="../media/image1741.png"/><Relationship Id="rId46" Type="http://schemas.openxmlformats.org/officeDocument/2006/relationships/customXml" Target="../ink/ink1642.xml"/><Relationship Id="rId293" Type="http://schemas.openxmlformats.org/officeDocument/2006/relationships/image" Target="../media/image1762.png"/><Relationship Id="rId307" Type="http://schemas.openxmlformats.org/officeDocument/2006/relationships/image" Target="../media/image1769.png"/><Relationship Id="rId349" Type="http://schemas.openxmlformats.org/officeDocument/2006/relationships/image" Target="../media/image1790.png"/><Relationship Id="rId88" Type="http://schemas.openxmlformats.org/officeDocument/2006/relationships/customXml" Target="../ink/ink1663.xml"/><Relationship Id="rId111" Type="http://schemas.openxmlformats.org/officeDocument/2006/relationships/image" Target="../media/image1671.png"/><Relationship Id="rId153" Type="http://schemas.openxmlformats.org/officeDocument/2006/relationships/image" Target="../media/image1692.png"/><Relationship Id="rId195" Type="http://schemas.openxmlformats.org/officeDocument/2006/relationships/image" Target="../media/image1713.png"/><Relationship Id="rId209" Type="http://schemas.openxmlformats.org/officeDocument/2006/relationships/image" Target="../media/image1720.png"/><Relationship Id="rId360" Type="http://schemas.openxmlformats.org/officeDocument/2006/relationships/customXml" Target="../ink/ink1799.xml"/><Relationship Id="rId416" Type="http://schemas.openxmlformats.org/officeDocument/2006/relationships/customXml" Target="../ink/ink1827.xml"/><Relationship Id="rId220" Type="http://schemas.openxmlformats.org/officeDocument/2006/relationships/customXml" Target="../ink/ink1729.xml"/><Relationship Id="rId15" Type="http://schemas.openxmlformats.org/officeDocument/2006/relationships/image" Target="../media/image1623.png"/><Relationship Id="rId57" Type="http://schemas.openxmlformats.org/officeDocument/2006/relationships/image" Target="../media/image1644.png"/><Relationship Id="rId262" Type="http://schemas.openxmlformats.org/officeDocument/2006/relationships/customXml" Target="../ink/ink1750.xml"/><Relationship Id="rId318" Type="http://schemas.openxmlformats.org/officeDocument/2006/relationships/customXml" Target="../ink/ink1778.xml"/><Relationship Id="rId99" Type="http://schemas.openxmlformats.org/officeDocument/2006/relationships/image" Target="../media/image1665.png"/><Relationship Id="rId122" Type="http://schemas.openxmlformats.org/officeDocument/2006/relationships/customXml" Target="../ink/ink1680.xml"/><Relationship Id="rId164" Type="http://schemas.openxmlformats.org/officeDocument/2006/relationships/customXml" Target="../ink/ink1701.xml"/><Relationship Id="rId371" Type="http://schemas.openxmlformats.org/officeDocument/2006/relationships/image" Target="../media/image1801.png"/><Relationship Id="rId427" Type="http://schemas.openxmlformats.org/officeDocument/2006/relationships/image" Target="../media/image1829.png"/><Relationship Id="rId26" Type="http://schemas.openxmlformats.org/officeDocument/2006/relationships/customXml" Target="../ink/ink1632.xml"/><Relationship Id="rId231" Type="http://schemas.openxmlformats.org/officeDocument/2006/relationships/image" Target="../media/image1731.png"/><Relationship Id="rId273" Type="http://schemas.openxmlformats.org/officeDocument/2006/relationships/image" Target="../media/image1752.png"/><Relationship Id="rId329" Type="http://schemas.openxmlformats.org/officeDocument/2006/relationships/image" Target="../media/image1780.png"/><Relationship Id="rId68" Type="http://schemas.openxmlformats.org/officeDocument/2006/relationships/customXml" Target="../ink/ink1653.xml"/><Relationship Id="rId133" Type="http://schemas.openxmlformats.org/officeDocument/2006/relationships/image" Target="../media/image1682.png"/><Relationship Id="rId175" Type="http://schemas.openxmlformats.org/officeDocument/2006/relationships/image" Target="../media/image1703.png"/><Relationship Id="rId340" Type="http://schemas.openxmlformats.org/officeDocument/2006/relationships/customXml" Target="../ink/ink1789.xml"/><Relationship Id="rId200" Type="http://schemas.openxmlformats.org/officeDocument/2006/relationships/customXml" Target="../ink/ink1719.xml"/><Relationship Id="rId382" Type="http://schemas.openxmlformats.org/officeDocument/2006/relationships/customXml" Target="../ink/ink1810.xml"/><Relationship Id="rId242" Type="http://schemas.openxmlformats.org/officeDocument/2006/relationships/customXml" Target="../ink/ink1740.xml"/><Relationship Id="rId284" Type="http://schemas.openxmlformats.org/officeDocument/2006/relationships/customXml" Target="../ink/ink1761.xml"/><Relationship Id="rId37" Type="http://schemas.openxmlformats.org/officeDocument/2006/relationships/image" Target="../media/image1634.png"/><Relationship Id="rId79" Type="http://schemas.openxmlformats.org/officeDocument/2006/relationships/image" Target="../media/image1655.png"/><Relationship Id="rId102" Type="http://schemas.openxmlformats.org/officeDocument/2006/relationships/customXml" Target="../ink/ink1670.xml"/><Relationship Id="rId144" Type="http://schemas.openxmlformats.org/officeDocument/2006/relationships/customXml" Target="../ink/ink1691.xml"/><Relationship Id="rId90" Type="http://schemas.openxmlformats.org/officeDocument/2006/relationships/customXml" Target="../ink/ink1664.xml"/><Relationship Id="rId186" Type="http://schemas.openxmlformats.org/officeDocument/2006/relationships/customXml" Target="../ink/ink1712.xml"/><Relationship Id="rId351" Type="http://schemas.openxmlformats.org/officeDocument/2006/relationships/image" Target="../media/image1791.png"/><Relationship Id="rId393" Type="http://schemas.openxmlformats.org/officeDocument/2006/relationships/image" Target="../media/image1812.png"/><Relationship Id="rId407" Type="http://schemas.openxmlformats.org/officeDocument/2006/relationships/image" Target="../media/image1819.png"/><Relationship Id="rId211" Type="http://schemas.openxmlformats.org/officeDocument/2006/relationships/image" Target="../media/image1721.png"/><Relationship Id="rId253" Type="http://schemas.openxmlformats.org/officeDocument/2006/relationships/image" Target="../media/image1742.png"/><Relationship Id="rId295" Type="http://schemas.openxmlformats.org/officeDocument/2006/relationships/image" Target="../media/image1763.png"/><Relationship Id="rId309" Type="http://schemas.openxmlformats.org/officeDocument/2006/relationships/image" Target="../media/image1770.png"/><Relationship Id="rId48" Type="http://schemas.openxmlformats.org/officeDocument/2006/relationships/customXml" Target="../ink/ink1643.xml"/><Relationship Id="rId113" Type="http://schemas.openxmlformats.org/officeDocument/2006/relationships/image" Target="../media/image1672.png"/><Relationship Id="rId320" Type="http://schemas.openxmlformats.org/officeDocument/2006/relationships/customXml" Target="../ink/ink1779.xml"/><Relationship Id="rId155" Type="http://schemas.openxmlformats.org/officeDocument/2006/relationships/image" Target="../media/image1693.png"/><Relationship Id="rId197" Type="http://schemas.openxmlformats.org/officeDocument/2006/relationships/image" Target="../media/image1714.png"/><Relationship Id="rId362" Type="http://schemas.openxmlformats.org/officeDocument/2006/relationships/customXml" Target="../ink/ink1800.xml"/><Relationship Id="rId418" Type="http://schemas.openxmlformats.org/officeDocument/2006/relationships/customXml" Target="../ink/ink1828.xml"/><Relationship Id="rId222" Type="http://schemas.openxmlformats.org/officeDocument/2006/relationships/customXml" Target="../ink/ink1730.xml"/><Relationship Id="rId264" Type="http://schemas.openxmlformats.org/officeDocument/2006/relationships/customXml" Target="../ink/ink1751.xml"/><Relationship Id="rId17" Type="http://schemas.openxmlformats.org/officeDocument/2006/relationships/image" Target="../media/image1624.png"/><Relationship Id="rId59" Type="http://schemas.openxmlformats.org/officeDocument/2006/relationships/image" Target="../media/image1645.png"/><Relationship Id="rId124" Type="http://schemas.openxmlformats.org/officeDocument/2006/relationships/customXml" Target="../ink/ink168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6220B3C9-C91F-2018-641E-2BD00F74A4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783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D002A-292E-2476-17CC-83E47C4F4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825" y="2950387"/>
            <a:ext cx="3077044" cy="3531403"/>
          </a:xfrm>
        </p:spPr>
        <p:txBody>
          <a:bodyPr anchor="t">
            <a:norm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ME300 Su23</a:t>
            </a: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Exam 2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89F87-D364-419F-406C-16EF98BB0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Tuesday, July 18</a:t>
            </a:r>
          </a:p>
        </p:txBody>
      </p:sp>
    </p:spTree>
    <p:extLst>
      <p:ext uri="{BB962C8B-B14F-4D97-AF65-F5344CB8AC3E}">
        <p14:creationId xmlns:p14="http://schemas.microsoft.com/office/powerpoint/2010/main" val="373958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100F82-E31F-7A3F-9E03-F974855C84F2}"/>
                  </a:ext>
                </a:extLst>
              </p14:cNvPr>
              <p14:cNvContentPartPr/>
              <p14:nvPr/>
            </p14:nvContentPartPr>
            <p14:xfrm>
              <a:off x="397440" y="181440"/>
              <a:ext cx="11798280" cy="6706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100F82-E31F-7A3F-9E03-F974855C84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8080" y="172080"/>
                <a:ext cx="11817000" cy="67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D5ED87-94BE-84DB-1A8D-BEAA872D2F34}"/>
                  </a:ext>
                </a:extLst>
              </p14:cNvPr>
              <p14:cNvContentPartPr/>
              <p14:nvPr/>
            </p14:nvContentPartPr>
            <p14:xfrm>
              <a:off x="10395175" y="6686695"/>
              <a:ext cx="730080" cy="39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D5ED87-94BE-84DB-1A8D-BEAA872D2F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86175" y="6677695"/>
                <a:ext cx="747720" cy="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911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6B555D-F404-CDA0-E00A-AC49E88BABD2}"/>
                  </a:ext>
                </a:extLst>
              </p14:cNvPr>
              <p14:cNvContentPartPr/>
              <p14:nvPr/>
            </p14:nvContentPartPr>
            <p14:xfrm>
              <a:off x="0" y="112320"/>
              <a:ext cx="10041480" cy="563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6B555D-F404-CDA0-E00A-AC49E88BAB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102960"/>
                <a:ext cx="10060200" cy="565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252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9AF418-6D98-42FD-558A-33C270622423}"/>
                  </a:ext>
                </a:extLst>
              </p14:cNvPr>
              <p14:cNvContentPartPr/>
              <p14:nvPr/>
            </p14:nvContentPartPr>
            <p14:xfrm>
              <a:off x="200880" y="102600"/>
              <a:ext cx="11619360" cy="590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9AF418-6D98-42FD-558A-33C2706224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520" y="93240"/>
                <a:ext cx="11638080" cy="59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7989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E376DD-8C28-1E86-CA25-6906C5FDA9C3}"/>
                  </a:ext>
                </a:extLst>
              </p14:cNvPr>
              <p14:cNvContentPartPr/>
              <p14:nvPr/>
            </p14:nvContentPartPr>
            <p14:xfrm>
              <a:off x="216000" y="79920"/>
              <a:ext cx="11590200" cy="649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E376DD-8C28-1E86-CA25-6906C5FDA9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640" y="70560"/>
                <a:ext cx="11608920" cy="65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B08CEC35-C363-19C1-9B06-B904F11C74EE}"/>
              </a:ext>
            </a:extLst>
          </p:cNvPr>
          <p:cNvGrpSpPr/>
          <p:nvPr/>
        </p:nvGrpSpPr>
        <p:grpSpPr>
          <a:xfrm>
            <a:off x="8438651" y="3527695"/>
            <a:ext cx="908640" cy="216360"/>
            <a:chOff x="8438651" y="3527695"/>
            <a:chExt cx="90864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F9C49A-E1E7-98C9-CB2D-53FCA1962815}"/>
                    </a:ext>
                  </a:extLst>
                </p14:cNvPr>
                <p14:cNvContentPartPr/>
                <p14:nvPr/>
              </p14:nvContentPartPr>
              <p14:xfrm>
                <a:off x="8438651" y="3596455"/>
                <a:ext cx="7200" cy="129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F9C49A-E1E7-98C9-CB2D-53FCA19628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30011" y="3587815"/>
                  <a:ext cx="24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9688F5-0B23-2DDE-A660-5743DFA50834}"/>
                    </a:ext>
                  </a:extLst>
                </p14:cNvPr>
                <p14:cNvContentPartPr/>
                <p14:nvPr/>
              </p14:nvContentPartPr>
              <p14:xfrm>
                <a:off x="8525771" y="3590335"/>
                <a:ext cx="175320" cy="153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29688F5-0B23-2DDE-A660-5743DFA508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16771" y="3581335"/>
                  <a:ext cx="192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E1900E0-1A06-E742-D76E-7B5B76C83958}"/>
                    </a:ext>
                  </a:extLst>
                </p14:cNvPr>
                <p14:cNvContentPartPr/>
                <p14:nvPr/>
              </p14:nvContentPartPr>
              <p14:xfrm>
                <a:off x="8757251" y="3573775"/>
                <a:ext cx="28440" cy="132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E1900E0-1A06-E742-D76E-7B5B76C839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48611" y="3565135"/>
                  <a:ext cx="46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1422E8-B59F-89A6-EF46-04938B9F0B3D}"/>
                    </a:ext>
                  </a:extLst>
                </p14:cNvPr>
                <p14:cNvContentPartPr/>
                <p14:nvPr/>
              </p14:nvContentPartPr>
              <p14:xfrm>
                <a:off x="8853011" y="3560455"/>
                <a:ext cx="126720" cy="145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1422E8-B59F-89A6-EF46-04938B9F0B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44371" y="3551455"/>
                  <a:ext cx="144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AA3C8A6-0B49-6C7C-7386-BC6950EA87F8}"/>
                    </a:ext>
                  </a:extLst>
                </p14:cNvPr>
                <p14:cNvContentPartPr/>
                <p14:nvPr/>
              </p14:nvContentPartPr>
              <p14:xfrm>
                <a:off x="9106091" y="3649735"/>
                <a:ext cx="22320" cy="26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AA3C8A6-0B49-6C7C-7386-BC6950EA87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97091" y="3640735"/>
                  <a:ext cx="39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3D56A7-4E0C-EC9E-67E3-85C18FCA53E2}"/>
                    </a:ext>
                  </a:extLst>
                </p14:cNvPr>
                <p14:cNvContentPartPr/>
                <p14:nvPr/>
              </p14:nvContentPartPr>
              <p14:xfrm>
                <a:off x="9183491" y="3527695"/>
                <a:ext cx="163800" cy="207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3D56A7-4E0C-EC9E-67E3-85C18FCA53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74851" y="3519055"/>
                  <a:ext cx="18144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B81D063-CA4F-EF9C-9F11-C8569F527CAA}"/>
              </a:ext>
            </a:extLst>
          </p:cNvPr>
          <p:cNvGrpSpPr/>
          <p:nvPr/>
        </p:nvGrpSpPr>
        <p:grpSpPr>
          <a:xfrm>
            <a:off x="9515411" y="3400975"/>
            <a:ext cx="740880" cy="382680"/>
            <a:chOff x="9515411" y="3400975"/>
            <a:chExt cx="74088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EF7292-5794-2D9A-90AB-5EB94DEADBB9}"/>
                    </a:ext>
                  </a:extLst>
                </p14:cNvPr>
                <p14:cNvContentPartPr/>
                <p14:nvPr/>
              </p14:nvContentPartPr>
              <p14:xfrm>
                <a:off x="9515411" y="3402415"/>
                <a:ext cx="68760" cy="144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EF7292-5794-2D9A-90AB-5EB94DEADBB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06771" y="3393415"/>
                  <a:ext cx="86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4C317A6-85AD-B4F7-50CA-875E3B7616DD}"/>
                    </a:ext>
                  </a:extLst>
                </p14:cNvPr>
                <p14:cNvContentPartPr/>
                <p14:nvPr/>
              </p14:nvContentPartPr>
              <p14:xfrm>
                <a:off x="9561851" y="3429055"/>
                <a:ext cx="141120" cy="108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4C317A6-85AD-B4F7-50CA-875E3B7616D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52851" y="3420415"/>
                  <a:ext cx="158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7E94863-0E48-928D-4FF5-B329A890D796}"/>
                    </a:ext>
                  </a:extLst>
                </p14:cNvPr>
                <p14:cNvContentPartPr/>
                <p14:nvPr/>
              </p14:nvContentPartPr>
              <p14:xfrm>
                <a:off x="9705851" y="3400975"/>
                <a:ext cx="227520" cy="241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7E94863-0E48-928D-4FF5-B329A890D7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6851" y="3392335"/>
                  <a:ext cx="245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F2286F-43F0-39C1-81C9-83E243DF412A}"/>
                    </a:ext>
                  </a:extLst>
                </p14:cNvPr>
                <p14:cNvContentPartPr/>
                <p14:nvPr/>
              </p14:nvContentPartPr>
              <p14:xfrm>
                <a:off x="9922211" y="3516535"/>
                <a:ext cx="20160" cy="126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F2286F-43F0-39C1-81C9-83E243DF41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13571" y="3507895"/>
                  <a:ext cx="37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ACC2C9-F61C-3E52-55F3-5872D89CF8B8}"/>
                    </a:ext>
                  </a:extLst>
                </p14:cNvPr>
                <p14:cNvContentPartPr/>
                <p14:nvPr/>
              </p14:nvContentPartPr>
              <p14:xfrm>
                <a:off x="9908171" y="3549295"/>
                <a:ext cx="348120" cy="234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ACC2C9-F61C-3E52-55F3-5872D89CF8B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99531" y="3540295"/>
                  <a:ext cx="36576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3C530B-C63F-46EA-5063-8F6EC9481326}"/>
              </a:ext>
            </a:extLst>
          </p:cNvPr>
          <p:cNvGrpSpPr/>
          <p:nvPr/>
        </p:nvGrpSpPr>
        <p:grpSpPr>
          <a:xfrm>
            <a:off x="5307371" y="4229335"/>
            <a:ext cx="407880" cy="103320"/>
            <a:chOff x="5307371" y="4229335"/>
            <a:chExt cx="40788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B4851E-6324-AA23-C1A0-7A415E84E8C0}"/>
                    </a:ext>
                  </a:extLst>
                </p14:cNvPr>
                <p14:cNvContentPartPr/>
                <p14:nvPr/>
              </p14:nvContentPartPr>
              <p14:xfrm>
                <a:off x="5307371" y="4274335"/>
                <a:ext cx="311400" cy="20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B4851E-6324-AA23-C1A0-7A415E84E8C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98731" y="4265335"/>
                  <a:ext cx="329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F14BA0-68DF-BB37-0352-7AA6D83FB5C5}"/>
                    </a:ext>
                  </a:extLst>
                </p14:cNvPr>
                <p14:cNvContentPartPr/>
                <p14:nvPr/>
              </p14:nvContentPartPr>
              <p14:xfrm>
                <a:off x="5616611" y="4229335"/>
                <a:ext cx="98640" cy="103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F14BA0-68DF-BB37-0352-7AA6D83FB5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07611" y="4220335"/>
                  <a:ext cx="1162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5146DF-9DFA-76BC-A7F2-C43C938667E1}"/>
              </a:ext>
            </a:extLst>
          </p:cNvPr>
          <p:cNvGrpSpPr/>
          <p:nvPr/>
        </p:nvGrpSpPr>
        <p:grpSpPr>
          <a:xfrm>
            <a:off x="5920811" y="4255975"/>
            <a:ext cx="622440" cy="303840"/>
            <a:chOff x="5920811" y="4255975"/>
            <a:chExt cx="62244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DAD31A3-D55F-770F-0F6F-02BAFF0F353A}"/>
                    </a:ext>
                  </a:extLst>
                </p14:cNvPr>
                <p14:cNvContentPartPr/>
                <p14:nvPr/>
              </p14:nvContentPartPr>
              <p14:xfrm>
                <a:off x="5920811" y="4255975"/>
                <a:ext cx="128520" cy="22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DAD31A3-D55F-770F-0F6F-02BAFF0F353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12171" y="4247335"/>
                  <a:ext cx="146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77AF6E-F179-BFC7-7F27-078FB995F280}"/>
                    </a:ext>
                  </a:extLst>
                </p14:cNvPr>
                <p14:cNvContentPartPr/>
                <p14:nvPr/>
              </p14:nvContentPartPr>
              <p14:xfrm>
                <a:off x="6100091" y="4425535"/>
                <a:ext cx="174240" cy="134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77AF6E-F179-BFC7-7F27-078FB995F28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91091" y="4416535"/>
                  <a:ext cx="191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E6BAEB-F571-4337-7B65-056289522D0A}"/>
                    </a:ext>
                  </a:extLst>
                </p14:cNvPr>
                <p14:cNvContentPartPr/>
                <p14:nvPr/>
              </p14:nvContentPartPr>
              <p14:xfrm>
                <a:off x="6416171" y="4312135"/>
                <a:ext cx="127080" cy="79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E6BAEB-F571-4337-7B65-056289522D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07531" y="4303495"/>
                  <a:ext cx="144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2D7D6F-8238-E355-AFCC-F98AD73E787E}"/>
              </a:ext>
            </a:extLst>
          </p:cNvPr>
          <p:cNvGrpSpPr/>
          <p:nvPr/>
        </p:nvGrpSpPr>
        <p:grpSpPr>
          <a:xfrm>
            <a:off x="6753131" y="4071655"/>
            <a:ext cx="1111320" cy="441000"/>
            <a:chOff x="6753131" y="4071655"/>
            <a:chExt cx="1111320" cy="4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50B5447-0648-75AF-A7E1-239281BD54BC}"/>
                    </a:ext>
                  </a:extLst>
                </p14:cNvPr>
                <p14:cNvContentPartPr/>
                <p14:nvPr/>
              </p14:nvContentPartPr>
              <p14:xfrm>
                <a:off x="6753131" y="4266775"/>
                <a:ext cx="185400" cy="19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50B5447-0648-75AF-A7E1-239281BD54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44131" y="4257775"/>
                  <a:ext cx="203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997268-B64A-3F1F-5E87-0FCABDF9EE30}"/>
                    </a:ext>
                  </a:extLst>
                </p14:cNvPr>
                <p14:cNvContentPartPr/>
                <p14:nvPr/>
              </p14:nvContentPartPr>
              <p14:xfrm>
                <a:off x="7033931" y="4257775"/>
                <a:ext cx="256680" cy="205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997268-B64A-3F1F-5E87-0FCABDF9EE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25291" y="4249135"/>
                  <a:ext cx="274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069DBD-6D67-8954-3B11-A4DD429B9E40}"/>
                    </a:ext>
                  </a:extLst>
                </p14:cNvPr>
                <p14:cNvContentPartPr/>
                <p14:nvPr/>
              </p14:nvContentPartPr>
              <p14:xfrm>
                <a:off x="7221851" y="4291615"/>
                <a:ext cx="163800" cy="32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069DBD-6D67-8954-3B11-A4DD429B9E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12851" y="4282975"/>
                  <a:ext cx="181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71F769-DCB7-05C4-3489-39A2295E7EDA}"/>
                    </a:ext>
                  </a:extLst>
                </p14:cNvPr>
                <p14:cNvContentPartPr/>
                <p14:nvPr/>
              </p14:nvContentPartPr>
              <p14:xfrm>
                <a:off x="7592651" y="4177495"/>
                <a:ext cx="245160" cy="199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71F769-DCB7-05C4-3489-39A2295E7E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83651" y="4168495"/>
                  <a:ext cx="2628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DCDF01-A8EA-AA7C-81BC-F55DE49FBA14}"/>
                    </a:ext>
                  </a:extLst>
                </p14:cNvPr>
                <p14:cNvContentPartPr/>
                <p14:nvPr/>
              </p14:nvContentPartPr>
              <p14:xfrm>
                <a:off x="7708931" y="4261375"/>
                <a:ext cx="36360" cy="82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DCDF01-A8EA-AA7C-81BC-F55DE49FBA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00291" y="4252375"/>
                  <a:ext cx="54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1016C8-F979-4084-8221-3173DF973C73}"/>
                    </a:ext>
                  </a:extLst>
                </p14:cNvPr>
                <p14:cNvContentPartPr/>
                <p14:nvPr/>
              </p14:nvContentPartPr>
              <p14:xfrm>
                <a:off x="7727291" y="4071655"/>
                <a:ext cx="57960" cy="4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91016C8-F979-4084-8221-3173DF973C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18651" y="4063015"/>
                  <a:ext cx="75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7E05FE4-E50F-6027-7E14-4482451C78AD}"/>
                    </a:ext>
                  </a:extLst>
                </p14:cNvPr>
                <p14:cNvContentPartPr/>
                <p14:nvPr/>
              </p14:nvContentPartPr>
              <p14:xfrm>
                <a:off x="7535051" y="4489255"/>
                <a:ext cx="329400" cy="23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7E05FE4-E50F-6027-7E14-4482451C78A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26411" y="4480255"/>
                  <a:ext cx="3470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BA32ED-EF6C-5BAB-B8EB-F394E3CF278E}"/>
              </a:ext>
            </a:extLst>
          </p:cNvPr>
          <p:cNvGrpSpPr/>
          <p:nvPr/>
        </p:nvGrpSpPr>
        <p:grpSpPr>
          <a:xfrm>
            <a:off x="7410131" y="4617055"/>
            <a:ext cx="265680" cy="219960"/>
            <a:chOff x="7410131" y="4617055"/>
            <a:chExt cx="26568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1A4EC3-33BF-68E9-BDAF-18EA28A81191}"/>
                    </a:ext>
                  </a:extLst>
                </p14:cNvPr>
                <p14:cNvContentPartPr/>
                <p14:nvPr/>
              </p14:nvContentPartPr>
              <p14:xfrm>
                <a:off x="7410131" y="4713535"/>
                <a:ext cx="265680" cy="123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1A4EC3-33BF-68E9-BDAF-18EA28A811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01131" y="4704895"/>
                  <a:ext cx="283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E1E76E3-E4EC-0665-BDAE-0574706C6FE8}"/>
                    </a:ext>
                  </a:extLst>
                </p14:cNvPr>
                <p14:cNvContentPartPr/>
                <p14:nvPr/>
              </p14:nvContentPartPr>
              <p14:xfrm>
                <a:off x="7565291" y="4617055"/>
                <a:ext cx="37080" cy="53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E1E76E3-E4EC-0665-BDAE-0574706C6FE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56291" y="4608415"/>
                  <a:ext cx="5472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E35950-CD13-E8D4-5270-604D024240C3}"/>
              </a:ext>
            </a:extLst>
          </p:cNvPr>
          <p:cNvGrpSpPr/>
          <p:nvPr/>
        </p:nvGrpSpPr>
        <p:grpSpPr>
          <a:xfrm>
            <a:off x="10432331" y="3399175"/>
            <a:ext cx="1435320" cy="266040"/>
            <a:chOff x="10432331" y="3399175"/>
            <a:chExt cx="143532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9242B7-10EC-251E-475C-27E26F7AEB9B}"/>
                    </a:ext>
                  </a:extLst>
                </p14:cNvPr>
                <p14:cNvContentPartPr/>
                <p14:nvPr/>
              </p14:nvContentPartPr>
              <p14:xfrm>
                <a:off x="10609091" y="3451375"/>
                <a:ext cx="15840" cy="187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9242B7-10EC-251E-475C-27E26F7AEB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00091" y="3442735"/>
                  <a:ext cx="33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81816B8-65B7-95C5-BEF9-0F3F47672327}"/>
                    </a:ext>
                  </a:extLst>
                </p14:cNvPr>
                <p14:cNvContentPartPr/>
                <p14:nvPr/>
              </p14:nvContentPartPr>
              <p14:xfrm>
                <a:off x="10432331" y="3399175"/>
                <a:ext cx="341640" cy="62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81816B8-65B7-95C5-BEF9-0F3F476723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23691" y="3390175"/>
                  <a:ext cx="3592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53E7BC0-7278-73AC-2C1A-61F3C373B93D}"/>
                    </a:ext>
                  </a:extLst>
                </p14:cNvPr>
                <p14:cNvContentPartPr/>
                <p14:nvPr/>
              </p14:nvContentPartPr>
              <p14:xfrm>
                <a:off x="10688651" y="3524455"/>
                <a:ext cx="164520" cy="114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53E7BC0-7278-73AC-2C1A-61F3C373B93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79651" y="3515455"/>
                  <a:ext cx="182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EE97FE-3CBF-C88F-D194-9CBBE31E615C}"/>
                    </a:ext>
                  </a:extLst>
                </p14:cNvPr>
                <p14:cNvContentPartPr/>
                <p14:nvPr/>
              </p14:nvContentPartPr>
              <p14:xfrm>
                <a:off x="10851731" y="3440215"/>
                <a:ext cx="176400" cy="22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EE97FE-3CBF-C88F-D194-9CBBE31E61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42731" y="3431215"/>
                  <a:ext cx="194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1436E1D-9D6F-F8AF-01FB-942578DAD976}"/>
                    </a:ext>
                  </a:extLst>
                </p14:cNvPr>
                <p14:cNvContentPartPr/>
                <p14:nvPr/>
              </p14:nvContentPartPr>
              <p14:xfrm>
                <a:off x="11076371" y="3458215"/>
                <a:ext cx="192960" cy="167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1436E1D-9D6F-F8AF-01FB-942578DAD97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67371" y="3449575"/>
                  <a:ext cx="210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02DC96C-348E-39DE-819F-EA558C42FA32}"/>
                    </a:ext>
                  </a:extLst>
                </p14:cNvPr>
                <p14:cNvContentPartPr/>
                <p14:nvPr/>
              </p14:nvContentPartPr>
              <p14:xfrm>
                <a:off x="11402171" y="3421495"/>
                <a:ext cx="39960" cy="188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02DC96C-348E-39DE-819F-EA558C42FA3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93171" y="3412855"/>
                  <a:ext cx="57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B316D1-4E0B-1D23-8D40-4BCD04FAF40C}"/>
                    </a:ext>
                  </a:extLst>
                </p14:cNvPr>
                <p14:cNvContentPartPr/>
                <p14:nvPr/>
              </p14:nvContentPartPr>
              <p14:xfrm>
                <a:off x="11331611" y="3412855"/>
                <a:ext cx="290880" cy="187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B316D1-4E0B-1D23-8D40-4BCD04FAF4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22971" y="3404215"/>
                  <a:ext cx="308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727DC45-B5A8-6EDB-340A-0E5C14BAFDF8}"/>
                    </a:ext>
                  </a:extLst>
                </p14:cNvPr>
                <p14:cNvContentPartPr/>
                <p14:nvPr/>
              </p14:nvContentPartPr>
              <p14:xfrm>
                <a:off x="11678651" y="3406735"/>
                <a:ext cx="189000" cy="166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727DC45-B5A8-6EDB-340A-0E5C14BAFD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669651" y="3398095"/>
                  <a:ext cx="20664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16252AC-9425-D1FA-72FF-9DB5488A7BF0}"/>
              </a:ext>
            </a:extLst>
          </p:cNvPr>
          <p:cNvGrpSpPr/>
          <p:nvPr/>
        </p:nvGrpSpPr>
        <p:grpSpPr>
          <a:xfrm>
            <a:off x="8098451" y="4388815"/>
            <a:ext cx="198720" cy="84240"/>
            <a:chOff x="8098451" y="4388815"/>
            <a:chExt cx="19872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B627F5-517B-1063-60AD-B9B6F542A5A2}"/>
                    </a:ext>
                  </a:extLst>
                </p14:cNvPr>
                <p14:cNvContentPartPr/>
                <p14:nvPr/>
              </p14:nvContentPartPr>
              <p14:xfrm>
                <a:off x="8098451" y="4388815"/>
                <a:ext cx="162000" cy="4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B627F5-517B-1063-60AD-B9B6F542A5A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89451" y="4380175"/>
                  <a:ext cx="179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4C49191-9CEE-4A4E-1B86-92AD7A0F2D7C}"/>
                    </a:ext>
                  </a:extLst>
                </p14:cNvPr>
                <p14:cNvContentPartPr/>
                <p14:nvPr/>
              </p14:nvContentPartPr>
              <p14:xfrm>
                <a:off x="8109971" y="4457575"/>
                <a:ext cx="187200" cy="15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4C49191-9CEE-4A4E-1B86-92AD7A0F2D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01331" y="4448575"/>
                  <a:ext cx="2048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7053ABC-943F-89CF-2A3E-9B5386C1A60C}"/>
              </a:ext>
            </a:extLst>
          </p:cNvPr>
          <p:cNvGrpSpPr/>
          <p:nvPr/>
        </p:nvGrpSpPr>
        <p:grpSpPr>
          <a:xfrm>
            <a:off x="8477891" y="4141135"/>
            <a:ext cx="2215800" cy="505800"/>
            <a:chOff x="8477891" y="4141135"/>
            <a:chExt cx="221580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7E9E8B-732A-17D8-C31D-8D5893C4DC30}"/>
                    </a:ext>
                  </a:extLst>
                </p14:cNvPr>
                <p14:cNvContentPartPr/>
                <p14:nvPr/>
              </p14:nvContentPartPr>
              <p14:xfrm>
                <a:off x="8477891" y="4335175"/>
                <a:ext cx="185400" cy="187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7E9E8B-732A-17D8-C31D-8D5893C4DC3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68891" y="4326535"/>
                  <a:ext cx="203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7F6C7B-C9F3-0DF9-79B5-3B78A7B739F6}"/>
                    </a:ext>
                  </a:extLst>
                </p14:cNvPr>
                <p14:cNvContentPartPr/>
                <p14:nvPr/>
              </p14:nvContentPartPr>
              <p14:xfrm>
                <a:off x="8782451" y="4342015"/>
                <a:ext cx="126720" cy="198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7F6C7B-C9F3-0DF9-79B5-3B78A7B739F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73451" y="4333015"/>
                  <a:ext cx="144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2CF1048-C687-9FD3-909E-02AE7BF14A7F}"/>
                    </a:ext>
                  </a:extLst>
                </p14:cNvPr>
                <p14:cNvContentPartPr/>
                <p14:nvPr/>
              </p14:nvContentPartPr>
              <p14:xfrm>
                <a:off x="9029771" y="4321495"/>
                <a:ext cx="114480" cy="190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2CF1048-C687-9FD3-909E-02AE7BF14A7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20771" y="4312855"/>
                  <a:ext cx="132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B15CBC-AEFF-E93B-069B-EB29573AE019}"/>
                    </a:ext>
                  </a:extLst>
                </p14:cNvPr>
                <p14:cNvContentPartPr/>
                <p14:nvPr/>
              </p14:nvContentPartPr>
              <p14:xfrm>
                <a:off x="9082331" y="4361455"/>
                <a:ext cx="321840" cy="132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B15CBC-AEFF-E93B-069B-EB29573AE0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73691" y="4352815"/>
                  <a:ext cx="339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F36577E-BCEA-30FF-9685-D017549407BC}"/>
                    </a:ext>
                  </a:extLst>
                </p14:cNvPr>
                <p14:cNvContentPartPr/>
                <p14:nvPr/>
              </p14:nvContentPartPr>
              <p14:xfrm>
                <a:off x="9276371" y="4334095"/>
                <a:ext cx="270720" cy="157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F36577E-BCEA-30FF-9685-D017549407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67371" y="4325095"/>
                  <a:ext cx="288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EF7F2D6-FC3B-B645-330B-C962ADFD9670}"/>
                    </a:ext>
                  </a:extLst>
                </p14:cNvPr>
                <p14:cNvContentPartPr/>
                <p14:nvPr/>
              </p14:nvContentPartPr>
              <p14:xfrm>
                <a:off x="9629531" y="4302775"/>
                <a:ext cx="196920" cy="18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EF7F2D6-FC3B-B645-330B-C962ADFD967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20531" y="4293775"/>
                  <a:ext cx="214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FEBD08-12C4-52A4-9EF1-96018D9B2E33}"/>
                    </a:ext>
                  </a:extLst>
                </p14:cNvPr>
                <p14:cNvContentPartPr/>
                <p14:nvPr/>
              </p14:nvContentPartPr>
              <p14:xfrm>
                <a:off x="9922931" y="4152295"/>
                <a:ext cx="101160" cy="139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FEBD08-12C4-52A4-9EF1-96018D9B2E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14291" y="4143295"/>
                  <a:ext cx="118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E36E4C-A7E7-B933-7A4C-6CB3E2A4DBA3}"/>
                    </a:ext>
                  </a:extLst>
                </p14:cNvPr>
                <p14:cNvContentPartPr/>
                <p14:nvPr/>
              </p14:nvContentPartPr>
              <p14:xfrm>
                <a:off x="10029491" y="4197655"/>
                <a:ext cx="112680" cy="80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6E4C-A7E7-B933-7A4C-6CB3E2A4DBA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20491" y="4189015"/>
                  <a:ext cx="130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B335F62-33E9-C478-E6D6-ACA5F11505F9}"/>
                    </a:ext>
                  </a:extLst>
                </p14:cNvPr>
                <p14:cNvContentPartPr/>
                <p14:nvPr/>
              </p14:nvContentPartPr>
              <p14:xfrm>
                <a:off x="10153331" y="4141135"/>
                <a:ext cx="231480" cy="316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B335F62-33E9-C478-E6D6-ACA5F11505F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44691" y="4132495"/>
                  <a:ext cx="2491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B1D9411-84D4-F813-7368-60C842CDD60D}"/>
                    </a:ext>
                  </a:extLst>
                </p14:cNvPr>
                <p14:cNvContentPartPr/>
                <p14:nvPr/>
              </p14:nvContentPartPr>
              <p14:xfrm>
                <a:off x="10389491" y="4314655"/>
                <a:ext cx="21240" cy="141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B1D9411-84D4-F813-7368-60C842CDD6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80491" y="4305655"/>
                  <a:ext cx="38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47B265-7D6F-BF62-0031-C5DF59FB07D0}"/>
                    </a:ext>
                  </a:extLst>
                </p14:cNvPr>
                <p14:cNvContentPartPr/>
                <p14:nvPr/>
              </p14:nvContentPartPr>
              <p14:xfrm>
                <a:off x="10399931" y="4343815"/>
                <a:ext cx="293760" cy="303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47B265-7D6F-BF62-0031-C5DF59FB07D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90931" y="4335175"/>
                  <a:ext cx="311400" cy="32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7041D02-9F90-DDB2-53D0-301B19A3A939}"/>
              </a:ext>
            </a:extLst>
          </p:cNvPr>
          <p:cNvGrpSpPr/>
          <p:nvPr/>
        </p:nvGrpSpPr>
        <p:grpSpPr>
          <a:xfrm>
            <a:off x="9068291" y="4957255"/>
            <a:ext cx="388440" cy="96840"/>
            <a:chOff x="9068291" y="4957255"/>
            <a:chExt cx="388440" cy="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30555BB-6C76-87F7-650A-5C919FA7F1AD}"/>
                    </a:ext>
                  </a:extLst>
                </p14:cNvPr>
                <p14:cNvContentPartPr/>
                <p14:nvPr/>
              </p14:nvContentPartPr>
              <p14:xfrm>
                <a:off x="9068291" y="4990735"/>
                <a:ext cx="309960" cy="20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30555BB-6C76-87F7-650A-5C919FA7F1A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59291" y="4982095"/>
                  <a:ext cx="327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C5034BD-071F-02C3-DAD2-FAC1543774AB}"/>
                    </a:ext>
                  </a:extLst>
                </p14:cNvPr>
                <p14:cNvContentPartPr/>
                <p14:nvPr/>
              </p14:nvContentPartPr>
              <p14:xfrm>
                <a:off x="9359171" y="4957255"/>
                <a:ext cx="97560" cy="9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C5034BD-071F-02C3-DAD2-FAC1543774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50171" y="4948255"/>
                  <a:ext cx="11520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4CB8356-D955-4670-11EC-BF2B2C77544D}"/>
              </a:ext>
            </a:extLst>
          </p:cNvPr>
          <p:cNvGrpSpPr/>
          <p:nvPr/>
        </p:nvGrpSpPr>
        <p:grpSpPr>
          <a:xfrm>
            <a:off x="9705851" y="4860775"/>
            <a:ext cx="858240" cy="266400"/>
            <a:chOff x="9705851" y="4860775"/>
            <a:chExt cx="85824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59E2A2D-E9F6-A951-792F-6D08C92D47C8}"/>
                    </a:ext>
                  </a:extLst>
                </p14:cNvPr>
                <p14:cNvContentPartPr/>
                <p14:nvPr/>
              </p14:nvContentPartPr>
              <p14:xfrm>
                <a:off x="9705851" y="4860775"/>
                <a:ext cx="106560" cy="148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59E2A2D-E9F6-A951-792F-6D08C92D47C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97211" y="4852135"/>
                  <a:ext cx="124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A432B50-5E4D-1C59-6CB2-1213672CFDA0}"/>
                    </a:ext>
                  </a:extLst>
                </p14:cNvPr>
                <p14:cNvContentPartPr/>
                <p14:nvPr/>
              </p14:nvContentPartPr>
              <p14:xfrm>
                <a:off x="9861371" y="4885615"/>
                <a:ext cx="380160" cy="241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A432B50-5E4D-1C59-6CB2-1213672CFDA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52731" y="4876975"/>
                  <a:ext cx="397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CAC028F-41EF-9482-FE82-FAE26201B7B3}"/>
                    </a:ext>
                  </a:extLst>
                </p14:cNvPr>
                <p14:cNvContentPartPr/>
                <p14:nvPr/>
              </p14:nvContentPartPr>
              <p14:xfrm>
                <a:off x="10295531" y="4877335"/>
                <a:ext cx="268560" cy="11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CAC028F-41EF-9482-FE82-FAE26201B7B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6891" y="4868695"/>
                  <a:ext cx="28620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3940FB3-A0AD-097D-06D8-7D8D79CE8A31}"/>
              </a:ext>
            </a:extLst>
          </p:cNvPr>
          <p:cNvGrpSpPr/>
          <p:nvPr/>
        </p:nvGrpSpPr>
        <p:grpSpPr>
          <a:xfrm>
            <a:off x="5569091" y="4888135"/>
            <a:ext cx="3252600" cy="1357560"/>
            <a:chOff x="5569091" y="4888135"/>
            <a:chExt cx="3252600" cy="13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A848A3-66DD-7117-80FB-983A4A9150AB}"/>
                    </a:ext>
                  </a:extLst>
                </p14:cNvPr>
                <p14:cNvContentPartPr/>
                <p14:nvPr/>
              </p14:nvContentPartPr>
              <p14:xfrm>
                <a:off x="5848451" y="5063815"/>
                <a:ext cx="190800" cy="191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A848A3-66DD-7117-80FB-983A4A9150A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39451" y="5055175"/>
                  <a:ext cx="208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BE1FE91-2525-2A39-95CF-6DEA2E53B9FE}"/>
                    </a:ext>
                  </a:extLst>
                </p14:cNvPr>
                <p14:cNvContentPartPr/>
                <p14:nvPr/>
              </p14:nvContentPartPr>
              <p14:xfrm>
                <a:off x="6111611" y="5143375"/>
                <a:ext cx="127440" cy="101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BE1FE91-2525-2A39-95CF-6DEA2E53B9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02971" y="5134375"/>
                  <a:ext cx="145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440A2CD-9A70-C864-783A-D46B39348E79}"/>
                    </a:ext>
                  </a:extLst>
                </p14:cNvPr>
                <p14:cNvContentPartPr/>
                <p14:nvPr/>
              </p14:nvContentPartPr>
              <p14:xfrm>
                <a:off x="6401051" y="5070295"/>
                <a:ext cx="100080" cy="116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440A2CD-9A70-C864-783A-D46B39348E7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92411" y="5061655"/>
                  <a:ext cx="117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8D654C9-0244-FCDB-74B3-3E1AD3CC6973}"/>
                    </a:ext>
                  </a:extLst>
                </p14:cNvPr>
                <p14:cNvContentPartPr/>
                <p14:nvPr/>
              </p14:nvContentPartPr>
              <p14:xfrm>
                <a:off x="6649091" y="4970935"/>
                <a:ext cx="445680" cy="354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8D654C9-0244-FCDB-74B3-3E1AD3CC69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40451" y="4962295"/>
                  <a:ext cx="4633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848CA6A-96FD-A9CA-595B-BEB4F802C294}"/>
                    </a:ext>
                  </a:extLst>
                </p14:cNvPr>
                <p14:cNvContentPartPr/>
                <p14:nvPr/>
              </p14:nvContentPartPr>
              <p14:xfrm>
                <a:off x="7409771" y="5005495"/>
                <a:ext cx="15840" cy="153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848CA6A-96FD-A9CA-595B-BEB4F802C29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00771" y="4996855"/>
                  <a:ext cx="33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79A30BB-6A2F-2860-CA83-73F4D4622A77}"/>
                    </a:ext>
                  </a:extLst>
                </p14:cNvPr>
                <p14:cNvContentPartPr/>
                <p14:nvPr/>
              </p14:nvContentPartPr>
              <p14:xfrm>
                <a:off x="7256051" y="4987135"/>
                <a:ext cx="347760" cy="39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79A30BB-6A2F-2860-CA83-73F4D4622A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47411" y="4978135"/>
                  <a:ext cx="365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F0B3E37-BA58-8DC1-9E33-E71B0D4EC6FF}"/>
                    </a:ext>
                  </a:extLst>
                </p14:cNvPr>
                <p14:cNvContentPartPr/>
                <p14:nvPr/>
              </p14:nvContentPartPr>
              <p14:xfrm>
                <a:off x="7610291" y="5077135"/>
                <a:ext cx="130680" cy="74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F0B3E37-BA58-8DC1-9E33-E71B0D4EC6F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01291" y="5068495"/>
                  <a:ext cx="148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BD048B0-237A-94A3-AA38-ECE2EB4772A5}"/>
                    </a:ext>
                  </a:extLst>
                </p14:cNvPr>
                <p14:cNvContentPartPr/>
                <p14:nvPr/>
              </p14:nvContentPartPr>
              <p14:xfrm>
                <a:off x="7767611" y="4919815"/>
                <a:ext cx="208800" cy="230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BD048B0-237A-94A3-AA38-ECE2EB4772A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58611" y="4910815"/>
                  <a:ext cx="2264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EE64F89-6495-ABD9-932C-E50A99150F24}"/>
                    </a:ext>
                  </a:extLst>
                </p14:cNvPr>
                <p14:cNvContentPartPr/>
                <p14:nvPr/>
              </p14:nvContentPartPr>
              <p14:xfrm>
                <a:off x="8011331" y="4916935"/>
                <a:ext cx="417600" cy="217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EE64F89-6495-ABD9-932C-E50A99150F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02691" y="4907935"/>
                  <a:ext cx="435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090E458-82C5-A039-C774-C351E9186D21}"/>
                    </a:ext>
                  </a:extLst>
                </p14:cNvPr>
                <p14:cNvContentPartPr/>
                <p14:nvPr/>
              </p14:nvContentPartPr>
              <p14:xfrm>
                <a:off x="8294651" y="4888135"/>
                <a:ext cx="226800" cy="213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090E458-82C5-A039-C774-C351E9186D2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85651" y="4879495"/>
                  <a:ext cx="2444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5AB868C-BBED-6A7F-7970-4720408F2F17}"/>
                    </a:ext>
                  </a:extLst>
                </p14:cNvPr>
                <p14:cNvContentPartPr/>
                <p14:nvPr/>
              </p14:nvContentPartPr>
              <p14:xfrm>
                <a:off x="8553131" y="5028175"/>
                <a:ext cx="47520" cy="32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5AB868C-BBED-6A7F-7970-4720408F2F1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44131" y="5019535"/>
                  <a:ext cx="65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7E3351-73DC-3582-9C55-A4018C35D383}"/>
                    </a:ext>
                  </a:extLst>
                </p14:cNvPr>
                <p14:cNvContentPartPr/>
                <p14:nvPr/>
              </p14:nvContentPartPr>
              <p14:xfrm>
                <a:off x="8682731" y="4952215"/>
                <a:ext cx="138960" cy="141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7E3351-73DC-3582-9C55-A4018C35D38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74091" y="4943575"/>
                  <a:ext cx="156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1D16BCE-A4BB-5D26-658C-33B3C9F99DDC}"/>
                    </a:ext>
                  </a:extLst>
                </p14:cNvPr>
                <p14:cNvContentPartPr/>
                <p14:nvPr/>
              </p14:nvContentPartPr>
              <p14:xfrm>
                <a:off x="5954651" y="5666815"/>
                <a:ext cx="15480" cy="224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1D16BCE-A4BB-5D26-658C-33B3C9F99DD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45651" y="5657815"/>
                  <a:ext cx="33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0D2FB79-2EBB-FE2D-5605-CFB413037285}"/>
                    </a:ext>
                  </a:extLst>
                </p14:cNvPr>
                <p14:cNvContentPartPr/>
                <p14:nvPr/>
              </p14:nvContentPartPr>
              <p14:xfrm>
                <a:off x="5807051" y="5595175"/>
                <a:ext cx="390240" cy="74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0D2FB79-2EBB-FE2D-5605-CFB4130372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98051" y="5586175"/>
                  <a:ext cx="407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5A16DF6-08E9-289F-4603-5F14E8466AF6}"/>
                    </a:ext>
                  </a:extLst>
                </p14:cNvPr>
                <p14:cNvContentPartPr/>
                <p14:nvPr/>
              </p14:nvContentPartPr>
              <p14:xfrm>
                <a:off x="6081731" y="5683375"/>
                <a:ext cx="424440" cy="226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5A16DF6-08E9-289F-4603-5F14E8466A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73091" y="5674375"/>
                  <a:ext cx="442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5CDB536-278F-EFD7-DC02-49708587E495}"/>
                    </a:ext>
                  </a:extLst>
                </p14:cNvPr>
                <p14:cNvContentPartPr/>
                <p14:nvPr/>
              </p14:nvContentPartPr>
              <p14:xfrm>
                <a:off x="6426251" y="5739175"/>
                <a:ext cx="139680" cy="27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5CDB536-278F-EFD7-DC02-49708587E4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17251" y="5730535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E9918F0-8257-CE60-3157-6420E6A5A5B9}"/>
                    </a:ext>
                  </a:extLst>
                </p14:cNvPr>
                <p14:cNvContentPartPr/>
                <p14:nvPr/>
              </p14:nvContentPartPr>
              <p14:xfrm>
                <a:off x="6610571" y="5631535"/>
                <a:ext cx="392400" cy="190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E9918F0-8257-CE60-3157-6420E6A5A5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01571" y="5622535"/>
                  <a:ext cx="410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9465A23-D788-CC4A-D61D-25E9E21A3C93}"/>
                    </a:ext>
                  </a:extLst>
                </p14:cNvPr>
                <p14:cNvContentPartPr/>
                <p14:nvPr/>
              </p14:nvContentPartPr>
              <p14:xfrm>
                <a:off x="7053371" y="5661415"/>
                <a:ext cx="160560" cy="112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9465A23-D788-CC4A-D61D-25E9E21A3C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44371" y="5652775"/>
                  <a:ext cx="1782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BF6847-C00D-F6F7-AE19-583657476518}"/>
                    </a:ext>
                  </a:extLst>
                </p14:cNvPr>
                <p14:cNvContentPartPr/>
                <p14:nvPr/>
              </p14:nvContentPartPr>
              <p14:xfrm>
                <a:off x="7423091" y="5564215"/>
                <a:ext cx="23400" cy="188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BF6847-C00D-F6F7-AE19-58365747651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14091" y="5555215"/>
                  <a:ext cx="41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925A7C3-E449-4886-6255-CA59B71B83C1}"/>
                    </a:ext>
                  </a:extLst>
                </p14:cNvPr>
                <p14:cNvContentPartPr/>
                <p14:nvPr/>
              </p14:nvContentPartPr>
              <p14:xfrm>
                <a:off x="7437491" y="5621815"/>
                <a:ext cx="229680" cy="113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925A7C3-E449-4886-6255-CA59B71B83C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28491" y="5612815"/>
                  <a:ext cx="247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CC52C7-59DB-A241-BC66-71DF426B9F39}"/>
                    </a:ext>
                  </a:extLst>
                </p14:cNvPr>
                <p14:cNvContentPartPr/>
                <p14:nvPr/>
              </p14:nvContentPartPr>
              <p14:xfrm>
                <a:off x="5650811" y="5540095"/>
                <a:ext cx="34920" cy="614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CC52C7-59DB-A241-BC66-71DF426B9F3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41811" y="5531455"/>
                  <a:ext cx="5256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BD9D384-330D-F60A-0F36-A7623A542D57}"/>
                    </a:ext>
                  </a:extLst>
                </p14:cNvPr>
                <p14:cNvContentPartPr/>
                <p14:nvPr/>
              </p14:nvContentPartPr>
              <p14:xfrm>
                <a:off x="5569091" y="5334175"/>
                <a:ext cx="2427120" cy="911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BD9D384-330D-F60A-0F36-A7623A542D5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60091" y="5325175"/>
                  <a:ext cx="2444760" cy="9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4718E23-1C0A-ED18-22BE-959809D6733C}"/>
                  </a:ext>
                </a:extLst>
              </p14:cNvPr>
              <p14:cNvContentPartPr/>
              <p14:nvPr/>
            </p14:nvContentPartPr>
            <p14:xfrm>
              <a:off x="8637731" y="4681495"/>
              <a:ext cx="747000" cy="352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4718E23-1C0A-ED18-22BE-959809D6733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628731" y="4672855"/>
                <a:ext cx="764640" cy="5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086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71EAE06-376A-2771-15AC-DB312128545D}"/>
              </a:ext>
            </a:extLst>
          </p:cNvPr>
          <p:cNvGrpSpPr/>
          <p:nvPr/>
        </p:nvGrpSpPr>
        <p:grpSpPr>
          <a:xfrm>
            <a:off x="307691" y="262855"/>
            <a:ext cx="1483920" cy="382680"/>
            <a:chOff x="307691" y="262855"/>
            <a:chExt cx="148392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E3B0DC1-22EF-6FB3-10E4-581D55C2A61A}"/>
                    </a:ext>
                  </a:extLst>
                </p14:cNvPr>
                <p14:cNvContentPartPr/>
                <p14:nvPr/>
              </p14:nvContentPartPr>
              <p14:xfrm>
                <a:off x="307691" y="369055"/>
                <a:ext cx="166680" cy="133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E3B0DC1-22EF-6FB3-10E4-581D55C2A6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9051" y="360055"/>
                  <a:ext cx="1843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AAFB35-71C7-D37E-6324-02E3EB366A32}"/>
                    </a:ext>
                  </a:extLst>
                </p14:cNvPr>
                <p14:cNvContentPartPr/>
                <p14:nvPr/>
              </p14:nvContentPartPr>
              <p14:xfrm>
                <a:off x="468971" y="262855"/>
                <a:ext cx="171360" cy="353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AAFB35-71C7-D37E-6324-02E3EB366A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0331" y="253855"/>
                  <a:ext cx="1890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155D9A-5969-AF24-1F32-53AE3291B885}"/>
                    </a:ext>
                  </a:extLst>
                </p14:cNvPr>
                <p14:cNvContentPartPr/>
                <p14:nvPr/>
              </p14:nvContentPartPr>
              <p14:xfrm>
                <a:off x="939851" y="329815"/>
                <a:ext cx="14760" cy="226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2155D9A-5969-AF24-1F32-53AE3291B8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1211" y="321175"/>
                  <a:ext cx="32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103820-5CEC-3594-CD28-5A6A8D92872D}"/>
                    </a:ext>
                  </a:extLst>
                </p14:cNvPr>
                <p14:cNvContentPartPr/>
                <p14:nvPr/>
              </p14:nvContentPartPr>
              <p14:xfrm>
                <a:off x="757691" y="283375"/>
                <a:ext cx="387360" cy="27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103820-5CEC-3594-CD28-5A6A8D9287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9051" y="274735"/>
                  <a:ext cx="405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9B22EA-72D2-8920-74B2-FB29F7CC7C46}"/>
                    </a:ext>
                  </a:extLst>
                </p14:cNvPr>
                <p14:cNvContentPartPr/>
                <p14:nvPr/>
              </p14:nvContentPartPr>
              <p14:xfrm>
                <a:off x="1071251" y="467695"/>
                <a:ext cx="144360" cy="177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9B22EA-72D2-8920-74B2-FB29F7CC7C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2251" y="458695"/>
                  <a:ext cx="162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929568-09B5-AE41-5FA7-52E8FD0644AC}"/>
                    </a:ext>
                  </a:extLst>
                </p14:cNvPr>
                <p14:cNvContentPartPr/>
                <p14:nvPr/>
              </p14:nvContentPartPr>
              <p14:xfrm>
                <a:off x="1383371" y="381295"/>
                <a:ext cx="141120" cy="78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929568-09B5-AE41-5FA7-52E8FD0644A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4731" y="372295"/>
                  <a:ext cx="158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AACE97-61EC-7CD1-F57D-033B75D0A2A4}"/>
                    </a:ext>
                  </a:extLst>
                </p14:cNvPr>
                <p14:cNvContentPartPr/>
                <p14:nvPr/>
              </p14:nvContentPartPr>
              <p14:xfrm>
                <a:off x="1655891" y="275815"/>
                <a:ext cx="135720" cy="145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AACE97-61EC-7CD1-F57D-033B75D0A2A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7251" y="267175"/>
                  <a:ext cx="153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97FD9C-C192-C375-CAE4-FB5E9B7CFC4C}"/>
                    </a:ext>
                  </a:extLst>
                </p14:cNvPr>
                <p14:cNvContentPartPr/>
                <p14:nvPr/>
              </p14:nvContentPartPr>
              <p14:xfrm>
                <a:off x="1748771" y="516655"/>
                <a:ext cx="26640" cy="3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97FD9C-C192-C375-CAE4-FB5E9B7CFC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39771" y="508015"/>
                  <a:ext cx="442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E7D672-80E4-9D42-D459-FAD6D53B5AFD}"/>
              </a:ext>
            </a:extLst>
          </p:cNvPr>
          <p:cNvGrpSpPr/>
          <p:nvPr/>
        </p:nvGrpSpPr>
        <p:grpSpPr>
          <a:xfrm>
            <a:off x="2028851" y="375895"/>
            <a:ext cx="496800" cy="95760"/>
            <a:chOff x="2028851" y="375895"/>
            <a:chExt cx="496800" cy="9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2FCD9B-6D7D-DF0E-5AC4-955B9C8A54E5}"/>
                    </a:ext>
                  </a:extLst>
                </p14:cNvPr>
                <p14:cNvContentPartPr/>
                <p14:nvPr/>
              </p14:nvContentPartPr>
              <p14:xfrm>
                <a:off x="2028851" y="391735"/>
                <a:ext cx="394200" cy="16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2FCD9B-6D7D-DF0E-5AC4-955B9C8A54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0211" y="383095"/>
                  <a:ext cx="411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D88428-5869-E333-653D-9258A1CEB010}"/>
                    </a:ext>
                  </a:extLst>
                </p14:cNvPr>
                <p14:cNvContentPartPr/>
                <p14:nvPr/>
              </p14:nvContentPartPr>
              <p14:xfrm>
                <a:off x="2393171" y="375895"/>
                <a:ext cx="132480" cy="9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D88428-5869-E333-653D-9258A1CEB0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84531" y="366895"/>
                  <a:ext cx="1501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723000-A846-BD7C-57FF-47F448DA9EF5}"/>
              </a:ext>
            </a:extLst>
          </p:cNvPr>
          <p:cNvGrpSpPr/>
          <p:nvPr/>
        </p:nvGrpSpPr>
        <p:grpSpPr>
          <a:xfrm>
            <a:off x="2722211" y="252055"/>
            <a:ext cx="1242360" cy="252360"/>
            <a:chOff x="2722211" y="252055"/>
            <a:chExt cx="124236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3F1D09C-6FAF-449A-CE4D-15822F7860A2}"/>
                    </a:ext>
                  </a:extLst>
                </p14:cNvPr>
                <p14:cNvContentPartPr/>
                <p14:nvPr/>
              </p14:nvContentPartPr>
              <p14:xfrm>
                <a:off x="2852171" y="252055"/>
                <a:ext cx="16920" cy="235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3F1D09C-6FAF-449A-CE4D-15822F7860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43531" y="243415"/>
                  <a:ext cx="345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68F3A8-E710-ECB5-3F9F-2A0FB21E9F43}"/>
                    </a:ext>
                  </a:extLst>
                </p14:cNvPr>
                <p14:cNvContentPartPr/>
                <p14:nvPr/>
              </p14:nvContentPartPr>
              <p14:xfrm>
                <a:off x="2722211" y="373735"/>
                <a:ext cx="414000" cy="13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68F3A8-E710-ECB5-3F9F-2A0FB21E9F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13571" y="365095"/>
                  <a:ext cx="431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3075B2-B133-A75C-9827-5FB990DF95C7}"/>
                    </a:ext>
                  </a:extLst>
                </p14:cNvPr>
                <p14:cNvContentPartPr/>
                <p14:nvPr/>
              </p14:nvContentPartPr>
              <p14:xfrm>
                <a:off x="3147731" y="283735"/>
                <a:ext cx="271080" cy="207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3075B2-B133-A75C-9827-5FB990DF95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39091" y="275095"/>
                  <a:ext cx="288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FF359A-8DD7-F347-8E8B-F558C57CE631}"/>
                    </a:ext>
                  </a:extLst>
                </p14:cNvPr>
                <p14:cNvContentPartPr/>
                <p14:nvPr/>
              </p14:nvContentPartPr>
              <p14:xfrm>
                <a:off x="3461651" y="350335"/>
                <a:ext cx="32760" cy="11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FF359A-8DD7-F347-8E8B-F558C57CE6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53011" y="341335"/>
                  <a:ext cx="50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108DB0-586D-2C0E-1BB8-A50C54C8DEEC}"/>
                    </a:ext>
                  </a:extLst>
                </p14:cNvPr>
                <p14:cNvContentPartPr/>
                <p14:nvPr/>
              </p14:nvContentPartPr>
              <p14:xfrm>
                <a:off x="3498011" y="338815"/>
                <a:ext cx="348840" cy="144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108DB0-586D-2C0E-1BB8-A50C54C8DE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89011" y="329815"/>
                  <a:ext cx="366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99D9C2-48B0-A196-A232-54E4120918C4}"/>
                    </a:ext>
                  </a:extLst>
                </p14:cNvPr>
                <p14:cNvContentPartPr/>
                <p14:nvPr/>
              </p14:nvContentPartPr>
              <p14:xfrm>
                <a:off x="3932891" y="308215"/>
                <a:ext cx="31680" cy="113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99D9C2-48B0-A196-A232-54E4120918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24251" y="299215"/>
                  <a:ext cx="4932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A3D090F-F73A-02A0-E6B9-CE7BF384DA47}"/>
              </a:ext>
            </a:extLst>
          </p:cNvPr>
          <p:cNvGrpSpPr/>
          <p:nvPr/>
        </p:nvGrpSpPr>
        <p:grpSpPr>
          <a:xfrm>
            <a:off x="4304771" y="13015"/>
            <a:ext cx="3968280" cy="680400"/>
            <a:chOff x="4304771" y="13015"/>
            <a:chExt cx="3968280" cy="68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41546D-D5AB-AF2D-04E0-754B837D750A}"/>
                    </a:ext>
                  </a:extLst>
                </p14:cNvPr>
                <p14:cNvContentPartPr/>
                <p14:nvPr/>
              </p14:nvContentPartPr>
              <p14:xfrm>
                <a:off x="4304771" y="340975"/>
                <a:ext cx="270360" cy="165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41546D-D5AB-AF2D-04E0-754B837D75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95771" y="332335"/>
                  <a:ext cx="288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95A372-C545-38DE-869C-3C823AB1BF19}"/>
                    </a:ext>
                  </a:extLst>
                </p14:cNvPr>
                <p14:cNvContentPartPr/>
                <p14:nvPr/>
              </p14:nvContentPartPr>
              <p14:xfrm>
                <a:off x="4511771" y="243055"/>
                <a:ext cx="55800" cy="39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95A372-C545-38DE-869C-3C823AB1BF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03131" y="234055"/>
                  <a:ext cx="73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206F98-E539-A79F-818A-8868582F475D}"/>
                    </a:ext>
                  </a:extLst>
                </p14:cNvPr>
                <p14:cNvContentPartPr/>
                <p14:nvPr/>
              </p14:nvContentPartPr>
              <p14:xfrm>
                <a:off x="4690691" y="217855"/>
                <a:ext cx="131760" cy="307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206F98-E539-A79F-818A-8868582F475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81691" y="208855"/>
                  <a:ext cx="1494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ED7F3C-AD39-5197-8B8A-2AD4871BEE4F}"/>
                    </a:ext>
                  </a:extLst>
                </p14:cNvPr>
                <p14:cNvContentPartPr/>
                <p14:nvPr/>
              </p14:nvContentPartPr>
              <p14:xfrm>
                <a:off x="4881131" y="325855"/>
                <a:ext cx="161640" cy="162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ED7F3C-AD39-5197-8B8A-2AD4871BEE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72491" y="316855"/>
                  <a:ext cx="179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798DF9-2E33-7B62-FF14-94FC44DFB852}"/>
                    </a:ext>
                  </a:extLst>
                </p14:cNvPr>
                <p14:cNvContentPartPr/>
                <p14:nvPr/>
              </p14:nvContentPartPr>
              <p14:xfrm>
                <a:off x="5090291" y="270415"/>
                <a:ext cx="158760" cy="18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798DF9-2E33-7B62-FF14-94FC44DFB8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81291" y="261415"/>
                  <a:ext cx="176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783C14-2A28-588E-BF31-9B5F436226C2}"/>
                    </a:ext>
                  </a:extLst>
                </p14:cNvPr>
                <p14:cNvContentPartPr/>
                <p14:nvPr/>
              </p14:nvContentPartPr>
              <p14:xfrm>
                <a:off x="5306651" y="291295"/>
                <a:ext cx="123480" cy="146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783C14-2A28-588E-BF31-9B5F436226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98011" y="282655"/>
                  <a:ext cx="141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1EF647-9225-F3C4-B73F-E36ACE94C25A}"/>
                    </a:ext>
                  </a:extLst>
                </p14:cNvPr>
                <p14:cNvContentPartPr/>
                <p14:nvPr/>
              </p14:nvContentPartPr>
              <p14:xfrm>
                <a:off x="5513291" y="299935"/>
                <a:ext cx="154440" cy="140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C1EF647-9225-F3C4-B73F-E36ACE94C2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04651" y="290935"/>
                  <a:ext cx="1720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8411CF0-7CD0-8637-881E-8C7145A71B97}"/>
                    </a:ext>
                  </a:extLst>
                </p14:cNvPr>
                <p14:cNvContentPartPr/>
                <p14:nvPr/>
              </p14:nvContentPartPr>
              <p14:xfrm>
                <a:off x="5702651" y="219655"/>
                <a:ext cx="38880" cy="188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8411CF0-7CD0-8637-881E-8C7145A71B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94011" y="211015"/>
                  <a:ext cx="56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DA58AC3-E953-15BB-B045-B3222E28434D}"/>
                    </a:ext>
                  </a:extLst>
                </p14:cNvPr>
                <p14:cNvContentPartPr/>
                <p14:nvPr/>
              </p14:nvContentPartPr>
              <p14:xfrm>
                <a:off x="5769251" y="286255"/>
                <a:ext cx="212040" cy="157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A58AC3-E953-15BB-B045-B3222E2843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60611" y="277615"/>
                  <a:ext cx="229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4DC3E32-AB28-C395-CC52-7AC935535EE8}"/>
                    </a:ext>
                  </a:extLst>
                </p14:cNvPr>
                <p14:cNvContentPartPr/>
                <p14:nvPr/>
              </p14:nvContentPartPr>
              <p14:xfrm>
                <a:off x="6202331" y="243055"/>
                <a:ext cx="23400" cy="177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4DC3E32-AB28-C395-CC52-7AC935535EE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93691" y="234055"/>
                  <a:ext cx="41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50C70AB-0C4F-C0FD-D02D-E0CB602890B9}"/>
                    </a:ext>
                  </a:extLst>
                </p14:cNvPr>
                <p14:cNvContentPartPr/>
                <p14:nvPr/>
              </p14:nvContentPartPr>
              <p14:xfrm>
                <a:off x="6134291" y="339895"/>
                <a:ext cx="191880" cy="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50C70AB-0C4F-C0FD-D02D-E0CB602890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25651" y="330895"/>
                  <a:ext cx="209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2DBA36-0D33-DA3B-0AF8-BF1A43BB6DA7}"/>
                    </a:ext>
                  </a:extLst>
                </p14:cNvPr>
                <p14:cNvContentPartPr/>
                <p14:nvPr/>
              </p14:nvContentPartPr>
              <p14:xfrm>
                <a:off x="6330131" y="289135"/>
                <a:ext cx="174600" cy="132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2DBA36-0D33-DA3B-0AF8-BF1A43BB6D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21491" y="280135"/>
                  <a:ext cx="192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E1FCA3-31AE-B10E-0F5C-DA9FB7138980}"/>
                    </a:ext>
                  </a:extLst>
                </p14:cNvPr>
                <p14:cNvContentPartPr/>
                <p14:nvPr/>
              </p14:nvContentPartPr>
              <p14:xfrm>
                <a:off x="6555131" y="251695"/>
                <a:ext cx="305640" cy="249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E1FCA3-31AE-B10E-0F5C-DA9FB71389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46491" y="243055"/>
                  <a:ext cx="323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231BC42-BE61-4909-4D83-B939BF5801EB}"/>
                    </a:ext>
                  </a:extLst>
                </p14:cNvPr>
                <p14:cNvContentPartPr/>
                <p14:nvPr/>
              </p14:nvContentPartPr>
              <p14:xfrm>
                <a:off x="6912611" y="130015"/>
                <a:ext cx="293040" cy="338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231BC42-BE61-4909-4D83-B939BF5801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03971" y="121015"/>
                  <a:ext cx="3106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72277E-0C94-2FA3-1841-6531E1A1378E}"/>
                    </a:ext>
                  </a:extLst>
                </p14:cNvPr>
                <p14:cNvContentPartPr/>
                <p14:nvPr/>
              </p14:nvContentPartPr>
              <p14:xfrm>
                <a:off x="7096211" y="335575"/>
                <a:ext cx="107640" cy="1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72277E-0C94-2FA3-1841-6531E1A137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87571" y="326935"/>
                  <a:ext cx="125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CC3765-7983-966E-2ED2-067897E38FAC}"/>
                    </a:ext>
                  </a:extLst>
                </p14:cNvPr>
                <p14:cNvContentPartPr/>
                <p14:nvPr/>
              </p14:nvContentPartPr>
              <p14:xfrm>
                <a:off x="7392491" y="204535"/>
                <a:ext cx="187920" cy="21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CC3765-7983-966E-2ED2-067897E38F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83851" y="195535"/>
                  <a:ext cx="205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CAA0F7-564D-2C89-2195-CE1E910CA366}"/>
                    </a:ext>
                  </a:extLst>
                </p14:cNvPr>
                <p14:cNvContentPartPr/>
                <p14:nvPr/>
              </p14:nvContentPartPr>
              <p14:xfrm>
                <a:off x="7543691" y="132175"/>
                <a:ext cx="46440" cy="50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CAA0F7-564D-2C89-2195-CE1E910CA3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35051" y="123175"/>
                  <a:ext cx="64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0563BA-9212-0F44-524D-ED20303F01BF}"/>
                    </a:ext>
                  </a:extLst>
                </p14:cNvPr>
                <p14:cNvContentPartPr/>
                <p14:nvPr/>
              </p14:nvContentPartPr>
              <p14:xfrm>
                <a:off x="7678331" y="286615"/>
                <a:ext cx="101880" cy="25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0563BA-9212-0F44-524D-ED20303F01B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69331" y="277975"/>
                  <a:ext cx="119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C04A58-DA2C-F318-15EF-9822D95EC892}"/>
                    </a:ext>
                  </a:extLst>
                </p14:cNvPr>
                <p14:cNvContentPartPr/>
                <p14:nvPr/>
              </p14:nvContentPartPr>
              <p14:xfrm>
                <a:off x="7947971" y="208495"/>
                <a:ext cx="212400" cy="203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C04A58-DA2C-F318-15EF-9822D95EC8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38971" y="199495"/>
                  <a:ext cx="230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B46313-3C14-E90A-3DB2-9E307A71B2E1}"/>
                    </a:ext>
                  </a:extLst>
                </p14:cNvPr>
                <p14:cNvContentPartPr/>
                <p14:nvPr/>
              </p14:nvContentPartPr>
              <p14:xfrm>
                <a:off x="7894331" y="178255"/>
                <a:ext cx="378720" cy="11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B46313-3C14-E90A-3DB2-9E307A71B2E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85331" y="169615"/>
                  <a:ext cx="39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3D851B-665D-5972-2BEB-93DD56D016A8}"/>
                    </a:ext>
                  </a:extLst>
                </p14:cNvPr>
                <p14:cNvContentPartPr/>
                <p14:nvPr/>
              </p14:nvContentPartPr>
              <p14:xfrm>
                <a:off x="8111411" y="86095"/>
                <a:ext cx="38880" cy="60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3D851B-665D-5972-2BEB-93DD56D016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02411" y="77095"/>
                  <a:ext cx="56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E91E7DE-0FCB-DFDF-0B07-1347AB3E999C}"/>
                    </a:ext>
                  </a:extLst>
                </p14:cNvPr>
                <p14:cNvContentPartPr/>
                <p14:nvPr/>
              </p14:nvContentPartPr>
              <p14:xfrm>
                <a:off x="5722091" y="141175"/>
                <a:ext cx="311400" cy="552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E91E7DE-0FCB-DFDF-0B07-1347AB3E99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13091" y="132535"/>
                  <a:ext cx="32904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F85A2D-CD2B-E410-8230-D21F6656926F}"/>
                    </a:ext>
                  </a:extLst>
                </p14:cNvPr>
                <p14:cNvContentPartPr/>
                <p14:nvPr/>
              </p14:nvContentPartPr>
              <p14:xfrm>
                <a:off x="6544331" y="58375"/>
                <a:ext cx="307080" cy="540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F85A2D-CD2B-E410-8230-D21F6656926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35331" y="49735"/>
                  <a:ext cx="32472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C4AF51-B1DC-3F95-9248-6D75320CC55D}"/>
                    </a:ext>
                  </a:extLst>
                </p14:cNvPr>
                <p14:cNvContentPartPr/>
                <p14:nvPr/>
              </p14:nvContentPartPr>
              <p14:xfrm>
                <a:off x="7326971" y="13015"/>
                <a:ext cx="389160" cy="575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C4AF51-B1DC-3F95-9248-6D75320CC5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17971" y="4015"/>
                  <a:ext cx="406800" cy="59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AAFDBA4-BC0B-FF8E-B714-FBAAAA107501}"/>
              </a:ext>
            </a:extLst>
          </p:cNvPr>
          <p:cNvGrpSpPr/>
          <p:nvPr/>
        </p:nvGrpSpPr>
        <p:grpSpPr>
          <a:xfrm>
            <a:off x="4355531" y="875575"/>
            <a:ext cx="535320" cy="315720"/>
            <a:chOff x="4355531" y="875575"/>
            <a:chExt cx="53532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100267-A8D8-9B73-A2E9-EC985177C1D6}"/>
                    </a:ext>
                  </a:extLst>
                </p14:cNvPr>
                <p14:cNvContentPartPr/>
                <p14:nvPr/>
              </p14:nvContentPartPr>
              <p14:xfrm>
                <a:off x="4355531" y="1041535"/>
                <a:ext cx="269280" cy="147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100267-A8D8-9B73-A2E9-EC985177C1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46891" y="1032535"/>
                  <a:ext cx="286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48BAAD-A5B6-71C1-0F15-91A868808D5E}"/>
                    </a:ext>
                  </a:extLst>
                </p14:cNvPr>
                <p14:cNvContentPartPr/>
                <p14:nvPr/>
              </p14:nvContentPartPr>
              <p14:xfrm>
                <a:off x="4530491" y="875575"/>
                <a:ext cx="69120" cy="79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48BAAD-A5B6-71C1-0F15-91A868808D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21491" y="866935"/>
                  <a:ext cx="86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B29F948-D6C1-B8AF-55BE-91A63FCC7085}"/>
                    </a:ext>
                  </a:extLst>
                </p14:cNvPr>
                <p14:cNvContentPartPr/>
                <p14:nvPr/>
              </p14:nvContentPartPr>
              <p14:xfrm>
                <a:off x="4779251" y="880255"/>
                <a:ext cx="111600" cy="311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B29F948-D6C1-B8AF-55BE-91A63FCC70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70611" y="871615"/>
                  <a:ext cx="12924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70D1D9A-72AB-66EB-2A4F-2EE499B8FA6F}"/>
              </a:ext>
            </a:extLst>
          </p:cNvPr>
          <p:cNvGrpSpPr/>
          <p:nvPr/>
        </p:nvGrpSpPr>
        <p:grpSpPr>
          <a:xfrm>
            <a:off x="6803171" y="701695"/>
            <a:ext cx="774360" cy="370080"/>
            <a:chOff x="6803171" y="701695"/>
            <a:chExt cx="77436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4DA7FDF-6698-A306-4950-1C20B07F9510}"/>
                    </a:ext>
                  </a:extLst>
                </p14:cNvPr>
                <p14:cNvContentPartPr/>
                <p14:nvPr/>
              </p14:nvContentPartPr>
              <p14:xfrm>
                <a:off x="6803171" y="954055"/>
                <a:ext cx="198720" cy="14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4DA7FDF-6698-A306-4950-1C20B07F95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94531" y="945055"/>
                  <a:ext cx="216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89717DA-00D7-82B8-535D-33911A060AD7}"/>
                    </a:ext>
                  </a:extLst>
                </p14:cNvPr>
                <p14:cNvContentPartPr/>
                <p14:nvPr/>
              </p14:nvContentPartPr>
              <p14:xfrm>
                <a:off x="7128971" y="860095"/>
                <a:ext cx="303120" cy="211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89717DA-00D7-82B8-535D-33911A060AD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20331" y="851095"/>
                  <a:ext cx="320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08B5A10-1E77-4C78-E1C9-2402CEBB3116}"/>
                    </a:ext>
                  </a:extLst>
                </p14:cNvPr>
                <p14:cNvContentPartPr/>
                <p14:nvPr/>
              </p14:nvContentPartPr>
              <p14:xfrm>
                <a:off x="7017011" y="803935"/>
                <a:ext cx="560520" cy="37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08B5A10-1E77-4C78-E1C9-2402CEBB31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08011" y="795295"/>
                  <a:ext cx="578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7FC1C5F-05E2-1A9D-68B6-43E50D779779}"/>
                    </a:ext>
                  </a:extLst>
                </p14:cNvPr>
                <p14:cNvContentPartPr/>
                <p14:nvPr/>
              </p14:nvContentPartPr>
              <p14:xfrm>
                <a:off x="7352891" y="701695"/>
                <a:ext cx="80640" cy="67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7FC1C5F-05E2-1A9D-68B6-43E50D77977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43891" y="693055"/>
                  <a:ext cx="9828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5123C93-6C3D-E838-2412-CC7B56C9E42E}"/>
                  </a:ext>
                </a:extLst>
              </p14:cNvPr>
              <p14:cNvContentPartPr/>
              <p14:nvPr/>
            </p14:nvContentPartPr>
            <p14:xfrm>
              <a:off x="4335011" y="1273735"/>
              <a:ext cx="202320" cy="2462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5123C93-6C3D-E838-2412-CC7B56C9E42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26011" y="1264735"/>
                <a:ext cx="219960" cy="26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6B251E88-69A8-C93E-24D4-F7C586E34294}"/>
              </a:ext>
            </a:extLst>
          </p:cNvPr>
          <p:cNvGrpSpPr/>
          <p:nvPr/>
        </p:nvGrpSpPr>
        <p:grpSpPr>
          <a:xfrm>
            <a:off x="4979411" y="765775"/>
            <a:ext cx="1616040" cy="724320"/>
            <a:chOff x="4979411" y="765775"/>
            <a:chExt cx="1616040" cy="72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8E7355-1FFA-59A7-3D87-5899BEBD4593}"/>
                    </a:ext>
                  </a:extLst>
                </p14:cNvPr>
                <p14:cNvContentPartPr/>
                <p14:nvPr/>
              </p14:nvContentPartPr>
              <p14:xfrm>
                <a:off x="4979411" y="972775"/>
                <a:ext cx="164520" cy="195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8E7355-1FFA-59A7-3D87-5899BEBD459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70411" y="964135"/>
                  <a:ext cx="182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575064-9CAA-D014-11C3-5B7ED750214D}"/>
                    </a:ext>
                  </a:extLst>
                </p14:cNvPr>
                <p14:cNvContentPartPr/>
                <p14:nvPr/>
              </p14:nvContentPartPr>
              <p14:xfrm>
                <a:off x="5206211" y="1061695"/>
                <a:ext cx="126720" cy="157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575064-9CAA-D014-11C3-5B7ED750214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97571" y="1053055"/>
                  <a:ext cx="144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DAD927-5653-048C-C8EB-7B17A531D2E6}"/>
                    </a:ext>
                  </a:extLst>
                </p14:cNvPr>
                <p14:cNvContentPartPr/>
                <p14:nvPr/>
              </p14:nvContentPartPr>
              <p14:xfrm>
                <a:off x="5403491" y="1019215"/>
                <a:ext cx="138600" cy="15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DAD927-5653-048C-C8EB-7B17A531D2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94851" y="1010215"/>
                  <a:ext cx="156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E8BE373-F7A4-7519-7CE2-DD223C8A1C80}"/>
                    </a:ext>
                  </a:extLst>
                </p14:cNvPr>
                <p14:cNvContentPartPr/>
                <p14:nvPr/>
              </p14:nvContentPartPr>
              <p14:xfrm>
                <a:off x="5658011" y="893215"/>
                <a:ext cx="144000" cy="19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E8BE373-F7A4-7519-7CE2-DD223C8A1C8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49371" y="884215"/>
                  <a:ext cx="161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F4DB95C-7567-1667-C446-98A89B1D3CB8}"/>
                    </a:ext>
                  </a:extLst>
                </p14:cNvPr>
                <p14:cNvContentPartPr/>
                <p14:nvPr/>
              </p14:nvContentPartPr>
              <p14:xfrm>
                <a:off x="5844491" y="1021015"/>
                <a:ext cx="165240" cy="138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F4DB95C-7567-1667-C446-98A89B1D3C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35851" y="1012015"/>
                  <a:ext cx="182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CD7F0DC-7B4B-1C84-AF7B-7C59518FB37E}"/>
                    </a:ext>
                  </a:extLst>
                </p14:cNvPr>
                <p14:cNvContentPartPr/>
                <p14:nvPr/>
              </p14:nvContentPartPr>
              <p14:xfrm>
                <a:off x="6136811" y="765775"/>
                <a:ext cx="171720" cy="390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CD7F0DC-7B4B-1C84-AF7B-7C59518FB37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27811" y="757135"/>
                  <a:ext cx="1893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489062-5BAF-2036-E94F-42A44ACF9A2B}"/>
                    </a:ext>
                  </a:extLst>
                </p14:cNvPr>
                <p14:cNvContentPartPr/>
                <p14:nvPr/>
              </p14:nvContentPartPr>
              <p14:xfrm>
                <a:off x="6398891" y="954055"/>
                <a:ext cx="196560" cy="60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489062-5BAF-2036-E94F-42A44ACF9A2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89891" y="945055"/>
                  <a:ext cx="214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81B0A5-17F8-389E-0847-3E07714E921D}"/>
                    </a:ext>
                  </a:extLst>
                </p14:cNvPr>
                <p14:cNvContentPartPr/>
                <p14:nvPr/>
              </p14:nvContentPartPr>
              <p14:xfrm>
                <a:off x="5750891" y="1224415"/>
                <a:ext cx="238680" cy="265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81B0A5-17F8-389E-0847-3E07714E921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42251" y="1215415"/>
                  <a:ext cx="25632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3F78005-887B-A139-A567-9CA0A10B706A}"/>
              </a:ext>
            </a:extLst>
          </p:cNvPr>
          <p:cNvGrpSpPr/>
          <p:nvPr/>
        </p:nvGrpSpPr>
        <p:grpSpPr>
          <a:xfrm>
            <a:off x="2112011" y="1957735"/>
            <a:ext cx="1908000" cy="261720"/>
            <a:chOff x="2112011" y="1957735"/>
            <a:chExt cx="190800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8A7373F-98B5-12C7-4EB7-D0ABE5BA35B3}"/>
                    </a:ext>
                  </a:extLst>
                </p14:cNvPr>
                <p14:cNvContentPartPr/>
                <p14:nvPr/>
              </p14:nvContentPartPr>
              <p14:xfrm>
                <a:off x="2112011" y="2062135"/>
                <a:ext cx="547920" cy="92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8A7373F-98B5-12C7-4EB7-D0ABE5BA35B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03371" y="2053495"/>
                  <a:ext cx="565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E227158-D7AC-8311-2049-017268BC0492}"/>
                    </a:ext>
                  </a:extLst>
                </p14:cNvPr>
                <p14:cNvContentPartPr/>
                <p14:nvPr/>
              </p14:nvContentPartPr>
              <p14:xfrm>
                <a:off x="2896451" y="1969615"/>
                <a:ext cx="23760" cy="249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E227158-D7AC-8311-2049-017268BC049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87811" y="1960615"/>
                  <a:ext cx="41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91A794-DF31-F370-CDC7-500D2C8BEDBE}"/>
                    </a:ext>
                  </a:extLst>
                </p14:cNvPr>
                <p14:cNvContentPartPr/>
                <p14:nvPr/>
              </p14:nvContentPartPr>
              <p14:xfrm>
                <a:off x="2808971" y="1957735"/>
                <a:ext cx="651240" cy="233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91A794-DF31-F370-CDC7-500D2C8BEDB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00331" y="1948735"/>
                  <a:ext cx="6688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5310E0-1B39-3466-5D91-5A4C0996C3B8}"/>
                    </a:ext>
                  </a:extLst>
                </p14:cNvPr>
                <p14:cNvContentPartPr/>
                <p14:nvPr/>
              </p14:nvContentPartPr>
              <p14:xfrm>
                <a:off x="3478211" y="2040895"/>
                <a:ext cx="52200" cy="102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5310E0-1B39-3466-5D91-5A4C0996C3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69211" y="2031895"/>
                  <a:ext cx="698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F9ACD12-6617-3D27-BD6E-F51DF787960F}"/>
                    </a:ext>
                  </a:extLst>
                </p14:cNvPr>
                <p14:cNvContentPartPr/>
                <p14:nvPr/>
              </p14:nvContentPartPr>
              <p14:xfrm>
                <a:off x="3552731" y="1998055"/>
                <a:ext cx="291600" cy="168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F9ACD12-6617-3D27-BD6E-F51DF787960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44091" y="1989415"/>
                  <a:ext cx="309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FA312DA-31E8-0647-3C24-812585DF7C51}"/>
                    </a:ext>
                  </a:extLst>
                </p14:cNvPr>
                <p14:cNvContentPartPr/>
                <p14:nvPr/>
              </p14:nvContentPartPr>
              <p14:xfrm>
                <a:off x="3955571" y="1969255"/>
                <a:ext cx="64440" cy="131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FA312DA-31E8-0647-3C24-812585DF7C5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46931" y="1960615"/>
                  <a:ext cx="8208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EA876CB-C2E2-D115-E2DC-1F9608A2EE04}"/>
              </a:ext>
            </a:extLst>
          </p:cNvPr>
          <p:cNvGrpSpPr/>
          <p:nvPr/>
        </p:nvGrpSpPr>
        <p:grpSpPr>
          <a:xfrm>
            <a:off x="4284971" y="1873495"/>
            <a:ext cx="1596240" cy="299160"/>
            <a:chOff x="4284971" y="1873495"/>
            <a:chExt cx="159624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B3BDE7A-9155-4471-6D7D-7EA2504079CE}"/>
                    </a:ext>
                  </a:extLst>
                </p14:cNvPr>
                <p14:cNvContentPartPr/>
                <p14:nvPr/>
              </p14:nvContentPartPr>
              <p14:xfrm>
                <a:off x="4284971" y="1921015"/>
                <a:ext cx="537120" cy="251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B3BDE7A-9155-4471-6D7D-7EA2504079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76331" y="1912375"/>
                  <a:ext cx="554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35FF4A3-EDB8-5B3D-0107-F8B05A448FD6}"/>
                    </a:ext>
                  </a:extLst>
                </p14:cNvPr>
                <p14:cNvContentPartPr/>
                <p14:nvPr/>
              </p14:nvContentPartPr>
              <p14:xfrm>
                <a:off x="4833251" y="1909855"/>
                <a:ext cx="10800" cy="41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35FF4A3-EDB8-5B3D-0107-F8B05A448FD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24611" y="1900855"/>
                  <a:ext cx="28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642B5B-EB41-9057-FE07-793322E9FDB8}"/>
                    </a:ext>
                  </a:extLst>
                </p14:cNvPr>
                <p14:cNvContentPartPr/>
                <p14:nvPr/>
              </p14:nvContentPartPr>
              <p14:xfrm>
                <a:off x="4871411" y="1886455"/>
                <a:ext cx="399240" cy="23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642B5B-EB41-9057-FE07-793322E9FDB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62771" y="1877815"/>
                  <a:ext cx="416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DA86F66-C890-384C-283A-F59C1D1A95B9}"/>
                    </a:ext>
                  </a:extLst>
                </p14:cNvPr>
                <p14:cNvContentPartPr/>
                <p14:nvPr/>
              </p14:nvContentPartPr>
              <p14:xfrm>
                <a:off x="5294411" y="1873495"/>
                <a:ext cx="266760" cy="241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DA86F66-C890-384C-283A-F59C1D1A95B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85411" y="1864855"/>
                  <a:ext cx="284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AFB7E81-D107-F6A4-4BFC-F14D506050B0}"/>
                    </a:ext>
                  </a:extLst>
                </p14:cNvPr>
                <p14:cNvContentPartPr/>
                <p14:nvPr/>
              </p14:nvContentPartPr>
              <p14:xfrm>
                <a:off x="5482331" y="1903015"/>
                <a:ext cx="242640" cy="165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AFB7E81-D107-F6A4-4BFC-F14D506050B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73691" y="1894375"/>
                  <a:ext cx="260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51A680-62DD-E1D6-800A-FD9ABEA5AB61}"/>
                    </a:ext>
                  </a:extLst>
                </p14:cNvPr>
                <p14:cNvContentPartPr/>
                <p14:nvPr/>
              </p14:nvContentPartPr>
              <p14:xfrm>
                <a:off x="5723891" y="1952695"/>
                <a:ext cx="157320" cy="138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51A680-62DD-E1D6-800A-FD9ABEA5AB6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15251" y="1943695"/>
                  <a:ext cx="17496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0DC1D13-16AC-29E3-71F6-33BE35F697D2}"/>
              </a:ext>
            </a:extLst>
          </p:cNvPr>
          <p:cNvGrpSpPr/>
          <p:nvPr/>
        </p:nvGrpSpPr>
        <p:grpSpPr>
          <a:xfrm>
            <a:off x="6171371" y="1683055"/>
            <a:ext cx="1003680" cy="480960"/>
            <a:chOff x="6171371" y="1683055"/>
            <a:chExt cx="100368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3503B6D-EA5D-48CA-1D01-85533BD54B9A}"/>
                    </a:ext>
                  </a:extLst>
                </p14:cNvPr>
                <p14:cNvContentPartPr/>
                <p14:nvPr/>
              </p14:nvContentPartPr>
              <p14:xfrm>
                <a:off x="6171371" y="1797895"/>
                <a:ext cx="145440" cy="366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3503B6D-EA5D-48CA-1D01-85533BD54B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62731" y="1789255"/>
                  <a:ext cx="1630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FCCAE62-A69D-E44E-18AA-1023B7F16D5E}"/>
                    </a:ext>
                  </a:extLst>
                </p14:cNvPr>
                <p14:cNvContentPartPr/>
                <p14:nvPr/>
              </p14:nvContentPartPr>
              <p14:xfrm>
                <a:off x="6381971" y="1870975"/>
                <a:ext cx="168480" cy="224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FCCAE62-A69D-E44E-18AA-1023B7F16D5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72971" y="1862335"/>
                  <a:ext cx="186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2C57EF-E99C-6E97-38F2-5EC05710156E}"/>
                    </a:ext>
                  </a:extLst>
                </p14:cNvPr>
                <p14:cNvContentPartPr/>
                <p14:nvPr/>
              </p14:nvContentPartPr>
              <p14:xfrm>
                <a:off x="6468371" y="2000215"/>
                <a:ext cx="50760" cy="99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2C57EF-E99C-6E97-38F2-5EC0571015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59371" y="1991575"/>
                  <a:ext cx="68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FB6FAC-A14D-0B64-614A-517A156E3D58}"/>
                    </a:ext>
                  </a:extLst>
                </p14:cNvPr>
                <p14:cNvContentPartPr/>
                <p14:nvPr/>
              </p14:nvContentPartPr>
              <p14:xfrm>
                <a:off x="6543611" y="1727335"/>
                <a:ext cx="230760" cy="245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FB6FAC-A14D-0B64-614A-517A156E3D5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34611" y="1718335"/>
                  <a:ext cx="2484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AD53492-1156-6170-DA0A-059FF63B01FD}"/>
                    </a:ext>
                  </a:extLst>
                </p14:cNvPr>
                <p14:cNvContentPartPr/>
                <p14:nvPr/>
              </p14:nvContentPartPr>
              <p14:xfrm>
                <a:off x="6733691" y="1867375"/>
                <a:ext cx="270000" cy="183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AD53492-1156-6170-DA0A-059FF63B01F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25051" y="1858375"/>
                  <a:ext cx="287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375169B-661E-1943-C053-8A7C906318EC}"/>
                    </a:ext>
                  </a:extLst>
                </p14:cNvPr>
                <p14:cNvContentPartPr/>
                <p14:nvPr/>
              </p14:nvContentPartPr>
              <p14:xfrm>
                <a:off x="6935651" y="1683055"/>
                <a:ext cx="239400" cy="434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375169B-661E-1943-C053-8A7C906318E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27011" y="1674415"/>
                  <a:ext cx="257040" cy="45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51F6498-D5B2-D68E-1092-8BE8405DD08E}"/>
              </a:ext>
            </a:extLst>
          </p:cNvPr>
          <p:cNvGrpSpPr/>
          <p:nvPr/>
        </p:nvGrpSpPr>
        <p:grpSpPr>
          <a:xfrm>
            <a:off x="7382771" y="1727335"/>
            <a:ext cx="2001240" cy="294120"/>
            <a:chOff x="7382771" y="1727335"/>
            <a:chExt cx="200124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F0A4FEA-7B73-0477-D626-971C153BDBB9}"/>
                    </a:ext>
                  </a:extLst>
                </p14:cNvPr>
                <p14:cNvContentPartPr/>
                <p14:nvPr/>
              </p14:nvContentPartPr>
              <p14:xfrm>
                <a:off x="7449011" y="1809415"/>
                <a:ext cx="9000" cy="176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F0A4FEA-7B73-0477-D626-971C153BDBB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40011" y="1800775"/>
                  <a:ext cx="26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A4ABBB-C137-504A-9F01-289F6BAFADD4}"/>
                    </a:ext>
                  </a:extLst>
                </p14:cNvPr>
                <p14:cNvContentPartPr/>
                <p14:nvPr/>
              </p14:nvContentPartPr>
              <p14:xfrm>
                <a:off x="7382771" y="1896535"/>
                <a:ext cx="142920" cy="25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A4ABBB-C137-504A-9F01-289F6BAFADD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374131" y="1887895"/>
                  <a:ext cx="160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194304D-A306-FB68-BA90-A0323A40B416}"/>
                    </a:ext>
                  </a:extLst>
                </p14:cNvPr>
                <p14:cNvContentPartPr/>
                <p14:nvPr/>
              </p14:nvContentPartPr>
              <p14:xfrm>
                <a:off x="7709651" y="1823095"/>
                <a:ext cx="169920" cy="186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194304D-A306-FB68-BA90-A0323A40B41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00651" y="1814095"/>
                  <a:ext cx="187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01AEC5F-C2EE-A8C9-6717-4A2659791E45}"/>
                    </a:ext>
                  </a:extLst>
                </p14:cNvPr>
                <p14:cNvContentPartPr/>
                <p14:nvPr/>
              </p14:nvContentPartPr>
              <p14:xfrm>
                <a:off x="7851491" y="1849735"/>
                <a:ext cx="383400" cy="171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01AEC5F-C2EE-A8C9-6717-4A2659791E4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42851" y="1841095"/>
                  <a:ext cx="401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651F6D3-2F0D-FADF-7014-5577060488CA}"/>
                    </a:ext>
                  </a:extLst>
                </p14:cNvPr>
                <p14:cNvContentPartPr/>
                <p14:nvPr/>
              </p14:nvContentPartPr>
              <p14:xfrm>
                <a:off x="8303291" y="1851175"/>
                <a:ext cx="239400" cy="160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651F6D3-2F0D-FADF-7014-5577060488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94291" y="1842175"/>
                  <a:ext cx="257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F29B9A-ABC1-739B-ADA1-3B6EF80D3B55}"/>
                    </a:ext>
                  </a:extLst>
                </p14:cNvPr>
                <p14:cNvContentPartPr/>
                <p14:nvPr/>
              </p14:nvContentPartPr>
              <p14:xfrm>
                <a:off x="8568971" y="1854415"/>
                <a:ext cx="48240" cy="117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F29B9A-ABC1-739B-ADA1-3B6EF80D3B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559971" y="1845415"/>
                  <a:ext cx="65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2ACC5FF-BE0B-1A04-48A4-447C1953E602}"/>
                    </a:ext>
                  </a:extLst>
                </p14:cNvPr>
                <p14:cNvContentPartPr/>
                <p14:nvPr/>
              </p14:nvContentPartPr>
              <p14:xfrm>
                <a:off x="8672291" y="1727335"/>
                <a:ext cx="154080" cy="281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2ACC5FF-BE0B-1A04-48A4-447C1953E60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63291" y="1718335"/>
                  <a:ext cx="171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F53C215-7874-CCB3-2CB0-DA869F209083}"/>
                    </a:ext>
                  </a:extLst>
                </p14:cNvPr>
                <p14:cNvContentPartPr/>
                <p14:nvPr/>
              </p14:nvContentPartPr>
              <p14:xfrm>
                <a:off x="8855891" y="1767295"/>
                <a:ext cx="287280" cy="250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F53C215-7874-CCB3-2CB0-DA869F20908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46891" y="1758655"/>
                  <a:ext cx="3049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184764A-7E50-5885-68CE-7EC188A79BFA}"/>
                    </a:ext>
                  </a:extLst>
                </p14:cNvPr>
                <p14:cNvContentPartPr/>
                <p14:nvPr/>
              </p14:nvContentPartPr>
              <p14:xfrm>
                <a:off x="9341531" y="1820575"/>
                <a:ext cx="27720" cy="24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184764A-7E50-5885-68CE-7EC188A79BF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32891" y="1811935"/>
                  <a:ext cx="45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A7AE332-56D3-082D-218B-A86DD42116F0}"/>
                    </a:ext>
                  </a:extLst>
                </p14:cNvPr>
                <p14:cNvContentPartPr/>
                <p14:nvPr/>
              </p14:nvContentPartPr>
              <p14:xfrm>
                <a:off x="9367091" y="1908775"/>
                <a:ext cx="16920" cy="14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A7AE332-56D3-082D-218B-A86DD42116F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358451" y="1899775"/>
                  <a:ext cx="3456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BD4F8FD-CC1B-2297-94FE-D9A6F2E50371}"/>
              </a:ext>
            </a:extLst>
          </p:cNvPr>
          <p:cNvGrpSpPr/>
          <p:nvPr/>
        </p:nvGrpSpPr>
        <p:grpSpPr>
          <a:xfrm>
            <a:off x="9608291" y="1707535"/>
            <a:ext cx="1352160" cy="333360"/>
            <a:chOff x="9608291" y="1707535"/>
            <a:chExt cx="135216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4A98525-99BC-D8DD-E193-4F292CE457D4}"/>
                    </a:ext>
                  </a:extLst>
                </p14:cNvPr>
                <p14:cNvContentPartPr/>
                <p14:nvPr/>
              </p14:nvContentPartPr>
              <p14:xfrm>
                <a:off x="9608291" y="1743895"/>
                <a:ext cx="251280" cy="205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4A98525-99BC-D8DD-E193-4F292CE457D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99651" y="1734895"/>
                  <a:ext cx="268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0ABC96E-156E-6A2F-6D7B-3A3D497271F8}"/>
                    </a:ext>
                  </a:extLst>
                </p14:cNvPr>
                <p14:cNvContentPartPr/>
                <p14:nvPr/>
              </p14:nvContentPartPr>
              <p14:xfrm>
                <a:off x="9947411" y="1876375"/>
                <a:ext cx="156960" cy="164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0ABC96E-156E-6A2F-6D7B-3A3D497271F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38411" y="1867375"/>
                  <a:ext cx="174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60AF770-E3EB-1C97-D5E2-83C1A9948133}"/>
                    </a:ext>
                  </a:extLst>
                </p14:cNvPr>
                <p14:cNvContentPartPr/>
                <p14:nvPr/>
              </p14:nvContentPartPr>
              <p14:xfrm>
                <a:off x="10195451" y="1798615"/>
                <a:ext cx="259920" cy="61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60AF770-E3EB-1C97-D5E2-83C1A994813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86811" y="1789615"/>
                  <a:ext cx="277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E21E864-1F70-114C-464D-A4D5458A96C8}"/>
                    </a:ext>
                  </a:extLst>
                </p14:cNvPr>
                <p14:cNvContentPartPr/>
                <p14:nvPr/>
              </p14:nvContentPartPr>
              <p14:xfrm>
                <a:off x="10495331" y="1707535"/>
                <a:ext cx="245880" cy="198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E21E864-1F70-114C-464D-A4D5458A96C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86691" y="1698535"/>
                  <a:ext cx="263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673072F-A753-8BD8-C36F-A76244E97A00}"/>
                    </a:ext>
                  </a:extLst>
                </p14:cNvPr>
                <p14:cNvContentPartPr/>
                <p14:nvPr/>
              </p14:nvContentPartPr>
              <p14:xfrm>
                <a:off x="10761731" y="1874215"/>
                <a:ext cx="198720" cy="127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673072F-A753-8BD8-C36F-A76244E97A0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52731" y="1865575"/>
                  <a:ext cx="2163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F944E0E-33A6-9423-7546-1C448B5479B4}"/>
              </a:ext>
            </a:extLst>
          </p:cNvPr>
          <p:cNvGrpSpPr/>
          <p:nvPr/>
        </p:nvGrpSpPr>
        <p:grpSpPr>
          <a:xfrm>
            <a:off x="2148731" y="2701495"/>
            <a:ext cx="1773000" cy="233280"/>
            <a:chOff x="2148731" y="2701495"/>
            <a:chExt cx="177300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CC9C8AF-D4AD-1A4C-A99E-54A4F279BEBB}"/>
                    </a:ext>
                  </a:extLst>
                </p14:cNvPr>
                <p14:cNvContentPartPr/>
                <p14:nvPr/>
              </p14:nvContentPartPr>
              <p14:xfrm>
                <a:off x="2148731" y="2851255"/>
                <a:ext cx="328320" cy="10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CC9C8AF-D4AD-1A4C-A99E-54A4F279BEB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139731" y="2842615"/>
                  <a:ext cx="345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FD8946E-3F70-D4EF-93C1-4AC9E19C85CE}"/>
                    </a:ext>
                  </a:extLst>
                </p14:cNvPr>
                <p14:cNvContentPartPr/>
                <p14:nvPr/>
              </p14:nvContentPartPr>
              <p14:xfrm>
                <a:off x="2499371" y="2824255"/>
                <a:ext cx="125280" cy="96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FD8946E-3F70-D4EF-93C1-4AC9E19C85C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90371" y="2815615"/>
                  <a:ext cx="142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E7F906-7B3B-9F61-E3A6-37D3789144D8}"/>
                    </a:ext>
                  </a:extLst>
                </p14:cNvPr>
                <p14:cNvContentPartPr/>
                <p14:nvPr/>
              </p14:nvContentPartPr>
              <p14:xfrm>
                <a:off x="2746331" y="2742895"/>
                <a:ext cx="195480" cy="191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E7F906-7B3B-9F61-E3A6-37D3789144D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37691" y="2733895"/>
                  <a:ext cx="213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C24A8B4-D897-488B-F094-F676A701F904}"/>
                    </a:ext>
                  </a:extLst>
                </p14:cNvPr>
                <p14:cNvContentPartPr/>
                <p14:nvPr/>
              </p14:nvContentPartPr>
              <p14:xfrm>
                <a:off x="2936411" y="2722735"/>
                <a:ext cx="51120" cy="198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C24A8B4-D897-488B-F094-F676A701F90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27771" y="2714095"/>
                  <a:ext cx="68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F0F7062-F056-AD3B-594B-8CB89D249D13}"/>
                    </a:ext>
                  </a:extLst>
                </p14:cNvPr>
                <p14:cNvContentPartPr/>
                <p14:nvPr/>
              </p14:nvContentPartPr>
              <p14:xfrm>
                <a:off x="2927771" y="2806975"/>
                <a:ext cx="300240" cy="115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F0F7062-F056-AD3B-594B-8CB89D249D1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918771" y="2797975"/>
                  <a:ext cx="3178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236447-81D5-4DE9-D866-8111FE5752E6}"/>
                    </a:ext>
                  </a:extLst>
                </p14:cNvPr>
                <p14:cNvContentPartPr/>
                <p14:nvPr/>
              </p14:nvContentPartPr>
              <p14:xfrm>
                <a:off x="3227291" y="2701495"/>
                <a:ext cx="199440" cy="198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236447-81D5-4DE9-D866-8111FE5752E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18291" y="2692855"/>
                  <a:ext cx="217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F7393C-AFAF-C310-5043-1DB46355AB39}"/>
                    </a:ext>
                  </a:extLst>
                </p14:cNvPr>
                <p14:cNvContentPartPr/>
                <p14:nvPr/>
              </p14:nvContentPartPr>
              <p14:xfrm>
                <a:off x="3597731" y="2715895"/>
                <a:ext cx="160920" cy="166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F7393C-AFAF-C310-5043-1DB46355AB3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589091" y="2707255"/>
                  <a:ext cx="178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889DF28-4F0F-ACFC-AF7F-897185CC3624}"/>
                    </a:ext>
                  </a:extLst>
                </p14:cNvPr>
                <p14:cNvContentPartPr/>
                <p14:nvPr/>
              </p14:nvContentPartPr>
              <p14:xfrm>
                <a:off x="3906611" y="2747215"/>
                <a:ext cx="15120" cy="15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889DF28-4F0F-ACFC-AF7F-897185CC362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97611" y="2738575"/>
                  <a:ext cx="32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7146E5-0CFF-2B92-ACE6-F27FC103D415}"/>
                    </a:ext>
                  </a:extLst>
                </p14:cNvPr>
                <p14:cNvContentPartPr/>
                <p14:nvPr/>
              </p14:nvContentPartPr>
              <p14:xfrm>
                <a:off x="3913451" y="2837215"/>
                <a:ext cx="5040" cy="8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47146E5-0CFF-2B92-ACE6-F27FC103D41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04811" y="2828575"/>
                  <a:ext cx="2268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F6F9147-0B65-0FF7-DA16-BCD3A1D48E51}"/>
              </a:ext>
            </a:extLst>
          </p:cNvPr>
          <p:cNvGrpSpPr/>
          <p:nvPr/>
        </p:nvGrpSpPr>
        <p:grpSpPr>
          <a:xfrm>
            <a:off x="4203611" y="2499895"/>
            <a:ext cx="1549440" cy="367560"/>
            <a:chOff x="4203611" y="2499895"/>
            <a:chExt cx="154944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993D142-BD00-FAD3-1CAC-3AA0F7D0F856}"/>
                    </a:ext>
                  </a:extLst>
                </p14:cNvPr>
                <p14:cNvContentPartPr/>
                <p14:nvPr/>
              </p14:nvContentPartPr>
              <p14:xfrm>
                <a:off x="4277051" y="2581255"/>
                <a:ext cx="29880" cy="217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993D142-BD00-FAD3-1CAC-3AA0F7D0F8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68051" y="2572255"/>
                  <a:ext cx="4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39CD29E-FE90-7041-0432-CBBEF3BA278C}"/>
                    </a:ext>
                  </a:extLst>
                </p14:cNvPr>
                <p14:cNvContentPartPr/>
                <p14:nvPr/>
              </p14:nvContentPartPr>
              <p14:xfrm>
                <a:off x="4203611" y="2526535"/>
                <a:ext cx="200160" cy="127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39CD29E-FE90-7041-0432-CBBEF3BA278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94971" y="2517895"/>
                  <a:ext cx="217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13099A3-1B8D-524B-154F-60B2769166C9}"/>
                    </a:ext>
                  </a:extLst>
                </p14:cNvPr>
                <p14:cNvContentPartPr/>
                <p14:nvPr/>
              </p14:nvContentPartPr>
              <p14:xfrm>
                <a:off x="4385771" y="2757295"/>
                <a:ext cx="121680" cy="110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13099A3-1B8D-524B-154F-60B2769166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76771" y="2748655"/>
                  <a:ext cx="139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E1912CA-3B10-A4AE-A532-1BE9758BE283}"/>
                    </a:ext>
                  </a:extLst>
                </p14:cNvPr>
                <p14:cNvContentPartPr/>
                <p14:nvPr/>
              </p14:nvContentPartPr>
              <p14:xfrm>
                <a:off x="4629131" y="2655415"/>
                <a:ext cx="109080" cy="60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E1912CA-3B10-A4AE-A532-1BE9758BE28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20491" y="2646415"/>
                  <a:ext cx="1267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7433A2B-8942-8E7F-D9D6-BD9D9FF92120}"/>
                    </a:ext>
                  </a:extLst>
                </p14:cNvPr>
                <p14:cNvContentPartPr/>
                <p14:nvPr/>
              </p14:nvContentPartPr>
              <p14:xfrm>
                <a:off x="4898051" y="2544175"/>
                <a:ext cx="111600" cy="245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7433A2B-8942-8E7F-D9D6-BD9D9FF9212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89411" y="2535535"/>
                  <a:ext cx="129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D766053-4E4F-6B68-4DD1-5E30C6AB76ED}"/>
                    </a:ext>
                  </a:extLst>
                </p14:cNvPr>
                <p14:cNvContentPartPr/>
                <p14:nvPr/>
              </p14:nvContentPartPr>
              <p14:xfrm>
                <a:off x="5177771" y="2532295"/>
                <a:ext cx="220320" cy="214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D766053-4E4F-6B68-4DD1-5E30C6AB76E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68771" y="2523295"/>
                  <a:ext cx="237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8C0BB1C-A477-A9C9-799C-D9F6B35AA008}"/>
                    </a:ext>
                  </a:extLst>
                </p14:cNvPr>
                <p14:cNvContentPartPr/>
                <p14:nvPr/>
              </p14:nvContentPartPr>
              <p14:xfrm>
                <a:off x="5443451" y="2499895"/>
                <a:ext cx="309600" cy="217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8C0BB1C-A477-A9C9-799C-D9F6B35AA00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34451" y="2491255"/>
                  <a:ext cx="32724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0E0BE22-7656-05B8-8129-8A5896BD4AF2}"/>
              </a:ext>
            </a:extLst>
          </p:cNvPr>
          <p:cNvGrpSpPr/>
          <p:nvPr/>
        </p:nvGrpSpPr>
        <p:grpSpPr>
          <a:xfrm>
            <a:off x="4214051" y="3091375"/>
            <a:ext cx="2220120" cy="431640"/>
            <a:chOff x="4214051" y="3091375"/>
            <a:chExt cx="222012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E6C1CBE-F81B-FF20-2C07-439180647BC2}"/>
                    </a:ext>
                  </a:extLst>
                </p14:cNvPr>
                <p14:cNvContentPartPr/>
                <p14:nvPr/>
              </p14:nvContentPartPr>
              <p14:xfrm>
                <a:off x="4214051" y="3136375"/>
                <a:ext cx="136440" cy="290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E6C1CBE-F81B-FF20-2C07-439180647BC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05411" y="3127375"/>
                  <a:ext cx="1540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2257B8-015C-C1EB-06FA-EBE5AA855C30}"/>
                    </a:ext>
                  </a:extLst>
                </p14:cNvPr>
                <p14:cNvContentPartPr/>
                <p14:nvPr/>
              </p14:nvContentPartPr>
              <p14:xfrm>
                <a:off x="4442291" y="3361735"/>
                <a:ext cx="195840" cy="161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2257B8-015C-C1EB-06FA-EBE5AA855C3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33651" y="3353095"/>
                  <a:ext cx="213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9B5C8EF-1170-7B66-0A72-61E4CF287E3A}"/>
                    </a:ext>
                  </a:extLst>
                </p14:cNvPr>
                <p14:cNvContentPartPr/>
                <p14:nvPr/>
              </p14:nvContentPartPr>
              <p14:xfrm>
                <a:off x="4790771" y="3159415"/>
                <a:ext cx="82800" cy="5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9B5C8EF-1170-7B66-0A72-61E4CF287E3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782131" y="3150415"/>
                  <a:ext cx="100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7E94C28-D9AD-125B-855C-1B85AE1804FB}"/>
                    </a:ext>
                  </a:extLst>
                </p14:cNvPr>
                <p14:cNvContentPartPr/>
                <p14:nvPr/>
              </p14:nvContentPartPr>
              <p14:xfrm>
                <a:off x="4749371" y="3230695"/>
                <a:ext cx="174960" cy="19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7E94C28-D9AD-125B-855C-1B85AE1804F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740731" y="3221695"/>
                  <a:ext cx="192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690E818-B982-99D6-7822-AD62D104EBA5}"/>
                    </a:ext>
                  </a:extLst>
                </p14:cNvPr>
                <p14:cNvContentPartPr/>
                <p14:nvPr/>
              </p14:nvContentPartPr>
              <p14:xfrm>
                <a:off x="5058611" y="3119455"/>
                <a:ext cx="224640" cy="219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690E818-B982-99D6-7822-AD62D104EBA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049611" y="3110815"/>
                  <a:ext cx="2422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46777B6-D91C-541D-3C5A-5E41CE95AEC1}"/>
                    </a:ext>
                  </a:extLst>
                </p14:cNvPr>
                <p14:cNvContentPartPr/>
                <p14:nvPr/>
              </p14:nvContentPartPr>
              <p14:xfrm>
                <a:off x="5333291" y="3098215"/>
                <a:ext cx="145440" cy="2264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46777B6-D91C-541D-3C5A-5E41CE95AEC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24291" y="3089575"/>
                  <a:ext cx="163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62EC360-2EF1-BDA0-F770-D136E29FF950}"/>
                    </a:ext>
                  </a:extLst>
                </p14:cNvPr>
                <p14:cNvContentPartPr/>
                <p14:nvPr/>
              </p14:nvContentPartPr>
              <p14:xfrm>
                <a:off x="5571251" y="3091375"/>
                <a:ext cx="150480" cy="226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62EC360-2EF1-BDA0-F770-D136E29FF95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62251" y="3082375"/>
                  <a:ext cx="168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5A1A225-A048-ABA8-D435-0525AB9FB961}"/>
                    </a:ext>
                  </a:extLst>
                </p14:cNvPr>
                <p14:cNvContentPartPr/>
                <p14:nvPr/>
              </p14:nvContentPartPr>
              <p14:xfrm>
                <a:off x="5780411" y="3118015"/>
                <a:ext cx="174960" cy="219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5A1A225-A048-ABA8-D435-0525AB9FB96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71771" y="3109015"/>
                  <a:ext cx="192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C09321E-C56C-9930-82D6-8E6D453BA9DE}"/>
                    </a:ext>
                  </a:extLst>
                </p14:cNvPr>
                <p14:cNvContentPartPr/>
                <p14:nvPr/>
              </p14:nvContentPartPr>
              <p14:xfrm>
                <a:off x="5835131" y="3133135"/>
                <a:ext cx="289800" cy="188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C09321E-C56C-9930-82D6-8E6D453BA9D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26131" y="3124135"/>
                  <a:ext cx="3074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85B00E-8B42-C7B6-A6AD-424CA80CBD0D}"/>
                    </a:ext>
                  </a:extLst>
                </p14:cNvPr>
                <p14:cNvContentPartPr/>
                <p14:nvPr/>
              </p14:nvContentPartPr>
              <p14:xfrm>
                <a:off x="6244811" y="3124135"/>
                <a:ext cx="189360" cy="218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85B00E-8B42-C7B6-A6AD-424CA80CBD0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36171" y="3115135"/>
                  <a:ext cx="20700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1DB82C8-497C-6285-9A1B-01E45A798D34}"/>
              </a:ext>
            </a:extLst>
          </p:cNvPr>
          <p:cNvGrpSpPr/>
          <p:nvPr/>
        </p:nvGrpSpPr>
        <p:grpSpPr>
          <a:xfrm>
            <a:off x="6699851" y="2958535"/>
            <a:ext cx="1212840" cy="548640"/>
            <a:chOff x="6699851" y="2958535"/>
            <a:chExt cx="1212840" cy="54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B5F1C57-1D39-D40D-436D-CD6927CD10B9}"/>
                    </a:ext>
                  </a:extLst>
                </p14:cNvPr>
                <p14:cNvContentPartPr/>
                <p14:nvPr/>
              </p14:nvContentPartPr>
              <p14:xfrm>
                <a:off x="6699851" y="2958535"/>
                <a:ext cx="48240" cy="172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B5F1C57-1D39-D40D-436D-CD6927CD10B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91211" y="2949895"/>
                  <a:ext cx="65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3249AE8-F6BB-08B5-2A6F-9BCEA11938BB}"/>
                    </a:ext>
                  </a:extLst>
                </p14:cNvPr>
                <p14:cNvContentPartPr/>
                <p14:nvPr/>
              </p14:nvContentPartPr>
              <p14:xfrm>
                <a:off x="6722531" y="3002095"/>
                <a:ext cx="254880" cy="200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3249AE8-F6BB-08B5-2A6F-9BCEA11938B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713891" y="2993095"/>
                  <a:ext cx="272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7281DB9-0E02-42A6-3A9C-2B7B5B067AFD}"/>
                    </a:ext>
                  </a:extLst>
                </p14:cNvPr>
                <p14:cNvContentPartPr/>
                <p14:nvPr/>
              </p14:nvContentPartPr>
              <p14:xfrm>
                <a:off x="6952931" y="3085975"/>
                <a:ext cx="109800" cy="264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7281DB9-0E02-42A6-3A9C-2B7B5B067AF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944291" y="3076975"/>
                  <a:ext cx="1274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A1C917A-A726-6F95-58DC-89A87A943F15}"/>
                    </a:ext>
                  </a:extLst>
                </p14:cNvPr>
                <p14:cNvContentPartPr/>
                <p14:nvPr/>
              </p14:nvContentPartPr>
              <p14:xfrm>
                <a:off x="7054091" y="3222775"/>
                <a:ext cx="124560" cy="140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A1C917A-A726-6F95-58DC-89A87A943F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045091" y="3214135"/>
                  <a:ext cx="142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12B931C-37C2-A9FA-CD2E-F4EA04266466}"/>
                    </a:ext>
                  </a:extLst>
                </p14:cNvPr>
                <p14:cNvContentPartPr/>
                <p14:nvPr/>
              </p14:nvContentPartPr>
              <p14:xfrm>
                <a:off x="7086851" y="3207655"/>
                <a:ext cx="50400" cy="183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12B931C-37C2-A9FA-CD2E-F4EA0426646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78211" y="3198655"/>
                  <a:ext cx="68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49EDFE1-BB08-9620-93A3-3CC9A18B1F9D}"/>
                    </a:ext>
                  </a:extLst>
                </p14:cNvPr>
                <p14:cNvContentPartPr/>
                <p14:nvPr/>
              </p14:nvContentPartPr>
              <p14:xfrm>
                <a:off x="7124651" y="3245095"/>
                <a:ext cx="301320" cy="262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49EDFE1-BB08-9620-93A3-3CC9A18B1F9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15651" y="3236455"/>
                  <a:ext cx="3189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8B0A803-A372-5534-1B0B-FE46A207C07F}"/>
                    </a:ext>
                  </a:extLst>
                </p14:cNvPr>
                <p14:cNvContentPartPr/>
                <p14:nvPr/>
              </p14:nvContentPartPr>
              <p14:xfrm>
                <a:off x="7477451" y="3047815"/>
                <a:ext cx="358560" cy="33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8B0A803-A372-5534-1B0B-FE46A207C07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68811" y="3039175"/>
                  <a:ext cx="3762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76034AB-1C8E-2844-DC5F-832F8A001316}"/>
                    </a:ext>
                  </a:extLst>
                </p14:cNvPr>
                <p14:cNvContentPartPr/>
                <p14:nvPr/>
              </p14:nvContentPartPr>
              <p14:xfrm>
                <a:off x="7780931" y="3013975"/>
                <a:ext cx="131760" cy="133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76034AB-1C8E-2844-DC5F-832F8A00131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71931" y="3005335"/>
                  <a:ext cx="14940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0C51020-A038-0938-7822-3D1E69DD5438}"/>
              </a:ext>
            </a:extLst>
          </p:cNvPr>
          <p:cNvGrpSpPr/>
          <p:nvPr/>
        </p:nvGrpSpPr>
        <p:grpSpPr>
          <a:xfrm>
            <a:off x="8140931" y="2483335"/>
            <a:ext cx="2190960" cy="325080"/>
            <a:chOff x="8140931" y="2483335"/>
            <a:chExt cx="219096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41E7301-A221-B3FE-4B73-4AAA54EE9807}"/>
                    </a:ext>
                  </a:extLst>
                </p14:cNvPr>
                <p14:cNvContentPartPr/>
                <p14:nvPr/>
              </p14:nvContentPartPr>
              <p14:xfrm>
                <a:off x="8299691" y="2578015"/>
                <a:ext cx="13320" cy="230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41E7301-A221-B3FE-4B73-4AAA54EE98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91051" y="2569375"/>
                  <a:ext cx="30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39697CA-154C-D4D0-0F09-F9AD11A477D5}"/>
                    </a:ext>
                  </a:extLst>
                </p14:cNvPr>
                <p14:cNvContentPartPr/>
                <p14:nvPr/>
              </p14:nvContentPartPr>
              <p14:xfrm>
                <a:off x="8140931" y="2483335"/>
                <a:ext cx="413640" cy="74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39697CA-154C-D4D0-0F09-F9AD11A477D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131931" y="2474335"/>
                  <a:ext cx="431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9AA61D3-DFEC-0394-1211-FC0C138AFFDA}"/>
                    </a:ext>
                  </a:extLst>
                </p14:cNvPr>
                <p14:cNvContentPartPr/>
                <p14:nvPr/>
              </p14:nvContentPartPr>
              <p14:xfrm>
                <a:off x="8467811" y="2699335"/>
                <a:ext cx="195840" cy="95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9AA61D3-DFEC-0394-1211-FC0C138AFF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58811" y="2690695"/>
                  <a:ext cx="213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6286C21-C931-6B86-1AFF-1030A7A9BC14}"/>
                    </a:ext>
                  </a:extLst>
                </p14:cNvPr>
                <p14:cNvContentPartPr/>
                <p14:nvPr/>
              </p14:nvContentPartPr>
              <p14:xfrm>
                <a:off x="8720171" y="2528335"/>
                <a:ext cx="146880" cy="270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6286C21-C931-6B86-1AFF-1030A7A9BC1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11171" y="2519695"/>
                  <a:ext cx="164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E7ADB3-18FD-DAE1-B430-CB3C73A88711}"/>
                    </a:ext>
                  </a:extLst>
                </p14:cNvPr>
                <p14:cNvContentPartPr/>
                <p14:nvPr/>
              </p14:nvContentPartPr>
              <p14:xfrm>
                <a:off x="8957771" y="2565415"/>
                <a:ext cx="222120" cy="195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E7ADB3-18FD-DAE1-B430-CB3C73A8871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948771" y="2556415"/>
                  <a:ext cx="239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0AA4211-B21E-AFCF-E8F2-C6B107B84E7A}"/>
                    </a:ext>
                  </a:extLst>
                </p14:cNvPr>
                <p14:cNvContentPartPr/>
                <p14:nvPr/>
              </p14:nvContentPartPr>
              <p14:xfrm>
                <a:off x="9455291" y="2551735"/>
                <a:ext cx="12240" cy="176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0AA4211-B21E-AFCF-E8F2-C6B107B84E7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446651" y="2543095"/>
                  <a:ext cx="29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17DCA47-E30A-C315-BC63-D5834C32F04C}"/>
                    </a:ext>
                  </a:extLst>
                </p14:cNvPr>
                <p14:cNvContentPartPr/>
                <p14:nvPr/>
              </p14:nvContentPartPr>
              <p14:xfrm>
                <a:off x="9378971" y="2516095"/>
                <a:ext cx="213480" cy="184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17DCA47-E30A-C315-BC63-D5834C32F04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370331" y="2507455"/>
                  <a:ext cx="231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91B349A-26D1-4E7B-7E97-92A193758329}"/>
                    </a:ext>
                  </a:extLst>
                </p14:cNvPr>
                <p14:cNvContentPartPr/>
                <p14:nvPr/>
              </p14:nvContentPartPr>
              <p14:xfrm>
                <a:off x="9721691" y="2703655"/>
                <a:ext cx="51120" cy="62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91B349A-26D1-4E7B-7E97-92A19375832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13051" y="2695015"/>
                  <a:ext cx="68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E23CE42-EB14-5561-E000-D6C8BA9FEE20}"/>
                    </a:ext>
                  </a:extLst>
                </p14:cNvPr>
                <p14:cNvContentPartPr/>
                <p14:nvPr/>
              </p14:nvContentPartPr>
              <p14:xfrm>
                <a:off x="9870371" y="2529415"/>
                <a:ext cx="148680" cy="204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E23CE42-EB14-5561-E000-D6C8BA9FEE2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861731" y="2520415"/>
                  <a:ext cx="1663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D50D986-4912-527A-3908-8EF53FC5B63D}"/>
                    </a:ext>
                  </a:extLst>
                </p14:cNvPr>
                <p14:cNvContentPartPr/>
                <p14:nvPr/>
              </p14:nvContentPartPr>
              <p14:xfrm>
                <a:off x="10094651" y="2486935"/>
                <a:ext cx="237240" cy="250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D50D986-4912-527A-3908-8EF53FC5B63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085651" y="2478295"/>
                  <a:ext cx="25488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BEC15F5-2E37-620C-2CC9-FB8440553285}"/>
              </a:ext>
            </a:extLst>
          </p:cNvPr>
          <p:cNvGrpSpPr/>
          <p:nvPr/>
        </p:nvGrpSpPr>
        <p:grpSpPr>
          <a:xfrm>
            <a:off x="8304011" y="3156175"/>
            <a:ext cx="731520" cy="255600"/>
            <a:chOff x="8304011" y="3156175"/>
            <a:chExt cx="73152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0A62F08-6610-7C12-1AED-01EB53A68317}"/>
                    </a:ext>
                  </a:extLst>
                </p14:cNvPr>
                <p14:cNvContentPartPr/>
                <p14:nvPr/>
              </p14:nvContentPartPr>
              <p14:xfrm>
                <a:off x="8304011" y="3156175"/>
                <a:ext cx="152640" cy="202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0A62F08-6610-7C12-1AED-01EB53A6831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295371" y="3147175"/>
                  <a:ext cx="170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EA0BCBF-124D-8CD1-CD5B-01EC33CBCC22}"/>
                    </a:ext>
                  </a:extLst>
                </p14:cNvPr>
                <p14:cNvContentPartPr/>
                <p14:nvPr/>
              </p14:nvContentPartPr>
              <p14:xfrm>
                <a:off x="8521091" y="3321775"/>
                <a:ext cx="209160" cy="90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EA0BCBF-124D-8CD1-CD5B-01EC33CBCC2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512091" y="3312775"/>
                  <a:ext cx="226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4CCED9E-05B4-61AF-BC00-2FAA80CF1B6B}"/>
                    </a:ext>
                  </a:extLst>
                </p14:cNvPr>
                <p14:cNvContentPartPr/>
                <p14:nvPr/>
              </p14:nvContentPartPr>
              <p14:xfrm>
                <a:off x="8786051" y="3158335"/>
                <a:ext cx="249480" cy="111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4CCED9E-05B4-61AF-BC00-2FAA80CF1B6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777051" y="3149695"/>
                  <a:ext cx="26712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18116AA-97DC-9232-445C-3D76AE9B45C0}"/>
              </a:ext>
            </a:extLst>
          </p:cNvPr>
          <p:cNvGrpSpPr/>
          <p:nvPr/>
        </p:nvGrpSpPr>
        <p:grpSpPr>
          <a:xfrm>
            <a:off x="9146051" y="2920375"/>
            <a:ext cx="2341440" cy="435960"/>
            <a:chOff x="9146051" y="2920375"/>
            <a:chExt cx="234144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B38E841-5B6E-41F0-CB2C-070255BF109D}"/>
                    </a:ext>
                  </a:extLst>
                </p14:cNvPr>
                <p14:cNvContentPartPr/>
                <p14:nvPr/>
              </p14:nvContentPartPr>
              <p14:xfrm>
                <a:off x="9146051" y="3112255"/>
                <a:ext cx="170280" cy="196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B38E841-5B6E-41F0-CB2C-070255BF109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37411" y="3103615"/>
                  <a:ext cx="1879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3DE707A-B0A8-E0CB-83C5-8A72D4EF1696}"/>
                    </a:ext>
                  </a:extLst>
                </p14:cNvPr>
                <p14:cNvContentPartPr/>
                <p14:nvPr/>
              </p14:nvContentPartPr>
              <p14:xfrm>
                <a:off x="9400211" y="3239335"/>
                <a:ext cx="20520" cy="6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3DE707A-B0A8-E0CB-83C5-8A72D4EF169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91211" y="3230695"/>
                  <a:ext cx="38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9BFFE8E-DE8D-268D-8B91-F7B4A5CA08B0}"/>
                    </a:ext>
                  </a:extLst>
                </p14:cNvPr>
                <p14:cNvContentPartPr/>
                <p14:nvPr/>
              </p14:nvContentPartPr>
              <p14:xfrm>
                <a:off x="9485171" y="3128815"/>
                <a:ext cx="189360" cy="168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9BFFE8E-DE8D-268D-8B91-F7B4A5CA08B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76531" y="3119815"/>
                  <a:ext cx="207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5D8EE81-8118-6EE8-1782-305132F91921}"/>
                    </a:ext>
                  </a:extLst>
                </p14:cNvPr>
                <p14:cNvContentPartPr/>
                <p14:nvPr/>
              </p14:nvContentPartPr>
              <p14:xfrm>
                <a:off x="9706571" y="3102535"/>
                <a:ext cx="162000" cy="159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5D8EE81-8118-6EE8-1782-305132F9192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697571" y="3093895"/>
                  <a:ext cx="1796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3774525-0E1B-B5A0-FD22-99018A761D9C}"/>
                    </a:ext>
                  </a:extLst>
                </p14:cNvPr>
                <p14:cNvContentPartPr/>
                <p14:nvPr/>
              </p14:nvContentPartPr>
              <p14:xfrm>
                <a:off x="9939131" y="3090655"/>
                <a:ext cx="122400" cy="167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3774525-0E1B-B5A0-FD22-99018A761D9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930131" y="3082015"/>
                  <a:ext cx="140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6E4AF93-65FD-CDC7-B8CB-E7721053F78D}"/>
                    </a:ext>
                  </a:extLst>
                </p14:cNvPr>
                <p14:cNvContentPartPr/>
                <p14:nvPr/>
              </p14:nvContentPartPr>
              <p14:xfrm>
                <a:off x="10138211" y="3070135"/>
                <a:ext cx="138600" cy="193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6E4AF93-65FD-CDC7-B8CB-E7721053F78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129571" y="3061495"/>
                  <a:ext cx="156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CF358FB-15AF-7463-0196-A4EAEB21DA2F}"/>
                    </a:ext>
                  </a:extLst>
                </p14:cNvPr>
                <p14:cNvContentPartPr/>
                <p14:nvPr/>
              </p14:nvContentPartPr>
              <p14:xfrm>
                <a:off x="10444931" y="2929015"/>
                <a:ext cx="34920" cy="151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CF358FB-15AF-7463-0196-A4EAEB21DA2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435931" y="2920015"/>
                  <a:ext cx="52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4F2E7AA-3016-0A4D-753C-564B2CB3173F}"/>
                    </a:ext>
                  </a:extLst>
                </p14:cNvPr>
                <p14:cNvContentPartPr/>
                <p14:nvPr/>
              </p14:nvContentPartPr>
              <p14:xfrm>
                <a:off x="10455371" y="2977255"/>
                <a:ext cx="149760" cy="96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4F2E7AA-3016-0A4D-753C-564B2CB3173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46371" y="2968615"/>
                  <a:ext cx="167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19FB0D8-BD1C-0235-8513-8BD3A4EB750C}"/>
                    </a:ext>
                  </a:extLst>
                </p14:cNvPr>
                <p14:cNvContentPartPr/>
                <p14:nvPr/>
              </p14:nvContentPartPr>
              <p14:xfrm>
                <a:off x="10609091" y="2920375"/>
                <a:ext cx="125640" cy="142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19FB0D8-BD1C-0235-8513-8BD3A4EB750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600091" y="2911735"/>
                  <a:ext cx="143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31BE95-39CF-8786-5503-7A0E036D783C}"/>
                    </a:ext>
                  </a:extLst>
                </p14:cNvPr>
                <p14:cNvContentPartPr/>
                <p14:nvPr/>
              </p14:nvContentPartPr>
              <p14:xfrm>
                <a:off x="10732571" y="2964655"/>
                <a:ext cx="148680" cy="277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31BE95-39CF-8786-5503-7A0E036D783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723571" y="2955655"/>
                  <a:ext cx="1663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33ADE57-95B0-EF30-33D9-9ED158A870DD}"/>
                    </a:ext>
                  </a:extLst>
                </p14:cNvPr>
                <p14:cNvContentPartPr/>
                <p14:nvPr/>
              </p14:nvContentPartPr>
              <p14:xfrm>
                <a:off x="10827611" y="3151855"/>
                <a:ext cx="289080" cy="204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33ADE57-95B0-EF30-33D9-9ED158A870D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818611" y="3142855"/>
                  <a:ext cx="306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484822A-E002-3C36-1082-A8850F172DB9}"/>
                    </a:ext>
                  </a:extLst>
                </p14:cNvPr>
                <p14:cNvContentPartPr/>
                <p14:nvPr/>
              </p14:nvContentPartPr>
              <p14:xfrm>
                <a:off x="11121731" y="3088495"/>
                <a:ext cx="209160" cy="154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484822A-E002-3C36-1082-A8850F172DB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113091" y="3079855"/>
                  <a:ext cx="226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DBBAFC8-B5B0-4A8B-B97D-C271010C73F6}"/>
                    </a:ext>
                  </a:extLst>
                </p14:cNvPr>
                <p14:cNvContentPartPr/>
                <p14:nvPr/>
              </p14:nvContentPartPr>
              <p14:xfrm>
                <a:off x="11334491" y="3150775"/>
                <a:ext cx="153000" cy="1087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DBBAFC8-B5B0-4A8B-B97D-C271010C73F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325491" y="3142135"/>
                  <a:ext cx="1706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09422B4A-70EF-CEC6-D07D-3181AC295FE5}"/>
              </a:ext>
            </a:extLst>
          </p:cNvPr>
          <p:cNvGrpSpPr/>
          <p:nvPr/>
        </p:nvGrpSpPr>
        <p:grpSpPr>
          <a:xfrm>
            <a:off x="9412451" y="4488895"/>
            <a:ext cx="1863360" cy="312840"/>
            <a:chOff x="9412451" y="4488895"/>
            <a:chExt cx="186336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745780A-0506-B2F4-45FE-6DD68B278778}"/>
                    </a:ext>
                  </a:extLst>
                </p14:cNvPr>
                <p14:cNvContentPartPr/>
                <p14:nvPr/>
              </p14:nvContentPartPr>
              <p14:xfrm>
                <a:off x="9412451" y="4635055"/>
                <a:ext cx="366120" cy="392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745780A-0506-B2F4-45FE-6DD68B27877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03811" y="4626415"/>
                  <a:ext cx="383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0371BA1-99D7-F9CF-3D17-383FB9A5C42E}"/>
                    </a:ext>
                  </a:extLst>
                </p14:cNvPr>
                <p14:cNvContentPartPr/>
                <p14:nvPr/>
              </p14:nvContentPartPr>
              <p14:xfrm>
                <a:off x="9733571" y="4599775"/>
                <a:ext cx="120600" cy="92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0371BA1-99D7-F9CF-3D17-383FB9A5C42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24571" y="4591135"/>
                  <a:ext cx="138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7A3BE99-4FF9-950F-455B-41D441BD8EDB}"/>
                    </a:ext>
                  </a:extLst>
                </p14:cNvPr>
                <p14:cNvContentPartPr/>
                <p14:nvPr/>
              </p14:nvContentPartPr>
              <p14:xfrm>
                <a:off x="9997811" y="4552255"/>
                <a:ext cx="325440" cy="249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7A3BE99-4FF9-950F-455B-41D441BD8ED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988811" y="4543255"/>
                  <a:ext cx="343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792DCAE-82B5-344C-AD11-08ECF666619A}"/>
                    </a:ext>
                  </a:extLst>
                </p14:cNvPr>
                <p14:cNvContentPartPr/>
                <p14:nvPr/>
              </p14:nvContentPartPr>
              <p14:xfrm>
                <a:off x="10337291" y="4527055"/>
                <a:ext cx="225000" cy="1918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792DCAE-82B5-344C-AD11-08ECF666619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28651" y="4518055"/>
                  <a:ext cx="242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0477ABB-079C-8BCF-1BE2-3C61FDFA57C9}"/>
                    </a:ext>
                  </a:extLst>
                </p14:cNvPr>
                <p14:cNvContentPartPr/>
                <p14:nvPr/>
              </p14:nvContentPartPr>
              <p14:xfrm>
                <a:off x="10404971" y="4570975"/>
                <a:ext cx="169200" cy="1263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0477ABB-079C-8BCF-1BE2-3C61FDFA57C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396331" y="4561975"/>
                  <a:ext cx="186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99F0B26-0791-5152-4D94-2E2AB4D8EDFC}"/>
                    </a:ext>
                  </a:extLst>
                </p14:cNvPr>
                <p14:cNvContentPartPr/>
                <p14:nvPr/>
              </p14:nvContentPartPr>
              <p14:xfrm>
                <a:off x="10615931" y="4488895"/>
                <a:ext cx="15480" cy="194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99F0B26-0791-5152-4D94-2E2AB4D8EDF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607291" y="4480255"/>
                  <a:ext cx="33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A713DC0-5EF3-E2C3-62F6-15C8276F1AB5}"/>
                    </a:ext>
                  </a:extLst>
                </p14:cNvPr>
                <p14:cNvContentPartPr/>
                <p14:nvPr/>
              </p14:nvContentPartPr>
              <p14:xfrm>
                <a:off x="10559771" y="4590415"/>
                <a:ext cx="312120" cy="943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A713DC0-5EF3-E2C3-62F6-15C8276F1AB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50771" y="4581775"/>
                  <a:ext cx="329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BC8601E-54E1-5081-6CAE-DE5CB42B493A}"/>
                    </a:ext>
                  </a:extLst>
                </p14:cNvPr>
                <p14:cNvContentPartPr/>
                <p14:nvPr/>
              </p14:nvContentPartPr>
              <p14:xfrm>
                <a:off x="10909331" y="4561975"/>
                <a:ext cx="366480" cy="1987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BC8601E-54E1-5081-6CAE-DE5CB42B493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900691" y="4553335"/>
                  <a:ext cx="3841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1F2EBF82-5F95-F8F7-5F43-4603AED4FF9E}"/>
              </a:ext>
            </a:extLst>
          </p:cNvPr>
          <p:cNvGrpSpPr/>
          <p:nvPr/>
        </p:nvGrpSpPr>
        <p:grpSpPr>
          <a:xfrm>
            <a:off x="2156651" y="3704095"/>
            <a:ext cx="6997320" cy="2439360"/>
            <a:chOff x="2156651" y="3704095"/>
            <a:chExt cx="6997320" cy="24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02D9BD1-6898-A6DE-ECE3-4E4634F40C43}"/>
                    </a:ext>
                  </a:extLst>
                </p14:cNvPr>
                <p14:cNvContentPartPr/>
                <p14:nvPr/>
              </p14:nvContentPartPr>
              <p14:xfrm>
                <a:off x="2156651" y="4006495"/>
                <a:ext cx="358560" cy="30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02D9BD1-6898-A6DE-ECE3-4E4634F40C4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148011" y="3997495"/>
                  <a:ext cx="376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3BF891F-0CBE-F2A3-508D-BD61058E0E7B}"/>
                    </a:ext>
                  </a:extLst>
                </p14:cNvPr>
                <p14:cNvContentPartPr/>
                <p14:nvPr/>
              </p14:nvContentPartPr>
              <p14:xfrm>
                <a:off x="2486411" y="3955015"/>
                <a:ext cx="113760" cy="127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3BF891F-0CBE-F2A3-508D-BD61058E0E7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477411" y="3946015"/>
                  <a:ext cx="131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462E745-9BDB-3CB0-77A7-B253A74A2012}"/>
                    </a:ext>
                  </a:extLst>
                </p14:cNvPr>
                <p14:cNvContentPartPr/>
                <p14:nvPr/>
              </p14:nvContentPartPr>
              <p14:xfrm>
                <a:off x="2743451" y="3899215"/>
                <a:ext cx="189720" cy="226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462E745-9BDB-3CB0-77A7-B253A74A201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34451" y="3890575"/>
                  <a:ext cx="2073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453F675-4AAB-1E91-8077-FE6C44D5FED2}"/>
                    </a:ext>
                  </a:extLst>
                </p14:cNvPr>
                <p14:cNvContentPartPr/>
                <p14:nvPr/>
              </p14:nvContentPartPr>
              <p14:xfrm>
                <a:off x="3005171" y="3901735"/>
                <a:ext cx="23400" cy="189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453F675-4AAB-1E91-8077-FE6C44D5FED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96171" y="3893095"/>
                  <a:ext cx="41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7B5D7EA-18C9-8DF1-BD67-93482AB26A23}"/>
                    </a:ext>
                  </a:extLst>
                </p14:cNvPr>
                <p14:cNvContentPartPr/>
                <p14:nvPr/>
              </p14:nvContentPartPr>
              <p14:xfrm>
                <a:off x="2927411" y="4010815"/>
                <a:ext cx="383040" cy="74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7B5D7EA-18C9-8DF1-BD67-93482AB26A2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918411" y="4002175"/>
                  <a:ext cx="400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D3EB2A-BD4A-7DF0-B1BD-77E0FE34CC4B}"/>
                    </a:ext>
                  </a:extLst>
                </p14:cNvPr>
                <p14:cNvContentPartPr/>
                <p14:nvPr/>
              </p14:nvContentPartPr>
              <p14:xfrm>
                <a:off x="3355451" y="3895975"/>
                <a:ext cx="142920" cy="1810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D3EB2A-BD4A-7DF0-B1BD-77E0FE34CC4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346811" y="3887335"/>
                  <a:ext cx="160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48BE3DE-5173-F58E-BEEE-11153BA89BC7}"/>
                    </a:ext>
                  </a:extLst>
                </p14:cNvPr>
                <p14:cNvContentPartPr/>
                <p14:nvPr/>
              </p14:nvContentPartPr>
              <p14:xfrm>
                <a:off x="3301451" y="3920095"/>
                <a:ext cx="199440" cy="22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48BE3DE-5173-F58E-BEEE-11153BA89BC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292451" y="3911095"/>
                  <a:ext cx="217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A63B760-3324-A21C-0BBE-6EFA18AB791C}"/>
                    </a:ext>
                  </a:extLst>
                </p14:cNvPr>
                <p14:cNvContentPartPr/>
                <p14:nvPr/>
              </p14:nvContentPartPr>
              <p14:xfrm>
                <a:off x="3671171" y="3866095"/>
                <a:ext cx="326520" cy="224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A63B760-3324-A21C-0BBE-6EFA18AB791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662531" y="3857455"/>
                  <a:ext cx="344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B4EA191-7081-24AA-44B1-5B2D64E35C3F}"/>
                    </a:ext>
                  </a:extLst>
                </p14:cNvPr>
                <p14:cNvContentPartPr/>
                <p14:nvPr/>
              </p14:nvContentPartPr>
              <p14:xfrm>
                <a:off x="4026851" y="4020895"/>
                <a:ext cx="9360" cy="13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B4EA191-7081-24AA-44B1-5B2D64E35C3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018211" y="4012255"/>
                  <a:ext cx="27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CECB37-003F-2565-8A75-1BA745434C6C}"/>
                    </a:ext>
                  </a:extLst>
                </p14:cNvPr>
                <p14:cNvContentPartPr/>
                <p14:nvPr/>
              </p14:nvContentPartPr>
              <p14:xfrm>
                <a:off x="4405571" y="3828655"/>
                <a:ext cx="30240" cy="195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CECB37-003F-2565-8A75-1BA745434C6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396931" y="3819655"/>
                  <a:ext cx="4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7DC25BA-CBB7-EA16-1736-E0ED7A841B9F}"/>
                    </a:ext>
                  </a:extLst>
                </p14:cNvPr>
                <p14:cNvContentPartPr/>
                <p14:nvPr/>
              </p14:nvContentPartPr>
              <p14:xfrm>
                <a:off x="4305131" y="3766015"/>
                <a:ext cx="257400" cy="150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7DC25BA-CBB7-EA16-1736-E0ED7A841B9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296491" y="3757375"/>
                  <a:ext cx="275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2E3C732-70D7-0ADD-89D5-06BEAC280142}"/>
                    </a:ext>
                  </a:extLst>
                </p14:cNvPr>
                <p14:cNvContentPartPr/>
                <p14:nvPr/>
              </p14:nvContentPartPr>
              <p14:xfrm>
                <a:off x="4553171" y="3932695"/>
                <a:ext cx="92880" cy="149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2E3C732-70D7-0ADD-89D5-06BEAC28014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544531" y="3924055"/>
                  <a:ext cx="110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5A1B07B-8319-0845-3FDF-986E442C9D06}"/>
                    </a:ext>
                  </a:extLst>
                </p14:cNvPr>
                <p14:cNvContentPartPr/>
                <p14:nvPr/>
              </p14:nvContentPartPr>
              <p14:xfrm>
                <a:off x="4763411" y="3850615"/>
                <a:ext cx="226800" cy="532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5A1B07B-8319-0845-3FDF-986E442C9D0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754411" y="3841615"/>
                  <a:ext cx="244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228C448-657B-445F-E389-DBABBEDBFB15}"/>
                    </a:ext>
                  </a:extLst>
                </p14:cNvPr>
                <p14:cNvContentPartPr/>
                <p14:nvPr/>
              </p14:nvContentPartPr>
              <p14:xfrm>
                <a:off x="5136011" y="3739735"/>
                <a:ext cx="29160" cy="185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228C448-657B-445F-E389-DBABBEDBFB1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127371" y="3730735"/>
                  <a:ext cx="46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8A05909-302A-895E-9150-A93AB195FB1D}"/>
                    </a:ext>
                  </a:extLst>
                </p14:cNvPr>
                <p14:cNvContentPartPr/>
                <p14:nvPr/>
              </p14:nvContentPartPr>
              <p14:xfrm>
                <a:off x="5288651" y="3752695"/>
                <a:ext cx="301680" cy="169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8A05909-302A-895E-9150-A93AB195FB1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79651" y="3744055"/>
                  <a:ext cx="319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64ED761-C63E-B9A2-19DF-B42B8BC77E10}"/>
                    </a:ext>
                  </a:extLst>
                </p14:cNvPr>
                <p14:cNvContentPartPr/>
                <p14:nvPr/>
              </p14:nvContentPartPr>
              <p14:xfrm>
                <a:off x="5546771" y="3704095"/>
                <a:ext cx="187200" cy="133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64ED761-C63E-B9A2-19DF-B42B8BC77E1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537771" y="3695455"/>
                  <a:ext cx="204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42F7311-4CA1-3B79-7E6E-B51799E36052}"/>
                    </a:ext>
                  </a:extLst>
                </p14:cNvPr>
                <p14:cNvContentPartPr/>
                <p14:nvPr/>
              </p14:nvContentPartPr>
              <p14:xfrm>
                <a:off x="5770691" y="3819655"/>
                <a:ext cx="202320" cy="907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42F7311-4CA1-3B79-7E6E-B51799E3605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62051" y="3811015"/>
                  <a:ext cx="219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DBCC2FF-7D93-FBF1-2791-B1DD84732755}"/>
                    </a:ext>
                  </a:extLst>
                </p14:cNvPr>
                <p14:cNvContentPartPr/>
                <p14:nvPr/>
              </p14:nvContentPartPr>
              <p14:xfrm>
                <a:off x="4371371" y="4307815"/>
                <a:ext cx="147240" cy="205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DBCC2FF-7D93-FBF1-2791-B1DD8473275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362731" y="4299175"/>
                  <a:ext cx="164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2ABC4B6-6FD7-91C9-6F2B-6A6F15425BD6}"/>
                    </a:ext>
                  </a:extLst>
                </p14:cNvPr>
                <p14:cNvContentPartPr/>
                <p14:nvPr/>
              </p14:nvContentPartPr>
              <p14:xfrm>
                <a:off x="4548131" y="4420135"/>
                <a:ext cx="187560" cy="145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2ABC4B6-6FD7-91C9-6F2B-6A6F15425BD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539131" y="4411135"/>
                  <a:ext cx="205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3FB94AE-FEC2-C199-53D0-4AE24328ACE3}"/>
                    </a:ext>
                  </a:extLst>
                </p14:cNvPr>
                <p14:cNvContentPartPr/>
                <p14:nvPr/>
              </p14:nvContentPartPr>
              <p14:xfrm>
                <a:off x="4878971" y="4294495"/>
                <a:ext cx="153720" cy="7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3FB94AE-FEC2-C199-53D0-4AE24328ACE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869971" y="4285855"/>
                  <a:ext cx="171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8D3BC93-813B-A969-C15D-D199009CDADC}"/>
                    </a:ext>
                  </a:extLst>
                </p14:cNvPr>
                <p14:cNvContentPartPr/>
                <p14:nvPr/>
              </p14:nvContentPartPr>
              <p14:xfrm>
                <a:off x="4919291" y="4332655"/>
                <a:ext cx="162000" cy="9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8D3BC93-813B-A969-C15D-D199009CDAD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910291" y="4323655"/>
                  <a:ext cx="179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30D3CD2-C3FC-200C-EAA3-8EB4A5C625C4}"/>
                    </a:ext>
                  </a:extLst>
                </p14:cNvPr>
                <p14:cNvContentPartPr/>
                <p14:nvPr/>
              </p14:nvContentPartPr>
              <p14:xfrm>
                <a:off x="5231771" y="4197295"/>
                <a:ext cx="163080" cy="204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30D3CD2-C3FC-200C-EAA3-8EB4A5C625C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223131" y="4188655"/>
                  <a:ext cx="180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EA37C3A-CB34-45A6-A5A3-B769E9795630}"/>
                    </a:ext>
                  </a:extLst>
                </p14:cNvPr>
                <p14:cNvContentPartPr/>
                <p14:nvPr/>
              </p14:nvContentPartPr>
              <p14:xfrm>
                <a:off x="5473691" y="4336255"/>
                <a:ext cx="20160" cy="9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EA37C3A-CB34-45A6-A5A3-B769E979563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465051" y="4327255"/>
                  <a:ext cx="37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E027403-D362-BF36-6435-243084DB6752}"/>
                    </a:ext>
                  </a:extLst>
                </p14:cNvPr>
                <p14:cNvContentPartPr/>
                <p14:nvPr/>
              </p14:nvContentPartPr>
              <p14:xfrm>
                <a:off x="5599331" y="4208095"/>
                <a:ext cx="184320" cy="156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E027403-D362-BF36-6435-243084DB675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90331" y="4199455"/>
                  <a:ext cx="201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3D2E571-B01F-58A5-D312-69195A9B8C45}"/>
                    </a:ext>
                  </a:extLst>
                </p14:cNvPr>
                <p14:cNvContentPartPr/>
                <p14:nvPr/>
              </p14:nvContentPartPr>
              <p14:xfrm>
                <a:off x="5801291" y="4180735"/>
                <a:ext cx="147960" cy="142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3D2E571-B01F-58A5-D312-69195A9B8C4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792291" y="4172095"/>
                  <a:ext cx="1656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DB50BB6-FAB8-FF5E-AFA2-CB96A08F174A}"/>
                    </a:ext>
                  </a:extLst>
                </p14:cNvPr>
                <p14:cNvContentPartPr/>
                <p14:nvPr/>
              </p14:nvContentPartPr>
              <p14:xfrm>
                <a:off x="6012251" y="4133935"/>
                <a:ext cx="121680" cy="1890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DB50BB6-FAB8-FF5E-AFA2-CB96A08F174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003611" y="4124935"/>
                  <a:ext cx="139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5DDED81-C675-1266-4481-FE4CD0F35B4C}"/>
                    </a:ext>
                  </a:extLst>
                </p14:cNvPr>
                <p14:cNvContentPartPr/>
                <p14:nvPr/>
              </p14:nvContentPartPr>
              <p14:xfrm>
                <a:off x="6180011" y="4130695"/>
                <a:ext cx="203400" cy="203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5DDED81-C675-1266-4481-FE4CD0F35B4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171011" y="4121695"/>
                  <a:ext cx="221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100FF8A-134F-4E9E-1191-EEA7023ED5BE}"/>
                    </a:ext>
                  </a:extLst>
                </p14:cNvPr>
                <p14:cNvContentPartPr/>
                <p14:nvPr/>
              </p14:nvContentPartPr>
              <p14:xfrm>
                <a:off x="6535331" y="3932695"/>
                <a:ext cx="110160" cy="1688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100FF8A-134F-4E9E-1191-EEA7023ED5B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526691" y="3923695"/>
                  <a:ext cx="1278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747B294-EE4C-8755-9B24-3E7B3D0A258E}"/>
                    </a:ext>
                  </a:extLst>
                </p14:cNvPr>
                <p14:cNvContentPartPr/>
                <p14:nvPr/>
              </p14:nvContentPartPr>
              <p14:xfrm>
                <a:off x="6576371" y="3990295"/>
                <a:ext cx="151920" cy="106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747B294-EE4C-8755-9B24-3E7B3D0A258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567371" y="3981295"/>
                  <a:ext cx="169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DF1E2E5-461C-D4E6-5A71-456946CD1C4D}"/>
                    </a:ext>
                  </a:extLst>
                </p14:cNvPr>
                <p14:cNvContentPartPr/>
                <p14:nvPr/>
              </p14:nvContentPartPr>
              <p14:xfrm>
                <a:off x="6767171" y="3902815"/>
                <a:ext cx="91080" cy="139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DF1E2E5-461C-D4E6-5A71-456946CD1C4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758171" y="3893815"/>
                  <a:ext cx="108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E42E1C9-46A8-0BE9-C39F-CC0D7C9707D4}"/>
                    </a:ext>
                  </a:extLst>
                </p14:cNvPr>
                <p14:cNvContentPartPr/>
                <p14:nvPr/>
              </p14:nvContentPartPr>
              <p14:xfrm>
                <a:off x="6820811" y="4000375"/>
                <a:ext cx="154440" cy="249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E42E1C9-46A8-0BE9-C39F-CC0D7C9707D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811811" y="3991735"/>
                  <a:ext cx="172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4245389-EAF6-69E3-96BF-B87C03C504EF}"/>
                    </a:ext>
                  </a:extLst>
                </p14:cNvPr>
                <p14:cNvContentPartPr/>
                <p14:nvPr/>
              </p14:nvContentPartPr>
              <p14:xfrm>
                <a:off x="6956531" y="4117015"/>
                <a:ext cx="239400" cy="244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4245389-EAF6-69E3-96BF-B87C03C504E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947531" y="4108375"/>
                  <a:ext cx="257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5694954-B90C-2A20-053C-C28261CFCA6C}"/>
                    </a:ext>
                  </a:extLst>
                </p14:cNvPr>
                <p14:cNvContentPartPr/>
                <p14:nvPr/>
              </p14:nvContentPartPr>
              <p14:xfrm>
                <a:off x="7204211" y="4078135"/>
                <a:ext cx="183600" cy="145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5694954-B90C-2A20-053C-C28261CFCA6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195571" y="4069495"/>
                  <a:ext cx="201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0025032-E518-67B8-C277-ADF4D31DF65B}"/>
                    </a:ext>
                  </a:extLst>
                </p14:cNvPr>
                <p14:cNvContentPartPr/>
                <p14:nvPr/>
              </p14:nvContentPartPr>
              <p14:xfrm>
                <a:off x="7397531" y="4123495"/>
                <a:ext cx="189360" cy="128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0025032-E518-67B8-C277-ADF4D31DF65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388531" y="4114495"/>
                  <a:ext cx="207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F90D7A1-644B-C2AA-BC68-DEE299F48C21}"/>
                    </a:ext>
                  </a:extLst>
                </p14:cNvPr>
                <p14:cNvContentPartPr/>
                <p14:nvPr/>
              </p14:nvContentPartPr>
              <p14:xfrm>
                <a:off x="4260851" y="4840975"/>
                <a:ext cx="36360" cy="197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F90D7A1-644B-C2AA-BC68-DEE299F48C2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52211" y="4832335"/>
                  <a:ext cx="54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CB1C004-2BCD-F085-9115-04C875C3F7C9}"/>
                    </a:ext>
                  </a:extLst>
                </p14:cNvPr>
                <p14:cNvContentPartPr/>
                <p14:nvPr/>
              </p14:nvContentPartPr>
              <p14:xfrm>
                <a:off x="4065011" y="4794895"/>
                <a:ext cx="393480" cy="58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CB1C004-2BCD-F085-9115-04C875C3F7C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056011" y="4785895"/>
                  <a:ext cx="411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A626556-5E41-F33C-B937-CF61152361A8}"/>
                    </a:ext>
                  </a:extLst>
                </p14:cNvPr>
                <p14:cNvContentPartPr/>
                <p14:nvPr/>
              </p14:nvContentPartPr>
              <p14:xfrm>
                <a:off x="4442291" y="4931695"/>
                <a:ext cx="182880" cy="85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A626556-5E41-F33C-B937-CF61152361A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433651" y="4923055"/>
                  <a:ext cx="200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0408CFD-AE4C-DAC8-F286-1700F8F771C0}"/>
                    </a:ext>
                  </a:extLst>
                </p14:cNvPr>
                <p14:cNvContentPartPr/>
                <p14:nvPr/>
              </p14:nvContentPartPr>
              <p14:xfrm>
                <a:off x="4648931" y="4819015"/>
                <a:ext cx="193680" cy="1771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0408CFD-AE4C-DAC8-F286-1700F8F771C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640291" y="4810375"/>
                  <a:ext cx="21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4BF41C9-D8AC-0FC2-F31D-CB8CAF3FAD4A}"/>
                    </a:ext>
                  </a:extLst>
                </p14:cNvPr>
                <p14:cNvContentPartPr/>
                <p14:nvPr/>
              </p14:nvContentPartPr>
              <p14:xfrm>
                <a:off x="4873211" y="4786255"/>
                <a:ext cx="451080" cy="178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4BF41C9-D8AC-0FC2-F31D-CB8CAF3FAD4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864211" y="4777255"/>
                  <a:ext cx="468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6595E21-746B-EBDF-F8E6-131EBC01EBE4}"/>
                    </a:ext>
                  </a:extLst>
                </p14:cNvPr>
                <p14:cNvContentPartPr/>
                <p14:nvPr/>
              </p14:nvContentPartPr>
              <p14:xfrm>
                <a:off x="5192891" y="4753495"/>
                <a:ext cx="239400" cy="1854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6595E21-746B-EBDF-F8E6-131EBC01EBE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184251" y="4744855"/>
                  <a:ext cx="257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F7C835E-80FF-11B5-5E5E-EF15C8DAF073}"/>
                    </a:ext>
                  </a:extLst>
                </p14:cNvPr>
                <p14:cNvContentPartPr/>
                <p14:nvPr/>
              </p14:nvContentPartPr>
              <p14:xfrm>
                <a:off x="5485931" y="4762855"/>
                <a:ext cx="438120" cy="1814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F7C835E-80FF-11B5-5E5E-EF15C8DAF07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477291" y="4753855"/>
                  <a:ext cx="455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26A8C2F-B10C-5D7F-B7FA-539ECC02F650}"/>
                    </a:ext>
                  </a:extLst>
                </p14:cNvPr>
                <p14:cNvContentPartPr/>
                <p14:nvPr/>
              </p14:nvContentPartPr>
              <p14:xfrm>
                <a:off x="6157331" y="4828015"/>
                <a:ext cx="364680" cy="12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26A8C2F-B10C-5D7F-B7FA-539ECC02F65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148331" y="4819375"/>
                  <a:ext cx="382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356DDF6-0736-4334-7F56-330C1AA11689}"/>
                    </a:ext>
                  </a:extLst>
                </p14:cNvPr>
                <p14:cNvContentPartPr/>
                <p14:nvPr/>
              </p14:nvContentPartPr>
              <p14:xfrm>
                <a:off x="6527771" y="4784455"/>
                <a:ext cx="105120" cy="102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356DDF6-0736-4334-7F56-330C1AA1168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519131" y="4775455"/>
                  <a:ext cx="122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9010E47-7D35-9093-9D60-23AA6D522BE1}"/>
                    </a:ext>
                  </a:extLst>
                </p14:cNvPr>
                <p14:cNvContentPartPr/>
                <p14:nvPr/>
              </p14:nvContentPartPr>
              <p14:xfrm>
                <a:off x="7055891" y="4640815"/>
                <a:ext cx="200880" cy="184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9010E47-7D35-9093-9D60-23AA6D522BE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047251" y="4631815"/>
                  <a:ext cx="218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A30CCF8-2023-8E64-E8B7-E57F472FF30F}"/>
                    </a:ext>
                  </a:extLst>
                </p14:cNvPr>
                <p14:cNvContentPartPr/>
                <p14:nvPr/>
              </p14:nvContentPartPr>
              <p14:xfrm>
                <a:off x="7355771" y="4769695"/>
                <a:ext cx="61920" cy="195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A30CCF8-2023-8E64-E8B7-E57F472FF30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346771" y="4760695"/>
                  <a:ext cx="79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7C8205F-9BFA-1B20-8C83-1F87B01727A1}"/>
                    </a:ext>
                  </a:extLst>
                </p14:cNvPr>
                <p14:cNvContentPartPr/>
                <p14:nvPr/>
              </p14:nvContentPartPr>
              <p14:xfrm>
                <a:off x="7312211" y="4877695"/>
                <a:ext cx="146880" cy="16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7C8205F-9BFA-1B20-8C83-1F87B01727A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303571" y="4869055"/>
                  <a:ext cx="164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FE1233F-40C0-A8B4-09FD-C6DB610E970A}"/>
                    </a:ext>
                  </a:extLst>
                </p14:cNvPr>
                <p14:cNvContentPartPr/>
                <p14:nvPr/>
              </p14:nvContentPartPr>
              <p14:xfrm>
                <a:off x="7628291" y="4623895"/>
                <a:ext cx="110880" cy="128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FE1233F-40C0-A8B4-09FD-C6DB610E970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619651" y="4614895"/>
                  <a:ext cx="128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D3AC3F5-8C78-2EE5-39CA-C41ABE9C6B33}"/>
                    </a:ext>
                  </a:extLst>
                </p14:cNvPr>
                <p14:cNvContentPartPr/>
                <p14:nvPr/>
              </p14:nvContentPartPr>
              <p14:xfrm>
                <a:off x="7870211" y="4581055"/>
                <a:ext cx="195120" cy="1998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D3AC3F5-8C78-2EE5-39CA-C41ABE9C6B3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861571" y="4572415"/>
                  <a:ext cx="212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1BF61D1-CC0B-5620-3B13-ED207D7BB62F}"/>
                    </a:ext>
                  </a:extLst>
                </p14:cNvPr>
                <p14:cNvContentPartPr/>
                <p14:nvPr/>
              </p14:nvContentPartPr>
              <p14:xfrm>
                <a:off x="8155331" y="4745935"/>
                <a:ext cx="108360" cy="120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1BF61D1-CC0B-5620-3B13-ED207D7BB62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146331" y="4736935"/>
                  <a:ext cx="126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0624A43-1E76-54EF-C617-974BA19C057B}"/>
                    </a:ext>
                  </a:extLst>
                </p14:cNvPr>
                <p14:cNvContentPartPr/>
                <p14:nvPr/>
              </p14:nvContentPartPr>
              <p14:xfrm>
                <a:off x="8454131" y="4609135"/>
                <a:ext cx="134640" cy="123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0624A43-1E76-54EF-C617-974BA19C057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45491" y="4600495"/>
                  <a:ext cx="15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5A5EE58-B218-BC1E-779F-C86E150A94FF}"/>
                    </a:ext>
                  </a:extLst>
                </p14:cNvPr>
                <p14:cNvContentPartPr/>
                <p14:nvPr/>
              </p14:nvContentPartPr>
              <p14:xfrm>
                <a:off x="8703971" y="4576015"/>
                <a:ext cx="204120" cy="191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5A5EE58-B218-BC1E-779F-C86E150A94F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695331" y="4567375"/>
                  <a:ext cx="221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710B286-FF4A-9300-E612-065423A5AAD6}"/>
                    </a:ext>
                  </a:extLst>
                </p14:cNvPr>
                <p14:cNvContentPartPr/>
                <p14:nvPr/>
              </p14:nvContentPartPr>
              <p14:xfrm>
                <a:off x="8989811" y="4741255"/>
                <a:ext cx="164160" cy="1738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710B286-FF4A-9300-E612-065423A5AAD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80811" y="4732255"/>
                  <a:ext cx="181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2A8A1BD-DC0C-A81D-6C7A-B0F85D8684A6}"/>
                    </a:ext>
                  </a:extLst>
                </p14:cNvPr>
                <p14:cNvContentPartPr/>
                <p14:nvPr/>
              </p14:nvContentPartPr>
              <p14:xfrm>
                <a:off x="4341851" y="5370895"/>
                <a:ext cx="32400" cy="258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2A8A1BD-DC0C-A81D-6C7A-B0F85D8684A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333211" y="5361895"/>
                  <a:ext cx="50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463E969-5988-E58A-17C7-6B2C20B19BEC}"/>
                    </a:ext>
                  </a:extLst>
                </p14:cNvPr>
                <p14:cNvContentPartPr/>
                <p14:nvPr/>
              </p14:nvContentPartPr>
              <p14:xfrm>
                <a:off x="4119011" y="5336695"/>
                <a:ext cx="432720" cy="345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463E969-5988-E58A-17C7-6B2C20B19BE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110371" y="5327695"/>
                  <a:ext cx="450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368E3DD-7B98-E0D3-D33D-90A1840B7E9A}"/>
                    </a:ext>
                  </a:extLst>
                </p14:cNvPr>
                <p14:cNvContentPartPr/>
                <p14:nvPr/>
              </p14:nvContentPartPr>
              <p14:xfrm>
                <a:off x="4466411" y="5564935"/>
                <a:ext cx="178200" cy="1936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368E3DD-7B98-E0D3-D33D-90A1840B7E9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457411" y="5556295"/>
                  <a:ext cx="195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C2654FA-7A3E-CCD3-6626-5016F939E639}"/>
                    </a:ext>
                  </a:extLst>
                </p14:cNvPr>
                <p14:cNvContentPartPr/>
                <p14:nvPr/>
              </p14:nvContentPartPr>
              <p14:xfrm>
                <a:off x="4769891" y="5495095"/>
                <a:ext cx="172440" cy="89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C2654FA-7A3E-CCD3-6626-5016F939E63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760891" y="5486455"/>
                  <a:ext cx="190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432EAF8-BF74-B254-AAEE-73E1FE39EA0B}"/>
                    </a:ext>
                  </a:extLst>
                </p14:cNvPr>
                <p14:cNvContentPartPr/>
                <p14:nvPr/>
              </p14:nvContentPartPr>
              <p14:xfrm>
                <a:off x="5208731" y="5310775"/>
                <a:ext cx="24840" cy="303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432EAF8-BF74-B254-AAEE-73E1FE39EA0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199731" y="5302135"/>
                  <a:ext cx="424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BB6E695-439B-9A6C-21D6-C3F51A2130C7}"/>
                    </a:ext>
                  </a:extLst>
                </p14:cNvPr>
                <p14:cNvContentPartPr/>
                <p14:nvPr/>
              </p14:nvContentPartPr>
              <p14:xfrm>
                <a:off x="5010731" y="5292415"/>
                <a:ext cx="420120" cy="47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BB6E695-439B-9A6C-21D6-C3F51A2130C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001731" y="5283415"/>
                  <a:ext cx="437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5E9901B-6CA0-2C75-1394-91A3AB19A6C7}"/>
                    </a:ext>
                  </a:extLst>
                </p14:cNvPr>
                <p14:cNvContentPartPr/>
                <p14:nvPr/>
              </p14:nvContentPartPr>
              <p14:xfrm>
                <a:off x="5291531" y="5523535"/>
                <a:ext cx="141840" cy="1382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5E9901B-6CA0-2C75-1394-91A3AB19A6C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282531" y="5514535"/>
                  <a:ext cx="1594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961AFC1-531F-874A-320D-5F701381C8B9}"/>
                    </a:ext>
                  </a:extLst>
                </p14:cNvPr>
                <p14:cNvContentPartPr/>
                <p14:nvPr/>
              </p14:nvContentPartPr>
              <p14:xfrm>
                <a:off x="5451731" y="5567455"/>
                <a:ext cx="135720" cy="82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961AFC1-531F-874A-320D-5F701381C8B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443091" y="5558815"/>
                  <a:ext cx="153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94DF328-1887-68F5-47FA-7F818C99CF96}"/>
                    </a:ext>
                  </a:extLst>
                </p14:cNvPr>
                <p14:cNvContentPartPr/>
                <p14:nvPr/>
              </p14:nvContentPartPr>
              <p14:xfrm>
                <a:off x="5577011" y="5477815"/>
                <a:ext cx="177120" cy="1828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94DF328-1887-68F5-47FA-7F818C99CF9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568011" y="5468815"/>
                  <a:ext cx="194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3DB19B4-A8B5-41F8-CA88-4588902D200E}"/>
                    </a:ext>
                  </a:extLst>
                </p14:cNvPr>
                <p14:cNvContentPartPr/>
                <p14:nvPr/>
              </p14:nvContentPartPr>
              <p14:xfrm>
                <a:off x="5978051" y="5477095"/>
                <a:ext cx="132120" cy="198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3DB19B4-A8B5-41F8-CA88-4588902D200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969051" y="5468455"/>
                  <a:ext cx="149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55A6F5C-6D47-8ED1-71EB-194190DC999B}"/>
                    </a:ext>
                  </a:extLst>
                </p14:cNvPr>
                <p14:cNvContentPartPr/>
                <p14:nvPr/>
              </p14:nvContentPartPr>
              <p14:xfrm>
                <a:off x="6042131" y="5524975"/>
                <a:ext cx="127080" cy="7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55A6F5C-6D47-8ED1-71EB-194190DC999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033491" y="5516335"/>
                  <a:ext cx="144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F6DE5C8-59B4-EFE1-9033-C3B9E2D88A29}"/>
                    </a:ext>
                  </a:extLst>
                </p14:cNvPr>
                <p14:cNvContentPartPr/>
                <p14:nvPr/>
              </p14:nvContentPartPr>
              <p14:xfrm>
                <a:off x="6349571" y="5397895"/>
                <a:ext cx="243360" cy="1220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F6DE5C8-59B4-EFE1-9033-C3B9E2D88A2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340931" y="5388895"/>
                  <a:ext cx="261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5A8A1A7-FBA7-B58A-008E-F8454C71F871}"/>
                    </a:ext>
                  </a:extLst>
                </p14:cNvPr>
                <p14:cNvContentPartPr/>
                <p14:nvPr/>
              </p14:nvContentPartPr>
              <p14:xfrm>
                <a:off x="6485651" y="5405455"/>
                <a:ext cx="320400" cy="2250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5A8A1A7-FBA7-B58A-008E-F8454C71F87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477011" y="5396455"/>
                  <a:ext cx="338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CA3F733-DA0B-2B56-38FD-FCBD0F3D0752}"/>
                    </a:ext>
                  </a:extLst>
                </p14:cNvPr>
                <p14:cNvContentPartPr/>
                <p14:nvPr/>
              </p14:nvContentPartPr>
              <p14:xfrm>
                <a:off x="6738011" y="5386015"/>
                <a:ext cx="182880" cy="324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CA3F733-DA0B-2B56-38FD-FCBD0F3D075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729011" y="5377375"/>
                  <a:ext cx="200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53CB6BB-DD3E-EF36-FA20-D7355720365D}"/>
                    </a:ext>
                  </a:extLst>
                </p14:cNvPr>
                <p14:cNvContentPartPr/>
                <p14:nvPr/>
              </p14:nvContentPartPr>
              <p14:xfrm>
                <a:off x="6956171" y="5387455"/>
                <a:ext cx="155160" cy="191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53CB6BB-DD3E-EF36-FA20-D7355720365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47531" y="5378815"/>
                  <a:ext cx="172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D16413D-A672-64F7-E20D-3E0D9DB9D5B7}"/>
                    </a:ext>
                  </a:extLst>
                </p14:cNvPr>
                <p14:cNvContentPartPr/>
                <p14:nvPr/>
              </p14:nvContentPartPr>
              <p14:xfrm>
                <a:off x="7242371" y="5581495"/>
                <a:ext cx="1080" cy="18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D16413D-A672-64F7-E20D-3E0D9DB9D5B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233371" y="5572855"/>
                  <a:ext cx="18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08E3439-A27A-68E2-B329-A27AEC6D9C9F}"/>
                    </a:ext>
                  </a:extLst>
                </p14:cNvPr>
                <p14:cNvContentPartPr/>
                <p14:nvPr/>
              </p14:nvContentPartPr>
              <p14:xfrm>
                <a:off x="7384931" y="5375935"/>
                <a:ext cx="158760" cy="1494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08E3439-A27A-68E2-B329-A27AEC6D9C9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376291" y="5366935"/>
                  <a:ext cx="176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1993D80-8D67-4985-3EEA-1BA0769C11BB}"/>
                    </a:ext>
                  </a:extLst>
                </p14:cNvPr>
                <p14:cNvContentPartPr/>
                <p14:nvPr/>
              </p14:nvContentPartPr>
              <p14:xfrm>
                <a:off x="7580771" y="5364055"/>
                <a:ext cx="232560" cy="1731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1993D80-8D67-4985-3EEA-1BA0769C11B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571771" y="5355055"/>
                  <a:ext cx="250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8C609F7-2037-537B-38E1-CF748F88854B}"/>
                    </a:ext>
                  </a:extLst>
                </p14:cNvPr>
                <p14:cNvContentPartPr/>
                <p14:nvPr/>
              </p14:nvContentPartPr>
              <p14:xfrm>
                <a:off x="8009891" y="5298895"/>
                <a:ext cx="73440" cy="2286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8C609F7-2037-537B-38E1-CF748F88854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000891" y="5290255"/>
                  <a:ext cx="91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DEBFBA3-87AB-81F6-7D4C-7E86FF41997F}"/>
                    </a:ext>
                  </a:extLst>
                </p14:cNvPr>
                <p14:cNvContentPartPr/>
                <p14:nvPr/>
              </p14:nvContentPartPr>
              <p14:xfrm>
                <a:off x="8088011" y="5369815"/>
                <a:ext cx="235080" cy="153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DEBFBA3-87AB-81F6-7D4C-7E86FF41997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079011" y="5360815"/>
                  <a:ext cx="252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F7A6C4F-EAA6-39DB-1929-9086489A151B}"/>
                    </a:ext>
                  </a:extLst>
                </p14:cNvPr>
                <p14:cNvContentPartPr/>
                <p14:nvPr/>
              </p14:nvContentPartPr>
              <p14:xfrm>
                <a:off x="3994091" y="5171095"/>
                <a:ext cx="63720" cy="887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F7A6C4F-EAA6-39DB-1929-9086489A151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985091" y="5162455"/>
                  <a:ext cx="8136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02A9686-0B9A-8307-97F8-8077CBF9C793}"/>
                    </a:ext>
                  </a:extLst>
                </p14:cNvPr>
                <p14:cNvContentPartPr/>
                <p14:nvPr/>
              </p14:nvContentPartPr>
              <p14:xfrm>
                <a:off x="3896531" y="5054455"/>
                <a:ext cx="4633200" cy="1089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02A9686-0B9A-8307-97F8-8077CBF9C79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887891" y="5045455"/>
                  <a:ext cx="4650840" cy="11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C2E4A244-8FE1-1B19-7D8C-008985EF3FD4}"/>
                  </a:ext>
                </a:extLst>
              </p14:cNvPr>
              <p14:cNvContentPartPr/>
              <p14:nvPr/>
            </p14:nvContentPartPr>
            <p14:xfrm>
              <a:off x="4287131" y="2227735"/>
              <a:ext cx="1261800" cy="432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C2E4A244-8FE1-1B19-7D8C-008985EF3FD4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4278131" y="2218735"/>
                <a:ext cx="12794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6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EED4ED5A-E4FE-4D82-5FB5-6CA096FE3195}"/>
                  </a:ext>
                </a:extLst>
              </p14:cNvPr>
              <p14:cNvContentPartPr/>
              <p14:nvPr/>
            </p14:nvContentPartPr>
            <p14:xfrm>
              <a:off x="7724411" y="2123695"/>
              <a:ext cx="917640" cy="8712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EED4ED5A-E4FE-4D82-5FB5-6CA096FE3195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7715771" y="2115055"/>
                <a:ext cx="9352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8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0D17691D-3213-F0FC-B511-6839A1B93B92}"/>
                  </a:ext>
                </a:extLst>
              </p14:cNvPr>
              <p14:cNvContentPartPr/>
              <p14:nvPr/>
            </p14:nvContentPartPr>
            <p14:xfrm>
              <a:off x="9844091" y="2153575"/>
              <a:ext cx="703080" cy="3672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0D17691D-3213-F0FC-B511-6839A1B93B92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9835451" y="2144935"/>
                <a:ext cx="720720" cy="5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1203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2729314-DBBB-54C9-DAE6-EFC34CD3A6E4}"/>
              </a:ext>
            </a:extLst>
          </p:cNvPr>
          <p:cNvGrpSpPr/>
          <p:nvPr/>
        </p:nvGrpSpPr>
        <p:grpSpPr>
          <a:xfrm>
            <a:off x="273131" y="164935"/>
            <a:ext cx="1544760" cy="524880"/>
            <a:chOff x="273131" y="164935"/>
            <a:chExt cx="1544760" cy="52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5B6D0F7-4041-D809-A0DE-DD927DD5A442}"/>
                    </a:ext>
                  </a:extLst>
                </p14:cNvPr>
                <p14:cNvContentPartPr/>
                <p14:nvPr/>
              </p14:nvContentPartPr>
              <p14:xfrm>
                <a:off x="273131" y="340255"/>
                <a:ext cx="169560" cy="238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5B6D0F7-4041-D809-A0DE-DD927DD5A4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4491" y="331615"/>
                  <a:ext cx="187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104C8D-D1C7-1C6C-91F0-DDBE750CB9C6}"/>
                    </a:ext>
                  </a:extLst>
                </p14:cNvPr>
                <p14:cNvContentPartPr/>
                <p14:nvPr/>
              </p14:nvContentPartPr>
              <p14:xfrm>
                <a:off x="446651" y="164935"/>
                <a:ext cx="177840" cy="524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104C8D-D1C7-1C6C-91F0-DDBE750CB9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8011" y="156295"/>
                  <a:ext cx="19548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E167BA3-4CE3-A901-D959-400932EDCBEE}"/>
                    </a:ext>
                  </a:extLst>
                </p14:cNvPr>
                <p14:cNvContentPartPr/>
                <p14:nvPr/>
              </p14:nvContentPartPr>
              <p14:xfrm>
                <a:off x="898451" y="385255"/>
                <a:ext cx="265320" cy="171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E167BA3-4CE3-A901-D959-400932EDCB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9811" y="376255"/>
                  <a:ext cx="282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D2DF63-BF39-6261-5D5D-FF02892AD8FC}"/>
                    </a:ext>
                  </a:extLst>
                </p14:cNvPr>
                <p14:cNvContentPartPr/>
                <p14:nvPr/>
              </p14:nvContentPartPr>
              <p14:xfrm>
                <a:off x="757691" y="292375"/>
                <a:ext cx="243000" cy="25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D2DF63-BF39-6261-5D5D-FF02892AD8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9051" y="283735"/>
                  <a:ext cx="260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1B9F2E-6359-CC1D-B14D-ABDFE035F59B}"/>
                    </a:ext>
                  </a:extLst>
                </p14:cNvPr>
                <p14:cNvContentPartPr/>
                <p14:nvPr/>
              </p14:nvContentPartPr>
              <p14:xfrm>
                <a:off x="1176011" y="265735"/>
                <a:ext cx="125640" cy="50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1B9F2E-6359-CC1D-B14D-ABDFE035F5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7371" y="256735"/>
                  <a:ext cx="143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61299A-13CA-C344-AB00-53FAD009C08D}"/>
                    </a:ext>
                  </a:extLst>
                </p14:cNvPr>
                <p14:cNvContentPartPr/>
                <p14:nvPr/>
              </p14:nvContentPartPr>
              <p14:xfrm>
                <a:off x="1041011" y="169255"/>
                <a:ext cx="96840" cy="60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61299A-13CA-C344-AB00-53FAD009C0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2371" y="160615"/>
                  <a:ext cx="114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D1DC20-DD63-7919-A91A-B921F9C18697}"/>
                    </a:ext>
                  </a:extLst>
                </p14:cNvPr>
                <p14:cNvContentPartPr/>
                <p14:nvPr/>
              </p14:nvContentPartPr>
              <p14:xfrm>
                <a:off x="1423691" y="361495"/>
                <a:ext cx="141480" cy="77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D1DC20-DD63-7919-A91A-B921F9C186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14691" y="352495"/>
                  <a:ext cx="159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43BD2D-4CC4-3DF8-145B-8BF85BF5DDD8}"/>
                    </a:ext>
                  </a:extLst>
                </p14:cNvPr>
                <p14:cNvContentPartPr/>
                <p14:nvPr/>
              </p14:nvContentPartPr>
              <p14:xfrm>
                <a:off x="1683251" y="273295"/>
                <a:ext cx="134640" cy="247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43BD2D-4CC4-3DF8-145B-8BF85BF5DD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74611" y="264295"/>
                  <a:ext cx="15228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95DFA1-65C0-9AF1-B0A3-B3AA1BC9EB14}"/>
              </a:ext>
            </a:extLst>
          </p:cNvPr>
          <p:cNvGrpSpPr/>
          <p:nvPr/>
        </p:nvGrpSpPr>
        <p:grpSpPr>
          <a:xfrm>
            <a:off x="2200571" y="324775"/>
            <a:ext cx="558360" cy="108360"/>
            <a:chOff x="2200571" y="324775"/>
            <a:chExt cx="55836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7A370C-D782-BBCE-6614-B5ED221FD599}"/>
                    </a:ext>
                  </a:extLst>
                </p14:cNvPr>
                <p14:cNvContentPartPr/>
                <p14:nvPr/>
              </p14:nvContentPartPr>
              <p14:xfrm>
                <a:off x="2200571" y="358615"/>
                <a:ext cx="481320" cy="4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7A370C-D782-BBCE-6614-B5ED221FD59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91571" y="349615"/>
                  <a:ext cx="498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E4457D-A431-5DBC-477B-43017F567B2A}"/>
                    </a:ext>
                  </a:extLst>
                </p14:cNvPr>
                <p14:cNvContentPartPr/>
                <p14:nvPr/>
              </p14:nvContentPartPr>
              <p14:xfrm>
                <a:off x="2632931" y="324775"/>
                <a:ext cx="126000" cy="108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E4457D-A431-5DBC-477B-43017F567B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4291" y="315775"/>
                  <a:ext cx="1436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A8E52B-0711-FAD7-168A-688C0AB3B784}"/>
              </a:ext>
            </a:extLst>
          </p:cNvPr>
          <p:cNvGrpSpPr/>
          <p:nvPr/>
        </p:nvGrpSpPr>
        <p:grpSpPr>
          <a:xfrm>
            <a:off x="3199211" y="142975"/>
            <a:ext cx="1646280" cy="435960"/>
            <a:chOff x="3199211" y="142975"/>
            <a:chExt cx="164628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E74033-87D6-2F0E-845C-D6C144EE7678}"/>
                    </a:ext>
                  </a:extLst>
                </p14:cNvPr>
                <p14:cNvContentPartPr/>
                <p14:nvPr/>
              </p14:nvContentPartPr>
              <p14:xfrm>
                <a:off x="3199211" y="389575"/>
                <a:ext cx="332640" cy="132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E74033-87D6-2F0E-845C-D6C144EE767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90211" y="380575"/>
                  <a:ext cx="350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1CF6F9-8481-6D61-F4CD-D37B3082D5F5}"/>
                    </a:ext>
                  </a:extLst>
                </p14:cNvPr>
                <p14:cNvContentPartPr/>
                <p14:nvPr/>
              </p14:nvContentPartPr>
              <p14:xfrm>
                <a:off x="3400091" y="232255"/>
                <a:ext cx="59760" cy="54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1CF6F9-8481-6D61-F4CD-D37B3082D5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1451" y="223615"/>
                  <a:ext cx="77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DFD0D6-8C1F-04AF-D864-E19D32E3896C}"/>
                    </a:ext>
                  </a:extLst>
                </p14:cNvPr>
                <p14:cNvContentPartPr/>
                <p14:nvPr/>
              </p14:nvContentPartPr>
              <p14:xfrm>
                <a:off x="3639131" y="184735"/>
                <a:ext cx="161640" cy="348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DFD0D6-8C1F-04AF-D864-E19D32E389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30131" y="175735"/>
                  <a:ext cx="1792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84F49B-A419-0B4F-90C8-9F8EB943D568}"/>
                    </a:ext>
                  </a:extLst>
                </p14:cNvPr>
                <p14:cNvContentPartPr/>
                <p14:nvPr/>
              </p14:nvContentPartPr>
              <p14:xfrm>
                <a:off x="3843971" y="246295"/>
                <a:ext cx="150480" cy="246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84F49B-A419-0B4F-90C8-9F8EB943D5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34971" y="237655"/>
                  <a:ext cx="168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D60C73-AE19-0F59-FF76-EC4B142BEB1D}"/>
                    </a:ext>
                  </a:extLst>
                </p14:cNvPr>
                <p14:cNvContentPartPr/>
                <p14:nvPr/>
              </p14:nvContentPartPr>
              <p14:xfrm>
                <a:off x="4032611" y="418735"/>
                <a:ext cx="83520" cy="160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D60C73-AE19-0F59-FF76-EC4B142BEB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23971" y="409735"/>
                  <a:ext cx="101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0142DF-E85E-DBF6-B0ED-D54DE5D4E06D}"/>
                    </a:ext>
                  </a:extLst>
                </p14:cNvPr>
                <p14:cNvContentPartPr/>
                <p14:nvPr/>
              </p14:nvContentPartPr>
              <p14:xfrm>
                <a:off x="4184891" y="378415"/>
                <a:ext cx="135360" cy="24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30142DF-E85E-DBF6-B0ED-D54DE5D4E0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76251" y="369415"/>
                  <a:ext cx="153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18F9906-8921-9C9B-5690-269D036DF312}"/>
                    </a:ext>
                  </a:extLst>
                </p14:cNvPr>
                <p14:cNvContentPartPr/>
                <p14:nvPr/>
              </p14:nvContentPartPr>
              <p14:xfrm>
                <a:off x="4415291" y="190855"/>
                <a:ext cx="133200" cy="276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18F9906-8921-9C9B-5690-269D036DF3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06651" y="182215"/>
                  <a:ext cx="150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D42C75-0DD8-86DD-49A4-D9D80F8E405D}"/>
                    </a:ext>
                  </a:extLst>
                </p14:cNvPr>
                <p14:cNvContentPartPr/>
                <p14:nvPr/>
              </p14:nvContentPartPr>
              <p14:xfrm>
                <a:off x="4592771" y="142975"/>
                <a:ext cx="252720" cy="427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D42C75-0DD8-86DD-49A4-D9D80F8E40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84131" y="134335"/>
                  <a:ext cx="270360" cy="44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9A7D6D-8664-3014-8CDB-D8733233ECFD}"/>
              </a:ext>
            </a:extLst>
          </p:cNvPr>
          <p:cNvGrpSpPr/>
          <p:nvPr/>
        </p:nvGrpSpPr>
        <p:grpSpPr>
          <a:xfrm>
            <a:off x="5083091" y="86455"/>
            <a:ext cx="974880" cy="401040"/>
            <a:chOff x="5083091" y="86455"/>
            <a:chExt cx="97488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012F92-194C-F74A-9D23-3018D98E3D7B}"/>
                    </a:ext>
                  </a:extLst>
                </p14:cNvPr>
                <p14:cNvContentPartPr/>
                <p14:nvPr/>
              </p14:nvContentPartPr>
              <p14:xfrm>
                <a:off x="5098931" y="344215"/>
                <a:ext cx="119160" cy="1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012F92-194C-F74A-9D23-3018D98E3D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90291" y="335575"/>
                  <a:ext cx="136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97E9C11-35C1-08BA-C094-9D84A2BDA69E}"/>
                    </a:ext>
                  </a:extLst>
                </p14:cNvPr>
                <p14:cNvContentPartPr/>
                <p14:nvPr/>
              </p14:nvContentPartPr>
              <p14:xfrm>
                <a:off x="5083091" y="373735"/>
                <a:ext cx="452160" cy="3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97E9C11-35C1-08BA-C094-9D84A2BDA6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74451" y="364735"/>
                  <a:ext cx="469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3CA973D-A782-0E4F-C0CB-42E0E16A8576}"/>
                    </a:ext>
                  </a:extLst>
                </p14:cNvPr>
                <p14:cNvContentPartPr/>
                <p14:nvPr/>
              </p14:nvContentPartPr>
              <p14:xfrm>
                <a:off x="5659811" y="242335"/>
                <a:ext cx="251280" cy="245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3CA973D-A782-0E4F-C0CB-42E0E16A85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51171" y="233695"/>
                  <a:ext cx="2689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1BAFAA-39FC-B8D0-A536-46DC233F007A}"/>
                    </a:ext>
                  </a:extLst>
                </p14:cNvPr>
                <p14:cNvContentPartPr/>
                <p14:nvPr/>
              </p14:nvContentPartPr>
              <p14:xfrm>
                <a:off x="5535611" y="209215"/>
                <a:ext cx="271080" cy="10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1BAFAA-39FC-B8D0-A536-46DC233F00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26611" y="200215"/>
                  <a:ext cx="288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671D140-D70F-0907-44D2-DE160E5B019B}"/>
                    </a:ext>
                  </a:extLst>
                </p14:cNvPr>
                <p14:cNvContentPartPr/>
                <p14:nvPr/>
              </p14:nvContentPartPr>
              <p14:xfrm>
                <a:off x="5813531" y="86455"/>
                <a:ext cx="244440" cy="123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671D140-D70F-0907-44D2-DE160E5B01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04531" y="77815"/>
                  <a:ext cx="2620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F94E6F-F410-81F3-8D47-240A8C8B0856}"/>
              </a:ext>
            </a:extLst>
          </p:cNvPr>
          <p:cNvGrpSpPr/>
          <p:nvPr/>
        </p:nvGrpSpPr>
        <p:grpSpPr>
          <a:xfrm>
            <a:off x="3164291" y="772255"/>
            <a:ext cx="1377360" cy="414000"/>
            <a:chOff x="3164291" y="772255"/>
            <a:chExt cx="137736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97B41C4-884C-7FA6-5491-FB7760A5FF32}"/>
                    </a:ext>
                  </a:extLst>
                </p14:cNvPr>
                <p14:cNvContentPartPr/>
                <p14:nvPr/>
              </p14:nvContentPartPr>
              <p14:xfrm>
                <a:off x="3249251" y="984295"/>
                <a:ext cx="275040" cy="201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97B41C4-884C-7FA6-5491-FB7760A5FF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40611" y="975295"/>
                  <a:ext cx="2926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E7F41E-B56B-BBFE-3726-D13CD04A4BCD}"/>
                    </a:ext>
                  </a:extLst>
                </p14:cNvPr>
                <p14:cNvContentPartPr/>
                <p14:nvPr/>
              </p14:nvContentPartPr>
              <p14:xfrm>
                <a:off x="3164291" y="910135"/>
                <a:ext cx="441720" cy="52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E7F41E-B56B-BBFE-3726-D13CD04A4BC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55291" y="901135"/>
                  <a:ext cx="459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C79D95-9C56-48AE-5AD1-14F4E56A244C}"/>
                    </a:ext>
                  </a:extLst>
                </p14:cNvPr>
                <p14:cNvContentPartPr/>
                <p14:nvPr/>
              </p14:nvContentPartPr>
              <p14:xfrm>
                <a:off x="3400091" y="772255"/>
                <a:ext cx="69840" cy="49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C79D95-9C56-48AE-5AD1-14F4E56A244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91091" y="763615"/>
                  <a:ext cx="87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68230D5-340A-2D9A-D516-DFABCFD1FB2D}"/>
                    </a:ext>
                  </a:extLst>
                </p14:cNvPr>
                <p14:cNvContentPartPr/>
                <p14:nvPr/>
              </p14:nvContentPartPr>
              <p14:xfrm>
                <a:off x="3752891" y="1015615"/>
                <a:ext cx="107640" cy="15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68230D5-340A-2D9A-D516-DFABCFD1FB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4251" y="1006615"/>
                  <a:ext cx="125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A24A5D-128C-991A-739D-6121308F3E1F}"/>
                    </a:ext>
                  </a:extLst>
                </p14:cNvPr>
                <p14:cNvContentPartPr/>
                <p14:nvPr/>
              </p14:nvContentPartPr>
              <p14:xfrm>
                <a:off x="3738131" y="1035415"/>
                <a:ext cx="396360" cy="66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A24A5D-128C-991A-739D-6121308F3E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29491" y="1026775"/>
                  <a:ext cx="414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80E0670-F6AD-4061-9BA3-31C6D73D6E50}"/>
                    </a:ext>
                  </a:extLst>
                </p14:cNvPr>
                <p14:cNvContentPartPr/>
                <p14:nvPr/>
              </p14:nvContentPartPr>
              <p14:xfrm>
                <a:off x="4220891" y="985015"/>
                <a:ext cx="320760" cy="119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80E0670-F6AD-4061-9BA3-31C6D73D6E5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12251" y="976375"/>
                  <a:ext cx="338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14CA51-1579-2898-281D-001122B01CCC}"/>
                    </a:ext>
                  </a:extLst>
                </p14:cNvPr>
                <p14:cNvContentPartPr/>
                <p14:nvPr/>
              </p14:nvContentPartPr>
              <p14:xfrm>
                <a:off x="4462811" y="852895"/>
                <a:ext cx="5292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14CA51-1579-2898-281D-001122B01C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53811" y="843895"/>
                  <a:ext cx="70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605CF24-6C28-1235-B3B4-E2CF765E70AC}"/>
              </a:ext>
            </a:extLst>
          </p:cNvPr>
          <p:cNvGrpSpPr/>
          <p:nvPr/>
        </p:nvGrpSpPr>
        <p:grpSpPr>
          <a:xfrm>
            <a:off x="4736051" y="701695"/>
            <a:ext cx="1415160" cy="491760"/>
            <a:chOff x="4736051" y="701695"/>
            <a:chExt cx="1415160" cy="49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E9BCA4-9042-4673-F730-79AE575A00A5}"/>
                    </a:ext>
                  </a:extLst>
                </p14:cNvPr>
                <p14:cNvContentPartPr/>
                <p14:nvPr/>
              </p14:nvContentPartPr>
              <p14:xfrm>
                <a:off x="4736051" y="792055"/>
                <a:ext cx="147960" cy="309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E9BCA4-9042-4673-F730-79AE575A00A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27051" y="783055"/>
                  <a:ext cx="1656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21C3E8-33D0-5AC2-21BD-04B3A1FF8E2E}"/>
                    </a:ext>
                  </a:extLst>
                </p14:cNvPr>
                <p14:cNvContentPartPr/>
                <p14:nvPr/>
              </p14:nvContentPartPr>
              <p14:xfrm>
                <a:off x="4893011" y="870175"/>
                <a:ext cx="193680" cy="222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21C3E8-33D0-5AC2-21BD-04B3A1FF8E2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84011" y="861535"/>
                  <a:ext cx="211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8B15D4-8287-6593-6D40-062993F97A22}"/>
                    </a:ext>
                  </a:extLst>
                </p14:cNvPr>
                <p14:cNvContentPartPr/>
                <p14:nvPr/>
              </p14:nvContentPartPr>
              <p14:xfrm>
                <a:off x="5125211" y="1012375"/>
                <a:ext cx="140040" cy="13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8B15D4-8287-6593-6D40-062993F97A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16571" y="1003735"/>
                  <a:ext cx="157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26E60C-5AF8-3CEF-43F0-F14FB14827EB}"/>
                    </a:ext>
                  </a:extLst>
                </p14:cNvPr>
                <p14:cNvContentPartPr/>
                <p14:nvPr/>
              </p14:nvContentPartPr>
              <p14:xfrm>
                <a:off x="5318531" y="949015"/>
                <a:ext cx="134640" cy="20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26E60C-5AF8-3CEF-43F0-F14FB14827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09531" y="940375"/>
                  <a:ext cx="152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87BB86-F337-1E42-081A-F83FCCABD56A}"/>
                    </a:ext>
                  </a:extLst>
                </p14:cNvPr>
                <p14:cNvContentPartPr/>
                <p14:nvPr/>
              </p14:nvContentPartPr>
              <p14:xfrm>
                <a:off x="5571611" y="784855"/>
                <a:ext cx="151560" cy="269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87BB86-F337-1E42-081A-F83FCCABD5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62971" y="775855"/>
                  <a:ext cx="169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8C122A8-00E4-8088-8B9D-3D693D043750}"/>
                    </a:ext>
                  </a:extLst>
                </p14:cNvPr>
                <p14:cNvContentPartPr/>
                <p14:nvPr/>
              </p14:nvContentPartPr>
              <p14:xfrm>
                <a:off x="5800211" y="990775"/>
                <a:ext cx="129240" cy="9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8C122A8-00E4-8088-8B9D-3D693D0437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91211" y="981775"/>
                  <a:ext cx="146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281D390-F272-89D1-9704-E3FA83A3CBCA}"/>
                    </a:ext>
                  </a:extLst>
                </p14:cNvPr>
                <p14:cNvContentPartPr/>
                <p14:nvPr/>
              </p14:nvContentPartPr>
              <p14:xfrm>
                <a:off x="5906051" y="701695"/>
                <a:ext cx="245160" cy="491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281D390-F272-89D1-9704-E3FA83A3CBC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97411" y="692695"/>
                  <a:ext cx="262800" cy="50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92DF670-AA80-A491-311E-58C98CD4062A}"/>
                  </a:ext>
                </a:extLst>
              </p14:cNvPr>
              <p14:cNvContentPartPr/>
              <p14:nvPr/>
            </p14:nvContentPartPr>
            <p14:xfrm>
              <a:off x="4321331" y="1258975"/>
              <a:ext cx="122400" cy="1245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92DF670-AA80-A491-311E-58C98CD4062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312691" y="1250335"/>
                <a:ext cx="14004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776907F-EBC6-FE56-B3C1-3D3DD256E8BA}"/>
                  </a:ext>
                </a:extLst>
              </p14:cNvPr>
              <p14:cNvContentPartPr/>
              <p14:nvPr/>
            </p14:nvContentPartPr>
            <p14:xfrm>
              <a:off x="5638211" y="1280575"/>
              <a:ext cx="173880" cy="1101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776907F-EBC6-FE56-B3C1-3D3DD256E8B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629571" y="1271935"/>
                <a:ext cx="19152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89B4C2E4-CF0A-48BA-D0A5-AA24FDE1B496}"/>
              </a:ext>
            </a:extLst>
          </p:cNvPr>
          <p:cNvGrpSpPr/>
          <p:nvPr/>
        </p:nvGrpSpPr>
        <p:grpSpPr>
          <a:xfrm>
            <a:off x="3459131" y="1742455"/>
            <a:ext cx="615600" cy="124200"/>
            <a:chOff x="3459131" y="1742455"/>
            <a:chExt cx="615600" cy="1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A02FB7-6E03-4555-5CCC-B689FAE51742}"/>
                    </a:ext>
                  </a:extLst>
                </p14:cNvPr>
                <p14:cNvContentPartPr/>
                <p14:nvPr/>
              </p14:nvContentPartPr>
              <p14:xfrm>
                <a:off x="3459131" y="1781335"/>
                <a:ext cx="544320" cy="36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A02FB7-6E03-4555-5CCC-B689FAE5174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50131" y="1772695"/>
                  <a:ext cx="561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6D340A-EE46-C5B4-265F-85D586B88601}"/>
                    </a:ext>
                  </a:extLst>
                </p14:cNvPr>
                <p14:cNvContentPartPr/>
                <p14:nvPr/>
              </p14:nvContentPartPr>
              <p14:xfrm>
                <a:off x="3927491" y="1742455"/>
                <a:ext cx="147240" cy="124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6D340A-EE46-C5B4-265F-85D586B886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18851" y="1733455"/>
                  <a:ext cx="1648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A6BE674-766D-FF39-CCA1-D72368160E82}"/>
              </a:ext>
            </a:extLst>
          </p:cNvPr>
          <p:cNvGrpSpPr/>
          <p:nvPr/>
        </p:nvGrpSpPr>
        <p:grpSpPr>
          <a:xfrm>
            <a:off x="4363811" y="1667575"/>
            <a:ext cx="1275840" cy="218520"/>
            <a:chOff x="4363811" y="1667575"/>
            <a:chExt cx="127584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FCC3F12-0B79-BF94-23A3-C3EBF10CAE3E}"/>
                    </a:ext>
                  </a:extLst>
                </p14:cNvPr>
                <p14:cNvContentPartPr/>
                <p14:nvPr/>
              </p14:nvContentPartPr>
              <p14:xfrm>
                <a:off x="4363811" y="1680895"/>
                <a:ext cx="140760" cy="205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FCC3F12-0B79-BF94-23A3-C3EBF10CAE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54811" y="1672255"/>
                  <a:ext cx="158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10D407-152D-0DE8-B353-B63EF45D7CF2}"/>
                    </a:ext>
                  </a:extLst>
                </p14:cNvPr>
                <p14:cNvContentPartPr/>
                <p14:nvPr/>
              </p14:nvContentPartPr>
              <p14:xfrm>
                <a:off x="4577651" y="1676215"/>
                <a:ext cx="36360" cy="207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10D407-152D-0DE8-B353-B63EF45D7C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69011" y="1667575"/>
                  <a:ext cx="54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4B8057-7EF6-F413-2396-558233AED845}"/>
                    </a:ext>
                  </a:extLst>
                </p14:cNvPr>
                <p14:cNvContentPartPr/>
                <p14:nvPr/>
              </p14:nvContentPartPr>
              <p14:xfrm>
                <a:off x="4554611" y="1712935"/>
                <a:ext cx="525600" cy="160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4B8057-7EF6-F413-2396-558233AED8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45611" y="1704295"/>
                  <a:ext cx="543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5D8400D-FD9B-A17D-D5A9-535F0CC0B36B}"/>
                    </a:ext>
                  </a:extLst>
                </p14:cNvPr>
                <p14:cNvContentPartPr/>
                <p14:nvPr/>
              </p14:nvContentPartPr>
              <p14:xfrm>
                <a:off x="4885451" y="1722655"/>
                <a:ext cx="147600" cy="28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5D8400D-FD9B-A17D-D5A9-535F0CC0B3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76451" y="1713655"/>
                  <a:ext cx="165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24BB82F-6840-4538-F39C-651FB7883791}"/>
                    </a:ext>
                  </a:extLst>
                </p14:cNvPr>
                <p14:cNvContentPartPr/>
                <p14:nvPr/>
              </p14:nvContentPartPr>
              <p14:xfrm>
                <a:off x="5245451" y="1670095"/>
                <a:ext cx="178200" cy="209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24BB82F-6840-4538-F39C-651FB788379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36451" y="1661095"/>
                  <a:ext cx="195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31174AA-B42E-FAAF-ABD0-CF1889633B7B}"/>
                    </a:ext>
                  </a:extLst>
                </p14:cNvPr>
                <p14:cNvContentPartPr/>
                <p14:nvPr/>
              </p14:nvContentPartPr>
              <p14:xfrm>
                <a:off x="5591051" y="1667575"/>
                <a:ext cx="48600" cy="126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31174AA-B42E-FAAF-ABD0-CF1889633B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2411" y="1658935"/>
                  <a:ext cx="6624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48C180A-36B0-632F-541C-66636F3BED58}"/>
              </a:ext>
            </a:extLst>
          </p:cNvPr>
          <p:cNvGrpSpPr/>
          <p:nvPr/>
        </p:nvGrpSpPr>
        <p:grpSpPr>
          <a:xfrm>
            <a:off x="5904611" y="1561375"/>
            <a:ext cx="1465200" cy="244440"/>
            <a:chOff x="5904611" y="1561375"/>
            <a:chExt cx="146520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D9AB9D-760B-63F0-EEB8-DA782825812F}"/>
                    </a:ext>
                  </a:extLst>
                </p14:cNvPr>
                <p14:cNvContentPartPr/>
                <p14:nvPr/>
              </p14:nvContentPartPr>
              <p14:xfrm>
                <a:off x="5904611" y="1693135"/>
                <a:ext cx="465840" cy="112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D9AB9D-760B-63F0-EEB8-DA78282581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95971" y="1684495"/>
                  <a:ext cx="483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62F8AF4-FC33-239C-F9BF-C750A452078B}"/>
                    </a:ext>
                  </a:extLst>
                </p14:cNvPr>
                <p14:cNvContentPartPr/>
                <p14:nvPr/>
              </p14:nvContentPartPr>
              <p14:xfrm>
                <a:off x="6343811" y="1626175"/>
                <a:ext cx="237600" cy="138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62F8AF4-FC33-239C-F9BF-C750A452078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35171" y="1617535"/>
                  <a:ext cx="255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DC8440-51B8-3C09-DB1A-3143041A73E8}"/>
                    </a:ext>
                  </a:extLst>
                </p14:cNvPr>
                <p14:cNvContentPartPr/>
                <p14:nvPr/>
              </p14:nvContentPartPr>
              <p14:xfrm>
                <a:off x="6446771" y="1656055"/>
                <a:ext cx="117000" cy="114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DC8440-51B8-3C09-DB1A-3143041A73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37771" y="1647055"/>
                  <a:ext cx="134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E7FB349-7EE3-A0C0-566F-7C06F081C13F}"/>
                    </a:ext>
                  </a:extLst>
                </p14:cNvPr>
                <p14:cNvContentPartPr/>
                <p14:nvPr/>
              </p14:nvContentPartPr>
              <p14:xfrm>
                <a:off x="6694091" y="1561375"/>
                <a:ext cx="16200" cy="206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E7FB349-7EE3-A0C0-566F-7C06F081C1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85091" y="1552735"/>
                  <a:ext cx="33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F912FC1-5DFB-5BC4-F649-271E7548D5EA}"/>
                    </a:ext>
                  </a:extLst>
                </p14:cNvPr>
                <p14:cNvContentPartPr/>
                <p14:nvPr/>
              </p14:nvContentPartPr>
              <p14:xfrm>
                <a:off x="6611291" y="1665775"/>
                <a:ext cx="366840" cy="80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F912FC1-5DFB-5BC4-F649-271E7548D5E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02291" y="1657135"/>
                  <a:ext cx="384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7E8E66C-7AEB-B15B-71A1-4AC29FA07143}"/>
                    </a:ext>
                  </a:extLst>
                </p14:cNvPr>
                <p14:cNvContentPartPr/>
                <p14:nvPr/>
              </p14:nvContentPartPr>
              <p14:xfrm>
                <a:off x="6992531" y="1613575"/>
                <a:ext cx="377280" cy="14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7E8E66C-7AEB-B15B-71A1-4AC29FA071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83531" y="1604935"/>
                  <a:ext cx="3949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CCB69D9-11A7-0290-E6C0-2855149A1095}"/>
              </a:ext>
            </a:extLst>
          </p:cNvPr>
          <p:cNvGrpSpPr/>
          <p:nvPr/>
        </p:nvGrpSpPr>
        <p:grpSpPr>
          <a:xfrm>
            <a:off x="5860691" y="1924255"/>
            <a:ext cx="6282000" cy="969480"/>
            <a:chOff x="5860691" y="1924255"/>
            <a:chExt cx="6282000" cy="9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F3EB235-8265-9E4C-AD9B-56DD568F6297}"/>
                    </a:ext>
                  </a:extLst>
                </p14:cNvPr>
                <p14:cNvContentPartPr/>
                <p14:nvPr/>
              </p14:nvContentPartPr>
              <p14:xfrm>
                <a:off x="6832691" y="2622295"/>
                <a:ext cx="169920" cy="155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F3EB235-8265-9E4C-AD9B-56DD568F62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24051" y="2613295"/>
                  <a:ext cx="187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27735AA-CE75-FD69-329B-06378F4F1882}"/>
                    </a:ext>
                  </a:extLst>
                </p14:cNvPr>
                <p14:cNvContentPartPr/>
                <p14:nvPr/>
              </p14:nvContentPartPr>
              <p14:xfrm>
                <a:off x="7043291" y="2707615"/>
                <a:ext cx="159120" cy="186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27735AA-CE75-FD69-329B-06378F4F188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4291" y="2698615"/>
                  <a:ext cx="176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5366AF9-F868-9191-B5FA-CA0F04F22067}"/>
                    </a:ext>
                  </a:extLst>
                </p14:cNvPr>
                <p14:cNvContentPartPr/>
                <p14:nvPr/>
              </p14:nvContentPartPr>
              <p14:xfrm>
                <a:off x="7253171" y="2633815"/>
                <a:ext cx="135360" cy="15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5366AF9-F868-9191-B5FA-CA0F04F2206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44531" y="2624815"/>
                  <a:ext cx="153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7668272-24F5-F1C9-4405-B7E6F95C6103}"/>
                    </a:ext>
                  </a:extLst>
                </p14:cNvPr>
                <p14:cNvContentPartPr/>
                <p14:nvPr/>
              </p14:nvContentPartPr>
              <p14:xfrm>
                <a:off x="7488971" y="2562895"/>
                <a:ext cx="174600" cy="184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7668272-24F5-F1C9-4405-B7E6F95C610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79971" y="2554255"/>
                  <a:ext cx="192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D5114B-A211-65B3-9613-F9A4D3125D86}"/>
                    </a:ext>
                  </a:extLst>
                </p14:cNvPr>
                <p14:cNvContentPartPr/>
                <p14:nvPr/>
              </p14:nvContentPartPr>
              <p14:xfrm>
                <a:off x="7715411" y="2628775"/>
                <a:ext cx="125280" cy="213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D5114B-A211-65B3-9613-F9A4D3125D8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06771" y="2619775"/>
                  <a:ext cx="142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99BD9B-AB3D-FE5A-A9AB-DEDBBC1BC812}"/>
                    </a:ext>
                  </a:extLst>
                </p14:cNvPr>
                <p14:cNvContentPartPr/>
                <p14:nvPr/>
              </p14:nvContentPartPr>
              <p14:xfrm>
                <a:off x="5868971" y="2181655"/>
                <a:ext cx="192960" cy="203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99BD9B-AB3D-FE5A-A9AB-DEDBBC1BC81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59971" y="2172655"/>
                  <a:ext cx="2106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3A4FF42-69A8-B7FB-9EE9-2EF2ADB68FFE}"/>
                    </a:ext>
                  </a:extLst>
                </p14:cNvPr>
                <p14:cNvContentPartPr/>
                <p14:nvPr/>
              </p14:nvContentPartPr>
              <p14:xfrm>
                <a:off x="5860691" y="2157895"/>
                <a:ext cx="189000" cy="25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3A4FF42-69A8-B7FB-9EE9-2EF2ADB68FF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51691" y="2148895"/>
                  <a:ext cx="206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9F30EFA-8AEF-3890-CB47-D13D80A27A50}"/>
                    </a:ext>
                  </a:extLst>
                </p14:cNvPr>
                <p14:cNvContentPartPr/>
                <p14:nvPr/>
              </p14:nvContentPartPr>
              <p14:xfrm>
                <a:off x="6092531" y="2302975"/>
                <a:ext cx="156240" cy="159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9F30EFA-8AEF-3890-CB47-D13D80A27A5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83531" y="2294335"/>
                  <a:ext cx="173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7B8D4DE-0C41-246E-2C22-B1643086A8C7}"/>
                    </a:ext>
                  </a:extLst>
                </p14:cNvPr>
                <p14:cNvContentPartPr/>
                <p14:nvPr/>
              </p14:nvContentPartPr>
              <p14:xfrm>
                <a:off x="6387371" y="2193535"/>
                <a:ext cx="149400" cy="93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7B8D4DE-0C41-246E-2C22-B1643086A8C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78731" y="2184895"/>
                  <a:ext cx="167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E6917B-193B-9F9E-9CEF-5BD01C7D8CEF}"/>
                    </a:ext>
                  </a:extLst>
                </p14:cNvPr>
                <p14:cNvContentPartPr/>
                <p14:nvPr/>
              </p14:nvContentPartPr>
              <p14:xfrm>
                <a:off x="6752771" y="2081935"/>
                <a:ext cx="176040" cy="177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E6917B-193B-9F9E-9CEF-5BD01C7D8CE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43771" y="2073295"/>
                  <a:ext cx="193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DAE6BB-6F0A-75B7-D607-07C975EC5128}"/>
                    </a:ext>
                  </a:extLst>
                </p14:cNvPr>
                <p14:cNvContentPartPr/>
                <p14:nvPr/>
              </p14:nvContentPartPr>
              <p14:xfrm>
                <a:off x="6984251" y="2187055"/>
                <a:ext cx="122040" cy="135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DAE6BB-6F0A-75B7-D607-07C975EC512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75251" y="2178055"/>
                  <a:ext cx="139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FDFCEFF-DC71-1C5D-F5CE-203F55827D9B}"/>
                    </a:ext>
                  </a:extLst>
                </p14:cNvPr>
                <p14:cNvContentPartPr/>
                <p14:nvPr/>
              </p14:nvContentPartPr>
              <p14:xfrm>
                <a:off x="7188011" y="2151415"/>
                <a:ext cx="142200" cy="25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FDFCEFF-DC71-1C5D-F5CE-203F55827D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79011" y="2142775"/>
                  <a:ext cx="159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0ECA1D5-D889-1789-3D11-5DE9992C1943}"/>
                    </a:ext>
                  </a:extLst>
                </p14:cNvPr>
                <p14:cNvContentPartPr/>
                <p14:nvPr/>
              </p14:nvContentPartPr>
              <p14:xfrm>
                <a:off x="7424531" y="2034775"/>
                <a:ext cx="174240" cy="189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0ECA1D5-D889-1789-3D11-5DE9992C194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15531" y="2026135"/>
                  <a:ext cx="191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B184D2-65A9-9DF5-6A53-99C001BC1F23}"/>
                    </a:ext>
                  </a:extLst>
                </p14:cNvPr>
                <p14:cNvContentPartPr/>
                <p14:nvPr/>
              </p14:nvContentPartPr>
              <p14:xfrm>
                <a:off x="7705331" y="2147095"/>
                <a:ext cx="34560" cy="162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B184D2-65A9-9DF5-6A53-99C001BC1F2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96691" y="2138095"/>
                  <a:ext cx="52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08FE4E0-49A2-1749-1073-7F3795285902}"/>
                    </a:ext>
                  </a:extLst>
                </p14:cNvPr>
                <p14:cNvContentPartPr/>
                <p14:nvPr/>
              </p14:nvContentPartPr>
              <p14:xfrm>
                <a:off x="7656731" y="2245375"/>
                <a:ext cx="147600" cy="23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08FE4E0-49A2-1749-1073-7F37952859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47731" y="2236375"/>
                  <a:ext cx="165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773057-F8A0-B58D-2F63-8F07028542FD}"/>
                    </a:ext>
                  </a:extLst>
                </p14:cNvPr>
                <p14:cNvContentPartPr/>
                <p14:nvPr/>
              </p14:nvContentPartPr>
              <p14:xfrm>
                <a:off x="6835931" y="2392615"/>
                <a:ext cx="985680" cy="33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773057-F8A0-B58D-2F63-8F07028542F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27291" y="2383615"/>
                  <a:ext cx="1003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2A1B89-6E7B-FE02-5182-6B6FAD82F76D}"/>
                    </a:ext>
                  </a:extLst>
                </p14:cNvPr>
                <p14:cNvContentPartPr/>
                <p14:nvPr/>
              </p14:nvContentPartPr>
              <p14:xfrm>
                <a:off x="7989371" y="2284255"/>
                <a:ext cx="135360" cy="20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2A1B89-6E7B-FE02-5182-6B6FAD82F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80371" y="2275255"/>
                  <a:ext cx="153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5395E0A-BEEB-AD6A-A0B3-EA3B44F453C8}"/>
                    </a:ext>
                  </a:extLst>
                </p14:cNvPr>
                <p14:cNvContentPartPr/>
                <p14:nvPr/>
              </p14:nvContentPartPr>
              <p14:xfrm>
                <a:off x="7994411" y="2345455"/>
                <a:ext cx="174240" cy="16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5395E0A-BEEB-AD6A-A0B3-EA3B44F453C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85771" y="2336455"/>
                  <a:ext cx="191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D59ED82-AB72-6211-011C-CA35274EC002}"/>
                    </a:ext>
                  </a:extLst>
                </p14:cNvPr>
                <p14:cNvContentPartPr/>
                <p14:nvPr/>
              </p14:nvContentPartPr>
              <p14:xfrm>
                <a:off x="8377451" y="2099575"/>
                <a:ext cx="130680" cy="171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D59ED82-AB72-6211-011C-CA35274EC00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68811" y="2090575"/>
                  <a:ext cx="148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A217CB-8253-6DF9-DED0-9099E841BA83}"/>
                    </a:ext>
                  </a:extLst>
                </p14:cNvPr>
                <p14:cNvContentPartPr/>
                <p14:nvPr/>
              </p14:nvContentPartPr>
              <p14:xfrm>
                <a:off x="8543051" y="2248975"/>
                <a:ext cx="24120" cy="9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A217CB-8253-6DF9-DED0-9099E841BA8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34411" y="2239975"/>
                  <a:ext cx="41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0AC2911-9DB6-5782-7064-053D311705B3}"/>
                    </a:ext>
                  </a:extLst>
                </p14:cNvPr>
                <p14:cNvContentPartPr/>
                <p14:nvPr/>
              </p14:nvContentPartPr>
              <p14:xfrm>
                <a:off x="8685611" y="2086255"/>
                <a:ext cx="178920" cy="175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0AC2911-9DB6-5782-7064-053D311705B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76971" y="2077255"/>
                  <a:ext cx="196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2965068-FADC-8056-8D4D-7212B8A57937}"/>
                    </a:ext>
                  </a:extLst>
                </p14:cNvPr>
                <p14:cNvContentPartPr/>
                <p14:nvPr/>
              </p14:nvContentPartPr>
              <p14:xfrm>
                <a:off x="8886851" y="2077975"/>
                <a:ext cx="152640" cy="149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2965068-FADC-8056-8D4D-7212B8A5793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78211" y="2069335"/>
                  <a:ext cx="170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098CF4-CF15-EA7A-D0B5-4EDC0D3F650B}"/>
                    </a:ext>
                  </a:extLst>
                </p14:cNvPr>
                <p14:cNvContentPartPr/>
                <p14:nvPr/>
              </p14:nvContentPartPr>
              <p14:xfrm>
                <a:off x="9081251" y="2058175"/>
                <a:ext cx="121320" cy="184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098CF4-CF15-EA7A-D0B5-4EDC0D3F650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72251" y="2049175"/>
                  <a:ext cx="138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08F0A58-6BCC-6315-A854-5FB3B03573C8}"/>
                    </a:ext>
                  </a:extLst>
                </p14:cNvPr>
                <p14:cNvContentPartPr/>
                <p14:nvPr/>
              </p14:nvContentPartPr>
              <p14:xfrm>
                <a:off x="9268091" y="2050975"/>
                <a:ext cx="156240" cy="205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08F0A58-6BCC-6315-A854-5FB3B03573C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259451" y="2042335"/>
                  <a:ext cx="173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A0DB15C-B8C8-B1FF-B25D-FDC36BB83A87}"/>
                    </a:ext>
                  </a:extLst>
                </p14:cNvPr>
                <p14:cNvContentPartPr/>
                <p14:nvPr/>
              </p14:nvContentPartPr>
              <p14:xfrm>
                <a:off x="9592451" y="2135575"/>
                <a:ext cx="209880" cy="16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A0DB15C-B8C8-B1FF-B25D-FDC36BB83A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83811" y="2126935"/>
                  <a:ext cx="227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80CCE4-F60D-906C-CA33-BF1E763C7458}"/>
                    </a:ext>
                  </a:extLst>
                </p14:cNvPr>
                <p14:cNvContentPartPr/>
                <p14:nvPr/>
              </p14:nvContentPartPr>
              <p14:xfrm>
                <a:off x="9912131" y="2063215"/>
                <a:ext cx="194760" cy="18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80CCE4-F60D-906C-CA33-BF1E763C745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03491" y="2054215"/>
                  <a:ext cx="212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FECE140-D82C-85A5-AC8F-15AE66EA0088}"/>
                    </a:ext>
                  </a:extLst>
                </p14:cNvPr>
                <p14:cNvContentPartPr/>
                <p14:nvPr/>
              </p14:nvContentPartPr>
              <p14:xfrm>
                <a:off x="10195091" y="2214055"/>
                <a:ext cx="9000" cy="1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FECE140-D82C-85A5-AC8F-15AE66EA008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86091" y="2205055"/>
                  <a:ext cx="26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FA9CFE-7D12-1A5E-8B21-6B5963033FD5}"/>
                    </a:ext>
                  </a:extLst>
                </p14:cNvPr>
                <p14:cNvContentPartPr/>
                <p14:nvPr/>
              </p14:nvContentPartPr>
              <p14:xfrm>
                <a:off x="10381571" y="2007415"/>
                <a:ext cx="42120" cy="170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FA9CFE-7D12-1A5E-8B21-6B5963033F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372571" y="1998415"/>
                  <a:ext cx="59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AA77158-F721-7248-FB2E-F41E469550C0}"/>
                    </a:ext>
                  </a:extLst>
                </p14:cNvPr>
                <p14:cNvContentPartPr/>
                <p14:nvPr/>
              </p14:nvContentPartPr>
              <p14:xfrm>
                <a:off x="10480211" y="1969975"/>
                <a:ext cx="176760" cy="205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AA77158-F721-7248-FB2E-F41E469550C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471571" y="1960975"/>
                  <a:ext cx="1944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F263D84-CA11-A304-C8F8-E7917C396A9A}"/>
                    </a:ext>
                  </a:extLst>
                </p14:cNvPr>
                <p14:cNvContentPartPr/>
                <p14:nvPr/>
              </p14:nvContentPartPr>
              <p14:xfrm>
                <a:off x="10735811" y="1962775"/>
                <a:ext cx="114120" cy="87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F263D84-CA11-A304-C8F8-E7917C396A9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26811" y="1953775"/>
                  <a:ext cx="131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D9E3F4-C980-8EF1-4D54-25F12D08C41D}"/>
                    </a:ext>
                  </a:extLst>
                </p14:cNvPr>
                <p14:cNvContentPartPr/>
                <p14:nvPr/>
              </p14:nvContentPartPr>
              <p14:xfrm>
                <a:off x="10707011" y="2062855"/>
                <a:ext cx="142920" cy="91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D9E3F4-C980-8EF1-4D54-25F12D08C41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98371" y="2053855"/>
                  <a:ext cx="160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ABEFEFA-352E-E328-B81E-092978E99FF0}"/>
                    </a:ext>
                  </a:extLst>
                </p14:cNvPr>
                <p14:cNvContentPartPr/>
                <p14:nvPr/>
              </p14:nvContentPartPr>
              <p14:xfrm>
                <a:off x="10975211" y="1924255"/>
                <a:ext cx="14760" cy="255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ABEFEFA-352E-E328-B81E-092978E99FF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966211" y="1915615"/>
                  <a:ext cx="324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D542AF4-099B-20B6-FC8C-6FAF7CD5CB50}"/>
                    </a:ext>
                  </a:extLst>
                </p14:cNvPr>
                <p14:cNvContentPartPr/>
                <p14:nvPr/>
              </p14:nvContentPartPr>
              <p14:xfrm>
                <a:off x="8661851" y="2314135"/>
                <a:ext cx="2341080" cy="134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D542AF4-099B-20B6-FC8C-6FAF7CD5CB5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53211" y="2305495"/>
                  <a:ext cx="2358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AE000B9-B1DF-BF5B-7708-9CB73DB431C3}"/>
                    </a:ext>
                  </a:extLst>
                </p14:cNvPr>
                <p14:cNvContentPartPr/>
                <p14:nvPr/>
              </p14:nvContentPartPr>
              <p14:xfrm>
                <a:off x="8373131" y="2581975"/>
                <a:ext cx="155520" cy="245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AE000B9-B1DF-BF5B-7708-9CB73DB431C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64131" y="2572975"/>
                  <a:ext cx="173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7C93AF2-E5AF-B457-C995-803F57D684A3}"/>
                    </a:ext>
                  </a:extLst>
                </p14:cNvPr>
                <p14:cNvContentPartPr/>
                <p14:nvPr/>
              </p14:nvContentPartPr>
              <p14:xfrm>
                <a:off x="8638451" y="2759095"/>
                <a:ext cx="32400" cy="18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7C93AF2-E5AF-B457-C995-803F57D684A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29451" y="2750095"/>
                  <a:ext cx="50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9202F9E-DA51-6228-9F39-A9642400B440}"/>
                    </a:ext>
                  </a:extLst>
                </p14:cNvPr>
                <p14:cNvContentPartPr/>
                <p14:nvPr/>
              </p14:nvContentPartPr>
              <p14:xfrm>
                <a:off x="8804051" y="2592775"/>
                <a:ext cx="130680" cy="191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9202F9E-DA51-6228-9F39-A9642400B44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95411" y="2584135"/>
                  <a:ext cx="148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F05B13E-031B-3AF6-5544-0F9BD2F4D563}"/>
                    </a:ext>
                  </a:extLst>
                </p14:cNvPr>
                <p14:cNvContentPartPr/>
                <p14:nvPr/>
              </p14:nvContentPartPr>
              <p14:xfrm>
                <a:off x="8808731" y="2603215"/>
                <a:ext cx="352080" cy="94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F05B13E-031B-3AF6-5544-0F9BD2F4D5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800091" y="2594575"/>
                  <a:ext cx="369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D60F762-3F0B-0A4A-2CD3-3B66A3176A2A}"/>
                    </a:ext>
                  </a:extLst>
                </p14:cNvPr>
                <p14:cNvContentPartPr/>
                <p14:nvPr/>
              </p14:nvContentPartPr>
              <p14:xfrm>
                <a:off x="9042011" y="2689975"/>
                <a:ext cx="153360" cy="144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D60F762-3F0B-0A4A-2CD3-3B66A3176A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33371" y="2681335"/>
                  <a:ext cx="171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9BC0F9-B78C-BA60-3D84-F1B7F1CC730A}"/>
                    </a:ext>
                  </a:extLst>
                </p14:cNvPr>
                <p14:cNvContentPartPr/>
                <p14:nvPr/>
              </p14:nvContentPartPr>
              <p14:xfrm>
                <a:off x="9304091" y="2619775"/>
                <a:ext cx="126000" cy="170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9BC0F9-B78C-BA60-3D84-F1B7F1CC730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95091" y="2610775"/>
                  <a:ext cx="143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0425A36-B6F6-1C37-67A6-2703B8D68525}"/>
                    </a:ext>
                  </a:extLst>
                </p14:cNvPr>
                <p14:cNvContentPartPr/>
                <p14:nvPr/>
              </p14:nvContentPartPr>
              <p14:xfrm>
                <a:off x="9339731" y="2567215"/>
                <a:ext cx="300600" cy="192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0425A36-B6F6-1C37-67A6-2703B8D6852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31091" y="2558215"/>
                  <a:ext cx="318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43C495-EA87-9C3F-408A-7369116396B9}"/>
                    </a:ext>
                  </a:extLst>
                </p14:cNvPr>
                <p14:cNvContentPartPr/>
                <p14:nvPr/>
              </p14:nvContentPartPr>
              <p14:xfrm>
                <a:off x="9715931" y="2650015"/>
                <a:ext cx="158400" cy="28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43C495-EA87-9C3F-408A-7369116396B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06931" y="2641015"/>
                  <a:ext cx="176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8BC7055-93BE-E7D4-4DB0-7C7795B9FDC4}"/>
                    </a:ext>
                  </a:extLst>
                </p14:cNvPr>
                <p14:cNvContentPartPr/>
                <p14:nvPr/>
              </p14:nvContentPartPr>
              <p14:xfrm>
                <a:off x="10048931" y="2623015"/>
                <a:ext cx="195840" cy="161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8BC7055-93BE-E7D4-4DB0-7C7795B9FD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40291" y="2614375"/>
                  <a:ext cx="213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106EA62-7988-1514-5729-1AD688120DE6}"/>
                    </a:ext>
                  </a:extLst>
                </p14:cNvPr>
                <p14:cNvContentPartPr/>
                <p14:nvPr/>
              </p14:nvContentPartPr>
              <p14:xfrm>
                <a:off x="10343051" y="2556415"/>
                <a:ext cx="187560" cy="231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106EA62-7988-1514-5729-1AD688120DE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334411" y="2547775"/>
                  <a:ext cx="205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C2C972F-2BDA-A5AD-4D67-3AAD50CB2625}"/>
                    </a:ext>
                  </a:extLst>
                </p14:cNvPr>
                <p14:cNvContentPartPr/>
                <p14:nvPr/>
              </p14:nvContentPartPr>
              <p14:xfrm>
                <a:off x="10636091" y="2563615"/>
                <a:ext cx="127800" cy="187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C2C972F-2BDA-A5AD-4D67-3AAD50CB262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627091" y="2554975"/>
                  <a:ext cx="145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E662B0B-E768-914F-4F80-A24DE7F62E17}"/>
                    </a:ext>
                  </a:extLst>
                </p14:cNvPr>
                <p14:cNvContentPartPr/>
                <p14:nvPr/>
              </p14:nvContentPartPr>
              <p14:xfrm>
                <a:off x="10833371" y="2538775"/>
                <a:ext cx="113040" cy="93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E662B0B-E768-914F-4F80-A24DE7F62E1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824371" y="2529775"/>
                  <a:ext cx="130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C8205BC-80B1-85BB-4B77-3B3853A34F22}"/>
                    </a:ext>
                  </a:extLst>
                </p14:cNvPr>
                <p14:cNvContentPartPr/>
                <p14:nvPr/>
              </p14:nvContentPartPr>
              <p14:xfrm>
                <a:off x="10821491" y="2646415"/>
                <a:ext cx="120960" cy="104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C8205BC-80B1-85BB-4B77-3B3853A34F2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12491" y="2637415"/>
                  <a:ext cx="138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F5B8960-28FF-1FAD-A5C5-39E034BE99D7}"/>
                    </a:ext>
                  </a:extLst>
                </p14:cNvPr>
                <p14:cNvContentPartPr/>
                <p14:nvPr/>
              </p14:nvContentPartPr>
              <p14:xfrm>
                <a:off x="11034611" y="2476135"/>
                <a:ext cx="20160" cy="250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F5B8960-28FF-1FAD-A5C5-39E034BE99D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025971" y="2467495"/>
                  <a:ext cx="378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2282204-1CA8-166A-1A49-7636ABE4371E}"/>
                    </a:ext>
                  </a:extLst>
                </p14:cNvPr>
                <p14:cNvContentPartPr/>
                <p14:nvPr/>
              </p14:nvContentPartPr>
              <p14:xfrm>
                <a:off x="11146931" y="2220895"/>
                <a:ext cx="149760" cy="8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2282204-1CA8-166A-1A49-7636ABE4371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137931" y="2211895"/>
                  <a:ext cx="167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F1957FA-59FC-C788-EF58-5B1673767181}"/>
                    </a:ext>
                  </a:extLst>
                </p14:cNvPr>
                <p14:cNvContentPartPr/>
                <p14:nvPr/>
              </p14:nvContentPartPr>
              <p14:xfrm>
                <a:off x="11164571" y="2279215"/>
                <a:ext cx="131040" cy="14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F1957FA-59FC-C788-EF58-5B167376718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55571" y="2270575"/>
                  <a:ext cx="148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8154B73-5EDF-6ACF-2C3F-00A2BFFC1ED4}"/>
                    </a:ext>
                  </a:extLst>
                </p14:cNvPr>
                <p14:cNvContentPartPr/>
                <p14:nvPr/>
              </p14:nvContentPartPr>
              <p14:xfrm>
                <a:off x="11414411" y="2137735"/>
                <a:ext cx="137520" cy="165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8154B73-5EDF-6ACF-2C3F-00A2BFFC1E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405411" y="2128735"/>
                  <a:ext cx="155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ECAC113-87C5-DDA6-D3D3-F4E1207AE79B}"/>
                    </a:ext>
                  </a:extLst>
                </p14:cNvPr>
                <p14:cNvContentPartPr/>
                <p14:nvPr/>
              </p14:nvContentPartPr>
              <p14:xfrm>
                <a:off x="11629691" y="2257255"/>
                <a:ext cx="14400" cy="10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ECAC113-87C5-DDA6-D3D3-F4E1207AE79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620691" y="2248255"/>
                  <a:ext cx="3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277B41B-6D4F-8BCC-9723-46264BEC63A6}"/>
                    </a:ext>
                  </a:extLst>
                </p14:cNvPr>
                <p14:cNvContentPartPr/>
                <p14:nvPr/>
              </p14:nvContentPartPr>
              <p14:xfrm>
                <a:off x="11684051" y="2084455"/>
                <a:ext cx="153720" cy="193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277B41B-6D4F-8BCC-9723-46264BEC63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675411" y="2075455"/>
                  <a:ext cx="171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73BAC4-D0A9-7B32-88B1-1708E62716CE}"/>
                    </a:ext>
                  </a:extLst>
                </p14:cNvPr>
                <p14:cNvContentPartPr/>
                <p14:nvPr/>
              </p14:nvContentPartPr>
              <p14:xfrm>
                <a:off x="11909771" y="2076895"/>
                <a:ext cx="38880" cy="163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73BAC4-D0A9-7B32-88B1-1708E62716C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900771" y="2068255"/>
                  <a:ext cx="56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DB7FE15-5A85-D434-22C2-DB9CCDEFCA11}"/>
                    </a:ext>
                  </a:extLst>
                </p14:cNvPr>
                <p14:cNvContentPartPr/>
                <p14:nvPr/>
              </p14:nvContentPartPr>
              <p14:xfrm>
                <a:off x="11974571" y="2082655"/>
                <a:ext cx="168120" cy="215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DB7FE15-5A85-D434-22C2-DB9CCDEFCA1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65571" y="2073655"/>
                  <a:ext cx="1857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EBD1D59-561E-F8D2-3B87-329D5A03E85F}"/>
              </a:ext>
            </a:extLst>
          </p:cNvPr>
          <p:cNvGrpSpPr/>
          <p:nvPr/>
        </p:nvGrpSpPr>
        <p:grpSpPr>
          <a:xfrm>
            <a:off x="5863211" y="3336895"/>
            <a:ext cx="407880" cy="304200"/>
            <a:chOff x="5863211" y="3336895"/>
            <a:chExt cx="40788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1B39448-9017-38BD-DE2C-15B4580BD1A9}"/>
                    </a:ext>
                  </a:extLst>
                </p14:cNvPr>
                <p14:cNvContentPartPr/>
                <p14:nvPr/>
              </p14:nvContentPartPr>
              <p14:xfrm>
                <a:off x="5863211" y="3336895"/>
                <a:ext cx="201600" cy="182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1B39448-9017-38BD-DE2C-15B4580BD1A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54211" y="3327895"/>
                  <a:ext cx="219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8E05896-5DEC-A062-1216-832CB103DD97}"/>
                    </a:ext>
                  </a:extLst>
                </p14:cNvPr>
                <p14:cNvContentPartPr/>
                <p14:nvPr/>
              </p14:nvContentPartPr>
              <p14:xfrm>
                <a:off x="6112691" y="3452455"/>
                <a:ext cx="158400" cy="188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8E05896-5DEC-A062-1216-832CB103DD9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04051" y="3443455"/>
                  <a:ext cx="1760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443B202-59A7-8276-4D0F-F0E1E832337F}"/>
              </a:ext>
            </a:extLst>
          </p:cNvPr>
          <p:cNvGrpSpPr/>
          <p:nvPr/>
        </p:nvGrpSpPr>
        <p:grpSpPr>
          <a:xfrm>
            <a:off x="6494651" y="3223135"/>
            <a:ext cx="1123560" cy="438120"/>
            <a:chOff x="6494651" y="3223135"/>
            <a:chExt cx="112356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ABFB6FF-3E2F-08AB-A60C-5CA6B2E076A2}"/>
                    </a:ext>
                  </a:extLst>
                </p14:cNvPr>
                <p14:cNvContentPartPr/>
                <p14:nvPr/>
              </p14:nvContentPartPr>
              <p14:xfrm>
                <a:off x="6494651" y="3363535"/>
                <a:ext cx="160200" cy="8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ABFB6FF-3E2F-08AB-A60C-5CA6B2E076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85651" y="3354535"/>
                  <a:ext cx="177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45D653E-FA55-8340-FA18-A4725D5DA32A}"/>
                    </a:ext>
                  </a:extLst>
                </p14:cNvPr>
                <p14:cNvContentPartPr/>
                <p14:nvPr/>
              </p14:nvContentPartPr>
              <p14:xfrm>
                <a:off x="6540011" y="3417535"/>
                <a:ext cx="121320" cy="10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45D653E-FA55-8340-FA18-A4725D5DA32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531371" y="3408535"/>
                  <a:ext cx="138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71F4D80-F3DD-B716-BC91-AB213CD5C375}"/>
                    </a:ext>
                  </a:extLst>
                </p14:cNvPr>
                <p14:cNvContentPartPr/>
                <p14:nvPr/>
              </p14:nvContentPartPr>
              <p14:xfrm>
                <a:off x="6816131" y="3345535"/>
                <a:ext cx="196560" cy="155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71F4D80-F3DD-B716-BC91-AB213CD5C37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807131" y="3336895"/>
                  <a:ext cx="214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0565A94-EA71-7156-F738-998D0D07BF3B}"/>
                    </a:ext>
                  </a:extLst>
                </p14:cNvPr>
                <p14:cNvContentPartPr/>
                <p14:nvPr/>
              </p14:nvContentPartPr>
              <p14:xfrm>
                <a:off x="7053731" y="3398815"/>
                <a:ext cx="108000" cy="157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0565A94-EA71-7156-F738-998D0D07BF3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45091" y="3389815"/>
                  <a:ext cx="1256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6EF8F57-F54A-9C31-D70C-C78AD3D0D1CE}"/>
                    </a:ext>
                  </a:extLst>
                </p14:cNvPr>
                <p14:cNvContentPartPr/>
                <p14:nvPr/>
              </p14:nvContentPartPr>
              <p14:xfrm>
                <a:off x="7239851" y="3223135"/>
                <a:ext cx="217080" cy="228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6EF8F57-F54A-9C31-D70C-C78AD3D0D1C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31211" y="3214135"/>
                  <a:ext cx="2347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8A8A707-1B91-01E9-9BE7-1C543A4C53E3}"/>
                    </a:ext>
                  </a:extLst>
                </p14:cNvPr>
                <p14:cNvContentPartPr/>
                <p14:nvPr/>
              </p14:nvContentPartPr>
              <p14:xfrm>
                <a:off x="7455131" y="3364975"/>
                <a:ext cx="163080" cy="296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8A8A707-1B91-01E9-9BE7-1C543A4C53E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46491" y="3355975"/>
                  <a:ext cx="18072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DC442B4-B78C-F3EB-D18C-5B396546BCD7}"/>
              </a:ext>
            </a:extLst>
          </p:cNvPr>
          <p:cNvGrpSpPr/>
          <p:nvPr/>
        </p:nvGrpSpPr>
        <p:grpSpPr>
          <a:xfrm>
            <a:off x="7827011" y="3111175"/>
            <a:ext cx="1791720" cy="373680"/>
            <a:chOff x="7827011" y="3111175"/>
            <a:chExt cx="179172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D4F63FE-3B4E-80D6-F3B6-3C2D31119B20}"/>
                    </a:ext>
                  </a:extLst>
                </p14:cNvPr>
                <p14:cNvContentPartPr/>
                <p14:nvPr/>
              </p14:nvContentPartPr>
              <p14:xfrm>
                <a:off x="7897211" y="3221335"/>
                <a:ext cx="48960" cy="174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D4F63FE-3B4E-80D6-F3B6-3C2D31119B2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888571" y="3212335"/>
                  <a:ext cx="66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D20C4B3-B0C0-098B-9779-C405A4A274FA}"/>
                    </a:ext>
                  </a:extLst>
                </p14:cNvPr>
                <p14:cNvContentPartPr/>
                <p14:nvPr/>
              </p14:nvContentPartPr>
              <p14:xfrm>
                <a:off x="7827011" y="3284335"/>
                <a:ext cx="247680" cy="54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D20C4B3-B0C0-098B-9779-C405A4A274F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818371" y="3275695"/>
                  <a:ext cx="265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7625118-E829-61E6-0E7B-809AE2757246}"/>
                    </a:ext>
                  </a:extLst>
                </p14:cNvPr>
                <p14:cNvContentPartPr/>
                <p14:nvPr/>
              </p14:nvContentPartPr>
              <p14:xfrm>
                <a:off x="8151371" y="3193255"/>
                <a:ext cx="260640" cy="291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7625118-E829-61E6-0E7B-809AE275724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42731" y="3184615"/>
                  <a:ext cx="2782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9D5B550-062D-D6F5-E605-302052EA7243}"/>
                    </a:ext>
                  </a:extLst>
                </p14:cNvPr>
                <p14:cNvContentPartPr/>
                <p14:nvPr/>
              </p14:nvContentPartPr>
              <p14:xfrm>
                <a:off x="8468531" y="3273175"/>
                <a:ext cx="351360" cy="114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9D5B550-062D-D6F5-E605-302052EA724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459531" y="3264535"/>
                  <a:ext cx="369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CFF555C-25EE-0E08-F99C-D339716D0336}"/>
                    </a:ext>
                  </a:extLst>
                </p14:cNvPr>
                <p14:cNvContentPartPr/>
                <p14:nvPr/>
              </p14:nvContentPartPr>
              <p14:xfrm>
                <a:off x="8670851" y="3246895"/>
                <a:ext cx="152280" cy="186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CFF555C-25EE-0E08-F99C-D339716D033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662211" y="3238255"/>
                  <a:ext cx="169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8D67AD-A154-26C2-45D6-4C24224753AB}"/>
                    </a:ext>
                  </a:extLst>
                </p14:cNvPr>
                <p14:cNvContentPartPr/>
                <p14:nvPr/>
              </p14:nvContentPartPr>
              <p14:xfrm>
                <a:off x="8881091" y="3344455"/>
                <a:ext cx="101160" cy="131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8D67AD-A154-26C2-45D6-4C24224753A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872451" y="3335455"/>
                  <a:ext cx="118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ABE59B1-BEA7-4336-FE88-DD79BD0AB341}"/>
                    </a:ext>
                  </a:extLst>
                </p14:cNvPr>
                <p14:cNvContentPartPr/>
                <p14:nvPr/>
              </p14:nvContentPartPr>
              <p14:xfrm>
                <a:off x="8961731" y="3111175"/>
                <a:ext cx="181440" cy="339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ABE59B1-BEA7-4336-FE88-DD79BD0AB34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953091" y="3102175"/>
                  <a:ext cx="1990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B249E7-424A-0604-5E18-E4D8402E122D}"/>
                    </a:ext>
                  </a:extLst>
                </p14:cNvPr>
                <p14:cNvContentPartPr/>
                <p14:nvPr/>
              </p14:nvContentPartPr>
              <p14:xfrm>
                <a:off x="9232091" y="3126655"/>
                <a:ext cx="209880" cy="274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B249E7-424A-0604-5E18-E4D8402E12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23091" y="3118015"/>
                  <a:ext cx="2275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5361E2D-D981-BDBC-8438-50105C207EE3}"/>
                    </a:ext>
                  </a:extLst>
                </p14:cNvPr>
                <p14:cNvContentPartPr/>
                <p14:nvPr/>
              </p14:nvContentPartPr>
              <p14:xfrm>
                <a:off x="9485171" y="3286495"/>
                <a:ext cx="100440" cy="173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5361E2D-D981-BDBC-8438-50105C207EE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476171" y="3277495"/>
                  <a:ext cx="118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B6FAC5-37CC-767E-60B0-4DF5F9FEC08B}"/>
                    </a:ext>
                  </a:extLst>
                </p14:cNvPr>
                <p14:cNvContentPartPr/>
                <p14:nvPr/>
              </p14:nvContentPartPr>
              <p14:xfrm>
                <a:off x="9422171" y="3374695"/>
                <a:ext cx="196560" cy="34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B6FAC5-37CC-767E-60B0-4DF5F9FEC08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413531" y="3366055"/>
                  <a:ext cx="2142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B30CB36-808F-C2D2-EC3F-64D98E5E22B4}"/>
              </a:ext>
            </a:extLst>
          </p:cNvPr>
          <p:cNvGrpSpPr/>
          <p:nvPr/>
        </p:nvGrpSpPr>
        <p:grpSpPr>
          <a:xfrm>
            <a:off x="9788651" y="2926135"/>
            <a:ext cx="2106360" cy="665280"/>
            <a:chOff x="9788651" y="2926135"/>
            <a:chExt cx="2106360" cy="66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650D0F9-9C84-3F56-9B66-F7C5932CF1C0}"/>
                    </a:ext>
                  </a:extLst>
                </p14:cNvPr>
                <p14:cNvContentPartPr/>
                <p14:nvPr/>
              </p14:nvContentPartPr>
              <p14:xfrm>
                <a:off x="9788651" y="3235375"/>
                <a:ext cx="145800" cy="61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650D0F9-9C84-3F56-9B66-F7C5932CF1C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780011" y="3226735"/>
                  <a:ext cx="163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9C4D7AF-2009-D10B-E5C0-B68EC774541D}"/>
                    </a:ext>
                  </a:extLst>
                </p14:cNvPr>
                <p14:cNvContentPartPr/>
                <p14:nvPr/>
              </p14:nvContentPartPr>
              <p14:xfrm>
                <a:off x="9794411" y="3274975"/>
                <a:ext cx="194760" cy="15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9C4D7AF-2009-D10B-E5C0-B68EC774541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85771" y="3266335"/>
                  <a:ext cx="212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88913E9-B00F-56B4-A87B-F34C51750D1F}"/>
                    </a:ext>
                  </a:extLst>
                </p14:cNvPr>
                <p14:cNvContentPartPr/>
                <p14:nvPr/>
              </p14:nvContentPartPr>
              <p14:xfrm>
                <a:off x="10085651" y="3187855"/>
                <a:ext cx="219240" cy="209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88913E9-B00F-56B4-A87B-F34C51750D1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077011" y="3179215"/>
                  <a:ext cx="236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5934552-4909-FEE8-FF3E-970B6FD16104}"/>
                    </a:ext>
                  </a:extLst>
                </p14:cNvPr>
                <p14:cNvContentPartPr/>
                <p14:nvPr/>
              </p14:nvContentPartPr>
              <p14:xfrm>
                <a:off x="10348451" y="3184615"/>
                <a:ext cx="170280" cy="189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5934552-4909-FEE8-FF3E-970B6FD1610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39451" y="3175615"/>
                  <a:ext cx="187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E93A637-7AEA-F919-7CB5-3EDDDB82688C}"/>
                    </a:ext>
                  </a:extLst>
                </p14:cNvPr>
                <p14:cNvContentPartPr/>
                <p14:nvPr/>
              </p14:nvContentPartPr>
              <p14:xfrm>
                <a:off x="10642211" y="3172375"/>
                <a:ext cx="30600" cy="179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E93A637-7AEA-F919-7CB5-3EDDDB82688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633211" y="3163375"/>
                  <a:ext cx="48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08EF687-1AE7-D9BC-47BA-878FC4B0FE2E}"/>
                    </a:ext>
                  </a:extLst>
                </p14:cNvPr>
                <p14:cNvContentPartPr/>
                <p14:nvPr/>
              </p14:nvContentPartPr>
              <p14:xfrm>
                <a:off x="10816451" y="3149335"/>
                <a:ext cx="120240" cy="195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08EF687-1AE7-D9BC-47BA-878FC4B0FE2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807811" y="3140335"/>
                  <a:ext cx="13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F589105-CC07-AA12-90A6-0139B9DB186F}"/>
                    </a:ext>
                  </a:extLst>
                </p14:cNvPr>
                <p14:cNvContentPartPr/>
                <p14:nvPr/>
              </p14:nvContentPartPr>
              <p14:xfrm>
                <a:off x="11055131" y="3290095"/>
                <a:ext cx="25920" cy="27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F589105-CC07-AA12-90A6-0139B9DB186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046491" y="3281455"/>
                  <a:ext cx="43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FE14236-864B-AB10-CE66-7053B5773F21}"/>
                    </a:ext>
                  </a:extLst>
                </p14:cNvPr>
                <p14:cNvContentPartPr/>
                <p14:nvPr/>
              </p14:nvContentPartPr>
              <p14:xfrm>
                <a:off x="11167451" y="3132415"/>
                <a:ext cx="161640" cy="217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FE14236-864B-AB10-CE66-7053B5773F2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58811" y="3123775"/>
                  <a:ext cx="179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37F92CD-1930-91BB-056A-6C5E9EAF377C}"/>
                    </a:ext>
                  </a:extLst>
                </p14:cNvPr>
                <p14:cNvContentPartPr/>
                <p14:nvPr/>
              </p14:nvContentPartPr>
              <p14:xfrm>
                <a:off x="11544731" y="2926135"/>
                <a:ext cx="45720" cy="176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37F92CD-1930-91BB-056A-6C5E9EAF377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536091" y="2917495"/>
                  <a:ext cx="63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45A435C-02DE-7B9E-38E9-6AE362C4E623}"/>
                    </a:ext>
                  </a:extLst>
                </p14:cNvPr>
                <p14:cNvContentPartPr/>
                <p14:nvPr/>
              </p14:nvContentPartPr>
              <p14:xfrm>
                <a:off x="11554811" y="2999935"/>
                <a:ext cx="177840" cy="90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45A435C-02DE-7B9E-38E9-6AE362C4E62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46171" y="2991295"/>
                  <a:ext cx="195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E3202FE-E6BA-692D-1C9A-80BD8F653FF3}"/>
                    </a:ext>
                  </a:extLst>
                </p14:cNvPr>
                <p14:cNvContentPartPr/>
                <p14:nvPr/>
              </p14:nvContentPartPr>
              <p14:xfrm>
                <a:off x="11464091" y="2947735"/>
                <a:ext cx="414720" cy="254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E3202FE-E6BA-692D-1C9A-80BD8F653FF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455451" y="2938735"/>
                  <a:ext cx="432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5311B09-B36A-34B6-ABB4-AAB685B43954}"/>
                    </a:ext>
                  </a:extLst>
                </p14:cNvPr>
                <p14:cNvContentPartPr/>
                <p14:nvPr/>
              </p14:nvContentPartPr>
              <p14:xfrm>
                <a:off x="11531051" y="3272815"/>
                <a:ext cx="55080" cy="131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5311B09-B36A-34B6-ABB4-AAB685B4395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522051" y="3263815"/>
                  <a:ext cx="72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18B9F11-76FB-8C44-F574-D222AEE95C49}"/>
                    </a:ext>
                  </a:extLst>
                </p14:cNvPr>
                <p14:cNvContentPartPr/>
                <p14:nvPr/>
              </p14:nvContentPartPr>
              <p14:xfrm>
                <a:off x="11558411" y="3290815"/>
                <a:ext cx="336600" cy="300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18B9F11-76FB-8C44-F574-D222AEE95C4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549411" y="3282175"/>
                  <a:ext cx="354240" cy="31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864DBDA-8743-3EA8-70A3-E0B837F2E3DD}"/>
                  </a:ext>
                </a:extLst>
              </p14:cNvPr>
              <p14:cNvContentPartPr/>
              <p14:nvPr/>
            </p14:nvContentPartPr>
            <p14:xfrm>
              <a:off x="5017571" y="1361935"/>
              <a:ext cx="194400" cy="846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864DBDA-8743-3EA8-70A3-E0B837F2E3DD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008931" y="1352935"/>
                <a:ext cx="2120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21BFD199-7A20-1C54-FCE7-011F2600F24D}"/>
                  </a:ext>
                </a:extLst>
              </p14:cNvPr>
              <p14:cNvContentPartPr/>
              <p14:nvPr/>
            </p14:nvContentPartPr>
            <p14:xfrm>
              <a:off x="1620251" y="3863575"/>
              <a:ext cx="57600" cy="558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21BFD199-7A20-1C54-FCE7-011F2600F24D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611611" y="3854935"/>
                <a:ext cx="75240" cy="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CBB48A9-B48B-1C3F-94DC-1FC23C6FDEC4}"/>
              </a:ext>
            </a:extLst>
          </p:cNvPr>
          <p:cNvGrpSpPr/>
          <p:nvPr/>
        </p:nvGrpSpPr>
        <p:grpSpPr>
          <a:xfrm>
            <a:off x="669131" y="4011535"/>
            <a:ext cx="1423800" cy="318960"/>
            <a:chOff x="669131" y="4011535"/>
            <a:chExt cx="142380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C918D8B-47F9-06DF-27B4-B7DADDF22DB1}"/>
                    </a:ext>
                  </a:extLst>
                </p14:cNvPr>
                <p14:cNvContentPartPr/>
                <p14:nvPr/>
              </p14:nvContentPartPr>
              <p14:xfrm>
                <a:off x="669131" y="4131775"/>
                <a:ext cx="196560" cy="20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C918D8B-47F9-06DF-27B4-B7DADDF22DB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60131" y="4122775"/>
                  <a:ext cx="214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A8464D2-CB1D-DC41-3A7D-906835145C55}"/>
                    </a:ext>
                  </a:extLst>
                </p14:cNvPr>
                <p14:cNvContentPartPr/>
                <p14:nvPr/>
              </p14:nvContentPartPr>
              <p14:xfrm>
                <a:off x="724931" y="4173175"/>
                <a:ext cx="188280" cy="41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A8464D2-CB1D-DC41-3A7D-906835145C5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16291" y="4164535"/>
                  <a:ext cx="205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FA4BF1F-14B0-0253-B31A-899D5DDF531B}"/>
                    </a:ext>
                  </a:extLst>
                </p14:cNvPr>
                <p14:cNvContentPartPr/>
                <p14:nvPr/>
              </p14:nvContentPartPr>
              <p14:xfrm>
                <a:off x="1011131" y="4124935"/>
                <a:ext cx="119160" cy="109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FA4BF1F-14B0-0253-B31A-899D5DDF531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02491" y="4115935"/>
                  <a:ext cx="136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65B2C36-A07C-E997-C134-9F7980DBACA6}"/>
                    </a:ext>
                  </a:extLst>
                </p14:cNvPr>
                <p14:cNvContentPartPr/>
                <p14:nvPr/>
              </p14:nvContentPartPr>
              <p14:xfrm>
                <a:off x="1420811" y="4084975"/>
                <a:ext cx="280440" cy="245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65B2C36-A07C-E997-C134-9F7980DBACA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411811" y="4076335"/>
                  <a:ext cx="298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5B8020-60B8-0585-1FA1-1591F753E534}"/>
                    </a:ext>
                  </a:extLst>
                </p14:cNvPr>
                <p14:cNvContentPartPr/>
                <p14:nvPr/>
              </p14:nvContentPartPr>
              <p14:xfrm>
                <a:off x="1309211" y="4011535"/>
                <a:ext cx="466200" cy="33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5B8020-60B8-0585-1FA1-1591F753E53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300571" y="4002895"/>
                  <a:ext cx="483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A287BAA-B68F-C4F6-D9BC-441FE7853135}"/>
                    </a:ext>
                  </a:extLst>
                </p14:cNvPr>
                <p14:cNvContentPartPr/>
                <p14:nvPr/>
              </p14:nvContentPartPr>
              <p14:xfrm>
                <a:off x="1890971" y="4168855"/>
                <a:ext cx="135720" cy="9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A287BAA-B68F-C4F6-D9BC-441FE785313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881971" y="4160215"/>
                  <a:ext cx="153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1BB8580-8231-A369-41B3-8531C256381A}"/>
                    </a:ext>
                  </a:extLst>
                </p14:cNvPr>
                <p14:cNvContentPartPr/>
                <p14:nvPr/>
              </p14:nvContentPartPr>
              <p14:xfrm>
                <a:off x="1907531" y="4219975"/>
                <a:ext cx="185400" cy="27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1BB8580-8231-A369-41B3-8531C256381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898531" y="4210975"/>
                  <a:ext cx="2030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B9B24B4-5229-086B-B368-9072F75AA2DD}"/>
              </a:ext>
            </a:extLst>
          </p:cNvPr>
          <p:cNvGrpSpPr/>
          <p:nvPr/>
        </p:nvGrpSpPr>
        <p:grpSpPr>
          <a:xfrm>
            <a:off x="2340611" y="3722815"/>
            <a:ext cx="1994040" cy="567000"/>
            <a:chOff x="2340611" y="3722815"/>
            <a:chExt cx="1994040" cy="56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A938180-3855-9242-2D68-54A19F162F64}"/>
                    </a:ext>
                  </a:extLst>
                </p14:cNvPr>
                <p14:cNvContentPartPr/>
                <p14:nvPr/>
              </p14:nvContentPartPr>
              <p14:xfrm>
                <a:off x="2340611" y="4098655"/>
                <a:ext cx="212760" cy="28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A938180-3855-9242-2D68-54A19F162F6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331611" y="4089655"/>
                  <a:ext cx="230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5AC0B2B-4B51-727C-6C8B-DFD8C678C342}"/>
                    </a:ext>
                  </a:extLst>
                </p14:cNvPr>
                <p14:cNvContentPartPr/>
                <p14:nvPr/>
              </p14:nvContentPartPr>
              <p14:xfrm>
                <a:off x="2653811" y="4034935"/>
                <a:ext cx="252720" cy="147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5AC0B2B-4B51-727C-6C8B-DFD8C678C34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45171" y="4026295"/>
                  <a:ext cx="270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307C6A9-A3E1-B89B-579E-F212265DDB6A}"/>
                    </a:ext>
                  </a:extLst>
                </p14:cNvPr>
                <p14:cNvContentPartPr/>
                <p14:nvPr/>
              </p14:nvContentPartPr>
              <p14:xfrm>
                <a:off x="2860811" y="3846655"/>
                <a:ext cx="53280" cy="61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307C6A9-A3E1-B89B-579E-F212265DDB6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851811" y="3838015"/>
                  <a:ext cx="70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3E4602D-112D-E73B-0E8F-71C768FA983C}"/>
                    </a:ext>
                  </a:extLst>
                </p14:cNvPr>
                <p14:cNvContentPartPr/>
                <p14:nvPr/>
              </p14:nvContentPartPr>
              <p14:xfrm>
                <a:off x="3052331" y="3833335"/>
                <a:ext cx="106200" cy="340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3E4602D-112D-E73B-0E8F-71C768FA983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043691" y="3824335"/>
                  <a:ext cx="1238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817B49E-CD7D-054B-90E6-57F7B9516F66}"/>
                    </a:ext>
                  </a:extLst>
                </p14:cNvPr>
                <p14:cNvContentPartPr/>
                <p14:nvPr/>
              </p14:nvContentPartPr>
              <p14:xfrm>
                <a:off x="3231611" y="3909295"/>
                <a:ext cx="110160" cy="219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817B49E-CD7D-054B-90E6-57F7B9516F6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222971" y="3900655"/>
                  <a:ext cx="127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8CA9956-34EC-01B8-E7FC-8D3C410FD802}"/>
                    </a:ext>
                  </a:extLst>
                </p14:cNvPr>
                <p14:cNvContentPartPr/>
                <p14:nvPr/>
              </p14:nvContentPartPr>
              <p14:xfrm>
                <a:off x="3383531" y="4062295"/>
                <a:ext cx="126000" cy="1389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8CA9956-34EC-01B8-E7FC-8D3C410FD80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374891" y="4053655"/>
                  <a:ext cx="143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38E6874-7CE6-CF2B-7463-12BAC51205B4}"/>
                    </a:ext>
                  </a:extLst>
                </p14:cNvPr>
                <p14:cNvContentPartPr/>
                <p14:nvPr/>
              </p14:nvContentPartPr>
              <p14:xfrm>
                <a:off x="3571451" y="3976615"/>
                <a:ext cx="129960" cy="44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38E6874-7CE6-CF2B-7463-12BAC51205B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62811" y="3967615"/>
                  <a:ext cx="147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ABD1ADC-F90E-4AFC-77D6-C2A3A5A42967}"/>
                    </a:ext>
                  </a:extLst>
                </p14:cNvPr>
                <p14:cNvContentPartPr/>
                <p14:nvPr/>
              </p14:nvContentPartPr>
              <p14:xfrm>
                <a:off x="3782771" y="3825775"/>
                <a:ext cx="142200" cy="272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ABD1ADC-F90E-4AFC-77D6-C2A3A5A4296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773771" y="3817135"/>
                  <a:ext cx="1598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08CFABD-7E45-746C-CA52-59DFCB357C4D}"/>
                    </a:ext>
                  </a:extLst>
                </p14:cNvPr>
                <p14:cNvContentPartPr/>
                <p14:nvPr/>
              </p14:nvContentPartPr>
              <p14:xfrm>
                <a:off x="3978971" y="3722815"/>
                <a:ext cx="355680" cy="5670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08CFABD-7E45-746C-CA52-59DFCB357C4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969971" y="3713815"/>
                  <a:ext cx="373320" cy="58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EBA9E680-BEA9-79A8-0D78-8003F1CBD7EC}"/>
              </a:ext>
            </a:extLst>
          </p:cNvPr>
          <p:cNvGrpSpPr/>
          <p:nvPr/>
        </p:nvGrpSpPr>
        <p:grpSpPr>
          <a:xfrm>
            <a:off x="1013291" y="4466215"/>
            <a:ext cx="5979960" cy="1592640"/>
            <a:chOff x="1013291" y="4466215"/>
            <a:chExt cx="5979960" cy="159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241B08-F770-107E-F5CA-67E59441B475}"/>
                    </a:ext>
                  </a:extLst>
                </p14:cNvPr>
                <p14:cNvContentPartPr/>
                <p14:nvPr/>
              </p14:nvContentPartPr>
              <p14:xfrm>
                <a:off x="1888091" y="4781575"/>
                <a:ext cx="168480" cy="6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241B08-F770-107E-F5CA-67E59441B47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879451" y="4772575"/>
                  <a:ext cx="186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D3CA92-FCBE-D8D1-2AC5-7E041B14AAF1}"/>
                    </a:ext>
                  </a:extLst>
                </p14:cNvPr>
                <p14:cNvContentPartPr/>
                <p14:nvPr/>
              </p14:nvContentPartPr>
              <p14:xfrm>
                <a:off x="1894571" y="4844935"/>
                <a:ext cx="251280" cy="29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3D3CA92-FCBE-D8D1-2AC5-7E041B14AAF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885931" y="4836295"/>
                  <a:ext cx="268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1001EB7-1D9F-141B-394E-0E753485EF7C}"/>
                    </a:ext>
                  </a:extLst>
                </p14:cNvPr>
                <p14:cNvContentPartPr/>
                <p14:nvPr/>
              </p14:nvContentPartPr>
              <p14:xfrm>
                <a:off x="2269331" y="4812895"/>
                <a:ext cx="137520" cy="6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1001EB7-1D9F-141B-394E-0E753485EF7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260691" y="4804255"/>
                  <a:ext cx="155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DC60C7A-D53D-4C4E-27B3-C1EFDA4F9523}"/>
                    </a:ext>
                  </a:extLst>
                </p14:cNvPr>
                <p14:cNvContentPartPr/>
                <p14:nvPr/>
              </p14:nvContentPartPr>
              <p14:xfrm>
                <a:off x="2574611" y="4662055"/>
                <a:ext cx="97200" cy="293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DC60C7A-D53D-4C4E-27B3-C1EFDA4F952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565611" y="4653415"/>
                  <a:ext cx="1148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C3157A7-9244-74E5-EE09-A9759F6B105E}"/>
                    </a:ext>
                  </a:extLst>
                </p14:cNvPr>
                <p14:cNvContentPartPr/>
                <p14:nvPr/>
              </p14:nvContentPartPr>
              <p14:xfrm>
                <a:off x="2753891" y="4725415"/>
                <a:ext cx="308880" cy="150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C3157A7-9244-74E5-EE09-A9759F6B105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744891" y="4716415"/>
                  <a:ext cx="326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F27093B-E79C-2186-35EC-B19E078C2FFE}"/>
                    </a:ext>
                  </a:extLst>
                </p14:cNvPr>
                <p14:cNvContentPartPr/>
                <p14:nvPr/>
              </p14:nvContentPartPr>
              <p14:xfrm>
                <a:off x="3059171" y="4567015"/>
                <a:ext cx="194400" cy="366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F27093B-E79C-2186-35EC-B19E078C2FF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050171" y="4558375"/>
                  <a:ext cx="2120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7AA5C3B-AE87-3BCF-6ECE-34E2D87757FF}"/>
                    </a:ext>
                  </a:extLst>
                </p14:cNvPr>
                <p14:cNvContentPartPr/>
                <p14:nvPr/>
              </p14:nvContentPartPr>
              <p14:xfrm>
                <a:off x="3390731" y="4554415"/>
                <a:ext cx="156240" cy="497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7AA5C3B-AE87-3BCF-6ECE-34E2D87757F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381731" y="4545775"/>
                  <a:ext cx="1738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A528425-E7D9-2516-CB92-8AFBC3F9D922}"/>
                    </a:ext>
                  </a:extLst>
                </p14:cNvPr>
                <p14:cNvContentPartPr/>
                <p14:nvPr/>
              </p14:nvContentPartPr>
              <p14:xfrm>
                <a:off x="3589091" y="4693375"/>
                <a:ext cx="219960" cy="2127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A528425-E7D9-2516-CB92-8AFBC3F9D92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580091" y="4684375"/>
                  <a:ext cx="237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CB1AF89-CD55-F09F-550D-95D9C8827DC9}"/>
                    </a:ext>
                  </a:extLst>
                </p14:cNvPr>
                <p14:cNvContentPartPr/>
                <p14:nvPr/>
              </p14:nvContentPartPr>
              <p14:xfrm>
                <a:off x="3839651" y="4724695"/>
                <a:ext cx="137520" cy="170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CB1AF89-CD55-F09F-550D-95D9C8827DC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831011" y="4715695"/>
                  <a:ext cx="155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C15D09C-862E-5ACA-5D6C-ED40BDCF689B}"/>
                    </a:ext>
                  </a:extLst>
                </p14:cNvPr>
                <p14:cNvContentPartPr/>
                <p14:nvPr/>
              </p14:nvContentPartPr>
              <p14:xfrm>
                <a:off x="4072211" y="4699855"/>
                <a:ext cx="35280" cy="173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C15D09C-862E-5ACA-5D6C-ED40BDCF689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063571" y="4690855"/>
                  <a:ext cx="52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341285A-CDD7-2835-28B1-BECBEF12DD09}"/>
                    </a:ext>
                  </a:extLst>
                </p14:cNvPr>
                <p14:cNvContentPartPr/>
                <p14:nvPr/>
              </p14:nvContentPartPr>
              <p14:xfrm>
                <a:off x="4196051" y="4658095"/>
                <a:ext cx="281520" cy="212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341285A-CDD7-2835-28B1-BECBEF12DD0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87411" y="4649095"/>
                  <a:ext cx="299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67EB4DF-6929-BC29-6874-7D6B16A19E53}"/>
                    </a:ext>
                  </a:extLst>
                </p14:cNvPr>
                <p14:cNvContentPartPr/>
                <p14:nvPr/>
              </p14:nvContentPartPr>
              <p14:xfrm>
                <a:off x="4624451" y="4648735"/>
                <a:ext cx="140760" cy="250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67EB4DF-6929-BC29-6874-7D6B16A19E5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15811" y="4640095"/>
                  <a:ext cx="158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296D9DF-D3C7-01AA-1C12-AFC7E3CFC7CB}"/>
                    </a:ext>
                  </a:extLst>
                </p14:cNvPr>
                <p14:cNvContentPartPr/>
                <p14:nvPr/>
              </p14:nvContentPartPr>
              <p14:xfrm>
                <a:off x="4909211" y="4780135"/>
                <a:ext cx="178920" cy="22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296D9DF-D3C7-01AA-1C12-AFC7E3CFC7C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900571" y="4771495"/>
                  <a:ext cx="196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E8C407E-53B1-0903-F766-8D6892802ED0}"/>
                    </a:ext>
                  </a:extLst>
                </p14:cNvPr>
                <p14:cNvContentPartPr/>
                <p14:nvPr/>
              </p14:nvContentPartPr>
              <p14:xfrm>
                <a:off x="5261651" y="4668175"/>
                <a:ext cx="266400" cy="196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E8C407E-53B1-0903-F766-8D6892802ED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253011" y="4659535"/>
                  <a:ext cx="284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920FFB2-B03D-5F25-6143-27A6FD68634C}"/>
                    </a:ext>
                  </a:extLst>
                </p14:cNvPr>
                <p14:cNvContentPartPr/>
                <p14:nvPr/>
              </p14:nvContentPartPr>
              <p14:xfrm>
                <a:off x="5592131" y="4633255"/>
                <a:ext cx="163080" cy="2235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920FFB2-B03D-5F25-6143-27A6FD68634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83491" y="4624615"/>
                  <a:ext cx="180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98A1233-6DB9-37AD-7A31-DD37B435CC0E}"/>
                    </a:ext>
                  </a:extLst>
                </p14:cNvPr>
                <p14:cNvContentPartPr/>
                <p14:nvPr/>
              </p14:nvContentPartPr>
              <p14:xfrm>
                <a:off x="5884091" y="4623175"/>
                <a:ext cx="144360" cy="216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98A1233-6DB9-37AD-7A31-DD37B435CC0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875451" y="4614535"/>
                  <a:ext cx="162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7B36EDF-CE0D-FB2C-F11C-9ABAD0A11F6F}"/>
                    </a:ext>
                  </a:extLst>
                </p14:cNvPr>
                <p14:cNvContentPartPr/>
                <p14:nvPr/>
              </p14:nvContentPartPr>
              <p14:xfrm>
                <a:off x="5917931" y="4671415"/>
                <a:ext cx="316080" cy="164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7B36EDF-CE0D-FB2C-F11C-9ABAD0A11F6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908931" y="4662775"/>
                  <a:ext cx="333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2E16EFB-9E98-485F-DBE1-2C4067234A63}"/>
                    </a:ext>
                  </a:extLst>
                </p14:cNvPr>
                <p14:cNvContentPartPr/>
                <p14:nvPr/>
              </p14:nvContentPartPr>
              <p14:xfrm>
                <a:off x="6157691" y="4633615"/>
                <a:ext cx="268200" cy="2152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2E16EFB-9E98-485F-DBE1-2C4067234A6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49051" y="4624975"/>
                  <a:ext cx="285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1066F68-C2B0-219C-B778-E02D69A5353C}"/>
                    </a:ext>
                  </a:extLst>
                </p14:cNvPr>
                <p14:cNvContentPartPr/>
                <p14:nvPr/>
              </p14:nvContentPartPr>
              <p14:xfrm>
                <a:off x="6528491" y="4672135"/>
                <a:ext cx="249840" cy="172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1066F68-C2B0-219C-B778-E02D69A5353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519851" y="4663495"/>
                  <a:ext cx="267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E0F5FDD-AC75-A9CB-5E8B-3B415C568E65}"/>
                    </a:ext>
                  </a:extLst>
                </p14:cNvPr>
                <p14:cNvContentPartPr/>
                <p14:nvPr/>
              </p14:nvContentPartPr>
              <p14:xfrm>
                <a:off x="6778691" y="4466215"/>
                <a:ext cx="214560" cy="505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E0F5FDD-AC75-A9CB-5E8B-3B415C568E6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770051" y="4457575"/>
                  <a:ext cx="23220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35B4CE9-C316-3E14-8003-7090A52AC7D8}"/>
                    </a:ext>
                  </a:extLst>
                </p14:cNvPr>
                <p14:cNvContentPartPr/>
                <p14:nvPr/>
              </p14:nvContentPartPr>
              <p14:xfrm>
                <a:off x="1497131" y="5524975"/>
                <a:ext cx="295200" cy="2736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35B4CE9-C316-3E14-8003-7090A52AC7D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488491" y="5516335"/>
                  <a:ext cx="312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A818D25-40CC-D43B-BFDA-17875236B500}"/>
                    </a:ext>
                  </a:extLst>
                </p14:cNvPr>
                <p14:cNvContentPartPr/>
                <p14:nvPr/>
              </p14:nvContentPartPr>
              <p14:xfrm>
                <a:off x="1428731" y="5492935"/>
                <a:ext cx="203760" cy="29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A818D25-40CC-D43B-BFDA-17875236B50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419731" y="5483935"/>
                  <a:ext cx="221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37520D8-1F46-0663-989F-50C9C2D796FF}"/>
                    </a:ext>
                  </a:extLst>
                </p14:cNvPr>
                <p14:cNvContentPartPr/>
                <p14:nvPr/>
              </p14:nvContentPartPr>
              <p14:xfrm>
                <a:off x="1727531" y="5348215"/>
                <a:ext cx="180000" cy="156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37520D8-1F46-0663-989F-50C9C2D796F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718531" y="5339215"/>
                  <a:ext cx="197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AE34707-ECE0-3118-532A-6844E3EEE5C2}"/>
                    </a:ext>
                  </a:extLst>
                </p14:cNvPr>
                <p14:cNvContentPartPr/>
                <p14:nvPr/>
              </p14:nvContentPartPr>
              <p14:xfrm>
                <a:off x="2067371" y="5591935"/>
                <a:ext cx="125640" cy="16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AE34707-ECE0-3118-532A-6844E3EEE5C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058731" y="5583295"/>
                  <a:ext cx="143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4168DD7-CE8C-F801-F799-CF971A7B7D59}"/>
                    </a:ext>
                  </a:extLst>
                </p14:cNvPr>
                <p14:cNvContentPartPr/>
                <p14:nvPr/>
              </p14:nvContentPartPr>
              <p14:xfrm>
                <a:off x="2038211" y="5693815"/>
                <a:ext cx="160920" cy="15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4168DD7-CE8C-F801-F799-CF971A7B7D5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029571" y="5684815"/>
                  <a:ext cx="178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E4210BD-4393-1626-7B21-29B5C826E097}"/>
                    </a:ext>
                  </a:extLst>
                </p14:cNvPr>
                <p14:cNvContentPartPr/>
                <p14:nvPr/>
              </p14:nvContentPartPr>
              <p14:xfrm>
                <a:off x="2387411" y="5534335"/>
                <a:ext cx="204120" cy="244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E4210BD-4393-1626-7B21-29B5C826E09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378771" y="5525695"/>
                  <a:ext cx="221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58512E6-A36A-F968-2146-A2551EA5EA5D}"/>
                    </a:ext>
                  </a:extLst>
                </p14:cNvPr>
                <p14:cNvContentPartPr/>
                <p14:nvPr/>
              </p14:nvContentPartPr>
              <p14:xfrm>
                <a:off x="2426291" y="5631895"/>
                <a:ext cx="239760" cy="399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58512E6-A36A-F968-2146-A2551EA5EA5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417651" y="5622895"/>
                  <a:ext cx="2574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8E1192B-9892-87A2-3AAA-380CBB8AB116}"/>
                    </a:ext>
                  </a:extLst>
                </p14:cNvPr>
                <p14:cNvContentPartPr/>
                <p14:nvPr/>
              </p14:nvContentPartPr>
              <p14:xfrm>
                <a:off x="2732291" y="5567455"/>
                <a:ext cx="238320" cy="201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8E1192B-9892-87A2-3AAA-380CBB8AB11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723291" y="5558815"/>
                  <a:ext cx="255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C0BCAA6-17EB-4CB0-93C0-5D871A7F32BC}"/>
                    </a:ext>
                  </a:extLst>
                </p14:cNvPr>
                <p14:cNvContentPartPr/>
                <p14:nvPr/>
              </p14:nvContentPartPr>
              <p14:xfrm>
                <a:off x="3075371" y="5488975"/>
                <a:ext cx="170280" cy="268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C0BCAA6-17EB-4CB0-93C0-5D871A7F32B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066731" y="5479975"/>
                  <a:ext cx="187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82C77C2-1269-4686-38C3-83642AC5D844}"/>
                    </a:ext>
                  </a:extLst>
                </p14:cNvPr>
                <p14:cNvContentPartPr/>
                <p14:nvPr/>
              </p14:nvContentPartPr>
              <p14:xfrm>
                <a:off x="3334931" y="5510575"/>
                <a:ext cx="132120" cy="117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82C77C2-1269-4686-38C3-83642AC5D84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325931" y="5501935"/>
                  <a:ext cx="149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33CD0EE-35DA-1874-F475-26DF44D84A12}"/>
                    </a:ext>
                  </a:extLst>
                </p14:cNvPr>
                <p14:cNvContentPartPr/>
                <p14:nvPr/>
              </p14:nvContentPartPr>
              <p14:xfrm>
                <a:off x="3302531" y="5655295"/>
                <a:ext cx="136440" cy="114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33CD0EE-35DA-1874-F475-26DF44D84A1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293891" y="5646655"/>
                  <a:ext cx="154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CE539FE-18EA-CA36-FD91-AE0AD8B748CD}"/>
                    </a:ext>
                  </a:extLst>
                </p14:cNvPr>
                <p14:cNvContentPartPr/>
                <p14:nvPr/>
              </p14:nvContentPartPr>
              <p14:xfrm>
                <a:off x="3781691" y="5482855"/>
                <a:ext cx="22320" cy="2336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CE539FE-18EA-CA36-FD91-AE0AD8B748C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773051" y="5474215"/>
                  <a:ext cx="39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B400F15-6C08-043A-9EB4-3D8DE687DD80}"/>
                    </a:ext>
                  </a:extLst>
                </p14:cNvPr>
                <p14:cNvContentPartPr/>
                <p14:nvPr/>
              </p14:nvContentPartPr>
              <p14:xfrm>
                <a:off x="3790691" y="5485735"/>
                <a:ext cx="428760" cy="228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B400F15-6C08-043A-9EB4-3D8DE687DD8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781691" y="5477095"/>
                  <a:ext cx="446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A0596C5-514F-7B59-4BF8-F4457E50C864}"/>
                    </a:ext>
                  </a:extLst>
                </p14:cNvPr>
                <p14:cNvContentPartPr/>
                <p14:nvPr/>
              </p14:nvContentPartPr>
              <p14:xfrm>
                <a:off x="1089611" y="5190535"/>
                <a:ext cx="39600" cy="852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A0596C5-514F-7B59-4BF8-F4457E50C86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80611" y="5181535"/>
                  <a:ext cx="57240" cy="86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5CC9281-5954-00EB-A8B2-673B336C8835}"/>
                    </a:ext>
                  </a:extLst>
                </p14:cNvPr>
                <p14:cNvContentPartPr/>
                <p14:nvPr/>
              </p14:nvContentPartPr>
              <p14:xfrm>
                <a:off x="1013291" y="5009455"/>
                <a:ext cx="3466080" cy="1049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5CC9281-5954-00EB-A8B2-673B336C883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04651" y="5000815"/>
                  <a:ext cx="3483720" cy="106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72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424ABEF5-61FE-8AA2-67BA-97C1D58A3B78}"/>
              </a:ext>
            </a:extLst>
          </p:cNvPr>
          <p:cNvGrpSpPr/>
          <p:nvPr/>
        </p:nvGrpSpPr>
        <p:grpSpPr>
          <a:xfrm>
            <a:off x="243611" y="155935"/>
            <a:ext cx="4568400" cy="3786840"/>
            <a:chOff x="243611" y="155935"/>
            <a:chExt cx="4568400" cy="37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342B5D-3089-5DFD-4C33-50137A61508E}"/>
                    </a:ext>
                  </a:extLst>
                </p14:cNvPr>
                <p14:cNvContentPartPr/>
                <p14:nvPr/>
              </p14:nvContentPartPr>
              <p14:xfrm>
                <a:off x="243611" y="425575"/>
                <a:ext cx="169560" cy="147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342B5D-3089-5DFD-4C33-50137A6150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611" y="416575"/>
                  <a:ext cx="187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E18123C-60B1-5729-8B03-8171FC006E15}"/>
                    </a:ext>
                  </a:extLst>
                </p14:cNvPr>
                <p14:cNvContentPartPr/>
                <p14:nvPr/>
              </p14:nvContentPartPr>
              <p14:xfrm>
                <a:off x="440171" y="305335"/>
                <a:ext cx="198360" cy="470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E18123C-60B1-5729-8B03-8171FC006E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1531" y="296695"/>
                  <a:ext cx="2160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C648A7F-D00F-DE8B-D41B-C5B34302B12C}"/>
                    </a:ext>
                  </a:extLst>
                </p14:cNvPr>
                <p14:cNvContentPartPr/>
                <p14:nvPr/>
              </p14:nvContentPartPr>
              <p14:xfrm>
                <a:off x="1489211" y="432055"/>
                <a:ext cx="162360" cy="211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C648A7F-D00F-DE8B-D41B-C5B34302B1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0211" y="423055"/>
                  <a:ext cx="1800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1F1C69D-D6CE-F931-4979-CDB80B8290F4}"/>
                    </a:ext>
                  </a:extLst>
                </p14:cNvPr>
                <p14:cNvContentPartPr/>
                <p14:nvPr/>
              </p14:nvContentPartPr>
              <p14:xfrm>
                <a:off x="1476251" y="506575"/>
                <a:ext cx="99720" cy="2504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1F1C69D-D6CE-F931-4979-CDB80B8290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7611" y="497935"/>
                  <a:ext cx="117360" cy="25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0FDC3F-610C-134F-F84D-F3827ACDC294}"/>
                    </a:ext>
                  </a:extLst>
                </p14:cNvPr>
                <p14:cNvContentPartPr/>
                <p14:nvPr/>
              </p14:nvContentPartPr>
              <p14:xfrm>
                <a:off x="1433411" y="2966455"/>
                <a:ext cx="3167280" cy="67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0FDC3F-610C-134F-F84D-F3827ACDC2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4771" y="2957455"/>
                  <a:ext cx="3184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C6B06A-5183-C4D1-6B66-7C567006EBBB}"/>
                    </a:ext>
                  </a:extLst>
                </p14:cNvPr>
                <p14:cNvContentPartPr/>
                <p14:nvPr/>
              </p14:nvContentPartPr>
              <p14:xfrm>
                <a:off x="4485491" y="3003535"/>
                <a:ext cx="158760" cy="132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C6B06A-5183-C4D1-6B66-7C567006EB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76851" y="2994895"/>
                  <a:ext cx="176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713048-3C6D-D6CA-1017-1B5069A3D08D}"/>
                    </a:ext>
                  </a:extLst>
                </p14:cNvPr>
                <p14:cNvContentPartPr/>
                <p14:nvPr/>
              </p14:nvContentPartPr>
              <p14:xfrm>
                <a:off x="4580171" y="3278215"/>
                <a:ext cx="231840" cy="19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713048-3C6D-D6CA-1017-1B5069A3D0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71171" y="3269575"/>
                  <a:ext cx="249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CAFA5D9-3ACB-581F-939D-34382902E20E}"/>
                    </a:ext>
                  </a:extLst>
                </p14:cNvPr>
                <p14:cNvContentPartPr/>
                <p14:nvPr/>
              </p14:nvContentPartPr>
              <p14:xfrm>
                <a:off x="1007171" y="560935"/>
                <a:ext cx="41760" cy="217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CAFA5D9-3ACB-581F-939D-34382902E20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8531" y="552295"/>
                  <a:ext cx="59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8FB156-2553-FA30-D6BB-936212022E59}"/>
                    </a:ext>
                  </a:extLst>
                </p14:cNvPr>
                <p14:cNvContentPartPr/>
                <p14:nvPr/>
              </p14:nvContentPartPr>
              <p14:xfrm>
                <a:off x="908171" y="528895"/>
                <a:ext cx="295200" cy="99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8FB156-2553-FA30-D6BB-936212022E5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9171" y="520255"/>
                  <a:ext cx="312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748092A-B433-BF05-E5AD-4D6361B36331}"/>
                    </a:ext>
                  </a:extLst>
                </p14:cNvPr>
                <p14:cNvContentPartPr/>
                <p14:nvPr/>
              </p14:nvContentPartPr>
              <p14:xfrm>
                <a:off x="1973411" y="593335"/>
                <a:ext cx="2835000" cy="2323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748092A-B433-BF05-E5AD-4D6361B3633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64771" y="584695"/>
                  <a:ext cx="2852640" cy="23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098003F-1A7E-2D11-708A-0D3B726D710D}"/>
                    </a:ext>
                  </a:extLst>
                </p14:cNvPr>
                <p14:cNvContentPartPr/>
                <p14:nvPr/>
              </p14:nvContentPartPr>
              <p14:xfrm>
                <a:off x="2244491" y="1403335"/>
                <a:ext cx="125280" cy="118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098003F-1A7E-2D11-708A-0D3B726D71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35851" y="1394335"/>
                  <a:ext cx="142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B02DE0-BB41-0578-5A65-F1561EB661E2}"/>
                    </a:ext>
                  </a:extLst>
                </p14:cNvPr>
                <p14:cNvContentPartPr/>
                <p14:nvPr/>
              </p14:nvContentPartPr>
              <p14:xfrm>
                <a:off x="2069171" y="1099135"/>
                <a:ext cx="21960" cy="93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B02DE0-BB41-0578-5A65-F1561EB661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60531" y="1090495"/>
                  <a:ext cx="39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BA3327-1535-631A-5701-4CDC3367F141}"/>
                    </a:ext>
                  </a:extLst>
                </p14:cNvPr>
                <p14:cNvContentPartPr/>
                <p14:nvPr/>
              </p14:nvContentPartPr>
              <p14:xfrm>
                <a:off x="1921931" y="1022455"/>
                <a:ext cx="267120" cy="266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BA3327-1535-631A-5701-4CDC3367F1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12931" y="1013815"/>
                  <a:ext cx="284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C385BC-5F3E-6431-147B-A7FB3D889909}"/>
                    </a:ext>
                  </a:extLst>
                </p14:cNvPr>
                <p14:cNvContentPartPr/>
                <p14:nvPr/>
              </p14:nvContentPartPr>
              <p14:xfrm>
                <a:off x="2268251" y="965575"/>
                <a:ext cx="1575720" cy="517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C385BC-5F3E-6431-147B-A7FB3D8899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59251" y="956575"/>
                  <a:ext cx="159336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84B9D4-4C42-55BC-067F-B14E471B0556}"/>
                    </a:ext>
                  </a:extLst>
                </p14:cNvPr>
                <p14:cNvContentPartPr/>
                <p14:nvPr/>
              </p14:nvContentPartPr>
              <p14:xfrm>
                <a:off x="3766571" y="933535"/>
                <a:ext cx="106560" cy="117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84B9D4-4C42-55BC-067F-B14E471B05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57571" y="924535"/>
                  <a:ext cx="124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61B35C-5BB7-4302-7C44-4BB5CC86097B}"/>
                    </a:ext>
                  </a:extLst>
                </p14:cNvPr>
                <p14:cNvContentPartPr/>
                <p14:nvPr/>
              </p14:nvContentPartPr>
              <p14:xfrm>
                <a:off x="3774851" y="963415"/>
                <a:ext cx="96480" cy="66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61B35C-5BB7-4302-7C44-4BB5CC86097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65851" y="954415"/>
                  <a:ext cx="114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F202E9-6F25-5CDF-A8FA-05766A716B67}"/>
                    </a:ext>
                  </a:extLst>
                </p14:cNvPr>
                <p14:cNvContentPartPr/>
                <p14:nvPr/>
              </p14:nvContentPartPr>
              <p14:xfrm>
                <a:off x="3958451" y="560215"/>
                <a:ext cx="139320" cy="13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F202E9-6F25-5CDF-A8FA-05766A716B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49811" y="551575"/>
                  <a:ext cx="156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84BFE2-3BC2-12C4-B43E-15890CCAE105}"/>
                    </a:ext>
                  </a:extLst>
                </p14:cNvPr>
                <p14:cNvContentPartPr/>
                <p14:nvPr/>
              </p14:nvContentPartPr>
              <p14:xfrm>
                <a:off x="3789251" y="428095"/>
                <a:ext cx="433440" cy="37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84BFE2-3BC2-12C4-B43E-15890CCAE1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80251" y="419095"/>
                  <a:ext cx="45108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F0F358-C7A5-55FC-C60F-5294B18BEEB7}"/>
                    </a:ext>
                  </a:extLst>
                </p14:cNvPr>
                <p14:cNvContentPartPr/>
                <p14:nvPr/>
              </p14:nvContentPartPr>
              <p14:xfrm>
                <a:off x="2884211" y="1389655"/>
                <a:ext cx="101160" cy="176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F0F358-C7A5-55FC-C60F-5294B18BEE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75211" y="1381015"/>
                  <a:ext cx="118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EB42B6-3C06-9297-325D-1EC4EFD3C503}"/>
                    </a:ext>
                  </a:extLst>
                </p14:cNvPr>
                <p14:cNvContentPartPr/>
                <p14:nvPr/>
              </p14:nvContentPartPr>
              <p14:xfrm>
                <a:off x="3827771" y="155935"/>
                <a:ext cx="11880" cy="92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EB42B6-3C06-9297-325D-1EC4EFD3C5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19131" y="147295"/>
                  <a:ext cx="29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61C84CB-BF75-340D-034C-5CFAF0311C1F}"/>
                    </a:ext>
                  </a:extLst>
                </p14:cNvPr>
                <p14:cNvContentPartPr/>
                <p14:nvPr/>
              </p14:nvContentPartPr>
              <p14:xfrm>
                <a:off x="3820571" y="521335"/>
                <a:ext cx="24480" cy="515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61C84CB-BF75-340D-034C-5CFAF0311C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11931" y="512335"/>
                  <a:ext cx="421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412073-7157-8AFE-1F06-45C1E55424B7}"/>
                    </a:ext>
                  </a:extLst>
                </p14:cNvPr>
                <p14:cNvContentPartPr/>
                <p14:nvPr/>
              </p14:nvContentPartPr>
              <p14:xfrm>
                <a:off x="3829571" y="1279495"/>
                <a:ext cx="20160" cy="142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412073-7157-8AFE-1F06-45C1E55424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20571" y="1270495"/>
                  <a:ext cx="37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FD1583-1943-5822-A8B1-325E1130541C}"/>
                    </a:ext>
                  </a:extLst>
                </p14:cNvPr>
                <p14:cNvContentPartPr/>
                <p14:nvPr/>
              </p14:nvContentPartPr>
              <p14:xfrm>
                <a:off x="3812291" y="1790335"/>
                <a:ext cx="41760" cy="1242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FD1583-1943-5822-A8B1-325E113054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03291" y="1781335"/>
                  <a:ext cx="59400" cy="12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795CC71-0D6B-F4C4-68F1-8A91BE7DBDA8}"/>
                    </a:ext>
                  </a:extLst>
                </p14:cNvPr>
                <p14:cNvContentPartPr/>
                <p14:nvPr/>
              </p14:nvContentPartPr>
              <p14:xfrm>
                <a:off x="3844691" y="3350215"/>
                <a:ext cx="31320" cy="13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795CC71-0D6B-F4C4-68F1-8A91BE7DBDA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36051" y="3341575"/>
                  <a:ext cx="489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D7D592-E497-3A04-F830-B778BF069BD1}"/>
                    </a:ext>
                  </a:extLst>
                </p14:cNvPr>
                <p14:cNvContentPartPr/>
                <p14:nvPr/>
              </p14:nvContentPartPr>
              <p14:xfrm>
                <a:off x="3276611" y="3624175"/>
                <a:ext cx="173880" cy="214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D7D592-E497-3A04-F830-B778BF069B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67611" y="3615535"/>
                  <a:ext cx="1915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F41C5E-6FF4-256D-AF18-183C418D1A4B}"/>
                    </a:ext>
                  </a:extLst>
                </p14:cNvPr>
                <p14:cNvContentPartPr/>
                <p14:nvPr/>
              </p14:nvContentPartPr>
              <p14:xfrm>
                <a:off x="3466331" y="3771775"/>
                <a:ext cx="111240" cy="17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F41C5E-6FF4-256D-AF18-183C418D1A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57691" y="3762775"/>
                  <a:ext cx="128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F654AF-844B-2B19-BF42-43762EEBD773}"/>
                    </a:ext>
                  </a:extLst>
                </p14:cNvPr>
                <p14:cNvContentPartPr/>
                <p14:nvPr/>
              </p14:nvContentPartPr>
              <p14:xfrm>
                <a:off x="3654971" y="3727495"/>
                <a:ext cx="152640" cy="80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F654AF-844B-2B19-BF42-43762EEBD77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46331" y="3718495"/>
                  <a:ext cx="170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3B5D99-D46D-5CFF-CEBD-BF5C7F25B4C8}"/>
                    </a:ext>
                  </a:extLst>
                </p14:cNvPr>
                <p14:cNvContentPartPr/>
                <p14:nvPr/>
              </p14:nvContentPartPr>
              <p14:xfrm>
                <a:off x="3831731" y="3663775"/>
                <a:ext cx="155520" cy="162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3B5D99-D46D-5CFF-CEBD-BF5C7F25B4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23091" y="3655135"/>
                  <a:ext cx="173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B50462D-110F-FDB0-F204-C82E298EBC42}"/>
                    </a:ext>
                  </a:extLst>
                </p14:cNvPr>
                <p14:cNvContentPartPr/>
                <p14:nvPr/>
              </p14:nvContentPartPr>
              <p14:xfrm>
                <a:off x="4057091" y="3783655"/>
                <a:ext cx="166680" cy="10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B50462D-110F-FDB0-F204-C82E298EBC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48451" y="3774655"/>
                  <a:ext cx="184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C2684AB-744D-4BDA-6EA9-A2D731D13CF3}"/>
                    </a:ext>
                  </a:extLst>
                </p14:cNvPr>
                <p14:cNvContentPartPr/>
                <p14:nvPr/>
              </p14:nvContentPartPr>
              <p14:xfrm>
                <a:off x="3771971" y="2324575"/>
                <a:ext cx="114480" cy="110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C2684AB-744D-4BDA-6EA9-A2D731D13C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62971" y="2315575"/>
                  <a:ext cx="132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E980934-6027-62E6-2D26-3AF22B45745C}"/>
                    </a:ext>
                  </a:extLst>
                </p14:cNvPr>
                <p14:cNvContentPartPr/>
                <p14:nvPr/>
              </p14:nvContentPartPr>
              <p14:xfrm>
                <a:off x="3832811" y="987175"/>
                <a:ext cx="39960" cy="1459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E980934-6027-62E6-2D26-3AF22B4574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23811" y="978535"/>
                  <a:ext cx="57600" cy="14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7E17717-F68A-3ACD-9105-A038F5D20BDD}"/>
                    </a:ext>
                  </a:extLst>
                </p14:cNvPr>
                <p14:cNvContentPartPr/>
                <p14:nvPr/>
              </p14:nvContentPartPr>
              <p14:xfrm>
                <a:off x="3786371" y="1521055"/>
                <a:ext cx="178200" cy="21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7E17717-F68A-3ACD-9105-A038F5D20BD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77371" y="1512415"/>
                  <a:ext cx="195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70558CB-A9FB-814D-A4DF-01490B68C852}"/>
                    </a:ext>
                  </a:extLst>
                </p14:cNvPr>
                <p14:cNvContentPartPr/>
                <p14:nvPr/>
              </p14:nvContentPartPr>
              <p14:xfrm>
                <a:off x="3979691" y="2516815"/>
                <a:ext cx="103320" cy="155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70558CB-A9FB-814D-A4DF-01490B68C8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70691" y="2508175"/>
                  <a:ext cx="120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AEC882-EC33-36F6-42DA-225EA2F206C4}"/>
                    </a:ext>
                  </a:extLst>
                </p14:cNvPr>
                <p14:cNvContentPartPr/>
                <p14:nvPr/>
              </p14:nvContentPartPr>
              <p14:xfrm>
                <a:off x="3845411" y="2399455"/>
                <a:ext cx="374760" cy="394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AEC882-EC33-36F6-42DA-225EA2F206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36771" y="2390455"/>
                  <a:ext cx="392400" cy="41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7512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0F50DFDD-76DF-7558-E90A-B74CB1242C49}"/>
              </a:ext>
            </a:extLst>
          </p:cNvPr>
          <p:cNvGrpSpPr/>
          <p:nvPr/>
        </p:nvGrpSpPr>
        <p:grpSpPr>
          <a:xfrm>
            <a:off x="633851" y="247735"/>
            <a:ext cx="869040" cy="396000"/>
            <a:chOff x="633851" y="247735"/>
            <a:chExt cx="86904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D0E7598-BE0C-BC7A-9BDF-3742987E6190}"/>
                    </a:ext>
                  </a:extLst>
                </p14:cNvPr>
                <p14:cNvContentPartPr/>
                <p14:nvPr/>
              </p14:nvContentPartPr>
              <p14:xfrm>
                <a:off x="633851" y="398935"/>
                <a:ext cx="189360" cy="238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D0E7598-BE0C-BC7A-9BDF-3742987E61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5211" y="389935"/>
                  <a:ext cx="207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A73E266-866D-7A3F-072B-F6FDD3A3CEE6}"/>
                    </a:ext>
                  </a:extLst>
                </p14:cNvPr>
                <p14:cNvContentPartPr/>
                <p14:nvPr/>
              </p14:nvContentPartPr>
              <p14:xfrm>
                <a:off x="966491" y="351055"/>
                <a:ext cx="159120" cy="241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A73E266-866D-7A3F-072B-F6FDD3A3CE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7491" y="342415"/>
                  <a:ext cx="176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3A7EB77-DFAA-893B-5B41-000E1A303A57}"/>
                    </a:ext>
                  </a:extLst>
                </p14:cNvPr>
                <p14:cNvContentPartPr/>
                <p14:nvPr/>
              </p14:nvContentPartPr>
              <p14:xfrm>
                <a:off x="924371" y="563815"/>
                <a:ext cx="59400" cy="79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3A7EB77-DFAA-893B-5B41-000E1A303A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5731" y="555175"/>
                  <a:ext cx="77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BFC5403-8442-71FB-FC8D-ABFDFB4C8D53}"/>
                    </a:ext>
                  </a:extLst>
                </p14:cNvPr>
                <p14:cNvContentPartPr/>
                <p14:nvPr/>
              </p14:nvContentPartPr>
              <p14:xfrm>
                <a:off x="1113371" y="247735"/>
                <a:ext cx="45000" cy="137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BFC5403-8442-71FB-FC8D-ABFDFB4C8D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4371" y="238735"/>
                  <a:ext cx="62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85C3D2-5883-0005-B961-44544EB809AE}"/>
                    </a:ext>
                  </a:extLst>
                </p14:cNvPr>
                <p14:cNvContentPartPr/>
                <p14:nvPr/>
              </p14:nvContentPartPr>
              <p14:xfrm>
                <a:off x="1342691" y="424135"/>
                <a:ext cx="151920" cy="16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85C3D2-5883-0005-B961-44544EB809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3691" y="415135"/>
                  <a:ext cx="169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E999AD-6170-4BFC-4B5B-8FEBA7EF6915}"/>
                    </a:ext>
                  </a:extLst>
                </p14:cNvPr>
                <p14:cNvContentPartPr/>
                <p14:nvPr/>
              </p14:nvContentPartPr>
              <p14:xfrm>
                <a:off x="1374731" y="499735"/>
                <a:ext cx="128160" cy="30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E999AD-6170-4BFC-4B5B-8FEBA7EF69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5731" y="491095"/>
                  <a:ext cx="14580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59DF52-9924-34A2-FAF8-25ED4CA60B2C}"/>
              </a:ext>
            </a:extLst>
          </p:cNvPr>
          <p:cNvGrpSpPr/>
          <p:nvPr/>
        </p:nvGrpSpPr>
        <p:grpSpPr>
          <a:xfrm>
            <a:off x="1836611" y="191935"/>
            <a:ext cx="772560" cy="743040"/>
            <a:chOff x="1836611" y="191935"/>
            <a:chExt cx="772560" cy="74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5CCA50F-998C-D626-26D5-A4ED32D8C971}"/>
                    </a:ext>
                  </a:extLst>
                </p14:cNvPr>
                <p14:cNvContentPartPr/>
                <p14:nvPr/>
              </p14:nvContentPartPr>
              <p14:xfrm>
                <a:off x="1836611" y="195895"/>
                <a:ext cx="150480" cy="739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5CCA50F-998C-D626-26D5-A4ED32D8C9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7971" y="186895"/>
                  <a:ext cx="16812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916735-0531-CF33-87B7-47B33253F4DF}"/>
                    </a:ext>
                  </a:extLst>
                </p14:cNvPr>
                <p14:cNvContentPartPr/>
                <p14:nvPr/>
              </p14:nvContentPartPr>
              <p14:xfrm>
                <a:off x="1845971" y="524575"/>
                <a:ext cx="100800" cy="120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916735-0531-CF33-87B7-47B33253F4D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37331" y="515575"/>
                  <a:ext cx="118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DEC897-D67C-6AE4-C494-CFE5C8E3AC35}"/>
                    </a:ext>
                  </a:extLst>
                </p14:cNvPr>
                <p14:cNvContentPartPr/>
                <p14:nvPr/>
              </p14:nvContentPartPr>
              <p14:xfrm>
                <a:off x="2167091" y="191935"/>
                <a:ext cx="163440" cy="267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DEC897-D67C-6AE4-C494-CFE5C8E3AC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8091" y="182935"/>
                  <a:ext cx="181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93724F-8900-273F-2655-1B874DAFD1E7}"/>
                    </a:ext>
                  </a:extLst>
                </p14:cNvPr>
                <p14:cNvContentPartPr/>
                <p14:nvPr/>
              </p14:nvContentPartPr>
              <p14:xfrm>
                <a:off x="2428811" y="229375"/>
                <a:ext cx="180360" cy="172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93724F-8900-273F-2655-1B874DAFD1E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20171" y="220735"/>
                  <a:ext cx="198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179BB9-3F2E-81AA-D20E-6EDC41D6DEDC}"/>
                    </a:ext>
                  </a:extLst>
                </p14:cNvPr>
                <p14:cNvContentPartPr/>
                <p14:nvPr/>
              </p14:nvContentPartPr>
              <p14:xfrm>
                <a:off x="2513771" y="330535"/>
                <a:ext cx="59760" cy="16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179BB9-3F2E-81AA-D20E-6EDC41D6DE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05131" y="321535"/>
                  <a:ext cx="77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EA6F2A-60D1-8927-8B86-E32E97D99AA7}"/>
                    </a:ext>
                  </a:extLst>
                </p14:cNvPr>
                <p14:cNvContentPartPr/>
                <p14:nvPr/>
              </p14:nvContentPartPr>
              <p14:xfrm>
                <a:off x="2149811" y="590455"/>
                <a:ext cx="424800" cy="338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EA6F2A-60D1-8927-8B86-E32E97D99A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0811" y="581455"/>
                  <a:ext cx="4424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8A58C7-2346-7CE9-9102-0CB5881A76F9}"/>
                    </a:ext>
                  </a:extLst>
                </p14:cNvPr>
                <p14:cNvContentPartPr/>
                <p14:nvPr/>
              </p14:nvContentPartPr>
              <p14:xfrm>
                <a:off x="2173571" y="727255"/>
                <a:ext cx="249120" cy="28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8A58C7-2346-7CE9-9102-0CB5881A76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4931" y="718615"/>
                  <a:ext cx="26676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9F3E60-C36B-806F-B814-C0A91570C430}"/>
              </a:ext>
            </a:extLst>
          </p:cNvPr>
          <p:cNvGrpSpPr/>
          <p:nvPr/>
        </p:nvGrpSpPr>
        <p:grpSpPr>
          <a:xfrm>
            <a:off x="2833811" y="515935"/>
            <a:ext cx="174600" cy="132840"/>
            <a:chOff x="2833811" y="515935"/>
            <a:chExt cx="17460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172D93D-B22E-6EAE-70C3-5DAD44E1E4E4}"/>
                    </a:ext>
                  </a:extLst>
                </p14:cNvPr>
                <p14:cNvContentPartPr/>
                <p14:nvPr/>
              </p14:nvContentPartPr>
              <p14:xfrm>
                <a:off x="2934251" y="515935"/>
                <a:ext cx="11520" cy="132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172D93D-B22E-6EAE-70C3-5DAD44E1E4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25251" y="507295"/>
                  <a:ext cx="291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29D63A-1387-DC75-DD25-53339E9A2F58}"/>
                    </a:ext>
                  </a:extLst>
                </p14:cNvPr>
                <p14:cNvContentPartPr/>
                <p14:nvPr/>
              </p14:nvContentPartPr>
              <p14:xfrm>
                <a:off x="2833811" y="554455"/>
                <a:ext cx="174600" cy="47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29D63A-1387-DC75-DD25-53339E9A2F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25171" y="545815"/>
                  <a:ext cx="19224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F83E17-56D3-305F-31BA-F6ADCF44D348}"/>
              </a:ext>
            </a:extLst>
          </p:cNvPr>
          <p:cNvGrpSpPr/>
          <p:nvPr/>
        </p:nvGrpSpPr>
        <p:grpSpPr>
          <a:xfrm>
            <a:off x="3275531" y="297055"/>
            <a:ext cx="340200" cy="454680"/>
            <a:chOff x="3275531" y="297055"/>
            <a:chExt cx="34020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DE61B2-BBF2-D760-42F0-06A58D1C9A40}"/>
                    </a:ext>
                  </a:extLst>
                </p14:cNvPr>
                <p14:cNvContentPartPr/>
                <p14:nvPr/>
              </p14:nvContentPartPr>
              <p14:xfrm>
                <a:off x="3330251" y="439615"/>
                <a:ext cx="228600" cy="147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DE61B2-BBF2-D760-42F0-06A58D1C9A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21611" y="430975"/>
                  <a:ext cx="246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8DBA03-B89D-A479-1829-A46C7B16C3A3}"/>
                    </a:ext>
                  </a:extLst>
                </p14:cNvPr>
                <p14:cNvContentPartPr/>
                <p14:nvPr/>
              </p14:nvContentPartPr>
              <p14:xfrm>
                <a:off x="3293891" y="349255"/>
                <a:ext cx="240840" cy="402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8DBA03-B89D-A479-1829-A46C7B16C3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84891" y="340615"/>
                  <a:ext cx="2584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15AE65-0B8A-DF9D-C522-FB13B593A33C}"/>
                    </a:ext>
                  </a:extLst>
                </p14:cNvPr>
                <p14:cNvContentPartPr/>
                <p14:nvPr/>
              </p14:nvContentPartPr>
              <p14:xfrm>
                <a:off x="3275531" y="297055"/>
                <a:ext cx="340200" cy="29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15AE65-0B8A-DF9D-C522-FB13B593A3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66891" y="288415"/>
                  <a:ext cx="3578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11A7056-92CB-10A6-61F2-93FE6EACC602}"/>
                  </a:ext>
                </a:extLst>
              </p14:cNvPr>
              <p14:cNvContentPartPr/>
              <p14:nvPr/>
            </p14:nvContentPartPr>
            <p14:xfrm>
              <a:off x="1682531" y="1032895"/>
              <a:ext cx="915480" cy="219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11A7056-92CB-10A6-61F2-93FE6EACC60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73531" y="1023895"/>
                <a:ext cx="93312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5FB9523-D18F-0F0D-E26B-865ACEBFA2ED}"/>
              </a:ext>
            </a:extLst>
          </p:cNvPr>
          <p:cNvGrpSpPr/>
          <p:nvPr/>
        </p:nvGrpSpPr>
        <p:grpSpPr>
          <a:xfrm>
            <a:off x="1670291" y="1421695"/>
            <a:ext cx="1018800" cy="255960"/>
            <a:chOff x="1670291" y="1421695"/>
            <a:chExt cx="101880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1A1B1E0-A579-6F0A-AF5C-3282EAEA7588}"/>
                    </a:ext>
                  </a:extLst>
                </p14:cNvPr>
                <p14:cNvContentPartPr/>
                <p14:nvPr/>
              </p14:nvContentPartPr>
              <p14:xfrm>
                <a:off x="1670291" y="1421695"/>
                <a:ext cx="181800" cy="229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1A1B1E0-A579-6F0A-AF5C-3282EAEA75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61651" y="1412695"/>
                  <a:ext cx="199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97740C9-2DC7-E25C-53F7-CB0F2E0CDD9C}"/>
                    </a:ext>
                  </a:extLst>
                </p14:cNvPr>
                <p14:cNvContentPartPr/>
                <p14:nvPr/>
              </p14:nvContentPartPr>
              <p14:xfrm>
                <a:off x="1752731" y="1564975"/>
                <a:ext cx="95040" cy="112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97740C9-2DC7-E25C-53F7-CB0F2E0CDD9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44091" y="1555975"/>
                  <a:ext cx="112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A2EAE6E-16A2-CC4B-C8CE-0A1D65267B84}"/>
                    </a:ext>
                  </a:extLst>
                </p14:cNvPr>
                <p14:cNvContentPartPr/>
                <p14:nvPr/>
              </p14:nvContentPartPr>
              <p14:xfrm>
                <a:off x="1932011" y="1496575"/>
                <a:ext cx="47520" cy="91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A2EAE6E-16A2-CC4B-C8CE-0A1D65267B8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23371" y="1487935"/>
                  <a:ext cx="65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B5ECF2-C7FC-D78B-5A10-4C44AB0AB619}"/>
                    </a:ext>
                  </a:extLst>
                </p14:cNvPr>
                <p14:cNvContentPartPr/>
                <p14:nvPr/>
              </p14:nvContentPartPr>
              <p14:xfrm>
                <a:off x="2054051" y="1460575"/>
                <a:ext cx="113760" cy="159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B5ECF2-C7FC-D78B-5A10-4C44AB0AB61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45051" y="1451575"/>
                  <a:ext cx="131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289BA5-2642-F7E6-1887-E68AC1C51643}"/>
                    </a:ext>
                  </a:extLst>
                </p14:cNvPr>
                <p14:cNvContentPartPr/>
                <p14:nvPr/>
              </p14:nvContentPartPr>
              <p14:xfrm>
                <a:off x="2240171" y="1555615"/>
                <a:ext cx="15480" cy="121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289BA5-2642-F7E6-1887-E68AC1C516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31531" y="1546615"/>
                  <a:ext cx="33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1358A1-2947-9E40-078F-6ACEE89E3DF9}"/>
                    </a:ext>
                  </a:extLst>
                </p14:cNvPr>
                <p14:cNvContentPartPr/>
                <p14:nvPr/>
              </p14:nvContentPartPr>
              <p14:xfrm>
                <a:off x="2402891" y="1442935"/>
                <a:ext cx="71640" cy="117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1358A1-2947-9E40-078F-6ACEE89E3D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94251" y="1433935"/>
                  <a:ext cx="89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68A54EF-8DBA-EBD8-D5A4-51FF066C06D7}"/>
                    </a:ext>
                  </a:extLst>
                </p14:cNvPr>
                <p14:cNvContentPartPr/>
                <p14:nvPr/>
              </p14:nvContentPartPr>
              <p14:xfrm>
                <a:off x="2577851" y="1426015"/>
                <a:ext cx="111240" cy="136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68A54EF-8DBA-EBD8-D5A4-51FF066C06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68851" y="1417375"/>
                  <a:ext cx="1288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77B5A2-E24C-52EF-B2FA-536CD8CDE7A7}"/>
              </a:ext>
            </a:extLst>
          </p:cNvPr>
          <p:cNvGrpSpPr/>
          <p:nvPr/>
        </p:nvGrpSpPr>
        <p:grpSpPr>
          <a:xfrm>
            <a:off x="1661651" y="1892215"/>
            <a:ext cx="1026360" cy="277560"/>
            <a:chOff x="1661651" y="1892215"/>
            <a:chExt cx="102636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A51FD7-48D3-8A72-7F56-5DDA775278FF}"/>
                    </a:ext>
                  </a:extLst>
                </p14:cNvPr>
                <p14:cNvContentPartPr/>
                <p14:nvPr/>
              </p14:nvContentPartPr>
              <p14:xfrm>
                <a:off x="1661651" y="1917415"/>
                <a:ext cx="174600" cy="225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A51FD7-48D3-8A72-7F56-5DDA775278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53011" y="1908775"/>
                  <a:ext cx="192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381DDA-30AA-6602-3A26-2478EAAD6ABE}"/>
                    </a:ext>
                  </a:extLst>
                </p14:cNvPr>
                <p14:cNvContentPartPr/>
                <p14:nvPr/>
              </p14:nvContentPartPr>
              <p14:xfrm>
                <a:off x="1738331" y="2051695"/>
                <a:ext cx="90360" cy="118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381DDA-30AA-6602-3A26-2478EAAD6A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29331" y="2042695"/>
                  <a:ext cx="108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5AFFB5-D508-0791-0E5A-434794269F38}"/>
                    </a:ext>
                  </a:extLst>
                </p14:cNvPr>
                <p14:cNvContentPartPr/>
                <p14:nvPr/>
              </p14:nvContentPartPr>
              <p14:xfrm>
                <a:off x="1919771" y="1924975"/>
                <a:ext cx="78120" cy="104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5AFFB5-D508-0791-0E5A-434794269F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11131" y="1916335"/>
                  <a:ext cx="95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E3FABB8-BCD0-3301-8B72-64DBEF09FDB7}"/>
                    </a:ext>
                  </a:extLst>
                </p14:cNvPr>
                <p14:cNvContentPartPr/>
                <p14:nvPr/>
              </p14:nvContentPartPr>
              <p14:xfrm>
                <a:off x="2046851" y="1920295"/>
                <a:ext cx="115200" cy="144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E3FABB8-BCD0-3301-8B72-64DBEF09FDB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38211" y="1911655"/>
                  <a:ext cx="132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6F74131-B6B8-E7CD-D6CE-947923D7B6E3}"/>
                    </a:ext>
                  </a:extLst>
                </p14:cNvPr>
                <p14:cNvContentPartPr/>
                <p14:nvPr/>
              </p14:nvContentPartPr>
              <p14:xfrm>
                <a:off x="2264651" y="2067895"/>
                <a:ext cx="10440" cy="89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6F74131-B6B8-E7CD-D6CE-947923D7B6E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56011" y="2059255"/>
                  <a:ext cx="28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E46CDE3-8D53-DC96-339B-E9A9D4B0A46E}"/>
                    </a:ext>
                  </a:extLst>
                </p14:cNvPr>
                <p14:cNvContentPartPr/>
                <p14:nvPr/>
              </p14:nvContentPartPr>
              <p14:xfrm>
                <a:off x="2416931" y="1913455"/>
                <a:ext cx="123840" cy="72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E46CDE3-8D53-DC96-339B-E9A9D4B0A4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07931" y="1904455"/>
                  <a:ext cx="141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17539C-4849-C1C1-9EFE-533ABE1F3BB7}"/>
                    </a:ext>
                  </a:extLst>
                </p14:cNvPr>
                <p14:cNvContentPartPr/>
                <p14:nvPr/>
              </p14:nvContentPartPr>
              <p14:xfrm>
                <a:off x="2562371" y="1892215"/>
                <a:ext cx="125640" cy="150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17539C-4849-C1C1-9EFE-533ABE1F3BB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53731" y="1883575"/>
                  <a:ext cx="14328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69B0C6-ADD8-88E4-8D80-1FBBCACA5F60}"/>
              </a:ext>
            </a:extLst>
          </p:cNvPr>
          <p:cNvGrpSpPr/>
          <p:nvPr/>
        </p:nvGrpSpPr>
        <p:grpSpPr>
          <a:xfrm>
            <a:off x="1625291" y="2371375"/>
            <a:ext cx="960120" cy="269640"/>
            <a:chOff x="1625291" y="2371375"/>
            <a:chExt cx="96012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CFAFF6-E1D6-5F42-CE67-4DF725F0C395}"/>
                    </a:ext>
                  </a:extLst>
                </p14:cNvPr>
                <p14:cNvContentPartPr/>
                <p14:nvPr/>
              </p14:nvContentPartPr>
              <p14:xfrm>
                <a:off x="1625291" y="2400175"/>
                <a:ext cx="203040" cy="219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CFAFF6-E1D6-5F42-CE67-4DF725F0C3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16651" y="2391535"/>
                  <a:ext cx="220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7602B7D-0E30-F922-40F0-B64ED82D227F}"/>
                    </a:ext>
                  </a:extLst>
                </p14:cNvPr>
                <p14:cNvContentPartPr/>
                <p14:nvPr/>
              </p14:nvContentPartPr>
              <p14:xfrm>
                <a:off x="1742291" y="2529055"/>
                <a:ext cx="70920" cy="111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7602B7D-0E30-F922-40F0-B64ED82D22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33651" y="2520415"/>
                  <a:ext cx="88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B9225F3-D034-AFFB-7C35-786FA9649524}"/>
                    </a:ext>
                  </a:extLst>
                </p14:cNvPr>
                <p14:cNvContentPartPr/>
                <p14:nvPr/>
              </p14:nvContentPartPr>
              <p14:xfrm>
                <a:off x="1891331" y="2458495"/>
                <a:ext cx="96120" cy="72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B9225F3-D034-AFFB-7C35-786FA96495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82331" y="2449855"/>
                  <a:ext cx="113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6AC2A9-15FC-54E0-915A-4350FE207383}"/>
                    </a:ext>
                  </a:extLst>
                </p14:cNvPr>
                <p14:cNvContentPartPr/>
                <p14:nvPr/>
              </p14:nvContentPartPr>
              <p14:xfrm>
                <a:off x="2056931" y="2418895"/>
                <a:ext cx="112680" cy="140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6AC2A9-15FC-54E0-915A-4350FE2073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47931" y="2409895"/>
                  <a:ext cx="130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778E4AF-63D1-FFA1-888A-C83BC6523942}"/>
                    </a:ext>
                  </a:extLst>
                </p14:cNvPr>
                <p14:cNvContentPartPr/>
                <p14:nvPr/>
              </p14:nvContentPartPr>
              <p14:xfrm>
                <a:off x="2279771" y="2371375"/>
                <a:ext cx="305640" cy="234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778E4AF-63D1-FFA1-888A-C83BC652394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70771" y="2362735"/>
                  <a:ext cx="32328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58B5E4-38E9-3961-4D26-96B6A7AD3503}"/>
                  </a:ext>
                </a:extLst>
              </p14:cNvPr>
              <p14:cNvContentPartPr/>
              <p14:nvPr/>
            </p14:nvContentPartPr>
            <p14:xfrm>
              <a:off x="3069611" y="1074295"/>
              <a:ext cx="684000" cy="1594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58B5E4-38E9-3961-4D26-96B6A7AD350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060971" y="1065655"/>
                <a:ext cx="70164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BCBF356D-7357-2BEA-9FCE-009206374A95}"/>
              </a:ext>
            </a:extLst>
          </p:cNvPr>
          <p:cNvGrpSpPr/>
          <p:nvPr/>
        </p:nvGrpSpPr>
        <p:grpSpPr>
          <a:xfrm>
            <a:off x="3219011" y="1483975"/>
            <a:ext cx="362880" cy="128880"/>
            <a:chOff x="3219011" y="1483975"/>
            <a:chExt cx="36288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45D2635-FBFB-F1DE-EEAD-4CAD2A2F8B13}"/>
                    </a:ext>
                  </a:extLst>
                </p14:cNvPr>
                <p14:cNvContentPartPr/>
                <p14:nvPr/>
              </p14:nvContentPartPr>
              <p14:xfrm>
                <a:off x="3219011" y="1483975"/>
                <a:ext cx="13716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45D2635-FBFB-F1DE-EEAD-4CAD2A2F8B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10011" y="1474975"/>
                  <a:ext cx="154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39DB535-613F-16A2-E632-1513394D004A}"/>
                    </a:ext>
                  </a:extLst>
                </p14:cNvPr>
                <p14:cNvContentPartPr/>
                <p14:nvPr/>
              </p14:nvContentPartPr>
              <p14:xfrm>
                <a:off x="3413051" y="1486855"/>
                <a:ext cx="168840" cy="12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39DB535-613F-16A2-E632-1513394D004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04051" y="1477855"/>
                  <a:ext cx="18648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43A1324-E8F0-B17D-00C5-4EB7EAF2AEBE}"/>
              </a:ext>
            </a:extLst>
          </p:cNvPr>
          <p:cNvGrpSpPr/>
          <p:nvPr/>
        </p:nvGrpSpPr>
        <p:grpSpPr>
          <a:xfrm>
            <a:off x="3763691" y="1370215"/>
            <a:ext cx="1657080" cy="281520"/>
            <a:chOff x="3763691" y="1370215"/>
            <a:chExt cx="165708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E8BDC1D-D13B-1173-2369-5E4BBC190EB5}"/>
                    </a:ext>
                  </a:extLst>
                </p14:cNvPr>
                <p14:cNvContentPartPr/>
                <p14:nvPr/>
              </p14:nvContentPartPr>
              <p14:xfrm>
                <a:off x="3763691" y="1477495"/>
                <a:ext cx="5940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E8BDC1D-D13B-1173-2369-5E4BBC190E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54691" y="1468495"/>
                  <a:ext cx="77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B820872-F7E0-2607-4095-0634FAED0F14}"/>
                    </a:ext>
                  </a:extLst>
                </p14:cNvPr>
                <p14:cNvContentPartPr/>
                <p14:nvPr/>
              </p14:nvContentPartPr>
              <p14:xfrm>
                <a:off x="3787451" y="1441135"/>
                <a:ext cx="75600" cy="59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B820872-F7E0-2607-4095-0634FAED0F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78811" y="1432495"/>
                  <a:ext cx="93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BA44F4-9F0C-E917-8FF5-EB1A6AEFDC12}"/>
                    </a:ext>
                  </a:extLst>
                </p14:cNvPr>
                <p14:cNvContentPartPr/>
                <p14:nvPr/>
              </p14:nvContentPartPr>
              <p14:xfrm>
                <a:off x="3828491" y="1382095"/>
                <a:ext cx="209160" cy="269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BA44F4-9F0C-E917-8FF5-EB1A6AEFDC1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19491" y="1373455"/>
                  <a:ext cx="2268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28D119C-E817-2FBC-52B0-0D9E335695F6}"/>
                    </a:ext>
                  </a:extLst>
                </p14:cNvPr>
                <p14:cNvContentPartPr/>
                <p14:nvPr/>
              </p14:nvContentPartPr>
              <p14:xfrm>
                <a:off x="4137011" y="1492975"/>
                <a:ext cx="29520" cy="104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28D119C-E817-2FBC-52B0-0D9E335695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28371" y="1484335"/>
                  <a:ext cx="47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F41B726-FCF8-B44D-06FE-1AC6EE7C8743}"/>
                    </a:ext>
                  </a:extLst>
                </p14:cNvPr>
                <p14:cNvContentPartPr/>
                <p14:nvPr/>
              </p14:nvContentPartPr>
              <p14:xfrm>
                <a:off x="4154651" y="1448695"/>
                <a:ext cx="5040" cy="10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F41B726-FCF8-B44D-06FE-1AC6EE7C874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45651" y="1440055"/>
                  <a:ext cx="22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D29DD2-22C3-A30D-789D-A053421F6A39}"/>
                    </a:ext>
                  </a:extLst>
                </p14:cNvPr>
                <p14:cNvContentPartPr/>
                <p14:nvPr/>
              </p14:nvContentPartPr>
              <p14:xfrm>
                <a:off x="4249691" y="1456255"/>
                <a:ext cx="234000" cy="139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D29DD2-22C3-A30D-789D-A053421F6A3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41051" y="1447255"/>
                  <a:ext cx="251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67E4856-4A28-8B06-4A1E-15EE83B4D270}"/>
                    </a:ext>
                  </a:extLst>
                </p14:cNvPr>
                <p14:cNvContentPartPr/>
                <p14:nvPr/>
              </p14:nvContentPartPr>
              <p14:xfrm>
                <a:off x="4491251" y="1463815"/>
                <a:ext cx="235080" cy="121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7E4856-4A28-8B06-4A1E-15EE83B4D27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82611" y="1455175"/>
                  <a:ext cx="252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CF8BBDD-E79B-0186-B2E0-A2E385AB5E48}"/>
                    </a:ext>
                  </a:extLst>
                </p14:cNvPr>
                <p14:cNvContentPartPr/>
                <p14:nvPr/>
              </p14:nvContentPartPr>
              <p14:xfrm>
                <a:off x="4741811" y="1481455"/>
                <a:ext cx="78480" cy="113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CF8BBDD-E79B-0186-B2E0-A2E385AB5E4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32811" y="1472815"/>
                  <a:ext cx="96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D1B6791-8D6B-3F30-CCD6-057037D838AE}"/>
                    </a:ext>
                  </a:extLst>
                </p14:cNvPr>
                <p14:cNvContentPartPr/>
                <p14:nvPr/>
              </p14:nvContentPartPr>
              <p14:xfrm>
                <a:off x="4863851" y="1451575"/>
                <a:ext cx="177120" cy="131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D1B6791-8D6B-3F30-CCD6-057037D838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54851" y="1442935"/>
                  <a:ext cx="194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87B30B7-AB98-034D-5298-24CB448766D1}"/>
                    </a:ext>
                  </a:extLst>
                </p14:cNvPr>
                <p14:cNvContentPartPr/>
                <p14:nvPr/>
              </p14:nvContentPartPr>
              <p14:xfrm>
                <a:off x="5078051" y="1478935"/>
                <a:ext cx="24840" cy="76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87B30B7-AB98-034D-5298-24CB448766D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69051" y="1470295"/>
                  <a:ext cx="42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3590EF-EC28-F315-B7B5-90357D81727D}"/>
                    </a:ext>
                  </a:extLst>
                </p14:cNvPr>
                <p14:cNvContentPartPr/>
                <p14:nvPr/>
              </p14:nvContentPartPr>
              <p14:xfrm>
                <a:off x="5116571" y="1370215"/>
                <a:ext cx="143640" cy="219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3590EF-EC28-F315-B7B5-90357D81727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07571" y="1361575"/>
                  <a:ext cx="161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6BFA16-C570-3DEE-2077-83752BA9E629}"/>
                    </a:ext>
                  </a:extLst>
                </p14:cNvPr>
                <p14:cNvContentPartPr/>
                <p14:nvPr/>
              </p14:nvContentPartPr>
              <p14:xfrm>
                <a:off x="5293691" y="1405135"/>
                <a:ext cx="127080" cy="199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6BFA16-C570-3DEE-2077-83752BA9E62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85051" y="1396135"/>
                  <a:ext cx="14472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942FD49-90E2-51FF-D8A3-793677AE070D}"/>
              </a:ext>
            </a:extLst>
          </p:cNvPr>
          <p:cNvGrpSpPr/>
          <p:nvPr/>
        </p:nvGrpSpPr>
        <p:grpSpPr>
          <a:xfrm>
            <a:off x="3141971" y="1987255"/>
            <a:ext cx="381960" cy="128520"/>
            <a:chOff x="3141971" y="1987255"/>
            <a:chExt cx="38196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3FDEB6F-B622-57CF-79F4-AA224E9CD492}"/>
                    </a:ext>
                  </a:extLst>
                </p14:cNvPr>
                <p14:cNvContentPartPr/>
                <p14:nvPr/>
              </p14:nvContentPartPr>
              <p14:xfrm>
                <a:off x="3141971" y="2037295"/>
                <a:ext cx="149040" cy="7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3FDEB6F-B622-57CF-79F4-AA224E9CD49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32971" y="2028655"/>
                  <a:ext cx="166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72DE9C-4B87-8EDC-A603-08748C5D10C1}"/>
                    </a:ext>
                  </a:extLst>
                </p14:cNvPr>
                <p14:cNvContentPartPr/>
                <p14:nvPr/>
              </p14:nvContentPartPr>
              <p14:xfrm>
                <a:off x="3175091" y="2079775"/>
                <a:ext cx="139320" cy="36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72DE9C-4B87-8EDC-A603-08748C5D10C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66451" y="2070775"/>
                  <a:ext cx="156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62B142-AA2B-8E61-0F05-0D1FBE9BB4FA}"/>
                    </a:ext>
                  </a:extLst>
                </p14:cNvPr>
                <p14:cNvContentPartPr/>
                <p14:nvPr/>
              </p14:nvContentPartPr>
              <p14:xfrm>
                <a:off x="3350051" y="1987255"/>
                <a:ext cx="173880" cy="124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62B142-AA2B-8E61-0F05-0D1FBE9BB4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41051" y="1978255"/>
                  <a:ext cx="1915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26D2189-B33F-B9B6-8940-1B5D83AA687B}"/>
              </a:ext>
            </a:extLst>
          </p:cNvPr>
          <p:cNvGrpSpPr/>
          <p:nvPr/>
        </p:nvGrpSpPr>
        <p:grpSpPr>
          <a:xfrm>
            <a:off x="3717611" y="1831015"/>
            <a:ext cx="1617120" cy="328320"/>
            <a:chOff x="3717611" y="1831015"/>
            <a:chExt cx="161712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B2BE41-BDAB-A309-DBA3-3F9A2454BB26}"/>
                    </a:ext>
                  </a:extLst>
                </p14:cNvPr>
                <p14:cNvContentPartPr/>
                <p14:nvPr/>
              </p14:nvContentPartPr>
              <p14:xfrm>
                <a:off x="3717611" y="1937935"/>
                <a:ext cx="100080" cy="170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B2BE41-BDAB-A309-DBA3-3F9A2454BB2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08611" y="1928935"/>
                  <a:ext cx="117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39A7690-CD36-F4E7-DBFA-15CD41BE3F1F}"/>
                    </a:ext>
                  </a:extLst>
                </p14:cNvPr>
                <p14:cNvContentPartPr/>
                <p14:nvPr/>
              </p14:nvContentPartPr>
              <p14:xfrm>
                <a:off x="3833531" y="1915615"/>
                <a:ext cx="187560" cy="243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9A7690-CD36-F4E7-DBFA-15CD41BE3F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24891" y="1906975"/>
                  <a:ext cx="2052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D385E08-3773-BF4C-6D56-6DC452F12ECF}"/>
                    </a:ext>
                  </a:extLst>
                </p14:cNvPr>
                <p14:cNvContentPartPr/>
                <p14:nvPr/>
              </p14:nvContentPartPr>
              <p14:xfrm>
                <a:off x="4130531" y="1955935"/>
                <a:ext cx="106560" cy="111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D385E08-3773-BF4C-6D56-6DC452F12EC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21891" y="1947295"/>
                  <a:ext cx="124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DD94A3B-E7BD-74A1-EAAA-DE00606A62B6}"/>
                    </a:ext>
                  </a:extLst>
                </p14:cNvPr>
                <p14:cNvContentPartPr/>
                <p14:nvPr/>
              </p14:nvContentPartPr>
              <p14:xfrm>
                <a:off x="4290011" y="1965295"/>
                <a:ext cx="192240" cy="109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DD94A3B-E7BD-74A1-EAAA-DE00606A62B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81371" y="1956295"/>
                  <a:ext cx="209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7D02191-EEF2-D0FC-C417-34614B6C2D3D}"/>
                    </a:ext>
                  </a:extLst>
                </p14:cNvPr>
                <p14:cNvContentPartPr/>
                <p14:nvPr/>
              </p14:nvContentPartPr>
              <p14:xfrm>
                <a:off x="4477931" y="1960615"/>
                <a:ext cx="248400" cy="100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7D02191-EEF2-D0FC-C417-34614B6C2D3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69291" y="1951975"/>
                  <a:ext cx="266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777F196-6D79-F490-BCFB-740F04816484}"/>
                    </a:ext>
                  </a:extLst>
                </p14:cNvPr>
                <p14:cNvContentPartPr/>
                <p14:nvPr/>
              </p14:nvContentPartPr>
              <p14:xfrm>
                <a:off x="4733531" y="1941895"/>
                <a:ext cx="111600" cy="126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777F196-6D79-F490-BCFB-740F048164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24531" y="1933255"/>
                  <a:ext cx="129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92300C5-B079-B884-C262-99A6F14A977B}"/>
                    </a:ext>
                  </a:extLst>
                </p14:cNvPr>
                <p14:cNvContentPartPr/>
                <p14:nvPr/>
              </p14:nvContentPartPr>
              <p14:xfrm>
                <a:off x="4904171" y="1831015"/>
                <a:ext cx="28440" cy="200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92300C5-B079-B884-C262-99A6F14A97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95171" y="1822375"/>
                  <a:ext cx="46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907B34-60B8-CEDA-75C1-915135495DA5}"/>
                    </a:ext>
                  </a:extLst>
                </p14:cNvPr>
                <p14:cNvContentPartPr/>
                <p14:nvPr/>
              </p14:nvContentPartPr>
              <p14:xfrm>
                <a:off x="4972211" y="1845775"/>
                <a:ext cx="145440" cy="212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907B34-60B8-CEDA-75C1-915135495D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63571" y="1836775"/>
                  <a:ext cx="163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EB6E571-81FA-449D-41B7-5CEE3ECD16DC}"/>
                    </a:ext>
                  </a:extLst>
                </p14:cNvPr>
                <p14:cNvContentPartPr/>
                <p14:nvPr/>
              </p14:nvContentPartPr>
              <p14:xfrm>
                <a:off x="5136731" y="1878175"/>
                <a:ext cx="198000" cy="175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EB6E571-81FA-449D-41B7-5CEE3ECD16D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27731" y="1869535"/>
                  <a:ext cx="21564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E1C0F3C-1E72-A243-4F94-8B0BDEBF2C87}"/>
              </a:ext>
            </a:extLst>
          </p:cNvPr>
          <p:cNvGrpSpPr/>
          <p:nvPr/>
        </p:nvGrpSpPr>
        <p:grpSpPr>
          <a:xfrm>
            <a:off x="6447131" y="359335"/>
            <a:ext cx="641880" cy="592920"/>
            <a:chOff x="6447131" y="359335"/>
            <a:chExt cx="641880" cy="5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7B0E514-CED4-6F03-CDB4-31CA197C1D70}"/>
                    </a:ext>
                  </a:extLst>
                </p14:cNvPr>
                <p14:cNvContentPartPr/>
                <p14:nvPr/>
              </p14:nvContentPartPr>
              <p14:xfrm>
                <a:off x="6447131" y="359335"/>
                <a:ext cx="155520" cy="592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7B0E514-CED4-6F03-CDB4-31CA197C1D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38131" y="350695"/>
                  <a:ext cx="17316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3616649-F62E-6129-72C5-9FD6BD7FAA3F}"/>
                    </a:ext>
                  </a:extLst>
                </p14:cNvPr>
                <p14:cNvContentPartPr/>
                <p14:nvPr/>
              </p14:nvContentPartPr>
              <p14:xfrm>
                <a:off x="6704531" y="739135"/>
                <a:ext cx="39960" cy="176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3616649-F62E-6129-72C5-9FD6BD7FAA3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695891" y="730135"/>
                  <a:ext cx="57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BF47E7D-B211-E561-8872-1B4CFC9ECA07}"/>
                    </a:ext>
                  </a:extLst>
                </p14:cNvPr>
                <p14:cNvContentPartPr/>
                <p14:nvPr/>
              </p14:nvContentPartPr>
              <p14:xfrm>
                <a:off x="6770411" y="783415"/>
                <a:ext cx="174600" cy="156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BF47E7D-B211-E561-8872-1B4CFC9ECA0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61411" y="774415"/>
                  <a:ext cx="192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7F95F0-DF40-346B-DBE1-47EDCDCD9631}"/>
                    </a:ext>
                  </a:extLst>
                </p14:cNvPr>
                <p14:cNvContentPartPr/>
                <p14:nvPr/>
              </p14:nvContentPartPr>
              <p14:xfrm>
                <a:off x="6972731" y="810415"/>
                <a:ext cx="116280" cy="127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7F95F0-DF40-346B-DBE1-47EDCDCD963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64091" y="801415"/>
                  <a:ext cx="1339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06D3075-F244-413D-D5C8-154D7755A056}"/>
              </a:ext>
            </a:extLst>
          </p:cNvPr>
          <p:cNvGrpSpPr/>
          <p:nvPr/>
        </p:nvGrpSpPr>
        <p:grpSpPr>
          <a:xfrm>
            <a:off x="7364771" y="307135"/>
            <a:ext cx="923760" cy="251280"/>
            <a:chOff x="7364771" y="307135"/>
            <a:chExt cx="92376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A7672DC-E110-4E7B-B2BE-82F8089080D1}"/>
                    </a:ext>
                  </a:extLst>
                </p14:cNvPr>
                <p14:cNvContentPartPr/>
                <p14:nvPr/>
              </p14:nvContentPartPr>
              <p14:xfrm>
                <a:off x="7364771" y="398935"/>
                <a:ext cx="34200" cy="140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A7672DC-E110-4E7B-B2BE-82F8089080D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56131" y="389935"/>
                  <a:ext cx="51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419316B-D24A-797F-40F3-893E694EE861}"/>
                    </a:ext>
                  </a:extLst>
                </p14:cNvPr>
                <p14:cNvContentPartPr/>
                <p14:nvPr/>
              </p14:nvContentPartPr>
              <p14:xfrm>
                <a:off x="7391051" y="370855"/>
                <a:ext cx="30240" cy="17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419316B-D24A-797F-40F3-893E694EE8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82051" y="361855"/>
                  <a:ext cx="47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31BD9D-C97D-D022-5997-4FA1A39BE20D}"/>
                    </a:ext>
                  </a:extLst>
                </p14:cNvPr>
                <p14:cNvContentPartPr/>
                <p14:nvPr/>
              </p14:nvContentPartPr>
              <p14:xfrm>
                <a:off x="7463051" y="307135"/>
                <a:ext cx="489600" cy="236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31BD9D-C97D-D022-5997-4FA1A39BE2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54411" y="298135"/>
                  <a:ext cx="507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81A300-790F-451E-1BB8-A81FDAC29047}"/>
                    </a:ext>
                  </a:extLst>
                </p14:cNvPr>
                <p14:cNvContentPartPr/>
                <p14:nvPr/>
              </p14:nvContentPartPr>
              <p14:xfrm>
                <a:off x="7793171" y="372655"/>
                <a:ext cx="495360" cy="185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481A300-790F-451E-1BB8-A81FDAC2904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84531" y="363655"/>
                  <a:ext cx="5130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D445A83-0549-0100-76F8-4CE1A92E7426}"/>
              </a:ext>
            </a:extLst>
          </p:cNvPr>
          <p:cNvGrpSpPr/>
          <p:nvPr/>
        </p:nvGrpSpPr>
        <p:grpSpPr>
          <a:xfrm>
            <a:off x="8603171" y="168175"/>
            <a:ext cx="2264040" cy="458640"/>
            <a:chOff x="8603171" y="168175"/>
            <a:chExt cx="226404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57E1224-2166-DF17-02C3-90000CA9E64A}"/>
                    </a:ext>
                  </a:extLst>
                </p14:cNvPr>
                <p14:cNvContentPartPr/>
                <p14:nvPr/>
              </p14:nvContentPartPr>
              <p14:xfrm>
                <a:off x="8603171" y="245935"/>
                <a:ext cx="226440" cy="304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57E1224-2166-DF17-02C3-90000CA9E64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94531" y="236935"/>
                  <a:ext cx="2440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88091B5-68BB-C863-D047-3B71B6F72790}"/>
                    </a:ext>
                  </a:extLst>
                </p14:cNvPr>
                <p14:cNvContentPartPr/>
                <p14:nvPr/>
              </p14:nvContentPartPr>
              <p14:xfrm>
                <a:off x="8884691" y="224335"/>
                <a:ext cx="25200" cy="299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88091B5-68BB-C863-D047-3B71B6F727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76051" y="215335"/>
                  <a:ext cx="428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25C5725-5743-54C1-580D-BF95C1853126}"/>
                    </a:ext>
                  </a:extLst>
                </p14:cNvPr>
                <p14:cNvContentPartPr/>
                <p14:nvPr/>
              </p14:nvContentPartPr>
              <p14:xfrm>
                <a:off x="8752211" y="320455"/>
                <a:ext cx="27756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25C5725-5743-54C1-580D-BF95C18531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43211" y="311815"/>
                  <a:ext cx="295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9A0B2D7-14E7-31C0-4C3F-7212736625F9}"/>
                    </a:ext>
                  </a:extLst>
                </p14:cNvPr>
                <p14:cNvContentPartPr/>
                <p14:nvPr/>
              </p14:nvContentPartPr>
              <p14:xfrm>
                <a:off x="9042731" y="309295"/>
                <a:ext cx="204840" cy="174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9A0B2D7-14E7-31C0-4C3F-7212736625F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34091" y="300655"/>
                  <a:ext cx="222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DC4235-9A41-409D-570A-CC7B29C744A7}"/>
                    </a:ext>
                  </a:extLst>
                </p14:cNvPr>
                <p14:cNvContentPartPr/>
                <p14:nvPr/>
              </p14:nvContentPartPr>
              <p14:xfrm>
                <a:off x="9289691" y="356095"/>
                <a:ext cx="297360" cy="131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DC4235-9A41-409D-570A-CC7B29C744A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81051" y="347455"/>
                  <a:ext cx="315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DDD5B03-D530-D9A6-46CF-5B6298F9344B}"/>
                    </a:ext>
                  </a:extLst>
                </p14:cNvPr>
                <p14:cNvContentPartPr/>
                <p14:nvPr/>
              </p14:nvContentPartPr>
              <p14:xfrm>
                <a:off x="9664091" y="355735"/>
                <a:ext cx="271440" cy="271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DDD5B03-D530-D9A6-46CF-5B6298F9344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55091" y="347095"/>
                  <a:ext cx="2890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ED117B1-6435-1B5F-BD2E-4FCEFD78E650}"/>
                    </a:ext>
                  </a:extLst>
                </p14:cNvPr>
                <p14:cNvContentPartPr/>
                <p14:nvPr/>
              </p14:nvContentPartPr>
              <p14:xfrm>
                <a:off x="10155491" y="168175"/>
                <a:ext cx="270720" cy="456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ED117B1-6435-1B5F-BD2E-4FCEFD78E65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46851" y="159175"/>
                  <a:ext cx="2883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0A0BD9A-37BF-5CD6-D445-A8235927E3F5}"/>
                    </a:ext>
                  </a:extLst>
                </p14:cNvPr>
                <p14:cNvContentPartPr/>
                <p14:nvPr/>
              </p14:nvContentPartPr>
              <p14:xfrm>
                <a:off x="10669571" y="306775"/>
                <a:ext cx="197640" cy="149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0A0BD9A-37BF-5CD6-D445-A8235927E3F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60931" y="297775"/>
                  <a:ext cx="21528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E5C032F-FB33-7D62-F750-5E2F9BAEAD25}"/>
              </a:ext>
            </a:extLst>
          </p:cNvPr>
          <p:cNvGrpSpPr/>
          <p:nvPr/>
        </p:nvGrpSpPr>
        <p:grpSpPr>
          <a:xfrm>
            <a:off x="7512011" y="952975"/>
            <a:ext cx="857520" cy="441360"/>
            <a:chOff x="7512011" y="952975"/>
            <a:chExt cx="857520" cy="4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21A631B-365E-4DB4-9A14-42596B01DAB9}"/>
                    </a:ext>
                  </a:extLst>
                </p14:cNvPr>
                <p14:cNvContentPartPr/>
                <p14:nvPr/>
              </p14:nvContentPartPr>
              <p14:xfrm>
                <a:off x="7512011" y="952975"/>
                <a:ext cx="489240" cy="243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21A631B-365E-4DB4-9A14-42596B01DAB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03371" y="944335"/>
                  <a:ext cx="506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632A136-DBFD-CD54-1D2C-E26A552FD6A3}"/>
                    </a:ext>
                  </a:extLst>
                </p14:cNvPr>
                <p14:cNvContentPartPr/>
                <p14:nvPr/>
              </p14:nvContentPartPr>
              <p14:xfrm>
                <a:off x="8035811" y="967735"/>
                <a:ext cx="18360" cy="18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632A136-DBFD-CD54-1D2C-E26A552FD6A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27171" y="959095"/>
                  <a:ext cx="36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E1E2315-DC40-6B9A-8BFD-283C1D96437A}"/>
                    </a:ext>
                  </a:extLst>
                </p14:cNvPr>
                <p14:cNvContentPartPr/>
                <p14:nvPr/>
              </p14:nvContentPartPr>
              <p14:xfrm>
                <a:off x="8124371" y="974215"/>
                <a:ext cx="245160" cy="172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E1E2315-DC40-6B9A-8BFD-283C1D96437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15371" y="965215"/>
                  <a:ext cx="262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06B5240-EBFC-02C3-2DA2-1B6D945ADA8A}"/>
                    </a:ext>
                  </a:extLst>
                </p14:cNvPr>
                <p14:cNvContentPartPr/>
                <p14:nvPr/>
              </p14:nvContentPartPr>
              <p14:xfrm>
                <a:off x="7605251" y="1261855"/>
                <a:ext cx="626040" cy="52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06B5240-EBFC-02C3-2DA2-1B6D945ADA8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96251" y="1253215"/>
                  <a:ext cx="643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0E51080-5B7F-A30D-3714-464E90C8E362}"/>
                    </a:ext>
                  </a:extLst>
                </p14:cNvPr>
                <p14:cNvContentPartPr/>
                <p14:nvPr/>
              </p14:nvContentPartPr>
              <p14:xfrm>
                <a:off x="7674731" y="1359055"/>
                <a:ext cx="629280" cy="35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0E51080-5B7F-A30D-3714-464E90C8E3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65731" y="1350415"/>
                  <a:ext cx="6469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76DA105-319C-5B2E-F638-CF37F5647188}"/>
              </a:ext>
            </a:extLst>
          </p:cNvPr>
          <p:cNvGrpSpPr/>
          <p:nvPr/>
        </p:nvGrpSpPr>
        <p:grpSpPr>
          <a:xfrm>
            <a:off x="8519651" y="923815"/>
            <a:ext cx="885960" cy="259560"/>
            <a:chOff x="8519651" y="923815"/>
            <a:chExt cx="88596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05893CA-D388-B54F-2025-F31D0C14B912}"/>
                    </a:ext>
                  </a:extLst>
                </p14:cNvPr>
                <p14:cNvContentPartPr/>
                <p14:nvPr/>
              </p14:nvContentPartPr>
              <p14:xfrm>
                <a:off x="8519651" y="923815"/>
                <a:ext cx="413640" cy="259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05893CA-D388-B54F-2025-F31D0C14B91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11011" y="915175"/>
                  <a:ext cx="4312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6CB24C2-07D6-9F08-D381-4482753521CF}"/>
                    </a:ext>
                  </a:extLst>
                </p14:cNvPr>
                <p14:cNvContentPartPr/>
                <p14:nvPr/>
              </p14:nvContentPartPr>
              <p14:xfrm>
                <a:off x="8992691" y="1005535"/>
                <a:ext cx="91080" cy="96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6CB24C2-07D6-9F08-D381-4482753521C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84051" y="996535"/>
                  <a:ext cx="108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F8C4593-A4D8-CD12-1599-1D58A3570687}"/>
                    </a:ext>
                  </a:extLst>
                </p14:cNvPr>
                <p14:cNvContentPartPr/>
                <p14:nvPr/>
              </p14:nvContentPartPr>
              <p14:xfrm>
                <a:off x="9159731" y="988255"/>
                <a:ext cx="245880" cy="145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F8C4593-A4D8-CD12-1599-1D58A357068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50731" y="979255"/>
                  <a:ext cx="2635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3B1064E-BE34-A54C-A1A0-8868EE050F56}"/>
              </a:ext>
            </a:extLst>
          </p:cNvPr>
          <p:cNvGrpSpPr/>
          <p:nvPr/>
        </p:nvGrpSpPr>
        <p:grpSpPr>
          <a:xfrm>
            <a:off x="9688211" y="807535"/>
            <a:ext cx="2175840" cy="307800"/>
            <a:chOff x="9688211" y="807535"/>
            <a:chExt cx="217584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0B95514-19E9-5F67-52E2-1B06FF90407B}"/>
                    </a:ext>
                  </a:extLst>
                </p14:cNvPr>
                <p14:cNvContentPartPr/>
                <p14:nvPr/>
              </p14:nvContentPartPr>
              <p14:xfrm>
                <a:off x="9688211" y="1006255"/>
                <a:ext cx="6840" cy="10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0B95514-19E9-5F67-52E2-1B06FF90407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79571" y="997615"/>
                  <a:ext cx="244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3F44C94-20BF-A0BA-A745-56340D5C898F}"/>
                    </a:ext>
                  </a:extLst>
                </p14:cNvPr>
                <p14:cNvContentPartPr/>
                <p14:nvPr/>
              </p14:nvContentPartPr>
              <p14:xfrm>
                <a:off x="9726731" y="920575"/>
                <a:ext cx="4320" cy="7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3F44C94-20BF-A0BA-A745-56340D5C898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18091" y="911575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31E9F3C-54F1-5040-611A-CEF506D18C6F}"/>
                    </a:ext>
                  </a:extLst>
                </p14:cNvPr>
                <p14:cNvContentPartPr/>
                <p14:nvPr/>
              </p14:nvContentPartPr>
              <p14:xfrm>
                <a:off x="9791171" y="827335"/>
                <a:ext cx="712800" cy="286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31E9F3C-54F1-5040-611A-CEF506D18C6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82171" y="818335"/>
                  <a:ext cx="730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922EE5-1048-2EFD-9C48-0DADAF6DD065}"/>
                    </a:ext>
                  </a:extLst>
                </p14:cNvPr>
                <p14:cNvContentPartPr/>
                <p14:nvPr/>
              </p14:nvContentPartPr>
              <p14:xfrm>
                <a:off x="10739411" y="807535"/>
                <a:ext cx="642600" cy="281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C922EE5-1048-2EFD-9C48-0DADAF6DD06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30771" y="798535"/>
                  <a:ext cx="660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3A527C3-6316-00F1-7224-9963B0CFD5E0}"/>
                    </a:ext>
                  </a:extLst>
                </p14:cNvPr>
                <p14:cNvContentPartPr/>
                <p14:nvPr/>
              </p14:nvContentPartPr>
              <p14:xfrm>
                <a:off x="11401451" y="907255"/>
                <a:ext cx="177120" cy="116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3A527C3-6316-00F1-7224-9963B0CFD5E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92451" y="898255"/>
                  <a:ext cx="194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CC6A64A-7528-BEB0-EE8D-17CA6539C6DC}"/>
                    </a:ext>
                  </a:extLst>
                </p14:cNvPr>
                <p14:cNvContentPartPr/>
                <p14:nvPr/>
              </p14:nvContentPartPr>
              <p14:xfrm>
                <a:off x="11609891" y="862255"/>
                <a:ext cx="16560" cy="12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CC6A64A-7528-BEB0-EE8D-17CA6539C6D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600891" y="853255"/>
                  <a:ext cx="34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3C29DB-9F38-DE01-3133-5C5DAFDDC4A5}"/>
                    </a:ext>
                  </a:extLst>
                </p14:cNvPr>
                <p14:cNvContentPartPr/>
                <p14:nvPr/>
              </p14:nvContentPartPr>
              <p14:xfrm>
                <a:off x="11642291" y="886735"/>
                <a:ext cx="221760" cy="131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3C29DB-9F38-DE01-3133-5C5DAFDDC4A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633291" y="877735"/>
                  <a:ext cx="23940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AEE153E-6548-F460-2116-3B3B4A7A199B}"/>
              </a:ext>
            </a:extLst>
          </p:cNvPr>
          <p:cNvGrpSpPr/>
          <p:nvPr/>
        </p:nvGrpSpPr>
        <p:grpSpPr>
          <a:xfrm>
            <a:off x="7502651" y="1622215"/>
            <a:ext cx="241920" cy="229680"/>
            <a:chOff x="7502651" y="1622215"/>
            <a:chExt cx="24192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DF7019D-9538-9886-83D1-15DBD73AD189}"/>
                    </a:ext>
                  </a:extLst>
                </p14:cNvPr>
                <p14:cNvContentPartPr/>
                <p14:nvPr/>
              </p14:nvContentPartPr>
              <p14:xfrm>
                <a:off x="7502651" y="1685935"/>
                <a:ext cx="18360" cy="165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DF7019D-9538-9886-83D1-15DBD73AD18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93651" y="1676935"/>
                  <a:ext cx="36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B8F878C-75D3-CE2C-F165-55F927923F87}"/>
                    </a:ext>
                  </a:extLst>
                </p14:cNvPr>
                <p14:cNvContentPartPr/>
                <p14:nvPr/>
              </p14:nvContentPartPr>
              <p14:xfrm>
                <a:off x="7572131" y="1622215"/>
                <a:ext cx="44640" cy="15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B8F878C-75D3-CE2C-F165-55F927923F8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63131" y="1613215"/>
                  <a:ext cx="62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75CFBA0-1480-D658-84F4-6371EF1F7D6D}"/>
                    </a:ext>
                  </a:extLst>
                </p14:cNvPr>
                <p14:cNvContentPartPr/>
                <p14:nvPr/>
              </p14:nvContentPartPr>
              <p14:xfrm>
                <a:off x="7614251" y="1666495"/>
                <a:ext cx="130320" cy="172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75CFBA0-1480-D658-84F4-6371EF1F7D6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605251" y="1657495"/>
                  <a:ext cx="14796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58A00B2-7A25-796F-54D5-9F85EA024857}"/>
              </a:ext>
            </a:extLst>
          </p:cNvPr>
          <p:cNvGrpSpPr/>
          <p:nvPr/>
        </p:nvGrpSpPr>
        <p:grpSpPr>
          <a:xfrm>
            <a:off x="8028971" y="1553815"/>
            <a:ext cx="1502640" cy="407160"/>
            <a:chOff x="8028971" y="1553815"/>
            <a:chExt cx="150264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CFC57AC-BC9C-C88B-D790-A1F7B5BAAA2E}"/>
                    </a:ext>
                  </a:extLst>
                </p14:cNvPr>
                <p14:cNvContentPartPr/>
                <p14:nvPr/>
              </p14:nvContentPartPr>
              <p14:xfrm>
                <a:off x="8028971" y="1701055"/>
                <a:ext cx="40680" cy="108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CFC57AC-BC9C-C88B-D790-A1F7B5BAAA2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20331" y="1692055"/>
                  <a:ext cx="58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118F84B-C687-36BA-0F84-CDEF5A720BE0}"/>
                    </a:ext>
                  </a:extLst>
                </p14:cNvPr>
                <p14:cNvContentPartPr/>
                <p14:nvPr/>
              </p14:nvContentPartPr>
              <p14:xfrm>
                <a:off x="8140931" y="1632655"/>
                <a:ext cx="492840" cy="191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118F84B-C687-36BA-0F84-CDEF5A720BE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32291" y="1624015"/>
                  <a:ext cx="510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623669-C5EE-EE24-BF92-8B23CD38E0B7}"/>
                    </a:ext>
                  </a:extLst>
                </p14:cNvPr>
                <p14:cNvContentPartPr/>
                <p14:nvPr/>
              </p14:nvContentPartPr>
              <p14:xfrm>
                <a:off x="8712971" y="1553815"/>
                <a:ext cx="30600" cy="216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623669-C5EE-EE24-BF92-8B23CD38E0B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04331" y="1544815"/>
                  <a:ext cx="482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F9D139-238C-F58D-0025-9E73467AF67E}"/>
                    </a:ext>
                  </a:extLst>
                </p14:cNvPr>
                <p14:cNvContentPartPr/>
                <p14:nvPr/>
              </p14:nvContentPartPr>
              <p14:xfrm>
                <a:off x="8664731" y="1639135"/>
                <a:ext cx="572760" cy="321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F9D139-238C-F58D-0025-9E73467AF67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55731" y="1630135"/>
                  <a:ext cx="5904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7DF224E-082C-83B2-6D93-F10282278C8D}"/>
                    </a:ext>
                  </a:extLst>
                </p14:cNvPr>
                <p14:cNvContentPartPr/>
                <p14:nvPr/>
              </p14:nvContentPartPr>
              <p14:xfrm>
                <a:off x="9291851" y="1585495"/>
                <a:ext cx="38160" cy="11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7DF224E-082C-83B2-6D93-F10282278C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283211" y="1576495"/>
                  <a:ext cx="55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E0D144C-C848-4B11-773C-A6B258E8E186}"/>
                    </a:ext>
                  </a:extLst>
                </p14:cNvPr>
                <p14:cNvContentPartPr/>
                <p14:nvPr/>
              </p14:nvContentPartPr>
              <p14:xfrm>
                <a:off x="9335051" y="1593415"/>
                <a:ext cx="196560" cy="173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E0D144C-C848-4B11-773C-A6B258E8E18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326051" y="1584775"/>
                  <a:ext cx="2142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439BCE5-6EEA-A3F6-91AC-E6932703A699}"/>
              </a:ext>
            </a:extLst>
          </p:cNvPr>
          <p:cNvGrpSpPr/>
          <p:nvPr/>
        </p:nvGrpSpPr>
        <p:grpSpPr>
          <a:xfrm>
            <a:off x="7227251" y="2183815"/>
            <a:ext cx="3517560" cy="403560"/>
            <a:chOff x="7227251" y="2183815"/>
            <a:chExt cx="351756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108CA0C-31D1-FAA5-2CD2-C1E42CF30583}"/>
                    </a:ext>
                  </a:extLst>
                </p14:cNvPr>
                <p14:cNvContentPartPr/>
                <p14:nvPr/>
              </p14:nvContentPartPr>
              <p14:xfrm>
                <a:off x="7227251" y="2431495"/>
                <a:ext cx="415440" cy="64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108CA0C-31D1-FAA5-2CD2-C1E42CF3058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18611" y="2422855"/>
                  <a:ext cx="433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4BBB040-5C6D-CEE1-0366-84F99D762997}"/>
                    </a:ext>
                  </a:extLst>
                </p14:cNvPr>
                <p14:cNvContentPartPr/>
                <p14:nvPr/>
              </p14:nvContentPartPr>
              <p14:xfrm>
                <a:off x="7645571" y="2394775"/>
                <a:ext cx="91080" cy="145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4BBB040-5C6D-CEE1-0366-84F99D7629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36571" y="2386135"/>
                  <a:ext cx="108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DD53098-EE32-5F9E-7123-F0F3411AE8F5}"/>
                    </a:ext>
                  </a:extLst>
                </p14:cNvPr>
                <p14:cNvContentPartPr/>
                <p14:nvPr/>
              </p14:nvContentPartPr>
              <p14:xfrm>
                <a:off x="7936091" y="2343655"/>
                <a:ext cx="86400" cy="243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DD53098-EE32-5F9E-7123-F0F3411AE8F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27091" y="2334655"/>
                  <a:ext cx="104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756D927-1AFE-23E3-3A15-D85EB8E99553}"/>
                    </a:ext>
                  </a:extLst>
                </p14:cNvPr>
                <p14:cNvContentPartPr/>
                <p14:nvPr/>
              </p14:nvContentPartPr>
              <p14:xfrm>
                <a:off x="8046251" y="2318095"/>
                <a:ext cx="677520" cy="265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756D927-1AFE-23E3-3A15-D85EB8E9955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037251" y="2309095"/>
                  <a:ext cx="695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D676646-B355-343C-C4D0-05A61A86B196}"/>
                    </a:ext>
                  </a:extLst>
                </p14:cNvPr>
                <p14:cNvContentPartPr/>
                <p14:nvPr/>
              </p14:nvContentPartPr>
              <p14:xfrm>
                <a:off x="8939051" y="2383975"/>
                <a:ext cx="176760" cy="106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D676646-B355-343C-C4D0-05A61A86B19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30051" y="2374975"/>
                  <a:ext cx="194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29777DA-0A18-1B23-82AE-FE2332744EA3}"/>
                    </a:ext>
                  </a:extLst>
                </p14:cNvPr>
                <p14:cNvContentPartPr/>
                <p14:nvPr/>
              </p14:nvContentPartPr>
              <p14:xfrm>
                <a:off x="9328571" y="2348335"/>
                <a:ext cx="123840" cy="177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29777DA-0A18-1B23-82AE-FE2332744EA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19571" y="2339335"/>
                  <a:ext cx="141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1CA142-EDFB-7F40-51BC-0FC6BF1B5F1E}"/>
                    </a:ext>
                  </a:extLst>
                </p14:cNvPr>
                <p14:cNvContentPartPr/>
                <p14:nvPr/>
              </p14:nvContentPartPr>
              <p14:xfrm>
                <a:off x="9448451" y="2297215"/>
                <a:ext cx="330480" cy="229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1CA142-EDFB-7F40-51BC-0FC6BF1B5F1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39451" y="2288215"/>
                  <a:ext cx="348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1CA33E4-6C42-A801-C7C1-EF7BB2DCC9D3}"/>
                    </a:ext>
                  </a:extLst>
                </p14:cNvPr>
                <p14:cNvContentPartPr/>
                <p14:nvPr/>
              </p14:nvContentPartPr>
              <p14:xfrm>
                <a:off x="9766691" y="2339335"/>
                <a:ext cx="107640" cy="156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1CA33E4-6C42-A801-C7C1-EF7BB2DCC9D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757691" y="2330335"/>
                  <a:ext cx="125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18AF4C9-0337-B528-2AE7-F762EEA079D3}"/>
                    </a:ext>
                  </a:extLst>
                </p14:cNvPr>
                <p14:cNvContentPartPr/>
                <p14:nvPr/>
              </p14:nvContentPartPr>
              <p14:xfrm>
                <a:off x="9919331" y="2344015"/>
                <a:ext cx="212040" cy="157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18AF4C9-0337-B528-2AE7-F762EEA079D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10691" y="2335375"/>
                  <a:ext cx="229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344390B-2C59-8C0B-A5F2-A41C5E8AA86D}"/>
                    </a:ext>
                  </a:extLst>
                </p14:cNvPr>
                <p14:cNvContentPartPr/>
                <p14:nvPr/>
              </p14:nvContentPartPr>
              <p14:xfrm>
                <a:off x="10185371" y="2335735"/>
                <a:ext cx="9720" cy="107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344390B-2C59-8C0B-A5F2-A41C5E8AA86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76371" y="2327095"/>
                  <a:ext cx="27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E652B53-BCD5-D30B-1891-115BC88DC94A}"/>
                    </a:ext>
                  </a:extLst>
                </p14:cNvPr>
                <p14:cNvContentPartPr/>
                <p14:nvPr/>
              </p14:nvContentPartPr>
              <p14:xfrm>
                <a:off x="10275371" y="2183815"/>
                <a:ext cx="159480" cy="310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E652B53-BCD5-D30B-1891-115BC88DC94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266731" y="2175175"/>
                  <a:ext cx="1771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474DBC5-CCA6-C1E5-EFD5-51BF8681D826}"/>
                    </a:ext>
                  </a:extLst>
                </p14:cNvPr>
                <p14:cNvContentPartPr/>
                <p14:nvPr/>
              </p14:nvContentPartPr>
              <p14:xfrm>
                <a:off x="10491011" y="2246095"/>
                <a:ext cx="253800" cy="232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474DBC5-CCA6-C1E5-EFD5-51BF8681D82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82011" y="2237095"/>
                  <a:ext cx="27144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1DCB6B3-77AE-7F47-8842-BA4EF3A5982E}"/>
              </a:ext>
            </a:extLst>
          </p:cNvPr>
          <p:cNvGrpSpPr/>
          <p:nvPr/>
        </p:nvGrpSpPr>
        <p:grpSpPr>
          <a:xfrm>
            <a:off x="234251" y="3471175"/>
            <a:ext cx="1561320" cy="406080"/>
            <a:chOff x="234251" y="3471175"/>
            <a:chExt cx="1561320" cy="4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EBFDC2F-71FE-8DD9-27CD-661EF515BA20}"/>
                    </a:ext>
                  </a:extLst>
                </p14:cNvPr>
                <p14:cNvContentPartPr/>
                <p14:nvPr/>
              </p14:nvContentPartPr>
              <p14:xfrm>
                <a:off x="234251" y="3550735"/>
                <a:ext cx="276480" cy="298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EBFDC2F-71FE-8DD9-27CD-661EF515BA2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25251" y="3541735"/>
                  <a:ext cx="2941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55DCB0D-6D0F-91A0-9B1F-CC9DC133E075}"/>
                    </a:ext>
                  </a:extLst>
                </p14:cNvPr>
                <p14:cNvContentPartPr/>
                <p14:nvPr/>
              </p14:nvContentPartPr>
              <p14:xfrm>
                <a:off x="567971" y="3560095"/>
                <a:ext cx="258480" cy="218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55DCB0D-6D0F-91A0-9B1F-CC9DC133E07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8971" y="3551095"/>
                  <a:ext cx="2761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B45F455-EABB-FFC2-35EB-017D4F82EE5B}"/>
                    </a:ext>
                  </a:extLst>
                </p14:cNvPr>
                <p14:cNvContentPartPr/>
                <p14:nvPr/>
              </p14:nvContentPartPr>
              <p14:xfrm>
                <a:off x="826451" y="3597895"/>
                <a:ext cx="299880" cy="180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B45F455-EABB-FFC2-35EB-017D4F82EE5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17811" y="3588895"/>
                  <a:ext cx="317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2CBB11D-6719-E54F-68D3-2864BE78FCEB}"/>
                    </a:ext>
                  </a:extLst>
                </p14:cNvPr>
                <p14:cNvContentPartPr/>
                <p14:nvPr/>
              </p14:nvContentPartPr>
              <p14:xfrm>
                <a:off x="1149731" y="3588895"/>
                <a:ext cx="132480" cy="196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2CBB11D-6719-E54F-68D3-2864BE78FCE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0731" y="3580255"/>
                  <a:ext cx="150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E92C741-03AC-AECB-3420-C8C2D10567E9}"/>
                    </a:ext>
                  </a:extLst>
                </p14:cNvPr>
                <p14:cNvContentPartPr/>
                <p14:nvPr/>
              </p14:nvContentPartPr>
              <p14:xfrm>
                <a:off x="1332611" y="3615535"/>
                <a:ext cx="101160" cy="261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E92C741-03AC-AECB-3420-C8C2D10567E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323611" y="3606535"/>
                  <a:ext cx="118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97B0D54-EAEF-9834-1C07-023F06763616}"/>
                    </a:ext>
                  </a:extLst>
                </p14:cNvPr>
                <p14:cNvContentPartPr/>
                <p14:nvPr/>
              </p14:nvContentPartPr>
              <p14:xfrm>
                <a:off x="1471931" y="3471175"/>
                <a:ext cx="223920" cy="263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97B0D54-EAEF-9834-1C07-023F0676361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463291" y="3462175"/>
                  <a:ext cx="2415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FCA73EB-DDEE-EE13-0CB0-57F75C92A500}"/>
                    </a:ext>
                  </a:extLst>
                </p14:cNvPr>
                <p14:cNvContentPartPr/>
                <p14:nvPr/>
              </p14:nvContentPartPr>
              <p14:xfrm>
                <a:off x="1638611" y="3592495"/>
                <a:ext cx="156960" cy="14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FCA73EB-DDEE-EE13-0CB0-57F75C92A50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629611" y="3583855"/>
                  <a:ext cx="1746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DEEA0EF-C2B5-60D5-A0A9-100A63FA979A}"/>
              </a:ext>
            </a:extLst>
          </p:cNvPr>
          <p:cNvGrpSpPr/>
          <p:nvPr/>
        </p:nvGrpSpPr>
        <p:grpSpPr>
          <a:xfrm>
            <a:off x="2035331" y="3015775"/>
            <a:ext cx="3474720" cy="704160"/>
            <a:chOff x="2035331" y="3015775"/>
            <a:chExt cx="3474720" cy="70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0633804-8527-AA26-2ADD-71192B75AEC7}"/>
                    </a:ext>
                  </a:extLst>
                </p14:cNvPr>
                <p14:cNvContentPartPr/>
                <p14:nvPr/>
              </p14:nvContentPartPr>
              <p14:xfrm>
                <a:off x="2035331" y="3326815"/>
                <a:ext cx="135360" cy="391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0633804-8527-AA26-2ADD-71192B75AEC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26331" y="3317815"/>
                  <a:ext cx="1530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3481955-54FD-4510-0229-AFFDC4F9AE8D}"/>
                    </a:ext>
                  </a:extLst>
                </p14:cNvPr>
                <p14:cNvContentPartPr/>
                <p14:nvPr/>
              </p14:nvContentPartPr>
              <p14:xfrm>
                <a:off x="2170331" y="3484855"/>
                <a:ext cx="86760" cy="176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3481955-54FD-4510-0229-AFFDC4F9AE8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61691" y="3475855"/>
                  <a:ext cx="1044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9654EC1-8672-56D9-7F4C-2EF053D26F70}"/>
                    </a:ext>
                  </a:extLst>
                </p14:cNvPr>
                <p14:cNvContentPartPr/>
                <p14:nvPr/>
              </p14:nvContentPartPr>
              <p14:xfrm>
                <a:off x="2270051" y="3477655"/>
                <a:ext cx="331200" cy="169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9654EC1-8672-56D9-7F4C-2EF053D26F7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261051" y="3468655"/>
                  <a:ext cx="348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5D186C4-D41D-6FDD-156D-74AA7561E903}"/>
                    </a:ext>
                  </a:extLst>
                </p14:cNvPr>
                <p14:cNvContentPartPr/>
                <p14:nvPr/>
              </p14:nvContentPartPr>
              <p14:xfrm>
                <a:off x="2640491" y="3467215"/>
                <a:ext cx="115560" cy="252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5D186C4-D41D-6FDD-156D-74AA7561E90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31851" y="3458215"/>
                  <a:ext cx="133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9C8EE9B-D6B6-00CF-34F3-CD41E3C3163F}"/>
                    </a:ext>
                  </a:extLst>
                </p14:cNvPr>
                <p14:cNvContentPartPr/>
                <p14:nvPr/>
              </p14:nvContentPartPr>
              <p14:xfrm>
                <a:off x="2796011" y="3439135"/>
                <a:ext cx="110160" cy="159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9C8EE9B-D6B6-00CF-34F3-CD41E3C3163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87011" y="3430135"/>
                  <a:ext cx="127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75D5C4-C12B-0156-3552-B5D7DC6C183E}"/>
                    </a:ext>
                  </a:extLst>
                </p14:cNvPr>
                <p14:cNvContentPartPr/>
                <p14:nvPr/>
              </p14:nvContentPartPr>
              <p14:xfrm>
                <a:off x="2883851" y="3441295"/>
                <a:ext cx="249840" cy="170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75D5C4-C12B-0156-3552-B5D7DC6C183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74851" y="3432655"/>
                  <a:ext cx="267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5BCA7AC-99F3-E7DD-6668-42F337F55F4F}"/>
                    </a:ext>
                  </a:extLst>
                </p14:cNvPr>
                <p14:cNvContentPartPr/>
                <p14:nvPr/>
              </p14:nvContentPartPr>
              <p14:xfrm>
                <a:off x="3122891" y="3440575"/>
                <a:ext cx="88560" cy="170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5BCA7AC-99F3-E7DD-6668-42F337F55F4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113891" y="3431575"/>
                  <a:ext cx="10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E06138-0FD2-7969-4A16-0B7B6CE18CD6}"/>
                    </a:ext>
                  </a:extLst>
                </p14:cNvPr>
                <p14:cNvContentPartPr/>
                <p14:nvPr/>
              </p14:nvContentPartPr>
              <p14:xfrm>
                <a:off x="3223691" y="3384055"/>
                <a:ext cx="225720" cy="203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E06138-0FD2-7969-4A16-0B7B6CE18CD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15051" y="3375415"/>
                  <a:ext cx="243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9EC9676-CD5B-902C-8112-E77928EA2364}"/>
                    </a:ext>
                  </a:extLst>
                </p14:cNvPr>
                <p14:cNvContentPartPr/>
                <p14:nvPr/>
              </p14:nvContentPartPr>
              <p14:xfrm>
                <a:off x="3419171" y="3419335"/>
                <a:ext cx="153720" cy="266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9EC9676-CD5B-902C-8112-E77928EA236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410531" y="3410335"/>
                  <a:ext cx="171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E09FBC8-BCAD-BB1B-7F9F-57E15718612B}"/>
                    </a:ext>
                  </a:extLst>
                </p14:cNvPr>
                <p14:cNvContentPartPr/>
                <p14:nvPr/>
              </p14:nvContentPartPr>
              <p14:xfrm>
                <a:off x="3697451" y="3406375"/>
                <a:ext cx="34920" cy="257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E09FBC8-BCAD-BB1B-7F9F-57E15718612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688811" y="3397375"/>
                  <a:ext cx="525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9B1A8DC-C3B1-CED7-B54B-9DC983510053}"/>
                    </a:ext>
                  </a:extLst>
                </p14:cNvPr>
                <p14:cNvContentPartPr/>
                <p14:nvPr/>
              </p14:nvContentPartPr>
              <p14:xfrm>
                <a:off x="3741371" y="3344815"/>
                <a:ext cx="147960" cy="175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9B1A8DC-C3B1-CED7-B54B-9DC98351005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732731" y="3335815"/>
                  <a:ext cx="165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7011CB5-85BF-10D2-A9CB-63EA323A2F8F}"/>
                    </a:ext>
                  </a:extLst>
                </p14:cNvPr>
                <p14:cNvContentPartPr/>
                <p14:nvPr/>
              </p14:nvContentPartPr>
              <p14:xfrm>
                <a:off x="3887891" y="3375775"/>
                <a:ext cx="132840" cy="147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7011CB5-85BF-10D2-A9CB-63EA323A2F8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878891" y="3366775"/>
                  <a:ext cx="150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6C6681B-92B5-CEFF-76BA-B5CFB8F2A1FD}"/>
                    </a:ext>
                  </a:extLst>
                </p14:cNvPr>
                <p14:cNvContentPartPr/>
                <p14:nvPr/>
              </p14:nvContentPartPr>
              <p14:xfrm>
                <a:off x="4048451" y="3363175"/>
                <a:ext cx="191160" cy="178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6C6681B-92B5-CEFF-76BA-B5CFB8F2A1F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039811" y="3354175"/>
                  <a:ext cx="208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C3BE69C-53EE-D8F6-DFB2-1013A61B2DF2}"/>
                    </a:ext>
                  </a:extLst>
                </p14:cNvPr>
                <p14:cNvContentPartPr/>
                <p14:nvPr/>
              </p14:nvContentPartPr>
              <p14:xfrm>
                <a:off x="4281371" y="3340855"/>
                <a:ext cx="101880" cy="285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C3BE69C-53EE-D8F6-DFB2-1013A61B2DF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272371" y="3332215"/>
                  <a:ext cx="119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8ED969E-DEA1-6F0D-739E-7C68041FF871}"/>
                    </a:ext>
                  </a:extLst>
                </p14:cNvPr>
                <p14:cNvContentPartPr/>
                <p14:nvPr/>
              </p14:nvContentPartPr>
              <p14:xfrm>
                <a:off x="4396931" y="3342655"/>
                <a:ext cx="102240" cy="146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8ED969E-DEA1-6F0D-739E-7C68041FF87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87931" y="3334015"/>
                  <a:ext cx="119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BCC11F8-3C79-5551-76F0-CDCA70FD3DDF}"/>
                    </a:ext>
                  </a:extLst>
                </p14:cNvPr>
                <p14:cNvContentPartPr/>
                <p14:nvPr/>
              </p14:nvContentPartPr>
              <p14:xfrm>
                <a:off x="4552091" y="3489895"/>
                <a:ext cx="16560" cy="145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BCC11F8-3C79-5551-76F0-CDCA70FD3DD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43091" y="3480895"/>
                  <a:ext cx="34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25013DC-66A2-B8D5-0B89-4626C353273E}"/>
                    </a:ext>
                  </a:extLst>
                </p14:cNvPr>
                <p14:cNvContentPartPr/>
                <p14:nvPr/>
              </p14:nvContentPartPr>
              <p14:xfrm>
                <a:off x="4772771" y="3239335"/>
                <a:ext cx="115200" cy="365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25013DC-66A2-B8D5-0B89-4626C353273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63771" y="3230335"/>
                  <a:ext cx="132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A313D37-FC31-CE0F-3688-1BC2360954BE}"/>
                    </a:ext>
                  </a:extLst>
                </p14:cNvPr>
                <p14:cNvContentPartPr/>
                <p14:nvPr/>
              </p14:nvContentPartPr>
              <p14:xfrm>
                <a:off x="4718411" y="3379375"/>
                <a:ext cx="306720" cy="114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A313D37-FC31-CE0F-3688-1BC2360954B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09771" y="3370735"/>
                  <a:ext cx="324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A23DD98-DD85-867B-971F-BD424198B92B}"/>
                    </a:ext>
                  </a:extLst>
                </p14:cNvPr>
                <p14:cNvContentPartPr/>
                <p14:nvPr/>
              </p14:nvContentPartPr>
              <p14:xfrm>
                <a:off x="5051051" y="3347695"/>
                <a:ext cx="200160" cy="123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A23DD98-DD85-867B-971F-BD424198B92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42051" y="3338695"/>
                  <a:ext cx="217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C1F6FB4-056D-AA18-0651-AF2A4D77ACC1}"/>
                    </a:ext>
                  </a:extLst>
                </p14:cNvPr>
                <p14:cNvContentPartPr/>
                <p14:nvPr/>
              </p14:nvContentPartPr>
              <p14:xfrm>
                <a:off x="5250131" y="3324655"/>
                <a:ext cx="129960" cy="155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C1F6FB4-056D-AA18-0651-AF2A4D77ACC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241491" y="3316015"/>
                  <a:ext cx="147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70AF026-3620-FC8C-58B6-4AB72D0FFEA8}"/>
                    </a:ext>
                  </a:extLst>
                </p14:cNvPr>
                <p14:cNvContentPartPr/>
                <p14:nvPr/>
              </p14:nvContentPartPr>
              <p14:xfrm>
                <a:off x="5400611" y="3015775"/>
                <a:ext cx="109440" cy="7002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70AF026-3620-FC8C-58B6-4AB72D0FFEA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391971" y="3007135"/>
                  <a:ext cx="127080" cy="71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36BCB841-6CE0-52FB-128B-4229FA832274}"/>
                  </a:ext>
                </a:extLst>
              </p14:cNvPr>
              <p14:cNvContentPartPr/>
              <p14:nvPr/>
            </p14:nvContentPartPr>
            <p14:xfrm>
              <a:off x="268091" y="3958615"/>
              <a:ext cx="1356840" cy="842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36BCB841-6CE0-52FB-128B-4229FA832274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259091" y="3949615"/>
                <a:ext cx="137448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D77F24C-5068-E863-8608-F208DADF1CAA}"/>
              </a:ext>
            </a:extLst>
          </p:cNvPr>
          <p:cNvGrpSpPr/>
          <p:nvPr/>
        </p:nvGrpSpPr>
        <p:grpSpPr>
          <a:xfrm>
            <a:off x="879011" y="4030615"/>
            <a:ext cx="1549800" cy="656640"/>
            <a:chOff x="879011" y="4030615"/>
            <a:chExt cx="1549800" cy="65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8BAA66F-2889-C76B-9ED1-9787AD08D4F3}"/>
                    </a:ext>
                  </a:extLst>
                </p14:cNvPr>
                <p14:cNvContentPartPr/>
                <p14:nvPr/>
              </p14:nvContentPartPr>
              <p14:xfrm>
                <a:off x="1053971" y="4267495"/>
                <a:ext cx="312120" cy="282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8BAA66F-2889-C76B-9ED1-9787AD08D4F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45331" y="4258855"/>
                  <a:ext cx="329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02983C4-BA98-BFC3-15EA-025E52E716B4}"/>
                    </a:ext>
                  </a:extLst>
                </p14:cNvPr>
                <p14:cNvContentPartPr/>
                <p14:nvPr/>
              </p14:nvContentPartPr>
              <p14:xfrm>
                <a:off x="1023731" y="4188295"/>
                <a:ext cx="471960" cy="56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02983C4-BA98-BFC3-15EA-025E52E716B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15091" y="4179295"/>
                  <a:ext cx="489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F7D246E-9522-DED2-8A60-C8A9D5B655D1}"/>
                    </a:ext>
                  </a:extLst>
                </p14:cNvPr>
                <p14:cNvContentPartPr/>
                <p14:nvPr/>
              </p14:nvContentPartPr>
              <p14:xfrm>
                <a:off x="1443131" y="4443535"/>
                <a:ext cx="12240" cy="118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F7D246E-9522-DED2-8A60-C8A9D5B655D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434491" y="4434535"/>
                  <a:ext cx="29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6DAF8D6-15FA-D8CF-FE14-15C11352C352}"/>
                    </a:ext>
                  </a:extLst>
                </p14:cNvPr>
                <p14:cNvContentPartPr/>
                <p14:nvPr/>
              </p14:nvContentPartPr>
              <p14:xfrm>
                <a:off x="1473731" y="4368295"/>
                <a:ext cx="6120" cy="32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6DAF8D6-15FA-D8CF-FE14-15C11352C35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465091" y="4359295"/>
                  <a:ext cx="23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F7DEB99-DB6A-DAEC-A3FA-096C176458F6}"/>
                    </a:ext>
                  </a:extLst>
                </p14:cNvPr>
                <p14:cNvContentPartPr/>
                <p14:nvPr/>
              </p14:nvContentPartPr>
              <p14:xfrm>
                <a:off x="1499651" y="4379815"/>
                <a:ext cx="244080" cy="174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F7DEB99-DB6A-DAEC-A3FA-096C176458F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91011" y="4371175"/>
                  <a:ext cx="261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4BE1962-BAA2-D39C-2F9A-DCF800C06B6E}"/>
                    </a:ext>
                  </a:extLst>
                </p14:cNvPr>
                <p14:cNvContentPartPr/>
                <p14:nvPr/>
              </p14:nvContentPartPr>
              <p14:xfrm>
                <a:off x="1803851" y="4381255"/>
                <a:ext cx="187200" cy="175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4BE1962-BAA2-D39C-2F9A-DCF800C06B6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94851" y="4372255"/>
                  <a:ext cx="204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3C6154F-F577-B3F9-EEF9-A74BA1FBAC16}"/>
                    </a:ext>
                  </a:extLst>
                </p14:cNvPr>
                <p14:cNvContentPartPr/>
                <p14:nvPr/>
              </p14:nvContentPartPr>
              <p14:xfrm>
                <a:off x="1229651" y="4096855"/>
                <a:ext cx="23400" cy="42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3C6154F-F577-B3F9-EEF9-A74BA1FBAC1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221011" y="4087855"/>
                  <a:ext cx="41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F6BE76E-49AF-2D1D-6C74-27E3A6BA46BF}"/>
                    </a:ext>
                  </a:extLst>
                </p14:cNvPr>
                <p14:cNvContentPartPr/>
                <p14:nvPr/>
              </p14:nvContentPartPr>
              <p14:xfrm>
                <a:off x="2237291" y="4223215"/>
                <a:ext cx="191520" cy="155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F6BE76E-49AF-2D1D-6C74-27E3A6BA46B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28291" y="4214215"/>
                  <a:ext cx="209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7292774-C76E-BB40-3351-413AA048CE48}"/>
                    </a:ext>
                  </a:extLst>
                </p14:cNvPr>
                <p14:cNvContentPartPr/>
                <p14:nvPr/>
              </p14:nvContentPartPr>
              <p14:xfrm>
                <a:off x="2114171" y="4095775"/>
                <a:ext cx="41760" cy="5914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7292774-C76E-BB40-3351-413AA048CE4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105171" y="4086775"/>
                  <a:ext cx="594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4C0096E-0E27-FB83-C34F-FBB6C1FE7C65}"/>
                    </a:ext>
                  </a:extLst>
                </p14:cNvPr>
                <p14:cNvContentPartPr/>
                <p14:nvPr/>
              </p14:nvContentPartPr>
              <p14:xfrm>
                <a:off x="879011" y="4030615"/>
                <a:ext cx="40680" cy="649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4C0096E-0E27-FB83-C34F-FBB6C1FE7C6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0371" y="4021975"/>
                  <a:ext cx="58320" cy="66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620935E-1F2F-F51B-7583-C9197D224CAC}"/>
              </a:ext>
            </a:extLst>
          </p:cNvPr>
          <p:cNvGrpSpPr/>
          <p:nvPr/>
        </p:nvGrpSpPr>
        <p:grpSpPr>
          <a:xfrm>
            <a:off x="2641211" y="3956095"/>
            <a:ext cx="1097640" cy="551880"/>
            <a:chOff x="2641211" y="3956095"/>
            <a:chExt cx="1097640" cy="55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71319BD-6B43-4871-B0A0-11E103D3A411}"/>
                    </a:ext>
                  </a:extLst>
                </p14:cNvPr>
                <p14:cNvContentPartPr/>
                <p14:nvPr/>
              </p14:nvContentPartPr>
              <p14:xfrm>
                <a:off x="2641211" y="4092175"/>
                <a:ext cx="30240" cy="4158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71319BD-6B43-4871-B0A0-11E103D3A41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632211" y="4083175"/>
                  <a:ext cx="478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FFA69A1-0479-A9A6-FD50-230D1CE1817A}"/>
                    </a:ext>
                  </a:extLst>
                </p14:cNvPr>
                <p14:cNvContentPartPr/>
                <p14:nvPr/>
              </p14:nvContentPartPr>
              <p14:xfrm>
                <a:off x="2823011" y="4165615"/>
                <a:ext cx="255600" cy="232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FFA69A1-0479-A9A6-FD50-230D1CE1817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814371" y="4156975"/>
                  <a:ext cx="273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7294DC3-DEBD-D603-D7CC-FB407ABF16EA}"/>
                    </a:ext>
                  </a:extLst>
                </p14:cNvPr>
                <p14:cNvContentPartPr/>
                <p14:nvPr/>
              </p14:nvContentPartPr>
              <p14:xfrm>
                <a:off x="2739851" y="4084255"/>
                <a:ext cx="439920" cy="54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7294DC3-DEBD-D603-D7CC-FB407ABF16E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730851" y="4075255"/>
                  <a:ext cx="457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44D2F84-7C7D-0FDF-F4A5-76A55F2E1521}"/>
                    </a:ext>
                  </a:extLst>
                </p14:cNvPr>
                <p14:cNvContentPartPr/>
                <p14:nvPr/>
              </p14:nvContentPartPr>
              <p14:xfrm>
                <a:off x="2996531" y="3964015"/>
                <a:ext cx="79200" cy="63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44D2F84-7C7D-0FDF-F4A5-76A55F2E152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987891" y="3955375"/>
                  <a:ext cx="96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B0101FC-A8F8-700D-AC07-4681F3264826}"/>
                    </a:ext>
                  </a:extLst>
                </p14:cNvPr>
                <p14:cNvContentPartPr/>
                <p14:nvPr/>
              </p14:nvContentPartPr>
              <p14:xfrm>
                <a:off x="3133331" y="4300615"/>
                <a:ext cx="113760" cy="123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B0101FC-A8F8-700D-AC07-4681F326482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124331" y="4291615"/>
                  <a:ext cx="131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4C8FC84-B4D4-AD41-357F-F50769F28C2A}"/>
                    </a:ext>
                  </a:extLst>
                </p14:cNvPr>
                <p14:cNvContentPartPr/>
                <p14:nvPr/>
              </p14:nvContentPartPr>
              <p14:xfrm>
                <a:off x="3279131" y="4295935"/>
                <a:ext cx="264960" cy="1198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4C8FC84-B4D4-AD41-357F-F50769F28C2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70131" y="4286935"/>
                  <a:ext cx="282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EA701A4-3097-542B-A9E7-F0E45A0DF889}"/>
                    </a:ext>
                  </a:extLst>
                </p14:cNvPr>
                <p14:cNvContentPartPr/>
                <p14:nvPr/>
              </p14:nvContentPartPr>
              <p14:xfrm>
                <a:off x="3672971" y="3956095"/>
                <a:ext cx="65880" cy="509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EA701A4-3097-542B-A9E7-F0E45A0DF8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664331" y="3947455"/>
                  <a:ext cx="83520" cy="52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15D43AF-2AD2-BEC6-616C-EA70A8727991}"/>
              </a:ext>
            </a:extLst>
          </p:cNvPr>
          <p:cNvGrpSpPr/>
          <p:nvPr/>
        </p:nvGrpSpPr>
        <p:grpSpPr>
          <a:xfrm>
            <a:off x="3963131" y="3799855"/>
            <a:ext cx="2187000" cy="443880"/>
            <a:chOff x="3963131" y="3799855"/>
            <a:chExt cx="218700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BCFF99D-C415-C29E-2AD1-5F64622E9E3C}"/>
                    </a:ext>
                  </a:extLst>
                </p14:cNvPr>
                <p14:cNvContentPartPr/>
                <p14:nvPr/>
              </p14:nvContentPartPr>
              <p14:xfrm>
                <a:off x="3963131" y="3984895"/>
                <a:ext cx="130320" cy="2268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BCFF99D-C415-C29E-2AD1-5F64622E9E3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954491" y="3975895"/>
                  <a:ext cx="147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D0D1E69-FE02-E949-E3AD-F0213315E98C}"/>
                    </a:ext>
                  </a:extLst>
                </p14:cNvPr>
                <p14:cNvContentPartPr/>
                <p14:nvPr/>
              </p14:nvContentPartPr>
              <p14:xfrm>
                <a:off x="4123331" y="3906055"/>
                <a:ext cx="194400" cy="337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D0D1E69-FE02-E949-E3AD-F0213315E98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14691" y="3897055"/>
                  <a:ext cx="2120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68F022F-5623-E56E-A39C-34DF9E2F9C96}"/>
                    </a:ext>
                  </a:extLst>
                </p14:cNvPr>
                <p14:cNvContentPartPr/>
                <p14:nvPr/>
              </p14:nvContentPartPr>
              <p14:xfrm>
                <a:off x="4488011" y="4021615"/>
                <a:ext cx="12600" cy="1447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68F022F-5623-E56E-A39C-34DF9E2F9C9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79371" y="4012615"/>
                  <a:ext cx="30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100A6A4-B822-E838-E61E-20C52A6EC065}"/>
                    </a:ext>
                  </a:extLst>
                </p14:cNvPr>
                <p14:cNvContentPartPr/>
                <p14:nvPr/>
              </p14:nvContentPartPr>
              <p14:xfrm>
                <a:off x="4543091" y="3980575"/>
                <a:ext cx="226800" cy="1710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100A6A4-B822-E838-E61E-20C52A6EC06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534091" y="3971935"/>
                  <a:ext cx="244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00A86A1-AB02-61B3-88F7-E9449E8F8C1D}"/>
                    </a:ext>
                  </a:extLst>
                </p14:cNvPr>
                <p14:cNvContentPartPr/>
                <p14:nvPr/>
              </p14:nvContentPartPr>
              <p14:xfrm>
                <a:off x="4773131" y="3975175"/>
                <a:ext cx="241200" cy="195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00A86A1-AB02-61B3-88F7-E9449E8F8C1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764491" y="3966535"/>
                  <a:ext cx="258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572959F-BEA0-CCF8-AA5C-F798CDF8E237}"/>
                    </a:ext>
                  </a:extLst>
                </p14:cNvPr>
                <p14:cNvContentPartPr/>
                <p14:nvPr/>
              </p14:nvContentPartPr>
              <p14:xfrm>
                <a:off x="4991651" y="3970135"/>
                <a:ext cx="305280" cy="203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572959F-BEA0-CCF8-AA5C-F798CDF8E23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982651" y="3961135"/>
                  <a:ext cx="322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D10BBFF-06AD-E59E-576C-682B1E50BBB5}"/>
                    </a:ext>
                  </a:extLst>
                </p14:cNvPr>
                <p14:cNvContentPartPr/>
                <p14:nvPr/>
              </p14:nvContentPartPr>
              <p14:xfrm>
                <a:off x="5337251" y="3875095"/>
                <a:ext cx="54000" cy="2350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D10BBFF-06AD-E59E-576C-682B1E50BBB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328251" y="3866095"/>
                  <a:ext cx="716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BFC6150-4328-7263-5415-79DFBAABA981}"/>
                    </a:ext>
                  </a:extLst>
                </p14:cNvPr>
                <p14:cNvContentPartPr/>
                <p14:nvPr/>
              </p14:nvContentPartPr>
              <p14:xfrm>
                <a:off x="5427251" y="3821815"/>
                <a:ext cx="107280" cy="3121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BFC6150-4328-7263-5415-79DFBAABA98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18611" y="3813175"/>
                  <a:ext cx="1249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6DEADB6-25FB-D054-48DA-694490173744}"/>
                    </a:ext>
                  </a:extLst>
                </p14:cNvPr>
                <p14:cNvContentPartPr/>
                <p14:nvPr/>
              </p14:nvContentPartPr>
              <p14:xfrm>
                <a:off x="5565491" y="3985255"/>
                <a:ext cx="14760" cy="1260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6DEADB6-25FB-D054-48DA-69449017374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556491" y="3976615"/>
                  <a:ext cx="32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22C4B85-7E19-1B1C-BC44-F845A4E16E53}"/>
                    </a:ext>
                  </a:extLst>
                </p14:cNvPr>
                <p14:cNvContentPartPr/>
                <p14:nvPr/>
              </p14:nvContentPartPr>
              <p14:xfrm>
                <a:off x="5623811" y="3799855"/>
                <a:ext cx="178560" cy="283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22C4B85-7E19-1B1C-BC44-F845A4E16E5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614811" y="3790855"/>
                  <a:ext cx="1962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61B91A2-C160-A181-28A6-A8625C7D8EDD}"/>
                    </a:ext>
                  </a:extLst>
                </p14:cNvPr>
                <p14:cNvContentPartPr/>
                <p14:nvPr/>
              </p14:nvContentPartPr>
              <p14:xfrm>
                <a:off x="5746931" y="3822895"/>
                <a:ext cx="105840" cy="248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61B91A2-C160-A181-28A6-A8625C7D8ED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37931" y="3814255"/>
                  <a:ext cx="123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9FA67AA-AC4D-15AB-E514-B4B567788333}"/>
                    </a:ext>
                  </a:extLst>
                </p14:cNvPr>
                <p14:cNvContentPartPr/>
                <p14:nvPr/>
              </p14:nvContentPartPr>
              <p14:xfrm>
                <a:off x="5872931" y="3875455"/>
                <a:ext cx="151560" cy="214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9FA67AA-AC4D-15AB-E514-B4B56778833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863931" y="3866815"/>
                  <a:ext cx="169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D955485-F5DE-E19E-4960-B466FE7B571E}"/>
                    </a:ext>
                  </a:extLst>
                </p14:cNvPr>
                <p14:cNvContentPartPr/>
                <p14:nvPr/>
              </p14:nvContentPartPr>
              <p14:xfrm>
                <a:off x="6017651" y="3963295"/>
                <a:ext cx="132480" cy="2048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D955485-F5DE-E19E-4960-B466FE7B571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09011" y="3954655"/>
                  <a:ext cx="15012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34A6C579-2F09-FC89-86D9-329DCDA5BDB9}"/>
              </a:ext>
            </a:extLst>
          </p:cNvPr>
          <p:cNvGrpSpPr/>
          <p:nvPr/>
        </p:nvGrpSpPr>
        <p:grpSpPr>
          <a:xfrm>
            <a:off x="781451" y="4955455"/>
            <a:ext cx="1362240" cy="628560"/>
            <a:chOff x="781451" y="4955455"/>
            <a:chExt cx="1362240" cy="62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659F906-B2F8-A27A-8C7F-1981618ED3EE}"/>
                    </a:ext>
                  </a:extLst>
                </p14:cNvPr>
                <p14:cNvContentPartPr/>
                <p14:nvPr/>
              </p14:nvContentPartPr>
              <p14:xfrm>
                <a:off x="781451" y="4955455"/>
                <a:ext cx="184320" cy="599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659F906-B2F8-A27A-8C7F-1981618ED3E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72811" y="4946455"/>
                  <a:ext cx="20196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CEC075B-DD2A-FC59-75B2-3ADFE451B283}"/>
                    </a:ext>
                  </a:extLst>
                </p14:cNvPr>
                <p14:cNvContentPartPr/>
                <p14:nvPr/>
              </p14:nvContentPartPr>
              <p14:xfrm>
                <a:off x="1065131" y="5383855"/>
                <a:ext cx="28800" cy="131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CEC075B-DD2A-FC59-75B2-3ADFE451B28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6491" y="5374855"/>
                  <a:ext cx="46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E3FAD3A-B8E7-A4CE-9181-3CD189D67D73}"/>
                    </a:ext>
                  </a:extLst>
                </p14:cNvPr>
                <p14:cNvContentPartPr/>
                <p14:nvPr/>
              </p14:nvContentPartPr>
              <p14:xfrm>
                <a:off x="1068371" y="5326975"/>
                <a:ext cx="255600" cy="198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E3FAD3A-B8E7-A4CE-9181-3CD189D67D7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59371" y="5317975"/>
                  <a:ext cx="273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ADE7834-0192-2FBB-04D8-6803C89310CC}"/>
                    </a:ext>
                  </a:extLst>
                </p14:cNvPr>
                <p14:cNvContentPartPr/>
                <p14:nvPr/>
              </p14:nvContentPartPr>
              <p14:xfrm>
                <a:off x="1353851" y="5391415"/>
                <a:ext cx="106920" cy="1281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ADE7834-0192-2FBB-04D8-6803C89310C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45211" y="5382415"/>
                  <a:ext cx="1245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F761583-60BD-DFEA-18D4-4E6A93996B21}"/>
                    </a:ext>
                  </a:extLst>
                </p14:cNvPr>
                <p14:cNvContentPartPr/>
                <p14:nvPr/>
              </p14:nvContentPartPr>
              <p14:xfrm>
                <a:off x="1538891" y="5473495"/>
                <a:ext cx="2520" cy="982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F761583-60BD-DFEA-18D4-4E6A93996B2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529891" y="5464855"/>
                  <a:ext cx="20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E1ACBA3-DEED-13C6-E949-48507BC3937A}"/>
                    </a:ext>
                  </a:extLst>
                </p14:cNvPr>
                <p14:cNvContentPartPr/>
                <p14:nvPr/>
              </p14:nvContentPartPr>
              <p14:xfrm>
                <a:off x="1644731" y="5362615"/>
                <a:ext cx="67320" cy="133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E1ACBA3-DEED-13C6-E949-48507BC3937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636091" y="5353975"/>
                  <a:ext cx="84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9CF0A66-5E6B-8C12-7CF7-053387500CAC}"/>
                    </a:ext>
                  </a:extLst>
                </p14:cNvPr>
                <p14:cNvContentPartPr/>
                <p14:nvPr/>
              </p14:nvContentPartPr>
              <p14:xfrm>
                <a:off x="1698731" y="5356855"/>
                <a:ext cx="304200" cy="1299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9CF0A66-5E6B-8C12-7CF7-053387500CA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689731" y="5348215"/>
                  <a:ext cx="321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476E9ED-D876-45A1-B873-0CBD3CC5FC23}"/>
                    </a:ext>
                  </a:extLst>
                </p14:cNvPr>
                <p14:cNvContentPartPr/>
                <p14:nvPr/>
              </p14:nvContentPartPr>
              <p14:xfrm>
                <a:off x="2026691" y="5332735"/>
                <a:ext cx="117000" cy="251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476E9ED-D876-45A1-B873-0CBD3CC5FC2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017691" y="5324095"/>
                  <a:ext cx="1346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3737B00C-6D27-0005-85B7-E64BF436774F}"/>
              </a:ext>
            </a:extLst>
          </p:cNvPr>
          <p:cNvGrpSpPr/>
          <p:nvPr/>
        </p:nvGrpSpPr>
        <p:grpSpPr>
          <a:xfrm>
            <a:off x="2311811" y="5086495"/>
            <a:ext cx="242280" cy="94680"/>
            <a:chOff x="2311811" y="5086495"/>
            <a:chExt cx="24228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4BF8617-FB30-4CF5-C71E-4EED71B901BA}"/>
                    </a:ext>
                  </a:extLst>
                </p14:cNvPr>
                <p14:cNvContentPartPr/>
                <p14:nvPr/>
              </p14:nvContentPartPr>
              <p14:xfrm>
                <a:off x="2311811" y="5086495"/>
                <a:ext cx="237960" cy="259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4BF8617-FB30-4CF5-C71E-4EED71B901B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303171" y="5077495"/>
                  <a:ext cx="255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CF62616-57B9-66D3-68EB-A098D0FE24B4}"/>
                    </a:ext>
                  </a:extLst>
                </p14:cNvPr>
                <p14:cNvContentPartPr/>
                <p14:nvPr/>
              </p14:nvContentPartPr>
              <p14:xfrm>
                <a:off x="2385971" y="5155975"/>
                <a:ext cx="168120" cy="252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CF62616-57B9-66D3-68EB-A098D0FE24B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376971" y="5147335"/>
                  <a:ext cx="1857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DE5DDD52-A783-A665-B2FC-E25309CA2DB9}"/>
              </a:ext>
            </a:extLst>
          </p:cNvPr>
          <p:cNvGrpSpPr/>
          <p:nvPr/>
        </p:nvGrpSpPr>
        <p:grpSpPr>
          <a:xfrm>
            <a:off x="2857931" y="4684375"/>
            <a:ext cx="1560600" cy="1175040"/>
            <a:chOff x="2857931" y="4684375"/>
            <a:chExt cx="1560600" cy="11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5764879-0518-EFC0-2B68-45703D66AC66}"/>
                    </a:ext>
                  </a:extLst>
                </p14:cNvPr>
                <p14:cNvContentPartPr/>
                <p14:nvPr/>
              </p14:nvContentPartPr>
              <p14:xfrm>
                <a:off x="3008771" y="4858615"/>
                <a:ext cx="316800" cy="2955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5764879-0518-EFC0-2B68-45703D66AC6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999771" y="4849615"/>
                  <a:ext cx="334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D0FA41E-3B18-16A7-763E-3B5DC6CA9720}"/>
                    </a:ext>
                  </a:extLst>
                </p14:cNvPr>
                <p14:cNvContentPartPr/>
                <p14:nvPr/>
              </p14:nvContentPartPr>
              <p14:xfrm>
                <a:off x="2926691" y="4804975"/>
                <a:ext cx="468360" cy="316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D0FA41E-3B18-16A7-763E-3B5DC6CA972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917691" y="4795975"/>
                  <a:ext cx="486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AB822FD-BC55-B203-6501-660A41EA6F8C}"/>
                    </a:ext>
                  </a:extLst>
                </p14:cNvPr>
                <p14:cNvContentPartPr/>
                <p14:nvPr/>
              </p14:nvContentPartPr>
              <p14:xfrm>
                <a:off x="3198131" y="4684375"/>
                <a:ext cx="82800" cy="46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AB822FD-BC55-B203-6501-660A41EA6F8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189131" y="4675735"/>
                  <a:ext cx="100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74DFFDC-297E-FD44-E5F0-83E992039D8B}"/>
                    </a:ext>
                  </a:extLst>
                </p14:cNvPr>
                <p14:cNvContentPartPr/>
                <p14:nvPr/>
              </p14:nvContentPartPr>
              <p14:xfrm>
                <a:off x="3426731" y="4884895"/>
                <a:ext cx="84960" cy="271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74DFFDC-297E-FD44-E5F0-83E992039D8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418091" y="4875895"/>
                  <a:ext cx="1026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5CA9912-9B88-D72D-9334-929933A36588}"/>
                    </a:ext>
                  </a:extLst>
                </p14:cNvPr>
                <p14:cNvContentPartPr/>
                <p14:nvPr/>
              </p14:nvContentPartPr>
              <p14:xfrm>
                <a:off x="3519611" y="4908655"/>
                <a:ext cx="580320" cy="231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5CA9912-9B88-D72D-9334-929933A3658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510971" y="4899655"/>
                  <a:ext cx="597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F0965D3-66C2-F671-7B6A-AAC73FD580F6}"/>
                    </a:ext>
                  </a:extLst>
                </p14:cNvPr>
                <p14:cNvContentPartPr/>
                <p14:nvPr/>
              </p14:nvContentPartPr>
              <p14:xfrm>
                <a:off x="2880611" y="5313295"/>
                <a:ext cx="1113480" cy="212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F0965D3-66C2-F671-7B6A-AAC73FD580F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871611" y="5304295"/>
                  <a:ext cx="1131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22F331A-5D8D-FFB8-97EE-249E98CBB65C}"/>
                    </a:ext>
                  </a:extLst>
                </p14:cNvPr>
                <p14:cNvContentPartPr/>
                <p14:nvPr/>
              </p14:nvContentPartPr>
              <p14:xfrm>
                <a:off x="2940731" y="5608855"/>
                <a:ext cx="230760" cy="250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22F331A-5D8D-FFB8-97EE-249E98CBB65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931731" y="5599855"/>
                  <a:ext cx="248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DEB95B6-8EE3-A23B-5A32-F2F4DEB307D0}"/>
                    </a:ext>
                  </a:extLst>
                </p14:cNvPr>
                <p14:cNvContentPartPr/>
                <p14:nvPr/>
              </p14:nvContentPartPr>
              <p14:xfrm>
                <a:off x="2857931" y="5499415"/>
                <a:ext cx="472320" cy="64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DEB95B6-8EE3-A23B-5A32-F2F4DEB307D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848931" y="5490415"/>
                  <a:ext cx="489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8F1FB08-3A8F-6BDB-236F-BD7CA5CB0D2C}"/>
                    </a:ext>
                  </a:extLst>
                </p14:cNvPr>
                <p14:cNvContentPartPr/>
                <p14:nvPr/>
              </p14:nvContentPartPr>
              <p14:xfrm>
                <a:off x="3108851" y="5386735"/>
                <a:ext cx="91440" cy="58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8F1FB08-3A8F-6BDB-236F-BD7CA5CB0D2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099851" y="5378095"/>
                  <a:ext cx="1090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A06411C-4028-827B-7893-688AFE075D24}"/>
                    </a:ext>
                  </a:extLst>
                </p14:cNvPr>
                <p14:cNvContentPartPr/>
                <p14:nvPr/>
              </p14:nvContentPartPr>
              <p14:xfrm>
                <a:off x="3297491" y="5680495"/>
                <a:ext cx="98640" cy="1483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A06411C-4028-827B-7893-688AFE075D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288851" y="5671855"/>
                  <a:ext cx="116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5D53900-C5AA-90CC-B291-9CE312270090}"/>
                    </a:ext>
                  </a:extLst>
                </p14:cNvPr>
                <p14:cNvContentPartPr/>
                <p14:nvPr/>
              </p14:nvContentPartPr>
              <p14:xfrm>
                <a:off x="3406211" y="5594815"/>
                <a:ext cx="405000" cy="2304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5D53900-C5AA-90CC-B291-9CE31227009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397571" y="5586175"/>
                  <a:ext cx="422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AF3BA68-6CEC-3564-5907-54D54ADA8047}"/>
                    </a:ext>
                  </a:extLst>
                </p14:cNvPr>
                <p14:cNvContentPartPr/>
                <p14:nvPr/>
              </p14:nvContentPartPr>
              <p14:xfrm>
                <a:off x="4185611" y="5154175"/>
                <a:ext cx="222480" cy="1152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AF3BA68-6CEC-3564-5907-54D54ADA804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176611" y="5145175"/>
                  <a:ext cx="240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C3B12E4-B274-9249-FECB-03F0AE234993}"/>
                    </a:ext>
                  </a:extLst>
                </p14:cNvPr>
                <p14:cNvContentPartPr/>
                <p14:nvPr/>
              </p14:nvContentPartPr>
              <p14:xfrm>
                <a:off x="4161491" y="5358655"/>
                <a:ext cx="257040" cy="313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C3B12E4-B274-9249-FECB-03F0AE23499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152851" y="5349655"/>
                  <a:ext cx="27468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1BE1EB1E-A4B2-8A39-DE77-4DD3EE5677C8}"/>
                  </a:ext>
                </a:extLst>
              </p14:cNvPr>
              <p14:cNvContentPartPr/>
              <p14:nvPr/>
            </p14:nvContentPartPr>
            <p14:xfrm>
              <a:off x="4673771" y="5009815"/>
              <a:ext cx="22320" cy="3938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1BE1EB1E-A4B2-8A39-DE77-4DD3EE5677C8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4664771" y="5000815"/>
                <a:ext cx="39960" cy="41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6D759B1D-09F2-E85C-9800-3657779A8C4E}"/>
              </a:ext>
            </a:extLst>
          </p:cNvPr>
          <p:cNvGrpSpPr/>
          <p:nvPr/>
        </p:nvGrpSpPr>
        <p:grpSpPr>
          <a:xfrm>
            <a:off x="7255331" y="2759815"/>
            <a:ext cx="3939840" cy="501840"/>
            <a:chOff x="7255331" y="2759815"/>
            <a:chExt cx="393984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C8335E1-92C0-9B44-F599-357E0DFBCB63}"/>
                    </a:ext>
                  </a:extLst>
                </p14:cNvPr>
                <p14:cNvContentPartPr/>
                <p14:nvPr/>
              </p14:nvContentPartPr>
              <p14:xfrm>
                <a:off x="7255331" y="3109735"/>
                <a:ext cx="444240" cy="15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C8335E1-92C0-9B44-F599-357E0DFBCB6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246691" y="3101095"/>
                  <a:ext cx="461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48556A1-253C-C686-834A-C3DD22441BB3}"/>
                    </a:ext>
                  </a:extLst>
                </p14:cNvPr>
                <p14:cNvContentPartPr/>
                <p14:nvPr/>
              </p14:nvContentPartPr>
              <p14:xfrm>
                <a:off x="7656371" y="3087055"/>
                <a:ext cx="80640" cy="128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48556A1-253C-C686-834A-C3DD22441BB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647731" y="3078055"/>
                  <a:ext cx="982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C37E0D6-ED12-A4E3-33E6-78DB40A22912}"/>
                    </a:ext>
                  </a:extLst>
                </p14:cNvPr>
                <p14:cNvContentPartPr/>
                <p14:nvPr/>
              </p14:nvContentPartPr>
              <p14:xfrm>
                <a:off x="7866971" y="2969335"/>
                <a:ext cx="617400" cy="249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C37E0D6-ED12-A4E3-33E6-78DB40A2291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858331" y="2960335"/>
                  <a:ext cx="635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5404DE9-A6A8-B33B-9B77-56C7FBE4569D}"/>
                    </a:ext>
                  </a:extLst>
                </p14:cNvPr>
                <p14:cNvContentPartPr/>
                <p14:nvPr/>
              </p14:nvContentPartPr>
              <p14:xfrm>
                <a:off x="8533331" y="2967895"/>
                <a:ext cx="31320" cy="30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5404DE9-A6A8-B33B-9B77-56C7FBE4569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524331" y="2959255"/>
                  <a:ext cx="48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5A9876F-CBAC-6A9A-7339-BC03F4A58BDB}"/>
                    </a:ext>
                  </a:extLst>
                </p14:cNvPr>
                <p14:cNvContentPartPr/>
                <p14:nvPr/>
              </p14:nvContentPartPr>
              <p14:xfrm>
                <a:off x="8590571" y="3006775"/>
                <a:ext cx="552960" cy="159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5A9876F-CBAC-6A9A-7339-BC03F4A58BD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581571" y="2998135"/>
                  <a:ext cx="570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E3AD796-D841-7BCA-DD45-625E1DC88233}"/>
                    </a:ext>
                  </a:extLst>
                </p14:cNvPr>
                <p14:cNvContentPartPr/>
                <p14:nvPr/>
              </p14:nvContentPartPr>
              <p14:xfrm>
                <a:off x="8968211" y="3082375"/>
                <a:ext cx="150840" cy="255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E3AD796-D841-7BCA-DD45-625E1DC8823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959211" y="3073735"/>
                  <a:ext cx="168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5D3E669-B445-83B3-B26E-A7182D307B9D}"/>
                    </a:ext>
                  </a:extLst>
                </p14:cNvPr>
                <p14:cNvContentPartPr/>
                <p14:nvPr/>
              </p14:nvContentPartPr>
              <p14:xfrm>
                <a:off x="9388691" y="2879335"/>
                <a:ext cx="570240" cy="237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5D3E669-B445-83B3-B26E-A7182D307B9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380051" y="2870335"/>
                  <a:ext cx="587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85BBB32-735B-72E5-494F-433BCEB4AE7C}"/>
                    </a:ext>
                  </a:extLst>
                </p14:cNvPr>
                <p14:cNvContentPartPr/>
                <p14:nvPr/>
              </p14:nvContentPartPr>
              <p14:xfrm>
                <a:off x="10077371" y="2817415"/>
                <a:ext cx="436680" cy="246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85BBB32-735B-72E5-494F-433BCEB4AE7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068371" y="2808775"/>
                  <a:ext cx="454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BA157BF-E7FC-EC7C-D8E9-08740C6E0F60}"/>
                    </a:ext>
                  </a:extLst>
                </p14:cNvPr>
                <p14:cNvContentPartPr/>
                <p14:nvPr/>
              </p14:nvContentPartPr>
              <p14:xfrm>
                <a:off x="10514771" y="2759815"/>
                <a:ext cx="332280" cy="258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BA157BF-E7FC-EC7C-D8E9-08740C6E0F6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506131" y="2750815"/>
                  <a:ext cx="349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57EA1AC-8685-723B-A51E-447C82430B2C}"/>
                    </a:ext>
                  </a:extLst>
                </p14:cNvPr>
                <p14:cNvContentPartPr/>
                <p14:nvPr/>
              </p14:nvContentPartPr>
              <p14:xfrm>
                <a:off x="10703411" y="2801575"/>
                <a:ext cx="254880" cy="184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57EA1AC-8685-723B-A51E-447C82430B2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694411" y="2792935"/>
                  <a:ext cx="272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405362E-438F-5324-ECA1-485EF6137031}"/>
                    </a:ext>
                  </a:extLst>
                </p14:cNvPr>
                <p14:cNvContentPartPr/>
                <p14:nvPr/>
              </p14:nvContentPartPr>
              <p14:xfrm>
                <a:off x="10991771" y="2873575"/>
                <a:ext cx="203400" cy="153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405362E-438F-5324-ECA1-485EF613703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982771" y="2864575"/>
                  <a:ext cx="221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6709F3A-5083-CFDF-6A73-AFAE6DD3E367}"/>
                    </a:ext>
                  </a:extLst>
                </p14:cNvPr>
                <p14:cNvContentPartPr/>
                <p14:nvPr/>
              </p14:nvContentPartPr>
              <p14:xfrm>
                <a:off x="9469331" y="3132415"/>
                <a:ext cx="1647360" cy="1292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6709F3A-5083-CFDF-6A73-AFAE6DD3E36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460331" y="3123775"/>
                  <a:ext cx="166500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48CB140-8769-7A49-295B-872B78C05A29}"/>
              </a:ext>
            </a:extLst>
          </p:cNvPr>
          <p:cNvGrpSpPr/>
          <p:nvPr/>
        </p:nvGrpSpPr>
        <p:grpSpPr>
          <a:xfrm>
            <a:off x="6601211" y="3371815"/>
            <a:ext cx="3665520" cy="1183320"/>
            <a:chOff x="6601211" y="3371815"/>
            <a:chExt cx="3665520" cy="11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A17743A-7ADA-4B13-BCCA-EA266EF539BB}"/>
                    </a:ext>
                  </a:extLst>
                </p14:cNvPr>
                <p14:cNvContentPartPr/>
                <p14:nvPr/>
              </p14:nvContentPartPr>
              <p14:xfrm>
                <a:off x="8880731" y="3506455"/>
                <a:ext cx="258840" cy="3618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A17743A-7ADA-4B13-BCCA-EA266EF539B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872091" y="3497455"/>
                  <a:ext cx="2764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FC4B0F0-97A5-E450-AD0E-E658568851E8}"/>
                    </a:ext>
                  </a:extLst>
                </p14:cNvPr>
                <p14:cNvContentPartPr/>
                <p14:nvPr/>
              </p14:nvContentPartPr>
              <p14:xfrm>
                <a:off x="9113291" y="3569455"/>
                <a:ext cx="50400" cy="268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FC4B0F0-97A5-E450-AD0E-E658568851E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104651" y="3560455"/>
                  <a:ext cx="680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E4A91CF-8FB0-F399-7109-B1508A2F275F}"/>
                    </a:ext>
                  </a:extLst>
                </p14:cNvPr>
                <p14:cNvContentPartPr/>
                <p14:nvPr/>
              </p14:nvContentPartPr>
              <p14:xfrm>
                <a:off x="9035891" y="3532735"/>
                <a:ext cx="606600" cy="273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E4A91CF-8FB0-F399-7109-B1508A2F275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026891" y="3523735"/>
                  <a:ext cx="624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3397F3C-0E4C-ECDD-13D6-ABB2B6ED80CA}"/>
                    </a:ext>
                  </a:extLst>
                </p14:cNvPr>
                <p14:cNvContentPartPr/>
                <p14:nvPr/>
              </p14:nvContentPartPr>
              <p14:xfrm>
                <a:off x="9670931" y="3633895"/>
                <a:ext cx="26640" cy="1447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3397F3C-0E4C-ECDD-13D6-ABB2B6ED80C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662291" y="3625255"/>
                  <a:ext cx="44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8EA8361-DF9C-1A64-5FB9-5F0F32F24A14}"/>
                    </a:ext>
                  </a:extLst>
                </p14:cNvPr>
                <p14:cNvContentPartPr/>
                <p14:nvPr/>
              </p14:nvContentPartPr>
              <p14:xfrm>
                <a:off x="9728531" y="3627415"/>
                <a:ext cx="372600" cy="1645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8EA8361-DF9C-1A64-5FB9-5F0F32F24A1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719891" y="3618415"/>
                  <a:ext cx="390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CEBCB44-B5B6-8C5B-73D7-69834F126894}"/>
                    </a:ext>
                  </a:extLst>
                </p14:cNvPr>
                <p14:cNvContentPartPr/>
                <p14:nvPr/>
              </p14:nvContentPartPr>
              <p14:xfrm>
                <a:off x="10116251" y="3371815"/>
                <a:ext cx="150480" cy="450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CEBCB44-B5B6-8C5B-73D7-69834F12689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107251" y="3363175"/>
                  <a:ext cx="1681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58CAF07-20F6-28F8-D568-815A0BCE458B}"/>
                    </a:ext>
                  </a:extLst>
                </p14:cNvPr>
                <p14:cNvContentPartPr/>
                <p14:nvPr/>
              </p14:nvContentPartPr>
              <p14:xfrm>
                <a:off x="9620171" y="3480895"/>
                <a:ext cx="59760" cy="154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58CAF07-20F6-28F8-D568-815A0BCE458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611171" y="3472255"/>
                  <a:ext cx="77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37571B1-CC63-7B8B-78E8-6992B7AB14BF}"/>
                    </a:ext>
                  </a:extLst>
                </p14:cNvPr>
                <p14:cNvContentPartPr/>
                <p14:nvPr/>
              </p14:nvContentPartPr>
              <p14:xfrm>
                <a:off x="6617051" y="3562255"/>
                <a:ext cx="266040" cy="302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37571B1-CC63-7B8B-78E8-6992B7AB14B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608411" y="3553255"/>
                  <a:ext cx="2836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B1CF89B-7D54-D8B9-F30F-8BF6964A94C0}"/>
                    </a:ext>
                  </a:extLst>
                </p14:cNvPr>
                <p14:cNvContentPartPr/>
                <p14:nvPr/>
              </p14:nvContentPartPr>
              <p14:xfrm>
                <a:off x="6916571" y="3623455"/>
                <a:ext cx="310320" cy="2217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B1CF89B-7D54-D8B9-F30F-8BF6964A94C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907931" y="3614815"/>
                  <a:ext cx="3279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1A8E8F1-9949-BDF6-AB58-3C7B601415C9}"/>
                    </a:ext>
                  </a:extLst>
                </p14:cNvPr>
                <p14:cNvContentPartPr/>
                <p14:nvPr/>
              </p14:nvContentPartPr>
              <p14:xfrm>
                <a:off x="7514531" y="3675295"/>
                <a:ext cx="257400" cy="1465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1A8E8F1-9949-BDF6-AB58-3C7B601415C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505531" y="3666655"/>
                  <a:ext cx="275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ED7597D-E9C3-71B1-C003-CBADC77FD787}"/>
                    </a:ext>
                  </a:extLst>
                </p14:cNvPr>
                <p14:cNvContentPartPr/>
                <p14:nvPr/>
              </p14:nvContentPartPr>
              <p14:xfrm>
                <a:off x="7886411" y="3599335"/>
                <a:ext cx="31320" cy="2494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ED7597D-E9C3-71B1-C003-CBADC77FD787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877771" y="3590695"/>
                  <a:ext cx="48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E75AFAF-E68B-1882-DF4C-5C5A0D9FAEBA}"/>
                    </a:ext>
                  </a:extLst>
                </p14:cNvPr>
                <p14:cNvContentPartPr/>
                <p14:nvPr/>
              </p14:nvContentPartPr>
              <p14:xfrm>
                <a:off x="7788491" y="3689695"/>
                <a:ext cx="359640" cy="238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E75AFAF-E68B-1882-DF4C-5C5A0D9FAEB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779851" y="3681055"/>
                  <a:ext cx="3772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2C5BA92-D0C6-B106-2FAF-F13FAEFDEEB2}"/>
                    </a:ext>
                  </a:extLst>
                </p14:cNvPr>
                <p14:cNvContentPartPr/>
                <p14:nvPr/>
              </p14:nvContentPartPr>
              <p14:xfrm>
                <a:off x="8172251" y="3556855"/>
                <a:ext cx="300960" cy="263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2C5BA92-D0C6-B106-2FAF-F13FAEFDEEB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163251" y="3548215"/>
                  <a:ext cx="318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BC7CA45-F17A-5ACC-254C-152C208DD903}"/>
                    </a:ext>
                  </a:extLst>
                </p14:cNvPr>
                <p14:cNvContentPartPr/>
                <p14:nvPr/>
              </p14:nvContentPartPr>
              <p14:xfrm>
                <a:off x="8302571" y="3665575"/>
                <a:ext cx="289800" cy="201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BC7CA45-F17A-5ACC-254C-152C208DD90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293931" y="3656575"/>
                  <a:ext cx="30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58F7E19-A030-4C65-B7E5-6346E2CC041D}"/>
                    </a:ext>
                  </a:extLst>
                </p14:cNvPr>
                <p14:cNvContentPartPr/>
                <p14:nvPr/>
              </p14:nvContentPartPr>
              <p14:xfrm>
                <a:off x="6601211" y="3908935"/>
                <a:ext cx="1915200" cy="1454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58F7E19-A030-4C65-B7E5-6346E2CC041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592571" y="3900295"/>
                  <a:ext cx="1932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3908FB5-8BDD-D80A-B66A-29EFB862AA04}"/>
                    </a:ext>
                  </a:extLst>
                </p14:cNvPr>
                <p14:cNvContentPartPr/>
                <p14:nvPr/>
              </p14:nvContentPartPr>
              <p14:xfrm>
                <a:off x="7337411" y="4270375"/>
                <a:ext cx="326160" cy="2847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3908FB5-8BDD-D80A-B66A-29EFB862AA0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328411" y="4261735"/>
                  <a:ext cx="3438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C8DFFF8-232C-CFB7-F043-40518F84A8B4}"/>
                    </a:ext>
                  </a:extLst>
                </p14:cNvPr>
                <p14:cNvContentPartPr/>
                <p14:nvPr/>
              </p14:nvContentPartPr>
              <p14:xfrm>
                <a:off x="7266491" y="4189735"/>
                <a:ext cx="214920" cy="133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C8DFFF8-232C-CFB7-F043-40518F84A8B4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257491" y="4180735"/>
                  <a:ext cx="232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9FC14CE-AC8E-AC07-3653-9BC107328FCC}"/>
                    </a:ext>
                  </a:extLst>
                </p14:cNvPr>
                <p14:cNvContentPartPr/>
                <p14:nvPr/>
              </p14:nvContentPartPr>
              <p14:xfrm>
                <a:off x="7524611" y="4065535"/>
                <a:ext cx="192600" cy="136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9FC14CE-AC8E-AC07-3653-9BC107328FC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515971" y="4056895"/>
                  <a:ext cx="210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4CB19F3-081A-1067-4491-AB02A9B2BF1A}"/>
                    </a:ext>
                  </a:extLst>
                </p14:cNvPr>
                <p14:cNvContentPartPr/>
                <p14:nvPr/>
              </p14:nvContentPartPr>
              <p14:xfrm>
                <a:off x="7720811" y="4452175"/>
                <a:ext cx="24840" cy="921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4CB19F3-081A-1067-4491-AB02A9B2BF1A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711811" y="4443535"/>
                  <a:ext cx="42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6A15E63-5928-F9FE-D6A9-1DDD02940D17}"/>
                    </a:ext>
                  </a:extLst>
                </p14:cNvPr>
                <p14:cNvContentPartPr/>
                <p14:nvPr/>
              </p14:nvContentPartPr>
              <p14:xfrm>
                <a:off x="7788491" y="4337335"/>
                <a:ext cx="20880" cy="45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6A15E63-5928-F9FE-D6A9-1DDD02940D1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779851" y="4328335"/>
                  <a:ext cx="38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1C7E9E1-7097-55FD-0341-A1566F0B38D5}"/>
                    </a:ext>
                  </a:extLst>
                </p14:cNvPr>
                <p14:cNvContentPartPr/>
                <p14:nvPr/>
              </p14:nvContentPartPr>
              <p14:xfrm>
                <a:off x="7810091" y="4279735"/>
                <a:ext cx="527400" cy="2617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1C7E9E1-7097-55FD-0341-A1566F0B38D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801091" y="4270735"/>
                  <a:ext cx="54504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61BF767C-E38B-5720-035F-1CA4C544A914}"/>
              </a:ext>
            </a:extLst>
          </p:cNvPr>
          <p:cNvGrpSpPr/>
          <p:nvPr/>
        </p:nvGrpSpPr>
        <p:grpSpPr>
          <a:xfrm>
            <a:off x="9132371" y="3958615"/>
            <a:ext cx="909360" cy="469440"/>
            <a:chOff x="9132371" y="3958615"/>
            <a:chExt cx="90936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3BEE40C-E289-72C4-63B6-62C857273AEF}"/>
                    </a:ext>
                  </a:extLst>
                </p14:cNvPr>
                <p14:cNvContentPartPr/>
                <p14:nvPr/>
              </p14:nvContentPartPr>
              <p14:xfrm>
                <a:off x="9172331" y="4156255"/>
                <a:ext cx="319320" cy="271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3BEE40C-E289-72C4-63B6-62C857273AE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163691" y="4147255"/>
                  <a:ext cx="3369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228E1C8-1898-8A8E-83F4-B0B76FDCB97C}"/>
                    </a:ext>
                  </a:extLst>
                </p14:cNvPr>
                <p14:cNvContentPartPr/>
                <p14:nvPr/>
              </p14:nvContentPartPr>
              <p14:xfrm>
                <a:off x="9132371" y="4069855"/>
                <a:ext cx="408960" cy="550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228E1C8-1898-8A8E-83F4-B0B76FDCB97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123371" y="4061215"/>
                  <a:ext cx="426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50A5512-A837-7FB3-BD23-5A4189A313AF}"/>
                    </a:ext>
                  </a:extLst>
                </p14:cNvPr>
                <p14:cNvContentPartPr/>
                <p14:nvPr/>
              </p14:nvContentPartPr>
              <p14:xfrm>
                <a:off x="9358811" y="3958615"/>
                <a:ext cx="101160" cy="651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50A5512-A837-7FB3-BD23-5A4189A313A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349811" y="3949975"/>
                  <a:ext cx="118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8AA12EB-CE14-B885-A3CB-041C95F82AFC}"/>
                    </a:ext>
                  </a:extLst>
                </p14:cNvPr>
                <p14:cNvContentPartPr/>
                <p14:nvPr/>
              </p14:nvContentPartPr>
              <p14:xfrm>
                <a:off x="9526571" y="4274335"/>
                <a:ext cx="127080" cy="136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8AA12EB-CE14-B885-A3CB-041C95F82AF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517931" y="4265695"/>
                  <a:ext cx="144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E9505AA-C09E-1561-94EC-AEBC7C4D9030}"/>
                    </a:ext>
                  </a:extLst>
                </p14:cNvPr>
                <p14:cNvContentPartPr/>
                <p14:nvPr/>
              </p14:nvContentPartPr>
              <p14:xfrm>
                <a:off x="9649691" y="4121695"/>
                <a:ext cx="392040" cy="2829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E9505AA-C09E-1561-94EC-AEBC7C4D903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641051" y="4112695"/>
                  <a:ext cx="409680" cy="30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BB6D5281-1E50-DA7B-7152-B85403D8C9C0}"/>
                  </a:ext>
                </a:extLst>
              </p14:cNvPr>
              <p14:cNvContentPartPr/>
              <p14:nvPr/>
            </p14:nvContentPartPr>
            <p14:xfrm>
              <a:off x="8574731" y="4237975"/>
              <a:ext cx="227520" cy="15372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BB6D5281-1E50-DA7B-7152-B85403D8C9C0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8565731" y="4229335"/>
                <a:ext cx="245160" cy="17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D7399738-AB5C-299D-6552-F31B2302DF16}"/>
              </a:ext>
            </a:extLst>
          </p:cNvPr>
          <p:cNvGrpSpPr/>
          <p:nvPr/>
        </p:nvGrpSpPr>
        <p:grpSpPr>
          <a:xfrm>
            <a:off x="6837011" y="4730095"/>
            <a:ext cx="3356640" cy="1030680"/>
            <a:chOff x="6837011" y="4730095"/>
            <a:chExt cx="3356640" cy="10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46DC184-4F2A-7CAD-7C69-E7A31742CBC2}"/>
                    </a:ext>
                  </a:extLst>
                </p14:cNvPr>
                <p14:cNvContentPartPr/>
                <p14:nvPr/>
              </p14:nvContentPartPr>
              <p14:xfrm>
                <a:off x="6837011" y="4968055"/>
                <a:ext cx="135360" cy="5079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46DC184-4F2A-7CAD-7C69-E7A31742CBC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828011" y="4959415"/>
                  <a:ext cx="15300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5DCAAA4-6B37-0C14-E050-9B72CEDFF52B}"/>
                    </a:ext>
                  </a:extLst>
                </p14:cNvPr>
                <p14:cNvContentPartPr/>
                <p14:nvPr/>
              </p14:nvContentPartPr>
              <p14:xfrm>
                <a:off x="6977771" y="5294935"/>
                <a:ext cx="31680" cy="1414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5DCAAA4-6B37-0C14-E050-9B72CEDFF52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969131" y="5286295"/>
                  <a:ext cx="49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A85060E-856A-6C3B-6C69-A71F50E51D10}"/>
                    </a:ext>
                  </a:extLst>
                </p14:cNvPr>
                <p14:cNvContentPartPr/>
                <p14:nvPr/>
              </p14:nvContentPartPr>
              <p14:xfrm>
                <a:off x="7047971" y="5249935"/>
                <a:ext cx="283320" cy="2095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A85060E-856A-6C3B-6C69-A71F50E51D1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038971" y="5241295"/>
                  <a:ext cx="300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4743228-7134-3239-3F78-B2F79F811BA1}"/>
                    </a:ext>
                  </a:extLst>
                </p14:cNvPr>
                <p14:cNvContentPartPr/>
                <p14:nvPr/>
              </p14:nvContentPartPr>
              <p14:xfrm>
                <a:off x="7398971" y="5365135"/>
                <a:ext cx="42120" cy="1234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4743228-7134-3239-3F78-B2F79F811BA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390331" y="5356135"/>
                  <a:ext cx="59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45B5810-272D-1AAD-EFB0-8E60EA5EC97C}"/>
                    </a:ext>
                  </a:extLst>
                </p14:cNvPr>
                <p14:cNvContentPartPr/>
                <p14:nvPr/>
              </p14:nvContentPartPr>
              <p14:xfrm>
                <a:off x="7553411" y="5234455"/>
                <a:ext cx="42840" cy="1998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45B5810-272D-1AAD-EFB0-8E60EA5EC97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544411" y="5225455"/>
                  <a:ext cx="60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BB2494B-7FDE-C98F-E2CB-0354EB5792F6}"/>
                    </a:ext>
                  </a:extLst>
                </p14:cNvPr>
                <p14:cNvContentPartPr/>
                <p14:nvPr/>
              </p14:nvContentPartPr>
              <p14:xfrm>
                <a:off x="7486091" y="5314375"/>
                <a:ext cx="282240" cy="1087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BB2494B-7FDE-C98F-E2CB-0354EB5792F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477451" y="5305735"/>
                  <a:ext cx="299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F755297-E435-1EB8-A4FA-C457E50AD4CF}"/>
                    </a:ext>
                  </a:extLst>
                </p14:cNvPr>
                <p14:cNvContentPartPr/>
                <p14:nvPr/>
              </p14:nvContentPartPr>
              <p14:xfrm>
                <a:off x="7787411" y="5220775"/>
                <a:ext cx="234720" cy="2062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F755297-E435-1EB8-A4FA-C457E50AD4C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778411" y="5212135"/>
                  <a:ext cx="252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B57952A-AB38-0824-8EB7-568B8667E49F}"/>
                    </a:ext>
                  </a:extLst>
                </p14:cNvPr>
                <p14:cNvContentPartPr/>
                <p14:nvPr/>
              </p14:nvContentPartPr>
              <p14:xfrm>
                <a:off x="8214011" y="5085775"/>
                <a:ext cx="150840" cy="194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B57952A-AB38-0824-8EB7-568B8667E49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205011" y="5077135"/>
                  <a:ext cx="168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1F053BC-3609-D2EE-86AD-A9CCEFABF483}"/>
                    </a:ext>
                  </a:extLst>
                </p14:cNvPr>
                <p14:cNvContentPartPr/>
                <p14:nvPr/>
              </p14:nvContentPartPr>
              <p14:xfrm>
                <a:off x="8228051" y="5165335"/>
                <a:ext cx="150840" cy="151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1F053BC-3609-D2EE-86AD-A9CCEFABF483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219051" y="5156695"/>
                  <a:ext cx="168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B005259-7FA6-21E1-DF15-88DFDA99E719}"/>
                    </a:ext>
                  </a:extLst>
                </p14:cNvPr>
                <p14:cNvContentPartPr/>
                <p14:nvPr/>
              </p14:nvContentPartPr>
              <p14:xfrm>
                <a:off x="8810531" y="4886335"/>
                <a:ext cx="289800" cy="2523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B005259-7FA6-21E1-DF15-88DFDA99E719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801531" y="4877695"/>
                  <a:ext cx="307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ED7FCEF-CB44-1450-5320-115766A4D9E1}"/>
                    </a:ext>
                  </a:extLst>
                </p14:cNvPr>
                <p14:cNvContentPartPr/>
                <p14:nvPr/>
              </p14:nvContentPartPr>
              <p14:xfrm>
                <a:off x="8728091" y="4806415"/>
                <a:ext cx="446760" cy="442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ED7FCEF-CB44-1450-5320-115766A4D9E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719451" y="4797775"/>
                  <a:ext cx="464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30B4E0B-5BFA-9D79-C285-595C62608823}"/>
                    </a:ext>
                  </a:extLst>
                </p14:cNvPr>
                <p14:cNvContentPartPr/>
                <p14:nvPr/>
              </p14:nvContentPartPr>
              <p14:xfrm>
                <a:off x="9003491" y="4730095"/>
                <a:ext cx="102600" cy="439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30B4E0B-5BFA-9D79-C285-595C6260882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994491" y="4721095"/>
                  <a:ext cx="1202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272C41A-9DDB-CB31-76BB-1F440CA4313C}"/>
                    </a:ext>
                  </a:extLst>
                </p14:cNvPr>
                <p14:cNvContentPartPr/>
                <p14:nvPr/>
              </p14:nvContentPartPr>
              <p14:xfrm>
                <a:off x="9135971" y="4963735"/>
                <a:ext cx="97920" cy="1393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272C41A-9DDB-CB31-76BB-1F440CA4313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127331" y="4955095"/>
                  <a:ext cx="115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9D352FB-5C54-C899-CA27-3B4579332FB5}"/>
                    </a:ext>
                  </a:extLst>
                </p14:cNvPr>
                <p14:cNvContentPartPr/>
                <p14:nvPr/>
              </p14:nvContentPartPr>
              <p14:xfrm>
                <a:off x="9228491" y="4858975"/>
                <a:ext cx="405000" cy="2642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9D352FB-5C54-C899-CA27-3B4579332FB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219491" y="4849975"/>
                  <a:ext cx="4226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7F404E1-113C-2A61-ED79-7D612B48AF92}"/>
                    </a:ext>
                  </a:extLst>
                </p14:cNvPr>
                <p14:cNvContentPartPr/>
                <p14:nvPr/>
              </p14:nvContentPartPr>
              <p14:xfrm>
                <a:off x="8705771" y="5294575"/>
                <a:ext cx="868680" cy="486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7F404E1-113C-2A61-ED79-7D612B48AF92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696771" y="5285935"/>
                  <a:ext cx="886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9B6EC4D-9C7C-3EB8-F0DF-59EE93CA9E11}"/>
                    </a:ext>
                  </a:extLst>
                </p14:cNvPr>
                <p14:cNvContentPartPr/>
                <p14:nvPr/>
              </p14:nvContentPartPr>
              <p14:xfrm>
                <a:off x="8707931" y="5540815"/>
                <a:ext cx="268920" cy="2199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9B6EC4D-9C7C-3EB8-F0DF-59EE93CA9E1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698931" y="5531815"/>
                  <a:ext cx="286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B31055B-CEDC-9DF4-3016-27815DDF65F2}"/>
                    </a:ext>
                  </a:extLst>
                </p14:cNvPr>
                <p14:cNvContentPartPr/>
                <p14:nvPr/>
              </p14:nvContentPartPr>
              <p14:xfrm>
                <a:off x="8653931" y="5452615"/>
                <a:ext cx="454320" cy="381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B31055B-CEDC-9DF4-3016-27815DDF65F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645291" y="5443975"/>
                  <a:ext cx="471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F28AAE1-24EE-4A2D-DFF6-A6FA2DFF8D98}"/>
                    </a:ext>
                  </a:extLst>
                </p14:cNvPr>
                <p14:cNvContentPartPr/>
                <p14:nvPr/>
              </p14:nvContentPartPr>
              <p14:xfrm>
                <a:off x="8916371" y="5395375"/>
                <a:ext cx="47880" cy="367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F28AAE1-24EE-4A2D-DFF6-A6FA2DFF8D9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907731" y="5386735"/>
                  <a:ext cx="655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618DB22-E44C-6557-2631-AA1F4A7FB35F}"/>
                    </a:ext>
                  </a:extLst>
                </p14:cNvPr>
                <p14:cNvContentPartPr/>
                <p14:nvPr/>
              </p14:nvContentPartPr>
              <p14:xfrm>
                <a:off x="9039131" y="5557015"/>
                <a:ext cx="92160" cy="1872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618DB22-E44C-6557-2631-AA1F4A7FB35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030491" y="5548375"/>
                  <a:ext cx="109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8B1A872-7266-7673-8CB1-B6A1C48F057C}"/>
                    </a:ext>
                  </a:extLst>
                </p14:cNvPr>
                <p14:cNvContentPartPr/>
                <p14:nvPr/>
              </p14:nvContentPartPr>
              <p14:xfrm>
                <a:off x="9132731" y="5459095"/>
                <a:ext cx="568080" cy="2664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8B1A872-7266-7673-8CB1-B6A1C48F057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123731" y="5450095"/>
                  <a:ext cx="585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9998D2C-1C37-292B-78CE-15F842DF5E92}"/>
                    </a:ext>
                  </a:extLst>
                </p14:cNvPr>
                <p14:cNvContentPartPr/>
                <p14:nvPr/>
              </p14:nvContentPartPr>
              <p14:xfrm>
                <a:off x="9967571" y="5118895"/>
                <a:ext cx="226080" cy="1245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9998D2C-1C37-292B-78CE-15F842DF5E9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958571" y="5109895"/>
                  <a:ext cx="243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9C1A3B7-3FFE-7647-10DA-EEF7041E781C}"/>
                    </a:ext>
                  </a:extLst>
                </p14:cNvPr>
                <p14:cNvContentPartPr/>
                <p14:nvPr/>
              </p14:nvContentPartPr>
              <p14:xfrm>
                <a:off x="9958571" y="5351095"/>
                <a:ext cx="219240" cy="61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9C1A3B7-3FFE-7647-10DA-EEF7041E781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949931" y="5342455"/>
                  <a:ext cx="23688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CCE8F0C8-57F5-8BA7-3465-B31C214B4630}"/>
                  </a:ext>
                </a:extLst>
              </p14:cNvPr>
              <p14:cNvContentPartPr/>
              <p14:nvPr/>
            </p14:nvContentPartPr>
            <p14:xfrm>
              <a:off x="10536371" y="4982455"/>
              <a:ext cx="33840" cy="46872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CCE8F0C8-57F5-8BA7-3465-B31C214B4630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10527731" y="4973815"/>
                <a:ext cx="51480" cy="4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6" name="Group 335">
            <a:extLst>
              <a:ext uri="{FF2B5EF4-FFF2-40B4-BE49-F238E27FC236}">
                <a16:creationId xmlns:a16="http://schemas.microsoft.com/office/drawing/2014/main" id="{5DD72BD0-FD24-EA2C-DB8B-76808069C319}"/>
              </a:ext>
            </a:extLst>
          </p:cNvPr>
          <p:cNvGrpSpPr/>
          <p:nvPr/>
        </p:nvGrpSpPr>
        <p:grpSpPr>
          <a:xfrm>
            <a:off x="3114611" y="6378535"/>
            <a:ext cx="551520" cy="165240"/>
            <a:chOff x="3114611" y="6378535"/>
            <a:chExt cx="55152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99AA885-A111-0AAB-92E1-0330CBEBF89C}"/>
                    </a:ext>
                  </a:extLst>
                </p14:cNvPr>
                <p14:cNvContentPartPr/>
                <p14:nvPr/>
              </p14:nvContentPartPr>
              <p14:xfrm>
                <a:off x="3114611" y="6441895"/>
                <a:ext cx="407880" cy="19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099AA885-A111-0AAB-92E1-0330CBEBF89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105611" y="6433255"/>
                  <a:ext cx="425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82E58FB-E48D-2B13-AE9B-B0C84A610839}"/>
                    </a:ext>
                  </a:extLst>
                </p14:cNvPr>
                <p14:cNvContentPartPr/>
                <p14:nvPr/>
              </p14:nvContentPartPr>
              <p14:xfrm>
                <a:off x="3133691" y="6514975"/>
                <a:ext cx="361080" cy="288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082E58FB-E48D-2B13-AE9B-B0C84A61083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125051" y="6505975"/>
                  <a:ext cx="378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CB3E31D-630A-7E2C-4532-78292A9129F0}"/>
                    </a:ext>
                  </a:extLst>
                </p14:cNvPr>
                <p14:cNvContentPartPr/>
                <p14:nvPr/>
              </p14:nvContentPartPr>
              <p14:xfrm>
                <a:off x="3557051" y="6378535"/>
                <a:ext cx="109080" cy="155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CB3E31D-630A-7E2C-4532-78292A9129F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548051" y="6369535"/>
                  <a:ext cx="12672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2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AB2D6BD2-8252-0227-AE4D-6445F1763C32}"/>
                  </a:ext>
                </a:extLst>
              </p14:cNvPr>
              <p14:cNvContentPartPr/>
              <p14:nvPr/>
            </p14:nvContentPartPr>
            <p14:xfrm>
              <a:off x="1303811" y="5989735"/>
              <a:ext cx="2246760" cy="10512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AB2D6BD2-8252-0227-AE4D-6445F1763C32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1294811" y="5981095"/>
                <a:ext cx="226440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7" name="Group 356">
            <a:extLst>
              <a:ext uri="{FF2B5EF4-FFF2-40B4-BE49-F238E27FC236}">
                <a16:creationId xmlns:a16="http://schemas.microsoft.com/office/drawing/2014/main" id="{D028E082-0FA8-5EEA-B521-3A34129DA2FF}"/>
              </a:ext>
            </a:extLst>
          </p:cNvPr>
          <p:cNvGrpSpPr/>
          <p:nvPr/>
        </p:nvGrpSpPr>
        <p:grpSpPr>
          <a:xfrm>
            <a:off x="3976451" y="5880655"/>
            <a:ext cx="6015600" cy="769680"/>
            <a:chOff x="3976451" y="5880655"/>
            <a:chExt cx="6015600" cy="7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73A3B6A8-6941-967B-7830-C6C03D7E2A72}"/>
                    </a:ext>
                  </a:extLst>
                </p14:cNvPr>
                <p14:cNvContentPartPr/>
                <p14:nvPr/>
              </p14:nvContentPartPr>
              <p14:xfrm>
                <a:off x="3976451" y="6057415"/>
                <a:ext cx="117000" cy="4496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73A3B6A8-6941-967B-7830-C6C03D7E2A7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967811" y="6048415"/>
                  <a:ext cx="1346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1EF13B5-E1D9-26D0-3247-0F7593FCBAA9}"/>
                    </a:ext>
                  </a:extLst>
                </p14:cNvPr>
                <p14:cNvContentPartPr/>
                <p14:nvPr/>
              </p14:nvContentPartPr>
              <p14:xfrm>
                <a:off x="4112531" y="6329935"/>
                <a:ext cx="34200" cy="1688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1EF13B5-E1D9-26D0-3247-0F7593FCBAA9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103891" y="6320935"/>
                  <a:ext cx="51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90086E4-4D28-0828-01D5-5BA9E8275C6F}"/>
                    </a:ext>
                  </a:extLst>
                </p14:cNvPr>
                <p14:cNvContentPartPr/>
                <p14:nvPr/>
              </p14:nvContentPartPr>
              <p14:xfrm>
                <a:off x="4172291" y="6261175"/>
                <a:ext cx="359640" cy="2142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90086E4-4D28-0828-01D5-5BA9E8275C6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163651" y="6252535"/>
                  <a:ext cx="377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04CC786-D0C7-F14B-E331-7F7DC71D7FBB}"/>
                    </a:ext>
                  </a:extLst>
                </p14:cNvPr>
                <p14:cNvContentPartPr/>
                <p14:nvPr/>
              </p14:nvContentPartPr>
              <p14:xfrm>
                <a:off x="4661531" y="6179815"/>
                <a:ext cx="155880" cy="1522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04CC786-D0C7-F14B-E331-7F7DC71D7FB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652531" y="6171175"/>
                  <a:ext cx="173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F096E83-DEF4-7A56-0727-EC6B4BE40634}"/>
                    </a:ext>
                  </a:extLst>
                </p14:cNvPr>
                <p14:cNvContentPartPr/>
                <p14:nvPr/>
              </p14:nvContentPartPr>
              <p14:xfrm>
                <a:off x="4927571" y="6101695"/>
                <a:ext cx="68400" cy="3067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F096E83-DEF4-7A56-0727-EC6B4BE4063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918571" y="6092695"/>
                  <a:ext cx="860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773B70C-3D94-97F6-AB8B-3303B79750C9}"/>
                    </a:ext>
                  </a:extLst>
                </p14:cNvPr>
                <p14:cNvContentPartPr/>
                <p14:nvPr/>
              </p14:nvContentPartPr>
              <p14:xfrm>
                <a:off x="5052851" y="6377095"/>
                <a:ext cx="68040" cy="2257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773B70C-3D94-97F6-AB8B-3303B79750C9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044211" y="6368455"/>
                  <a:ext cx="85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30441D1-33D9-28BD-241B-507CADD64F37}"/>
                    </a:ext>
                  </a:extLst>
                </p14:cNvPr>
                <p14:cNvContentPartPr/>
                <p14:nvPr/>
              </p14:nvContentPartPr>
              <p14:xfrm>
                <a:off x="8556731" y="5943295"/>
                <a:ext cx="129600" cy="5914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30441D1-33D9-28BD-241B-507CADD64F3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547731" y="5934655"/>
                  <a:ext cx="14724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2196829-94AF-9DE0-B42F-737F26D97637}"/>
                    </a:ext>
                  </a:extLst>
                </p14:cNvPr>
                <p14:cNvContentPartPr/>
                <p14:nvPr/>
              </p14:nvContentPartPr>
              <p14:xfrm>
                <a:off x="8624411" y="6165775"/>
                <a:ext cx="109440" cy="1004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2196829-94AF-9DE0-B42F-737F26D9763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615411" y="6157135"/>
                  <a:ext cx="127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109B0AF-5393-1B58-7CE8-7E3CE05372DB}"/>
                    </a:ext>
                  </a:extLst>
                </p14:cNvPr>
                <p14:cNvContentPartPr/>
                <p14:nvPr/>
              </p14:nvContentPartPr>
              <p14:xfrm>
                <a:off x="8889731" y="5928175"/>
                <a:ext cx="325440" cy="2120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109B0AF-5393-1B58-7CE8-7E3CE05372D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880731" y="5919535"/>
                  <a:ext cx="343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4642743-807C-18FB-A66C-69306B737F70}"/>
                    </a:ext>
                  </a:extLst>
                </p14:cNvPr>
                <p14:cNvContentPartPr/>
                <p14:nvPr/>
              </p14:nvContentPartPr>
              <p14:xfrm>
                <a:off x="9109691" y="6054175"/>
                <a:ext cx="69120" cy="1339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4642743-807C-18FB-A66C-69306B737F7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100691" y="6045535"/>
                  <a:ext cx="86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17077D7-97BB-1756-7C3A-F93240EFB504}"/>
                    </a:ext>
                  </a:extLst>
                </p14:cNvPr>
                <p14:cNvContentPartPr/>
                <p14:nvPr/>
              </p14:nvContentPartPr>
              <p14:xfrm>
                <a:off x="8863451" y="6255775"/>
                <a:ext cx="402480" cy="2653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17077D7-97BB-1756-7C3A-F93240EFB50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854811" y="6246775"/>
                  <a:ext cx="420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D8D8942-7389-7476-1778-54A225E55A23}"/>
                    </a:ext>
                  </a:extLst>
                </p14:cNvPr>
                <p14:cNvContentPartPr/>
                <p14:nvPr/>
              </p14:nvContentPartPr>
              <p14:xfrm>
                <a:off x="8939051" y="6192415"/>
                <a:ext cx="671040" cy="2314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D8D8942-7389-7476-1778-54A225E55A2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930051" y="6183775"/>
                  <a:ext cx="688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4701AC7-225C-AF93-123D-47A470A98DA4}"/>
                    </a:ext>
                  </a:extLst>
                </p14:cNvPr>
                <p14:cNvContentPartPr/>
                <p14:nvPr/>
              </p14:nvContentPartPr>
              <p14:xfrm>
                <a:off x="9696491" y="6155335"/>
                <a:ext cx="295560" cy="2235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4701AC7-225C-AF93-123D-47A470A98DA4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687491" y="6146695"/>
                  <a:ext cx="3132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4A1C61C-5C6A-0727-A8C5-6212E7DEF7DD}"/>
                    </a:ext>
                  </a:extLst>
                </p14:cNvPr>
                <p14:cNvContentPartPr/>
                <p14:nvPr/>
              </p14:nvContentPartPr>
              <p14:xfrm>
                <a:off x="5390891" y="6057415"/>
                <a:ext cx="258840" cy="192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4A1C61C-5C6A-0727-A8C5-6212E7DEF7D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381891" y="6048775"/>
                  <a:ext cx="276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D16245E-F469-2E15-3BAD-CB6D105F99DC}"/>
                    </a:ext>
                  </a:extLst>
                </p14:cNvPr>
                <p14:cNvContentPartPr/>
                <p14:nvPr/>
              </p14:nvContentPartPr>
              <p14:xfrm>
                <a:off x="5658011" y="6214015"/>
                <a:ext cx="272520" cy="1242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D16245E-F469-2E15-3BAD-CB6D105F99D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649371" y="6205015"/>
                  <a:ext cx="290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A9D9DE1-E79C-357F-B91D-1DC34E4FE391}"/>
                    </a:ext>
                  </a:extLst>
                </p14:cNvPr>
                <p14:cNvContentPartPr/>
                <p14:nvPr/>
              </p14:nvContentPartPr>
              <p14:xfrm>
                <a:off x="6028451" y="6106735"/>
                <a:ext cx="157320" cy="1461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A9D9DE1-E79C-357F-B91D-1DC34E4FE39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019451" y="6098095"/>
                  <a:ext cx="174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0882E73-557E-DA28-15AA-F9A8B44D7132}"/>
                    </a:ext>
                  </a:extLst>
                </p14:cNvPr>
                <p14:cNvContentPartPr/>
                <p14:nvPr/>
              </p14:nvContentPartPr>
              <p14:xfrm>
                <a:off x="6288731" y="6032215"/>
                <a:ext cx="230400" cy="2372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0882E73-557E-DA28-15AA-F9A8B44D713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279731" y="6023215"/>
                  <a:ext cx="248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6AA89321-FF2A-2CFC-AD48-9B301D5A4C29}"/>
                    </a:ext>
                  </a:extLst>
                </p14:cNvPr>
                <p14:cNvContentPartPr/>
                <p14:nvPr/>
              </p14:nvContentPartPr>
              <p14:xfrm>
                <a:off x="6556931" y="6255775"/>
                <a:ext cx="10800" cy="1422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6AA89321-FF2A-2CFC-AD48-9B301D5A4C2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547931" y="6246775"/>
                  <a:ext cx="28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083FC5C-4003-C8CF-FF3F-4F20A2B8B048}"/>
                    </a:ext>
                  </a:extLst>
                </p14:cNvPr>
                <p14:cNvContentPartPr/>
                <p14:nvPr/>
              </p14:nvContentPartPr>
              <p14:xfrm>
                <a:off x="6887411" y="6251095"/>
                <a:ext cx="60840" cy="982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083FC5C-4003-C8CF-FF3F-4F20A2B8B04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878771" y="6242095"/>
                  <a:ext cx="78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CA99BD7-166B-17FA-7C51-5BEC36AE96C2}"/>
                    </a:ext>
                  </a:extLst>
                </p14:cNvPr>
                <p14:cNvContentPartPr/>
                <p14:nvPr/>
              </p14:nvContentPartPr>
              <p14:xfrm>
                <a:off x="7222931" y="6102415"/>
                <a:ext cx="245160" cy="1562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CA99BD7-166B-17FA-7C51-5BEC36AE96C2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213931" y="6093415"/>
                  <a:ext cx="262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48B646E-216F-E495-43E7-B260CF542DDD}"/>
                    </a:ext>
                  </a:extLst>
                </p14:cNvPr>
                <p14:cNvContentPartPr/>
                <p14:nvPr/>
              </p14:nvContentPartPr>
              <p14:xfrm>
                <a:off x="7323371" y="6020335"/>
                <a:ext cx="31680" cy="3175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48B646E-216F-E495-43E7-B260CF542DDD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314371" y="6011335"/>
                  <a:ext cx="493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A8DBAC3-53D8-D214-F6A4-97B8F56525B3}"/>
                    </a:ext>
                  </a:extLst>
                </p14:cNvPr>
                <p14:cNvContentPartPr/>
                <p14:nvPr/>
              </p14:nvContentPartPr>
              <p14:xfrm>
                <a:off x="7173251" y="6016375"/>
                <a:ext cx="331920" cy="3304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A8DBAC3-53D8-D214-F6A4-97B8F56525B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164611" y="6007375"/>
                  <a:ext cx="3495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7D57E56-6C2D-F414-8C2D-0513CD925DAD}"/>
                    </a:ext>
                  </a:extLst>
                </p14:cNvPr>
                <p14:cNvContentPartPr/>
                <p14:nvPr/>
              </p14:nvContentPartPr>
              <p14:xfrm>
                <a:off x="7614971" y="6155335"/>
                <a:ext cx="131760" cy="119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7D57E56-6C2D-F414-8C2D-0513CD925DA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605971" y="6146335"/>
                  <a:ext cx="149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939EBDE-2993-981A-C216-263D8022A9BA}"/>
                    </a:ext>
                  </a:extLst>
                </p14:cNvPr>
                <p14:cNvContentPartPr/>
                <p14:nvPr/>
              </p14:nvContentPartPr>
              <p14:xfrm>
                <a:off x="7864091" y="6165055"/>
                <a:ext cx="196560" cy="1728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939EBDE-2993-981A-C216-263D8022A9BA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855451" y="6156415"/>
                  <a:ext cx="214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5D99CA9-798E-5F41-DD0A-7406E2FD5978}"/>
                    </a:ext>
                  </a:extLst>
                </p14:cNvPr>
                <p14:cNvContentPartPr/>
                <p14:nvPr/>
              </p14:nvContentPartPr>
              <p14:xfrm>
                <a:off x="8173691" y="6394015"/>
                <a:ext cx="16560" cy="1270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5D99CA9-798E-5F41-DD0A-7406E2FD5978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165051" y="6385375"/>
                  <a:ext cx="342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4D4EFCD-1707-A5D1-2718-34315182E219}"/>
                    </a:ext>
                  </a:extLst>
                </p14:cNvPr>
                <p14:cNvContentPartPr/>
                <p14:nvPr/>
              </p14:nvContentPartPr>
              <p14:xfrm>
                <a:off x="5742611" y="6447295"/>
                <a:ext cx="2195640" cy="2030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4D4EFCD-1707-A5D1-2718-34315182E21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5733971" y="6438295"/>
                  <a:ext cx="2213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9207FD6-6396-E14D-B3B8-2D370DA30121}"/>
                    </a:ext>
                  </a:extLst>
                </p14:cNvPr>
                <p14:cNvContentPartPr/>
                <p14:nvPr/>
              </p14:nvContentPartPr>
              <p14:xfrm>
                <a:off x="7302491" y="5880655"/>
                <a:ext cx="2339640" cy="1738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9207FD6-6396-E14D-B3B8-2D370DA3012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293491" y="5872015"/>
                  <a:ext cx="2357280" cy="19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5865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96A22ED-91B9-DFE9-7D62-BA95543F556A}"/>
              </a:ext>
            </a:extLst>
          </p:cNvPr>
          <p:cNvGrpSpPr/>
          <p:nvPr/>
        </p:nvGrpSpPr>
        <p:grpSpPr>
          <a:xfrm>
            <a:off x="206171" y="195175"/>
            <a:ext cx="781560" cy="282960"/>
            <a:chOff x="206171" y="195175"/>
            <a:chExt cx="78156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7AE77E8-DFAB-E5CE-B1A7-6623338A607B}"/>
                    </a:ext>
                  </a:extLst>
                </p14:cNvPr>
                <p14:cNvContentPartPr/>
                <p14:nvPr/>
              </p14:nvContentPartPr>
              <p14:xfrm>
                <a:off x="206171" y="224335"/>
                <a:ext cx="243720" cy="209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7AE77E8-DFAB-E5CE-B1A7-6623338A60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7171" y="215335"/>
                  <a:ext cx="261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1775C2-101B-C446-6F91-6A1947107969}"/>
                    </a:ext>
                  </a:extLst>
                </p14:cNvPr>
                <p14:cNvContentPartPr/>
                <p14:nvPr/>
              </p14:nvContentPartPr>
              <p14:xfrm>
                <a:off x="407771" y="264655"/>
                <a:ext cx="147240" cy="113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1775C2-101B-C446-6F91-6A19471079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8771" y="255655"/>
                  <a:ext cx="164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5C038BF-4883-2667-B4A2-F5D6F96CFC3B}"/>
                    </a:ext>
                  </a:extLst>
                </p14:cNvPr>
                <p14:cNvContentPartPr/>
                <p14:nvPr/>
              </p14:nvContentPartPr>
              <p14:xfrm>
                <a:off x="597131" y="252775"/>
                <a:ext cx="199440" cy="127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5C038BF-4883-2667-B4A2-F5D6F96CFC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8491" y="243775"/>
                  <a:ext cx="217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3F34D79-05C2-F4B8-33E6-F4BFC4185809}"/>
                    </a:ext>
                  </a:extLst>
                </p14:cNvPr>
                <p14:cNvContentPartPr/>
                <p14:nvPr/>
              </p14:nvContentPartPr>
              <p14:xfrm>
                <a:off x="864971" y="195175"/>
                <a:ext cx="122760" cy="282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3F34D79-05C2-F4B8-33E6-F4BFC41858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6331" y="186175"/>
                  <a:ext cx="14040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BBBF86-F7F3-5001-1839-E70DC35E3DEC}"/>
              </a:ext>
            </a:extLst>
          </p:cNvPr>
          <p:cNvGrpSpPr/>
          <p:nvPr/>
        </p:nvGrpSpPr>
        <p:grpSpPr>
          <a:xfrm>
            <a:off x="1215251" y="148735"/>
            <a:ext cx="637920" cy="224280"/>
            <a:chOff x="1215251" y="148735"/>
            <a:chExt cx="63792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2AA7A5-EB5B-4824-FBCF-BF78F145D935}"/>
                    </a:ext>
                  </a:extLst>
                </p14:cNvPr>
                <p14:cNvContentPartPr/>
                <p14:nvPr/>
              </p14:nvContentPartPr>
              <p14:xfrm>
                <a:off x="1340891" y="171055"/>
                <a:ext cx="28080" cy="178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2AA7A5-EB5B-4824-FBCF-BF78F145D9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1891" y="162415"/>
                  <a:ext cx="45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323468-272F-1684-9616-C4B97ACE891E}"/>
                    </a:ext>
                  </a:extLst>
                </p14:cNvPr>
                <p14:cNvContentPartPr/>
                <p14:nvPr/>
              </p14:nvContentPartPr>
              <p14:xfrm>
                <a:off x="1440611" y="159535"/>
                <a:ext cx="8280" cy="185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323468-272F-1684-9616-C4B97ACE89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1971" y="150535"/>
                  <a:ext cx="25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5C7487-9A09-C72E-EBC4-DA637783EE33}"/>
                    </a:ext>
                  </a:extLst>
                </p14:cNvPr>
                <p14:cNvContentPartPr/>
                <p14:nvPr/>
              </p14:nvContentPartPr>
              <p14:xfrm>
                <a:off x="1215251" y="153775"/>
                <a:ext cx="336960" cy="184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5C7487-9A09-C72E-EBC4-DA637783EE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06611" y="145135"/>
                  <a:ext cx="354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8DDE71-9FFF-FE9A-10C1-B1FB4463E615}"/>
                    </a:ext>
                  </a:extLst>
                </p14:cNvPr>
                <p14:cNvContentPartPr/>
                <p14:nvPr/>
              </p14:nvContentPartPr>
              <p14:xfrm>
                <a:off x="1681451" y="342415"/>
                <a:ext cx="6840" cy="2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8DDE71-9FFF-FE9A-10C1-B1FB4463E6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72811" y="333775"/>
                  <a:ext cx="244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73C2A8-0E1D-90A7-8F7D-BF1ACE51D822}"/>
                    </a:ext>
                  </a:extLst>
                </p14:cNvPr>
                <p14:cNvContentPartPr/>
                <p14:nvPr/>
              </p14:nvContentPartPr>
              <p14:xfrm>
                <a:off x="1806371" y="148735"/>
                <a:ext cx="46800" cy="224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73C2A8-0E1D-90A7-8F7D-BF1ACE51D8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7371" y="139735"/>
                  <a:ext cx="6444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690CA6-3E6F-1B1C-E27E-45C8379A524D}"/>
              </a:ext>
            </a:extLst>
          </p:cNvPr>
          <p:cNvGrpSpPr/>
          <p:nvPr/>
        </p:nvGrpSpPr>
        <p:grpSpPr>
          <a:xfrm>
            <a:off x="396251" y="743815"/>
            <a:ext cx="702000" cy="282960"/>
            <a:chOff x="396251" y="743815"/>
            <a:chExt cx="70200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9EFB3B-6EC6-C99B-11E5-A1B096E2A069}"/>
                    </a:ext>
                  </a:extLst>
                </p14:cNvPr>
                <p14:cNvContentPartPr/>
                <p14:nvPr/>
              </p14:nvContentPartPr>
              <p14:xfrm>
                <a:off x="396251" y="787015"/>
                <a:ext cx="186120" cy="156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9EFB3B-6EC6-C99B-11E5-A1B096E2A0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7611" y="778015"/>
                  <a:ext cx="203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F33EAD-E5FD-66E2-B4ED-C86171936E4E}"/>
                    </a:ext>
                  </a:extLst>
                </p14:cNvPr>
                <p14:cNvContentPartPr/>
                <p14:nvPr/>
              </p14:nvContentPartPr>
              <p14:xfrm>
                <a:off x="397331" y="756415"/>
                <a:ext cx="132480" cy="215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F33EAD-E5FD-66E2-B4ED-C86171936E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8331" y="747775"/>
                  <a:ext cx="150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4D19C2-71B1-7A9E-D187-4530B8859AF4}"/>
                    </a:ext>
                  </a:extLst>
                </p14:cNvPr>
                <p14:cNvContentPartPr/>
                <p14:nvPr/>
              </p14:nvContentPartPr>
              <p14:xfrm>
                <a:off x="654011" y="825175"/>
                <a:ext cx="255960" cy="201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4D19C2-71B1-7A9E-D187-4530B8859A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5011" y="816535"/>
                  <a:ext cx="273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A747EB-A358-35A2-8A9E-67ACAB45CB5B}"/>
                    </a:ext>
                  </a:extLst>
                </p14:cNvPr>
                <p14:cNvContentPartPr/>
                <p14:nvPr/>
              </p14:nvContentPartPr>
              <p14:xfrm>
                <a:off x="768131" y="743815"/>
                <a:ext cx="330120" cy="250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A747EB-A358-35A2-8A9E-67ACAB45CB5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9131" y="734815"/>
                  <a:ext cx="34776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095E18-065E-D4D6-CC7B-9108692DC851}"/>
              </a:ext>
            </a:extLst>
          </p:cNvPr>
          <p:cNvGrpSpPr/>
          <p:nvPr/>
        </p:nvGrpSpPr>
        <p:grpSpPr>
          <a:xfrm>
            <a:off x="276371" y="1254295"/>
            <a:ext cx="1931400" cy="350640"/>
            <a:chOff x="276371" y="1254295"/>
            <a:chExt cx="193140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E2C871-E888-E332-5139-4FD9017AA4AC}"/>
                    </a:ext>
                  </a:extLst>
                </p14:cNvPr>
                <p14:cNvContentPartPr/>
                <p14:nvPr/>
              </p14:nvContentPartPr>
              <p14:xfrm>
                <a:off x="318851" y="1363015"/>
                <a:ext cx="15120" cy="228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E2C871-E888-E332-5139-4FD9017AA4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9851" y="1354015"/>
                  <a:ext cx="32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3A5B12-3140-A21D-F6C0-C5947F510E69}"/>
                    </a:ext>
                  </a:extLst>
                </p14:cNvPr>
                <p14:cNvContentPartPr/>
                <p14:nvPr/>
              </p14:nvContentPartPr>
              <p14:xfrm>
                <a:off x="276371" y="1294615"/>
                <a:ext cx="209520" cy="177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3A5B12-3140-A21D-F6C0-C5947F510E6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7371" y="1285975"/>
                  <a:ext cx="227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1AECD6-DCE7-6C11-E01D-14B337E63B85}"/>
                    </a:ext>
                  </a:extLst>
                </p14:cNvPr>
                <p14:cNvContentPartPr/>
                <p14:nvPr/>
              </p14:nvContentPartPr>
              <p14:xfrm>
                <a:off x="491651" y="1386775"/>
                <a:ext cx="306720" cy="21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1AECD6-DCE7-6C11-E01D-14B337E63B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2651" y="1378135"/>
                  <a:ext cx="324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6851E8-41F7-7215-071F-9A3970372996}"/>
                    </a:ext>
                  </a:extLst>
                </p14:cNvPr>
                <p14:cNvContentPartPr/>
                <p14:nvPr/>
              </p14:nvContentPartPr>
              <p14:xfrm>
                <a:off x="664451" y="1428175"/>
                <a:ext cx="162720" cy="34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6851E8-41F7-7215-071F-9A397037299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5451" y="1419535"/>
                  <a:ext cx="180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66AB07-B8DD-FF52-EE78-A3FDCD04DF88}"/>
                    </a:ext>
                  </a:extLst>
                </p14:cNvPr>
                <p14:cNvContentPartPr/>
                <p14:nvPr/>
              </p14:nvContentPartPr>
              <p14:xfrm>
                <a:off x="950291" y="1334215"/>
                <a:ext cx="307440" cy="187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66AB07-B8DD-FF52-EE78-A3FDCD04DF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1651" y="1325575"/>
                  <a:ext cx="325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82E9BE-9998-CF6A-4483-E6B424F8677B}"/>
                    </a:ext>
                  </a:extLst>
                </p14:cNvPr>
                <p14:cNvContentPartPr/>
                <p14:nvPr/>
              </p14:nvContentPartPr>
              <p14:xfrm>
                <a:off x="1405331" y="1302895"/>
                <a:ext cx="8640" cy="216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82E9BE-9998-CF6A-4483-E6B424F867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96691" y="1293895"/>
                  <a:ext cx="26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AC24FFA-89F5-C181-E845-C10566616816}"/>
                    </a:ext>
                  </a:extLst>
                </p14:cNvPr>
                <p14:cNvContentPartPr/>
                <p14:nvPr/>
              </p14:nvContentPartPr>
              <p14:xfrm>
                <a:off x="1558331" y="1282015"/>
                <a:ext cx="225000" cy="253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AC24FFA-89F5-C181-E845-C1056661681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49691" y="1273015"/>
                  <a:ext cx="2426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331E3A-D803-4EE7-CF84-0B84BEE0D523}"/>
                    </a:ext>
                  </a:extLst>
                </p14:cNvPr>
                <p14:cNvContentPartPr/>
                <p14:nvPr/>
              </p14:nvContentPartPr>
              <p14:xfrm>
                <a:off x="1842011" y="1303975"/>
                <a:ext cx="28800" cy="149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331E3A-D803-4EE7-CF84-0B84BEE0D5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33371" y="1295335"/>
                  <a:ext cx="46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73C7E50-4A59-805D-CD24-50410177BDE0}"/>
                    </a:ext>
                  </a:extLst>
                </p14:cNvPr>
                <p14:cNvContentPartPr/>
                <p14:nvPr/>
              </p14:nvContentPartPr>
              <p14:xfrm>
                <a:off x="1806731" y="1254295"/>
                <a:ext cx="218880" cy="13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73C7E50-4A59-805D-CD24-50410177BDE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97731" y="1245655"/>
                  <a:ext cx="23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52ED99E-B29B-5EFF-E76F-F385E36C017A}"/>
                    </a:ext>
                  </a:extLst>
                </p14:cNvPr>
                <p14:cNvContentPartPr/>
                <p14:nvPr/>
              </p14:nvContentPartPr>
              <p14:xfrm>
                <a:off x="2008331" y="1379935"/>
                <a:ext cx="199440" cy="138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52ED99E-B29B-5EFF-E76F-F385E36C017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99331" y="1370935"/>
                  <a:ext cx="21708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2D0603C-0472-FCCF-83AC-B3707C142B7F}"/>
              </a:ext>
            </a:extLst>
          </p:cNvPr>
          <p:cNvGrpSpPr/>
          <p:nvPr/>
        </p:nvGrpSpPr>
        <p:grpSpPr>
          <a:xfrm>
            <a:off x="2737331" y="647335"/>
            <a:ext cx="1559520" cy="325080"/>
            <a:chOff x="2737331" y="647335"/>
            <a:chExt cx="155952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26001E-3057-F7E1-9254-C59E1E458E01}"/>
                    </a:ext>
                  </a:extLst>
                </p14:cNvPr>
                <p14:cNvContentPartPr/>
                <p14:nvPr/>
              </p14:nvContentPartPr>
              <p14:xfrm>
                <a:off x="2749571" y="747775"/>
                <a:ext cx="48240" cy="173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26001E-3057-F7E1-9254-C59E1E458E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40931" y="739135"/>
                  <a:ext cx="65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9E9A3B-9300-FBD1-8A8D-0927DA868E2D}"/>
                    </a:ext>
                  </a:extLst>
                </p14:cNvPr>
                <p14:cNvContentPartPr/>
                <p14:nvPr/>
              </p14:nvContentPartPr>
              <p14:xfrm>
                <a:off x="2737331" y="676855"/>
                <a:ext cx="173520" cy="15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9E9A3B-9300-FBD1-8A8D-0927DA868E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28691" y="667855"/>
                  <a:ext cx="191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899A9BE-74D9-8744-63FF-B448A7FF16EB}"/>
                    </a:ext>
                  </a:extLst>
                </p14:cNvPr>
                <p14:cNvContentPartPr/>
                <p14:nvPr/>
              </p14:nvContentPartPr>
              <p14:xfrm>
                <a:off x="2880971" y="851815"/>
                <a:ext cx="170280" cy="120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899A9BE-74D9-8744-63FF-B448A7FF16E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72331" y="843175"/>
                  <a:ext cx="187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FBB8CE-3426-A323-D1BA-1125116455DA}"/>
                    </a:ext>
                  </a:extLst>
                </p14:cNvPr>
                <p14:cNvContentPartPr/>
                <p14:nvPr/>
              </p14:nvContentPartPr>
              <p14:xfrm>
                <a:off x="3156011" y="766855"/>
                <a:ext cx="124560" cy="95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FBB8CE-3426-A323-D1BA-1125116455D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47011" y="758215"/>
                  <a:ext cx="142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225EAB-E249-58C1-F9FD-0FF58D48FAE1}"/>
                    </a:ext>
                  </a:extLst>
                </p14:cNvPr>
                <p14:cNvContentPartPr/>
                <p14:nvPr/>
              </p14:nvContentPartPr>
              <p14:xfrm>
                <a:off x="3396851" y="707095"/>
                <a:ext cx="186480" cy="203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225EAB-E249-58C1-F9FD-0FF58D48FAE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87851" y="698095"/>
                  <a:ext cx="204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626A537-3FD3-A406-C9F7-BA77B0811119}"/>
                    </a:ext>
                  </a:extLst>
                </p14:cNvPr>
                <p14:cNvContentPartPr/>
                <p14:nvPr/>
              </p14:nvContentPartPr>
              <p14:xfrm>
                <a:off x="3669011" y="696295"/>
                <a:ext cx="208800" cy="213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626A537-3FD3-A406-C9F7-BA77B08111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60371" y="687655"/>
                  <a:ext cx="226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F2B2DE-CE8B-E670-B4FB-6C2341679963}"/>
                    </a:ext>
                  </a:extLst>
                </p14:cNvPr>
                <p14:cNvContentPartPr/>
                <p14:nvPr/>
              </p14:nvContentPartPr>
              <p14:xfrm>
                <a:off x="3897251" y="647335"/>
                <a:ext cx="203760" cy="235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F2B2DE-CE8B-E670-B4FB-6C234167996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88251" y="638695"/>
                  <a:ext cx="221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CD99028-3F0D-FA4A-99F5-5E699371D7D8}"/>
                    </a:ext>
                  </a:extLst>
                </p14:cNvPr>
                <p14:cNvContentPartPr/>
                <p14:nvPr/>
              </p14:nvContentPartPr>
              <p14:xfrm>
                <a:off x="4084451" y="784495"/>
                <a:ext cx="212400" cy="151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CD99028-3F0D-FA4A-99F5-5E699371D7D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75451" y="775855"/>
                  <a:ext cx="23004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31AD5D-E6DF-6CE2-35AB-BA8C7F36FF42}"/>
              </a:ext>
            </a:extLst>
          </p:cNvPr>
          <p:cNvGrpSpPr/>
          <p:nvPr/>
        </p:nvGrpSpPr>
        <p:grpSpPr>
          <a:xfrm>
            <a:off x="2798531" y="1194895"/>
            <a:ext cx="1062720" cy="267120"/>
            <a:chOff x="2798531" y="1194895"/>
            <a:chExt cx="106272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D2D6A4-F44A-BA9F-A67F-9AAAEC86AB14}"/>
                    </a:ext>
                  </a:extLst>
                </p14:cNvPr>
                <p14:cNvContentPartPr/>
                <p14:nvPr/>
              </p14:nvContentPartPr>
              <p14:xfrm>
                <a:off x="2798531" y="1254655"/>
                <a:ext cx="163800" cy="164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D2D6A4-F44A-BA9F-A67F-9AAAEC86AB1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89531" y="1246015"/>
                  <a:ext cx="181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0DA0D49-2382-8027-7D25-48287C56557F}"/>
                    </a:ext>
                  </a:extLst>
                </p14:cNvPr>
                <p14:cNvContentPartPr/>
                <p14:nvPr/>
              </p14:nvContentPartPr>
              <p14:xfrm>
                <a:off x="3020651" y="1356895"/>
                <a:ext cx="180000" cy="96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0DA0D49-2382-8027-7D25-48287C56557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11651" y="1347895"/>
                  <a:ext cx="197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1D23B6-EE05-E4D8-2B74-34353DDDFC8B}"/>
                    </a:ext>
                  </a:extLst>
                </p14:cNvPr>
                <p14:cNvContentPartPr/>
                <p14:nvPr/>
              </p14:nvContentPartPr>
              <p14:xfrm>
                <a:off x="3312251" y="1256095"/>
                <a:ext cx="135360" cy="2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1D23B6-EE05-E4D8-2B74-34353DDDFC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03611" y="1247455"/>
                  <a:ext cx="153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DE7B1B-F824-453B-0FC8-77B1D0602324}"/>
                    </a:ext>
                  </a:extLst>
                </p14:cNvPr>
                <p14:cNvContentPartPr/>
                <p14:nvPr/>
              </p14:nvContentPartPr>
              <p14:xfrm>
                <a:off x="3341051" y="1319095"/>
                <a:ext cx="139680" cy="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DE7B1B-F824-453B-0FC8-77B1D06023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32051" y="1310455"/>
                  <a:ext cx="157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03D63BF-FC9D-1B70-354F-9D79F72BED3B}"/>
                    </a:ext>
                  </a:extLst>
                </p14:cNvPr>
                <p14:cNvContentPartPr/>
                <p14:nvPr/>
              </p14:nvContentPartPr>
              <p14:xfrm>
                <a:off x="3568211" y="1194895"/>
                <a:ext cx="293040" cy="267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03D63BF-FC9D-1B70-354F-9D79F72BED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59571" y="1186255"/>
                  <a:ext cx="31068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7B6CB4C-752D-1793-BC4A-46ED7C86F3E0}"/>
                  </a:ext>
                </a:extLst>
              </p14:cNvPr>
              <p14:cNvContentPartPr/>
              <p14:nvPr/>
            </p14:nvContentPartPr>
            <p14:xfrm>
              <a:off x="5270651" y="514495"/>
              <a:ext cx="1022400" cy="165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7B6CB4C-752D-1793-BC4A-46ED7C86F3E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261651" y="505495"/>
                <a:ext cx="104004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D76766CD-9479-9097-741E-15A9CC516D9A}"/>
              </a:ext>
            </a:extLst>
          </p:cNvPr>
          <p:cNvGrpSpPr/>
          <p:nvPr/>
        </p:nvGrpSpPr>
        <p:grpSpPr>
          <a:xfrm>
            <a:off x="5255531" y="188335"/>
            <a:ext cx="1246320" cy="241200"/>
            <a:chOff x="5255531" y="188335"/>
            <a:chExt cx="124632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5256AE5-EA88-9CC8-1576-5FBDDF7598EB}"/>
                    </a:ext>
                  </a:extLst>
                </p14:cNvPr>
                <p14:cNvContentPartPr/>
                <p14:nvPr/>
              </p14:nvContentPartPr>
              <p14:xfrm>
                <a:off x="5255531" y="188335"/>
                <a:ext cx="120960" cy="209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5256AE5-EA88-9CC8-1576-5FBDDF7598E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46531" y="179335"/>
                  <a:ext cx="138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FAF486F-7D5D-B7C0-9820-214B10F7B950}"/>
                    </a:ext>
                  </a:extLst>
                </p14:cNvPr>
                <p14:cNvContentPartPr/>
                <p14:nvPr/>
              </p14:nvContentPartPr>
              <p14:xfrm>
                <a:off x="5268851" y="256015"/>
                <a:ext cx="297720" cy="128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FAF486F-7D5D-B7C0-9820-214B10F7B95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59851" y="247015"/>
                  <a:ext cx="315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DDA1680-A12F-445E-F661-B7349A3AFA8E}"/>
                    </a:ext>
                  </a:extLst>
                </p14:cNvPr>
                <p14:cNvContentPartPr/>
                <p14:nvPr/>
              </p14:nvContentPartPr>
              <p14:xfrm>
                <a:off x="5582771" y="264655"/>
                <a:ext cx="120600" cy="121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DDA1680-A12F-445E-F661-B7349A3AFA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73771" y="255655"/>
                  <a:ext cx="138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431F000-4141-F851-954B-A2FE0B48BF5D}"/>
                    </a:ext>
                  </a:extLst>
                </p14:cNvPr>
                <p14:cNvContentPartPr/>
                <p14:nvPr/>
              </p14:nvContentPartPr>
              <p14:xfrm>
                <a:off x="5735771" y="276895"/>
                <a:ext cx="130680" cy="110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431F000-4141-F851-954B-A2FE0B48BF5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26771" y="267895"/>
                  <a:ext cx="148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6999373-790C-7D04-4F08-E28217B5338D}"/>
                    </a:ext>
                  </a:extLst>
                </p14:cNvPr>
                <p14:cNvContentPartPr/>
                <p14:nvPr/>
              </p14:nvContentPartPr>
              <p14:xfrm>
                <a:off x="5926211" y="252055"/>
                <a:ext cx="374040" cy="132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6999373-790C-7D04-4F08-E28217B5338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17211" y="243055"/>
                  <a:ext cx="391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30CFE6D-0385-FFB1-D14A-0364DA3F2A9A}"/>
                    </a:ext>
                  </a:extLst>
                </p14:cNvPr>
                <p14:cNvContentPartPr/>
                <p14:nvPr/>
              </p14:nvContentPartPr>
              <p14:xfrm>
                <a:off x="6492131" y="324055"/>
                <a:ext cx="9720" cy="10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30CFE6D-0385-FFB1-D14A-0364DA3F2A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83491" y="315415"/>
                  <a:ext cx="273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70CCD80-3EF9-FF49-287D-6EE278E5DF50}"/>
              </a:ext>
            </a:extLst>
          </p:cNvPr>
          <p:cNvGrpSpPr/>
          <p:nvPr/>
        </p:nvGrpSpPr>
        <p:grpSpPr>
          <a:xfrm>
            <a:off x="6793811" y="200935"/>
            <a:ext cx="1221120" cy="210600"/>
            <a:chOff x="6793811" y="200935"/>
            <a:chExt cx="122112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DB4EED-53B4-1ED8-9C07-47EA8B0472AE}"/>
                    </a:ext>
                  </a:extLst>
                </p14:cNvPr>
                <p14:cNvContentPartPr/>
                <p14:nvPr/>
              </p14:nvContentPartPr>
              <p14:xfrm>
                <a:off x="6793811" y="255295"/>
                <a:ext cx="192960" cy="156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DB4EED-53B4-1ED8-9C07-47EA8B0472A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85171" y="246655"/>
                  <a:ext cx="2106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796E4F5-6DDB-D31D-9D6B-B01EE7760361}"/>
                    </a:ext>
                  </a:extLst>
                </p14:cNvPr>
                <p14:cNvContentPartPr/>
                <p14:nvPr/>
              </p14:nvContentPartPr>
              <p14:xfrm>
                <a:off x="7024931" y="200935"/>
                <a:ext cx="198720" cy="194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796E4F5-6DDB-D31D-9D6B-B01EE77603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16291" y="191935"/>
                  <a:ext cx="216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420405C-6F5D-F06A-D046-497E973ABF1A}"/>
                    </a:ext>
                  </a:extLst>
                </p14:cNvPr>
                <p14:cNvContentPartPr/>
                <p14:nvPr/>
              </p14:nvContentPartPr>
              <p14:xfrm>
                <a:off x="7155251" y="292015"/>
                <a:ext cx="199440" cy="89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420405C-6F5D-F06A-D046-497E973ABF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46251" y="283015"/>
                  <a:ext cx="217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FB9D021-810E-0A56-8820-9FDA2FA92D28}"/>
                    </a:ext>
                  </a:extLst>
                </p14:cNvPr>
                <p14:cNvContentPartPr/>
                <p14:nvPr/>
              </p14:nvContentPartPr>
              <p14:xfrm>
                <a:off x="7428491" y="288415"/>
                <a:ext cx="82080" cy="113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FB9D021-810E-0A56-8820-9FDA2FA92D2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19851" y="279775"/>
                  <a:ext cx="99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4E892A-37F3-8888-3C00-856957E2FCD0}"/>
                    </a:ext>
                  </a:extLst>
                </p14:cNvPr>
                <p14:cNvContentPartPr/>
                <p14:nvPr/>
              </p14:nvContentPartPr>
              <p14:xfrm>
                <a:off x="7657811" y="328015"/>
                <a:ext cx="290160" cy="34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4E892A-37F3-8888-3C00-856957E2FC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48811" y="319375"/>
                  <a:ext cx="307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12D19A-22F4-DCCD-7428-25400EE04F38}"/>
                    </a:ext>
                  </a:extLst>
                </p14:cNvPr>
                <p14:cNvContentPartPr/>
                <p14:nvPr/>
              </p14:nvContentPartPr>
              <p14:xfrm>
                <a:off x="7926371" y="313255"/>
                <a:ext cx="88560" cy="81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12D19A-22F4-DCCD-7428-25400EE04F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17371" y="304615"/>
                  <a:ext cx="10620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9A22582-CE07-F134-C505-A084561544B8}"/>
              </a:ext>
            </a:extLst>
          </p:cNvPr>
          <p:cNvGrpSpPr/>
          <p:nvPr/>
        </p:nvGrpSpPr>
        <p:grpSpPr>
          <a:xfrm>
            <a:off x="8182691" y="204895"/>
            <a:ext cx="808200" cy="183600"/>
            <a:chOff x="8182691" y="204895"/>
            <a:chExt cx="80820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C2F91E-E543-621B-D47C-15922A978222}"/>
                    </a:ext>
                  </a:extLst>
                </p14:cNvPr>
                <p14:cNvContentPartPr/>
                <p14:nvPr/>
              </p14:nvContentPartPr>
              <p14:xfrm>
                <a:off x="8182691" y="213895"/>
                <a:ext cx="174240" cy="174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C2F91E-E543-621B-D47C-15922A97822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73691" y="204895"/>
                  <a:ext cx="191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3A4616-0283-0034-C031-F6E30B7746C1}"/>
                    </a:ext>
                  </a:extLst>
                </p14:cNvPr>
                <p14:cNvContentPartPr/>
                <p14:nvPr/>
              </p14:nvContentPartPr>
              <p14:xfrm>
                <a:off x="8373851" y="251695"/>
                <a:ext cx="207720" cy="132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3A4616-0283-0034-C031-F6E30B7746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65211" y="242695"/>
                  <a:ext cx="225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8BCFE8A-DA5D-4685-0130-41022977F1AD}"/>
                    </a:ext>
                  </a:extLst>
                </p14:cNvPr>
                <p14:cNvContentPartPr/>
                <p14:nvPr/>
              </p14:nvContentPartPr>
              <p14:xfrm>
                <a:off x="8656451" y="327655"/>
                <a:ext cx="19080" cy="41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8BCFE8A-DA5D-4685-0130-41022977F1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47451" y="318655"/>
                  <a:ext cx="3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904B37-C6F3-238E-B744-B49D6750E11F}"/>
                    </a:ext>
                  </a:extLst>
                </p14:cNvPr>
                <p14:cNvContentPartPr/>
                <p14:nvPr/>
              </p14:nvContentPartPr>
              <p14:xfrm>
                <a:off x="8756891" y="204895"/>
                <a:ext cx="234000" cy="160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904B37-C6F3-238E-B744-B49D6750E11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47891" y="196255"/>
                  <a:ext cx="2516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F7935F4-9119-DC2A-672D-81ADE9411619}"/>
              </a:ext>
            </a:extLst>
          </p:cNvPr>
          <p:cNvGrpSpPr/>
          <p:nvPr/>
        </p:nvGrpSpPr>
        <p:grpSpPr>
          <a:xfrm>
            <a:off x="192131" y="2112895"/>
            <a:ext cx="314640" cy="465480"/>
            <a:chOff x="192131" y="2112895"/>
            <a:chExt cx="314640" cy="46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212490-81ED-8641-1F41-C6A3B68C1F22}"/>
                    </a:ext>
                  </a:extLst>
                </p14:cNvPr>
                <p14:cNvContentPartPr/>
                <p14:nvPr/>
              </p14:nvContentPartPr>
              <p14:xfrm>
                <a:off x="192131" y="2274175"/>
                <a:ext cx="147240" cy="120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212490-81ED-8641-1F41-C6A3B68C1F2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3491" y="2265535"/>
                  <a:ext cx="164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A6C30DC-9C93-A938-0775-FEF3551BE502}"/>
                    </a:ext>
                  </a:extLst>
                </p14:cNvPr>
                <p14:cNvContentPartPr/>
                <p14:nvPr/>
              </p14:nvContentPartPr>
              <p14:xfrm>
                <a:off x="333971" y="2112895"/>
                <a:ext cx="172800" cy="465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A6C30DC-9C93-A938-0775-FEF3551BE50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4971" y="2104255"/>
                  <a:ext cx="190440" cy="48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DD5C002-191D-26C2-FEDF-A47A6D98FDF0}"/>
                  </a:ext>
                </a:extLst>
              </p14:cNvPr>
              <p14:cNvContentPartPr/>
              <p14:nvPr/>
            </p14:nvContentPartPr>
            <p14:xfrm>
              <a:off x="3820211" y="1743535"/>
              <a:ext cx="5040" cy="212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DD5C002-191D-26C2-FEDF-A47A6D98FDF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11211" y="1734535"/>
                <a:ext cx="226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4EA3570-31D0-F1C4-8E72-5257383ABD6F}"/>
                  </a:ext>
                </a:extLst>
              </p14:cNvPr>
              <p14:cNvContentPartPr/>
              <p14:nvPr/>
            </p14:nvContentPartPr>
            <p14:xfrm>
              <a:off x="1164491" y="2052775"/>
              <a:ext cx="179640" cy="1440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4EA3570-31D0-F1C4-8E72-5257383ABD6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55851" y="2044135"/>
                <a:ext cx="19728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ABD8EE8-14F4-D536-5649-1433F0B20222}"/>
                  </a:ext>
                </a:extLst>
              </p14:cNvPr>
              <p14:cNvContentPartPr/>
              <p14:nvPr/>
            </p14:nvContentPartPr>
            <p14:xfrm>
              <a:off x="1181771" y="2163655"/>
              <a:ext cx="40680" cy="28036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ABD8EE8-14F4-D536-5649-1433F0B2022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72771" y="2155015"/>
                <a:ext cx="58320" cy="28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11FAD6E-FD76-8F30-8E76-396D75995BF0}"/>
                  </a:ext>
                </a:extLst>
              </p14:cNvPr>
              <p14:cNvContentPartPr/>
              <p14:nvPr/>
            </p14:nvContentPartPr>
            <p14:xfrm>
              <a:off x="1205531" y="4897135"/>
              <a:ext cx="3345480" cy="802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11FAD6E-FD76-8F30-8E76-396D75995BF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96531" y="4888135"/>
                <a:ext cx="33631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B302BA6-E108-6CCF-DD89-0A724ECF5F86}"/>
                  </a:ext>
                </a:extLst>
              </p14:cNvPr>
              <p14:cNvContentPartPr/>
              <p14:nvPr/>
            </p14:nvContentPartPr>
            <p14:xfrm>
              <a:off x="4463171" y="4855015"/>
              <a:ext cx="145440" cy="1479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B302BA6-E108-6CCF-DD89-0A724ECF5F8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454531" y="4846015"/>
                <a:ext cx="1630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33A40DA-B7B2-A1CD-14AE-43FE22116E86}"/>
                  </a:ext>
                </a:extLst>
              </p14:cNvPr>
              <p14:cNvContentPartPr/>
              <p14:nvPr/>
            </p14:nvContentPartPr>
            <p14:xfrm>
              <a:off x="4490171" y="5114575"/>
              <a:ext cx="191160" cy="1551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33A40DA-B7B2-A1CD-14AE-43FE22116E8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481531" y="5105575"/>
                <a:ext cx="2088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8E40AB1-D752-8E0E-77EB-53533EF85FB9}"/>
                  </a:ext>
                </a:extLst>
              </p14:cNvPr>
              <p14:cNvContentPartPr/>
              <p14:nvPr/>
            </p14:nvContentPartPr>
            <p14:xfrm>
              <a:off x="806651" y="2305135"/>
              <a:ext cx="19440" cy="1972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8E40AB1-D752-8E0E-77EB-53533EF85FB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98011" y="2296135"/>
                <a:ext cx="370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B0DFD04-628D-E0ED-34DD-D9D715C6A86E}"/>
                  </a:ext>
                </a:extLst>
              </p14:cNvPr>
              <p14:cNvContentPartPr/>
              <p14:nvPr/>
            </p14:nvContentPartPr>
            <p14:xfrm>
              <a:off x="690011" y="2272375"/>
              <a:ext cx="308520" cy="968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B0DFD04-628D-E0ED-34DD-D9D715C6A86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81011" y="2263375"/>
                <a:ext cx="3261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4A673E7-363C-932F-E8D1-66320EB95301}"/>
                  </a:ext>
                </a:extLst>
              </p14:cNvPr>
              <p14:cNvContentPartPr/>
              <p14:nvPr/>
            </p14:nvContentPartPr>
            <p14:xfrm>
              <a:off x="1682531" y="2401255"/>
              <a:ext cx="3270600" cy="22093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4A673E7-363C-932F-E8D1-66320EB9530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673531" y="2392615"/>
                <a:ext cx="3288240" cy="22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BA91958-96AF-B123-056E-304160C232E8}"/>
                  </a:ext>
                </a:extLst>
              </p14:cNvPr>
              <p14:cNvContentPartPr/>
              <p14:nvPr/>
            </p14:nvContentPartPr>
            <p14:xfrm>
              <a:off x="3798251" y="4413295"/>
              <a:ext cx="31320" cy="8132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BA91958-96AF-B123-056E-304160C232E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789611" y="4404295"/>
                <a:ext cx="48960" cy="83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102C1D7-7BEF-ED05-99D3-6A59B5C9A936}"/>
                  </a:ext>
                </a:extLst>
              </p14:cNvPr>
              <p14:cNvContentPartPr/>
              <p14:nvPr/>
            </p14:nvContentPartPr>
            <p14:xfrm>
              <a:off x="3833171" y="5370895"/>
              <a:ext cx="1440" cy="118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102C1D7-7BEF-ED05-99D3-6A59B5C9A93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24171" y="5362255"/>
                <a:ext cx="190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8A32AF8-0276-4B7D-6C2A-CCFC16B18D20}"/>
                  </a:ext>
                </a:extLst>
              </p14:cNvPr>
              <p14:cNvContentPartPr/>
              <p14:nvPr/>
            </p14:nvContentPartPr>
            <p14:xfrm>
              <a:off x="3379931" y="5189815"/>
              <a:ext cx="181440" cy="1836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8A32AF8-0276-4B7D-6C2A-CCFC16B18D2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70931" y="5180815"/>
                <a:ext cx="1990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654E99C-CA58-201F-D3B6-75DFBE1CE73D}"/>
                  </a:ext>
                </a:extLst>
              </p14:cNvPr>
              <p14:cNvContentPartPr/>
              <p14:nvPr/>
            </p14:nvContentPartPr>
            <p14:xfrm>
              <a:off x="3594851" y="5320855"/>
              <a:ext cx="88920" cy="142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654E99C-CA58-201F-D3B6-75DFBE1CE73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86211" y="5311855"/>
                <a:ext cx="1065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E6D4A66-19FC-ACB7-4567-573BFF105E4B}"/>
                  </a:ext>
                </a:extLst>
              </p14:cNvPr>
              <p14:cNvContentPartPr/>
              <p14:nvPr/>
            </p14:nvContentPartPr>
            <p14:xfrm>
              <a:off x="3758291" y="5263255"/>
              <a:ext cx="157320" cy="55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E6D4A66-19FC-ACB7-4567-573BFF105E4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49291" y="5254255"/>
                <a:ext cx="1749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7369995-7476-4AA0-A9ED-13F155B246F1}"/>
                  </a:ext>
                </a:extLst>
              </p14:cNvPr>
              <p14:cNvContentPartPr/>
              <p14:nvPr/>
            </p14:nvContentPartPr>
            <p14:xfrm>
              <a:off x="3968171" y="5180455"/>
              <a:ext cx="171000" cy="1702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7369995-7476-4AA0-A9ED-13F155B246F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959171" y="5171455"/>
                <a:ext cx="1886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C7B4AA8-4ABC-9DC5-D618-97039D724FD3}"/>
                  </a:ext>
                </a:extLst>
              </p14:cNvPr>
              <p14:cNvContentPartPr/>
              <p14:nvPr/>
            </p14:nvContentPartPr>
            <p14:xfrm>
              <a:off x="4232411" y="5287375"/>
              <a:ext cx="30600" cy="1281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C7B4AA8-4ABC-9DC5-D618-97039D724FD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223411" y="5278735"/>
                <a:ext cx="48240" cy="14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CDF8AE7-3DC2-5E0C-200A-E4EDB20D4C86}"/>
              </a:ext>
            </a:extLst>
          </p:cNvPr>
          <p:cNvGrpSpPr/>
          <p:nvPr/>
        </p:nvGrpSpPr>
        <p:grpSpPr>
          <a:xfrm>
            <a:off x="1446371" y="2012095"/>
            <a:ext cx="4454280" cy="2267640"/>
            <a:chOff x="1446371" y="2012095"/>
            <a:chExt cx="4454280" cy="22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B8A2BD7-F717-BB39-1D9D-2A45A0FD3F0A}"/>
                    </a:ext>
                  </a:extLst>
                </p14:cNvPr>
                <p14:cNvContentPartPr/>
                <p14:nvPr/>
              </p14:nvContentPartPr>
              <p14:xfrm>
                <a:off x="3711491" y="3349135"/>
                <a:ext cx="123840" cy="96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B8A2BD7-F717-BB39-1D9D-2A45A0FD3F0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2851" y="3340135"/>
                  <a:ext cx="141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9B0462-998C-BC0E-5ED1-4FADC40FAFFC}"/>
                    </a:ext>
                  </a:extLst>
                </p14:cNvPr>
                <p14:cNvContentPartPr/>
                <p14:nvPr/>
              </p14:nvContentPartPr>
              <p14:xfrm>
                <a:off x="3407651" y="3406015"/>
                <a:ext cx="21600" cy="92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9B0462-998C-BC0E-5ED1-4FADC40FAFF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98651" y="3397015"/>
                  <a:ext cx="39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67C637-DAFA-7FF9-2D67-F23198027B53}"/>
                    </a:ext>
                  </a:extLst>
                </p14:cNvPr>
                <p14:cNvContentPartPr/>
                <p14:nvPr/>
              </p14:nvContentPartPr>
              <p14:xfrm>
                <a:off x="3246011" y="3308095"/>
                <a:ext cx="308880" cy="331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67C637-DAFA-7FF9-2D67-F23198027B5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37371" y="3299095"/>
                  <a:ext cx="3265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BFD6402-A243-5A2C-CD1E-03BC04CBFC7D}"/>
                    </a:ext>
                  </a:extLst>
                </p14:cNvPr>
                <p14:cNvContentPartPr/>
                <p14:nvPr/>
              </p14:nvContentPartPr>
              <p14:xfrm>
                <a:off x="3795731" y="2019655"/>
                <a:ext cx="15480" cy="49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BFD6402-A243-5A2C-CD1E-03BC04CBFC7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86731" y="2010655"/>
                  <a:ext cx="33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859917C-6CDC-200A-7A75-C666569E86E8}"/>
                    </a:ext>
                  </a:extLst>
                </p14:cNvPr>
                <p14:cNvContentPartPr/>
                <p14:nvPr/>
              </p14:nvContentPartPr>
              <p14:xfrm>
                <a:off x="3785291" y="2240335"/>
                <a:ext cx="29880" cy="938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859917C-6CDC-200A-7A75-C666569E86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776651" y="2231335"/>
                  <a:ext cx="47520" cy="9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29AF88-691F-86CA-ECDA-12CE909AFFD7}"/>
                    </a:ext>
                  </a:extLst>
                </p14:cNvPr>
                <p14:cNvContentPartPr/>
                <p14:nvPr/>
              </p14:nvContentPartPr>
              <p14:xfrm>
                <a:off x="3787091" y="3400975"/>
                <a:ext cx="31680" cy="759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29AF88-691F-86CA-ECDA-12CE909AFFD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778091" y="3392335"/>
                  <a:ext cx="4932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9FCA9F2-7A1C-1CDA-26BA-A763C3714C96}"/>
                    </a:ext>
                  </a:extLst>
                </p14:cNvPr>
                <p14:cNvContentPartPr/>
                <p14:nvPr/>
              </p14:nvContentPartPr>
              <p14:xfrm>
                <a:off x="3732371" y="2291455"/>
                <a:ext cx="95400" cy="123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9FCA9F2-7A1C-1CDA-26BA-A763C3714C9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723371" y="2282815"/>
                  <a:ext cx="11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121FE8B-25E8-8451-9532-9E78D02EF9F1}"/>
                    </a:ext>
                  </a:extLst>
                </p14:cNvPr>
                <p14:cNvContentPartPr/>
                <p14:nvPr/>
              </p14:nvContentPartPr>
              <p14:xfrm>
                <a:off x="3937931" y="2169775"/>
                <a:ext cx="147960" cy="93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121FE8B-25E8-8451-9532-9E78D02EF9F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29291" y="2161135"/>
                  <a:ext cx="165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F41DC9B-D050-F2E3-5F87-7E12E6953F13}"/>
                    </a:ext>
                  </a:extLst>
                </p14:cNvPr>
                <p14:cNvContentPartPr/>
                <p14:nvPr/>
              </p14:nvContentPartPr>
              <p14:xfrm>
                <a:off x="3878171" y="2012095"/>
                <a:ext cx="290520" cy="285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F41DC9B-D050-F2E3-5F87-7E12E6953F1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69531" y="2003095"/>
                  <a:ext cx="3081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A3429C5-6315-9414-9AF5-3B007A98DD73}"/>
                    </a:ext>
                  </a:extLst>
                </p14:cNvPr>
                <p14:cNvContentPartPr/>
                <p14:nvPr/>
              </p14:nvContentPartPr>
              <p14:xfrm>
                <a:off x="3748931" y="2353375"/>
                <a:ext cx="34200" cy="1044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A3429C5-6315-9414-9AF5-3B007A98DD7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39931" y="2344735"/>
                  <a:ext cx="518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E1B4440-37B8-B072-7986-F2B281B37972}"/>
                    </a:ext>
                  </a:extLst>
                </p14:cNvPr>
                <p14:cNvContentPartPr/>
                <p14:nvPr/>
              </p14:nvContentPartPr>
              <p14:xfrm>
                <a:off x="3693851" y="2748655"/>
                <a:ext cx="170640" cy="151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E1B4440-37B8-B072-7986-F2B281B3797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84851" y="2739655"/>
                  <a:ext cx="188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ACB197-4AAD-5F49-78B3-388400A495C0}"/>
                    </a:ext>
                  </a:extLst>
                </p14:cNvPr>
                <p14:cNvContentPartPr/>
                <p14:nvPr/>
              </p14:nvContentPartPr>
              <p14:xfrm>
                <a:off x="1446371" y="4191175"/>
                <a:ext cx="46800" cy="88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ACB197-4AAD-5F49-78B3-388400A495C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37731" y="4182535"/>
                  <a:ext cx="64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930A8AC-2B58-8C60-0BAE-11DEB56D7910}"/>
                    </a:ext>
                  </a:extLst>
                </p14:cNvPr>
                <p14:cNvContentPartPr/>
                <p14:nvPr/>
              </p14:nvContentPartPr>
              <p14:xfrm>
                <a:off x="1583531" y="3857455"/>
                <a:ext cx="92520" cy="227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930A8AC-2B58-8C60-0BAE-11DEB56D791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74891" y="3848815"/>
                  <a:ext cx="110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FC03252-4459-5FD7-70B4-8AF6204F475D}"/>
                    </a:ext>
                  </a:extLst>
                </p14:cNvPr>
                <p14:cNvContentPartPr/>
                <p14:nvPr/>
              </p14:nvContentPartPr>
              <p14:xfrm>
                <a:off x="1750931" y="3553975"/>
                <a:ext cx="164520" cy="174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FC03252-4459-5FD7-70B4-8AF6204F475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42291" y="3545335"/>
                  <a:ext cx="182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0C38AB9-E736-DA1F-4453-30F0F8465E91}"/>
                    </a:ext>
                  </a:extLst>
                </p14:cNvPr>
                <p14:cNvContentPartPr/>
                <p14:nvPr/>
              </p14:nvContentPartPr>
              <p14:xfrm>
                <a:off x="1972331" y="3449935"/>
                <a:ext cx="668520" cy="54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0C38AB9-E736-DA1F-4453-30F0F8465E9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63331" y="3441295"/>
                  <a:ext cx="686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7E91AF4-33DE-559D-21B5-D96F9A060233}"/>
                    </a:ext>
                  </a:extLst>
                </p14:cNvPr>
                <p14:cNvContentPartPr/>
                <p14:nvPr/>
              </p14:nvContentPartPr>
              <p14:xfrm>
                <a:off x="2844251" y="3431575"/>
                <a:ext cx="487080" cy="26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7E91AF4-33DE-559D-21B5-D96F9A06023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35611" y="3422575"/>
                  <a:ext cx="504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0C0F213-8E30-2C08-73D6-E0CA261FA750}"/>
                    </a:ext>
                  </a:extLst>
                </p14:cNvPr>
                <p14:cNvContentPartPr/>
                <p14:nvPr/>
              </p14:nvContentPartPr>
              <p14:xfrm>
                <a:off x="3728051" y="3417895"/>
                <a:ext cx="110160" cy="4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0C0F213-8E30-2C08-73D6-E0CA261FA75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19051" y="3409255"/>
                  <a:ext cx="127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1D3B25C-D564-0AFF-CDBC-406B125BA2F5}"/>
                    </a:ext>
                  </a:extLst>
                </p14:cNvPr>
                <p14:cNvContentPartPr/>
                <p14:nvPr/>
              </p14:nvContentPartPr>
              <p14:xfrm>
                <a:off x="3820931" y="3380095"/>
                <a:ext cx="114120" cy="32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1D3B25C-D564-0AFF-CDBC-406B125BA2F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11931" y="3371095"/>
                  <a:ext cx="131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E75398A-A0BB-263C-AD15-75022021F5EC}"/>
                    </a:ext>
                  </a:extLst>
                </p14:cNvPr>
                <p14:cNvContentPartPr/>
                <p14:nvPr/>
              </p14:nvContentPartPr>
              <p14:xfrm>
                <a:off x="4131971" y="2747215"/>
                <a:ext cx="491760" cy="537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E75398A-A0BB-263C-AD15-75022021F5E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23331" y="2738575"/>
                  <a:ext cx="50940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8F24776-CDA5-A23A-0549-239F5AC3458D}"/>
                    </a:ext>
                  </a:extLst>
                </p14:cNvPr>
                <p14:cNvContentPartPr/>
                <p14:nvPr/>
              </p14:nvContentPartPr>
              <p14:xfrm>
                <a:off x="4587731" y="2918215"/>
                <a:ext cx="40320" cy="206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8F24776-CDA5-A23A-0549-239F5AC3458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79091" y="2909575"/>
                  <a:ext cx="57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E5093C6-958E-F488-1E33-48AA6D83356A}"/>
                    </a:ext>
                  </a:extLst>
                </p14:cNvPr>
                <p14:cNvContentPartPr/>
                <p14:nvPr/>
              </p14:nvContentPartPr>
              <p14:xfrm>
                <a:off x="4572611" y="2920375"/>
                <a:ext cx="165960" cy="120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E5093C6-958E-F488-1E33-48AA6D8335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563971" y="2911375"/>
                  <a:ext cx="1836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E2ECE51-746E-83EB-9FBD-F83374A9D909}"/>
                    </a:ext>
                  </a:extLst>
                </p14:cNvPr>
                <p14:cNvContentPartPr/>
                <p14:nvPr/>
              </p14:nvContentPartPr>
              <p14:xfrm>
                <a:off x="4685651" y="2952055"/>
                <a:ext cx="245520" cy="180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E2ECE51-746E-83EB-9FBD-F83374A9D90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677011" y="2943415"/>
                  <a:ext cx="263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67DB8A2-08A6-26BB-7F3F-0A2815018DDB}"/>
                    </a:ext>
                  </a:extLst>
                </p14:cNvPr>
                <p14:cNvContentPartPr/>
                <p14:nvPr/>
              </p14:nvContentPartPr>
              <p14:xfrm>
                <a:off x="4992011" y="2927215"/>
                <a:ext cx="160200" cy="133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67DB8A2-08A6-26BB-7F3F-0A2815018DD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83371" y="2918215"/>
                  <a:ext cx="177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3FC304B-2D1B-CE65-CE09-8EBE97E7EFB7}"/>
                    </a:ext>
                  </a:extLst>
                </p14:cNvPr>
                <p14:cNvContentPartPr/>
                <p14:nvPr/>
              </p14:nvContentPartPr>
              <p14:xfrm>
                <a:off x="5223491" y="2914255"/>
                <a:ext cx="12240" cy="117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3FC304B-2D1B-CE65-CE09-8EBE97E7EFB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14851" y="2905615"/>
                  <a:ext cx="29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21AF111-8F41-51C3-546E-234C1C48E766}"/>
                    </a:ext>
                  </a:extLst>
                </p14:cNvPr>
                <p14:cNvContentPartPr/>
                <p14:nvPr/>
              </p14:nvContentPartPr>
              <p14:xfrm>
                <a:off x="5371091" y="2882215"/>
                <a:ext cx="244440" cy="156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21AF111-8F41-51C3-546E-234C1C48E76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62091" y="2873215"/>
                  <a:ext cx="262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1F32655-36DA-2CAA-E7D8-9E0DEF6C4562}"/>
                    </a:ext>
                  </a:extLst>
                </p14:cNvPr>
                <p14:cNvContentPartPr/>
                <p14:nvPr/>
              </p14:nvContentPartPr>
              <p14:xfrm>
                <a:off x="5577011" y="2826415"/>
                <a:ext cx="126000" cy="108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1F32655-36DA-2CAA-E7D8-9E0DEF6C456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68371" y="2817775"/>
                  <a:ext cx="143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FB5538E-C703-05D4-7630-893EEA6BD7B2}"/>
                    </a:ext>
                  </a:extLst>
                </p14:cNvPr>
                <p14:cNvContentPartPr/>
                <p14:nvPr/>
              </p14:nvContentPartPr>
              <p14:xfrm>
                <a:off x="5721011" y="2916415"/>
                <a:ext cx="179640" cy="80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FB5538E-C703-05D4-7630-893EEA6BD7B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12371" y="2907415"/>
                  <a:ext cx="1972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5C0CB7E-5908-59A9-0EE7-6F6C50900978}"/>
                    </a:ext>
                  </a:extLst>
                </p14:cNvPr>
                <p14:cNvContentPartPr/>
                <p14:nvPr/>
              </p14:nvContentPartPr>
              <p14:xfrm>
                <a:off x="1766411" y="3251215"/>
                <a:ext cx="70560" cy="113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5C0CB7E-5908-59A9-0EE7-6F6C5090097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757411" y="3242215"/>
                  <a:ext cx="88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5A3874B-C746-1F62-2C6A-4C371412C428}"/>
                    </a:ext>
                  </a:extLst>
                </p14:cNvPr>
                <p14:cNvContentPartPr/>
                <p14:nvPr/>
              </p14:nvContentPartPr>
              <p14:xfrm>
                <a:off x="1917611" y="2864575"/>
                <a:ext cx="242280" cy="264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5A3874B-C746-1F62-2C6A-4C371412C4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08971" y="2855935"/>
                  <a:ext cx="259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DC4BA50-C0C9-5CC3-0596-D8E1A2DA623E}"/>
                    </a:ext>
                  </a:extLst>
                </p14:cNvPr>
                <p14:cNvContentPartPr/>
                <p14:nvPr/>
              </p14:nvContentPartPr>
              <p14:xfrm>
                <a:off x="2276531" y="2774215"/>
                <a:ext cx="297360" cy="31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DC4BA50-C0C9-5CC3-0596-D8E1A2DA623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67531" y="2765575"/>
                  <a:ext cx="315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25741FF-6D9C-D17B-8366-3B4C8BB062A2}"/>
                    </a:ext>
                  </a:extLst>
                </p14:cNvPr>
                <p14:cNvContentPartPr/>
                <p14:nvPr/>
              </p14:nvContentPartPr>
              <p14:xfrm>
                <a:off x="2676851" y="2754415"/>
                <a:ext cx="326520" cy="12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25741FF-6D9C-D17B-8366-3B4C8BB062A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67851" y="2745775"/>
                  <a:ext cx="344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4964650-CBF6-1208-BFDC-29A322A9D2BD}"/>
                    </a:ext>
                  </a:extLst>
                </p14:cNvPr>
                <p14:cNvContentPartPr/>
                <p14:nvPr/>
              </p14:nvContentPartPr>
              <p14:xfrm>
                <a:off x="3077171" y="2759095"/>
                <a:ext cx="146880" cy="8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4964650-CBF6-1208-BFDC-29A322A9D2B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68531" y="2750095"/>
                  <a:ext cx="164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5EAADEB-A417-BC8D-E54C-7253EF70E6AC}"/>
                    </a:ext>
                  </a:extLst>
                </p14:cNvPr>
                <p14:cNvContentPartPr/>
                <p14:nvPr/>
              </p14:nvContentPartPr>
              <p14:xfrm>
                <a:off x="3181571" y="2773135"/>
                <a:ext cx="52920" cy="9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5EAADEB-A417-BC8D-E54C-7253EF70E6A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72931" y="2764135"/>
                  <a:ext cx="70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59BB9E1-EC66-87F6-B2EB-32A3EDB23489}"/>
                    </a:ext>
                  </a:extLst>
                </p14:cNvPr>
                <p14:cNvContentPartPr/>
                <p14:nvPr/>
              </p14:nvContentPartPr>
              <p14:xfrm>
                <a:off x="3383531" y="2550655"/>
                <a:ext cx="268200" cy="161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59BB9E1-EC66-87F6-B2EB-32A3EDB2348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74891" y="2542015"/>
                  <a:ext cx="285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B012222-9ACD-AB5E-2D84-A4DE40729B1E}"/>
                    </a:ext>
                  </a:extLst>
                </p14:cNvPr>
                <p14:cNvContentPartPr/>
                <p14:nvPr/>
              </p14:nvContentPartPr>
              <p14:xfrm>
                <a:off x="3711131" y="2059255"/>
                <a:ext cx="341280" cy="426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B012222-9ACD-AB5E-2D84-A4DE40729B1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702131" y="2050255"/>
                  <a:ext cx="358920" cy="44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E5058EF-4514-995B-EE04-B2395F0B64F5}"/>
              </a:ext>
            </a:extLst>
          </p:cNvPr>
          <p:cNvGrpSpPr/>
          <p:nvPr/>
        </p:nvGrpSpPr>
        <p:grpSpPr>
          <a:xfrm>
            <a:off x="4173011" y="1591615"/>
            <a:ext cx="1415160" cy="302040"/>
            <a:chOff x="4173011" y="1591615"/>
            <a:chExt cx="141516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2E5A223-F5B1-028C-2883-614574852EAD}"/>
                    </a:ext>
                  </a:extLst>
                </p14:cNvPr>
                <p14:cNvContentPartPr/>
                <p14:nvPr/>
              </p14:nvContentPartPr>
              <p14:xfrm>
                <a:off x="4173011" y="1786015"/>
                <a:ext cx="56880" cy="107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2E5A223-F5B1-028C-2883-614574852EA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164011" y="1777375"/>
                  <a:ext cx="74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120FAD4-D694-802A-5BF3-6521FEFEA993}"/>
                    </a:ext>
                  </a:extLst>
                </p14:cNvPr>
                <p14:cNvContentPartPr/>
                <p14:nvPr/>
              </p14:nvContentPartPr>
              <p14:xfrm>
                <a:off x="4359491" y="1710055"/>
                <a:ext cx="27000" cy="158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120FAD4-D694-802A-5BF3-6521FEFEA99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350851" y="1701415"/>
                  <a:ext cx="446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3F87F6C-BF76-8FA3-E656-B024BFB538AD}"/>
                    </a:ext>
                  </a:extLst>
                </p14:cNvPr>
                <p14:cNvContentPartPr/>
                <p14:nvPr/>
              </p14:nvContentPartPr>
              <p14:xfrm>
                <a:off x="4334291" y="1655335"/>
                <a:ext cx="165960" cy="108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3F87F6C-BF76-8FA3-E656-B024BFB538A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25651" y="1646335"/>
                  <a:ext cx="183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781742-0ADF-05A2-1AE3-1AB8F55FDB21}"/>
                    </a:ext>
                  </a:extLst>
                </p14:cNvPr>
                <p14:cNvContentPartPr/>
                <p14:nvPr/>
              </p14:nvContentPartPr>
              <p14:xfrm>
                <a:off x="4464611" y="1733095"/>
                <a:ext cx="346320" cy="148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781742-0ADF-05A2-1AE3-1AB8F55FDB2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55611" y="1724095"/>
                  <a:ext cx="363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F79D5D7-9EBB-8622-ED35-019FC7CA2F8F}"/>
                    </a:ext>
                  </a:extLst>
                </p14:cNvPr>
                <p14:cNvContentPartPr/>
                <p14:nvPr/>
              </p14:nvContentPartPr>
              <p14:xfrm>
                <a:off x="4881491" y="1675135"/>
                <a:ext cx="121680" cy="137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F79D5D7-9EBB-8622-ED35-019FC7CA2F8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872851" y="1666495"/>
                  <a:ext cx="139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8C25CC1-B1BA-A63A-AD5A-8B4B082B22E6}"/>
                    </a:ext>
                  </a:extLst>
                </p14:cNvPr>
                <p14:cNvContentPartPr/>
                <p14:nvPr/>
              </p14:nvContentPartPr>
              <p14:xfrm>
                <a:off x="5057531" y="1639855"/>
                <a:ext cx="194040" cy="161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8C25CC1-B1BA-A63A-AD5A-8B4B082B22E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48891" y="1631215"/>
                  <a:ext cx="211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1723C05-5F38-8216-7381-9CA2A02D1978}"/>
                    </a:ext>
                  </a:extLst>
                </p14:cNvPr>
                <p14:cNvContentPartPr/>
                <p14:nvPr/>
              </p14:nvContentPartPr>
              <p14:xfrm>
                <a:off x="5309891" y="1638775"/>
                <a:ext cx="10080" cy="140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1723C05-5F38-8216-7381-9CA2A02D197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301251" y="1630135"/>
                  <a:ext cx="27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CF8E91D-9C55-52AE-5DEA-87700D526D9F}"/>
                    </a:ext>
                  </a:extLst>
                </p14:cNvPr>
                <p14:cNvContentPartPr/>
                <p14:nvPr/>
              </p14:nvContentPartPr>
              <p14:xfrm>
                <a:off x="5305931" y="1591615"/>
                <a:ext cx="282240" cy="211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CF8E91D-9C55-52AE-5DEA-87700D526D9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97291" y="1582975"/>
                  <a:ext cx="29988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D0AF613-E616-774B-237A-F987A20C79BD}"/>
              </a:ext>
            </a:extLst>
          </p:cNvPr>
          <p:cNvGrpSpPr/>
          <p:nvPr/>
        </p:nvGrpSpPr>
        <p:grpSpPr>
          <a:xfrm>
            <a:off x="6685451" y="652375"/>
            <a:ext cx="1448640" cy="1057320"/>
            <a:chOff x="6685451" y="652375"/>
            <a:chExt cx="1448640" cy="10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FEEC5F-D0AD-D490-15B9-72A75B056505}"/>
                    </a:ext>
                  </a:extLst>
                </p14:cNvPr>
                <p14:cNvContentPartPr/>
                <p14:nvPr/>
              </p14:nvContentPartPr>
              <p14:xfrm>
                <a:off x="6779771" y="736255"/>
                <a:ext cx="142920" cy="234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FEEC5F-D0AD-D490-15B9-72A75B05650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71131" y="727255"/>
                  <a:ext cx="160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BBAB17F-2F0F-F748-F72C-10B9325D84B7}"/>
                    </a:ext>
                  </a:extLst>
                </p14:cNvPr>
                <p14:cNvContentPartPr/>
                <p14:nvPr/>
              </p14:nvContentPartPr>
              <p14:xfrm>
                <a:off x="6787331" y="721495"/>
                <a:ext cx="686880" cy="203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BBAB17F-2F0F-F748-F72C-10B9325D84B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78331" y="712855"/>
                  <a:ext cx="704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4B8DA7-245D-863F-3491-01767A7DE088}"/>
                    </a:ext>
                  </a:extLst>
                </p14:cNvPr>
                <p14:cNvContentPartPr/>
                <p14:nvPr/>
              </p14:nvContentPartPr>
              <p14:xfrm>
                <a:off x="7503371" y="652375"/>
                <a:ext cx="13680" cy="2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4B8DA7-245D-863F-3491-01767A7DE0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494371" y="643735"/>
                  <a:ext cx="31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185B018-8A3D-30CB-940C-A85EA5513AFB}"/>
                    </a:ext>
                  </a:extLst>
                </p14:cNvPr>
                <p14:cNvContentPartPr/>
                <p14:nvPr/>
              </p14:nvContentPartPr>
              <p14:xfrm>
                <a:off x="7546211" y="744895"/>
                <a:ext cx="124560" cy="32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185B018-8A3D-30CB-940C-A85EA5513AF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37571" y="735895"/>
                  <a:ext cx="142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6D226B0-F184-B7C9-C11E-DEDF9AD4662D}"/>
                    </a:ext>
                  </a:extLst>
                </p14:cNvPr>
                <p14:cNvContentPartPr/>
                <p14:nvPr/>
              </p14:nvContentPartPr>
              <p14:xfrm>
                <a:off x="7777331" y="665335"/>
                <a:ext cx="276840" cy="308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6D226B0-F184-B7C9-C11E-DEDF9AD466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768691" y="656695"/>
                  <a:ext cx="2944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CF1B37D-7574-E1DD-268D-A409E1F5A094}"/>
                    </a:ext>
                  </a:extLst>
                </p14:cNvPr>
                <p14:cNvContentPartPr/>
                <p14:nvPr/>
              </p14:nvContentPartPr>
              <p14:xfrm>
                <a:off x="7908011" y="825895"/>
                <a:ext cx="226080" cy="58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CF1B37D-7574-E1DD-268D-A409E1F5A0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899371" y="817255"/>
                  <a:ext cx="243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D5A06AE-E6E4-0E9A-5B0A-D9D491986E3A}"/>
                    </a:ext>
                  </a:extLst>
                </p14:cNvPr>
                <p14:cNvContentPartPr/>
                <p14:nvPr/>
              </p14:nvContentPartPr>
              <p14:xfrm>
                <a:off x="6735491" y="1251055"/>
                <a:ext cx="160200" cy="147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D5A06AE-E6E4-0E9A-5B0A-D9D491986E3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26851" y="1242055"/>
                  <a:ext cx="177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7603DE6-09B6-5E15-A5B9-14344A7EB6ED}"/>
                    </a:ext>
                  </a:extLst>
                </p14:cNvPr>
                <p14:cNvContentPartPr/>
                <p14:nvPr/>
              </p14:nvContentPartPr>
              <p14:xfrm>
                <a:off x="6959051" y="1333855"/>
                <a:ext cx="129600" cy="114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7603DE6-09B6-5E15-A5B9-14344A7EB6E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950051" y="1324855"/>
                  <a:ext cx="147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F218AEE-DE39-512F-26CB-DE51D5A93E36}"/>
                    </a:ext>
                  </a:extLst>
                </p14:cNvPr>
                <p14:cNvContentPartPr/>
                <p14:nvPr/>
              </p14:nvContentPartPr>
              <p14:xfrm>
                <a:off x="7243451" y="1282735"/>
                <a:ext cx="150840" cy="44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F218AEE-DE39-512F-26CB-DE51D5A93E3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234451" y="1274095"/>
                  <a:ext cx="168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C4D003F-C7E6-F9B3-EF18-3DFF3673B482}"/>
                    </a:ext>
                  </a:extLst>
                </p14:cNvPr>
                <p14:cNvContentPartPr/>
                <p14:nvPr/>
              </p14:nvContentPartPr>
              <p14:xfrm>
                <a:off x="7501211" y="1181215"/>
                <a:ext cx="162720" cy="180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C4D003F-C7E6-F9B3-EF18-3DFF3673B48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92211" y="1172575"/>
                  <a:ext cx="1803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70BCAC5-B891-E251-92D5-5A023B17B294}"/>
                    </a:ext>
                  </a:extLst>
                </p14:cNvPr>
                <p14:cNvContentPartPr/>
                <p14:nvPr/>
              </p14:nvContentPartPr>
              <p14:xfrm>
                <a:off x="7726931" y="1316215"/>
                <a:ext cx="12600" cy="106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70BCAC5-B891-E251-92D5-5A023B17B29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717931" y="1307575"/>
                  <a:ext cx="30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461784-F2AF-1E73-5F7B-6D09DC291A7C}"/>
                    </a:ext>
                  </a:extLst>
                </p14:cNvPr>
                <p14:cNvContentPartPr/>
                <p14:nvPr/>
              </p14:nvContentPartPr>
              <p14:xfrm>
                <a:off x="6685451" y="958735"/>
                <a:ext cx="1299240" cy="750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461784-F2AF-1E73-5F7B-6D09DC291A7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676451" y="949735"/>
                  <a:ext cx="1316880" cy="76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883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20ADBFC-961F-7FB0-FA60-597A5F5D080A}"/>
              </a:ext>
            </a:extLst>
          </p:cNvPr>
          <p:cNvGrpSpPr/>
          <p:nvPr/>
        </p:nvGrpSpPr>
        <p:grpSpPr>
          <a:xfrm>
            <a:off x="252971" y="247735"/>
            <a:ext cx="336600" cy="554400"/>
            <a:chOff x="252971" y="247735"/>
            <a:chExt cx="336600" cy="55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AFEAB27-9CAD-A0FC-19C4-EEFE088D91EB}"/>
                    </a:ext>
                  </a:extLst>
                </p14:cNvPr>
                <p14:cNvContentPartPr/>
                <p14:nvPr/>
              </p14:nvContentPartPr>
              <p14:xfrm>
                <a:off x="252971" y="343495"/>
                <a:ext cx="155880" cy="244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AFEAB27-9CAD-A0FC-19C4-EEFE088D91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971" y="334495"/>
                  <a:ext cx="1735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B91041-E56B-D332-94AE-43357FE94219}"/>
                    </a:ext>
                  </a:extLst>
                </p14:cNvPr>
                <p14:cNvContentPartPr/>
                <p14:nvPr/>
              </p14:nvContentPartPr>
              <p14:xfrm>
                <a:off x="319571" y="247735"/>
                <a:ext cx="270000" cy="554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B91041-E56B-D332-94AE-43357FE9421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0931" y="238735"/>
                  <a:ext cx="287640" cy="57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2EB0DA-48A0-9007-C353-F2ADBCDBA87F}"/>
              </a:ext>
            </a:extLst>
          </p:cNvPr>
          <p:cNvGrpSpPr/>
          <p:nvPr/>
        </p:nvGrpSpPr>
        <p:grpSpPr>
          <a:xfrm>
            <a:off x="946331" y="378055"/>
            <a:ext cx="791640" cy="231480"/>
            <a:chOff x="946331" y="378055"/>
            <a:chExt cx="79164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7950D3-6C2D-E1A9-6F11-F917C9566527}"/>
                    </a:ext>
                  </a:extLst>
                </p14:cNvPr>
                <p14:cNvContentPartPr/>
                <p14:nvPr/>
              </p14:nvContentPartPr>
              <p14:xfrm>
                <a:off x="946331" y="378055"/>
                <a:ext cx="217800" cy="231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7950D3-6C2D-E1A9-6F11-F917C95665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7691" y="369055"/>
                  <a:ext cx="235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C3C38B-423E-00E8-2FEA-6BD31C20B8DE}"/>
                    </a:ext>
                  </a:extLst>
                </p14:cNvPr>
                <p14:cNvContentPartPr/>
                <p14:nvPr/>
              </p14:nvContentPartPr>
              <p14:xfrm>
                <a:off x="1241531" y="384175"/>
                <a:ext cx="17280" cy="178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C3C38B-423E-00E8-2FEA-6BD31C20B8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32891" y="375175"/>
                  <a:ext cx="34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01A08D4-CEFF-404D-8E06-55ED51F1D61D}"/>
                    </a:ext>
                  </a:extLst>
                </p14:cNvPr>
                <p14:cNvContentPartPr/>
                <p14:nvPr/>
              </p14:nvContentPartPr>
              <p14:xfrm>
                <a:off x="1153691" y="473095"/>
                <a:ext cx="344160" cy="93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01A08D4-CEFF-404D-8E06-55ED51F1D61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5051" y="464095"/>
                  <a:ext cx="361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F34FB42-EAD2-853B-4C09-F6DDAAD1563C}"/>
                    </a:ext>
                  </a:extLst>
                </p14:cNvPr>
                <p14:cNvContentPartPr/>
                <p14:nvPr/>
              </p14:nvContentPartPr>
              <p14:xfrm>
                <a:off x="1494251" y="388855"/>
                <a:ext cx="243720" cy="15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F34FB42-EAD2-853B-4C09-F6DDAAD156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85611" y="379855"/>
                  <a:ext cx="2613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FD16E9-A134-3F6C-2DC8-3EC6AFFC6424}"/>
              </a:ext>
            </a:extLst>
          </p:cNvPr>
          <p:cNvGrpSpPr/>
          <p:nvPr/>
        </p:nvGrpSpPr>
        <p:grpSpPr>
          <a:xfrm>
            <a:off x="2021291" y="343135"/>
            <a:ext cx="290160" cy="203760"/>
            <a:chOff x="2021291" y="343135"/>
            <a:chExt cx="29016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2E9B65-1559-214F-A006-D6F780F633DF}"/>
                    </a:ext>
                  </a:extLst>
                </p14:cNvPr>
                <p14:cNvContentPartPr/>
                <p14:nvPr/>
              </p14:nvContentPartPr>
              <p14:xfrm>
                <a:off x="2021291" y="343135"/>
                <a:ext cx="261720" cy="203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2E9B65-1559-214F-A006-D6F780F633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12651" y="334135"/>
                  <a:ext cx="279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61779AB-9C5C-49FF-7E43-624F4BA69C22}"/>
                    </a:ext>
                  </a:extLst>
                </p14:cNvPr>
                <p14:cNvContentPartPr/>
                <p14:nvPr/>
              </p14:nvContentPartPr>
              <p14:xfrm>
                <a:off x="2287691" y="450055"/>
                <a:ext cx="23760" cy="3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61779AB-9C5C-49FF-7E43-624F4BA69C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78691" y="441415"/>
                  <a:ext cx="414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D1BC222-28A6-B26D-08A3-ECAF79690285}"/>
              </a:ext>
            </a:extLst>
          </p:cNvPr>
          <p:cNvGrpSpPr/>
          <p:nvPr/>
        </p:nvGrpSpPr>
        <p:grpSpPr>
          <a:xfrm>
            <a:off x="2615291" y="221455"/>
            <a:ext cx="1885680" cy="294480"/>
            <a:chOff x="2615291" y="221455"/>
            <a:chExt cx="188568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EC20F39-6F87-87AF-0F27-012F67DA420E}"/>
                    </a:ext>
                  </a:extLst>
                </p14:cNvPr>
                <p14:cNvContentPartPr/>
                <p14:nvPr/>
              </p14:nvContentPartPr>
              <p14:xfrm>
                <a:off x="2690891" y="282655"/>
                <a:ext cx="43920" cy="219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EC20F39-6F87-87AF-0F27-012F67DA42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81891" y="273655"/>
                  <a:ext cx="61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82FD2E-33C8-FDAF-01C0-AA4FCDE025A3}"/>
                    </a:ext>
                  </a:extLst>
                </p14:cNvPr>
                <p14:cNvContentPartPr/>
                <p14:nvPr/>
              </p14:nvContentPartPr>
              <p14:xfrm>
                <a:off x="2615291" y="267175"/>
                <a:ext cx="315720" cy="246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82FD2E-33C8-FDAF-01C0-AA4FCDE025A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06291" y="258535"/>
                  <a:ext cx="333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E03C6F-1D5C-50EA-54E7-F7AC20572C08}"/>
                    </a:ext>
                  </a:extLst>
                </p14:cNvPr>
                <p14:cNvContentPartPr/>
                <p14:nvPr/>
              </p14:nvContentPartPr>
              <p14:xfrm>
                <a:off x="3092291" y="367255"/>
                <a:ext cx="95040" cy="83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E03C6F-1D5C-50EA-54E7-F7AC20572C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83651" y="358255"/>
                  <a:ext cx="112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1E9638-23D4-C730-E721-2E98B3164D47}"/>
                    </a:ext>
                  </a:extLst>
                </p14:cNvPr>
                <p14:cNvContentPartPr/>
                <p14:nvPr/>
              </p14:nvContentPartPr>
              <p14:xfrm>
                <a:off x="3336371" y="313975"/>
                <a:ext cx="308520" cy="156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1E9638-23D4-C730-E721-2E98B3164D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7371" y="304975"/>
                  <a:ext cx="326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8D7DF6-83EC-CEDE-5E34-17BAA613CD1B}"/>
                    </a:ext>
                  </a:extLst>
                </p14:cNvPr>
                <p14:cNvContentPartPr/>
                <p14:nvPr/>
              </p14:nvContentPartPr>
              <p14:xfrm>
                <a:off x="3751451" y="288415"/>
                <a:ext cx="8640" cy="153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8D7DF6-83EC-CEDE-5E34-17BAA613CD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451" y="279775"/>
                  <a:ext cx="26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54F9C0-F949-8EF3-1EC0-FBFE119BC8F5}"/>
                    </a:ext>
                  </a:extLst>
                </p14:cNvPr>
                <p14:cNvContentPartPr/>
                <p14:nvPr/>
              </p14:nvContentPartPr>
              <p14:xfrm>
                <a:off x="3910571" y="254215"/>
                <a:ext cx="191880" cy="226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54F9C0-F949-8EF3-1EC0-FBFE119BC8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1931" y="245215"/>
                  <a:ext cx="209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5C1D82-DD10-E9A1-FDC6-D35713E7340C}"/>
                    </a:ext>
                  </a:extLst>
                </p14:cNvPr>
                <p14:cNvContentPartPr/>
                <p14:nvPr/>
              </p14:nvContentPartPr>
              <p14:xfrm>
                <a:off x="4133051" y="221455"/>
                <a:ext cx="180000" cy="213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5C1D82-DD10-E9A1-FDC6-D35713E734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24051" y="212455"/>
                  <a:ext cx="197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E4A858-7D97-298C-6926-3CC66FB6FCD2}"/>
                    </a:ext>
                  </a:extLst>
                </p14:cNvPr>
                <p14:cNvContentPartPr/>
                <p14:nvPr/>
              </p14:nvContentPartPr>
              <p14:xfrm>
                <a:off x="4301171" y="360775"/>
                <a:ext cx="199800" cy="155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E4A858-7D97-298C-6926-3CC66FB6FC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92171" y="352135"/>
                  <a:ext cx="21744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F439C2-41C6-0DD2-1D8A-796DCF957A2C}"/>
              </a:ext>
            </a:extLst>
          </p:cNvPr>
          <p:cNvGrpSpPr/>
          <p:nvPr/>
        </p:nvGrpSpPr>
        <p:grpSpPr>
          <a:xfrm>
            <a:off x="2628251" y="896455"/>
            <a:ext cx="594000" cy="206640"/>
            <a:chOff x="2628251" y="896455"/>
            <a:chExt cx="59400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E0FEB3-428D-52F8-A2BB-98E3BE4D60ED}"/>
                    </a:ext>
                  </a:extLst>
                </p14:cNvPr>
                <p14:cNvContentPartPr/>
                <p14:nvPr/>
              </p14:nvContentPartPr>
              <p14:xfrm>
                <a:off x="2643011" y="909055"/>
                <a:ext cx="155520" cy="160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E0FEB3-428D-52F8-A2BB-98E3BE4D60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34011" y="900055"/>
                  <a:ext cx="173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D4EB5FA-131B-9903-6710-02A4500937F3}"/>
                    </a:ext>
                  </a:extLst>
                </p14:cNvPr>
                <p14:cNvContentPartPr/>
                <p14:nvPr/>
              </p14:nvContentPartPr>
              <p14:xfrm>
                <a:off x="2628251" y="896455"/>
                <a:ext cx="302760" cy="206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D4EB5FA-131B-9903-6710-02A4500937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19251" y="887815"/>
                  <a:ext cx="320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47AAC8-0B74-24C3-9A55-926F690DAE8D}"/>
                    </a:ext>
                  </a:extLst>
                </p14:cNvPr>
                <p14:cNvContentPartPr/>
                <p14:nvPr/>
              </p14:nvContentPartPr>
              <p14:xfrm>
                <a:off x="3095891" y="963775"/>
                <a:ext cx="126360" cy="7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47AAC8-0B74-24C3-9A55-926F690DAE8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86891" y="954775"/>
                  <a:ext cx="14400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071C62A-72EB-E3F5-2A37-8FEDE0CCA4C4}"/>
                  </a:ext>
                </a:extLst>
              </p14:cNvPr>
              <p14:cNvContentPartPr/>
              <p14:nvPr/>
            </p14:nvContentPartPr>
            <p14:xfrm>
              <a:off x="3454091" y="849295"/>
              <a:ext cx="30240" cy="263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071C62A-72EB-E3F5-2A37-8FEDE0CCA4C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45451" y="840655"/>
                <a:ext cx="4788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F75DD-3434-F3DD-DC70-63037F70DDA1}"/>
              </a:ext>
            </a:extLst>
          </p:cNvPr>
          <p:cNvGrpSpPr/>
          <p:nvPr/>
        </p:nvGrpSpPr>
        <p:grpSpPr>
          <a:xfrm>
            <a:off x="797291" y="2020375"/>
            <a:ext cx="804960" cy="292320"/>
            <a:chOff x="797291" y="2020375"/>
            <a:chExt cx="80496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B58588E-9968-B900-8BE7-D9B1BB616532}"/>
                    </a:ext>
                  </a:extLst>
                </p14:cNvPr>
                <p14:cNvContentPartPr/>
                <p14:nvPr/>
              </p14:nvContentPartPr>
              <p14:xfrm>
                <a:off x="797291" y="2020375"/>
                <a:ext cx="254520" cy="29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B58588E-9968-B900-8BE7-D9B1BB61653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8651" y="2011735"/>
                  <a:ext cx="272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FC1968D-0D2C-3B85-EB70-F8B11EFC0944}"/>
                    </a:ext>
                  </a:extLst>
                </p14:cNvPr>
                <p14:cNvContentPartPr/>
                <p14:nvPr/>
              </p14:nvContentPartPr>
              <p14:xfrm>
                <a:off x="1078091" y="2031175"/>
                <a:ext cx="46440" cy="249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FC1968D-0D2C-3B85-EB70-F8B11EFC09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9451" y="2022535"/>
                  <a:ext cx="64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B7846B-6003-AE0F-73E6-58FBD9A2B85C}"/>
                    </a:ext>
                  </a:extLst>
                </p14:cNvPr>
                <p14:cNvContentPartPr/>
                <p14:nvPr/>
              </p14:nvContentPartPr>
              <p14:xfrm>
                <a:off x="1037411" y="2092375"/>
                <a:ext cx="564840" cy="177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B7846B-6003-AE0F-73E6-58FBD9A2B85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8411" y="2083735"/>
                  <a:ext cx="582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86AC4D-5FB8-DE52-801F-54FA7B8143E0}"/>
                    </a:ext>
                  </a:extLst>
                </p14:cNvPr>
                <p14:cNvContentPartPr/>
                <p14:nvPr/>
              </p14:nvContentPartPr>
              <p14:xfrm>
                <a:off x="1401011" y="2123335"/>
                <a:ext cx="183600" cy="20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86AC4D-5FB8-DE52-801F-54FA7B8143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92011" y="2114695"/>
                  <a:ext cx="20124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8D0DF08-2907-6E33-459B-F851B41E0A4F}"/>
              </a:ext>
            </a:extLst>
          </p:cNvPr>
          <p:cNvGrpSpPr/>
          <p:nvPr/>
        </p:nvGrpSpPr>
        <p:grpSpPr>
          <a:xfrm>
            <a:off x="2540771" y="2668015"/>
            <a:ext cx="1130400" cy="314640"/>
            <a:chOff x="2540771" y="2668015"/>
            <a:chExt cx="113040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501933-DCF7-5141-69ED-BD5118F957F1}"/>
                    </a:ext>
                  </a:extLst>
                </p14:cNvPr>
                <p14:cNvContentPartPr/>
                <p14:nvPr/>
              </p14:nvContentPartPr>
              <p14:xfrm>
                <a:off x="2540771" y="2689615"/>
                <a:ext cx="189720" cy="210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501933-DCF7-5141-69ED-BD5118F957F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2131" y="2680615"/>
                  <a:ext cx="207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19E400-DF59-2ABB-D456-37A7F194BE1A}"/>
                    </a:ext>
                  </a:extLst>
                </p14:cNvPr>
                <p14:cNvContentPartPr/>
                <p14:nvPr/>
              </p14:nvContentPartPr>
              <p14:xfrm>
                <a:off x="2760371" y="2842975"/>
                <a:ext cx="173160" cy="139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19E400-DF59-2ABB-D456-37A7F194BE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51371" y="2834335"/>
                  <a:ext cx="1908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119AED-F958-84F5-58FC-0B49E008AF92}"/>
                    </a:ext>
                  </a:extLst>
                </p14:cNvPr>
                <p14:cNvContentPartPr/>
                <p14:nvPr/>
              </p14:nvContentPartPr>
              <p14:xfrm>
                <a:off x="3021731" y="2767735"/>
                <a:ext cx="203400" cy="66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2119AED-F958-84F5-58FC-0B49E008AF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13091" y="2758735"/>
                  <a:ext cx="221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7A454B3-C392-5921-EBDC-8EBD10B4F11E}"/>
                    </a:ext>
                  </a:extLst>
                </p14:cNvPr>
                <p14:cNvContentPartPr/>
                <p14:nvPr/>
              </p14:nvContentPartPr>
              <p14:xfrm>
                <a:off x="3352931" y="2668015"/>
                <a:ext cx="187920" cy="219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7A454B3-C392-5921-EBDC-8EBD10B4F1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44291" y="2659015"/>
                  <a:ext cx="2055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5BEDEB7-1BD8-CC0B-BBF6-8489508D5990}"/>
                    </a:ext>
                  </a:extLst>
                </p14:cNvPr>
                <p14:cNvContentPartPr/>
                <p14:nvPr/>
              </p14:nvContentPartPr>
              <p14:xfrm>
                <a:off x="3641651" y="2862775"/>
                <a:ext cx="29520" cy="111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5BEDEB7-1BD8-CC0B-BBF6-8489508D599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32651" y="2854135"/>
                  <a:ext cx="471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FF9326C-857A-5956-A716-DE1A2930DE3A}"/>
              </a:ext>
            </a:extLst>
          </p:cNvPr>
          <p:cNvGrpSpPr/>
          <p:nvPr/>
        </p:nvGrpSpPr>
        <p:grpSpPr>
          <a:xfrm>
            <a:off x="4693931" y="139015"/>
            <a:ext cx="2067120" cy="974880"/>
            <a:chOff x="4693931" y="139015"/>
            <a:chExt cx="2067120" cy="97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6F9FE25-740A-D0B4-651F-99E041285D1F}"/>
                    </a:ext>
                  </a:extLst>
                </p14:cNvPr>
                <p14:cNvContentPartPr/>
                <p14:nvPr/>
              </p14:nvContentPartPr>
              <p14:xfrm>
                <a:off x="4693931" y="139015"/>
                <a:ext cx="237600" cy="974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6F9FE25-740A-D0B4-651F-99E041285D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85291" y="130375"/>
                  <a:ext cx="255240" cy="9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76A710-C48F-92D7-BC0B-D487975CF626}"/>
                    </a:ext>
                  </a:extLst>
                </p14:cNvPr>
                <p14:cNvContentPartPr/>
                <p14:nvPr/>
              </p14:nvContentPartPr>
              <p14:xfrm>
                <a:off x="5183171" y="385975"/>
                <a:ext cx="12240" cy="213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76A710-C48F-92D7-BC0B-D487975CF6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74171" y="376975"/>
                  <a:ext cx="29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080C56-4CA0-98C0-3202-D9B865E3E654}"/>
                    </a:ext>
                  </a:extLst>
                </p14:cNvPr>
                <p14:cNvContentPartPr/>
                <p14:nvPr/>
              </p14:nvContentPartPr>
              <p14:xfrm>
                <a:off x="5032691" y="355735"/>
                <a:ext cx="362160" cy="41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080C56-4CA0-98C0-3202-D9B865E3E65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23691" y="346735"/>
                  <a:ext cx="379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9C5C2C-9FEF-EA13-5D30-88EA2F10EEC5}"/>
                    </a:ext>
                  </a:extLst>
                </p14:cNvPr>
                <p14:cNvContentPartPr/>
                <p14:nvPr/>
              </p14:nvContentPartPr>
              <p14:xfrm>
                <a:off x="5334011" y="481735"/>
                <a:ext cx="153360" cy="98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9C5C2C-9FEF-EA13-5D30-88EA2F10EE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25371" y="473095"/>
                  <a:ext cx="171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E54D38-200D-D537-6C3B-9F4C8881A6C7}"/>
                    </a:ext>
                  </a:extLst>
                </p14:cNvPr>
                <p14:cNvContentPartPr/>
                <p14:nvPr/>
              </p14:nvContentPartPr>
              <p14:xfrm>
                <a:off x="5520491" y="379135"/>
                <a:ext cx="177480" cy="176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E54D38-200D-D537-6C3B-9F4C8881A6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11851" y="370495"/>
                  <a:ext cx="195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D1769F-68AC-D3B0-7D6B-3962F126BC39}"/>
                    </a:ext>
                  </a:extLst>
                </p14:cNvPr>
                <p14:cNvContentPartPr/>
                <p14:nvPr/>
              </p14:nvContentPartPr>
              <p14:xfrm>
                <a:off x="5798771" y="367975"/>
                <a:ext cx="213480" cy="172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D1769F-68AC-D3B0-7D6B-3962F126BC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89771" y="358975"/>
                  <a:ext cx="231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E920152-2376-C283-E56D-02FBF8D9562D}"/>
                    </a:ext>
                  </a:extLst>
                </p14:cNvPr>
                <p14:cNvContentPartPr/>
                <p14:nvPr/>
              </p14:nvContentPartPr>
              <p14:xfrm>
                <a:off x="6160211" y="321895"/>
                <a:ext cx="222840" cy="199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E920152-2376-C283-E56D-02FBF8D9562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51571" y="312895"/>
                  <a:ext cx="240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7DB1BB-C402-EE16-3839-2FA6F20F8A7A}"/>
                    </a:ext>
                  </a:extLst>
                </p14:cNvPr>
                <p14:cNvContentPartPr/>
                <p14:nvPr/>
              </p14:nvContentPartPr>
              <p14:xfrm>
                <a:off x="6413291" y="455815"/>
                <a:ext cx="17280" cy="59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7DB1BB-C402-EE16-3839-2FA6F20F8A7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04651" y="447175"/>
                  <a:ext cx="34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D6A387-88A2-57A7-C5B2-51C15D72593D}"/>
                    </a:ext>
                  </a:extLst>
                </p14:cNvPr>
                <p14:cNvContentPartPr/>
                <p14:nvPr/>
              </p14:nvContentPartPr>
              <p14:xfrm>
                <a:off x="6505811" y="359335"/>
                <a:ext cx="255240" cy="156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D6A387-88A2-57A7-C5B2-51C15D72593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96811" y="350695"/>
                  <a:ext cx="2728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94F73A1-5814-F03B-64FE-1FDEA4BB3183}"/>
              </a:ext>
            </a:extLst>
          </p:cNvPr>
          <p:cNvGrpSpPr/>
          <p:nvPr/>
        </p:nvGrpSpPr>
        <p:grpSpPr>
          <a:xfrm>
            <a:off x="7173251" y="307855"/>
            <a:ext cx="1450080" cy="388080"/>
            <a:chOff x="7173251" y="307855"/>
            <a:chExt cx="145008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77DA97-A8D9-8EF7-6290-31DF9A0EF004}"/>
                    </a:ext>
                  </a:extLst>
                </p14:cNvPr>
                <p14:cNvContentPartPr/>
                <p14:nvPr/>
              </p14:nvContentPartPr>
              <p14:xfrm>
                <a:off x="7173251" y="310375"/>
                <a:ext cx="218520" cy="204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F77DA97-A8D9-8EF7-6290-31DF9A0EF0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64611" y="301375"/>
                  <a:ext cx="236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7A3458-7D02-66D8-CA57-A213163A6537}"/>
                    </a:ext>
                  </a:extLst>
                </p14:cNvPr>
                <p14:cNvContentPartPr/>
                <p14:nvPr/>
              </p14:nvContentPartPr>
              <p14:xfrm>
                <a:off x="7407971" y="360775"/>
                <a:ext cx="296280" cy="216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7A3458-7D02-66D8-CA57-A213163A65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98971" y="352135"/>
                  <a:ext cx="313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4D0B33-B20F-65BE-EFA4-413D1EA1B2A0}"/>
                    </a:ext>
                  </a:extLst>
                </p14:cNvPr>
                <p14:cNvContentPartPr/>
                <p14:nvPr/>
              </p14:nvContentPartPr>
              <p14:xfrm>
                <a:off x="7594451" y="430975"/>
                <a:ext cx="116280" cy="13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4D0B33-B20F-65BE-EFA4-413D1EA1B2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85811" y="421975"/>
                  <a:ext cx="133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330FE4-0DCB-0FED-13F6-BFD6786F5E32}"/>
                    </a:ext>
                  </a:extLst>
                </p14:cNvPr>
                <p14:cNvContentPartPr/>
                <p14:nvPr/>
              </p14:nvContentPartPr>
              <p14:xfrm>
                <a:off x="7829891" y="307855"/>
                <a:ext cx="203040" cy="195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330FE4-0DCB-0FED-13F6-BFD6786F5E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20891" y="299215"/>
                  <a:ext cx="220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1A8829-BC48-222E-ADD4-F3286BC93E80}"/>
                    </a:ext>
                  </a:extLst>
                </p14:cNvPr>
                <p14:cNvContentPartPr/>
                <p14:nvPr/>
              </p14:nvContentPartPr>
              <p14:xfrm>
                <a:off x="8115011" y="466255"/>
                <a:ext cx="177840" cy="229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1A8829-BC48-222E-ADD4-F3286BC93E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06371" y="457615"/>
                  <a:ext cx="195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1795CDA-F406-B140-C959-87C95C36CD4E}"/>
                    </a:ext>
                  </a:extLst>
                </p14:cNvPr>
                <p14:cNvContentPartPr/>
                <p14:nvPr/>
              </p14:nvContentPartPr>
              <p14:xfrm>
                <a:off x="8423531" y="376615"/>
                <a:ext cx="199800" cy="91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1795CDA-F406-B140-C959-87C95C36CD4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14891" y="367975"/>
                  <a:ext cx="21744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0A4625A-BEF4-3395-296C-E4FC1C789DC6}"/>
              </a:ext>
            </a:extLst>
          </p:cNvPr>
          <p:cNvGrpSpPr/>
          <p:nvPr/>
        </p:nvGrpSpPr>
        <p:grpSpPr>
          <a:xfrm>
            <a:off x="8791451" y="253855"/>
            <a:ext cx="1025640" cy="248400"/>
            <a:chOff x="8791451" y="253855"/>
            <a:chExt cx="102564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C5C014-0B67-BD37-21F8-91F809994906}"/>
                    </a:ext>
                  </a:extLst>
                </p14:cNvPr>
                <p14:cNvContentPartPr/>
                <p14:nvPr/>
              </p14:nvContentPartPr>
              <p14:xfrm>
                <a:off x="8791451" y="284455"/>
                <a:ext cx="175320" cy="217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C5C014-0B67-BD37-21F8-91F8099949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2451" y="275815"/>
                  <a:ext cx="192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82C015-0FED-F697-1AB3-CA1C662D0D1D}"/>
                    </a:ext>
                  </a:extLst>
                </p14:cNvPr>
                <p14:cNvContentPartPr/>
                <p14:nvPr/>
              </p14:nvContentPartPr>
              <p14:xfrm>
                <a:off x="9031211" y="295975"/>
                <a:ext cx="172800" cy="167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82C015-0FED-F697-1AB3-CA1C662D0D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22571" y="287335"/>
                  <a:ext cx="1904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3D148A0-1B8B-D408-F5D8-41C6CD48A2CD}"/>
                    </a:ext>
                  </a:extLst>
                </p14:cNvPr>
                <p14:cNvContentPartPr/>
                <p14:nvPr/>
              </p14:nvContentPartPr>
              <p14:xfrm>
                <a:off x="9177731" y="281935"/>
                <a:ext cx="221760" cy="184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3D148A0-1B8B-D408-F5D8-41C6CD48A2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68731" y="273295"/>
                  <a:ext cx="239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4204685-01FB-3D5D-848F-7F9BAB84B8BC}"/>
                    </a:ext>
                  </a:extLst>
                </p14:cNvPr>
                <p14:cNvContentPartPr/>
                <p14:nvPr/>
              </p14:nvContentPartPr>
              <p14:xfrm>
                <a:off x="9475091" y="286255"/>
                <a:ext cx="212400" cy="163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4204685-01FB-3D5D-848F-7F9BAB84B8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66451" y="277255"/>
                  <a:ext cx="230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4F6570F-A363-D268-293D-2794A8A99EB5}"/>
                    </a:ext>
                  </a:extLst>
                </p14:cNvPr>
                <p14:cNvContentPartPr/>
                <p14:nvPr/>
              </p14:nvContentPartPr>
              <p14:xfrm>
                <a:off x="9805571" y="253855"/>
                <a:ext cx="11520" cy="20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4F6570F-A363-D268-293D-2794A8A99E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96931" y="245215"/>
                  <a:ext cx="2916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C2B7A7D-2999-EEE2-4AE9-ACA525B8EE29}"/>
              </a:ext>
            </a:extLst>
          </p:cNvPr>
          <p:cNvGrpSpPr/>
          <p:nvPr/>
        </p:nvGrpSpPr>
        <p:grpSpPr>
          <a:xfrm>
            <a:off x="10032011" y="124975"/>
            <a:ext cx="745200" cy="669960"/>
            <a:chOff x="10032011" y="124975"/>
            <a:chExt cx="745200" cy="66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71682C6-4D33-A899-E725-BD835F0B6142}"/>
                    </a:ext>
                  </a:extLst>
                </p14:cNvPr>
                <p14:cNvContentPartPr/>
                <p14:nvPr/>
              </p14:nvContentPartPr>
              <p14:xfrm>
                <a:off x="10169171" y="124975"/>
                <a:ext cx="25920" cy="165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71682C6-4D33-A899-E725-BD835F0B614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60531" y="116335"/>
                  <a:ext cx="43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537707A-4F6C-9888-4D05-5EA575D72E7F}"/>
                    </a:ext>
                  </a:extLst>
                </p14:cNvPr>
                <p14:cNvContentPartPr/>
                <p14:nvPr/>
              </p14:nvContentPartPr>
              <p14:xfrm>
                <a:off x="10165931" y="192655"/>
                <a:ext cx="197640" cy="94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537707A-4F6C-9888-4D05-5EA575D72E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56931" y="184015"/>
                  <a:ext cx="215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8B04C0E-EBC3-6E66-B530-464CA2A8C8BC}"/>
                    </a:ext>
                  </a:extLst>
                </p14:cNvPr>
                <p14:cNvContentPartPr/>
                <p14:nvPr/>
              </p14:nvContentPartPr>
              <p14:xfrm>
                <a:off x="10372571" y="140815"/>
                <a:ext cx="147600" cy="169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8B04C0E-EBC3-6E66-B530-464CA2A8C8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63571" y="131815"/>
                  <a:ext cx="165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326907-80D9-6581-F8A0-670BFAFCF9C5}"/>
                    </a:ext>
                  </a:extLst>
                </p14:cNvPr>
                <p14:cNvContentPartPr/>
                <p14:nvPr/>
              </p14:nvContentPartPr>
              <p14:xfrm>
                <a:off x="10032011" y="370855"/>
                <a:ext cx="528120" cy="271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326907-80D9-6581-F8A0-670BFAFCF9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23011" y="362215"/>
                  <a:ext cx="545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9A8AFC7-448B-B5B6-76EA-64EF80478F5A}"/>
                    </a:ext>
                  </a:extLst>
                </p14:cNvPr>
                <p14:cNvContentPartPr/>
                <p14:nvPr/>
              </p14:nvContentPartPr>
              <p14:xfrm>
                <a:off x="10093931" y="517735"/>
                <a:ext cx="273240" cy="277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9A8AFC7-448B-B5B6-76EA-64EF80478F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85291" y="509095"/>
                  <a:ext cx="290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70D414-D179-3305-F54B-04ED3ECC5322}"/>
                    </a:ext>
                  </a:extLst>
                </p14:cNvPr>
                <p14:cNvContentPartPr/>
                <p14:nvPr/>
              </p14:nvContentPartPr>
              <p14:xfrm>
                <a:off x="10375451" y="508015"/>
                <a:ext cx="218160" cy="155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70D414-D179-3305-F54B-04ED3ECC532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66451" y="499375"/>
                  <a:ext cx="235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388EFAE-20D8-D3BA-DC6E-F584603BDCB1}"/>
                    </a:ext>
                  </a:extLst>
                </p14:cNvPr>
                <p14:cNvContentPartPr/>
                <p14:nvPr/>
              </p14:nvContentPartPr>
              <p14:xfrm>
                <a:off x="10575251" y="578935"/>
                <a:ext cx="201960" cy="11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388EFAE-20D8-D3BA-DC6E-F584603BDCB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66251" y="570295"/>
                  <a:ext cx="2196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3FAA4E5-BAB5-5628-7F0F-4A4DA7F1D9C4}"/>
              </a:ext>
            </a:extLst>
          </p:cNvPr>
          <p:cNvGrpSpPr/>
          <p:nvPr/>
        </p:nvGrpSpPr>
        <p:grpSpPr>
          <a:xfrm>
            <a:off x="3787451" y="2599975"/>
            <a:ext cx="1147680" cy="219960"/>
            <a:chOff x="3787451" y="2599975"/>
            <a:chExt cx="114768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2809F19-9A9A-36C6-200A-F5FAB73F4976}"/>
                    </a:ext>
                  </a:extLst>
                </p14:cNvPr>
                <p14:cNvContentPartPr/>
                <p14:nvPr/>
              </p14:nvContentPartPr>
              <p14:xfrm>
                <a:off x="3787451" y="2678815"/>
                <a:ext cx="147960" cy="37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2809F19-9A9A-36C6-200A-F5FAB73F497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78811" y="2670175"/>
                  <a:ext cx="165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7080A35-BED3-BA32-B9A2-69F4E17C181C}"/>
                    </a:ext>
                  </a:extLst>
                </p14:cNvPr>
                <p14:cNvContentPartPr/>
                <p14:nvPr/>
              </p14:nvContentPartPr>
              <p14:xfrm>
                <a:off x="3796091" y="2753695"/>
                <a:ext cx="177120" cy="10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7080A35-BED3-BA32-B9A2-69F4E17C18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87451" y="2745055"/>
                  <a:ext cx="194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022D3E0-91A8-94C2-E8D5-30718D537FAB}"/>
                    </a:ext>
                  </a:extLst>
                </p14:cNvPr>
                <p14:cNvContentPartPr/>
                <p14:nvPr/>
              </p14:nvContentPartPr>
              <p14:xfrm>
                <a:off x="4084451" y="2599975"/>
                <a:ext cx="141480" cy="219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022D3E0-91A8-94C2-E8D5-30718D537FA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75811" y="2591335"/>
                  <a:ext cx="159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56107F-8D9C-523D-5F98-E9812223C116}"/>
                    </a:ext>
                  </a:extLst>
                </p14:cNvPr>
                <p14:cNvContentPartPr/>
                <p14:nvPr/>
              </p14:nvContentPartPr>
              <p14:xfrm>
                <a:off x="4318451" y="2753695"/>
                <a:ext cx="34200" cy="27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56107F-8D9C-523D-5F98-E9812223C11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09811" y="2745055"/>
                  <a:ext cx="51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44F6E83-0489-0C8E-C710-6262C9B4D449}"/>
                    </a:ext>
                  </a:extLst>
                </p14:cNvPr>
                <p14:cNvContentPartPr/>
                <p14:nvPr/>
              </p14:nvContentPartPr>
              <p14:xfrm>
                <a:off x="4413491" y="2601415"/>
                <a:ext cx="185400" cy="218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44F6E83-0489-0C8E-C710-6262C9B4D44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04851" y="2592415"/>
                  <a:ext cx="203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002FD5E-E872-D39B-B6D3-7C662FA5C14A}"/>
                    </a:ext>
                  </a:extLst>
                </p14:cNvPr>
                <p14:cNvContentPartPr/>
                <p14:nvPr/>
              </p14:nvContentPartPr>
              <p14:xfrm>
                <a:off x="4659011" y="2638855"/>
                <a:ext cx="207000" cy="168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002FD5E-E872-D39B-B6D3-7C662FA5C14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50011" y="2630215"/>
                  <a:ext cx="224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319DC7-1AD4-B44E-54EE-E63FE569A505}"/>
                    </a:ext>
                  </a:extLst>
                </p14:cNvPr>
                <p14:cNvContentPartPr/>
                <p14:nvPr/>
              </p14:nvContentPartPr>
              <p14:xfrm>
                <a:off x="4913171" y="2610055"/>
                <a:ext cx="21960" cy="176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319DC7-1AD4-B44E-54EE-E63FE569A50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04531" y="2601415"/>
                  <a:ext cx="3960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1BBE982-5527-38A7-4EB6-9D066FA65F22}"/>
              </a:ext>
            </a:extLst>
          </p:cNvPr>
          <p:cNvGrpSpPr/>
          <p:nvPr/>
        </p:nvGrpSpPr>
        <p:grpSpPr>
          <a:xfrm>
            <a:off x="5106491" y="2459215"/>
            <a:ext cx="759240" cy="649800"/>
            <a:chOff x="5106491" y="2459215"/>
            <a:chExt cx="759240" cy="64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3CE305D-6EAB-A108-1E96-5D301A0D1AF5}"/>
                    </a:ext>
                  </a:extLst>
                </p14:cNvPr>
                <p14:cNvContentPartPr/>
                <p14:nvPr/>
              </p14:nvContentPartPr>
              <p14:xfrm>
                <a:off x="5152571" y="2459215"/>
                <a:ext cx="25200" cy="151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3CE305D-6EAB-A108-1E96-5D301A0D1AF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43931" y="2450215"/>
                  <a:ext cx="42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7163F5B-EAB7-7EE9-2F86-3BC2883DDC87}"/>
                    </a:ext>
                  </a:extLst>
                </p14:cNvPr>
                <p14:cNvContentPartPr/>
                <p14:nvPr/>
              </p14:nvContentPartPr>
              <p14:xfrm>
                <a:off x="5156531" y="2482255"/>
                <a:ext cx="307800" cy="160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7163F5B-EAB7-7EE9-2F86-3BC2883DDC8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47531" y="2473255"/>
                  <a:ext cx="325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146F490-4CC1-7459-93C2-7DCC5E13DE26}"/>
                    </a:ext>
                  </a:extLst>
                </p14:cNvPr>
                <p14:cNvContentPartPr/>
                <p14:nvPr/>
              </p14:nvContentPartPr>
              <p14:xfrm>
                <a:off x="5111891" y="2691055"/>
                <a:ext cx="394920" cy="12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146F490-4CC1-7459-93C2-7DCC5E13DE2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02891" y="2682415"/>
                  <a:ext cx="412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AF7DDC8-C7F8-BCF1-7784-6B8C986B320A}"/>
                    </a:ext>
                  </a:extLst>
                </p14:cNvPr>
                <p14:cNvContentPartPr/>
                <p14:nvPr/>
              </p14:nvContentPartPr>
              <p14:xfrm>
                <a:off x="5106491" y="2755495"/>
                <a:ext cx="70200" cy="170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AF7DDC8-C7F8-BCF1-7784-6B8C986B320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97851" y="2746855"/>
                  <a:ext cx="87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39D20E5-50A4-F0B4-A7A4-E2338D4EC401}"/>
                    </a:ext>
                  </a:extLst>
                </p14:cNvPr>
                <p14:cNvContentPartPr/>
                <p14:nvPr/>
              </p14:nvContentPartPr>
              <p14:xfrm>
                <a:off x="5133131" y="2812375"/>
                <a:ext cx="275040" cy="296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39D20E5-50A4-F0B4-A7A4-E2338D4EC40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24491" y="2803375"/>
                  <a:ext cx="292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FBCA44F-7736-99ED-D360-C0D567737452}"/>
                    </a:ext>
                  </a:extLst>
                </p14:cNvPr>
                <p14:cNvContentPartPr/>
                <p14:nvPr/>
              </p14:nvContentPartPr>
              <p14:xfrm>
                <a:off x="5458571" y="2847655"/>
                <a:ext cx="115920" cy="38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FBCA44F-7736-99ED-D360-C0D56773745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49571" y="2839015"/>
                  <a:ext cx="133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FEC71BB-8F5A-0820-7A67-CE6122FBCF23}"/>
                    </a:ext>
                  </a:extLst>
                </p14:cNvPr>
                <p14:cNvContentPartPr/>
                <p14:nvPr/>
              </p14:nvContentPartPr>
              <p14:xfrm>
                <a:off x="5630651" y="2764855"/>
                <a:ext cx="15480" cy="164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FEC71BB-8F5A-0820-7A67-CE6122FBCF2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22011" y="2756215"/>
                  <a:ext cx="33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11D35A3-D168-10D0-09A5-E08E3A321740}"/>
                    </a:ext>
                  </a:extLst>
                </p14:cNvPr>
                <p14:cNvContentPartPr/>
                <p14:nvPr/>
              </p14:nvContentPartPr>
              <p14:xfrm>
                <a:off x="5669891" y="2816335"/>
                <a:ext cx="195840" cy="130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11D35A3-D168-10D0-09A5-E08E3A32174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60891" y="2807335"/>
                  <a:ext cx="21348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25A19EA-39BA-61CC-3C40-515713EC5BB8}"/>
                  </a:ext>
                </a:extLst>
              </p14:cNvPr>
              <p14:cNvContentPartPr/>
              <p14:nvPr/>
            </p14:nvContentPartPr>
            <p14:xfrm>
              <a:off x="6001811" y="1863055"/>
              <a:ext cx="163800" cy="12466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25A19EA-39BA-61CC-3C40-515713EC5BB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993171" y="1854415"/>
                <a:ext cx="181440" cy="126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51DFDC2-E94A-BD3F-24E6-DCA6DCA1D80C}"/>
              </a:ext>
            </a:extLst>
          </p:cNvPr>
          <p:cNvGrpSpPr/>
          <p:nvPr/>
        </p:nvGrpSpPr>
        <p:grpSpPr>
          <a:xfrm>
            <a:off x="6459371" y="1890055"/>
            <a:ext cx="1781640" cy="287280"/>
            <a:chOff x="6459371" y="1890055"/>
            <a:chExt cx="178164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7F0A1DB-6C9D-E472-9941-E21F81D9A4A0}"/>
                    </a:ext>
                  </a:extLst>
                </p14:cNvPr>
                <p14:cNvContentPartPr/>
                <p14:nvPr/>
              </p14:nvContentPartPr>
              <p14:xfrm>
                <a:off x="6602651" y="1942975"/>
                <a:ext cx="62640" cy="234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7F0A1DB-6C9D-E472-9941-E21F81D9A4A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93651" y="1933975"/>
                  <a:ext cx="80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BFE47EF-D3B1-CD05-9278-ABF5BB58425D}"/>
                    </a:ext>
                  </a:extLst>
                </p14:cNvPr>
                <p14:cNvContentPartPr/>
                <p14:nvPr/>
              </p14:nvContentPartPr>
              <p14:xfrm>
                <a:off x="6459371" y="1890055"/>
                <a:ext cx="367560" cy="45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BFE47EF-D3B1-CD05-9278-ABF5BB5842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50731" y="1881415"/>
                  <a:ext cx="38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DC37C0B-9CDB-B35B-4028-383DCFA96603}"/>
                    </a:ext>
                  </a:extLst>
                </p14:cNvPr>
                <p14:cNvContentPartPr/>
                <p14:nvPr/>
              </p14:nvContentPartPr>
              <p14:xfrm>
                <a:off x="6790571" y="2065375"/>
                <a:ext cx="165240" cy="101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DC37C0B-9CDB-B35B-4028-383DCFA9660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81931" y="2056735"/>
                  <a:ext cx="18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5F3A625-D482-D021-FE3B-A96825337A46}"/>
                    </a:ext>
                  </a:extLst>
                </p14:cNvPr>
                <p14:cNvContentPartPr/>
                <p14:nvPr/>
              </p14:nvContentPartPr>
              <p14:xfrm>
                <a:off x="6979211" y="1941175"/>
                <a:ext cx="194040" cy="228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5F3A625-D482-D021-FE3B-A96825337A4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70211" y="1932175"/>
                  <a:ext cx="211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3BD9A5A-4E72-C098-3819-7DF8115F7306}"/>
                    </a:ext>
                  </a:extLst>
                </p14:cNvPr>
                <p14:cNvContentPartPr/>
                <p14:nvPr/>
              </p14:nvContentPartPr>
              <p14:xfrm>
                <a:off x="7236251" y="1944775"/>
                <a:ext cx="478440" cy="187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3BD9A5A-4E72-C098-3819-7DF8115F730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27611" y="1935775"/>
                  <a:ext cx="496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64063E2-635D-E8CF-A793-C7E79C7275DE}"/>
                    </a:ext>
                  </a:extLst>
                </p14:cNvPr>
                <p14:cNvContentPartPr/>
                <p14:nvPr/>
              </p14:nvContentPartPr>
              <p14:xfrm>
                <a:off x="7555571" y="1899055"/>
                <a:ext cx="366480" cy="209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64063E2-635D-E8CF-A793-C7E79C7275D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46931" y="1890415"/>
                  <a:ext cx="384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41D3DDC-64CF-059C-597C-1D166F7214E2}"/>
                    </a:ext>
                  </a:extLst>
                </p14:cNvPr>
                <p14:cNvContentPartPr/>
                <p14:nvPr/>
              </p14:nvContentPartPr>
              <p14:xfrm>
                <a:off x="8005571" y="1941895"/>
                <a:ext cx="235440" cy="207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41D3DDC-64CF-059C-597C-1D166F7214E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96571" y="1932895"/>
                  <a:ext cx="25308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5335561-AE88-C290-2311-33B6EBB9FF3A}"/>
              </a:ext>
            </a:extLst>
          </p:cNvPr>
          <p:cNvGrpSpPr/>
          <p:nvPr/>
        </p:nvGrpSpPr>
        <p:grpSpPr>
          <a:xfrm>
            <a:off x="8660771" y="1819495"/>
            <a:ext cx="1179720" cy="358200"/>
            <a:chOff x="8660771" y="1819495"/>
            <a:chExt cx="117972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AAF057E-7122-8097-EDB1-38A8DD375BE5}"/>
                    </a:ext>
                  </a:extLst>
                </p14:cNvPr>
                <p14:cNvContentPartPr/>
                <p14:nvPr/>
              </p14:nvContentPartPr>
              <p14:xfrm>
                <a:off x="8660771" y="1819495"/>
                <a:ext cx="181800" cy="230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AAF057E-7122-8097-EDB1-38A8DD375BE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51771" y="1810495"/>
                  <a:ext cx="1994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E631A7-D69A-1D14-B6D4-6997583BCA59}"/>
                    </a:ext>
                  </a:extLst>
                </p14:cNvPr>
                <p14:cNvContentPartPr/>
                <p14:nvPr/>
              </p14:nvContentPartPr>
              <p14:xfrm>
                <a:off x="8895131" y="1999135"/>
                <a:ext cx="181440" cy="109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E631A7-D69A-1D14-B6D4-6997583BCA5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86491" y="1990495"/>
                  <a:ext cx="199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9058E40-78B9-2C63-EA65-EBFA2187D92A}"/>
                    </a:ext>
                  </a:extLst>
                </p14:cNvPr>
                <p14:cNvContentPartPr/>
                <p14:nvPr/>
              </p14:nvContentPartPr>
              <p14:xfrm>
                <a:off x="9181691" y="1898695"/>
                <a:ext cx="127440" cy="97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9058E40-78B9-2C63-EA65-EBFA2187D92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73051" y="1890055"/>
                  <a:ext cx="145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C5BDF41-79EE-1841-F67C-B80ADF3A343F}"/>
                    </a:ext>
                  </a:extLst>
                </p14:cNvPr>
                <p14:cNvContentPartPr/>
                <p14:nvPr/>
              </p14:nvContentPartPr>
              <p14:xfrm>
                <a:off x="9411731" y="1827775"/>
                <a:ext cx="428760" cy="349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C5BDF41-79EE-1841-F67C-B80ADF3A343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02731" y="1818775"/>
                  <a:ext cx="44640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A947149-3658-B801-6A06-14253DD05313}"/>
              </a:ext>
            </a:extLst>
          </p:cNvPr>
          <p:cNvGrpSpPr/>
          <p:nvPr/>
        </p:nvGrpSpPr>
        <p:grpSpPr>
          <a:xfrm>
            <a:off x="10078091" y="1871335"/>
            <a:ext cx="1324080" cy="294840"/>
            <a:chOff x="10078091" y="1871335"/>
            <a:chExt cx="132408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F82170F-487B-FCCA-BA42-8543117780FA}"/>
                    </a:ext>
                  </a:extLst>
                </p14:cNvPr>
                <p14:cNvContentPartPr/>
                <p14:nvPr/>
              </p14:nvContentPartPr>
              <p14:xfrm>
                <a:off x="10078091" y="1949455"/>
                <a:ext cx="246600" cy="23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F82170F-487B-FCCA-BA42-8543117780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69451" y="1940815"/>
                  <a:ext cx="264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0A7F035-748B-81FE-8DCC-9FB5668D3072}"/>
                    </a:ext>
                  </a:extLst>
                </p14:cNvPr>
                <p14:cNvContentPartPr/>
                <p14:nvPr/>
              </p14:nvContentPartPr>
              <p14:xfrm>
                <a:off x="10316771" y="1894735"/>
                <a:ext cx="90000" cy="109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0A7F035-748B-81FE-8DCC-9FB5668D30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08131" y="1885735"/>
                  <a:ext cx="107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D9C34D0-496C-B732-5DC5-6DC8F89FBD3E}"/>
                    </a:ext>
                  </a:extLst>
                </p14:cNvPr>
                <p14:cNvContentPartPr/>
                <p14:nvPr/>
              </p14:nvContentPartPr>
              <p14:xfrm>
                <a:off x="10509011" y="1871335"/>
                <a:ext cx="113760" cy="169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D9C34D0-496C-B732-5DC5-6DC8F89FBD3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500011" y="1862695"/>
                  <a:ext cx="131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C1C6B6C-F336-88A8-991A-3DB851321635}"/>
                    </a:ext>
                  </a:extLst>
                </p14:cNvPr>
                <p14:cNvContentPartPr/>
                <p14:nvPr/>
              </p14:nvContentPartPr>
              <p14:xfrm>
                <a:off x="10647251" y="1903375"/>
                <a:ext cx="424440" cy="262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C1C6B6C-F336-88A8-991A-3DB85132163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638251" y="1894735"/>
                  <a:ext cx="442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D52BE94-B395-7301-B63F-474B0F3E3431}"/>
                    </a:ext>
                  </a:extLst>
                </p14:cNvPr>
                <p14:cNvContentPartPr/>
                <p14:nvPr/>
              </p14:nvContentPartPr>
              <p14:xfrm>
                <a:off x="11105171" y="1916335"/>
                <a:ext cx="104400" cy="112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D52BE94-B395-7301-B63F-474B0F3E343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96531" y="1907335"/>
                  <a:ext cx="122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16C0546-4BA1-4598-B7A1-B89B04F36F6C}"/>
                    </a:ext>
                  </a:extLst>
                </p14:cNvPr>
                <p14:cNvContentPartPr/>
                <p14:nvPr/>
              </p14:nvContentPartPr>
              <p14:xfrm>
                <a:off x="11238371" y="1893655"/>
                <a:ext cx="163800" cy="118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16C0546-4BA1-4598-B7A1-B89B04F36F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229731" y="1884655"/>
                  <a:ext cx="1814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7457F68-8581-1E9A-3531-708A7611E9DD}"/>
              </a:ext>
            </a:extLst>
          </p:cNvPr>
          <p:cNvGrpSpPr/>
          <p:nvPr/>
        </p:nvGrpSpPr>
        <p:grpSpPr>
          <a:xfrm>
            <a:off x="6341291" y="2543095"/>
            <a:ext cx="2151000" cy="329040"/>
            <a:chOff x="6341291" y="2543095"/>
            <a:chExt cx="215100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74139A-6C62-DAAC-CB10-F54214D32090}"/>
                    </a:ext>
                  </a:extLst>
                </p14:cNvPr>
                <p14:cNvContentPartPr/>
                <p14:nvPr/>
              </p14:nvContentPartPr>
              <p14:xfrm>
                <a:off x="6554051" y="2666215"/>
                <a:ext cx="9000" cy="205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74139A-6C62-DAAC-CB10-F54214D3209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45411" y="2657575"/>
                  <a:ext cx="26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9495E6A-A1BA-3F1F-95FA-7D09194131EB}"/>
                    </a:ext>
                  </a:extLst>
                </p14:cNvPr>
                <p14:cNvContentPartPr/>
                <p14:nvPr/>
              </p14:nvContentPartPr>
              <p14:xfrm>
                <a:off x="6341291" y="2625535"/>
                <a:ext cx="462240" cy="67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9495E6A-A1BA-3F1F-95FA-7D09194131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32291" y="2616895"/>
                  <a:ext cx="4798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27F6B72-43DD-BF58-BB05-A3A756800036}"/>
                    </a:ext>
                  </a:extLst>
                </p14:cNvPr>
                <p14:cNvContentPartPr/>
                <p14:nvPr/>
              </p14:nvContentPartPr>
              <p14:xfrm>
                <a:off x="6728291" y="2780335"/>
                <a:ext cx="183240" cy="73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27F6B72-43DD-BF58-BB05-A3A7568000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719651" y="2771335"/>
                  <a:ext cx="200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B54CF3F-E92C-A32C-1B40-CE604AF520F4}"/>
                    </a:ext>
                  </a:extLst>
                </p14:cNvPr>
                <p14:cNvContentPartPr/>
                <p14:nvPr/>
              </p14:nvContentPartPr>
              <p14:xfrm>
                <a:off x="6927731" y="2657935"/>
                <a:ext cx="181800" cy="194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B54CF3F-E92C-A32C-1B40-CE604AF520F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18731" y="2649295"/>
                  <a:ext cx="199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A5E2147-9741-20B8-124B-48DDD7C36B48}"/>
                    </a:ext>
                  </a:extLst>
                </p14:cNvPr>
                <p14:cNvContentPartPr/>
                <p14:nvPr/>
              </p14:nvContentPartPr>
              <p14:xfrm>
                <a:off x="7205291" y="2659375"/>
                <a:ext cx="208440" cy="168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A5E2147-9741-20B8-124B-48DDD7C36B4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96291" y="2650375"/>
                  <a:ext cx="226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0367DDA-5E7B-7B00-DC57-76003C030B23}"/>
                    </a:ext>
                  </a:extLst>
                </p14:cNvPr>
                <p14:cNvContentPartPr/>
                <p14:nvPr/>
              </p14:nvContentPartPr>
              <p14:xfrm>
                <a:off x="7697051" y="2629855"/>
                <a:ext cx="42120" cy="183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0367DDA-5E7B-7B00-DC57-76003C030B2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88411" y="2621215"/>
                  <a:ext cx="59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E53F19A-EC67-DC80-7B77-B8B066C8F581}"/>
                    </a:ext>
                  </a:extLst>
                </p14:cNvPr>
                <p14:cNvContentPartPr/>
                <p14:nvPr/>
              </p14:nvContentPartPr>
              <p14:xfrm>
                <a:off x="7566731" y="2584855"/>
                <a:ext cx="361800" cy="188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E53F19A-EC67-DC80-7B77-B8B066C8F5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58091" y="2575855"/>
                  <a:ext cx="3794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A7C2EC-CA08-6E4C-7BE9-FBC981A7E0D2}"/>
                    </a:ext>
                  </a:extLst>
                </p14:cNvPr>
                <p14:cNvContentPartPr/>
                <p14:nvPr/>
              </p14:nvContentPartPr>
              <p14:xfrm>
                <a:off x="7990091" y="2746135"/>
                <a:ext cx="12960" cy="29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A7C2EC-CA08-6E4C-7BE9-FBC981A7E0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81091" y="2737495"/>
                  <a:ext cx="30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15B8AF0-2391-CE21-7964-098E127DABFC}"/>
                    </a:ext>
                  </a:extLst>
                </p14:cNvPr>
                <p14:cNvContentPartPr/>
                <p14:nvPr/>
              </p14:nvContentPartPr>
              <p14:xfrm>
                <a:off x="8059931" y="2589175"/>
                <a:ext cx="150480" cy="191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15B8AF0-2391-CE21-7964-098E127DABF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51291" y="2580535"/>
                  <a:ext cx="168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1F1EB33-F7D5-11F1-EA22-E5011DCB182C}"/>
                    </a:ext>
                  </a:extLst>
                </p14:cNvPr>
                <p14:cNvContentPartPr/>
                <p14:nvPr/>
              </p14:nvContentPartPr>
              <p14:xfrm>
                <a:off x="8262251" y="2543095"/>
                <a:ext cx="230040" cy="236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1F1EB33-F7D5-11F1-EA22-E5011DCB182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253611" y="2534455"/>
                  <a:ext cx="2476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0B193CF-2D36-986E-07C0-D2CF1D4E8F87}"/>
              </a:ext>
            </a:extLst>
          </p:cNvPr>
          <p:cNvGrpSpPr/>
          <p:nvPr/>
        </p:nvGrpSpPr>
        <p:grpSpPr>
          <a:xfrm>
            <a:off x="8541251" y="2277775"/>
            <a:ext cx="2377800" cy="687960"/>
            <a:chOff x="8541251" y="2277775"/>
            <a:chExt cx="237780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0B9B753-1B94-53AB-6D04-C5F0690F1DF1}"/>
                    </a:ext>
                  </a:extLst>
                </p14:cNvPr>
                <p14:cNvContentPartPr/>
                <p14:nvPr/>
              </p14:nvContentPartPr>
              <p14:xfrm>
                <a:off x="8835011" y="2526895"/>
                <a:ext cx="16920" cy="201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0B9B753-1B94-53AB-6D04-C5F0690F1DF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826371" y="2517895"/>
                  <a:ext cx="34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9932586-CF03-BDE1-1616-BAC7AD51E871}"/>
                    </a:ext>
                  </a:extLst>
                </p14:cNvPr>
                <p14:cNvContentPartPr/>
                <p14:nvPr/>
              </p14:nvContentPartPr>
              <p14:xfrm>
                <a:off x="8674451" y="2506375"/>
                <a:ext cx="410040" cy="50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9932586-CF03-BDE1-1616-BAC7AD51E87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665811" y="2497735"/>
                  <a:ext cx="427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1DE9B23-C6E0-6CA0-B907-CC94EF7C283C}"/>
                    </a:ext>
                  </a:extLst>
                </p14:cNvPr>
                <p14:cNvContentPartPr/>
                <p14:nvPr/>
              </p14:nvContentPartPr>
              <p14:xfrm>
                <a:off x="8939411" y="2613655"/>
                <a:ext cx="466200" cy="198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1DE9B23-C6E0-6CA0-B907-CC94EF7C283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30771" y="2605015"/>
                  <a:ext cx="4838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0743246-24F2-DC3D-E326-C88C513C8A8E}"/>
                    </a:ext>
                  </a:extLst>
                </p14:cNvPr>
                <p14:cNvContentPartPr/>
                <p14:nvPr/>
              </p14:nvContentPartPr>
              <p14:xfrm>
                <a:off x="9281411" y="2665495"/>
                <a:ext cx="165600" cy="16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0743246-24F2-DC3D-E326-C88C513C8A8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72771" y="2656855"/>
                  <a:ext cx="183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26A3BC7-1B84-8970-6C4E-0188F6510944}"/>
                    </a:ext>
                  </a:extLst>
                </p14:cNvPr>
                <p14:cNvContentPartPr/>
                <p14:nvPr/>
              </p14:nvContentPartPr>
              <p14:xfrm>
                <a:off x="9556811" y="2532295"/>
                <a:ext cx="163800" cy="203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26A3BC7-1B84-8970-6C4E-0188F651094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47811" y="2523655"/>
                  <a:ext cx="181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5C72A0B-9C71-EAAB-3208-37D267E7111E}"/>
                    </a:ext>
                  </a:extLst>
                </p14:cNvPr>
                <p14:cNvContentPartPr/>
                <p14:nvPr/>
              </p14:nvContentPartPr>
              <p14:xfrm>
                <a:off x="9826451" y="2544175"/>
                <a:ext cx="330840" cy="165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5C72A0B-9C71-EAAB-3208-37D267E7111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817811" y="2535175"/>
                  <a:ext cx="348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71D0320-CDA4-DEDC-2F66-FE6345F4F7ED}"/>
                    </a:ext>
                  </a:extLst>
                </p14:cNvPr>
                <p14:cNvContentPartPr/>
                <p14:nvPr/>
              </p14:nvContentPartPr>
              <p14:xfrm>
                <a:off x="10369331" y="2482255"/>
                <a:ext cx="222480" cy="203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71D0320-CDA4-DEDC-2F66-FE6345F4F7E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60331" y="2473615"/>
                  <a:ext cx="240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4933083-68CB-97D6-6A23-678391AB080D}"/>
                    </a:ext>
                  </a:extLst>
                </p14:cNvPr>
                <p14:cNvContentPartPr/>
                <p14:nvPr/>
              </p14:nvContentPartPr>
              <p14:xfrm>
                <a:off x="8541251" y="2324935"/>
                <a:ext cx="72720" cy="615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4933083-68CB-97D6-6A23-678391AB080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532611" y="2315935"/>
                  <a:ext cx="9036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B19D436-934B-8AB0-4808-662024BF2749}"/>
                    </a:ext>
                  </a:extLst>
                </p14:cNvPr>
                <p14:cNvContentPartPr/>
                <p14:nvPr/>
              </p14:nvContentPartPr>
              <p14:xfrm>
                <a:off x="8674091" y="2277775"/>
                <a:ext cx="2177280" cy="110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B19D436-934B-8AB0-4808-662024BF27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665091" y="2268775"/>
                  <a:ext cx="2194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6DC1365-F934-D53D-EFD6-5EF1BB4DB281}"/>
                    </a:ext>
                  </a:extLst>
                </p14:cNvPr>
                <p14:cNvContentPartPr/>
                <p14:nvPr/>
              </p14:nvContentPartPr>
              <p14:xfrm>
                <a:off x="10871531" y="2326735"/>
                <a:ext cx="30600" cy="577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6DC1365-F934-D53D-EFD6-5EF1BB4DB28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862531" y="2317735"/>
                  <a:ext cx="4824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CB4BF63-D012-2928-918F-BAB3D54F2B67}"/>
                    </a:ext>
                  </a:extLst>
                </p14:cNvPr>
                <p14:cNvContentPartPr/>
                <p14:nvPr/>
              </p14:nvContentPartPr>
              <p14:xfrm>
                <a:off x="8567171" y="2899135"/>
                <a:ext cx="2351880" cy="66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CB4BF63-D012-2928-918F-BAB3D54F2B6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558171" y="2890135"/>
                  <a:ext cx="236952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413741D-9E00-97B1-7058-D77D7E93BB65}"/>
              </a:ext>
            </a:extLst>
          </p:cNvPr>
          <p:cNvGrpSpPr/>
          <p:nvPr/>
        </p:nvGrpSpPr>
        <p:grpSpPr>
          <a:xfrm>
            <a:off x="7024931" y="865855"/>
            <a:ext cx="1635840" cy="318960"/>
            <a:chOff x="7024931" y="865855"/>
            <a:chExt cx="163584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BEA6F47-FAC6-9FC8-12DF-034280D00435}"/>
                    </a:ext>
                  </a:extLst>
                </p14:cNvPr>
                <p14:cNvContentPartPr/>
                <p14:nvPr/>
              </p14:nvContentPartPr>
              <p14:xfrm>
                <a:off x="7180091" y="901855"/>
                <a:ext cx="19440" cy="223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BEA6F47-FAC6-9FC8-12DF-034280D004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171451" y="893215"/>
                  <a:ext cx="37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8D2065-E6B1-86C2-2BC5-91ACF0CE8F77}"/>
                    </a:ext>
                  </a:extLst>
                </p14:cNvPr>
                <p14:cNvContentPartPr/>
                <p14:nvPr/>
              </p14:nvContentPartPr>
              <p14:xfrm>
                <a:off x="7024931" y="876295"/>
                <a:ext cx="369360" cy="241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8D2065-E6B1-86C2-2BC5-91ACF0CE8F7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016291" y="867295"/>
                  <a:ext cx="387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3DF2FFB-A1B7-50C6-6C51-77148E09AB1D}"/>
                    </a:ext>
                  </a:extLst>
                </p14:cNvPr>
                <p14:cNvContentPartPr/>
                <p14:nvPr/>
              </p14:nvContentPartPr>
              <p14:xfrm>
                <a:off x="7346771" y="1068895"/>
                <a:ext cx="22680" cy="108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3DF2FFB-A1B7-50C6-6C51-77148E09AB1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37771" y="1059895"/>
                  <a:ext cx="40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CEA3C23-79FE-903B-8DCB-2D9FF5099B45}"/>
                    </a:ext>
                  </a:extLst>
                </p14:cNvPr>
                <p14:cNvContentPartPr/>
                <p14:nvPr/>
              </p14:nvContentPartPr>
              <p14:xfrm>
                <a:off x="7545131" y="991855"/>
                <a:ext cx="215640" cy="88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CEA3C23-79FE-903B-8DCB-2D9FF5099B4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536131" y="983215"/>
                  <a:ext cx="233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5DC2A34-180D-AE1A-9A69-D13291CFEB8A}"/>
                    </a:ext>
                  </a:extLst>
                </p14:cNvPr>
                <p14:cNvContentPartPr/>
                <p14:nvPr/>
              </p14:nvContentPartPr>
              <p14:xfrm>
                <a:off x="7998011" y="899695"/>
                <a:ext cx="21960" cy="2426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5DC2A34-180D-AE1A-9A69-D13291CFEB8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89371" y="890695"/>
                  <a:ext cx="39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10BA395-97C8-7485-7816-894AC5E8A2FE}"/>
                    </a:ext>
                  </a:extLst>
                </p14:cNvPr>
                <p14:cNvContentPartPr/>
                <p14:nvPr/>
              </p14:nvContentPartPr>
              <p14:xfrm>
                <a:off x="7825211" y="865855"/>
                <a:ext cx="429120" cy="318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10BA395-97C8-7485-7816-894AC5E8A2F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816211" y="856855"/>
                  <a:ext cx="4467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8E6946A-CC2E-7EDA-EF75-8321F74734ED}"/>
                    </a:ext>
                  </a:extLst>
                </p14:cNvPr>
                <p14:cNvContentPartPr/>
                <p14:nvPr/>
              </p14:nvContentPartPr>
              <p14:xfrm>
                <a:off x="8262251" y="1094095"/>
                <a:ext cx="173880" cy="59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8E6946A-CC2E-7EDA-EF75-8321F74734E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53611" y="1085095"/>
                  <a:ext cx="191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6E90A8-87BF-2291-945B-53AE369C8DDB}"/>
                    </a:ext>
                  </a:extLst>
                </p14:cNvPr>
                <p14:cNvContentPartPr/>
                <p14:nvPr/>
              </p14:nvContentPartPr>
              <p14:xfrm>
                <a:off x="8397251" y="979975"/>
                <a:ext cx="263520" cy="180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6E90A8-87BF-2291-945B-53AE369C8DD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388611" y="970975"/>
                  <a:ext cx="2811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7919EC8-44C1-2A4C-633C-E832D3BBD173}"/>
              </a:ext>
            </a:extLst>
          </p:cNvPr>
          <p:cNvGrpSpPr/>
          <p:nvPr/>
        </p:nvGrpSpPr>
        <p:grpSpPr>
          <a:xfrm>
            <a:off x="8815931" y="886735"/>
            <a:ext cx="1022400" cy="254160"/>
            <a:chOff x="8815931" y="886735"/>
            <a:chExt cx="102240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387C57B-0441-9A0D-190B-CF469C9147C6}"/>
                    </a:ext>
                  </a:extLst>
                </p14:cNvPr>
                <p14:cNvContentPartPr/>
                <p14:nvPr/>
              </p14:nvContentPartPr>
              <p14:xfrm>
                <a:off x="8815931" y="953335"/>
                <a:ext cx="135720" cy="4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387C57B-0441-9A0D-190B-CF469C9147C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06931" y="944335"/>
                  <a:ext cx="153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6A5DD6B-EB74-EECC-2706-FCE9211FE956}"/>
                    </a:ext>
                  </a:extLst>
                </p14:cNvPr>
                <p14:cNvContentPartPr/>
                <p14:nvPr/>
              </p14:nvContentPartPr>
              <p14:xfrm>
                <a:off x="8848691" y="1002295"/>
                <a:ext cx="108720" cy="23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6A5DD6B-EB74-EECC-2706-FCE9211FE95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840051" y="993295"/>
                  <a:ext cx="126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F9F4D7C-05C7-70E6-89BF-CED0E536C2EF}"/>
                    </a:ext>
                  </a:extLst>
                </p14:cNvPr>
                <p14:cNvContentPartPr/>
                <p14:nvPr/>
              </p14:nvContentPartPr>
              <p14:xfrm>
                <a:off x="9088451" y="886735"/>
                <a:ext cx="190440" cy="254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F9F4D7C-05C7-70E6-89BF-CED0E536C2E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79811" y="877735"/>
                  <a:ext cx="208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96C41DE-7CE4-E82A-6665-79B6316E970E}"/>
                    </a:ext>
                  </a:extLst>
                </p14:cNvPr>
                <p14:cNvContentPartPr/>
                <p14:nvPr/>
              </p14:nvContentPartPr>
              <p14:xfrm>
                <a:off x="9329651" y="954055"/>
                <a:ext cx="96840" cy="88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96C41DE-7CE4-E82A-6665-79B6316E970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321011" y="945055"/>
                  <a:ext cx="114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8059489-A836-C044-3671-6517320F073A}"/>
                    </a:ext>
                  </a:extLst>
                </p14:cNvPr>
                <p14:cNvContentPartPr/>
                <p14:nvPr/>
              </p14:nvContentPartPr>
              <p14:xfrm>
                <a:off x="9331091" y="954775"/>
                <a:ext cx="343440" cy="177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8059489-A836-C044-3671-6517320F073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322091" y="946135"/>
                  <a:ext cx="361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86211B8-8765-36FC-F20B-499E3FA604FD}"/>
                    </a:ext>
                  </a:extLst>
                </p14:cNvPr>
                <p14:cNvContentPartPr/>
                <p14:nvPr/>
              </p14:nvContentPartPr>
              <p14:xfrm>
                <a:off x="9570491" y="1031455"/>
                <a:ext cx="267840" cy="96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86211B8-8765-36FC-F20B-499E3FA604F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61491" y="1022455"/>
                  <a:ext cx="28548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9F1894F-8E40-05A8-F4DD-5FB84B1479AD}"/>
                  </a:ext>
                </a:extLst>
              </p14:cNvPr>
              <p14:cNvContentPartPr/>
              <p14:nvPr/>
            </p14:nvContentPartPr>
            <p14:xfrm>
              <a:off x="9907091" y="956575"/>
              <a:ext cx="266040" cy="1576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9F1894F-8E40-05A8-F4DD-5FB84B1479A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898091" y="947935"/>
                <a:ext cx="2836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80B2EC1-459C-8ADF-336F-77253E1EB169}"/>
                  </a:ext>
                </a:extLst>
              </p14:cNvPr>
              <p14:cNvContentPartPr/>
              <p14:nvPr/>
            </p14:nvContentPartPr>
            <p14:xfrm>
              <a:off x="10318931" y="930295"/>
              <a:ext cx="37800" cy="1746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80B2EC1-459C-8ADF-336F-77253E1EB169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309931" y="921655"/>
                <a:ext cx="554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DB58352-5FD7-58AE-B470-CA9665C35249}"/>
                  </a:ext>
                </a:extLst>
              </p14:cNvPr>
              <p14:cNvContentPartPr/>
              <p14:nvPr/>
            </p14:nvContentPartPr>
            <p14:xfrm>
              <a:off x="10330811" y="978175"/>
              <a:ext cx="235080" cy="1479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DB58352-5FD7-58AE-B470-CA9665C3524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321811" y="969535"/>
                <a:ext cx="2527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EEB3E3F0-3421-19EB-3BCA-A16510FA13A2}"/>
                  </a:ext>
                </a:extLst>
              </p14:cNvPr>
              <p14:cNvContentPartPr/>
              <p14:nvPr/>
            </p14:nvContentPartPr>
            <p14:xfrm>
              <a:off x="2692331" y="3160135"/>
              <a:ext cx="2360160" cy="756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EEB3E3F0-3421-19EB-3BCA-A16510FA13A2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83331" y="3151495"/>
                <a:ext cx="237780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8653854-2F31-6AD8-1D51-CDF143DC8B12}"/>
              </a:ext>
            </a:extLst>
          </p:cNvPr>
          <p:cNvGrpSpPr/>
          <p:nvPr/>
        </p:nvGrpSpPr>
        <p:grpSpPr>
          <a:xfrm>
            <a:off x="1903211" y="1994095"/>
            <a:ext cx="2380320" cy="474480"/>
            <a:chOff x="1903211" y="1994095"/>
            <a:chExt cx="238032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8707F6-FBA8-F06A-83F0-7DB2DA5C3CE9}"/>
                    </a:ext>
                  </a:extLst>
                </p14:cNvPr>
                <p14:cNvContentPartPr/>
                <p14:nvPr/>
              </p14:nvContentPartPr>
              <p14:xfrm>
                <a:off x="1903211" y="2086615"/>
                <a:ext cx="168480" cy="196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8707F6-FBA8-F06A-83F0-7DB2DA5C3CE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894571" y="2077975"/>
                  <a:ext cx="186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EAAFD2-C97C-1954-51E8-2E264B7B49DD}"/>
                    </a:ext>
                  </a:extLst>
                </p14:cNvPr>
                <p14:cNvContentPartPr/>
                <p14:nvPr/>
              </p14:nvContentPartPr>
              <p14:xfrm>
                <a:off x="2201651" y="2114695"/>
                <a:ext cx="33480" cy="118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EAAFD2-C97C-1954-51E8-2E264B7B49D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193011" y="2106055"/>
                  <a:ext cx="511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5847F0-971A-6B6B-7BC3-F2889DE30042}"/>
                    </a:ext>
                  </a:extLst>
                </p14:cNvPr>
                <p14:cNvContentPartPr/>
                <p14:nvPr/>
              </p14:nvContentPartPr>
              <p14:xfrm>
                <a:off x="2540051" y="2055655"/>
                <a:ext cx="40680" cy="228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5847F0-971A-6B6B-7BC3-F2889DE3004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531411" y="2047015"/>
                  <a:ext cx="58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88BCE9-0DCF-7E2F-5E43-1141507EFD3E}"/>
                    </a:ext>
                  </a:extLst>
                </p14:cNvPr>
                <p14:cNvContentPartPr/>
                <p14:nvPr/>
              </p14:nvContentPartPr>
              <p14:xfrm>
                <a:off x="2418731" y="1994095"/>
                <a:ext cx="317520" cy="171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88BCE9-0DCF-7E2F-5E43-1141507EFD3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10091" y="1985095"/>
                  <a:ext cx="335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423C0FE-4F90-D13D-C093-A2F3057012DA}"/>
                    </a:ext>
                  </a:extLst>
                </p14:cNvPr>
                <p14:cNvContentPartPr/>
                <p14:nvPr/>
              </p14:nvContentPartPr>
              <p14:xfrm>
                <a:off x="2733371" y="2124775"/>
                <a:ext cx="451080" cy="199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423C0FE-4F90-D13D-C093-A2F3057012D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724731" y="2115775"/>
                  <a:ext cx="468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A877556-A7EC-B13E-9CCE-8A978AD9A272}"/>
                    </a:ext>
                  </a:extLst>
                </p14:cNvPr>
                <p14:cNvContentPartPr/>
                <p14:nvPr/>
              </p14:nvContentPartPr>
              <p14:xfrm>
                <a:off x="3305411" y="2070775"/>
                <a:ext cx="168120" cy="21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A877556-A7EC-B13E-9CCE-8A978AD9A27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96411" y="2061775"/>
                  <a:ext cx="185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EC5865-3A89-A1D6-F62C-C3F163570D09}"/>
                    </a:ext>
                  </a:extLst>
                </p14:cNvPr>
                <p14:cNvContentPartPr/>
                <p14:nvPr/>
              </p14:nvContentPartPr>
              <p14:xfrm>
                <a:off x="3576491" y="2063935"/>
                <a:ext cx="275760" cy="21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EC5865-3A89-A1D6-F62C-C3F163570D0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567491" y="2054935"/>
                  <a:ext cx="293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8EDF04-5F59-9AAF-B6E0-3CABD08639F0}"/>
                    </a:ext>
                  </a:extLst>
                </p14:cNvPr>
                <p14:cNvContentPartPr/>
                <p14:nvPr/>
              </p14:nvContentPartPr>
              <p14:xfrm>
                <a:off x="3900491" y="2088415"/>
                <a:ext cx="55440" cy="143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8EDF04-5F59-9AAF-B6E0-3CABD08639F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891851" y="2079775"/>
                  <a:ext cx="73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5AE02BA-1C1F-1E8A-6F0E-F1B2007A7B9A}"/>
                    </a:ext>
                  </a:extLst>
                </p14:cNvPr>
                <p14:cNvContentPartPr/>
                <p14:nvPr/>
              </p14:nvContentPartPr>
              <p14:xfrm>
                <a:off x="3888611" y="2042335"/>
                <a:ext cx="192600" cy="139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5AE02BA-1C1F-1E8A-6F0E-F1B2007A7B9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879611" y="2033335"/>
                  <a:ext cx="210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DA11A3-396D-A092-A182-71893ACAE8A8}"/>
                    </a:ext>
                  </a:extLst>
                </p14:cNvPr>
                <p14:cNvContentPartPr/>
                <p14:nvPr/>
              </p14:nvContentPartPr>
              <p14:xfrm>
                <a:off x="4078691" y="2154295"/>
                <a:ext cx="195120" cy="152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DA11A3-396D-A092-A182-71893ACAE8A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70051" y="2145655"/>
                  <a:ext cx="212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D542D0E-BF81-88FB-7365-320BB253E42F}"/>
                    </a:ext>
                  </a:extLst>
                </p14:cNvPr>
                <p14:cNvContentPartPr/>
                <p14:nvPr/>
              </p14:nvContentPartPr>
              <p14:xfrm>
                <a:off x="2667851" y="2329255"/>
                <a:ext cx="1615680" cy="139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D542D0E-BF81-88FB-7365-320BB253E42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658851" y="2320255"/>
                  <a:ext cx="163332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7509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ED69C4-545F-331E-756F-BCA32C3C8F76}"/>
              </a:ext>
            </a:extLst>
          </p:cNvPr>
          <p:cNvGrpSpPr/>
          <p:nvPr/>
        </p:nvGrpSpPr>
        <p:grpSpPr>
          <a:xfrm>
            <a:off x="262691" y="247735"/>
            <a:ext cx="359640" cy="470880"/>
            <a:chOff x="262691" y="247735"/>
            <a:chExt cx="35964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D41B0E-BF2E-E512-E97E-347FDD784C14}"/>
                    </a:ext>
                  </a:extLst>
                </p14:cNvPr>
                <p14:cNvContentPartPr/>
                <p14:nvPr/>
              </p14:nvContentPartPr>
              <p14:xfrm>
                <a:off x="262691" y="404695"/>
                <a:ext cx="172440" cy="123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D41B0E-BF2E-E512-E97E-347FDD784C1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4051" y="396055"/>
                  <a:ext cx="190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3353AF-A06C-D615-8BC7-9E530B1910F7}"/>
                    </a:ext>
                  </a:extLst>
                </p14:cNvPr>
                <p14:cNvContentPartPr/>
                <p14:nvPr/>
              </p14:nvContentPartPr>
              <p14:xfrm>
                <a:off x="394091" y="247735"/>
                <a:ext cx="228240" cy="470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3353AF-A06C-D615-8BC7-9E530B1910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5451" y="238735"/>
                  <a:ext cx="245880" cy="48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620D23-1645-E662-9C06-B0A8BE7E731A}"/>
              </a:ext>
            </a:extLst>
          </p:cNvPr>
          <p:cNvGrpSpPr/>
          <p:nvPr/>
        </p:nvGrpSpPr>
        <p:grpSpPr>
          <a:xfrm>
            <a:off x="850931" y="371215"/>
            <a:ext cx="573840" cy="353160"/>
            <a:chOff x="850931" y="371215"/>
            <a:chExt cx="57384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BE8E9D6-6A9A-BB73-7644-309389E24EFC}"/>
                    </a:ext>
                  </a:extLst>
                </p14:cNvPr>
                <p14:cNvContentPartPr/>
                <p14:nvPr/>
              </p14:nvContentPartPr>
              <p14:xfrm>
                <a:off x="850931" y="371215"/>
                <a:ext cx="219240" cy="353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BE8E9D6-6A9A-BB73-7644-309389E24E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2291" y="362215"/>
                  <a:ext cx="2368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2F2E6A-4FB3-F5B3-AB37-56A04ADC0685}"/>
                    </a:ext>
                  </a:extLst>
                </p14:cNvPr>
                <p14:cNvContentPartPr/>
                <p14:nvPr/>
              </p14:nvContentPartPr>
              <p14:xfrm>
                <a:off x="1025531" y="546535"/>
                <a:ext cx="106560" cy="95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2F2E6A-4FB3-F5B3-AB37-56A04ADC068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6891" y="537895"/>
                  <a:ext cx="124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83166F-D7B6-910C-4CBE-450B4B71FBA8}"/>
                    </a:ext>
                  </a:extLst>
                </p14:cNvPr>
                <p14:cNvContentPartPr/>
                <p14:nvPr/>
              </p14:nvContentPartPr>
              <p14:xfrm>
                <a:off x="1266731" y="430975"/>
                <a:ext cx="158040" cy="78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83166F-D7B6-910C-4CBE-450B4B71FB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57731" y="421975"/>
                  <a:ext cx="1756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DADAD6-EFBD-AAD9-2B45-5F70E09EE30B}"/>
              </a:ext>
            </a:extLst>
          </p:cNvPr>
          <p:cNvGrpSpPr/>
          <p:nvPr/>
        </p:nvGrpSpPr>
        <p:grpSpPr>
          <a:xfrm>
            <a:off x="1702331" y="169975"/>
            <a:ext cx="1852200" cy="498240"/>
            <a:chOff x="1702331" y="169975"/>
            <a:chExt cx="1852200" cy="49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79D96B-3412-22BC-6D7F-101869381C8F}"/>
                    </a:ext>
                  </a:extLst>
                </p14:cNvPr>
                <p14:cNvContentPartPr/>
                <p14:nvPr/>
              </p14:nvContentPartPr>
              <p14:xfrm>
                <a:off x="1702331" y="321895"/>
                <a:ext cx="34920" cy="199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79D96B-3412-22BC-6D7F-101869381C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3691" y="312895"/>
                  <a:ext cx="52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38A05B-DAB0-4AE5-6E21-D7E662BDA87F}"/>
                    </a:ext>
                  </a:extLst>
                </p14:cNvPr>
                <p14:cNvContentPartPr/>
                <p14:nvPr/>
              </p14:nvContentPartPr>
              <p14:xfrm>
                <a:off x="1786571" y="383095"/>
                <a:ext cx="121320" cy="120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38A05B-DAB0-4AE5-6E21-D7E662BDA8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77931" y="374095"/>
                  <a:ext cx="138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25B571-2C2A-2B06-1812-35A2E0924202}"/>
                    </a:ext>
                  </a:extLst>
                </p14:cNvPr>
                <p14:cNvContentPartPr/>
                <p14:nvPr/>
              </p14:nvContentPartPr>
              <p14:xfrm>
                <a:off x="1998251" y="362215"/>
                <a:ext cx="122400" cy="167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25B571-2C2A-2B06-1812-35A2E09242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9611" y="353575"/>
                  <a:ext cx="140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27BA4A-9CC7-F730-0DA5-C30B8EA77133}"/>
                    </a:ext>
                  </a:extLst>
                </p14:cNvPr>
                <p14:cNvContentPartPr/>
                <p14:nvPr/>
              </p14:nvContentPartPr>
              <p14:xfrm>
                <a:off x="2181851" y="169975"/>
                <a:ext cx="451440" cy="331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027BA4A-9CC7-F730-0DA5-C30B8EA771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72851" y="161335"/>
                  <a:ext cx="4690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A94A178-BED3-D13E-05AD-22B4ECE3428A}"/>
                    </a:ext>
                  </a:extLst>
                </p14:cNvPr>
                <p14:cNvContentPartPr/>
                <p14:nvPr/>
              </p14:nvContentPartPr>
              <p14:xfrm>
                <a:off x="2693051" y="183295"/>
                <a:ext cx="81000" cy="316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A94A178-BED3-D13E-05AD-22B4ECE342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84411" y="174655"/>
                  <a:ext cx="986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185C99-81F4-1876-9A25-E010353068C7}"/>
                    </a:ext>
                  </a:extLst>
                </p14:cNvPr>
                <p14:cNvContentPartPr/>
                <p14:nvPr/>
              </p14:nvContentPartPr>
              <p14:xfrm>
                <a:off x="2780891" y="351415"/>
                <a:ext cx="32400" cy="186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185C99-81F4-1876-9A25-E010353068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71891" y="342775"/>
                  <a:ext cx="50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29141B-FDDB-0D23-F11B-89F6F9A491D4}"/>
                    </a:ext>
                  </a:extLst>
                </p14:cNvPr>
                <p14:cNvContentPartPr/>
                <p14:nvPr/>
              </p14:nvContentPartPr>
              <p14:xfrm>
                <a:off x="2803931" y="405055"/>
                <a:ext cx="234720" cy="263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29141B-FDDB-0D23-F11B-89F6F9A491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94931" y="396415"/>
                  <a:ext cx="2523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FBC5E82-2FDA-E886-D6B5-7FDF9F906A3F}"/>
                    </a:ext>
                  </a:extLst>
                </p14:cNvPr>
                <p14:cNvContentPartPr/>
                <p14:nvPr/>
              </p14:nvContentPartPr>
              <p14:xfrm>
                <a:off x="3102731" y="345655"/>
                <a:ext cx="267120" cy="195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FBC5E82-2FDA-E886-D6B5-7FDF9F906A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94091" y="337015"/>
                  <a:ext cx="284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C6ACBE-1021-7FEA-8462-A771B506EB65}"/>
                    </a:ext>
                  </a:extLst>
                </p14:cNvPr>
                <p14:cNvContentPartPr/>
                <p14:nvPr/>
              </p14:nvContentPartPr>
              <p14:xfrm>
                <a:off x="3381371" y="441415"/>
                <a:ext cx="173160" cy="9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C6ACBE-1021-7FEA-8462-A771B506EB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72371" y="432775"/>
                  <a:ext cx="1908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5938D9-9CE5-8FE4-DA07-8ECD7D3BB3B6}"/>
              </a:ext>
            </a:extLst>
          </p:cNvPr>
          <p:cNvGrpSpPr/>
          <p:nvPr/>
        </p:nvGrpSpPr>
        <p:grpSpPr>
          <a:xfrm>
            <a:off x="873611" y="1000495"/>
            <a:ext cx="547200" cy="252360"/>
            <a:chOff x="873611" y="1000495"/>
            <a:chExt cx="54720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44709E-B6FF-8486-276A-9ADE5DC10664}"/>
                    </a:ext>
                  </a:extLst>
                </p14:cNvPr>
                <p14:cNvContentPartPr/>
                <p14:nvPr/>
              </p14:nvContentPartPr>
              <p14:xfrm>
                <a:off x="873611" y="1000495"/>
                <a:ext cx="248760" cy="252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44709E-B6FF-8486-276A-9ADE5DC106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4611" y="991855"/>
                  <a:ext cx="266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F8C4B9-6341-3E25-6496-0D60E360A76B}"/>
                    </a:ext>
                  </a:extLst>
                </p14:cNvPr>
                <p14:cNvContentPartPr/>
                <p14:nvPr/>
              </p14:nvContentPartPr>
              <p14:xfrm>
                <a:off x="1273211" y="1035775"/>
                <a:ext cx="147600" cy="93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F8C4B9-6341-3E25-6496-0D60E360A7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64211" y="1027135"/>
                  <a:ext cx="1652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DFC6816-1139-EBD5-8F7F-B1495D636EB5}"/>
              </a:ext>
            </a:extLst>
          </p:cNvPr>
          <p:cNvGrpSpPr/>
          <p:nvPr/>
        </p:nvGrpSpPr>
        <p:grpSpPr>
          <a:xfrm>
            <a:off x="1652291" y="972775"/>
            <a:ext cx="1242720" cy="261720"/>
            <a:chOff x="1652291" y="972775"/>
            <a:chExt cx="124272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835D92-91CB-42BF-B84E-F452AE980E8A}"/>
                    </a:ext>
                  </a:extLst>
                </p14:cNvPr>
                <p14:cNvContentPartPr/>
                <p14:nvPr/>
              </p14:nvContentPartPr>
              <p14:xfrm>
                <a:off x="1652291" y="972775"/>
                <a:ext cx="171360" cy="261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835D92-91CB-42BF-B84E-F452AE980E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43651" y="963775"/>
                  <a:ext cx="189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69642A-8317-1239-82A9-39B72C4DCF19}"/>
                    </a:ext>
                  </a:extLst>
                </p14:cNvPr>
                <p14:cNvContentPartPr/>
                <p14:nvPr/>
              </p14:nvContentPartPr>
              <p14:xfrm>
                <a:off x="1726091" y="1006255"/>
                <a:ext cx="208080" cy="19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69642A-8317-1239-82A9-39B72C4DCF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17091" y="997255"/>
                  <a:ext cx="2257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F29D52-0DDC-8020-5CCA-2E2A1961F911}"/>
                    </a:ext>
                  </a:extLst>
                </p14:cNvPr>
                <p14:cNvContentPartPr/>
                <p14:nvPr/>
              </p14:nvContentPartPr>
              <p14:xfrm>
                <a:off x="2067731" y="986095"/>
                <a:ext cx="177120" cy="24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F29D52-0DDC-8020-5CCA-2E2A1961F9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58731" y="977095"/>
                  <a:ext cx="1947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D07F6C-B54B-6B15-BDAE-E493431A4E99}"/>
                    </a:ext>
                  </a:extLst>
                </p14:cNvPr>
                <p14:cNvContentPartPr/>
                <p14:nvPr/>
              </p14:nvContentPartPr>
              <p14:xfrm>
                <a:off x="2330891" y="997615"/>
                <a:ext cx="374040" cy="199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D07F6C-B54B-6B15-BDAE-E493431A4E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22251" y="988975"/>
                  <a:ext cx="3916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5BEDE2-E3DB-0DC7-8EA3-F83EC2570836}"/>
                    </a:ext>
                  </a:extLst>
                </p14:cNvPr>
                <p14:cNvContentPartPr/>
                <p14:nvPr/>
              </p14:nvContentPartPr>
              <p14:xfrm>
                <a:off x="2688011" y="978895"/>
                <a:ext cx="207000" cy="24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5BEDE2-E3DB-0DC7-8EA3-F83EC257083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79011" y="969895"/>
                  <a:ext cx="22464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B76690-926A-9541-C732-67A84DF5A227}"/>
              </a:ext>
            </a:extLst>
          </p:cNvPr>
          <p:cNvGrpSpPr/>
          <p:nvPr/>
        </p:nvGrpSpPr>
        <p:grpSpPr>
          <a:xfrm>
            <a:off x="3007691" y="880255"/>
            <a:ext cx="950040" cy="536040"/>
            <a:chOff x="3007691" y="880255"/>
            <a:chExt cx="95004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1AF8F27-1B4E-69ED-FA48-F8393082FED2}"/>
                    </a:ext>
                  </a:extLst>
                </p14:cNvPr>
                <p14:cNvContentPartPr/>
                <p14:nvPr/>
              </p14:nvContentPartPr>
              <p14:xfrm>
                <a:off x="3007691" y="880255"/>
                <a:ext cx="147240" cy="135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1AF8F27-1B4E-69ED-FA48-F8393082FE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99051" y="871615"/>
                  <a:ext cx="164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A83A22-22D7-5FBD-2627-544C757DCA82}"/>
                    </a:ext>
                  </a:extLst>
                </p14:cNvPr>
                <p14:cNvContentPartPr/>
                <p14:nvPr/>
              </p14:nvContentPartPr>
              <p14:xfrm>
                <a:off x="3158171" y="884935"/>
                <a:ext cx="119520" cy="348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A83A22-22D7-5FBD-2627-544C757DCA8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49531" y="876295"/>
                  <a:ext cx="1371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5934F1-1711-09EE-35B8-213A32F36597}"/>
                    </a:ext>
                  </a:extLst>
                </p14:cNvPr>
                <p14:cNvContentPartPr/>
                <p14:nvPr/>
              </p14:nvContentPartPr>
              <p14:xfrm>
                <a:off x="3245291" y="1116775"/>
                <a:ext cx="241560" cy="299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5934F1-1711-09EE-35B8-213A32F365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36291" y="1108135"/>
                  <a:ext cx="2592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13D6952-0403-EA86-3C2E-E88891D97243}"/>
                    </a:ext>
                  </a:extLst>
                </p14:cNvPr>
                <p14:cNvContentPartPr/>
                <p14:nvPr/>
              </p14:nvContentPartPr>
              <p14:xfrm>
                <a:off x="3534011" y="1149175"/>
                <a:ext cx="131760" cy="31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13D6952-0403-EA86-3C2E-E88891D972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25371" y="1140535"/>
                  <a:ext cx="1494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F80687-8079-DFCA-F23C-C89328E9A247}"/>
                    </a:ext>
                  </a:extLst>
                </p14:cNvPr>
                <p14:cNvContentPartPr/>
                <p14:nvPr/>
              </p14:nvContentPartPr>
              <p14:xfrm>
                <a:off x="3747131" y="1027495"/>
                <a:ext cx="210600" cy="199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F80687-8079-DFCA-F23C-C89328E9A2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38491" y="1018495"/>
                  <a:ext cx="22824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1056DFF-C305-5535-4DDD-37C6AA8E736B}"/>
                  </a:ext>
                </a:extLst>
              </p14:cNvPr>
              <p14:cNvContentPartPr/>
              <p14:nvPr/>
            </p14:nvContentPartPr>
            <p14:xfrm>
              <a:off x="5106851" y="401095"/>
              <a:ext cx="11880" cy="119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1056DFF-C305-5535-4DDD-37C6AA8E73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97851" y="392455"/>
                <a:ext cx="2952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F69EC68-C1CD-D5A5-C583-9EC16DE67E2C}"/>
              </a:ext>
            </a:extLst>
          </p:cNvPr>
          <p:cNvGrpSpPr/>
          <p:nvPr/>
        </p:nvGrpSpPr>
        <p:grpSpPr>
          <a:xfrm>
            <a:off x="5304851" y="313975"/>
            <a:ext cx="192960" cy="95400"/>
            <a:chOff x="5304851" y="313975"/>
            <a:chExt cx="19296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AFC7725-8084-6A3A-F3EB-4468EA496E7E}"/>
                    </a:ext>
                  </a:extLst>
                </p14:cNvPr>
                <p14:cNvContentPartPr/>
                <p14:nvPr/>
              </p14:nvContentPartPr>
              <p14:xfrm>
                <a:off x="5324651" y="313975"/>
                <a:ext cx="152280" cy="21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AFC7725-8084-6A3A-F3EB-4468EA496E7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16011" y="305335"/>
                  <a:ext cx="169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E16C3D-9C72-6AAC-4F9F-97C6DDACAC01}"/>
                    </a:ext>
                  </a:extLst>
                </p14:cNvPr>
                <p14:cNvContentPartPr/>
                <p14:nvPr/>
              </p14:nvContentPartPr>
              <p14:xfrm>
                <a:off x="5304851" y="381295"/>
                <a:ext cx="192960" cy="28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E16C3D-9C72-6AAC-4F9F-97C6DDACAC0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96211" y="372295"/>
                  <a:ext cx="2106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C40C545-EB9D-EB6E-48A9-B34C0EA10764}"/>
                  </a:ext>
                </a:extLst>
              </p14:cNvPr>
              <p14:cNvContentPartPr/>
              <p14:nvPr/>
            </p14:nvContentPartPr>
            <p14:xfrm>
              <a:off x="4705451" y="249175"/>
              <a:ext cx="45360" cy="1836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C40C545-EB9D-EB6E-48A9-B34C0EA1076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696811" y="240535"/>
                <a:ext cx="630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31D3146-51C1-A42C-C765-419E5BD5F6E1}"/>
                  </a:ext>
                </a:extLst>
              </p14:cNvPr>
              <p14:cNvContentPartPr/>
              <p14:nvPr/>
            </p14:nvContentPartPr>
            <p14:xfrm>
              <a:off x="4663691" y="198415"/>
              <a:ext cx="270360" cy="1249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31D3146-51C1-A42C-C765-419E5BD5F6E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54691" y="189415"/>
                <a:ext cx="2880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BC2327D-16BD-81C9-3E7E-5F3A9DF29FD7}"/>
                  </a:ext>
                </a:extLst>
              </p14:cNvPr>
              <p14:cNvContentPartPr/>
              <p14:nvPr/>
            </p14:nvContentPartPr>
            <p14:xfrm>
              <a:off x="5759531" y="260695"/>
              <a:ext cx="217440" cy="1508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BC2327D-16BD-81C9-3E7E-5F3A9DF29FD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50891" y="251695"/>
                <a:ext cx="2350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4090BEC-8C87-5C57-406D-4F6AF69E6702}"/>
                  </a:ext>
                </a:extLst>
              </p14:cNvPr>
              <p14:cNvContentPartPr/>
              <p14:nvPr/>
            </p14:nvContentPartPr>
            <p14:xfrm>
              <a:off x="6077411" y="235855"/>
              <a:ext cx="182160" cy="1620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4090BEC-8C87-5C57-406D-4F6AF69E670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068771" y="227215"/>
                <a:ext cx="1998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5F989E8-2B85-1C8D-9A8D-5C60F4868264}"/>
                  </a:ext>
                </a:extLst>
              </p14:cNvPr>
              <p14:cNvContentPartPr/>
              <p14:nvPr/>
            </p14:nvContentPartPr>
            <p14:xfrm>
              <a:off x="6395291" y="209215"/>
              <a:ext cx="223200" cy="1731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5F989E8-2B85-1C8D-9A8D-5C60F486826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386651" y="200215"/>
                <a:ext cx="2408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8BE0B27-6351-FEB3-063B-24A4CF2A0E9E}"/>
                  </a:ext>
                </a:extLst>
              </p14:cNvPr>
              <p14:cNvContentPartPr/>
              <p14:nvPr/>
            </p14:nvContentPartPr>
            <p14:xfrm>
              <a:off x="6678971" y="214615"/>
              <a:ext cx="26280" cy="1346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8BE0B27-6351-FEB3-063B-24A4CF2A0E9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70331" y="205975"/>
                <a:ext cx="439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936FDB2-EF91-E31A-AE72-2D44032FB8B0}"/>
                  </a:ext>
                </a:extLst>
              </p14:cNvPr>
              <p14:cNvContentPartPr/>
              <p14:nvPr/>
            </p14:nvContentPartPr>
            <p14:xfrm>
              <a:off x="6655571" y="157735"/>
              <a:ext cx="404640" cy="253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936FDB2-EF91-E31A-AE72-2D44032FB8B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646931" y="148735"/>
                <a:ext cx="4222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C58DDED-E84F-98B8-3C0D-4F5450A1BB8C}"/>
                  </a:ext>
                </a:extLst>
              </p14:cNvPr>
              <p14:cNvContentPartPr/>
              <p14:nvPr/>
            </p14:nvContentPartPr>
            <p14:xfrm>
              <a:off x="4702211" y="914095"/>
              <a:ext cx="25560" cy="2016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C58DDED-E84F-98B8-3C0D-4F5450A1BB8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93211" y="905455"/>
                <a:ext cx="4320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3CB86FC-0118-C67C-5D1B-9BCD4795901E}"/>
                  </a:ext>
                </a:extLst>
              </p14:cNvPr>
              <p14:cNvContentPartPr/>
              <p14:nvPr/>
            </p14:nvContentPartPr>
            <p14:xfrm>
              <a:off x="4535891" y="921295"/>
              <a:ext cx="363960" cy="201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3CB86FC-0118-C67C-5D1B-9BCD4795901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526891" y="912295"/>
                <a:ext cx="381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680C29B-9F3B-0677-C795-9B7F692FDF23}"/>
                  </a:ext>
                </a:extLst>
              </p14:cNvPr>
              <p14:cNvContentPartPr/>
              <p14:nvPr/>
            </p14:nvContentPartPr>
            <p14:xfrm>
              <a:off x="5020811" y="1049095"/>
              <a:ext cx="13680" cy="185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680C29B-9F3B-0677-C795-9B7F692FDF2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011811" y="1040095"/>
                <a:ext cx="31320" cy="2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40EA215C-E8F0-2972-9FF9-96BAF9E59433}"/>
              </a:ext>
            </a:extLst>
          </p:cNvPr>
          <p:cNvGrpSpPr/>
          <p:nvPr/>
        </p:nvGrpSpPr>
        <p:grpSpPr>
          <a:xfrm>
            <a:off x="5331851" y="926335"/>
            <a:ext cx="189000" cy="92520"/>
            <a:chOff x="5331851" y="926335"/>
            <a:chExt cx="189000" cy="9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D16010E-3A8A-C10B-BD4A-F200692077FC}"/>
                    </a:ext>
                  </a:extLst>
                </p14:cNvPr>
                <p14:cNvContentPartPr/>
                <p14:nvPr/>
              </p14:nvContentPartPr>
              <p14:xfrm>
                <a:off x="5331851" y="926335"/>
                <a:ext cx="189000" cy="14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D16010E-3A8A-C10B-BD4A-F200692077F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23211" y="917695"/>
                  <a:ext cx="206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DC7ABB-151F-6589-E6A0-E2E51C373A45}"/>
                    </a:ext>
                  </a:extLst>
                </p14:cNvPr>
                <p14:cNvContentPartPr/>
                <p14:nvPr/>
              </p14:nvContentPartPr>
              <p14:xfrm>
                <a:off x="5358851" y="1009855"/>
                <a:ext cx="149040" cy="9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DC7ABB-151F-6589-E6A0-E2E51C373A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49851" y="1000855"/>
                  <a:ext cx="1666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49F7ED0-2250-8547-9C78-9E7633148C6C}"/>
              </a:ext>
            </a:extLst>
          </p:cNvPr>
          <p:cNvGrpSpPr/>
          <p:nvPr/>
        </p:nvGrpSpPr>
        <p:grpSpPr>
          <a:xfrm>
            <a:off x="5755571" y="851815"/>
            <a:ext cx="1266840" cy="264600"/>
            <a:chOff x="5755571" y="851815"/>
            <a:chExt cx="126684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231C0E-80D5-4F42-5525-5A5A79E6F205}"/>
                    </a:ext>
                  </a:extLst>
                </p14:cNvPr>
                <p14:cNvContentPartPr/>
                <p14:nvPr/>
              </p14:nvContentPartPr>
              <p14:xfrm>
                <a:off x="5755571" y="851815"/>
                <a:ext cx="232920" cy="154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231C0E-80D5-4F42-5525-5A5A79E6F20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46571" y="842815"/>
                  <a:ext cx="250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7A45D00-8A71-CBD9-5FD7-AD98AD91B436}"/>
                    </a:ext>
                  </a:extLst>
                </p14:cNvPr>
                <p14:cNvContentPartPr/>
                <p14:nvPr/>
              </p14:nvContentPartPr>
              <p14:xfrm>
                <a:off x="5888051" y="888535"/>
                <a:ext cx="97200" cy="22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A45D00-8A71-CBD9-5FD7-AD98AD91B4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79411" y="879535"/>
                  <a:ext cx="114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CBEE927-5749-91E6-57FD-E5A8DEFD7E13}"/>
                    </a:ext>
                  </a:extLst>
                </p14:cNvPr>
                <p14:cNvContentPartPr/>
                <p14:nvPr/>
              </p14:nvContentPartPr>
              <p14:xfrm>
                <a:off x="6096131" y="878455"/>
                <a:ext cx="196200" cy="232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CBEE927-5749-91E6-57FD-E5A8DEFD7E1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87491" y="869815"/>
                  <a:ext cx="213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8EA7C7-721F-2D29-7F7D-F0167F0B1897}"/>
                    </a:ext>
                  </a:extLst>
                </p14:cNvPr>
                <p14:cNvContentPartPr/>
                <p14:nvPr/>
              </p14:nvContentPartPr>
              <p14:xfrm>
                <a:off x="6366131" y="892135"/>
                <a:ext cx="152640" cy="100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8EA7C7-721F-2D29-7F7D-F0167F0B189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57131" y="883495"/>
                  <a:ext cx="170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AAE3A2-CEB9-DE4F-5264-5FAD29F1210B}"/>
                    </a:ext>
                  </a:extLst>
                </p14:cNvPr>
                <p14:cNvContentPartPr/>
                <p14:nvPr/>
              </p14:nvContentPartPr>
              <p14:xfrm>
                <a:off x="6390971" y="986095"/>
                <a:ext cx="276120" cy="124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AAE3A2-CEB9-DE4F-5264-5FAD29F1210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81971" y="977095"/>
                  <a:ext cx="293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209E9B2-D913-D6F3-ABD9-6CDA3A04FF0E}"/>
                    </a:ext>
                  </a:extLst>
                </p14:cNvPr>
                <p14:cNvContentPartPr/>
                <p14:nvPr/>
              </p14:nvContentPartPr>
              <p14:xfrm>
                <a:off x="6765011" y="901855"/>
                <a:ext cx="257400" cy="203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209E9B2-D913-D6F3-ABD9-6CDA3A04FF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56371" y="893215"/>
                  <a:ext cx="27504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2817005-1650-4A12-A8E0-022CF6B8C1AA}"/>
              </a:ext>
            </a:extLst>
          </p:cNvPr>
          <p:cNvGrpSpPr/>
          <p:nvPr/>
        </p:nvGrpSpPr>
        <p:grpSpPr>
          <a:xfrm>
            <a:off x="7242371" y="846415"/>
            <a:ext cx="284400" cy="265320"/>
            <a:chOff x="7242371" y="846415"/>
            <a:chExt cx="28440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35F33B-3905-4E36-32C1-2D88ECEB9C32}"/>
                    </a:ext>
                  </a:extLst>
                </p14:cNvPr>
                <p14:cNvContentPartPr/>
                <p14:nvPr/>
              </p14:nvContentPartPr>
              <p14:xfrm>
                <a:off x="7242371" y="846415"/>
                <a:ext cx="37080" cy="229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35F33B-3905-4E36-32C1-2D88ECEB9C3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3371" y="837775"/>
                  <a:ext cx="54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EFA6D0-EBEC-E36E-79E7-2645B6627DEC}"/>
                    </a:ext>
                  </a:extLst>
                </p14:cNvPr>
                <p14:cNvContentPartPr/>
                <p14:nvPr/>
              </p14:nvContentPartPr>
              <p14:xfrm>
                <a:off x="7290251" y="963055"/>
                <a:ext cx="236520" cy="148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EFA6D0-EBEC-E36E-79E7-2645B6627DE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81251" y="954415"/>
                  <a:ext cx="25416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56C57F5-BDDD-8594-C2D4-A06634873D5C}"/>
              </a:ext>
            </a:extLst>
          </p:cNvPr>
          <p:cNvGrpSpPr/>
          <p:nvPr/>
        </p:nvGrpSpPr>
        <p:grpSpPr>
          <a:xfrm>
            <a:off x="8234171" y="155935"/>
            <a:ext cx="719280" cy="365400"/>
            <a:chOff x="8234171" y="155935"/>
            <a:chExt cx="71928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71707BE-172E-0308-3331-BF0C8B2729F8}"/>
                    </a:ext>
                  </a:extLst>
                </p14:cNvPr>
                <p14:cNvContentPartPr/>
                <p14:nvPr/>
              </p14:nvContentPartPr>
              <p14:xfrm>
                <a:off x="8301491" y="227215"/>
                <a:ext cx="25560" cy="257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71707BE-172E-0308-3331-BF0C8B2729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92851" y="218215"/>
                  <a:ext cx="432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9FD998-7CF8-3094-3F07-23F8E3C32D3E}"/>
                    </a:ext>
                  </a:extLst>
                </p14:cNvPr>
                <p14:cNvContentPartPr/>
                <p14:nvPr/>
              </p14:nvContentPartPr>
              <p14:xfrm>
                <a:off x="8234171" y="155935"/>
                <a:ext cx="245880" cy="170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9FD998-7CF8-3094-3F07-23F8E3C32D3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25171" y="147295"/>
                  <a:ext cx="263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065379-DDC6-3FF7-BB6C-9B81E2149EB9}"/>
                    </a:ext>
                  </a:extLst>
                </p14:cNvPr>
                <p14:cNvContentPartPr/>
                <p14:nvPr/>
              </p14:nvContentPartPr>
              <p14:xfrm>
                <a:off x="8455211" y="347095"/>
                <a:ext cx="463320" cy="174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065379-DDC6-3FF7-BB6C-9B81E2149EB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46211" y="338095"/>
                  <a:ext cx="480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6171EDB-0482-24C8-BD34-E2E840C8CF2D}"/>
                    </a:ext>
                  </a:extLst>
                </p14:cNvPr>
                <p14:cNvContentPartPr/>
                <p14:nvPr/>
              </p14:nvContentPartPr>
              <p14:xfrm>
                <a:off x="8806571" y="412615"/>
                <a:ext cx="146880" cy="16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6171EDB-0482-24C8-BD34-E2E840C8CF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97571" y="403975"/>
                  <a:ext cx="16452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FD273BB-3287-6262-0D1E-78990E6B3CCD}"/>
                  </a:ext>
                </a:extLst>
              </p14:cNvPr>
              <p14:cNvContentPartPr/>
              <p14:nvPr/>
            </p14:nvContentPartPr>
            <p14:xfrm>
              <a:off x="9178451" y="214255"/>
              <a:ext cx="205200" cy="2635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FD273BB-3287-6262-0D1E-78990E6B3CC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169811" y="205615"/>
                <a:ext cx="22284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3D1F121F-1666-285E-8B88-4B274F9909FF}"/>
              </a:ext>
            </a:extLst>
          </p:cNvPr>
          <p:cNvGrpSpPr/>
          <p:nvPr/>
        </p:nvGrpSpPr>
        <p:grpSpPr>
          <a:xfrm>
            <a:off x="9699371" y="177535"/>
            <a:ext cx="774360" cy="267120"/>
            <a:chOff x="9699371" y="177535"/>
            <a:chExt cx="77436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08802F-B761-0CD7-648F-1E62AC3388E3}"/>
                    </a:ext>
                  </a:extLst>
                </p14:cNvPr>
                <p14:cNvContentPartPr/>
                <p14:nvPr/>
              </p14:nvContentPartPr>
              <p14:xfrm>
                <a:off x="9699371" y="177535"/>
                <a:ext cx="256320" cy="267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08802F-B761-0CD7-648F-1E62AC3388E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90371" y="168535"/>
                  <a:ext cx="273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656CB7-A2CF-22CE-5854-3B0BE7782E44}"/>
                    </a:ext>
                  </a:extLst>
                </p14:cNvPr>
                <p14:cNvContentPartPr/>
                <p14:nvPr/>
              </p14:nvContentPartPr>
              <p14:xfrm>
                <a:off x="9996011" y="230095"/>
                <a:ext cx="51120" cy="176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656CB7-A2CF-22CE-5854-3B0BE7782E4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87011" y="221095"/>
                  <a:ext cx="68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CCB8F94-20E8-FC25-1840-55F548A17F01}"/>
                    </a:ext>
                  </a:extLst>
                </p14:cNvPr>
                <p14:cNvContentPartPr/>
                <p14:nvPr/>
              </p14:nvContentPartPr>
              <p14:xfrm>
                <a:off x="10010051" y="183655"/>
                <a:ext cx="204120" cy="161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CCB8F94-20E8-FC25-1840-55F548A17F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01411" y="175015"/>
                  <a:ext cx="221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A4C2D80-DB3A-381C-C041-01150FBDE8EE}"/>
                    </a:ext>
                  </a:extLst>
                </p14:cNvPr>
                <p14:cNvContentPartPr/>
                <p14:nvPr/>
              </p14:nvContentPartPr>
              <p14:xfrm>
                <a:off x="10229291" y="309655"/>
                <a:ext cx="244440" cy="131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A4C2D80-DB3A-381C-C041-01150FBDE8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20651" y="301015"/>
                  <a:ext cx="262080" cy="14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C32949F-EB02-AD5A-4469-9687A9606349}"/>
                  </a:ext>
                </a:extLst>
              </p14:cNvPr>
              <p14:cNvContentPartPr/>
              <p14:nvPr/>
            </p14:nvContentPartPr>
            <p14:xfrm>
              <a:off x="8237411" y="910135"/>
              <a:ext cx="26640" cy="2361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C32949F-EB02-AD5A-4469-9687A960634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28411" y="901135"/>
                <a:ext cx="442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2674A76-9B60-640C-C7CD-6EB446EE1708}"/>
                  </a:ext>
                </a:extLst>
              </p14:cNvPr>
              <p14:cNvContentPartPr/>
              <p14:nvPr/>
            </p14:nvContentPartPr>
            <p14:xfrm>
              <a:off x="8153891" y="893215"/>
              <a:ext cx="324720" cy="306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2674A76-9B60-640C-C7CD-6EB446EE170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44891" y="884215"/>
                <a:ext cx="34236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6C30D17F-7572-FA08-3713-465A3CD392E2}"/>
              </a:ext>
            </a:extLst>
          </p:cNvPr>
          <p:cNvGrpSpPr/>
          <p:nvPr/>
        </p:nvGrpSpPr>
        <p:grpSpPr>
          <a:xfrm>
            <a:off x="8363771" y="965935"/>
            <a:ext cx="544680" cy="280440"/>
            <a:chOff x="8363771" y="965935"/>
            <a:chExt cx="54468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D1150A-D7C3-69E1-0B13-AAA6F8D034C3}"/>
                    </a:ext>
                  </a:extLst>
                </p14:cNvPr>
                <p14:cNvContentPartPr/>
                <p14:nvPr/>
              </p14:nvContentPartPr>
              <p14:xfrm>
                <a:off x="8363771" y="1111015"/>
                <a:ext cx="196200" cy="135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D1150A-D7C3-69E1-0B13-AAA6F8D034C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55131" y="1102375"/>
                  <a:ext cx="213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29C520-0438-33A9-251F-CFDCDE68D87B}"/>
                    </a:ext>
                  </a:extLst>
                </p14:cNvPr>
                <p14:cNvContentPartPr/>
                <p14:nvPr/>
              </p14:nvContentPartPr>
              <p14:xfrm>
                <a:off x="8722691" y="965935"/>
                <a:ext cx="142200" cy="20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29C520-0438-33A9-251F-CFDCDE68D87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14051" y="957295"/>
                  <a:ext cx="159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E68929C-E41A-7349-AF00-27257C99C5CF}"/>
                    </a:ext>
                  </a:extLst>
                </p14:cNvPr>
                <p14:cNvContentPartPr/>
                <p14:nvPr/>
              </p14:nvContentPartPr>
              <p14:xfrm>
                <a:off x="8730971" y="1032175"/>
                <a:ext cx="177480" cy="30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E68929C-E41A-7349-AF00-27257C99C5C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21971" y="1023535"/>
                  <a:ext cx="19512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9AAA59E-FC99-8E4B-6817-48316AF142C2}"/>
                  </a:ext>
                </a:extLst>
              </p14:cNvPr>
              <p14:cNvContentPartPr/>
              <p14:nvPr/>
            </p14:nvContentPartPr>
            <p14:xfrm>
              <a:off x="9109691" y="844615"/>
              <a:ext cx="162720" cy="1717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9AAA59E-FC99-8E4B-6817-48316AF142C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100691" y="835615"/>
                <a:ext cx="1803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432A9D5-3966-C4BD-1E52-6408FFF3CB37}"/>
                  </a:ext>
                </a:extLst>
              </p14:cNvPr>
              <p14:cNvContentPartPr/>
              <p14:nvPr/>
            </p14:nvContentPartPr>
            <p14:xfrm>
              <a:off x="9186011" y="1109575"/>
              <a:ext cx="20160" cy="579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432A9D5-3966-C4BD-1E52-6408FFF3CB3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177011" y="1100575"/>
                <a:ext cx="378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5CCBBAE-590A-3077-C47F-7D74BDBB4F88}"/>
                  </a:ext>
                </a:extLst>
              </p14:cNvPr>
              <p14:cNvContentPartPr/>
              <p14:nvPr/>
            </p14:nvContentPartPr>
            <p14:xfrm>
              <a:off x="298691" y="2174455"/>
              <a:ext cx="1068120" cy="504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5CCBBAE-590A-3077-C47F-7D74BDBB4F8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90051" y="2165455"/>
                <a:ext cx="108576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5B7F30D-3312-20CF-58F8-44E25D3185AD}"/>
              </a:ext>
            </a:extLst>
          </p:cNvPr>
          <p:cNvGrpSpPr/>
          <p:nvPr/>
        </p:nvGrpSpPr>
        <p:grpSpPr>
          <a:xfrm>
            <a:off x="248651" y="1829215"/>
            <a:ext cx="1297440" cy="239040"/>
            <a:chOff x="248651" y="1829215"/>
            <a:chExt cx="12974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C75D8B-A774-648A-CCB1-0C9839FC5119}"/>
                    </a:ext>
                  </a:extLst>
                </p14:cNvPr>
                <p14:cNvContentPartPr/>
                <p14:nvPr/>
              </p14:nvContentPartPr>
              <p14:xfrm>
                <a:off x="248651" y="1829215"/>
                <a:ext cx="160200" cy="239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C75D8B-A774-648A-CCB1-0C9839FC51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9651" y="1820575"/>
                  <a:ext cx="177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E3F89FA-EEE0-89B6-68F3-4D081108ADB4}"/>
                    </a:ext>
                  </a:extLst>
                </p14:cNvPr>
                <p14:cNvContentPartPr/>
                <p14:nvPr/>
              </p14:nvContentPartPr>
              <p14:xfrm>
                <a:off x="265931" y="1907695"/>
                <a:ext cx="311400" cy="129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E3F89FA-EEE0-89B6-68F3-4D081108ADB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6931" y="1898695"/>
                  <a:ext cx="329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2BE60E5-5E5F-DD75-B63C-99EE0BF6794E}"/>
                    </a:ext>
                  </a:extLst>
                </p14:cNvPr>
                <p14:cNvContentPartPr/>
                <p14:nvPr/>
              </p14:nvContentPartPr>
              <p14:xfrm>
                <a:off x="591371" y="1894735"/>
                <a:ext cx="126000" cy="135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2BE60E5-5E5F-DD75-B63C-99EE0BF679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2731" y="1886095"/>
                  <a:ext cx="143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6BAB44E-FE89-E4BF-7011-3B4CE75059E5}"/>
                    </a:ext>
                  </a:extLst>
                </p14:cNvPr>
                <p14:cNvContentPartPr/>
                <p14:nvPr/>
              </p14:nvContentPartPr>
              <p14:xfrm>
                <a:off x="725651" y="1924255"/>
                <a:ext cx="174960" cy="94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6BAB44E-FE89-E4BF-7011-3B4CE75059E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6651" y="1915615"/>
                  <a:ext cx="192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732C184-A5B7-826E-75DE-26810011F6CF}"/>
                    </a:ext>
                  </a:extLst>
                </p14:cNvPr>
                <p14:cNvContentPartPr/>
                <p14:nvPr/>
              </p14:nvContentPartPr>
              <p14:xfrm>
                <a:off x="928691" y="1896895"/>
                <a:ext cx="454320" cy="138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732C184-A5B7-826E-75DE-26810011F6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0051" y="1887895"/>
                  <a:ext cx="471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03F2F08-DE70-F67D-0468-A70C78CB4ED5}"/>
                    </a:ext>
                  </a:extLst>
                </p14:cNvPr>
                <p14:cNvContentPartPr/>
                <p14:nvPr/>
              </p14:nvContentPartPr>
              <p14:xfrm>
                <a:off x="1524851" y="1923175"/>
                <a:ext cx="5760" cy="11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03F2F08-DE70-F67D-0468-A70C78CB4ED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16211" y="1914535"/>
                  <a:ext cx="23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C372719-BCBC-F8B8-7330-4F7C65A25207}"/>
                    </a:ext>
                  </a:extLst>
                </p14:cNvPr>
                <p14:cNvContentPartPr/>
                <p14:nvPr/>
              </p14:nvContentPartPr>
              <p14:xfrm>
                <a:off x="1531331" y="1978255"/>
                <a:ext cx="14760" cy="40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C372719-BCBC-F8B8-7330-4F7C65A2520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22331" y="1969255"/>
                  <a:ext cx="3240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8C578DE-74A8-D31B-85BC-56022DF41100}"/>
              </a:ext>
            </a:extLst>
          </p:cNvPr>
          <p:cNvGrpSpPr/>
          <p:nvPr/>
        </p:nvGrpSpPr>
        <p:grpSpPr>
          <a:xfrm>
            <a:off x="1810691" y="1895455"/>
            <a:ext cx="415440" cy="152640"/>
            <a:chOff x="1810691" y="1895455"/>
            <a:chExt cx="41544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444B3F-2FD1-EB3B-A6CA-444EE480C2A9}"/>
                    </a:ext>
                  </a:extLst>
                </p14:cNvPr>
                <p14:cNvContentPartPr/>
                <p14:nvPr/>
              </p14:nvContentPartPr>
              <p14:xfrm>
                <a:off x="1810691" y="1924255"/>
                <a:ext cx="256320" cy="123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444B3F-2FD1-EB3B-A6CA-444EE480C2A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01691" y="1915255"/>
                  <a:ext cx="273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512DC4C-7055-0F41-2488-E4689F7A307C}"/>
                    </a:ext>
                  </a:extLst>
                </p14:cNvPr>
                <p14:cNvContentPartPr/>
                <p14:nvPr/>
              </p14:nvContentPartPr>
              <p14:xfrm>
                <a:off x="2047211" y="1899055"/>
                <a:ext cx="11520" cy="11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512DC4C-7055-0F41-2488-E4689F7A307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38571" y="1890055"/>
                  <a:ext cx="2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C2A3A8E-BC63-497F-24EC-701DFE934856}"/>
                    </a:ext>
                  </a:extLst>
                </p14:cNvPr>
                <p14:cNvContentPartPr/>
                <p14:nvPr/>
              </p14:nvContentPartPr>
              <p14:xfrm>
                <a:off x="2109851" y="1895455"/>
                <a:ext cx="116280" cy="109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C2A3A8E-BC63-497F-24EC-701DFE93485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01211" y="1886815"/>
                  <a:ext cx="1339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E1ADA12-FFB9-808F-A488-3ACE00DD47BA}"/>
              </a:ext>
            </a:extLst>
          </p:cNvPr>
          <p:cNvGrpSpPr/>
          <p:nvPr/>
        </p:nvGrpSpPr>
        <p:grpSpPr>
          <a:xfrm>
            <a:off x="2449691" y="1818415"/>
            <a:ext cx="1917360" cy="358200"/>
            <a:chOff x="2449691" y="1818415"/>
            <a:chExt cx="191736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0C2364-AC9B-3F5A-9558-8255321BD581}"/>
                    </a:ext>
                  </a:extLst>
                </p14:cNvPr>
                <p14:cNvContentPartPr/>
                <p14:nvPr/>
              </p14:nvContentPartPr>
              <p14:xfrm>
                <a:off x="2449691" y="1915255"/>
                <a:ext cx="331200" cy="43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0C2364-AC9B-3F5A-9558-8255321BD58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40691" y="1906615"/>
                  <a:ext cx="348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18B3B73-E39F-D31D-8953-7A57C356A299}"/>
                    </a:ext>
                  </a:extLst>
                </p14:cNvPr>
                <p14:cNvContentPartPr/>
                <p14:nvPr/>
              </p14:nvContentPartPr>
              <p14:xfrm>
                <a:off x="2767571" y="1878895"/>
                <a:ext cx="90000" cy="88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18B3B73-E39F-D31D-8953-7A57C356A2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58571" y="1870255"/>
                  <a:ext cx="107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BA505C-9295-E2E7-706D-02008AA327BA}"/>
                    </a:ext>
                  </a:extLst>
                </p14:cNvPr>
                <p14:cNvContentPartPr/>
                <p14:nvPr/>
              </p14:nvContentPartPr>
              <p14:xfrm>
                <a:off x="2934971" y="1837135"/>
                <a:ext cx="63000" cy="153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BA505C-9295-E2E7-706D-02008AA327B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26331" y="1828495"/>
                  <a:ext cx="80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8D1BBB1-A11F-F4B7-F7EE-7C2A644DA6F5}"/>
                    </a:ext>
                  </a:extLst>
                </p14:cNvPr>
                <p14:cNvContentPartPr/>
                <p14:nvPr/>
              </p14:nvContentPartPr>
              <p14:xfrm>
                <a:off x="3033971" y="1818415"/>
                <a:ext cx="694080" cy="195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8D1BBB1-A11F-F4B7-F7EE-7C2A644DA6F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024971" y="1809415"/>
                  <a:ext cx="711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1545DA2-915D-2DE2-0C2C-35942A62496C}"/>
                    </a:ext>
                  </a:extLst>
                </p14:cNvPr>
                <p14:cNvContentPartPr/>
                <p14:nvPr/>
              </p14:nvContentPartPr>
              <p14:xfrm>
                <a:off x="3878171" y="1828855"/>
                <a:ext cx="488880" cy="347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1545DA2-915D-2DE2-0C2C-35942A62496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69531" y="1819855"/>
                  <a:ext cx="50652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1BD6574-778C-88EA-9F0F-BA468113E5EB}"/>
              </a:ext>
            </a:extLst>
          </p:cNvPr>
          <p:cNvGrpSpPr/>
          <p:nvPr/>
        </p:nvGrpSpPr>
        <p:grpSpPr>
          <a:xfrm>
            <a:off x="2466611" y="2259415"/>
            <a:ext cx="2174040" cy="301680"/>
            <a:chOff x="2466611" y="2259415"/>
            <a:chExt cx="217404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346F7E6-2608-FD52-B937-A7CA72BD183C}"/>
                    </a:ext>
                  </a:extLst>
                </p14:cNvPr>
                <p14:cNvContentPartPr/>
                <p14:nvPr/>
              </p14:nvContentPartPr>
              <p14:xfrm>
                <a:off x="2466611" y="2391895"/>
                <a:ext cx="380880" cy="127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346F7E6-2608-FD52-B937-A7CA72BD183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57971" y="2382895"/>
                  <a:ext cx="398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E37D09-6EE1-A715-6CD2-7C40A732EA7A}"/>
                    </a:ext>
                  </a:extLst>
                </p14:cNvPr>
                <p14:cNvContentPartPr/>
                <p14:nvPr/>
              </p14:nvContentPartPr>
              <p14:xfrm>
                <a:off x="2955851" y="2354095"/>
                <a:ext cx="155880" cy="154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E37D09-6EE1-A715-6CD2-7C40A732EA7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46851" y="2345095"/>
                  <a:ext cx="173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09187E2-03A4-0370-A9B4-FA4F61FE6B27}"/>
                    </a:ext>
                  </a:extLst>
                </p14:cNvPr>
                <p14:cNvContentPartPr/>
                <p14:nvPr/>
              </p14:nvContentPartPr>
              <p14:xfrm>
                <a:off x="3111371" y="2428615"/>
                <a:ext cx="86760" cy="128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09187E2-03A4-0370-A9B4-FA4F61FE6B2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02731" y="2419975"/>
                  <a:ext cx="104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7C8BB3D-5164-BB51-385A-CA8B1C3C1D81}"/>
                    </a:ext>
                  </a:extLst>
                </p14:cNvPr>
                <p14:cNvContentPartPr/>
                <p14:nvPr/>
              </p14:nvContentPartPr>
              <p14:xfrm>
                <a:off x="3280571" y="2469295"/>
                <a:ext cx="11520" cy="91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7C8BB3D-5164-BB51-385A-CA8B1C3C1D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71931" y="2460295"/>
                  <a:ext cx="29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C7A29C-6C35-B722-B23C-0E1F5F99A43E}"/>
                    </a:ext>
                  </a:extLst>
                </p14:cNvPr>
                <p14:cNvContentPartPr/>
                <p14:nvPr/>
              </p14:nvContentPartPr>
              <p14:xfrm>
                <a:off x="3375971" y="2380015"/>
                <a:ext cx="404640" cy="151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1C7A29C-6C35-B722-B23C-0E1F5F99A43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67331" y="2371015"/>
                  <a:ext cx="422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51C712D-2009-DECD-FF98-C915FB649104}"/>
                    </a:ext>
                  </a:extLst>
                </p14:cNvPr>
                <p14:cNvContentPartPr/>
                <p14:nvPr/>
              </p14:nvContentPartPr>
              <p14:xfrm>
                <a:off x="3703931" y="2443375"/>
                <a:ext cx="128160" cy="13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51C712D-2009-DECD-FF98-C915FB64910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95291" y="2434375"/>
                  <a:ext cx="145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A44FE40-4873-D91D-0FDF-6ED117BC89F6}"/>
                    </a:ext>
                  </a:extLst>
                </p14:cNvPr>
                <p14:cNvContentPartPr/>
                <p14:nvPr/>
              </p14:nvContentPartPr>
              <p14:xfrm>
                <a:off x="3887531" y="2369215"/>
                <a:ext cx="549720" cy="139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A44FE40-4873-D91D-0FDF-6ED117BC89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78531" y="2360575"/>
                  <a:ext cx="567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8629BFC-2497-392D-11CD-1B27A1A4943D}"/>
                    </a:ext>
                  </a:extLst>
                </p14:cNvPr>
                <p14:cNvContentPartPr/>
                <p14:nvPr/>
              </p14:nvContentPartPr>
              <p14:xfrm>
                <a:off x="4496651" y="2259415"/>
                <a:ext cx="45000" cy="19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8629BFC-2497-392D-11CD-1B27A1A4943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87651" y="2250415"/>
                  <a:ext cx="62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3977D60-518B-10BE-5410-6E94C8AEDB8B}"/>
                    </a:ext>
                  </a:extLst>
                </p14:cNvPr>
                <p14:cNvContentPartPr/>
                <p14:nvPr/>
              </p14:nvContentPartPr>
              <p14:xfrm>
                <a:off x="4423931" y="2349055"/>
                <a:ext cx="216720" cy="105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3977D60-518B-10BE-5410-6E94C8AEDB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14931" y="2340415"/>
                  <a:ext cx="2343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35A9C49-4AC5-89BD-1B4F-3338810F0B71}"/>
              </a:ext>
            </a:extLst>
          </p:cNvPr>
          <p:cNvGrpSpPr/>
          <p:nvPr/>
        </p:nvGrpSpPr>
        <p:grpSpPr>
          <a:xfrm>
            <a:off x="5134571" y="1778455"/>
            <a:ext cx="1366560" cy="371520"/>
            <a:chOff x="5134571" y="1778455"/>
            <a:chExt cx="136656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AF6A5CD-372B-86CC-8654-F1B21371F93A}"/>
                    </a:ext>
                  </a:extLst>
                </p14:cNvPr>
                <p14:cNvContentPartPr/>
                <p14:nvPr/>
              </p14:nvContentPartPr>
              <p14:xfrm>
                <a:off x="5134571" y="1903375"/>
                <a:ext cx="27360" cy="126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AF6A5CD-372B-86CC-8654-F1B21371F93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25571" y="1894735"/>
                  <a:ext cx="45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E38E092-DD6A-68E4-EE14-528002554390}"/>
                    </a:ext>
                  </a:extLst>
                </p14:cNvPr>
                <p14:cNvContentPartPr/>
                <p14:nvPr/>
              </p14:nvContentPartPr>
              <p14:xfrm>
                <a:off x="5216291" y="1806535"/>
                <a:ext cx="39600" cy="33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E38E092-DD6A-68E4-EE14-52800255439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07291" y="1797535"/>
                  <a:ext cx="57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2EC589D-2CCF-D729-3517-40B8E78BD7CC}"/>
                    </a:ext>
                  </a:extLst>
                </p14:cNvPr>
                <p14:cNvContentPartPr/>
                <p14:nvPr/>
              </p14:nvContentPartPr>
              <p14:xfrm>
                <a:off x="5267771" y="1872415"/>
                <a:ext cx="359280" cy="163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2EC589D-2CCF-D729-3517-40B8E78BD7C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58771" y="1863415"/>
                  <a:ext cx="376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A7A21E-C337-4CBB-A5D4-0967A44BEA4D}"/>
                    </a:ext>
                  </a:extLst>
                </p14:cNvPr>
                <p14:cNvContentPartPr/>
                <p14:nvPr/>
              </p14:nvContentPartPr>
              <p14:xfrm>
                <a:off x="5710931" y="1778455"/>
                <a:ext cx="41400" cy="195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A7A21E-C337-4CBB-A5D4-0967A44BEA4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02291" y="1769815"/>
                  <a:ext cx="59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A64495A-997A-4ECF-9820-B29BF14F287B}"/>
                    </a:ext>
                  </a:extLst>
                </p14:cNvPr>
                <p14:cNvContentPartPr/>
                <p14:nvPr/>
              </p14:nvContentPartPr>
              <p14:xfrm>
                <a:off x="5691851" y="1864495"/>
                <a:ext cx="514080" cy="285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A64495A-997A-4ECF-9820-B29BF14F287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82851" y="1855855"/>
                  <a:ext cx="531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B71A1ED-57D6-8AA6-BA2D-4C43829D4D8B}"/>
                    </a:ext>
                  </a:extLst>
                </p14:cNvPr>
                <p14:cNvContentPartPr/>
                <p14:nvPr/>
              </p14:nvContentPartPr>
              <p14:xfrm>
                <a:off x="6237611" y="1853695"/>
                <a:ext cx="263520" cy="127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B71A1ED-57D6-8AA6-BA2D-4C43829D4D8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28611" y="1845055"/>
                  <a:ext cx="28116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02D6E8E-D21C-DCE5-92B8-64E7F3BB2CB4}"/>
                  </a:ext>
                </a:extLst>
              </p14:cNvPr>
              <p14:cNvContentPartPr/>
              <p14:nvPr/>
            </p14:nvContentPartPr>
            <p14:xfrm>
              <a:off x="6456851" y="1658215"/>
              <a:ext cx="339840" cy="11473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02D6E8E-D21C-DCE5-92B8-64E7F3BB2CB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448211" y="1649215"/>
                <a:ext cx="357480" cy="11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FC83D3-E0E5-7772-4F9D-AD29744461E4}"/>
              </a:ext>
            </a:extLst>
          </p:cNvPr>
          <p:cNvGrpSpPr/>
          <p:nvPr/>
        </p:nvGrpSpPr>
        <p:grpSpPr>
          <a:xfrm>
            <a:off x="7058771" y="1836775"/>
            <a:ext cx="1834560" cy="654840"/>
            <a:chOff x="7058771" y="1836775"/>
            <a:chExt cx="183456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3DB62AC-5742-3590-8E31-6F22DC310679}"/>
                    </a:ext>
                  </a:extLst>
                </p14:cNvPr>
                <p14:cNvContentPartPr/>
                <p14:nvPr/>
              </p14:nvContentPartPr>
              <p14:xfrm>
                <a:off x="7058771" y="1954135"/>
                <a:ext cx="14040" cy="163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3DB62AC-5742-3590-8E31-6F22DC31067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50131" y="1945495"/>
                  <a:ext cx="31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7E154F2-994B-C536-A183-E0D64AD487DA}"/>
                    </a:ext>
                  </a:extLst>
                </p14:cNvPr>
                <p14:cNvContentPartPr/>
                <p14:nvPr/>
              </p14:nvContentPartPr>
              <p14:xfrm>
                <a:off x="7104131" y="1895815"/>
                <a:ext cx="448920" cy="216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7E154F2-994B-C536-A183-E0D64AD487D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95491" y="1887175"/>
                  <a:ext cx="466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862E6DA-8B02-58CA-BB8F-1C2DC3DE3DF9}"/>
                    </a:ext>
                  </a:extLst>
                </p14:cNvPr>
                <p14:cNvContentPartPr/>
                <p14:nvPr/>
              </p14:nvContentPartPr>
              <p14:xfrm>
                <a:off x="7630091" y="1841455"/>
                <a:ext cx="455760" cy="309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862E6DA-8B02-58CA-BB8F-1C2DC3DE3D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21451" y="1832455"/>
                  <a:ext cx="4734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CA84CC8-9612-A599-35F7-F547CB78C765}"/>
                    </a:ext>
                  </a:extLst>
                </p14:cNvPr>
                <p14:cNvContentPartPr/>
                <p14:nvPr/>
              </p14:nvContentPartPr>
              <p14:xfrm>
                <a:off x="8137331" y="1836775"/>
                <a:ext cx="106200" cy="175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CA84CC8-9612-A599-35F7-F547CB78C76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28691" y="1828135"/>
                  <a:ext cx="123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499D82F-E4FC-BDB1-1A37-9AD0E753591E}"/>
                    </a:ext>
                  </a:extLst>
                </p14:cNvPr>
                <p14:cNvContentPartPr/>
                <p14:nvPr/>
              </p14:nvContentPartPr>
              <p14:xfrm>
                <a:off x="8227691" y="1883575"/>
                <a:ext cx="150840" cy="121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499D82F-E4FC-BDB1-1A37-9AD0E75359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219051" y="1874575"/>
                  <a:ext cx="168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A1EEA49-BC3D-6385-E6F9-5E8C7BEE3A76}"/>
                    </a:ext>
                  </a:extLst>
                </p14:cNvPr>
                <p14:cNvContentPartPr/>
                <p14:nvPr/>
              </p14:nvContentPartPr>
              <p14:xfrm>
                <a:off x="7589411" y="2306215"/>
                <a:ext cx="114840" cy="185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A1EEA49-BC3D-6385-E6F9-5E8C7BEE3A7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580411" y="2297575"/>
                  <a:ext cx="132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2FC5D42-876F-BFFC-6CE9-8E138997AEEB}"/>
                    </a:ext>
                  </a:extLst>
                </p14:cNvPr>
                <p14:cNvContentPartPr/>
                <p14:nvPr/>
              </p14:nvContentPartPr>
              <p14:xfrm>
                <a:off x="7693451" y="2222335"/>
                <a:ext cx="503640" cy="242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2FC5D42-876F-BFFC-6CE9-8E138997AEE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84811" y="2213335"/>
                  <a:ext cx="521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F97F73D-62A7-827A-F8EB-D6D803D4E672}"/>
                    </a:ext>
                  </a:extLst>
                </p14:cNvPr>
                <p14:cNvContentPartPr/>
                <p14:nvPr/>
              </p14:nvContentPartPr>
              <p14:xfrm>
                <a:off x="8104571" y="2241415"/>
                <a:ext cx="193320" cy="190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F97F73D-62A7-827A-F8EB-D6D803D4E67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95931" y="2232775"/>
                  <a:ext cx="210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EDADB6D-A991-C7E7-640C-1EE446C2899F}"/>
                    </a:ext>
                  </a:extLst>
                </p14:cNvPr>
                <p14:cNvContentPartPr/>
                <p14:nvPr/>
              </p14:nvContentPartPr>
              <p14:xfrm>
                <a:off x="8331731" y="2269855"/>
                <a:ext cx="348840" cy="147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EDADB6D-A991-C7E7-640C-1EE446C2899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323091" y="2260855"/>
                  <a:ext cx="366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702A4DB-DC45-70CA-665D-B41AE3374FAB}"/>
                    </a:ext>
                  </a:extLst>
                </p14:cNvPr>
                <p14:cNvContentPartPr/>
                <p14:nvPr/>
              </p14:nvContentPartPr>
              <p14:xfrm>
                <a:off x="8704691" y="2238535"/>
                <a:ext cx="188640" cy="206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702A4DB-DC45-70CA-665D-B41AE3374FA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96051" y="2229535"/>
                  <a:ext cx="20628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D3A7AC1-17BD-852D-5F3F-5F6CE93934C4}"/>
              </a:ext>
            </a:extLst>
          </p:cNvPr>
          <p:cNvGrpSpPr/>
          <p:nvPr/>
        </p:nvGrpSpPr>
        <p:grpSpPr>
          <a:xfrm>
            <a:off x="5640731" y="3162295"/>
            <a:ext cx="785880" cy="258840"/>
            <a:chOff x="5640731" y="3162295"/>
            <a:chExt cx="78588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B1CA7A8-0814-C4D8-54C2-D6B4622B0F76}"/>
                    </a:ext>
                  </a:extLst>
                </p14:cNvPr>
                <p14:cNvContentPartPr/>
                <p14:nvPr/>
              </p14:nvContentPartPr>
              <p14:xfrm>
                <a:off x="5640731" y="3162295"/>
                <a:ext cx="614160" cy="258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B1CA7A8-0814-C4D8-54C2-D6B4622B0F7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32091" y="3153295"/>
                  <a:ext cx="631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6885A4B-CE14-71B2-C14A-53979C363C0A}"/>
                    </a:ext>
                  </a:extLst>
                </p14:cNvPr>
                <p14:cNvContentPartPr/>
                <p14:nvPr/>
              </p14:nvContentPartPr>
              <p14:xfrm>
                <a:off x="6265691" y="3183535"/>
                <a:ext cx="160920" cy="136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6885A4B-CE14-71B2-C14A-53979C363C0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56691" y="3174535"/>
                  <a:ext cx="17856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E5306DD-574A-B789-1D67-2C54F05B18FC}"/>
              </a:ext>
            </a:extLst>
          </p:cNvPr>
          <p:cNvGrpSpPr/>
          <p:nvPr/>
        </p:nvGrpSpPr>
        <p:grpSpPr>
          <a:xfrm>
            <a:off x="6699131" y="2844055"/>
            <a:ext cx="1352160" cy="718920"/>
            <a:chOff x="6699131" y="2844055"/>
            <a:chExt cx="1352160" cy="71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39A97E3-33E4-45CD-F69F-04815FEF404F}"/>
                    </a:ext>
                  </a:extLst>
                </p14:cNvPr>
                <p14:cNvContentPartPr/>
                <p14:nvPr/>
              </p14:nvContentPartPr>
              <p14:xfrm>
                <a:off x="6699131" y="3046015"/>
                <a:ext cx="208080" cy="254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39A97E3-33E4-45CD-F69F-04815FEF404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690131" y="3037375"/>
                  <a:ext cx="2257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CBDF65B-0A07-2B0F-A32B-2DA826503E6F}"/>
                    </a:ext>
                  </a:extLst>
                </p14:cNvPr>
                <p14:cNvContentPartPr/>
                <p14:nvPr/>
              </p14:nvContentPartPr>
              <p14:xfrm>
                <a:off x="6988211" y="3039535"/>
                <a:ext cx="164520" cy="107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CBDF65B-0A07-2B0F-A32B-2DA826503E6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79211" y="3030895"/>
                  <a:ext cx="182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C00C481-278D-FA0B-8BF1-6FDFD1A13310}"/>
                    </a:ext>
                  </a:extLst>
                </p14:cNvPr>
                <p14:cNvContentPartPr/>
                <p14:nvPr/>
              </p14:nvContentPartPr>
              <p14:xfrm>
                <a:off x="7307531" y="3341215"/>
                <a:ext cx="244440" cy="221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C00C481-278D-FA0B-8BF1-6FDFD1A1331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98891" y="3332575"/>
                  <a:ext cx="262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EEB8C3C-A8C6-F52E-387A-3994FC67430F}"/>
                    </a:ext>
                  </a:extLst>
                </p14:cNvPr>
                <p14:cNvContentPartPr/>
                <p14:nvPr/>
              </p14:nvContentPartPr>
              <p14:xfrm>
                <a:off x="7426331" y="2844055"/>
                <a:ext cx="251280" cy="325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EEB8C3C-A8C6-F52E-387A-3994FC67430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417691" y="2835055"/>
                  <a:ext cx="2689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248F1B9-E815-BD53-EB6E-098E52782723}"/>
                    </a:ext>
                  </a:extLst>
                </p14:cNvPr>
                <p14:cNvContentPartPr/>
                <p14:nvPr/>
              </p14:nvContentPartPr>
              <p14:xfrm>
                <a:off x="7350011" y="3167335"/>
                <a:ext cx="437760" cy="28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248F1B9-E815-BD53-EB6E-098E5278272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341371" y="3158695"/>
                  <a:ext cx="455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9244B49-D9E6-8DBD-8F5E-26E910003B83}"/>
                    </a:ext>
                  </a:extLst>
                </p14:cNvPr>
                <p14:cNvContentPartPr/>
                <p14:nvPr/>
              </p14:nvContentPartPr>
              <p14:xfrm>
                <a:off x="7937171" y="3086335"/>
                <a:ext cx="109440" cy="12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9244B49-D9E6-8DBD-8F5E-26E910003B8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28531" y="3077335"/>
                  <a:ext cx="127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410E586-0BEF-5C08-2AD8-042C4E6789F1}"/>
                    </a:ext>
                  </a:extLst>
                </p14:cNvPr>
                <p14:cNvContentPartPr/>
                <p14:nvPr/>
              </p14:nvContentPartPr>
              <p14:xfrm>
                <a:off x="7881731" y="3128455"/>
                <a:ext cx="169560" cy="68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410E586-0BEF-5C08-2AD8-042C4E6789F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872731" y="3119455"/>
                  <a:ext cx="187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20D3B7A-0C55-A5D7-C19C-C48BD944331E}"/>
              </a:ext>
            </a:extLst>
          </p:cNvPr>
          <p:cNvGrpSpPr/>
          <p:nvPr/>
        </p:nvGrpSpPr>
        <p:grpSpPr>
          <a:xfrm>
            <a:off x="8350811" y="2911735"/>
            <a:ext cx="487800" cy="164880"/>
            <a:chOff x="8350811" y="2911735"/>
            <a:chExt cx="487800" cy="16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3CBEA04-2DE9-299E-E128-7BF5ABB4806B}"/>
                    </a:ext>
                  </a:extLst>
                </p14:cNvPr>
                <p14:cNvContentPartPr/>
                <p14:nvPr/>
              </p14:nvContentPartPr>
              <p14:xfrm>
                <a:off x="8350811" y="2911735"/>
                <a:ext cx="53280" cy="164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3CBEA04-2DE9-299E-E128-7BF5ABB4806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42171" y="2903095"/>
                  <a:ext cx="70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1C888B1-1E73-7D9B-C788-3108E2BDE7E4}"/>
                    </a:ext>
                  </a:extLst>
                </p14:cNvPr>
                <p14:cNvContentPartPr/>
                <p14:nvPr/>
              </p14:nvContentPartPr>
              <p14:xfrm>
                <a:off x="8443691" y="2945935"/>
                <a:ext cx="96840" cy="102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1C888B1-1E73-7D9B-C788-3108E2BDE7E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434691" y="2937295"/>
                  <a:ext cx="114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319FA7F-A982-00B1-D46B-64123171DF51}"/>
                    </a:ext>
                  </a:extLst>
                </p14:cNvPr>
                <p14:cNvContentPartPr/>
                <p14:nvPr/>
              </p14:nvContentPartPr>
              <p14:xfrm>
                <a:off x="8566091" y="2937295"/>
                <a:ext cx="126000" cy="122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319FA7F-A982-00B1-D46B-64123171DF5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557091" y="2928295"/>
                  <a:ext cx="143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45A96D5-BEA8-D9FF-5BB2-2C34D70E4750}"/>
                    </a:ext>
                  </a:extLst>
                </p14:cNvPr>
                <p14:cNvContentPartPr/>
                <p14:nvPr/>
              </p14:nvContentPartPr>
              <p14:xfrm>
                <a:off x="8712971" y="2962855"/>
                <a:ext cx="125640" cy="1054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45A96D5-BEA8-D9FF-5BB2-2C34D70E475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04331" y="2954215"/>
                  <a:ext cx="14328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D278DE4-E876-323C-ED3B-EB58F80ED1ED}"/>
                  </a:ext>
                </a:extLst>
              </p14:cNvPr>
              <p14:cNvContentPartPr/>
              <p14:nvPr/>
            </p14:nvContentPartPr>
            <p14:xfrm>
              <a:off x="8202851" y="3246535"/>
              <a:ext cx="694440" cy="165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D278DE4-E876-323C-ED3B-EB58F80ED1ED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193851" y="3237535"/>
                <a:ext cx="71208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F4A084D-A5A2-D736-51A9-C35B7F7F43F5}"/>
              </a:ext>
            </a:extLst>
          </p:cNvPr>
          <p:cNvGrpSpPr/>
          <p:nvPr/>
        </p:nvGrpSpPr>
        <p:grpSpPr>
          <a:xfrm>
            <a:off x="8138411" y="3414655"/>
            <a:ext cx="947880" cy="221760"/>
            <a:chOff x="8138411" y="3414655"/>
            <a:chExt cx="94788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0373D16-4D57-D794-FA96-15078F4D3C2E}"/>
                    </a:ext>
                  </a:extLst>
                </p14:cNvPr>
                <p14:cNvContentPartPr/>
                <p14:nvPr/>
              </p14:nvContentPartPr>
              <p14:xfrm>
                <a:off x="8152091" y="3414655"/>
                <a:ext cx="128520" cy="221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0373D16-4D57-D794-FA96-15078F4D3C2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143091" y="3405655"/>
                  <a:ext cx="146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3C96772-AAF3-7361-0B3B-8C6E59272963}"/>
                    </a:ext>
                  </a:extLst>
                </p14:cNvPr>
                <p14:cNvContentPartPr/>
                <p14:nvPr/>
              </p14:nvContentPartPr>
              <p14:xfrm>
                <a:off x="8138411" y="3456775"/>
                <a:ext cx="237600" cy="141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3C96772-AAF3-7361-0B3B-8C6E592729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29771" y="3448135"/>
                  <a:ext cx="255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D86CE2-D2A9-5212-97D4-3E3EFAC42B9B}"/>
                    </a:ext>
                  </a:extLst>
                </p14:cNvPr>
                <p14:cNvContentPartPr/>
                <p14:nvPr/>
              </p14:nvContentPartPr>
              <p14:xfrm>
                <a:off x="8436131" y="3432655"/>
                <a:ext cx="160200" cy="111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D86CE2-D2A9-5212-97D4-3E3EFAC42B9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427131" y="3424015"/>
                  <a:ext cx="177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958A32A-FEF1-6B00-217E-C675FD491990}"/>
                    </a:ext>
                  </a:extLst>
                </p14:cNvPr>
                <p14:cNvContentPartPr/>
                <p14:nvPr/>
              </p14:nvContentPartPr>
              <p14:xfrm>
                <a:off x="8553851" y="3456055"/>
                <a:ext cx="142200" cy="153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958A32A-FEF1-6B00-217E-C675FD49199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44851" y="3447055"/>
                  <a:ext cx="159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A487A54-7FB0-416B-26B3-D663B42AB018}"/>
                    </a:ext>
                  </a:extLst>
                </p14:cNvPr>
                <p14:cNvContentPartPr/>
                <p14:nvPr/>
              </p14:nvContentPartPr>
              <p14:xfrm>
                <a:off x="8761211" y="3440215"/>
                <a:ext cx="136080" cy="149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A487A54-7FB0-416B-26B3-D663B42AB01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52571" y="3431575"/>
                  <a:ext cx="1537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88F7199-10F1-BB1D-8D18-A15DACAB8AED}"/>
                    </a:ext>
                  </a:extLst>
                </p14:cNvPr>
                <p14:cNvContentPartPr/>
                <p14:nvPr/>
              </p14:nvContentPartPr>
              <p14:xfrm>
                <a:off x="8947691" y="3416815"/>
                <a:ext cx="138600" cy="155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88F7199-10F1-BB1D-8D18-A15DACAB8AE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938691" y="3408175"/>
                  <a:ext cx="156240" cy="17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05D78D4-39AB-1761-B4D1-47E045439B40}"/>
                  </a:ext>
                </a:extLst>
              </p14:cNvPr>
              <p14:cNvContentPartPr/>
              <p14:nvPr/>
            </p14:nvContentPartPr>
            <p14:xfrm>
              <a:off x="9272771" y="3184255"/>
              <a:ext cx="127080" cy="536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05D78D4-39AB-1761-B4D1-47E045439B4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263771" y="3175255"/>
                <a:ext cx="14472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ABDB1C5-B92B-66ED-7AEF-CD1024E1A052}"/>
              </a:ext>
            </a:extLst>
          </p:cNvPr>
          <p:cNvGrpSpPr/>
          <p:nvPr/>
        </p:nvGrpSpPr>
        <p:grpSpPr>
          <a:xfrm>
            <a:off x="9613331" y="2986975"/>
            <a:ext cx="540720" cy="296640"/>
            <a:chOff x="9613331" y="2986975"/>
            <a:chExt cx="54072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1621D25-0819-65F5-1132-C3662714FB39}"/>
                    </a:ext>
                  </a:extLst>
                </p14:cNvPr>
                <p14:cNvContentPartPr/>
                <p14:nvPr/>
              </p14:nvContentPartPr>
              <p14:xfrm>
                <a:off x="9613331" y="3072655"/>
                <a:ext cx="74520" cy="178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1621D25-0819-65F5-1132-C3662714FB3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04331" y="3064015"/>
                  <a:ext cx="92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07DD852-5522-1F76-BF97-182D6DC2C126}"/>
                    </a:ext>
                  </a:extLst>
                </p14:cNvPr>
                <p14:cNvContentPartPr/>
                <p14:nvPr/>
              </p14:nvContentPartPr>
              <p14:xfrm>
                <a:off x="9733571" y="3219535"/>
                <a:ext cx="30600" cy="21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07DD852-5522-1F76-BF97-182D6DC2C12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24571" y="3210895"/>
                  <a:ext cx="48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935C7BF-E96F-BAF5-BB73-3C9EB73528E7}"/>
                    </a:ext>
                  </a:extLst>
                </p14:cNvPr>
                <p14:cNvContentPartPr/>
                <p14:nvPr/>
              </p14:nvContentPartPr>
              <p14:xfrm>
                <a:off x="9904211" y="3009655"/>
                <a:ext cx="249840" cy="149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935C7BF-E96F-BAF5-BB73-3C9EB73528E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95211" y="3000655"/>
                  <a:ext cx="267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EA159D3-9C8A-C5F1-1FA8-BF0E8C0A8A78}"/>
                    </a:ext>
                  </a:extLst>
                </p14:cNvPr>
                <p14:cNvContentPartPr/>
                <p14:nvPr/>
              </p14:nvContentPartPr>
              <p14:xfrm>
                <a:off x="10074491" y="2986975"/>
                <a:ext cx="15480" cy="296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EA159D3-9C8A-C5F1-1FA8-BF0E8C0A8A7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065851" y="2977975"/>
                  <a:ext cx="3312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E079F4B-BA28-6F5B-062A-7ACBA0E6A016}"/>
              </a:ext>
            </a:extLst>
          </p:cNvPr>
          <p:cNvGrpSpPr/>
          <p:nvPr/>
        </p:nvGrpSpPr>
        <p:grpSpPr>
          <a:xfrm>
            <a:off x="2240891" y="2945215"/>
            <a:ext cx="3818880" cy="1901520"/>
            <a:chOff x="2240891" y="2945215"/>
            <a:chExt cx="3818880" cy="19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74949D5-F9D5-F628-8C1A-A32AAC72B9F1}"/>
                    </a:ext>
                  </a:extLst>
                </p14:cNvPr>
                <p14:cNvContentPartPr/>
                <p14:nvPr/>
              </p14:nvContentPartPr>
              <p14:xfrm>
                <a:off x="2416931" y="3364975"/>
                <a:ext cx="74520" cy="317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74949D5-F9D5-F628-8C1A-A32AAC72B9F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407931" y="3355975"/>
                  <a:ext cx="921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3986985-1B77-FD69-5828-E6868ED5FC3B}"/>
                    </a:ext>
                  </a:extLst>
                </p14:cNvPr>
                <p14:cNvContentPartPr/>
                <p14:nvPr/>
              </p14:nvContentPartPr>
              <p14:xfrm>
                <a:off x="2240891" y="3336175"/>
                <a:ext cx="452160" cy="66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3986985-1B77-FD69-5828-E6868ED5FC3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231891" y="3327175"/>
                  <a:ext cx="469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845162E-D51E-A5DF-6C2F-792888112D1E}"/>
                    </a:ext>
                  </a:extLst>
                </p14:cNvPr>
                <p14:cNvContentPartPr/>
                <p14:nvPr/>
              </p14:nvContentPartPr>
              <p14:xfrm>
                <a:off x="2539331" y="3619495"/>
                <a:ext cx="181440" cy="157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845162E-D51E-A5DF-6C2F-792888112D1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530331" y="3610495"/>
                  <a:ext cx="199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A4F0BA-2F84-D688-3CF0-E7D35BBF268D}"/>
                    </a:ext>
                  </a:extLst>
                </p14:cNvPr>
                <p14:cNvContentPartPr/>
                <p14:nvPr/>
              </p14:nvContentPartPr>
              <p14:xfrm>
                <a:off x="2869811" y="3534895"/>
                <a:ext cx="207360" cy="54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A4F0BA-2F84-D688-3CF0-E7D35BBF268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860811" y="3525895"/>
                  <a:ext cx="225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A347E7-5C6C-7A5D-58C5-556F67B4C63E}"/>
                    </a:ext>
                  </a:extLst>
                </p14:cNvPr>
                <p14:cNvContentPartPr/>
                <p14:nvPr/>
              </p14:nvContentPartPr>
              <p14:xfrm>
                <a:off x="3167531" y="3307735"/>
                <a:ext cx="363240" cy="317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A347E7-5C6C-7A5D-58C5-556F67B4C63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158891" y="3298735"/>
                  <a:ext cx="3808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6C14F53-0897-9A8B-2B60-3075ED35B7DA}"/>
                    </a:ext>
                  </a:extLst>
                </p14:cNvPr>
                <p14:cNvContentPartPr/>
                <p14:nvPr/>
              </p14:nvContentPartPr>
              <p14:xfrm>
                <a:off x="3513851" y="3517255"/>
                <a:ext cx="13320" cy="209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6C14F53-0897-9A8B-2B60-3075ED35B7D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505211" y="3508255"/>
                  <a:ext cx="30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0EB98B5-4094-8CF3-5D40-294678016467}"/>
                    </a:ext>
                  </a:extLst>
                </p14:cNvPr>
                <p14:cNvContentPartPr/>
                <p14:nvPr/>
              </p14:nvContentPartPr>
              <p14:xfrm>
                <a:off x="3803651" y="3135655"/>
                <a:ext cx="250200" cy="648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0EB98B5-4094-8CF3-5D40-29467801646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795011" y="3127015"/>
                  <a:ext cx="26784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1F2D3B1-9C26-C5F7-4CBF-97725553125F}"/>
                    </a:ext>
                  </a:extLst>
                </p14:cNvPr>
                <p14:cNvContentPartPr/>
                <p14:nvPr/>
              </p14:nvContentPartPr>
              <p14:xfrm>
                <a:off x="4095611" y="3083815"/>
                <a:ext cx="83160" cy="314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1F2D3B1-9C26-C5F7-4CBF-97725553125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086971" y="3074815"/>
                  <a:ext cx="1008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A6C3C42-4CC6-CB76-42FB-40F56F4AEA10}"/>
                    </a:ext>
                  </a:extLst>
                </p14:cNvPr>
                <p14:cNvContentPartPr/>
                <p14:nvPr/>
              </p14:nvContentPartPr>
              <p14:xfrm>
                <a:off x="4119371" y="3059335"/>
                <a:ext cx="184680" cy="160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A6C3C42-4CC6-CB76-42FB-40F56F4AEA1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110731" y="3050695"/>
                  <a:ext cx="202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1BB87C2-1F03-D7CB-E3B6-50E2D220DE38}"/>
                    </a:ext>
                  </a:extLst>
                </p14:cNvPr>
                <p14:cNvContentPartPr/>
                <p14:nvPr/>
              </p14:nvContentPartPr>
              <p14:xfrm>
                <a:off x="4200011" y="3254095"/>
                <a:ext cx="262800" cy="96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1BB87C2-1F03-D7CB-E3B6-50E2D220DE3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191371" y="3245455"/>
                  <a:ext cx="280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0E24207-D016-9EA5-162B-84C0C20689AB}"/>
                    </a:ext>
                  </a:extLst>
                </p14:cNvPr>
                <p14:cNvContentPartPr/>
                <p14:nvPr/>
              </p14:nvContentPartPr>
              <p14:xfrm>
                <a:off x="3974291" y="3510775"/>
                <a:ext cx="438480" cy="323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0E24207-D016-9EA5-162B-84C0C20689A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965651" y="3501775"/>
                  <a:ext cx="4561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7ED96-E7B0-F42D-5D39-412E0EF869A7}"/>
                    </a:ext>
                  </a:extLst>
                </p14:cNvPr>
                <p14:cNvContentPartPr/>
                <p14:nvPr/>
              </p14:nvContentPartPr>
              <p14:xfrm>
                <a:off x="4053131" y="3597535"/>
                <a:ext cx="316440" cy="132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7ED96-E7B0-F42D-5D39-412E0EF869A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044131" y="3588535"/>
                  <a:ext cx="334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89DCF20-03D7-349A-C141-BCE3D8F05ED5}"/>
                    </a:ext>
                  </a:extLst>
                </p14:cNvPr>
                <p14:cNvContentPartPr/>
                <p14:nvPr/>
              </p14:nvContentPartPr>
              <p14:xfrm>
                <a:off x="4206491" y="3594295"/>
                <a:ext cx="191160" cy="125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89DCF20-03D7-349A-C141-BCE3D8F05ED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197491" y="3585655"/>
                  <a:ext cx="208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F525A1E-618D-97F2-1C25-315787ADB01C}"/>
                    </a:ext>
                  </a:extLst>
                </p14:cNvPr>
                <p14:cNvContentPartPr/>
                <p14:nvPr/>
              </p14:nvContentPartPr>
              <p14:xfrm>
                <a:off x="4331411" y="3803095"/>
                <a:ext cx="34560" cy="96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F525A1E-618D-97F2-1C25-315787ADB0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22771" y="3794095"/>
                  <a:ext cx="52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2C9F029-7DFC-7524-DCF0-2E5A701D58F5}"/>
                    </a:ext>
                  </a:extLst>
                </p14:cNvPr>
                <p14:cNvContentPartPr/>
                <p14:nvPr/>
              </p14:nvContentPartPr>
              <p14:xfrm>
                <a:off x="4553171" y="3105775"/>
                <a:ext cx="138240" cy="714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2C9F029-7DFC-7524-DCF0-2E5A701D58F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544531" y="3096775"/>
                  <a:ext cx="15588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6A3148B-1E6E-91A6-AD4A-061234508441}"/>
                    </a:ext>
                  </a:extLst>
                </p14:cNvPr>
                <p14:cNvContentPartPr/>
                <p14:nvPr/>
              </p14:nvContentPartPr>
              <p14:xfrm>
                <a:off x="4762331" y="2986255"/>
                <a:ext cx="199440" cy="173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6A3148B-1E6E-91A6-AD4A-06123450844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753691" y="2977255"/>
                  <a:ext cx="217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CE41CAA-AD5B-0DE4-3C01-483425C78C8B}"/>
                    </a:ext>
                  </a:extLst>
                </p14:cNvPr>
                <p14:cNvContentPartPr/>
                <p14:nvPr/>
              </p14:nvContentPartPr>
              <p14:xfrm>
                <a:off x="4941251" y="2945215"/>
                <a:ext cx="208080" cy="230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CE41CAA-AD5B-0DE4-3C01-483425C78C8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932611" y="2936575"/>
                  <a:ext cx="225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DC10D55-A84A-60E2-6EBE-A3DA572FA084}"/>
                    </a:ext>
                  </a:extLst>
                </p14:cNvPr>
                <p14:cNvContentPartPr/>
                <p14:nvPr/>
              </p14:nvContentPartPr>
              <p14:xfrm>
                <a:off x="4793291" y="3196135"/>
                <a:ext cx="337680" cy="38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DC10D55-A84A-60E2-6EBE-A3DA572FA0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84651" y="3187495"/>
                  <a:ext cx="355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435F350-D06C-82B2-7DF7-D97B1480B39C}"/>
                    </a:ext>
                  </a:extLst>
                </p14:cNvPr>
                <p14:cNvContentPartPr/>
                <p14:nvPr/>
              </p14:nvContentPartPr>
              <p14:xfrm>
                <a:off x="4864211" y="3276775"/>
                <a:ext cx="223560" cy="230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435F350-D06C-82B2-7DF7-D97B1480B39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55211" y="3268135"/>
                  <a:ext cx="241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90C0D40-F013-0DCF-D05E-4EDC408C7DF4}"/>
                    </a:ext>
                  </a:extLst>
                </p14:cNvPr>
                <p14:cNvContentPartPr/>
                <p14:nvPr/>
              </p14:nvContentPartPr>
              <p14:xfrm>
                <a:off x="2818691" y="4258135"/>
                <a:ext cx="199440" cy="22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90C0D40-F013-0DCF-D05E-4EDC408C7DF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810051" y="4249495"/>
                  <a:ext cx="217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B3DC85-A543-E64B-74A5-4939B878260C}"/>
                    </a:ext>
                  </a:extLst>
                </p14:cNvPr>
                <p14:cNvContentPartPr/>
                <p14:nvPr/>
              </p14:nvContentPartPr>
              <p14:xfrm>
                <a:off x="2864411" y="4335175"/>
                <a:ext cx="197640" cy="18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B3DC85-A543-E64B-74A5-4939B878260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55771" y="4326535"/>
                  <a:ext cx="21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4188104-3990-D8E1-D4AB-994E32748D9D}"/>
                    </a:ext>
                  </a:extLst>
                </p14:cNvPr>
                <p14:cNvContentPartPr/>
                <p14:nvPr/>
              </p14:nvContentPartPr>
              <p14:xfrm>
                <a:off x="3283451" y="4211335"/>
                <a:ext cx="190080" cy="155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4188104-3990-D8E1-D4AB-994E32748D9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74451" y="4202695"/>
                  <a:ext cx="207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745C9F7-0283-F63E-DCC5-0D27F5D72C9F}"/>
                    </a:ext>
                  </a:extLst>
                </p14:cNvPr>
                <p14:cNvContentPartPr/>
                <p14:nvPr/>
              </p14:nvContentPartPr>
              <p14:xfrm>
                <a:off x="3400091" y="4221775"/>
                <a:ext cx="6840" cy="227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745C9F7-0283-F63E-DCC5-0D27F5D72C9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91451" y="4213135"/>
                  <a:ext cx="24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1298F8F-1CF8-F09F-BDE2-A578EFF2373F}"/>
                    </a:ext>
                  </a:extLst>
                </p14:cNvPr>
                <p14:cNvContentPartPr/>
                <p14:nvPr/>
              </p14:nvContentPartPr>
              <p14:xfrm>
                <a:off x="3549491" y="4234015"/>
                <a:ext cx="108000" cy="122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1298F8F-1CF8-F09F-BDE2-A578EFF2373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40851" y="4225015"/>
                  <a:ext cx="125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4455E6-8104-5E10-57B9-2BF704D6B791}"/>
                    </a:ext>
                  </a:extLst>
                </p14:cNvPr>
                <p14:cNvContentPartPr/>
                <p14:nvPr/>
              </p14:nvContentPartPr>
              <p14:xfrm>
                <a:off x="3597731" y="4332295"/>
                <a:ext cx="117360" cy="119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4455E6-8104-5E10-57B9-2BF704D6B79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89091" y="4323655"/>
                  <a:ext cx="1350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7466482-3EAA-FA4C-365F-8D607B44A678}"/>
                    </a:ext>
                  </a:extLst>
                </p14:cNvPr>
                <p14:cNvContentPartPr/>
                <p14:nvPr/>
              </p14:nvContentPartPr>
              <p14:xfrm>
                <a:off x="3832811" y="4230055"/>
                <a:ext cx="113400" cy="1040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7466482-3EAA-FA4C-365F-8D607B44A67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823811" y="4221055"/>
                  <a:ext cx="131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4E96227-959C-92DC-6C90-55136AECC4A9}"/>
                    </a:ext>
                  </a:extLst>
                </p14:cNvPr>
                <p14:cNvContentPartPr/>
                <p14:nvPr/>
              </p14:nvContentPartPr>
              <p14:xfrm>
                <a:off x="3868811" y="4324375"/>
                <a:ext cx="221400" cy="1227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4E96227-959C-92DC-6C90-55136AECC4A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59811" y="4315735"/>
                  <a:ext cx="2390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3008562-63B0-849B-5571-7B05BDE2E97D}"/>
                    </a:ext>
                  </a:extLst>
                </p14:cNvPr>
                <p14:cNvContentPartPr/>
                <p14:nvPr/>
              </p14:nvContentPartPr>
              <p14:xfrm>
                <a:off x="4173011" y="4286935"/>
                <a:ext cx="115560" cy="129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3008562-63B0-849B-5571-7B05BDE2E97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164371" y="4278295"/>
                  <a:ext cx="133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244E852-5072-7FFF-89BA-BF21AE49CF4E}"/>
                    </a:ext>
                  </a:extLst>
                </p14:cNvPr>
                <p14:cNvContentPartPr/>
                <p14:nvPr/>
              </p14:nvContentPartPr>
              <p14:xfrm>
                <a:off x="4380011" y="4224295"/>
                <a:ext cx="20160" cy="232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244E852-5072-7FFF-89BA-BF21AE49CF4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371371" y="4215655"/>
                  <a:ext cx="37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B28C71B-4823-8DDC-C7EB-178E1BCE8940}"/>
                    </a:ext>
                  </a:extLst>
                </p14:cNvPr>
                <p14:cNvContentPartPr/>
                <p14:nvPr/>
              </p14:nvContentPartPr>
              <p14:xfrm>
                <a:off x="4570811" y="4067695"/>
                <a:ext cx="187200" cy="779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B28C71B-4823-8DDC-C7EB-178E1BCE894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562171" y="4058695"/>
                  <a:ext cx="204840" cy="7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B959221-69FD-C31B-ACA3-DF6B6D857556}"/>
                    </a:ext>
                  </a:extLst>
                </p14:cNvPr>
                <p14:cNvContentPartPr/>
                <p14:nvPr/>
              </p14:nvContentPartPr>
              <p14:xfrm>
                <a:off x="4907411" y="4166335"/>
                <a:ext cx="136800" cy="181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B959221-69FD-C31B-ACA3-DF6B6D85755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898411" y="4157695"/>
                  <a:ext cx="154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C355865-777F-E447-5718-A27351FB0EA4}"/>
                    </a:ext>
                  </a:extLst>
                </p14:cNvPr>
                <p14:cNvContentPartPr/>
                <p14:nvPr/>
              </p14:nvContentPartPr>
              <p14:xfrm>
                <a:off x="4774931" y="4410055"/>
                <a:ext cx="408240" cy="29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C355865-777F-E447-5718-A27351FB0EA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765931" y="4401415"/>
                  <a:ext cx="425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C7E5430-785D-6833-B1E5-D37C321C6B3B}"/>
                    </a:ext>
                  </a:extLst>
                </p14:cNvPr>
                <p14:cNvContentPartPr/>
                <p14:nvPr/>
              </p14:nvContentPartPr>
              <p14:xfrm>
                <a:off x="4721291" y="4600135"/>
                <a:ext cx="143640" cy="123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C7E5430-785D-6833-B1E5-D37C321C6B3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712291" y="4591135"/>
                  <a:ext cx="161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8A0E398-3F2E-8EE2-21FA-854AEA8713F1}"/>
                    </a:ext>
                  </a:extLst>
                </p14:cNvPr>
                <p14:cNvContentPartPr/>
                <p14:nvPr/>
              </p14:nvContentPartPr>
              <p14:xfrm>
                <a:off x="4963571" y="4564495"/>
                <a:ext cx="136440" cy="134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8A0E398-3F2E-8EE2-21FA-854AEA8713F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954571" y="4555495"/>
                  <a:ext cx="154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2FF88AE-8B8E-6E4A-6F2E-C8AEF62A5C3A}"/>
                    </a:ext>
                  </a:extLst>
                </p14:cNvPr>
                <p14:cNvContentPartPr/>
                <p14:nvPr/>
              </p14:nvContentPartPr>
              <p14:xfrm>
                <a:off x="5209091" y="4050775"/>
                <a:ext cx="273960" cy="725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2FF88AE-8B8E-6E4A-6F2E-C8AEF62A5C3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00451" y="4041775"/>
                  <a:ext cx="29160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5C86467-2618-BF9A-6983-1E2B0AAE3BFE}"/>
                    </a:ext>
                  </a:extLst>
                </p14:cNvPr>
                <p14:cNvContentPartPr/>
                <p14:nvPr/>
              </p14:nvContentPartPr>
              <p14:xfrm>
                <a:off x="5613731" y="3922615"/>
                <a:ext cx="116640" cy="1299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5C86467-2618-BF9A-6983-1E2B0AAE3BF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605091" y="3913615"/>
                  <a:ext cx="134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6A0CA54-3572-5720-F754-0FF22B1A073D}"/>
                    </a:ext>
                  </a:extLst>
                </p14:cNvPr>
                <p14:cNvContentPartPr/>
                <p14:nvPr/>
              </p14:nvContentPartPr>
              <p14:xfrm>
                <a:off x="5807411" y="3989935"/>
                <a:ext cx="14040" cy="43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6A0CA54-3572-5720-F754-0FF22B1A073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798771" y="3981295"/>
                  <a:ext cx="31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52272BB-C72C-42F4-E7D6-8E377F80BD21}"/>
                    </a:ext>
                  </a:extLst>
                </p14:cNvPr>
                <p14:cNvContentPartPr/>
                <p14:nvPr/>
              </p14:nvContentPartPr>
              <p14:xfrm>
                <a:off x="5892011" y="3923335"/>
                <a:ext cx="128880" cy="84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52272BB-C72C-42F4-E7D6-8E377F80BD2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883371" y="3914695"/>
                  <a:ext cx="146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2E11452-8F1C-DDBD-79FC-5C0A42FC31A4}"/>
                    </a:ext>
                  </a:extLst>
                </p14:cNvPr>
                <p14:cNvContentPartPr/>
                <p14:nvPr/>
              </p14:nvContentPartPr>
              <p14:xfrm>
                <a:off x="5998211" y="3931975"/>
                <a:ext cx="8280" cy="132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2E11452-8F1C-DDBD-79FC-5C0A42FC31A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989571" y="3922975"/>
                  <a:ext cx="25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B1B20E1-FF94-5212-9BC3-7AD85AC37C73}"/>
                    </a:ext>
                  </a:extLst>
                </p14:cNvPr>
                <p14:cNvContentPartPr/>
                <p14:nvPr/>
              </p14:nvContentPartPr>
              <p14:xfrm>
                <a:off x="5474411" y="4180375"/>
                <a:ext cx="585360" cy="334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B1B20E1-FF94-5212-9BC3-7AD85AC37C7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465771" y="4171375"/>
                  <a:ext cx="603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74E705B-2672-D5E7-A2DF-A9E612D43C36}"/>
                    </a:ext>
                  </a:extLst>
                </p14:cNvPr>
                <p14:cNvContentPartPr/>
                <p14:nvPr/>
              </p14:nvContentPartPr>
              <p14:xfrm>
                <a:off x="5662691" y="4289095"/>
                <a:ext cx="7920" cy="106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74E705B-2672-D5E7-A2DF-A9E612D43C3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653691" y="4280095"/>
                  <a:ext cx="25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650AF79-8E2F-2231-AEF5-F462725BF11D}"/>
                    </a:ext>
                  </a:extLst>
                </p14:cNvPr>
                <p14:cNvContentPartPr/>
                <p14:nvPr/>
              </p14:nvContentPartPr>
              <p14:xfrm>
                <a:off x="5788691" y="4343095"/>
                <a:ext cx="16200" cy="345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650AF79-8E2F-2231-AEF5-F462725BF11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79691" y="4334455"/>
                  <a:ext cx="33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33ACE93-21F5-3924-467F-9F2FF8994903}"/>
                    </a:ext>
                  </a:extLst>
                </p14:cNvPr>
                <p14:cNvContentPartPr/>
                <p14:nvPr/>
              </p14:nvContentPartPr>
              <p14:xfrm>
                <a:off x="5865371" y="4263535"/>
                <a:ext cx="170280" cy="1695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33ACE93-21F5-3924-467F-9F2FF899490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856731" y="4254535"/>
                  <a:ext cx="18792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34CCFAA0-6BFD-B686-59EA-BAB353DD13C9}"/>
              </a:ext>
            </a:extLst>
          </p:cNvPr>
          <p:cNvGrpSpPr/>
          <p:nvPr/>
        </p:nvGrpSpPr>
        <p:grpSpPr>
          <a:xfrm>
            <a:off x="6434531" y="3850255"/>
            <a:ext cx="3331440" cy="1096920"/>
            <a:chOff x="6434531" y="3850255"/>
            <a:chExt cx="3331440" cy="10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F89AAB1-C1C8-EAEB-F36E-C9A7D749D09C}"/>
                    </a:ext>
                  </a:extLst>
                </p14:cNvPr>
                <p14:cNvContentPartPr/>
                <p14:nvPr/>
              </p14:nvContentPartPr>
              <p14:xfrm>
                <a:off x="6434531" y="4344535"/>
                <a:ext cx="143640" cy="18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F89AAB1-C1C8-EAEB-F36E-C9A7D749D09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425891" y="4335535"/>
                  <a:ext cx="161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0BBD592-DFFB-B840-7C29-15CA6E2C12AB}"/>
                    </a:ext>
                  </a:extLst>
                </p14:cNvPr>
                <p14:cNvContentPartPr/>
                <p14:nvPr/>
              </p14:nvContentPartPr>
              <p14:xfrm>
                <a:off x="6451811" y="4396015"/>
                <a:ext cx="178560" cy="118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0BBD592-DFFB-B840-7C29-15CA6E2C12A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442811" y="4387015"/>
                  <a:ext cx="196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84FC6C7-C498-A7A3-D3B9-86F3B8D40002}"/>
                    </a:ext>
                  </a:extLst>
                </p14:cNvPr>
                <p14:cNvContentPartPr/>
                <p14:nvPr/>
              </p14:nvContentPartPr>
              <p14:xfrm>
                <a:off x="6703811" y="4204135"/>
                <a:ext cx="462960" cy="269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84FC6C7-C498-A7A3-D3B9-86F3B8D4000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95171" y="4195495"/>
                  <a:ext cx="480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897DDB5-590F-9F68-EE5F-F28251F40513}"/>
                    </a:ext>
                  </a:extLst>
                </p14:cNvPr>
                <p14:cNvContentPartPr/>
                <p14:nvPr/>
              </p14:nvContentPartPr>
              <p14:xfrm>
                <a:off x="6982811" y="4170295"/>
                <a:ext cx="340920" cy="48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897DDB5-590F-9F68-EE5F-F28251F4051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974171" y="4161295"/>
                  <a:ext cx="358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A2D6011-7C8F-25AE-51D8-EB949800747C}"/>
                    </a:ext>
                  </a:extLst>
                </p14:cNvPr>
                <p14:cNvContentPartPr/>
                <p14:nvPr/>
              </p14:nvContentPartPr>
              <p14:xfrm>
                <a:off x="7212131" y="4313935"/>
                <a:ext cx="438120" cy="241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A2D6011-7C8F-25AE-51D8-EB949800747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203131" y="4304935"/>
                  <a:ext cx="455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AC4DFF5-9669-18FB-343B-ED216EF78B0F}"/>
                    </a:ext>
                  </a:extLst>
                </p14:cNvPr>
                <p14:cNvContentPartPr/>
                <p14:nvPr/>
              </p14:nvContentPartPr>
              <p14:xfrm>
                <a:off x="7477811" y="4390255"/>
                <a:ext cx="158400" cy="9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AC4DFF5-9669-18FB-343B-ED216EF78B0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469171" y="4381255"/>
                  <a:ext cx="176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50F8BCB-FD95-22F2-FE09-5E688F85094A}"/>
                    </a:ext>
                  </a:extLst>
                </p14:cNvPr>
                <p14:cNvContentPartPr/>
                <p14:nvPr/>
              </p14:nvContentPartPr>
              <p14:xfrm>
                <a:off x="7848611" y="4263535"/>
                <a:ext cx="141840" cy="2149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50F8BCB-FD95-22F2-FE09-5E688F85094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839971" y="4254895"/>
                  <a:ext cx="159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0BD62A2-9C6C-3BA4-F254-8356AF235E2C}"/>
                    </a:ext>
                  </a:extLst>
                </p14:cNvPr>
                <p14:cNvContentPartPr/>
                <p14:nvPr/>
              </p14:nvContentPartPr>
              <p14:xfrm>
                <a:off x="8100251" y="4297375"/>
                <a:ext cx="152640" cy="1641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0BD62A2-9C6C-3BA4-F254-8356AF235E2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91251" y="4288735"/>
                  <a:ext cx="170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DF3D155-690C-1810-7350-EC9891B5BC45}"/>
                    </a:ext>
                  </a:extLst>
                </p14:cNvPr>
                <p14:cNvContentPartPr/>
                <p14:nvPr/>
              </p14:nvContentPartPr>
              <p14:xfrm>
                <a:off x="8135531" y="4266415"/>
                <a:ext cx="372600" cy="939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DF3D155-690C-1810-7350-EC9891B5BC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6531" y="4257775"/>
                  <a:ext cx="390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F56CB48-C2C8-1725-F0B8-63ED2F6E7A87}"/>
                    </a:ext>
                  </a:extLst>
                </p14:cNvPr>
                <p14:cNvContentPartPr/>
                <p14:nvPr/>
              </p14:nvContentPartPr>
              <p14:xfrm>
                <a:off x="8354771" y="4382695"/>
                <a:ext cx="165960" cy="1281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F56CB48-C2C8-1725-F0B8-63ED2F6E7A8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346131" y="4374055"/>
                  <a:ext cx="183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B51DD66-AE8E-3788-8864-A0333986A3BF}"/>
                    </a:ext>
                  </a:extLst>
                </p14:cNvPr>
                <p14:cNvContentPartPr/>
                <p14:nvPr/>
              </p14:nvContentPartPr>
              <p14:xfrm>
                <a:off x="8662571" y="4455415"/>
                <a:ext cx="11880" cy="48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B51DD66-AE8E-3788-8864-A0333986A3B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653931" y="4446775"/>
                  <a:ext cx="29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B0F47DC-311C-3338-6AA9-6A67B8107FFD}"/>
                    </a:ext>
                  </a:extLst>
                </p14:cNvPr>
                <p14:cNvContentPartPr/>
                <p14:nvPr/>
              </p14:nvContentPartPr>
              <p14:xfrm>
                <a:off x="8769131" y="4307095"/>
                <a:ext cx="213480" cy="208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B0F47DC-311C-3338-6AA9-6A67B8107FF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760131" y="4298095"/>
                  <a:ext cx="231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0026657-3E71-BEA7-1216-CD7A43C0B600}"/>
                    </a:ext>
                  </a:extLst>
                </p14:cNvPr>
                <p14:cNvContentPartPr/>
                <p14:nvPr/>
              </p14:nvContentPartPr>
              <p14:xfrm>
                <a:off x="9201491" y="4282975"/>
                <a:ext cx="24120" cy="269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0026657-3E71-BEA7-1216-CD7A43C0B60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192491" y="4274335"/>
                  <a:ext cx="41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F0CD6C7-E95C-3C77-FE5B-FCAB52B86D52}"/>
                    </a:ext>
                  </a:extLst>
                </p14:cNvPr>
                <p14:cNvContentPartPr/>
                <p14:nvPr/>
              </p14:nvContentPartPr>
              <p14:xfrm>
                <a:off x="9240011" y="4413655"/>
                <a:ext cx="163800" cy="130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F0CD6C7-E95C-3C77-FE5B-FCAB52B86D5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231371" y="4405015"/>
                  <a:ext cx="181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14DD8F4-DC36-D771-43F0-76F80D1E0124}"/>
                    </a:ext>
                  </a:extLst>
                </p14:cNvPr>
                <p14:cNvContentPartPr/>
                <p14:nvPr/>
              </p14:nvContentPartPr>
              <p14:xfrm>
                <a:off x="6738731" y="3884455"/>
                <a:ext cx="18720" cy="791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14DD8F4-DC36-D771-43F0-76F80D1E012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729731" y="3875455"/>
                  <a:ext cx="3636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237AB0F-2F05-30F8-ECF8-556AC376FB18}"/>
                    </a:ext>
                  </a:extLst>
                </p14:cNvPr>
                <p14:cNvContentPartPr/>
                <p14:nvPr/>
              </p14:nvContentPartPr>
              <p14:xfrm>
                <a:off x="6746651" y="3850255"/>
                <a:ext cx="3019320" cy="10969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237AB0F-2F05-30F8-ECF8-556AC376FB1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738011" y="3841255"/>
                  <a:ext cx="3036960" cy="11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91E7E7E-3A23-420E-D90F-F042608B7AEE}"/>
                  </a:ext>
                </a:extLst>
              </p14:cNvPr>
              <p14:cNvContentPartPr/>
              <p14:nvPr/>
            </p14:nvContentPartPr>
            <p14:xfrm>
              <a:off x="6730811" y="2605015"/>
              <a:ext cx="2009880" cy="1209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91E7E7E-3A23-420E-D90F-F042608B7AEE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6721811" y="2596375"/>
                <a:ext cx="2027520" cy="13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499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DF17D32-D873-AF90-C3DB-0327C6D119A6}"/>
              </a:ext>
            </a:extLst>
          </p:cNvPr>
          <p:cNvGrpSpPr/>
          <p:nvPr/>
        </p:nvGrpSpPr>
        <p:grpSpPr>
          <a:xfrm>
            <a:off x="402731" y="243415"/>
            <a:ext cx="2309400" cy="600840"/>
            <a:chOff x="402731" y="243415"/>
            <a:chExt cx="230940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B783645-8398-2AA0-7E42-6874FF3C4CC4}"/>
                    </a:ext>
                  </a:extLst>
                </p14:cNvPr>
                <p14:cNvContentPartPr/>
                <p14:nvPr/>
              </p14:nvContentPartPr>
              <p14:xfrm>
                <a:off x="690371" y="434575"/>
                <a:ext cx="18360" cy="201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B783645-8398-2AA0-7E42-6874FF3C4C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1731" y="425575"/>
                  <a:ext cx="36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0A5FBA-0377-10E5-AA32-3E349B212935}"/>
                    </a:ext>
                  </a:extLst>
                </p14:cNvPr>
                <p14:cNvContentPartPr/>
                <p14:nvPr/>
              </p14:nvContentPartPr>
              <p14:xfrm>
                <a:off x="402731" y="300295"/>
                <a:ext cx="457560" cy="543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0A5FBA-0377-10E5-AA32-3E349B2129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4091" y="291295"/>
                  <a:ext cx="47520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71068B-25A8-D6EB-C954-BAB605D45323}"/>
                    </a:ext>
                  </a:extLst>
                </p14:cNvPr>
                <p14:cNvContentPartPr/>
                <p14:nvPr/>
              </p14:nvContentPartPr>
              <p14:xfrm>
                <a:off x="933011" y="501535"/>
                <a:ext cx="980640" cy="70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71068B-25A8-D6EB-C954-BAB605D453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4011" y="492535"/>
                  <a:ext cx="998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2A90D1B-27F8-3577-812E-3B4281658DE4}"/>
                    </a:ext>
                  </a:extLst>
                </p14:cNvPr>
                <p14:cNvContentPartPr/>
                <p14:nvPr/>
              </p14:nvContentPartPr>
              <p14:xfrm>
                <a:off x="1855691" y="456895"/>
                <a:ext cx="110520" cy="157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2A90D1B-27F8-3577-812E-3B4281658D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46691" y="447895"/>
                  <a:ext cx="128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D8608C3-CC06-615E-8414-FD92FAECF88B}"/>
                    </a:ext>
                  </a:extLst>
                </p14:cNvPr>
                <p14:cNvContentPartPr/>
                <p14:nvPr/>
              </p14:nvContentPartPr>
              <p14:xfrm>
                <a:off x="2295251" y="398575"/>
                <a:ext cx="190800" cy="205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D8608C3-CC06-615E-8414-FD92FAECF8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86251" y="389935"/>
                  <a:ext cx="208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3B323F-3658-132F-FA99-CE6C2CAB76EE}"/>
                    </a:ext>
                  </a:extLst>
                </p14:cNvPr>
                <p14:cNvContentPartPr/>
                <p14:nvPr/>
              </p14:nvContentPartPr>
              <p14:xfrm>
                <a:off x="2080691" y="243415"/>
                <a:ext cx="631440" cy="55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3B323F-3658-132F-FA99-CE6C2CAB76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2051" y="234775"/>
                  <a:ext cx="649080" cy="57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34CD27-2296-F316-F3B6-1928E4975952}"/>
              </a:ext>
            </a:extLst>
          </p:cNvPr>
          <p:cNvGrpSpPr/>
          <p:nvPr/>
        </p:nvGrpSpPr>
        <p:grpSpPr>
          <a:xfrm>
            <a:off x="511451" y="1137655"/>
            <a:ext cx="2843280" cy="569520"/>
            <a:chOff x="511451" y="1137655"/>
            <a:chExt cx="2843280" cy="56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C46995-9991-D072-420D-B168046A9245}"/>
                    </a:ext>
                  </a:extLst>
                </p14:cNvPr>
                <p14:cNvContentPartPr/>
                <p14:nvPr/>
              </p14:nvContentPartPr>
              <p14:xfrm>
                <a:off x="511451" y="1360135"/>
                <a:ext cx="21600" cy="219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C46995-9991-D072-420D-B168046A924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2451" y="1351495"/>
                  <a:ext cx="39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1B0F00-36E7-F18B-56F6-321767D3AEAF}"/>
                    </a:ext>
                  </a:extLst>
                </p14:cNvPr>
                <p14:cNvContentPartPr/>
                <p14:nvPr/>
              </p14:nvContentPartPr>
              <p14:xfrm>
                <a:off x="523691" y="1261135"/>
                <a:ext cx="17640" cy="50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1B0F00-36E7-F18B-56F6-321767D3AE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5051" y="1252135"/>
                  <a:ext cx="35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CFC202E-84F7-E0A0-970C-D268ADCC1950}"/>
                    </a:ext>
                  </a:extLst>
                </p14:cNvPr>
                <p14:cNvContentPartPr/>
                <p14:nvPr/>
              </p14:nvContentPartPr>
              <p14:xfrm>
                <a:off x="592811" y="1342135"/>
                <a:ext cx="219600" cy="280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CFC202E-84F7-E0A0-970C-D268ADCC19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4171" y="1333495"/>
                  <a:ext cx="237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BE08F8-175B-1335-A357-5882BA0CDD3B}"/>
                    </a:ext>
                  </a:extLst>
                </p14:cNvPr>
                <p14:cNvContentPartPr/>
                <p14:nvPr/>
              </p14:nvContentPartPr>
              <p14:xfrm>
                <a:off x="858491" y="1356895"/>
                <a:ext cx="162360" cy="203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BE08F8-175B-1335-A357-5882BA0CDD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9491" y="1348255"/>
                  <a:ext cx="180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08DDAB4-6309-BB20-9560-2FD766BB62B7}"/>
                    </a:ext>
                  </a:extLst>
                </p14:cNvPr>
                <p14:cNvContentPartPr/>
                <p14:nvPr/>
              </p14:nvContentPartPr>
              <p14:xfrm>
                <a:off x="1036331" y="1278415"/>
                <a:ext cx="614520" cy="428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08DDAB4-6309-BB20-9560-2FD766BB62B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7331" y="1269415"/>
                  <a:ext cx="6321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709CCC-DF91-8E07-05BF-709B15FB8A16}"/>
                    </a:ext>
                  </a:extLst>
                </p14:cNvPr>
                <p14:cNvContentPartPr/>
                <p14:nvPr/>
              </p14:nvContentPartPr>
              <p14:xfrm>
                <a:off x="1636811" y="1292095"/>
                <a:ext cx="273240" cy="218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709CCC-DF91-8E07-05BF-709B15FB8A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27811" y="1283095"/>
                  <a:ext cx="290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38B354-2EA6-695C-5096-3030CDBC3A0E}"/>
                    </a:ext>
                  </a:extLst>
                </p14:cNvPr>
                <p14:cNvContentPartPr/>
                <p14:nvPr/>
              </p14:nvContentPartPr>
              <p14:xfrm>
                <a:off x="2092931" y="1311175"/>
                <a:ext cx="9000" cy="8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38B354-2EA6-695C-5096-3030CDBC3A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84291" y="1302535"/>
                  <a:ext cx="26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45C1A6-7DDE-CBAF-9A5D-2D11CA3E5715}"/>
                    </a:ext>
                  </a:extLst>
                </p14:cNvPr>
                <p14:cNvContentPartPr/>
                <p14:nvPr/>
              </p14:nvContentPartPr>
              <p14:xfrm>
                <a:off x="2117051" y="1427095"/>
                <a:ext cx="50760" cy="4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45C1A6-7DDE-CBAF-9A5D-2D11CA3E57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08411" y="1418455"/>
                  <a:ext cx="68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9BE956-2900-98BE-F2BC-EAF41740DA4B}"/>
                    </a:ext>
                  </a:extLst>
                </p14:cNvPr>
                <p14:cNvContentPartPr/>
                <p14:nvPr/>
              </p14:nvContentPartPr>
              <p14:xfrm>
                <a:off x="2318291" y="1180135"/>
                <a:ext cx="212760" cy="265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9BE956-2900-98BE-F2BC-EAF41740DA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09651" y="1171495"/>
                  <a:ext cx="230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F7C991-B51C-9015-F1E9-8F2E64551DB1}"/>
                    </a:ext>
                  </a:extLst>
                </p14:cNvPr>
                <p14:cNvContentPartPr/>
                <p14:nvPr/>
              </p14:nvContentPartPr>
              <p14:xfrm>
                <a:off x="2551211" y="1271575"/>
                <a:ext cx="461160" cy="262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F7C991-B51C-9015-F1E9-8F2E64551D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42571" y="1262575"/>
                  <a:ext cx="478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5206117-A5EA-C867-76CC-60AF51E188F6}"/>
                    </a:ext>
                  </a:extLst>
                </p14:cNvPr>
                <p14:cNvContentPartPr/>
                <p14:nvPr/>
              </p14:nvContentPartPr>
              <p14:xfrm>
                <a:off x="3001931" y="1137655"/>
                <a:ext cx="259560" cy="26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5206117-A5EA-C867-76CC-60AF51E188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3291" y="1128655"/>
                  <a:ext cx="277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EBF1AB-3AD7-9555-B2C8-014819EB3B04}"/>
                    </a:ext>
                  </a:extLst>
                </p14:cNvPr>
                <p14:cNvContentPartPr/>
                <p14:nvPr/>
              </p14:nvContentPartPr>
              <p14:xfrm>
                <a:off x="3327371" y="1369495"/>
                <a:ext cx="27360" cy="178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EBF1AB-3AD7-9555-B2C8-014819EB3B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8731" y="1360495"/>
                  <a:ext cx="4500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7C8D91F-AEBD-8D21-81CE-479A9C8D088E}"/>
              </a:ext>
            </a:extLst>
          </p:cNvPr>
          <p:cNvGrpSpPr/>
          <p:nvPr/>
        </p:nvGrpSpPr>
        <p:grpSpPr>
          <a:xfrm>
            <a:off x="4656131" y="325855"/>
            <a:ext cx="3583800" cy="5479920"/>
            <a:chOff x="4656131" y="325855"/>
            <a:chExt cx="3583800" cy="54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F59D9B-39E2-DB6E-9265-8D9DB63471EF}"/>
                    </a:ext>
                  </a:extLst>
                </p14:cNvPr>
                <p14:cNvContentPartPr/>
                <p14:nvPr/>
              </p14:nvContentPartPr>
              <p14:xfrm>
                <a:off x="4656131" y="325855"/>
                <a:ext cx="135360" cy="5479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F59D9B-39E2-DB6E-9265-8D9DB63471E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47491" y="317215"/>
                  <a:ext cx="153000" cy="54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96C2187-2F19-FD42-7131-82740EBD5E54}"/>
                    </a:ext>
                  </a:extLst>
                </p14:cNvPr>
                <p14:cNvContentPartPr/>
                <p14:nvPr/>
              </p14:nvContentPartPr>
              <p14:xfrm>
                <a:off x="5238971" y="506575"/>
                <a:ext cx="41400" cy="374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96C2187-2F19-FD42-7131-82740EBD5E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30331" y="497575"/>
                  <a:ext cx="590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0DB357-D366-CA32-34DA-6D6F07912401}"/>
                    </a:ext>
                  </a:extLst>
                </p14:cNvPr>
                <p14:cNvContentPartPr/>
                <p14:nvPr/>
              </p14:nvContentPartPr>
              <p14:xfrm>
                <a:off x="5080211" y="452935"/>
                <a:ext cx="1281600" cy="337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0DB357-D366-CA32-34DA-6D6F079124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71571" y="444295"/>
                  <a:ext cx="12992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C53DD8-77CE-1F09-6672-9C9B0D1EB5E2}"/>
                    </a:ext>
                  </a:extLst>
                </p14:cNvPr>
                <p14:cNvContentPartPr/>
                <p14:nvPr/>
              </p14:nvContentPartPr>
              <p14:xfrm>
                <a:off x="6610571" y="475255"/>
                <a:ext cx="246600" cy="343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C53DD8-77CE-1F09-6672-9C9B0D1EB5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01571" y="466615"/>
                  <a:ext cx="2642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77AB9E-A2F0-EEA5-93D5-10C9A7E9A6CE}"/>
                    </a:ext>
                  </a:extLst>
                </p14:cNvPr>
                <p14:cNvContentPartPr/>
                <p14:nvPr/>
              </p14:nvContentPartPr>
              <p14:xfrm>
                <a:off x="6874451" y="416575"/>
                <a:ext cx="45720" cy="389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77AB9E-A2F0-EEA5-93D5-10C9A7E9A6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65811" y="407575"/>
                  <a:ext cx="633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7E8B06-51EB-AC8F-8482-0F73459C585B}"/>
                    </a:ext>
                  </a:extLst>
                </p14:cNvPr>
                <p14:cNvContentPartPr/>
                <p14:nvPr/>
              </p14:nvContentPartPr>
              <p14:xfrm>
                <a:off x="6717851" y="511975"/>
                <a:ext cx="345600" cy="206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7E8B06-51EB-AC8F-8482-0F73459C58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08851" y="503335"/>
                  <a:ext cx="363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0657531-99C8-A21A-6E2F-F330990A267A}"/>
                    </a:ext>
                  </a:extLst>
                </p14:cNvPr>
                <p14:cNvContentPartPr/>
                <p14:nvPr/>
              </p14:nvContentPartPr>
              <p14:xfrm>
                <a:off x="7104491" y="465535"/>
                <a:ext cx="194400" cy="220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0657531-99C8-A21A-6E2F-F330990A267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95851" y="456535"/>
                  <a:ext cx="21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4621A3-64EA-56C9-B4CF-CD898A084691}"/>
                    </a:ext>
                  </a:extLst>
                </p14:cNvPr>
                <p14:cNvContentPartPr/>
                <p14:nvPr/>
              </p14:nvContentPartPr>
              <p14:xfrm>
                <a:off x="7330211" y="507295"/>
                <a:ext cx="346320" cy="177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4621A3-64EA-56C9-B4CF-CD898A08469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21571" y="498655"/>
                  <a:ext cx="363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CA6AAA-0411-CB83-A6C7-E0C33889A746}"/>
                    </a:ext>
                  </a:extLst>
                </p14:cNvPr>
                <p14:cNvContentPartPr/>
                <p14:nvPr/>
              </p14:nvContentPartPr>
              <p14:xfrm>
                <a:off x="7735211" y="534655"/>
                <a:ext cx="295560" cy="47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CA6AAA-0411-CB83-A6C7-E0C33889A7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26571" y="525655"/>
                  <a:ext cx="3132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89A7DB0-DCC0-D757-6512-3ADA16BB58A8}"/>
                    </a:ext>
                  </a:extLst>
                </p14:cNvPr>
                <p14:cNvContentPartPr/>
                <p14:nvPr/>
              </p14:nvContentPartPr>
              <p14:xfrm>
                <a:off x="8198171" y="503335"/>
                <a:ext cx="41760" cy="170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89A7DB0-DCC0-D757-6512-3ADA16BB58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89531" y="494335"/>
                  <a:ext cx="5940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392A0AE-9BC3-7632-C9A9-6D52265DA591}"/>
              </a:ext>
            </a:extLst>
          </p:cNvPr>
          <p:cNvGrpSpPr/>
          <p:nvPr/>
        </p:nvGrpSpPr>
        <p:grpSpPr>
          <a:xfrm>
            <a:off x="8652491" y="400375"/>
            <a:ext cx="846360" cy="443160"/>
            <a:chOff x="8652491" y="400375"/>
            <a:chExt cx="84636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40AB167-596F-F884-5454-02B0B3E26313}"/>
                    </a:ext>
                  </a:extLst>
                </p14:cNvPr>
                <p14:cNvContentPartPr/>
                <p14:nvPr/>
              </p14:nvContentPartPr>
              <p14:xfrm>
                <a:off x="8652491" y="461215"/>
                <a:ext cx="280080" cy="382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40AB167-596F-F884-5454-02B0B3E2631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43491" y="452215"/>
                  <a:ext cx="2977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1F229E-1F25-DEED-9BBE-6995A8EB6805}"/>
                    </a:ext>
                  </a:extLst>
                </p14:cNvPr>
                <p14:cNvContentPartPr/>
                <p14:nvPr/>
              </p14:nvContentPartPr>
              <p14:xfrm>
                <a:off x="9022931" y="400375"/>
                <a:ext cx="475920" cy="258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1F229E-1F25-DEED-9BBE-6995A8EB68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14291" y="391735"/>
                  <a:ext cx="49356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BB69AFD-7316-3246-D67F-427B57B1F0EB}"/>
              </a:ext>
            </a:extLst>
          </p:cNvPr>
          <p:cNvGrpSpPr/>
          <p:nvPr/>
        </p:nvGrpSpPr>
        <p:grpSpPr>
          <a:xfrm>
            <a:off x="6629651" y="1275175"/>
            <a:ext cx="2037960" cy="596880"/>
            <a:chOff x="6629651" y="1275175"/>
            <a:chExt cx="2037960" cy="5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DEC0FCC-0DBF-8977-DAF9-557BBE166755}"/>
                    </a:ext>
                  </a:extLst>
                </p14:cNvPr>
                <p14:cNvContentPartPr/>
                <p14:nvPr/>
              </p14:nvContentPartPr>
              <p14:xfrm>
                <a:off x="6629651" y="1275175"/>
                <a:ext cx="191880" cy="579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DEC0FCC-0DBF-8977-DAF9-557BBE1667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21011" y="1266175"/>
                  <a:ext cx="2095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52F206-27E2-8D55-9D1D-BA8015B9D837}"/>
                    </a:ext>
                  </a:extLst>
                </p14:cNvPr>
                <p14:cNvContentPartPr/>
                <p14:nvPr/>
              </p14:nvContentPartPr>
              <p14:xfrm>
                <a:off x="6906491" y="1593775"/>
                <a:ext cx="44280" cy="278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52F206-27E2-8D55-9D1D-BA8015B9D83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97491" y="1585135"/>
                  <a:ext cx="619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553A42-1E4C-0127-5D8B-C81420173C89}"/>
                    </a:ext>
                  </a:extLst>
                </p14:cNvPr>
                <p14:cNvContentPartPr/>
                <p14:nvPr/>
              </p14:nvContentPartPr>
              <p14:xfrm>
                <a:off x="6846011" y="1583695"/>
                <a:ext cx="544680" cy="266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553A42-1E4C-0127-5D8B-C81420173C8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37371" y="1574695"/>
                  <a:ext cx="5623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C155792-15A4-541B-0E04-618E203B7804}"/>
                    </a:ext>
                  </a:extLst>
                </p14:cNvPr>
                <p14:cNvContentPartPr/>
                <p14:nvPr/>
              </p14:nvContentPartPr>
              <p14:xfrm>
                <a:off x="7267571" y="1671895"/>
                <a:ext cx="156600" cy="19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C155792-15A4-541B-0E04-618E203B78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58931" y="1663255"/>
                  <a:ext cx="174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3A32F78-9A97-639A-FE5B-4B1A1BA92B7A}"/>
                    </a:ext>
                  </a:extLst>
                </p14:cNvPr>
                <p14:cNvContentPartPr/>
                <p14:nvPr/>
              </p14:nvContentPartPr>
              <p14:xfrm>
                <a:off x="7757531" y="1388575"/>
                <a:ext cx="321120" cy="257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3A32F78-9A97-639A-FE5B-4B1A1BA92B7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48531" y="1379935"/>
                  <a:ext cx="3387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B62008-5146-8F6B-B778-C9FFD1916B84}"/>
                    </a:ext>
                  </a:extLst>
                </p14:cNvPr>
                <p14:cNvContentPartPr/>
                <p14:nvPr/>
              </p14:nvContentPartPr>
              <p14:xfrm>
                <a:off x="7641611" y="1277335"/>
                <a:ext cx="547920" cy="74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B62008-5146-8F6B-B778-C9FFD1916B8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32611" y="1268335"/>
                  <a:ext cx="565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AD20AE-8A57-57E8-12C7-595EE6459099}"/>
                    </a:ext>
                  </a:extLst>
                </p14:cNvPr>
                <p14:cNvContentPartPr/>
                <p14:nvPr/>
              </p14:nvContentPartPr>
              <p14:xfrm>
                <a:off x="8168291" y="1398655"/>
                <a:ext cx="392760" cy="238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AD20AE-8A57-57E8-12C7-595EE645909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59291" y="1389655"/>
                  <a:ext cx="410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3C5773-66C5-3673-762F-7804503030BC}"/>
                    </a:ext>
                  </a:extLst>
                </p14:cNvPr>
                <p14:cNvContentPartPr/>
                <p14:nvPr/>
              </p14:nvContentPartPr>
              <p14:xfrm>
                <a:off x="8431451" y="1549135"/>
                <a:ext cx="184320" cy="14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3C5773-66C5-3673-762F-7804503030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22811" y="1540135"/>
                  <a:ext cx="201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DBDD59-AC69-D0B2-4C0C-CFCD0B40E901}"/>
                    </a:ext>
                  </a:extLst>
                </p14:cNvPr>
                <p14:cNvContentPartPr/>
                <p14:nvPr/>
              </p14:nvContentPartPr>
              <p14:xfrm>
                <a:off x="7767251" y="1829575"/>
                <a:ext cx="900360" cy="36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DBDD59-AC69-D0B2-4C0C-CFCD0B40E9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58611" y="1820935"/>
                  <a:ext cx="91800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20658A6-65B8-E053-DFD4-958B20FBEA1D}"/>
              </a:ext>
            </a:extLst>
          </p:cNvPr>
          <p:cNvGrpSpPr/>
          <p:nvPr/>
        </p:nvGrpSpPr>
        <p:grpSpPr>
          <a:xfrm>
            <a:off x="7952651" y="1989775"/>
            <a:ext cx="624960" cy="410040"/>
            <a:chOff x="7952651" y="1989775"/>
            <a:chExt cx="62496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1CDB138-AE0F-C4B9-39CB-C9025094BC70}"/>
                    </a:ext>
                  </a:extLst>
                </p14:cNvPr>
                <p14:cNvContentPartPr/>
                <p14:nvPr/>
              </p14:nvContentPartPr>
              <p14:xfrm>
                <a:off x="7952651" y="1989775"/>
                <a:ext cx="293040" cy="36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1CDB138-AE0F-C4B9-39CB-C9025094BC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44011" y="1980775"/>
                  <a:ext cx="3106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F85ECAF-2A01-EC4C-13E2-AC38FB4317A0}"/>
                    </a:ext>
                  </a:extLst>
                </p14:cNvPr>
                <p14:cNvContentPartPr/>
                <p14:nvPr/>
              </p14:nvContentPartPr>
              <p14:xfrm>
                <a:off x="8097731" y="2196415"/>
                <a:ext cx="115200" cy="187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F85ECAF-2A01-EC4C-13E2-AC38FB4317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89091" y="2187775"/>
                  <a:ext cx="132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CF7B87-68EF-7FC5-8AC3-5852DF939F44}"/>
                    </a:ext>
                  </a:extLst>
                </p14:cNvPr>
                <p14:cNvContentPartPr/>
                <p14:nvPr/>
              </p14:nvContentPartPr>
              <p14:xfrm>
                <a:off x="8329211" y="2223775"/>
                <a:ext cx="61920" cy="169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CF7B87-68EF-7FC5-8AC3-5852DF939F4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20211" y="2215135"/>
                  <a:ext cx="79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30E414-777B-2967-6BFD-6E6A4E93D173}"/>
                    </a:ext>
                  </a:extLst>
                </p14:cNvPr>
                <p14:cNvContentPartPr/>
                <p14:nvPr/>
              </p14:nvContentPartPr>
              <p14:xfrm>
                <a:off x="8448371" y="2285335"/>
                <a:ext cx="129240" cy="114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30E414-777B-2967-6BFD-6E6A4E93D17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39731" y="2276335"/>
                  <a:ext cx="1468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AE8A3F1-C8C2-2089-DDAD-A726870A74E2}"/>
              </a:ext>
            </a:extLst>
          </p:cNvPr>
          <p:cNvGrpSpPr/>
          <p:nvPr/>
        </p:nvGrpSpPr>
        <p:grpSpPr>
          <a:xfrm>
            <a:off x="5685371" y="2781055"/>
            <a:ext cx="1598760" cy="753120"/>
            <a:chOff x="5685371" y="2781055"/>
            <a:chExt cx="1598760" cy="75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976776-AAA4-6DAD-3E3C-9607B5E5CE34}"/>
                    </a:ext>
                  </a:extLst>
                </p14:cNvPr>
                <p14:cNvContentPartPr/>
                <p14:nvPr/>
              </p14:nvContentPartPr>
              <p14:xfrm>
                <a:off x="5685371" y="2781055"/>
                <a:ext cx="189720" cy="624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D976776-AAA4-6DAD-3E3C-9607B5E5CE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76371" y="2772415"/>
                  <a:ext cx="20736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E12EF57-6563-82BC-AF94-2C1F92DC8D36}"/>
                    </a:ext>
                  </a:extLst>
                </p14:cNvPr>
                <p14:cNvContentPartPr/>
                <p14:nvPr/>
              </p14:nvContentPartPr>
              <p14:xfrm>
                <a:off x="5973371" y="3187855"/>
                <a:ext cx="28080" cy="259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E12EF57-6563-82BC-AF94-2C1F92DC8D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64731" y="3179215"/>
                  <a:ext cx="45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406B79-A03B-04E3-CFB7-4163C5EF2029}"/>
                    </a:ext>
                  </a:extLst>
                </p14:cNvPr>
                <p14:cNvContentPartPr/>
                <p14:nvPr/>
              </p14:nvContentPartPr>
              <p14:xfrm>
                <a:off x="5892731" y="3277135"/>
                <a:ext cx="366480" cy="257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406B79-A03B-04E3-CFB7-4163C5EF202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84091" y="3268135"/>
                  <a:ext cx="384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786872-1D08-5C09-2FB2-667298EF1BEA}"/>
                    </a:ext>
                  </a:extLst>
                </p14:cNvPr>
                <p14:cNvContentPartPr/>
                <p14:nvPr/>
              </p14:nvContentPartPr>
              <p14:xfrm>
                <a:off x="6338771" y="3302335"/>
                <a:ext cx="577080" cy="160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786872-1D08-5C09-2FB2-667298EF1B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29771" y="3293695"/>
                  <a:ext cx="594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5F554DB-DFE7-C356-68CA-4F26347F7783}"/>
                    </a:ext>
                  </a:extLst>
                </p14:cNvPr>
                <p14:cNvContentPartPr/>
                <p14:nvPr/>
              </p14:nvContentPartPr>
              <p14:xfrm>
                <a:off x="6766451" y="3285775"/>
                <a:ext cx="163800" cy="183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5F554DB-DFE7-C356-68CA-4F26347F77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57811" y="3276775"/>
                  <a:ext cx="181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AA4EC3A-4EFF-0E43-A0D8-42DE8A8FC6A1}"/>
                    </a:ext>
                  </a:extLst>
                </p14:cNvPr>
                <p14:cNvContentPartPr/>
                <p14:nvPr/>
              </p14:nvContentPartPr>
              <p14:xfrm>
                <a:off x="7100171" y="3123775"/>
                <a:ext cx="183960" cy="98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AA4EC3A-4EFF-0E43-A0D8-42DE8A8FC6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91531" y="3114775"/>
                  <a:ext cx="2016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85A5303-C569-E6F2-4708-3D619FFACE8F}"/>
              </a:ext>
            </a:extLst>
          </p:cNvPr>
          <p:cNvGrpSpPr/>
          <p:nvPr/>
        </p:nvGrpSpPr>
        <p:grpSpPr>
          <a:xfrm>
            <a:off x="7719011" y="2998855"/>
            <a:ext cx="479880" cy="361800"/>
            <a:chOff x="7719011" y="2998855"/>
            <a:chExt cx="47988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3921A7D-B5EC-A54E-E95B-0D316D7FAD0E}"/>
                    </a:ext>
                  </a:extLst>
                </p14:cNvPr>
                <p14:cNvContentPartPr/>
                <p14:nvPr/>
              </p14:nvContentPartPr>
              <p14:xfrm>
                <a:off x="7719011" y="2998855"/>
                <a:ext cx="50400" cy="361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3921A7D-B5EC-A54E-E95B-0D316D7FAD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10371" y="2990215"/>
                  <a:ext cx="680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9A9C970-2596-E42D-871D-8460ED4972A2}"/>
                    </a:ext>
                  </a:extLst>
                </p14:cNvPr>
                <p14:cNvContentPartPr/>
                <p14:nvPr/>
              </p14:nvContentPartPr>
              <p14:xfrm>
                <a:off x="7936811" y="3098575"/>
                <a:ext cx="262080" cy="48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9A9C970-2596-E42D-871D-8460ED4972A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27811" y="3089935"/>
                  <a:ext cx="27972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B78A32F-5C0E-43F4-2760-BC826DA46299}"/>
              </a:ext>
            </a:extLst>
          </p:cNvPr>
          <p:cNvGrpSpPr/>
          <p:nvPr/>
        </p:nvGrpSpPr>
        <p:grpSpPr>
          <a:xfrm>
            <a:off x="8489771" y="2750095"/>
            <a:ext cx="635760" cy="397080"/>
            <a:chOff x="8489771" y="2750095"/>
            <a:chExt cx="63576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36078E1-A8B0-7FC5-6CA8-950BE689B57A}"/>
                    </a:ext>
                  </a:extLst>
                </p14:cNvPr>
                <p14:cNvContentPartPr/>
                <p14:nvPr/>
              </p14:nvContentPartPr>
              <p14:xfrm>
                <a:off x="8489771" y="2750095"/>
                <a:ext cx="569520" cy="383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36078E1-A8B0-7FC5-6CA8-950BE689B5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81131" y="2741095"/>
                  <a:ext cx="587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B691A9-0A11-2764-4151-0CD28329D673}"/>
                    </a:ext>
                  </a:extLst>
                </p14:cNvPr>
                <p14:cNvContentPartPr/>
                <p14:nvPr/>
              </p14:nvContentPartPr>
              <p14:xfrm>
                <a:off x="8916731" y="3016855"/>
                <a:ext cx="208800" cy="130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B691A9-0A11-2764-4151-0CD28329D6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07731" y="3008215"/>
                  <a:ext cx="22644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D4E027B-CBF5-4FBB-47A0-C6C88978F9AA}"/>
                  </a:ext>
                </a:extLst>
              </p14:cNvPr>
              <p14:cNvContentPartPr/>
              <p14:nvPr/>
            </p14:nvContentPartPr>
            <p14:xfrm>
              <a:off x="8471051" y="3314575"/>
              <a:ext cx="751320" cy="252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D4E027B-CBF5-4FBB-47A0-C6C88978F9A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462411" y="3305575"/>
                <a:ext cx="76896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651C935-2647-2BFB-204C-800676B5CEF2}"/>
              </a:ext>
            </a:extLst>
          </p:cNvPr>
          <p:cNvGrpSpPr/>
          <p:nvPr/>
        </p:nvGrpSpPr>
        <p:grpSpPr>
          <a:xfrm>
            <a:off x="8459531" y="3538855"/>
            <a:ext cx="553320" cy="373680"/>
            <a:chOff x="8459531" y="3538855"/>
            <a:chExt cx="55332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5C3A002-D6DC-AEB8-39E4-D30A24826BCB}"/>
                    </a:ext>
                  </a:extLst>
                </p14:cNvPr>
                <p14:cNvContentPartPr/>
                <p14:nvPr/>
              </p14:nvContentPartPr>
              <p14:xfrm>
                <a:off x="8610011" y="3578095"/>
                <a:ext cx="83520" cy="288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5C3A002-D6DC-AEB8-39E4-D30A24826BC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01371" y="3569095"/>
                  <a:ext cx="1011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76FA160-BD54-03BB-E0AE-CCAD28B9730F}"/>
                    </a:ext>
                  </a:extLst>
                </p14:cNvPr>
                <p14:cNvContentPartPr/>
                <p14:nvPr/>
              </p14:nvContentPartPr>
              <p14:xfrm>
                <a:off x="8459531" y="3538855"/>
                <a:ext cx="451440" cy="373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76FA160-BD54-03BB-E0AE-CCAD28B973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50531" y="3529855"/>
                  <a:ext cx="4690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5EC619E-0E0F-8B0C-4F85-D9F4E62C353D}"/>
                    </a:ext>
                  </a:extLst>
                </p14:cNvPr>
                <p14:cNvContentPartPr/>
                <p14:nvPr/>
              </p14:nvContentPartPr>
              <p14:xfrm>
                <a:off x="8839331" y="3728575"/>
                <a:ext cx="173520" cy="156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5EC619E-0E0F-8B0C-4F85-D9F4E62C35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30691" y="3719935"/>
                  <a:ext cx="19116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CAB191E-2548-C9DE-3CA8-E207FAB3F0EA}"/>
              </a:ext>
            </a:extLst>
          </p:cNvPr>
          <p:cNvGrpSpPr/>
          <p:nvPr/>
        </p:nvGrpSpPr>
        <p:grpSpPr>
          <a:xfrm>
            <a:off x="9672011" y="3056455"/>
            <a:ext cx="986040" cy="375120"/>
            <a:chOff x="9672011" y="3056455"/>
            <a:chExt cx="98604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4FCD29-CC4B-7F39-CC8C-889178B009EA}"/>
                    </a:ext>
                  </a:extLst>
                </p14:cNvPr>
                <p14:cNvContentPartPr/>
                <p14:nvPr/>
              </p14:nvContentPartPr>
              <p14:xfrm>
                <a:off x="9672011" y="3144295"/>
                <a:ext cx="186480" cy="287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34FCD29-CC4B-7F39-CC8C-889178B009E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63011" y="3135295"/>
                  <a:ext cx="204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76F8B0-FEFC-0CE2-F15D-C312D984AADB}"/>
                    </a:ext>
                  </a:extLst>
                </p14:cNvPr>
                <p14:cNvContentPartPr/>
                <p14:nvPr/>
              </p14:nvContentPartPr>
              <p14:xfrm>
                <a:off x="9686411" y="3158695"/>
                <a:ext cx="163440" cy="248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76F8B0-FEFC-0CE2-F15D-C312D984AAD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77411" y="3150055"/>
                  <a:ext cx="1810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D36761C-6365-501E-3E1A-324BDE187E46}"/>
                    </a:ext>
                  </a:extLst>
                </p14:cNvPr>
                <p14:cNvContentPartPr/>
                <p14:nvPr/>
              </p14:nvContentPartPr>
              <p14:xfrm>
                <a:off x="10096451" y="3140335"/>
                <a:ext cx="353520" cy="189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D36761C-6365-501E-3E1A-324BDE187E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87811" y="3131335"/>
                  <a:ext cx="371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D374FB9-D3F9-90B7-F882-438F625B00C4}"/>
                    </a:ext>
                  </a:extLst>
                </p14:cNvPr>
                <p14:cNvContentPartPr/>
                <p14:nvPr/>
              </p14:nvContentPartPr>
              <p14:xfrm>
                <a:off x="10455731" y="3056455"/>
                <a:ext cx="202320" cy="268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D374FB9-D3F9-90B7-F882-438F625B00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47091" y="3047815"/>
                  <a:ext cx="21996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680722C-94BC-CC0B-1A5F-A0744E570D83}"/>
              </a:ext>
            </a:extLst>
          </p:cNvPr>
          <p:cNvGrpSpPr/>
          <p:nvPr/>
        </p:nvGrpSpPr>
        <p:grpSpPr>
          <a:xfrm>
            <a:off x="9966131" y="3573415"/>
            <a:ext cx="1598040" cy="375480"/>
            <a:chOff x="9966131" y="3573415"/>
            <a:chExt cx="159804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376B5D4-1204-3139-0AA5-2A7860CF5C91}"/>
                    </a:ext>
                  </a:extLst>
                </p14:cNvPr>
                <p14:cNvContentPartPr/>
                <p14:nvPr/>
              </p14:nvContentPartPr>
              <p14:xfrm>
                <a:off x="9966131" y="3579175"/>
                <a:ext cx="531360" cy="369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376B5D4-1204-3139-0AA5-2A7860CF5C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57131" y="3570175"/>
                  <a:ext cx="5490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080600-5B52-FA7C-C976-68DB4A8D60D9}"/>
                    </a:ext>
                  </a:extLst>
                </p14:cNvPr>
                <p14:cNvContentPartPr/>
                <p14:nvPr/>
              </p14:nvContentPartPr>
              <p14:xfrm>
                <a:off x="10305251" y="3632455"/>
                <a:ext cx="273960" cy="200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080600-5B52-FA7C-C976-68DB4A8D60D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96251" y="3623815"/>
                  <a:ext cx="291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EE2E51-74F3-77C6-E441-FC82C2A1EE88}"/>
                    </a:ext>
                  </a:extLst>
                </p14:cNvPr>
                <p14:cNvContentPartPr/>
                <p14:nvPr/>
              </p14:nvContentPartPr>
              <p14:xfrm>
                <a:off x="10628171" y="3673495"/>
                <a:ext cx="204120" cy="154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EE2E51-74F3-77C6-E441-FC82C2A1EE8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19531" y="3664495"/>
                  <a:ext cx="2217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FC2B4C3-E2A2-2731-0998-27345EEB6084}"/>
                    </a:ext>
                  </a:extLst>
                </p14:cNvPr>
                <p14:cNvContentPartPr/>
                <p14:nvPr/>
              </p14:nvContentPartPr>
              <p14:xfrm>
                <a:off x="10871171" y="3582415"/>
                <a:ext cx="17640" cy="7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FC2B4C3-E2A2-2731-0998-27345EEB608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62531" y="3573415"/>
                  <a:ext cx="35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E9E3CDC-FCCD-784D-3E03-6C20E0541591}"/>
                    </a:ext>
                  </a:extLst>
                </p14:cNvPr>
                <p14:cNvContentPartPr/>
                <p14:nvPr/>
              </p14:nvContentPartPr>
              <p14:xfrm>
                <a:off x="10921571" y="3573415"/>
                <a:ext cx="128520" cy="280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E9E3CDC-FCCD-784D-3E03-6C20E054159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12571" y="3564775"/>
                  <a:ext cx="1461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1DCAC5F-435F-55F3-5C64-ADA057970C2E}"/>
                    </a:ext>
                  </a:extLst>
                </p14:cNvPr>
                <p14:cNvContentPartPr/>
                <p14:nvPr/>
              </p14:nvContentPartPr>
              <p14:xfrm>
                <a:off x="11080691" y="3633895"/>
                <a:ext cx="483480" cy="199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1DCAC5F-435F-55F3-5C64-ADA057970C2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072051" y="3624895"/>
                  <a:ext cx="5011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FBCA4C5-0DB1-618F-9585-806F41105AAF}"/>
              </a:ext>
            </a:extLst>
          </p:cNvPr>
          <p:cNvGrpSpPr/>
          <p:nvPr/>
        </p:nvGrpSpPr>
        <p:grpSpPr>
          <a:xfrm>
            <a:off x="9305171" y="1636615"/>
            <a:ext cx="1677240" cy="374760"/>
            <a:chOff x="9305171" y="1636615"/>
            <a:chExt cx="167724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6F43389-9B5B-D002-C9D1-B51AE18331DC}"/>
                    </a:ext>
                  </a:extLst>
                </p14:cNvPr>
                <p14:cNvContentPartPr/>
                <p14:nvPr/>
              </p14:nvContentPartPr>
              <p14:xfrm>
                <a:off x="9305171" y="1636615"/>
                <a:ext cx="470520" cy="374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6F43389-9B5B-D002-C9D1-B51AE18331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96171" y="1627975"/>
                  <a:ext cx="4881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783465A-F689-9196-7B40-56FE5714C89D}"/>
                    </a:ext>
                  </a:extLst>
                </p14:cNvPr>
                <p14:cNvContentPartPr/>
                <p14:nvPr/>
              </p14:nvContentPartPr>
              <p14:xfrm>
                <a:off x="9648971" y="1781335"/>
                <a:ext cx="257040" cy="124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783465A-F689-9196-7B40-56FE5714C89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640331" y="1772695"/>
                  <a:ext cx="274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BB380A1-DB21-51C8-C8E5-D89DDEDE3C5F}"/>
                    </a:ext>
                  </a:extLst>
                </p14:cNvPr>
                <p14:cNvContentPartPr/>
                <p14:nvPr/>
              </p14:nvContentPartPr>
              <p14:xfrm>
                <a:off x="9926171" y="1716175"/>
                <a:ext cx="280440" cy="218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BB380A1-DB21-51C8-C8E5-D89DDEDE3C5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17531" y="1707175"/>
                  <a:ext cx="298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DFB75B-E479-B2EF-D5BB-249FBFF03BB9}"/>
                    </a:ext>
                  </a:extLst>
                </p14:cNvPr>
                <p14:cNvContentPartPr/>
                <p14:nvPr/>
              </p14:nvContentPartPr>
              <p14:xfrm>
                <a:off x="10209131" y="1648495"/>
                <a:ext cx="118080" cy="255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DFB75B-E479-B2EF-D5BB-249FBFF03BB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00491" y="1639495"/>
                  <a:ext cx="1357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DB07E29-960A-FBB2-1AAC-7436729E530C}"/>
                    </a:ext>
                  </a:extLst>
                </p14:cNvPr>
                <p14:cNvContentPartPr/>
                <p14:nvPr/>
              </p14:nvContentPartPr>
              <p14:xfrm>
                <a:off x="10242611" y="1764055"/>
                <a:ext cx="168840" cy="127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DB07E29-960A-FBB2-1AAC-7436729E530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233611" y="1755415"/>
                  <a:ext cx="186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12E1C8-BFFE-868E-D776-B72723D9D6DA}"/>
                    </a:ext>
                  </a:extLst>
                </p14:cNvPr>
                <p14:cNvContentPartPr/>
                <p14:nvPr/>
              </p14:nvContentPartPr>
              <p14:xfrm>
                <a:off x="10393091" y="1671535"/>
                <a:ext cx="589320" cy="232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12E1C8-BFFE-868E-D776-B72723D9D6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84451" y="1662535"/>
                  <a:ext cx="60696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5989598-D0D5-1751-9BD4-085564A76F88}"/>
                  </a:ext>
                </a:extLst>
              </p14:cNvPr>
              <p14:cNvContentPartPr/>
              <p14:nvPr/>
            </p14:nvContentPartPr>
            <p14:xfrm>
              <a:off x="7570691" y="4225735"/>
              <a:ext cx="1505520" cy="1022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5989598-D0D5-1751-9BD4-085564A76F8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561691" y="4216735"/>
                <a:ext cx="1523160" cy="11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204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03D4789-3C37-8206-8836-B4E0D527A2E2}"/>
              </a:ext>
            </a:extLst>
          </p:cNvPr>
          <p:cNvGrpSpPr/>
          <p:nvPr/>
        </p:nvGrpSpPr>
        <p:grpSpPr>
          <a:xfrm>
            <a:off x="287171" y="198055"/>
            <a:ext cx="946800" cy="358560"/>
            <a:chOff x="287171" y="198055"/>
            <a:chExt cx="9468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9BCFC4E-ACC7-C5F3-C170-666847B1DB16}"/>
                    </a:ext>
                  </a:extLst>
                </p14:cNvPr>
                <p14:cNvContentPartPr/>
                <p14:nvPr/>
              </p14:nvContentPartPr>
              <p14:xfrm>
                <a:off x="287171" y="223975"/>
                <a:ext cx="266040" cy="263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9BCFC4E-ACC7-C5F3-C170-666847B1DB1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8171" y="215335"/>
                  <a:ext cx="2836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51EEB0E-A72C-3195-0CBB-EF69562A8522}"/>
                    </a:ext>
                  </a:extLst>
                </p14:cNvPr>
                <p14:cNvContentPartPr/>
                <p14:nvPr/>
              </p14:nvContentPartPr>
              <p14:xfrm>
                <a:off x="575531" y="295615"/>
                <a:ext cx="173880" cy="144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51EEB0E-A72C-3195-0CBB-EF69562A852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6891" y="286975"/>
                  <a:ext cx="191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711AB7-06F1-CE63-DE95-53661C434E87}"/>
                    </a:ext>
                  </a:extLst>
                </p14:cNvPr>
                <p14:cNvContentPartPr/>
                <p14:nvPr/>
              </p14:nvContentPartPr>
              <p14:xfrm>
                <a:off x="767411" y="241615"/>
                <a:ext cx="234720" cy="209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711AB7-06F1-CE63-DE95-53661C434E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8771" y="232615"/>
                  <a:ext cx="252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28A06D0-128C-BA5D-8D85-9D9212F4C32B}"/>
                    </a:ext>
                  </a:extLst>
                </p14:cNvPr>
                <p14:cNvContentPartPr/>
                <p14:nvPr/>
              </p14:nvContentPartPr>
              <p14:xfrm>
                <a:off x="1066211" y="198055"/>
                <a:ext cx="167760" cy="358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28A06D0-128C-BA5D-8D85-9D9212F4C3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7571" y="189055"/>
                  <a:ext cx="1854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416F28-4FA6-CFDD-56F0-426C9FB7B803}"/>
              </a:ext>
            </a:extLst>
          </p:cNvPr>
          <p:cNvGrpSpPr/>
          <p:nvPr/>
        </p:nvGrpSpPr>
        <p:grpSpPr>
          <a:xfrm>
            <a:off x="1457171" y="167455"/>
            <a:ext cx="1048320" cy="307440"/>
            <a:chOff x="1457171" y="167455"/>
            <a:chExt cx="104832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E07E04-2192-5F50-4187-3A3866991235}"/>
                    </a:ext>
                  </a:extLst>
                </p14:cNvPr>
                <p14:cNvContentPartPr/>
                <p14:nvPr/>
              </p14:nvContentPartPr>
              <p14:xfrm>
                <a:off x="1611971" y="218215"/>
                <a:ext cx="22680" cy="244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E07E04-2192-5F50-4187-3A38669912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2971" y="209215"/>
                  <a:ext cx="40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C15C2A-06FF-F961-5BED-B372AC25C2D1}"/>
                    </a:ext>
                  </a:extLst>
                </p14:cNvPr>
                <p14:cNvContentPartPr/>
                <p14:nvPr/>
              </p14:nvContentPartPr>
              <p14:xfrm>
                <a:off x="1711691" y="216415"/>
                <a:ext cx="44280" cy="184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C15C2A-06FF-F961-5BED-B372AC25C2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3051" y="207775"/>
                  <a:ext cx="61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7BC90F-BCF9-B12E-C408-C01B523D7604}"/>
                    </a:ext>
                  </a:extLst>
                </p14:cNvPr>
                <p14:cNvContentPartPr/>
                <p14:nvPr/>
              </p14:nvContentPartPr>
              <p14:xfrm>
                <a:off x="1462931" y="167455"/>
                <a:ext cx="387000" cy="69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7BC90F-BCF9-B12E-C408-C01B523D76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54291" y="158815"/>
                  <a:ext cx="404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AA3B99-0E13-6E69-F06F-5226B59C2442}"/>
                    </a:ext>
                  </a:extLst>
                </p14:cNvPr>
                <p14:cNvContentPartPr/>
                <p14:nvPr/>
              </p14:nvContentPartPr>
              <p14:xfrm>
                <a:off x="1457171" y="421975"/>
                <a:ext cx="355680" cy="52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AA3B99-0E13-6E69-F06F-5226B59C24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48531" y="413335"/>
                  <a:ext cx="373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9AAFB3-FEB3-DA77-734D-D506F0512CC7}"/>
                    </a:ext>
                  </a:extLst>
                </p14:cNvPr>
                <p14:cNvContentPartPr/>
                <p14:nvPr/>
              </p14:nvContentPartPr>
              <p14:xfrm>
                <a:off x="1987811" y="361495"/>
                <a:ext cx="20520" cy="72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9AAFB3-FEB3-DA77-734D-D506F0512C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79171" y="352495"/>
                  <a:ext cx="38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58520A-1B3E-2E82-C34A-15AC7B759FB7}"/>
                    </a:ext>
                  </a:extLst>
                </p14:cNvPr>
                <p14:cNvContentPartPr/>
                <p14:nvPr/>
              </p14:nvContentPartPr>
              <p14:xfrm>
                <a:off x="2163131" y="190495"/>
                <a:ext cx="342360" cy="246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58520A-1B3E-2E82-C34A-15AC7B759F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54131" y="181495"/>
                  <a:ext cx="3600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88B510-D0FC-FC28-5D2C-97F9669BE6EB}"/>
              </a:ext>
            </a:extLst>
          </p:cNvPr>
          <p:cNvGrpSpPr/>
          <p:nvPr/>
        </p:nvGrpSpPr>
        <p:grpSpPr>
          <a:xfrm>
            <a:off x="402731" y="862615"/>
            <a:ext cx="1134000" cy="456480"/>
            <a:chOff x="402731" y="862615"/>
            <a:chExt cx="1134000" cy="45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C4B13D-5BB7-8513-D569-935554E21902}"/>
                    </a:ext>
                  </a:extLst>
                </p14:cNvPr>
                <p14:cNvContentPartPr/>
                <p14:nvPr/>
              </p14:nvContentPartPr>
              <p14:xfrm>
                <a:off x="402731" y="862615"/>
                <a:ext cx="109440" cy="296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C4B13D-5BB7-8513-D569-935554E219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4091" y="853615"/>
                  <a:ext cx="1270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3495B1-2C7C-7D68-375C-247622D35CC3}"/>
                    </a:ext>
                  </a:extLst>
                </p14:cNvPr>
                <p14:cNvContentPartPr/>
                <p14:nvPr/>
              </p14:nvContentPartPr>
              <p14:xfrm>
                <a:off x="461051" y="1009855"/>
                <a:ext cx="142200" cy="143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3495B1-2C7C-7D68-375C-247622D35CC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411" y="1000855"/>
                  <a:ext cx="159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AE1E6FF-2A5E-5817-647B-F87E7A1B31E8}"/>
                    </a:ext>
                  </a:extLst>
                </p14:cNvPr>
                <p14:cNvContentPartPr/>
                <p14:nvPr/>
              </p14:nvContentPartPr>
              <p14:xfrm>
                <a:off x="685691" y="971335"/>
                <a:ext cx="32400" cy="186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AE1E6FF-2A5E-5817-647B-F87E7A1B31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7051" y="962695"/>
                  <a:ext cx="50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9C9DD72-8915-02B9-2156-6261A4C70CFE}"/>
                    </a:ext>
                  </a:extLst>
                </p14:cNvPr>
                <p14:cNvContentPartPr/>
                <p14:nvPr/>
              </p14:nvContentPartPr>
              <p14:xfrm>
                <a:off x="771731" y="983935"/>
                <a:ext cx="239760" cy="153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9C9DD72-8915-02B9-2156-6261A4C70C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3091" y="974935"/>
                  <a:ext cx="257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418364-B5DA-BE9A-38B1-03864CD300FA}"/>
                    </a:ext>
                  </a:extLst>
                </p14:cNvPr>
                <p14:cNvContentPartPr/>
                <p14:nvPr/>
              </p14:nvContentPartPr>
              <p14:xfrm>
                <a:off x="1075931" y="978895"/>
                <a:ext cx="155160" cy="222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418364-B5DA-BE9A-38B1-03864CD300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6931" y="969895"/>
                  <a:ext cx="172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24F456-73E1-EBA6-38A8-370F6EB67C6F}"/>
                    </a:ext>
                  </a:extLst>
                </p14:cNvPr>
                <p14:cNvContentPartPr/>
                <p14:nvPr/>
              </p14:nvContentPartPr>
              <p14:xfrm>
                <a:off x="542771" y="1045135"/>
                <a:ext cx="976680" cy="273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24F456-73E1-EBA6-38A8-370F6EB67C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3771" y="1036495"/>
                  <a:ext cx="9943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079D95-DC69-F1FB-6743-32FD359EEE74}"/>
                    </a:ext>
                  </a:extLst>
                </p14:cNvPr>
                <p14:cNvContentPartPr/>
                <p14:nvPr/>
              </p14:nvContentPartPr>
              <p14:xfrm>
                <a:off x="1519451" y="1117135"/>
                <a:ext cx="17280" cy="13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079D95-DC69-F1FB-6743-32FD359EEE7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10451" y="1108135"/>
                  <a:ext cx="349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30420F-2604-043C-F81D-2899C92D25F3}"/>
              </a:ext>
            </a:extLst>
          </p:cNvPr>
          <p:cNvGrpSpPr/>
          <p:nvPr/>
        </p:nvGrpSpPr>
        <p:grpSpPr>
          <a:xfrm>
            <a:off x="1786571" y="860095"/>
            <a:ext cx="690120" cy="327240"/>
            <a:chOff x="1786571" y="860095"/>
            <a:chExt cx="69012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5B8E01-1FCF-8171-3A63-9F14BEDD7F81}"/>
                    </a:ext>
                  </a:extLst>
                </p14:cNvPr>
                <p14:cNvContentPartPr/>
                <p14:nvPr/>
              </p14:nvContentPartPr>
              <p14:xfrm>
                <a:off x="1946771" y="917335"/>
                <a:ext cx="20880" cy="226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5B8E01-1FCF-8171-3A63-9F14BEDD7F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37771" y="908695"/>
                  <a:ext cx="38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6656A5-FF4E-DD3B-E768-6405591B1290}"/>
                    </a:ext>
                  </a:extLst>
                </p14:cNvPr>
                <p14:cNvContentPartPr/>
                <p14:nvPr/>
              </p14:nvContentPartPr>
              <p14:xfrm>
                <a:off x="1786571" y="860095"/>
                <a:ext cx="359280" cy="44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6656A5-FF4E-DD3B-E768-6405591B129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77931" y="851095"/>
                  <a:ext cx="376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04D975-4492-39A0-31BE-04967312BD90}"/>
                    </a:ext>
                  </a:extLst>
                </p14:cNvPr>
                <p14:cNvContentPartPr/>
                <p14:nvPr/>
              </p14:nvContentPartPr>
              <p14:xfrm>
                <a:off x="2085011" y="1039015"/>
                <a:ext cx="2880" cy="139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04D975-4492-39A0-31BE-04967312BD9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76011" y="1030375"/>
                  <a:ext cx="205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BABA606-692B-AB7C-68F8-B46C5E2F53E4}"/>
                    </a:ext>
                  </a:extLst>
                </p14:cNvPr>
                <p14:cNvContentPartPr/>
                <p14:nvPr/>
              </p14:nvContentPartPr>
              <p14:xfrm>
                <a:off x="2045411" y="958735"/>
                <a:ext cx="419400" cy="228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BABA606-692B-AB7C-68F8-B46C5E2F53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36411" y="949735"/>
                  <a:ext cx="437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45C331-16B0-29BE-F30D-B1E6FD827D42}"/>
                    </a:ext>
                  </a:extLst>
                </p14:cNvPr>
                <p14:cNvContentPartPr/>
                <p14:nvPr/>
              </p14:nvContentPartPr>
              <p14:xfrm>
                <a:off x="2305691" y="1014175"/>
                <a:ext cx="171000" cy="23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45C331-16B0-29BE-F30D-B1E6FD827D4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97051" y="1005535"/>
                  <a:ext cx="1886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86D9E4-1604-24D3-1E91-F9FFE4F8D22E}"/>
              </a:ext>
            </a:extLst>
          </p:cNvPr>
          <p:cNvGrpSpPr/>
          <p:nvPr/>
        </p:nvGrpSpPr>
        <p:grpSpPr>
          <a:xfrm>
            <a:off x="2692691" y="886015"/>
            <a:ext cx="544320" cy="187920"/>
            <a:chOff x="2692691" y="886015"/>
            <a:chExt cx="54432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34531A-B484-FA7A-24D4-2FC2D608713F}"/>
                    </a:ext>
                  </a:extLst>
                </p14:cNvPr>
                <p14:cNvContentPartPr/>
                <p14:nvPr/>
              </p14:nvContentPartPr>
              <p14:xfrm>
                <a:off x="2692691" y="886015"/>
                <a:ext cx="10800" cy="18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34531A-B484-FA7A-24D4-2FC2D60871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84051" y="877015"/>
                  <a:ext cx="28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CAA192-9F5E-FF27-8481-F6BB4A01AAEE}"/>
                    </a:ext>
                  </a:extLst>
                </p14:cNvPr>
                <p14:cNvContentPartPr/>
                <p14:nvPr/>
              </p14:nvContentPartPr>
              <p14:xfrm>
                <a:off x="2796011" y="896815"/>
                <a:ext cx="292320" cy="177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CAA192-9F5E-FF27-8481-F6BB4A01AA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7371" y="888175"/>
                  <a:ext cx="309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D5C462A-CF24-F65E-A32F-DADD2B51D0D1}"/>
                    </a:ext>
                  </a:extLst>
                </p14:cNvPr>
                <p14:cNvContentPartPr/>
                <p14:nvPr/>
              </p14:nvContentPartPr>
              <p14:xfrm>
                <a:off x="3097691" y="913015"/>
                <a:ext cx="139320" cy="117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D5C462A-CF24-F65E-A32F-DADD2B51D0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88691" y="904015"/>
                  <a:ext cx="1569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4B493F-EB56-EAA2-BA48-140C02E17202}"/>
              </a:ext>
            </a:extLst>
          </p:cNvPr>
          <p:cNvGrpSpPr/>
          <p:nvPr/>
        </p:nvGrpSpPr>
        <p:grpSpPr>
          <a:xfrm>
            <a:off x="3426011" y="859375"/>
            <a:ext cx="291240" cy="187560"/>
            <a:chOff x="3426011" y="859375"/>
            <a:chExt cx="29124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5C9E9F-A0F2-F036-1906-3C3D0C59A692}"/>
                    </a:ext>
                  </a:extLst>
                </p14:cNvPr>
                <p14:cNvContentPartPr/>
                <p14:nvPr/>
              </p14:nvContentPartPr>
              <p14:xfrm>
                <a:off x="3426011" y="859375"/>
                <a:ext cx="31680" cy="187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5C9E9F-A0F2-F036-1906-3C3D0C59A6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17371" y="850375"/>
                  <a:ext cx="49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19444F-98C3-4237-39E9-5F0E50BA145D}"/>
                    </a:ext>
                  </a:extLst>
                </p14:cNvPr>
                <p14:cNvContentPartPr/>
                <p14:nvPr/>
              </p14:nvContentPartPr>
              <p14:xfrm>
                <a:off x="3512411" y="888175"/>
                <a:ext cx="204840" cy="125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19444F-98C3-4237-39E9-5F0E50BA14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3411" y="879535"/>
                  <a:ext cx="22248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8D8CBC-563E-E41E-AB29-B7238AA03498}"/>
              </a:ext>
            </a:extLst>
          </p:cNvPr>
          <p:cNvGrpSpPr/>
          <p:nvPr/>
        </p:nvGrpSpPr>
        <p:grpSpPr>
          <a:xfrm>
            <a:off x="1781891" y="1493335"/>
            <a:ext cx="770400" cy="286200"/>
            <a:chOff x="1781891" y="1493335"/>
            <a:chExt cx="77040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63FC27-5370-FEFF-A808-0433563ECB26}"/>
                    </a:ext>
                  </a:extLst>
                </p14:cNvPr>
                <p14:cNvContentPartPr/>
                <p14:nvPr/>
              </p14:nvContentPartPr>
              <p14:xfrm>
                <a:off x="1904651" y="1493335"/>
                <a:ext cx="9360" cy="218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63FC27-5370-FEFF-A808-0433563ECB2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95651" y="1484695"/>
                  <a:ext cx="27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00D33BD-B2EA-8567-3418-1A49F7306BBB}"/>
                    </a:ext>
                  </a:extLst>
                </p14:cNvPr>
                <p14:cNvContentPartPr/>
                <p14:nvPr/>
              </p14:nvContentPartPr>
              <p14:xfrm>
                <a:off x="1781891" y="1494775"/>
                <a:ext cx="432000" cy="28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00D33BD-B2EA-8567-3418-1A49F7306B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72891" y="1485775"/>
                  <a:ext cx="449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59BC6A6-2859-0D9D-3DFE-D753A50DEF94}"/>
                    </a:ext>
                  </a:extLst>
                </p14:cNvPr>
                <p14:cNvContentPartPr/>
                <p14:nvPr/>
              </p14:nvContentPartPr>
              <p14:xfrm>
                <a:off x="2331251" y="1555975"/>
                <a:ext cx="115200" cy="6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59BC6A6-2859-0D9D-3DFE-D753A50DEF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22251" y="1547335"/>
                  <a:ext cx="132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9648637-3576-CCA6-AA41-BE8CF277AD55}"/>
                    </a:ext>
                  </a:extLst>
                </p14:cNvPr>
                <p14:cNvContentPartPr/>
                <p14:nvPr/>
              </p14:nvContentPartPr>
              <p14:xfrm>
                <a:off x="2453291" y="1624375"/>
                <a:ext cx="99000" cy="10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9648637-3576-CCA6-AA41-BE8CF277AD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44651" y="1615375"/>
                  <a:ext cx="1166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87795A4-998B-178C-CCA3-BE18E60CF61B}"/>
              </a:ext>
            </a:extLst>
          </p:cNvPr>
          <p:cNvGrpSpPr/>
          <p:nvPr/>
        </p:nvGrpSpPr>
        <p:grpSpPr>
          <a:xfrm>
            <a:off x="2806091" y="1386775"/>
            <a:ext cx="965880" cy="297720"/>
            <a:chOff x="2806091" y="1386775"/>
            <a:chExt cx="96588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22AB7FC-97F5-B589-51CA-8D5FEFB3D4C5}"/>
                    </a:ext>
                  </a:extLst>
                </p14:cNvPr>
                <p14:cNvContentPartPr/>
                <p14:nvPr/>
              </p14:nvContentPartPr>
              <p14:xfrm>
                <a:off x="2806091" y="1483255"/>
                <a:ext cx="180720" cy="20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22AB7FC-97F5-B589-51CA-8D5FEFB3D4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97451" y="1474615"/>
                  <a:ext cx="198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30F3A5-4FD0-8AA7-8C8F-5A4912D2103F}"/>
                    </a:ext>
                  </a:extLst>
                </p14:cNvPr>
                <p14:cNvContentPartPr/>
                <p14:nvPr/>
              </p14:nvContentPartPr>
              <p14:xfrm>
                <a:off x="3035771" y="1535455"/>
                <a:ext cx="128160" cy="109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30F3A5-4FD0-8AA7-8C8F-5A4912D2103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27131" y="1526455"/>
                  <a:ext cx="145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840AB4-C520-4C33-DBA5-EA609EB11E7E}"/>
                    </a:ext>
                  </a:extLst>
                </p14:cNvPr>
                <p14:cNvContentPartPr/>
                <p14:nvPr/>
              </p14:nvContentPartPr>
              <p14:xfrm>
                <a:off x="3233051" y="1526815"/>
                <a:ext cx="133560" cy="112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840AB4-C520-4C33-DBA5-EA609EB11E7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4411" y="1518175"/>
                  <a:ext cx="1512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423D903-1D4C-53EB-7129-2015857DDE15}"/>
                    </a:ext>
                  </a:extLst>
                </p14:cNvPr>
                <p14:cNvContentPartPr/>
                <p14:nvPr/>
              </p14:nvContentPartPr>
              <p14:xfrm>
                <a:off x="3508451" y="1386775"/>
                <a:ext cx="28800" cy="239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423D903-1D4C-53EB-7129-2015857DDE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9811" y="1378135"/>
                  <a:ext cx="46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0D0DEA6-7962-F0EA-99CF-4CA78C1F8986}"/>
                    </a:ext>
                  </a:extLst>
                </p14:cNvPr>
                <p14:cNvContentPartPr/>
                <p14:nvPr/>
              </p14:nvContentPartPr>
              <p14:xfrm>
                <a:off x="3566051" y="1485415"/>
                <a:ext cx="205920" cy="111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0D0DEA6-7962-F0EA-99CF-4CA78C1F89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57051" y="1476415"/>
                  <a:ext cx="22356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5AA90-29B4-2901-A313-5F920A821E63}"/>
                  </a:ext>
                </a:extLst>
              </p14:cNvPr>
              <p14:cNvContentPartPr/>
              <p14:nvPr/>
            </p14:nvContentPartPr>
            <p14:xfrm>
              <a:off x="4872491" y="636535"/>
              <a:ext cx="994680" cy="561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5AA90-29B4-2901-A313-5F920A821E6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863851" y="627535"/>
                <a:ext cx="101232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A8430502-392E-AA36-D3E5-697DE815D278}"/>
              </a:ext>
            </a:extLst>
          </p:cNvPr>
          <p:cNvGrpSpPr/>
          <p:nvPr/>
        </p:nvGrpSpPr>
        <p:grpSpPr>
          <a:xfrm>
            <a:off x="4786451" y="288055"/>
            <a:ext cx="1370160" cy="237240"/>
            <a:chOff x="4786451" y="288055"/>
            <a:chExt cx="137016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D6EACD-FF00-4D9F-073A-C216226E80CD}"/>
                    </a:ext>
                  </a:extLst>
                </p14:cNvPr>
                <p14:cNvContentPartPr/>
                <p14:nvPr/>
              </p14:nvContentPartPr>
              <p14:xfrm>
                <a:off x="4786451" y="288055"/>
                <a:ext cx="153000" cy="225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D6EACD-FF00-4D9F-073A-C216226E80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77451" y="279055"/>
                  <a:ext cx="170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789DB8-40D1-E167-1811-5DF885306C13}"/>
                    </a:ext>
                  </a:extLst>
                </p14:cNvPr>
                <p14:cNvContentPartPr/>
                <p14:nvPr/>
              </p14:nvContentPartPr>
              <p14:xfrm>
                <a:off x="4793651" y="344575"/>
                <a:ext cx="345960" cy="149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789DB8-40D1-E167-1811-5DF885306C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85011" y="335935"/>
                  <a:ext cx="363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5F98BA-569D-0EBC-D229-12662C8C79A8}"/>
                    </a:ext>
                  </a:extLst>
                </p14:cNvPr>
                <p14:cNvContentPartPr/>
                <p14:nvPr/>
              </p14:nvContentPartPr>
              <p14:xfrm>
                <a:off x="5165171" y="318655"/>
                <a:ext cx="151200" cy="16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5F98BA-569D-0EBC-D229-12662C8C79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56531" y="309655"/>
                  <a:ext cx="1688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053DCE1-E976-A32F-B50E-E9068AB22442}"/>
                    </a:ext>
                  </a:extLst>
                </p14:cNvPr>
                <p14:cNvContentPartPr/>
                <p14:nvPr/>
              </p14:nvContentPartPr>
              <p14:xfrm>
                <a:off x="5372531" y="359335"/>
                <a:ext cx="171360" cy="118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053DCE1-E976-A32F-B50E-E9068AB2244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63531" y="350695"/>
                  <a:ext cx="189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3C44369-5C79-5219-9204-D949D991B07C}"/>
                    </a:ext>
                  </a:extLst>
                </p14:cNvPr>
                <p14:cNvContentPartPr/>
                <p14:nvPr/>
              </p14:nvContentPartPr>
              <p14:xfrm>
                <a:off x="5582411" y="346375"/>
                <a:ext cx="452880" cy="178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3C44369-5C79-5219-9204-D949D991B0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73771" y="337735"/>
                  <a:ext cx="470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2B2C72-9685-D5DB-954E-D2614604170F}"/>
                    </a:ext>
                  </a:extLst>
                </p14:cNvPr>
                <p14:cNvContentPartPr/>
                <p14:nvPr/>
              </p14:nvContentPartPr>
              <p14:xfrm>
                <a:off x="6105851" y="386695"/>
                <a:ext cx="50760" cy="104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2B2C72-9685-D5DB-954E-D261460417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96851" y="378055"/>
                  <a:ext cx="684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247763A-F0AB-63F5-B746-8E8F4EC80335}"/>
              </a:ext>
            </a:extLst>
          </p:cNvPr>
          <p:cNvGrpSpPr/>
          <p:nvPr/>
        </p:nvGrpSpPr>
        <p:grpSpPr>
          <a:xfrm>
            <a:off x="6443531" y="283375"/>
            <a:ext cx="1457640" cy="273240"/>
            <a:chOff x="6443531" y="283375"/>
            <a:chExt cx="145764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CD90A8-FF7A-43FC-8497-F7F7DB5B0787}"/>
                    </a:ext>
                  </a:extLst>
                </p14:cNvPr>
                <p14:cNvContentPartPr/>
                <p14:nvPr/>
              </p14:nvContentPartPr>
              <p14:xfrm>
                <a:off x="6443531" y="357895"/>
                <a:ext cx="123120" cy="161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CD90A8-FF7A-43FC-8497-F7F7DB5B07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34891" y="349255"/>
                  <a:ext cx="140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4BF51D-6947-56C7-4D16-763C523572C3}"/>
                    </a:ext>
                  </a:extLst>
                </p14:cNvPr>
                <p14:cNvContentPartPr/>
                <p14:nvPr/>
              </p14:nvContentPartPr>
              <p14:xfrm>
                <a:off x="6572771" y="340255"/>
                <a:ext cx="289800" cy="181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44BF51D-6947-56C7-4D16-763C523572C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63771" y="331615"/>
                  <a:ext cx="307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3CAD88-8254-240B-6DE3-A84028FC1E8E}"/>
                    </a:ext>
                  </a:extLst>
                </p14:cNvPr>
                <p14:cNvContentPartPr/>
                <p14:nvPr/>
              </p14:nvContentPartPr>
              <p14:xfrm>
                <a:off x="6898931" y="366175"/>
                <a:ext cx="430200" cy="150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3CAD88-8254-240B-6DE3-A84028FC1E8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89931" y="357535"/>
                  <a:ext cx="447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F4AE7FE-B46D-5068-1E63-817C088989CB}"/>
                    </a:ext>
                  </a:extLst>
                </p14:cNvPr>
                <p14:cNvContentPartPr/>
                <p14:nvPr/>
              </p14:nvContentPartPr>
              <p14:xfrm>
                <a:off x="7351451" y="283375"/>
                <a:ext cx="69840" cy="21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F4AE7FE-B46D-5068-1E63-817C088989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42451" y="274375"/>
                  <a:ext cx="874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9337F4-CEA7-00D4-C294-F1ABD2AF6C40}"/>
                    </a:ext>
                  </a:extLst>
                </p14:cNvPr>
                <p14:cNvContentPartPr/>
                <p14:nvPr/>
              </p14:nvContentPartPr>
              <p14:xfrm>
                <a:off x="7508051" y="289495"/>
                <a:ext cx="147240" cy="267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9337F4-CEA7-00D4-C294-F1ABD2AF6C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99051" y="280495"/>
                  <a:ext cx="1648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2E72669-4615-DAB1-0A6A-78FB8202D835}"/>
                    </a:ext>
                  </a:extLst>
                </p14:cNvPr>
                <p14:cNvContentPartPr/>
                <p14:nvPr/>
              </p14:nvContentPartPr>
              <p14:xfrm>
                <a:off x="7692371" y="312895"/>
                <a:ext cx="208800" cy="238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2E72669-4615-DAB1-0A6A-78FB8202D83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83731" y="304255"/>
                  <a:ext cx="22644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7ED7BB-E4BB-2DF8-983C-C59F61A5733C}"/>
              </a:ext>
            </a:extLst>
          </p:cNvPr>
          <p:cNvGrpSpPr/>
          <p:nvPr/>
        </p:nvGrpSpPr>
        <p:grpSpPr>
          <a:xfrm>
            <a:off x="361331" y="2232055"/>
            <a:ext cx="419760" cy="595080"/>
            <a:chOff x="361331" y="2232055"/>
            <a:chExt cx="41976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9ECE935-CE3A-BB2B-0DB4-69D44B88703F}"/>
                    </a:ext>
                  </a:extLst>
                </p14:cNvPr>
                <p14:cNvContentPartPr/>
                <p14:nvPr/>
              </p14:nvContentPartPr>
              <p14:xfrm>
                <a:off x="361331" y="2498455"/>
                <a:ext cx="200520" cy="151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9ECE935-CE3A-BB2B-0DB4-69D44B8870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2691" y="2489815"/>
                  <a:ext cx="218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921B88-6AFC-1402-51D4-D0DCE7AE99AC}"/>
                    </a:ext>
                  </a:extLst>
                </p14:cNvPr>
                <p14:cNvContentPartPr/>
                <p14:nvPr/>
              </p14:nvContentPartPr>
              <p14:xfrm>
                <a:off x="561131" y="2232055"/>
                <a:ext cx="219960" cy="595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921B88-6AFC-1402-51D4-D0DCE7AE99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2131" y="2223055"/>
                  <a:ext cx="237600" cy="61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028F845-52FC-F7A6-6EEE-D2E4B2D85DF2}"/>
              </a:ext>
            </a:extLst>
          </p:cNvPr>
          <p:cNvGrpSpPr/>
          <p:nvPr/>
        </p:nvGrpSpPr>
        <p:grpSpPr>
          <a:xfrm>
            <a:off x="1175651" y="2373535"/>
            <a:ext cx="463680" cy="637200"/>
            <a:chOff x="1175651" y="2373535"/>
            <a:chExt cx="46368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52BD1DE-FB7F-79E5-EE8D-1B4BE0D56383}"/>
                    </a:ext>
                  </a:extLst>
                </p14:cNvPr>
                <p14:cNvContentPartPr/>
                <p14:nvPr/>
              </p14:nvContentPartPr>
              <p14:xfrm>
                <a:off x="1175651" y="2373535"/>
                <a:ext cx="165240" cy="576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52BD1DE-FB7F-79E5-EE8D-1B4BE0D5638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66651" y="2364895"/>
                  <a:ext cx="18288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48E6B1A-4109-32E0-19DC-5F926662BC6B}"/>
                    </a:ext>
                  </a:extLst>
                </p14:cNvPr>
                <p14:cNvContentPartPr/>
                <p14:nvPr/>
              </p14:nvContentPartPr>
              <p14:xfrm>
                <a:off x="1447811" y="2737855"/>
                <a:ext cx="34920" cy="218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48E6B1A-4109-32E0-19DC-5F926662BC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38811" y="2728855"/>
                  <a:ext cx="52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CD8121-CD4F-79BC-0B2D-C09C0594B2D1}"/>
                    </a:ext>
                  </a:extLst>
                </p14:cNvPr>
                <p14:cNvContentPartPr/>
                <p14:nvPr/>
              </p14:nvContentPartPr>
              <p14:xfrm>
                <a:off x="1335851" y="2845495"/>
                <a:ext cx="303480" cy="165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CD8121-CD4F-79BC-0B2D-C09C0594B2D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27211" y="2836855"/>
                  <a:ext cx="3211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AF8D532-523F-870A-415E-A9FC8F8E0183}"/>
              </a:ext>
            </a:extLst>
          </p:cNvPr>
          <p:cNvGrpSpPr/>
          <p:nvPr/>
        </p:nvGrpSpPr>
        <p:grpSpPr>
          <a:xfrm>
            <a:off x="1843091" y="2589175"/>
            <a:ext cx="175680" cy="93960"/>
            <a:chOff x="1843091" y="2589175"/>
            <a:chExt cx="17568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EA2993-01AD-1911-2139-AADC51F5C111}"/>
                    </a:ext>
                  </a:extLst>
                </p14:cNvPr>
                <p14:cNvContentPartPr/>
                <p14:nvPr/>
              </p14:nvContentPartPr>
              <p14:xfrm>
                <a:off x="1843091" y="2589175"/>
                <a:ext cx="175680" cy="24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EA2993-01AD-1911-2139-AADC51F5C1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34451" y="2580535"/>
                  <a:ext cx="193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E413E3-CD02-8B6C-F7F6-18731AB5E7F4}"/>
                    </a:ext>
                  </a:extLst>
                </p14:cNvPr>
                <p14:cNvContentPartPr/>
                <p14:nvPr/>
              </p14:nvContentPartPr>
              <p14:xfrm>
                <a:off x="1852451" y="2665135"/>
                <a:ext cx="155880" cy="18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E413E3-CD02-8B6C-F7F6-18731AB5E7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43811" y="2656495"/>
                  <a:ext cx="17352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67ACB5E-B9EA-62F8-7B79-4B2FC980E14F}"/>
              </a:ext>
            </a:extLst>
          </p:cNvPr>
          <p:cNvGrpSpPr/>
          <p:nvPr/>
        </p:nvGrpSpPr>
        <p:grpSpPr>
          <a:xfrm>
            <a:off x="2261771" y="2306575"/>
            <a:ext cx="945360" cy="338400"/>
            <a:chOff x="2261771" y="2306575"/>
            <a:chExt cx="94536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07B337C-A92C-D131-6FB4-D27E36B816F3}"/>
                    </a:ext>
                  </a:extLst>
                </p14:cNvPr>
                <p14:cNvContentPartPr/>
                <p14:nvPr/>
              </p14:nvContentPartPr>
              <p14:xfrm>
                <a:off x="2365811" y="2348335"/>
                <a:ext cx="321480" cy="248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07B337C-A92C-D131-6FB4-D27E36B816F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57171" y="2339695"/>
                  <a:ext cx="339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AB4545-6FA5-5D3C-1B24-8E72FDDBE45B}"/>
                    </a:ext>
                  </a:extLst>
                </p14:cNvPr>
                <p14:cNvContentPartPr/>
                <p14:nvPr/>
              </p14:nvContentPartPr>
              <p14:xfrm>
                <a:off x="2261771" y="2326735"/>
                <a:ext cx="241560" cy="33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AB4545-6FA5-5D3C-1B24-8E72FDDBE45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52771" y="2318095"/>
                  <a:ext cx="259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54BACD6-354E-C146-3F4A-CE0C56F6F8C0}"/>
                    </a:ext>
                  </a:extLst>
                </p14:cNvPr>
                <p14:cNvContentPartPr/>
                <p14:nvPr/>
              </p14:nvContentPartPr>
              <p14:xfrm>
                <a:off x="2636891" y="2306575"/>
                <a:ext cx="197640" cy="18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54BACD6-354E-C146-3F4A-CE0C56F6F8C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27891" y="2297575"/>
                  <a:ext cx="21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474415-024E-8260-2B8A-0C3DE7EE3A3E}"/>
                    </a:ext>
                  </a:extLst>
                </p14:cNvPr>
                <p14:cNvContentPartPr/>
                <p14:nvPr/>
              </p14:nvContentPartPr>
              <p14:xfrm>
                <a:off x="2723651" y="2469655"/>
                <a:ext cx="369720" cy="175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474415-024E-8260-2B8A-0C3DE7EE3A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15011" y="2460655"/>
                  <a:ext cx="387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DBBEB16-9175-728D-BB01-AF37A7A028A9}"/>
                    </a:ext>
                  </a:extLst>
                </p14:cNvPr>
                <p14:cNvContentPartPr/>
                <p14:nvPr/>
              </p14:nvContentPartPr>
              <p14:xfrm>
                <a:off x="3020651" y="2561095"/>
                <a:ext cx="186480" cy="19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DBBEB16-9175-728D-BB01-AF37A7A028A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11651" y="2552455"/>
                  <a:ext cx="20412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06F2F14-4363-C707-44C0-3917D5B2490C}"/>
                  </a:ext>
                </a:extLst>
              </p14:cNvPr>
              <p14:cNvContentPartPr/>
              <p14:nvPr/>
            </p14:nvContentPartPr>
            <p14:xfrm>
              <a:off x="2321891" y="2820295"/>
              <a:ext cx="681840" cy="64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06F2F14-4363-C707-44C0-3917D5B2490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312891" y="2811295"/>
                <a:ext cx="69948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C46F0894-795D-1782-97D6-14AD4C7A6EDF}"/>
              </a:ext>
            </a:extLst>
          </p:cNvPr>
          <p:cNvGrpSpPr/>
          <p:nvPr/>
        </p:nvGrpSpPr>
        <p:grpSpPr>
          <a:xfrm>
            <a:off x="2493971" y="3052855"/>
            <a:ext cx="593280" cy="365040"/>
            <a:chOff x="2493971" y="3052855"/>
            <a:chExt cx="59328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E0FF73E-3F61-F1B4-BB22-A3EDB4F50A08}"/>
                    </a:ext>
                  </a:extLst>
                </p14:cNvPr>
                <p14:cNvContentPartPr/>
                <p14:nvPr/>
              </p14:nvContentPartPr>
              <p14:xfrm>
                <a:off x="2493971" y="3052855"/>
                <a:ext cx="303840" cy="310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E0FF73E-3F61-F1B4-BB22-A3EDB4F50A0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84971" y="3043855"/>
                  <a:ext cx="3214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CA2D36-ADA7-C789-C568-1701D3FCA0C7}"/>
                    </a:ext>
                  </a:extLst>
                </p14:cNvPr>
                <p14:cNvContentPartPr/>
                <p14:nvPr/>
              </p14:nvContentPartPr>
              <p14:xfrm>
                <a:off x="2586131" y="3200815"/>
                <a:ext cx="115560" cy="186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CA2D36-ADA7-C789-C568-1701D3FCA0C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77491" y="3192175"/>
                  <a:ext cx="13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9D8CDA4-C725-1293-65F2-BFC66B4947F3}"/>
                    </a:ext>
                  </a:extLst>
                </p14:cNvPr>
                <p14:cNvContentPartPr/>
                <p14:nvPr/>
              </p14:nvContentPartPr>
              <p14:xfrm>
                <a:off x="2837051" y="3308095"/>
                <a:ext cx="33840" cy="94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9D8CDA4-C725-1293-65F2-BFC66B4947F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28411" y="3299455"/>
                  <a:ext cx="514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AB74680-E0D1-C50F-0B83-80A1267795F0}"/>
                    </a:ext>
                  </a:extLst>
                </p14:cNvPr>
                <p14:cNvContentPartPr/>
                <p14:nvPr/>
              </p14:nvContentPartPr>
              <p14:xfrm>
                <a:off x="2858291" y="3233935"/>
                <a:ext cx="13320" cy="20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AB74680-E0D1-C50F-0B83-80A1267795F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49291" y="3224935"/>
                  <a:ext cx="30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67DB94-9223-9176-D9E1-85CBFB830C99}"/>
                    </a:ext>
                  </a:extLst>
                </p14:cNvPr>
                <p14:cNvContentPartPr/>
                <p14:nvPr/>
              </p14:nvContentPartPr>
              <p14:xfrm>
                <a:off x="2928851" y="3319975"/>
                <a:ext cx="158400" cy="97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67DB94-9223-9176-D9E1-85CBFB830C9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19851" y="3311335"/>
                  <a:ext cx="17604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4B4C4CD-BB2F-E6CB-4EB6-05523E89336A}"/>
              </a:ext>
            </a:extLst>
          </p:cNvPr>
          <p:cNvGrpSpPr/>
          <p:nvPr/>
        </p:nvGrpSpPr>
        <p:grpSpPr>
          <a:xfrm>
            <a:off x="3468131" y="2140975"/>
            <a:ext cx="6169680" cy="1003680"/>
            <a:chOff x="3468131" y="2140975"/>
            <a:chExt cx="6169680" cy="100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D2D6848-3E3F-0EED-D777-0AF6C8BF7129}"/>
                    </a:ext>
                  </a:extLst>
                </p14:cNvPr>
                <p14:cNvContentPartPr/>
                <p14:nvPr/>
              </p14:nvContentPartPr>
              <p14:xfrm>
                <a:off x="3468131" y="2711935"/>
                <a:ext cx="554760" cy="28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D2D6848-3E3F-0EED-D777-0AF6C8BF71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59491" y="2702935"/>
                  <a:ext cx="572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CB31AA0-B316-7745-8A74-2CE1D1640FC7}"/>
                    </a:ext>
                  </a:extLst>
                </p14:cNvPr>
                <p14:cNvContentPartPr/>
                <p14:nvPr/>
              </p14:nvContentPartPr>
              <p14:xfrm>
                <a:off x="4011371" y="2668375"/>
                <a:ext cx="75240" cy="139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CB31AA0-B316-7745-8A74-2CE1D1640F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02371" y="2659375"/>
                  <a:ext cx="92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52B2074-0071-D5A7-844C-826F670890C1}"/>
                    </a:ext>
                  </a:extLst>
                </p14:cNvPr>
                <p14:cNvContentPartPr/>
                <p14:nvPr/>
              </p14:nvContentPartPr>
              <p14:xfrm>
                <a:off x="4277411" y="2639215"/>
                <a:ext cx="102600" cy="186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52B2074-0071-D5A7-844C-826F670890C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68411" y="2630575"/>
                  <a:ext cx="120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7BCCB5-C800-03E6-66B2-0FEC9FD3AC12}"/>
                    </a:ext>
                  </a:extLst>
                </p14:cNvPr>
                <p14:cNvContentPartPr/>
                <p14:nvPr/>
              </p14:nvContentPartPr>
              <p14:xfrm>
                <a:off x="4387571" y="2637415"/>
                <a:ext cx="688320" cy="20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7BCCB5-C800-03E6-66B2-0FEC9FD3AC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78571" y="2628775"/>
                  <a:ext cx="705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B216D4A-BFDE-F04D-2EBB-6D250FC85429}"/>
                    </a:ext>
                  </a:extLst>
                </p14:cNvPr>
                <p14:cNvContentPartPr/>
                <p14:nvPr/>
              </p14:nvContentPartPr>
              <p14:xfrm>
                <a:off x="5118011" y="2592055"/>
                <a:ext cx="33840" cy="213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B216D4A-BFDE-F04D-2EBB-6D250FC8542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09371" y="2583415"/>
                  <a:ext cx="51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AE81ED-4A62-AE3E-5658-E56B2077DB22}"/>
                    </a:ext>
                  </a:extLst>
                </p14:cNvPr>
                <p14:cNvContentPartPr/>
                <p14:nvPr/>
              </p14:nvContentPartPr>
              <p14:xfrm>
                <a:off x="5258771" y="2481175"/>
                <a:ext cx="136440" cy="341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AE81ED-4A62-AE3E-5658-E56B2077DB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50131" y="2472175"/>
                  <a:ext cx="154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4E03E7B-BE12-0428-1D85-4B69C3A1C63F}"/>
                    </a:ext>
                  </a:extLst>
                </p14:cNvPr>
                <p14:cNvContentPartPr/>
                <p14:nvPr/>
              </p14:nvContentPartPr>
              <p14:xfrm>
                <a:off x="5456771" y="2592775"/>
                <a:ext cx="184320" cy="197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4E03E7B-BE12-0428-1D85-4B69C3A1C63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47771" y="2583775"/>
                  <a:ext cx="201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9631EE2-5D31-9D1D-4B48-5D635FA33D01}"/>
                    </a:ext>
                  </a:extLst>
                </p14:cNvPr>
                <p14:cNvContentPartPr/>
                <p14:nvPr/>
              </p14:nvContentPartPr>
              <p14:xfrm>
                <a:off x="6014771" y="2458855"/>
                <a:ext cx="21960" cy="306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9631EE2-5D31-9D1D-4B48-5D635FA33D0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05771" y="2449855"/>
                  <a:ext cx="396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6575F12-CF34-ACC1-47C0-000AAB3C5896}"/>
                    </a:ext>
                  </a:extLst>
                </p14:cNvPr>
                <p14:cNvContentPartPr/>
                <p14:nvPr/>
              </p14:nvContentPartPr>
              <p14:xfrm>
                <a:off x="5819291" y="2437615"/>
                <a:ext cx="89640" cy="2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6575F12-CF34-ACC1-47C0-000AAB3C589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10651" y="2428975"/>
                  <a:ext cx="107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13E1759-16F5-3FED-FF64-8285EFD4C000}"/>
                    </a:ext>
                  </a:extLst>
                </p14:cNvPr>
                <p14:cNvContentPartPr/>
                <p14:nvPr/>
              </p14:nvContentPartPr>
              <p14:xfrm>
                <a:off x="6036371" y="2442655"/>
                <a:ext cx="21600" cy="13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13E1759-16F5-3FED-FF64-8285EFD4C00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27371" y="2433655"/>
                  <a:ext cx="39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3DB00A1-34FF-6896-03F3-3596D23F30D1}"/>
                    </a:ext>
                  </a:extLst>
                </p14:cNvPr>
                <p14:cNvContentPartPr/>
                <p14:nvPr/>
              </p14:nvContentPartPr>
              <p14:xfrm>
                <a:off x="6002891" y="2399815"/>
                <a:ext cx="149400" cy="57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3DB00A1-34FF-6896-03F3-3596D23F30D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93891" y="2391175"/>
                  <a:ext cx="16704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115194-EBF2-5EF3-29A8-731395D183EE}"/>
                    </a:ext>
                  </a:extLst>
                </p14:cNvPr>
                <p14:cNvContentPartPr/>
                <p14:nvPr/>
              </p14:nvContentPartPr>
              <p14:xfrm>
                <a:off x="6252731" y="2769895"/>
                <a:ext cx="11520" cy="182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115194-EBF2-5EF3-29A8-731395D183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43731" y="2761255"/>
                  <a:ext cx="29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E68D7E-AB2E-6E3E-68B3-14CACEE91711}"/>
                    </a:ext>
                  </a:extLst>
                </p14:cNvPr>
                <p14:cNvContentPartPr/>
                <p14:nvPr/>
              </p14:nvContentPartPr>
              <p14:xfrm>
                <a:off x="6151931" y="2826415"/>
                <a:ext cx="333000" cy="141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E68D7E-AB2E-6E3E-68B3-14CACEE9171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43291" y="2817775"/>
                  <a:ext cx="350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951FE0E-CDD7-BA44-F487-E9C0AD874DD8}"/>
                    </a:ext>
                  </a:extLst>
                </p14:cNvPr>
                <p14:cNvContentPartPr/>
                <p14:nvPr/>
              </p14:nvContentPartPr>
              <p14:xfrm>
                <a:off x="6537491" y="2621215"/>
                <a:ext cx="171360" cy="82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951FE0E-CDD7-BA44-F487-E9C0AD874DD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28491" y="2612215"/>
                  <a:ext cx="189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2E78532-38B4-6EC0-0011-155B4D71540C}"/>
                    </a:ext>
                  </a:extLst>
                </p14:cNvPr>
                <p14:cNvContentPartPr/>
                <p14:nvPr/>
              </p14:nvContentPartPr>
              <p14:xfrm>
                <a:off x="6815771" y="2445895"/>
                <a:ext cx="164520" cy="549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2E78532-38B4-6EC0-0011-155B4D71540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06771" y="2436895"/>
                  <a:ext cx="18216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1E0440A-2F87-8247-D04F-F3C235C39354}"/>
                    </a:ext>
                  </a:extLst>
                </p14:cNvPr>
                <p14:cNvContentPartPr/>
                <p14:nvPr/>
              </p14:nvContentPartPr>
              <p14:xfrm>
                <a:off x="7019531" y="2772415"/>
                <a:ext cx="634680" cy="188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1E0440A-2F87-8247-D04F-F3C235C3935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10891" y="2763775"/>
                  <a:ext cx="652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9518B42-8456-2304-07A8-77FC7D2FC097}"/>
                    </a:ext>
                  </a:extLst>
                </p14:cNvPr>
                <p14:cNvContentPartPr/>
                <p14:nvPr/>
              </p14:nvContentPartPr>
              <p14:xfrm>
                <a:off x="7506971" y="2765575"/>
                <a:ext cx="137880" cy="189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9518B42-8456-2304-07A8-77FC7D2FC09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98331" y="2756935"/>
                  <a:ext cx="155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AD7192E-5105-BE83-9C05-5C599462AB42}"/>
                    </a:ext>
                  </a:extLst>
                </p14:cNvPr>
                <p14:cNvContentPartPr/>
                <p14:nvPr/>
              </p14:nvContentPartPr>
              <p14:xfrm>
                <a:off x="7883891" y="2498095"/>
                <a:ext cx="160560" cy="25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AD7192E-5105-BE83-9C05-5C599462AB4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74891" y="2489095"/>
                  <a:ext cx="178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3DC2F85-F96E-C804-D2DA-391F1E8EE58E}"/>
                    </a:ext>
                  </a:extLst>
                </p14:cNvPr>
                <p14:cNvContentPartPr/>
                <p14:nvPr/>
              </p14:nvContentPartPr>
              <p14:xfrm>
                <a:off x="7902251" y="2551735"/>
                <a:ext cx="188640" cy="21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3DC2F85-F96E-C804-D2DA-391F1E8EE5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93251" y="2543095"/>
                  <a:ext cx="206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7BCB41C-856B-315C-2313-E9646B186994}"/>
                    </a:ext>
                  </a:extLst>
                </p14:cNvPr>
                <p14:cNvContentPartPr/>
                <p14:nvPr/>
              </p14:nvContentPartPr>
              <p14:xfrm>
                <a:off x="8319851" y="2410615"/>
                <a:ext cx="468360" cy="278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7BCB41C-856B-315C-2313-E9646B18699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11211" y="2401615"/>
                  <a:ext cx="486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AABE241-8FD2-524A-6BF5-270939000D0D}"/>
                    </a:ext>
                  </a:extLst>
                </p14:cNvPr>
                <p14:cNvContentPartPr/>
                <p14:nvPr/>
              </p14:nvContentPartPr>
              <p14:xfrm>
                <a:off x="9128771" y="2171935"/>
                <a:ext cx="55080" cy="269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AABE241-8FD2-524A-6BF5-270939000D0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19771" y="2162935"/>
                  <a:ext cx="727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C51E061-22B5-2783-FDA3-39F842848703}"/>
                    </a:ext>
                  </a:extLst>
                </p14:cNvPr>
                <p14:cNvContentPartPr/>
                <p14:nvPr/>
              </p14:nvContentPartPr>
              <p14:xfrm>
                <a:off x="9030851" y="2140975"/>
                <a:ext cx="339120" cy="59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C51E061-22B5-2783-FDA3-39F84284870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22211" y="2132335"/>
                  <a:ext cx="356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BB40EC9-0663-8394-7124-2F3272F3228C}"/>
                    </a:ext>
                  </a:extLst>
                </p14:cNvPr>
                <p14:cNvContentPartPr/>
                <p14:nvPr/>
              </p14:nvContentPartPr>
              <p14:xfrm>
                <a:off x="9007451" y="2344735"/>
                <a:ext cx="630360" cy="296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BB40EC9-0663-8394-7124-2F3272F3228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98811" y="2336095"/>
                  <a:ext cx="6480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5B7F9B0-BB4A-0BFF-9EB3-E87CFC44265A}"/>
                    </a:ext>
                  </a:extLst>
                </p14:cNvPr>
                <p14:cNvContentPartPr/>
                <p14:nvPr/>
              </p14:nvContentPartPr>
              <p14:xfrm>
                <a:off x="9147491" y="2879695"/>
                <a:ext cx="73440" cy="207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5B7F9B0-BB4A-0BFF-9EB3-E87CFC44265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138851" y="2871055"/>
                  <a:ext cx="910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7DE7ADC-844F-26C7-DC21-C1B8D6EA76C7}"/>
                    </a:ext>
                  </a:extLst>
                </p14:cNvPr>
                <p14:cNvContentPartPr/>
                <p14:nvPr/>
              </p14:nvContentPartPr>
              <p14:xfrm>
                <a:off x="8992691" y="2811655"/>
                <a:ext cx="459720" cy="41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7DE7ADC-844F-26C7-DC21-C1B8D6EA76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83691" y="2803015"/>
                  <a:ext cx="477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BEEA216-DB95-C88A-CE74-241570E4BC8E}"/>
                    </a:ext>
                  </a:extLst>
                </p14:cNvPr>
                <p14:cNvContentPartPr/>
                <p14:nvPr/>
              </p14:nvContentPartPr>
              <p14:xfrm>
                <a:off x="9375011" y="3033055"/>
                <a:ext cx="42480" cy="95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BEEA216-DB95-C88A-CE74-241570E4BC8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66371" y="3024055"/>
                  <a:ext cx="60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D29DF7A-09B5-AE22-6DFA-EF2F943DCD98}"/>
                    </a:ext>
                  </a:extLst>
                </p14:cNvPr>
                <p14:cNvContentPartPr/>
                <p14:nvPr/>
              </p14:nvContentPartPr>
              <p14:xfrm>
                <a:off x="9399131" y="2996335"/>
                <a:ext cx="136800" cy="148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D29DF7A-09B5-AE22-6DFA-EF2F943DCD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390491" y="2987695"/>
                  <a:ext cx="1544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150387E-4F99-E5F0-EC33-3F2D99BFD39C}"/>
              </a:ext>
            </a:extLst>
          </p:cNvPr>
          <p:cNvGrpSpPr/>
          <p:nvPr/>
        </p:nvGrpSpPr>
        <p:grpSpPr>
          <a:xfrm>
            <a:off x="9798011" y="2295775"/>
            <a:ext cx="1572480" cy="727560"/>
            <a:chOff x="9798011" y="2295775"/>
            <a:chExt cx="1572480" cy="72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3D1AAA3-D887-619A-C609-A2FC432AC129}"/>
                    </a:ext>
                  </a:extLst>
                </p14:cNvPr>
                <p14:cNvContentPartPr/>
                <p14:nvPr/>
              </p14:nvContentPartPr>
              <p14:xfrm>
                <a:off x="9798011" y="2579095"/>
                <a:ext cx="162360" cy="20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3D1AAA3-D887-619A-C609-A2FC432AC12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89011" y="2570095"/>
                  <a:ext cx="180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B90FA43-04A2-1E07-E872-70EFC1F92C1A}"/>
                    </a:ext>
                  </a:extLst>
                </p14:cNvPr>
                <p14:cNvContentPartPr/>
                <p14:nvPr/>
              </p14:nvContentPartPr>
              <p14:xfrm>
                <a:off x="9810251" y="2634895"/>
                <a:ext cx="186840" cy="41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B90FA43-04A2-1E07-E872-70EFC1F92C1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801611" y="2626255"/>
                  <a:ext cx="204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8AC2CD0-106F-6DD3-E111-40AEB3AF9DD8}"/>
                    </a:ext>
                  </a:extLst>
                </p14:cNvPr>
                <p14:cNvContentPartPr/>
                <p14:nvPr/>
              </p14:nvContentPartPr>
              <p14:xfrm>
                <a:off x="10209851" y="2463175"/>
                <a:ext cx="338040" cy="235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8AC2CD0-106F-6DD3-E111-40AEB3AF9DD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01211" y="2454175"/>
                  <a:ext cx="355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203E013-0B2C-3732-011F-74F57A029F21}"/>
                    </a:ext>
                  </a:extLst>
                </p14:cNvPr>
                <p14:cNvContentPartPr/>
                <p14:nvPr/>
              </p14:nvContentPartPr>
              <p14:xfrm>
                <a:off x="10780811" y="2295775"/>
                <a:ext cx="156240" cy="213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203E013-0B2C-3732-011F-74F57A029F2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72171" y="2286775"/>
                  <a:ext cx="173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51BA97-F410-74E4-0AD7-2F21B4824422}"/>
                    </a:ext>
                  </a:extLst>
                </p14:cNvPr>
                <p14:cNvContentPartPr/>
                <p14:nvPr/>
              </p14:nvContentPartPr>
              <p14:xfrm>
                <a:off x="10996451" y="2375335"/>
                <a:ext cx="126720" cy="101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51BA97-F410-74E4-0AD7-2F21B482442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87811" y="2366335"/>
                  <a:ext cx="144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DFE56C3-A7BC-3210-0DF5-1789F7E37B6C}"/>
                    </a:ext>
                  </a:extLst>
                </p14:cNvPr>
                <p14:cNvContentPartPr/>
                <p14:nvPr/>
              </p14:nvContentPartPr>
              <p14:xfrm>
                <a:off x="11198771" y="2373895"/>
                <a:ext cx="145440" cy="88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DFE56C3-A7BC-3210-0DF5-1789F7E37B6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190131" y="2364895"/>
                  <a:ext cx="163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9A0252B-3AB7-2A5F-746B-FA9385AC35B5}"/>
                    </a:ext>
                  </a:extLst>
                </p14:cNvPr>
                <p14:cNvContentPartPr/>
                <p14:nvPr/>
              </p14:nvContentPartPr>
              <p14:xfrm>
                <a:off x="10695851" y="2630575"/>
                <a:ext cx="637920" cy="392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9A0252B-3AB7-2A5F-746B-FA9385AC35B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87211" y="2621935"/>
                  <a:ext cx="6555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A978059-D725-D3E0-AFCB-2E5F1D12AFB9}"/>
                    </a:ext>
                  </a:extLst>
                </p14:cNvPr>
                <p14:cNvContentPartPr/>
                <p14:nvPr/>
              </p14:nvContentPartPr>
              <p14:xfrm>
                <a:off x="10843451" y="2853775"/>
                <a:ext cx="356760" cy="168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A978059-D725-D3E0-AFCB-2E5F1D12AFB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834451" y="2844775"/>
                  <a:ext cx="374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B44ECF5-2931-E2EA-E856-26334F3BC8E8}"/>
                    </a:ext>
                  </a:extLst>
                </p14:cNvPr>
                <p14:cNvContentPartPr/>
                <p14:nvPr/>
              </p14:nvContentPartPr>
              <p14:xfrm>
                <a:off x="11232971" y="2921815"/>
                <a:ext cx="137520" cy="98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B44ECF5-2931-E2EA-E856-26334F3BC8E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24331" y="2913175"/>
                  <a:ext cx="1551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992223D-7AE5-93DF-B927-2C212A6A49BD}"/>
              </a:ext>
            </a:extLst>
          </p:cNvPr>
          <p:cNvGrpSpPr/>
          <p:nvPr/>
        </p:nvGrpSpPr>
        <p:grpSpPr>
          <a:xfrm>
            <a:off x="7618571" y="3294055"/>
            <a:ext cx="2713320" cy="1321560"/>
            <a:chOff x="7618571" y="3294055"/>
            <a:chExt cx="2713320" cy="13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7EF3B00-8F09-3520-DA3F-1D8A2472B48C}"/>
                    </a:ext>
                  </a:extLst>
                </p14:cNvPr>
                <p14:cNvContentPartPr/>
                <p14:nvPr/>
              </p14:nvContentPartPr>
              <p14:xfrm>
                <a:off x="7990811" y="3642535"/>
                <a:ext cx="184680" cy="614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7EF3B00-8F09-3520-DA3F-1D8A2472B48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81811" y="3633535"/>
                  <a:ext cx="20232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D3756CB-6351-50F3-6F48-1F7F63748728}"/>
                    </a:ext>
                  </a:extLst>
                </p14:cNvPr>
                <p14:cNvContentPartPr/>
                <p14:nvPr/>
              </p14:nvContentPartPr>
              <p14:xfrm>
                <a:off x="8181611" y="3997135"/>
                <a:ext cx="87120" cy="259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D3756CB-6351-50F3-6F48-1F7F6374872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172611" y="3988135"/>
                  <a:ext cx="1047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23686CF-CAFE-23E1-6875-B93C1FEE0A86}"/>
                    </a:ext>
                  </a:extLst>
                </p14:cNvPr>
                <p14:cNvContentPartPr/>
                <p14:nvPr/>
              </p14:nvContentPartPr>
              <p14:xfrm>
                <a:off x="8164691" y="4099735"/>
                <a:ext cx="251640" cy="162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23686CF-CAFE-23E1-6875-B93C1FEE0A8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56051" y="4090735"/>
                  <a:ext cx="269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124BE3E-39B7-7A91-3EA5-CAE17DD31803}"/>
                    </a:ext>
                  </a:extLst>
                </p14:cNvPr>
                <p14:cNvContentPartPr/>
                <p14:nvPr/>
              </p14:nvContentPartPr>
              <p14:xfrm>
                <a:off x="8667611" y="3888055"/>
                <a:ext cx="183240" cy="86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124BE3E-39B7-7A91-3EA5-CAE17DD3180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58971" y="3879055"/>
                  <a:ext cx="200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672BB01-7416-9C9A-3A78-DD453B3C3922}"/>
                    </a:ext>
                  </a:extLst>
                </p14:cNvPr>
                <p14:cNvContentPartPr/>
                <p14:nvPr/>
              </p14:nvContentPartPr>
              <p14:xfrm>
                <a:off x="9033371" y="3863575"/>
                <a:ext cx="170280" cy="176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672BB01-7416-9C9A-3A78-DD453B3C39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24731" y="3854575"/>
                  <a:ext cx="187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41FBBD7-83B4-0347-7182-86E4BD1F3947}"/>
                    </a:ext>
                  </a:extLst>
                </p14:cNvPr>
                <p14:cNvContentPartPr/>
                <p14:nvPr/>
              </p14:nvContentPartPr>
              <p14:xfrm>
                <a:off x="9261611" y="3965455"/>
                <a:ext cx="51120" cy="23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41FBBD7-83B4-0347-7182-86E4BD1F394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52971" y="3956455"/>
                  <a:ext cx="687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676F9EC-98BB-1B67-9E2A-DD4E9451C8C0}"/>
                    </a:ext>
                  </a:extLst>
                </p14:cNvPr>
                <p14:cNvContentPartPr/>
                <p14:nvPr/>
              </p14:nvContentPartPr>
              <p14:xfrm>
                <a:off x="9404171" y="3784735"/>
                <a:ext cx="153000" cy="243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676F9EC-98BB-1B67-9E2A-DD4E9451C8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95531" y="3775735"/>
                  <a:ext cx="170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8611B27-3D2D-228F-BE10-A8FE377BAE35}"/>
                    </a:ext>
                  </a:extLst>
                </p14:cNvPr>
                <p14:cNvContentPartPr/>
                <p14:nvPr/>
              </p14:nvContentPartPr>
              <p14:xfrm>
                <a:off x="9417851" y="3793015"/>
                <a:ext cx="578160" cy="264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8611B27-3D2D-228F-BE10-A8FE377BAE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409211" y="3784375"/>
                  <a:ext cx="595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8E203B1-B096-4774-7950-2080C21B265E}"/>
                    </a:ext>
                  </a:extLst>
                </p14:cNvPr>
                <p14:cNvContentPartPr/>
                <p14:nvPr/>
              </p14:nvContentPartPr>
              <p14:xfrm>
                <a:off x="7618571" y="3390895"/>
                <a:ext cx="196560" cy="1063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8E203B1-B096-4774-7950-2080C21B265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609571" y="3381895"/>
                  <a:ext cx="214200" cy="10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AEA5236-14DE-21DF-1D1F-BE081D0BF427}"/>
                    </a:ext>
                  </a:extLst>
                </p14:cNvPr>
                <p14:cNvContentPartPr/>
                <p14:nvPr/>
              </p14:nvContentPartPr>
              <p14:xfrm>
                <a:off x="7691651" y="3294055"/>
                <a:ext cx="2640240" cy="1321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AEA5236-14DE-21DF-1D1F-BE081D0BF42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683011" y="3285055"/>
                  <a:ext cx="2657880" cy="133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59763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5855184-6EC9-69EE-C96C-8998A1FD2DC5}"/>
              </a:ext>
            </a:extLst>
          </p:cNvPr>
          <p:cNvGrpSpPr/>
          <p:nvPr/>
        </p:nvGrpSpPr>
        <p:grpSpPr>
          <a:xfrm>
            <a:off x="251531" y="152335"/>
            <a:ext cx="359640" cy="615600"/>
            <a:chOff x="251531" y="152335"/>
            <a:chExt cx="35964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A27B5D7-BFF3-B0A5-71C7-7C4D8B33630B}"/>
                    </a:ext>
                  </a:extLst>
                </p14:cNvPr>
                <p14:cNvContentPartPr/>
                <p14:nvPr/>
              </p14:nvContentPartPr>
              <p14:xfrm>
                <a:off x="251531" y="304975"/>
                <a:ext cx="167400" cy="289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A27B5D7-BFF3-B0A5-71C7-7C4D8B3363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2531" y="295975"/>
                  <a:ext cx="1850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A152358-C6E6-F5FC-F680-7E2D2B3AF7A2}"/>
                    </a:ext>
                  </a:extLst>
                </p14:cNvPr>
                <p14:cNvContentPartPr/>
                <p14:nvPr/>
              </p14:nvContentPartPr>
              <p14:xfrm>
                <a:off x="356291" y="152335"/>
                <a:ext cx="254880" cy="615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A152358-C6E6-F5FC-F680-7E2D2B3AF7A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7651" y="143695"/>
                  <a:ext cx="272520" cy="63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9AFE21-116D-4C35-9121-0A516D4B3768}"/>
              </a:ext>
            </a:extLst>
          </p:cNvPr>
          <p:cNvGrpSpPr/>
          <p:nvPr/>
        </p:nvGrpSpPr>
        <p:grpSpPr>
          <a:xfrm>
            <a:off x="943811" y="262135"/>
            <a:ext cx="871920" cy="436680"/>
            <a:chOff x="943811" y="262135"/>
            <a:chExt cx="87192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43EA30-DC48-CB73-C86F-C7BCAE0B538B}"/>
                    </a:ext>
                  </a:extLst>
                </p14:cNvPr>
                <p14:cNvContentPartPr/>
                <p14:nvPr/>
              </p14:nvContentPartPr>
              <p14:xfrm>
                <a:off x="943811" y="262135"/>
                <a:ext cx="261720" cy="347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43EA30-DC48-CB73-C86F-C7BCAE0B53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5171" y="253135"/>
                  <a:ext cx="279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F15436-55A3-603D-FBC7-AF9691604773}"/>
                    </a:ext>
                  </a:extLst>
                </p14:cNvPr>
                <p14:cNvContentPartPr/>
                <p14:nvPr/>
              </p14:nvContentPartPr>
              <p14:xfrm>
                <a:off x="1066211" y="438895"/>
                <a:ext cx="56880" cy="205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F15436-55A3-603D-FBC7-AF96916047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7211" y="429895"/>
                  <a:ext cx="74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DAA5CE-102A-E12B-5828-36985ECC9664}"/>
                    </a:ext>
                  </a:extLst>
                </p14:cNvPr>
                <p14:cNvContentPartPr/>
                <p14:nvPr/>
              </p14:nvContentPartPr>
              <p14:xfrm>
                <a:off x="1301291" y="524575"/>
                <a:ext cx="164160" cy="174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DAA5CE-102A-E12B-5828-36985ECC96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2291" y="515575"/>
                  <a:ext cx="181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E88544A-BE01-9178-D95F-B3629CE45FC1}"/>
                    </a:ext>
                  </a:extLst>
                </p14:cNvPr>
                <p14:cNvContentPartPr/>
                <p14:nvPr/>
              </p14:nvContentPartPr>
              <p14:xfrm>
                <a:off x="1652291" y="425575"/>
                <a:ext cx="156600" cy="19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E88544A-BE01-9178-D95F-B3629CE45F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3291" y="416935"/>
                  <a:ext cx="174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797551-7CDB-5226-7154-BF8D47E3FB97}"/>
                    </a:ext>
                  </a:extLst>
                </p14:cNvPr>
                <p14:cNvContentPartPr/>
                <p14:nvPr/>
              </p14:nvContentPartPr>
              <p14:xfrm>
                <a:off x="1667771" y="488575"/>
                <a:ext cx="147960" cy="28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797551-7CDB-5226-7154-BF8D47E3FB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58771" y="479575"/>
                  <a:ext cx="1656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C6FDE1-562F-099C-398A-121FE7B79711}"/>
              </a:ext>
            </a:extLst>
          </p:cNvPr>
          <p:cNvGrpSpPr/>
          <p:nvPr/>
        </p:nvGrpSpPr>
        <p:grpSpPr>
          <a:xfrm>
            <a:off x="2158811" y="338455"/>
            <a:ext cx="259200" cy="222840"/>
            <a:chOff x="2158811" y="338455"/>
            <a:chExt cx="25920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A58DDF-EF35-0EFC-0A30-B037477DC6AF}"/>
                    </a:ext>
                  </a:extLst>
                </p14:cNvPr>
                <p14:cNvContentPartPr/>
                <p14:nvPr/>
              </p14:nvContentPartPr>
              <p14:xfrm>
                <a:off x="2158811" y="340975"/>
                <a:ext cx="30240" cy="220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A58DDF-EF35-0EFC-0A30-B037477DC6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49811" y="332335"/>
                  <a:ext cx="478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15096B-805D-C82F-BB68-ED78FC0D7766}"/>
                    </a:ext>
                  </a:extLst>
                </p14:cNvPr>
                <p14:cNvContentPartPr/>
                <p14:nvPr/>
              </p14:nvContentPartPr>
              <p14:xfrm>
                <a:off x="2265731" y="338455"/>
                <a:ext cx="152280" cy="195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15096B-805D-C82F-BB68-ED78FC0D776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7091" y="329455"/>
                  <a:ext cx="16992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940BF4-8B0F-B002-AEA1-2354514ED512}"/>
              </a:ext>
            </a:extLst>
          </p:cNvPr>
          <p:cNvGrpSpPr/>
          <p:nvPr/>
        </p:nvGrpSpPr>
        <p:grpSpPr>
          <a:xfrm>
            <a:off x="2820491" y="243055"/>
            <a:ext cx="369000" cy="283320"/>
            <a:chOff x="2820491" y="243055"/>
            <a:chExt cx="36900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8B6248-E63F-3031-135F-8B97967A3962}"/>
                    </a:ext>
                  </a:extLst>
                </p14:cNvPr>
                <p14:cNvContentPartPr/>
                <p14:nvPr/>
              </p14:nvContentPartPr>
              <p14:xfrm>
                <a:off x="2820491" y="249175"/>
                <a:ext cx="13320" cy="228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8B6248-E63F-3031-135F-8B97967A39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11491" y="240175"/>
                  <a:ext cx="30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8C8C23-AED8-DA24-3061-7411CC1A9E2C}"/>
                    </a:ext>
                  </a:extLst>
                </p14:cNvPr>
                <p14:cNvContentPartPr/>
                <p14:nvPr/>
              </p14:nvContentPartPr>
              <p14:xfrm>
                <a:off x="2826251" y="243055"/>
                <a:ext cx="363240" cy="283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8C8C23-AED8-DA24-3061-7411CC1A9E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17611" y="234055"/>
                  <a:ext cx="38088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F24A79-40BA-5836-36A7-AE3A51EB0D4C}"/>
              </a:ext>
            </a:extLst>
          </p:cNvPr>
          <p:cNvGrpSpPr/>
          <p:nvPr/>
        </p:nvGrpSpPr>
        <p:grpSpPr>
          <a:xfrm>
            <a:off x="936611" y="1093735"/>
            <a:ext cx="827640" cy="492840"/>
            <a:chOff x="936611" y="1093735"/>
            <a:chExt cx="82764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360563-9DDC-23DB-4750-799AE756951A}"/>
                    </a:ext>
                  </a:extLst>
                </p14:cNvPr>
                <p14:cNvContentPartPr/>
                <p14:nvPr/>
              </p14:nvContentPartPr>
              <p14:xfrm>
                <a:off x="936611" y="1093735"/>
                <a:ext cx="278280" cy="398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360563-9DDC-23DB-4750-799AE756951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7611" y="1085095"/>
                  <a:ext cx="2959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17AD6C-C036-2453-00BF-634C59D9D420}"/>
                    </a:ext>
                  </a:extLst>
                </p14:cNvPr>
                <p14:cNvContentPartPr/>
                <p14:nvPr/>
              </p14:nvContentPartPr>
              <p14:xfrm>
                <a:off x="1077371" y="1356895"/>
                <a:ext cx="57960" cy="229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17AD6C-C036-2453-00BF-634C59D9D4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8731" y="1348255"/>
                  <a:ext cx="75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E9B732-5684-D3C0-7E18-EF6ED6E5861E}"/>
                    </a:ext>
                  </a:extLst>
                </p14:cNvPr>
                <p14:cNvContentPartPr/>
                <p14:nvPr/>
              </p14:nvContentPartPr>
              <p14:xfrm>
                <a:off x="1274651" y="1370215"/>
                <a:ext cx="17280" cy="190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E9B732-5684-D3C0-7E18-EF6ED6E5861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65651" y="1361215"/>
                  <a:ext cx="34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3F9139-28B4-2C03-5CEE-23B259B6EDE8}"/>
                    </a:ext>
                  </a:extLst>
                </p14:cNvPr>
                <p14:cNvContentPartPr/>
                <p14:nvPr/>
              </p14:nvContentPartPr>
              <p14:xfrm>
                <a:off x="1291931" y="1335295"/>
                <a:ext cx="151560" cy="232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3F9139-28B4-2C03-5CEE-23B259B6ED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83291" y="1326655"/>
                  <a:ext cx="1692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7775D1-3E2D-F9F9-B2C4-052641460828}"/>
                    </a:ext>
                  </a:extLst>
                </p14:cNvPr>
                <p14:cNvContentPartPr/>
                <p14:nvPr/>
              </p14:nvContentPartPr>
              <p14:xfrm>
                <a:off x="1607651" y="1284175"/>
                <a:ext cx="143640" cy="30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7775D1-3E2D-F9F9-B2C4-0526414608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98651" y="1275175"/>
                  <a:ext cx="161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EC3F1E-61CD-AD7C-146A-7765F1F4B19F}"/>
                    </a:ext>
                  </a:extLst>
                </p14:cNvPr>
                <p14:cNvContentPartPr/>
                <p14:nvPr/>
              </p14:nvContentPartPr>
              <p14:xfrm>
                <a:off x="1628171" y="1359055"/>
                <a:ext cx="136080" cy="21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EC3F1E-61CD-AD7C-146A-7765F1F4B1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19171" y="1350055"/>
                  <a:ext cx="1537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3B34319-12F0-0B6E-06AE-52AD42A3DDD0}"/>
                  </a:ext>
                </a:extLst>
              </p14:cNvPr>
              <p14:cNvContentPartPr/>
              <p14:nvPr/>
            </p14:nvContentPartPr>
            <p14:xfrm>
              <a:off x="1985291" y="1107775"/>
              <a:ext cx="226440" cy="322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3B34319-12F0-0B6E-06AE-52AD42A3DDD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76291" y="1098775"/>
                <a:ext cx="244080" cy="34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94CED8F1-6189-95D7-FE4C-B79680728E74}"/>
              </a:ext>
            </a:extLst>
          </p:cNvPr>
          <p:cNvGrpSpPr/>
          <p:nvPr/>
        </p:nvGrpSpPr>
        <p:grpSpPr>
          <a:xfrm>
            <a:off x="3442931" y="896455"/>
            <a:ext cx="669240" cy="123840"/>
            <a:chOff x="3442931" y="896455"/>
            <a:chExt cx="669240" cy="12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C16977-90AD-9B4C-C745-A3B1F6198D11}"/>
                    </a:ext>
                  </a:extLst>
                </p14:cNvPr>
                <p14:cNvContentPartPr/>
                <p14:nvPr/>
              </p14:nvContentPartPr>
              <p14:xfrm>
                <a:off x="3442931" y="928135"/>
                <a:ext cx="592920" cy="35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4C16977-90AD-9B4C-C745-A3B1F6198D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33931" y="919135"/>
                  <a:ext cx="610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13F4AF-8726-CA7D-2F2D-D9CC1F4BD3C2}"/>
                    </a:ext>
                  </a:extLst>
                </p14:cNvPr>
                <p14:cNvContentPartPr/>
                <p14:nvPr/>
              </p14:nvContentPartPr>
              <p14:xfrm>
                <a:off x="3997691" y="896455"/>
                <a:ext cx="114480" cy="123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13F4AF-8726-CA7D-2F2D-D9CC1F4BD3C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89051" y="887455"/>
                  <a:ext cx="1321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E3E631-3470-0150-2D3E-F99DCCAE47E4}"/>
              </a:ext>
            </a:extLst>
          </p:cNvPr>
          <p:cNvGrpSpPr/>
          <p:nvPr/>
        </p:nvGrpSpPr>
        <p:grpSpPr>
          <a:xfrm>
            <a:off x="4487651" y="587215"/>
            <a:ext cx="2581200" cy="519120"/>
            <a:chOff x="4487651" y="587215"/>
            <a:chExt cx="258120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B7C1A4-844E-0798-7E0E-6F81071239A5}"/>
                    </a:ext>
                  </a:extLst>
                </p14:cNvPr>
                <p14:cNvContentPartPr/>
                <p14:nvPr/>
              </p14:nvContentPartPr>
              <p14:xfrm>
                <a:off x="4487651" y="738775"/>
                <a:ext cx="122400" cy="22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B7C1A4-844E-0798-7E0E-6F81071239A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78651" y="730135"/>
                  <a:ext cx="140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F92A42-A736-BC17-7404-35D7A1F2AF4B}"/>
                    </a:ext>
                  </a:extLst>
                </p14:cNvPr>
                <p14:cNvContentPartPr/>
                <p14:nvPr/>
              </p14:nvContentPartPr>
              <p14:xfrm>
                <a:off x="4635611" y="766135"/>
                <a:ext cx="474120" cy="203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F92A42-A736-BC17-7404-35D7A1F2AF4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26971" y="757495"/>
                  <a:ext cx="491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8A57123-84BD-0107-8B0F-22F45C3D6FD4}"/>
                    </a:ext>
                  </a:extLst>
                </p14:cNvPr>
                <p14:cNvContentPartPr/>
                <p14:nvPr/>
              </p14:nvContentPartPr>
              <p14:xfrm>
                <a:off x="5195771" y="767935"/>
                <a:ext cx="243360" cy="164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8A57123-84BD-0107-8B0F-22F45C3D6F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86771" y="759295"/>
                  <a:ext cx="261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88D25EB-4F2B-988D-8BD4-D5B2C94D853A}"/>
                    </a:ext>
                  </a:extLst>
                </p14:cNvPr>
                <p14:cNvContentPartPr/>
                <p14:nvPr/>
              </p14:nvContentPartPr>
              <p14:xfrm>
                <a:off x="5481971" y="773695"/>
                <a:ext cx="11520" cy="149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88D25EB-4F2B-988D-8BD4-D5B2C94D85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73331" y="764695"/>
                  <a:ext cx="29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A39A84-2560-9D4D-2364-04B943718FDA}"/>
                    </a:ext>
                  </a:extLst>
                </p14:cNvPr>
                <p14:cNvContentPartPr/>
                <p14:nvPr/>
              </p14:nvContentPartPr>
              <p14:xfrm>
                <a:off x="5568371" y="587215"/>
                <a:ext cx="171360" cy="360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A39A84-2560-9D4D-2364-04B943718FD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59371" y="578215"/>
                  <a:ext cx="1890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955616C-D34A-64B8-9E82-807405069C80}"/>
                    </a:ext>
                  </a:extLst>
                </p14:cNvPr>
                <p14:cNvContentPartPr/>
                <p14:nvPr/>
              </p14:nvContentPartPr>
              <p14:xfrm>
                <a:off x="5784731" y="658495"/>
                <a:ext cx="248760" cy="260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955616C-D34A-64B8-9E82-807405069C8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76091" y="649495"/>
                  <a:ext cx="2664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461BCC-4904-96CB-252D-573FF7DE6E9B}"/>
                    </a:ext>
                  </a:extLst>
                </p14:cNvPr>
                <p14:cNvContentPartPr/>
                <p14:nvPr/>
              </p14:nvContentPartPr>
              <p14:xfrm>
                <a:off x="6268571" y="721495"/>
                <a:ext cx="307440" cy="384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461BCC-4904-96CB-252D-573FF7DE6E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59931" y="712855"/>
                  <a:ext cx="3250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17638A-00C6-EC0F-B959-BAC46931E7D9}"/>
                    </a:ext>
                  </a:extLst>
                </p14:cNvPr>
                <p14:cNvContentPartPr/>
                <p14:nvPr/>
              </p14:nvContentPartPr>
              <p14:xfrm>
                <a:off x="6684011" y="629335"/>
                <a:ext cx="384840" cy="269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17638A-00C6-EC0F-B959-BAC46931E7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75011" y="620335"/>
                  <a:ext cx="40248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0169A91-15B7-F187-4AE0-1B2028A4CC6D}"/>
                  </a:ext>
                </a:extLst>
              </p14:cNvPr>
              <p14:cNvContentPartPr/>
              <p14:nvPr/>
            </p14:nvContentPartPr>
            <p14:xfrm>
              <a:off x="7321571" y="680095"/>
              <a:ext cx="9000" cy="133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0169A91-15B7-F187-4AE0-1B2028A4CC6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312931" y="671095"/>
                <a:ext cx="2664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0A5432D1-5FEF-AA1D-2829-EB87228D819D}"/>
              </a:ext>
            </a:extLst>
          </p:cNvPr>
          <p:cNvGrpSpPr/>
          <p:nvPr/>
        </p:nvGrpSpPr>
        <p:grpSpPr>
          <a:xfrm>
            <a:off x="7928891" y="441055"/>
            <a:ext cx="519120" cy="401040"/>
            <a:chOff x="7928891" y="441055"/>
            <a:chExt cx="51912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7C345F-226A-6025-0F09-76ECC27AA79D}"/>
                    </a:ext>
                  </a:extLst>
                </p14:cNvPr>
                <p14:cNvContentPartPr/>
                <p14:nvPr/>
              </p14:nvContentPartPr>
              <p14:xfrm>
                <a:off x="7928891" y="441055"/>
                <a:ext cx="255240" cy="354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7C345F-226A-6025-0F09-76ECC27AA7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20251" y="432055"/>
                  <a:ext cx="272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9A5B41-D4A7-37AE-21FE-FB0C240797C9}"/>
                    </a:ext>
                  </a:extLst>
                </p14:cNvPr>
                <p14:cNvContentPartPr/>
                <p14:nvPr/>
              </p14:nvContentPartPr>
              <p14:xfrm>
                <a:off x="8061371" y="644095"/>
                <a:ext cx="48600" cy="198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9A5B41-D4A7-37AE-21FE-FB0C240797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52371" y="635095"/>
                  <a:ext cx="66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2CF956-7400-2D7D-1B35-AEC27CF884D3}"/>
                    </a:ext>
                  </a:extLst>
                </p14:cNvPr>
                <p14:cNvContentPartPr/>
                <p14:nvPr/>
              </p14:nvContentPartPr>
              <p14:xfrm>
                <a:off x="8230571" y="727255"/>
                <a:ext cx="217440" cy="111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2CF956-7400-2D7D-1B35-AEC27CF884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21931" y="718255"/>
                  <a:ext cx="23508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906A5AC-E59D-7C81-4B42-2823F51EFA01}"/>
                  </a:ext>
                </a:extLst>
              </p14:cNvPr>
              <p14:cNvContentPartPr/>
              <p14:nvPr/>
            </p14:nvContentPartPr>
            <p14:xfrm>
              <a:off x="7877411" y="1013815"/>
              <a:ext cx="528120" cy="24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906A5AC-E59D-7C81-4B42-2823F51EFA0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68771" y="1004815"/>
                <a:ext cx="54576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6284D4A-6295-CC8C-838E-93EFF49C5A45}"/>
              </a:ext>
            </a:extLst>
          </p:cNvPr>
          <p:cNvGrpSpPr/>
          <p:nvPr/>
        </p:nvGrpSpPr>
        <p:grpSpPr>
          <a:xfrm>
            <a:off x="7924931" y="1319815"/>
            <a:ext cx="568800" cy="370800"/>
            <a:chOff x="7924931" y="1319815"/>
            <a:chExt cx="56880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3A666F-F61B-39FD-E607-8FC2ABA49910}"/>
                    </a:ext>
                  </a:extLst>
                </p14:cNvPr>
                <p14:cNvContentPartPr/>
                <p14:nvPr/>
              </p14:nvContentPartPr>
              <p14:xfrm>
                <a:off x="7924931" y="1319815"/>
                <a:ext cx="285480" cy="311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3A666F-F61B-39FD-E607-8FC2ABA499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15931" y="1310815"/>
                  <a:ext cx="3031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0278DA5-3616-3E31-4F08-CEC5AD1D4BB9}"/>
                    </a:ext>
                  </a:extLst>
                </p14:cNvPr>
                <p14:cNvContentPartPr/>
                <p14:nvPr/>
              </p14:nvContentPartPr>
              <p14:xfrm>
                <a:off x="8025371" y="1489735"/>
                <a:ext cx="104040" cy="200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0278DA5-3616-3E31-4F08-CEC5AD1D4BB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16371" y="1481095"/>
                  <a:ext cx="121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8CD852F-77AF-AF09-224D-B703CE134EF0}"/>
                    </a:ext>
                  </a:extLst>
                </p14:cNvPr>
                <p14:cNvContentPartPr/>
                <p14:nvPr/>
              </p14:nvContentPartPr>
              <p14:xfrm>
                <a:off x="8311211" y="1468495"/>
                <a:ext cx="107640" cy="20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8CD852F-77AF-AF09-224D-B703CE134E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02211" y="1459855"/>
                  <a:ext cx="125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734D497-5C4A-7EFE-23F7-997264F5DC22}"/>
                    </a:ext>
                  </a:extLst>
                </p14:cNvPr>
                <p14:cNvContentPartPr/>
                <p14:nvPr/>
              </p14:nvContentPartPr>
              <p14:xfrm>
                <a:off x="8323811" y="1549855"/>
                <a:ext cx="169920" cy="30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734D497-5C4A-7EFE-23F7-997264F5DC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14811" y="1541215"/>
                  <a:ext cx="18756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84416FD-EE55-DE98-D814-961B8ECC91BC}"/>
                  </a:ext>
                </a:extLst>
              </p14:cNvPr>
              <p14:cNvContentPartPr/>
              <p14:nvPr/>
            </p14:nvContentPartPr>
            <p14:xfrm>
              <a:off x="8763731" y="937855"/>
              <a:ext cx="206280" cy="810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84416FD-EE55-DE98-D814-961B8ECC91B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755091" y="929215"/>
                <a:ext cx="22392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6C293FF6-9F89-C921-BF8E-E1046130F459}"/>
              </a:ext>
            </a:extLst>
          </p:cNvPr>
          <p:cNvGrpSpPr/>
          <p:nvPr/>
        </p:nvGrpSpPr>
        <p:grpSpPr>
          <a:xfrm>
            <a:off x="9320651" y="567415"/>
            <a:ext cx="621720" cy="563400"/>
            <a:chOff x="9320651" y="567415"/>
            <a:chExt cx="621720" cy="56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B0E85CE-25A8-C49D-3551-2CAF38B0CE0A}"/>
                    </a:ext>
                  </a:extLst>
                </p14:cNvPr>
                <p14:cNvContentPartPr/>
                <p14:nvPr/>
              </p14:nvContentPartPr>
              <p14:xfrm>
                <a:off x="9528371" y="619255"/>
                <a:ext cx="25560" cy="250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B0E85CE-25A8-C49D-3551-2CAF38B0CE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19371" y="610255"/>
                  <a:ext cx="43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FBC5A0E-2EE9-FE72-2AC6-367BFFA4F459}"/>
                    </a:ext>
                  </a:extLst>
                </p14:cNvPr>
                <p14:cNvContentPartPr/>
                <p14:nvPr/>
              </p14:nvContentPartPr>
              <p14:xfrm>
                <a:off x="9345491" y="567415"/>
                <a:ext cx="427680" cy="56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FBC5A0E-2EE9-FE72-2AC6-367BFFA4F45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36491" y="558415"/>
                  <a:ext cx="445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D1963C-DADB-E652-6107-B10E7203C48D}"/>
                    </a:ext>
                  </a:extLst>
                </p14:cNvPr>
                <p14:cNvContentPartPr/>
                <p14:nvPr/>
              </p14:nvContentPartPr>
              <p14:xfrm>
                <a:off x="9320651" y="740935"/>
                <a:ext cx="621720" cy="389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D1963C-DADB-E652-6107-B10E7203C48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11651" y="731935"/>
                  <a:ext cx="639360" cy="40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326C8AC-9B8D-1F20-BBAE-76D544E398A2}"/>
              </a:ext>
            </a:extLst>
          </p:cNvPr>
          <p:cNvGrpSpPr/>
          <p:nvPr/>
        </p:nvGrpSpPr>
        <p:grpSpPr>
          <a:xfrm>
            <a:off x="9285371" y="1361935"/>
            <a:ext cx="580680" cy="354600"/>
            <a:chOff x="9285371" y="1361935"/>
            <a:chExt cx="58068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35DF04-6518-6D9A-F024-F3E11867B376}"/>
                    </a:ext>
                  </a:extLst>
                </p14:cNvPr>
                <p14:cNvContentPartPr/>
                <p14:nvPr/>
              </p14:nvContentPartPr>
              <p14:xfrm>
                <a:off x="9507851" y="1417735"/>
                <a:ext cx="15120" cy="204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35DF04-6518-6D9A-F024-F3E11867B3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98851" y="1409095"/>
                  <a:ext cx="32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2BF77E-F452-BB43-4086-C693AD44BBFA}"/>
                    </a:ext>
                  </a:extLst>
                </p14:cNvPr>
                <p14:cNvContentPartPr/>
                <p14:nvPr/>
              </p14:nvContentPartPr>
              <p14:xfrm>
                <a:off x="9321731" y="1374175"/>
                <a:ext cx="120600" cy="2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2BF77E-F452-BB43-4086-C693AD44BB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13091" y="1365535"/>
                  <a:ext cx="138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B8DE821-9CE0-173B-55AC-47C7F39459E6}"/>
                    </a:ext>
                  </a:extLst>
                </p14:cNvPr>
                <p14:cNvContentPartPr/>
                <p14:nvPr/>
              </p14:nvContentPartPr>
              <p14:xfrm>
                <a:off x="9285371" y="1361935"/>
                <a:ext cx="530640" cy="30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B8DE821-9CE0-173B-55AC-47C7F39459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76371" y="1353295"/>
                  <a:ext cx="54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531CC77-A12E-C288-CB7F-0E8E9B671C7D}"/>
                    </a:ext>
                  </a:extLst>
                </p14:cNvPr>
                <p14:cNvContentPartPr/>
                <p14:nvPr/>
              </p14:nvContentPartPr>
              <p14:xfrm>
                <a:off x="9693971" y="1545535"/>
                <a:ext cx="113040" cy="171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531CC77-A12E-C288-CB7F-0E8E9B671C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84971" y="1536895"/>
                  <a:ext cx="130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7C6716E-6842-BA19-14EE-B2B992C6C4C5}"/>
                    </a:ext>
                  </a:extLst>
                </p14:cNvPr>
                <p14:cNvContentPartPr/>
                <p14:nvPr/>
              </p14:nvContentPartPr>
              <p14:xfrm>
                <a:off x="9669131" y="1644895"/>
                <a:ext cx="196920" cy="1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7C6716E-6842-BA19-14EE-B2B992C6C4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60131" y="1635895"/>
                  <a:ext cx="2145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0BDF210-FFF9-F6B1-9BA9-45A50F4BC626}"/>
              </a:ext>
            </a:extLst>
          </p:cNvPr>
          <p:cNvGrpSpPr/>
          <p:nvPr/>
        </p:nvGrpSpPr>
        <p:grpSpPr>
          <a:xfrm>
            <a:off x="4760531" y="2290015"/>
            <a:ext cx="1013760" cy="435240"/>
            <a:chOff x="4760531" y="2290015"/>
            <a:chExt cx="101376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2CC7F4C-DB9B-0849-C3C1-1927C0B2353D}"/>
                    </a:ext>
                  </a:extLst>
                </p14:cNvPr>
                <p14:cNvContentPartPr/>
                <p14:nvPr/>
              </p14:nvContentPartPr>
              <p14:xfrm>
                <a:off x="4760531" y="2290015"/>
                <a:ext cx="344160" cy="354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2CC7F4C-DB9B-0849-C3C1-1927C0B235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51891" y="2281375"/>
                  <a:ext cx="3618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A0F3D60-F382-9576-02FB-7AB00344BFBC}"/>
                    </a:ext>
                  </a:extLst>
                </p14:cNvPr>
                <p14:cNvContentPartPr/>
                <p14:nvPr/>
              </p14:nvContentPartPr>
              <p14:xfrm>
                <a:off x="4930811" y="2499895"/>
                <a:ext cx="93240" cy="225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A0F3D60-F382-9576-02FB-7AB00344BF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22171" y="2490895"/>
                  <a:ext cx="110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E8C133-7C16-BE36-E250-3C83EC71F723}"/>
                    </a:ext>
                  </a:extLst>
                </p14:cNvPr>
                <p14:cNvContentPartPr/>
                <p14:nvPr/>
              </p14:nvContentPartPr>
              <p14:xfrm>
                <a:off x="5193251" y="2524375"/>
                <a:ext cx="92880" cy="167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E8C133-7C16-BE36-E250-3C83EC71F72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84251" y="2515735"/>
                  <a:ext cx="110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F2ECD35-1A6D-0453-13A5-AE64C21B7297}"/>
                    </a:ext>
                  </a:extLst>
                </p14:cNvPr>
                <p14:cNvContentPartPr/>
                <p14:nvPr/>
              </p14:nvContentPartPr>
              <p14:xfrm>
                <a:off x="5162291" y="2454175"/>
                <a:ext cx="549000" cy="179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F2ECD35-1A6D-0453-13A5-AE64C21B72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53291" y="2445535"/>
                  <a:ext cx="566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BAB5EDB-3E66-09EA-6EF6-D156F83002D6}"/>
                    </a:ext>
                  </a:extLst>
                </p14:cNvPr>
                <p14:cNvContentPartPr/>
                <p14:nvPr/>
              </p14:nvContentPartPr>
              <p14:xfrm>
                <a:off x="5578091" y="2538055"/>
                <a:ext cx="196200" cy="6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BAB5EDB-3E66-09EA-6EF6-D156F83002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69451" y="2529415"/>
                  <a:ext cx="2138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56ED53-4A08-DFAB-B7AC-201454D5E047}"/>
              </a:ext>
            </a:extLst>
          </p:cNvPr>
          <p:cNvGrpSpPr/>
          <p:nvPr/>
        </p:nvGrpSpPr>
        <p:grpSpPr>
          <a:xfrm>
            <a:off x="6365771" y="1985095"/>
            <a:ext cx="600120" cy="350640"/>
            <a:chOff x="6365771" y="1985095"/>
            <a:chExt cx="60012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7DF1CDE-B09E-E4EB-8464-CA099319DEB4}"/>
                    </a:ext>
                  </a:extLst>
                </p14:cNvPr>
                <p14:cNvContentPartPr/>
                <p14:nvPr/>
              </p14:nvContentPartPr>
              <p14:xfrm>
                <a:off x="6365771" y="1985095"/>
                <a:ext cx="333360" cy="323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7DF1CDE-B09E-E4EB-8464-CA099319DE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57131" y="1976455"/>
                  <a:ext cx="3510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FE6E894-63B9-7A93-F47E-0175E4A66B5A}"/>
                    </a:ext>
                  </a:extLst>
                </p14:cNvPr>
                <p14:cNvContentPartPr/>
                <p14:nvPr/>
              </p14:nvContentPartPr>
              <p14:xfrm>
                <a:off x="6555131" y="2152495"/>
                <a:ext cx="79200" cy="183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FE6E894-63B9-7A93-F47E-0175E4A66B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46491" y="2143855"/>
                  <a:ext cx="96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A140B8-34A8-7395-A63C-6E32EE4AD7A8}"/>
                    </a:ext>
                  </a:extLst>
                </p14:cNvPr>
                <p14:cNvContentPartPr/>
                <p14:nvPr/>
              </p14:nvContentPartPr>
              <p14:xfrm>
                <a:off x="6776531" y="2191735"/>
                <a:ext cx="189360" cy="136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A140B8-34A8-7395-A63C-6E32EE4AD7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67891" y="2182735"/>
                  <a:ext cx="20700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74BAE49-2BBE-D228-8F5A-A80A88A966B3}"/>
                  </a:ext>
                </a:extLst>
              </p14:cNvPr>
              <p14:cNvContentPartPr/>
              <p14:nvPr/>
            </p14:nvContentPartPr>
            <p14:xfrm>
              <a:off x="6051131" y="2520415"/>
              <a:ext cx="1413720" cy="288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74BAE49-2BBE-D228-8F5A-A80A88A966B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042491" y="2511415"/>
                <a:ext cx="143136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9904EE6-B6EA-65B9-6E41-A50EA6D53146}"/>
              </a:ext>
            </a:extLst>
          </p:cNvPr>
          <p:cNvGrpSpPr/>
          <p:nvPr/>
        </p:nvGrpSpPr>
        <p:grpSpPr>
          <a:xfrm>
            <a:off x="6050771" y="2747575"/>
            <a:ext cx="961560" cy="498960"/>
            <a:chOff x="6050771" y="2747575"/>
            <a:chExt cx="961560" cy="4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3FA49CD-4938-0C93-23A6-C3DC9262724B}"/>
                    </a:ext>
                  </a:extLst>
                </p14:cNvPr>
                <p14:cNvContentPartPr/>
                <p14:nvPr/>
              </p14:nvContentPartPr>
              <p14:xfrm>
                <a:off x="6214571" y="2749015"/>
                <a:ext cx="14400" cy="193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3FA49CD-4938-0C93-23A6-C3DC926272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05571" y="2740015"/>
                  <a:ext cx="320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5FF0DF-D6D2-C06E-4FBC-68978A530B38}"/>
                    </a:ext>
                  </a:extLst>
                </p14:cNvPr>
                <p14:cNvContentPartPr/>
                <p14:nvPr/>
              </p14:nvContentPartPr>
              <p14:xfrm>
                <a:off x="6050771" y="2756575"/>
                <a:ext cx="321480" cy="33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5FF0DF-D6D2-C06E-4FBC-68978A530B3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041771" y="2747575"/>
                  <a:ext cx="339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18C51B8-5D99-EF24-8CB6-CF2038C98279}"/>
                    </a:ext>
                  </a:extLst>
                </p14:cNvPr>
                <p14:cNvContentPartPr/>
                <p14:nvPr/>
              </p14:nvContentPartPr>
              <p14:xfrm>
                <a:off x="6512651" y="2747575"/>
                <a:ext cx="10440" cy="34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18C51B8-5D99-EF24-8CB6-CF2038C982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03651" y="2738935"/>
                  <a:ext cx="28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8D7951-83FF-C7AA-46D2-696AFAF91876}"/>
                    </a:ext>
                  </a:extLst>
                </p14:cNvPr>
                <p14:cNvContentPartPr/>
                <p14:nvPr/>
              </p14:nvContentPartPr>
              <p14:xfrm>
                <a:off x="6372251" y="2907415"/>
                <a:ext cx="137520" cy="109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8D7951-83FF-C7AA-46D2-696AFAF9187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63611" y="2898415"/>
                  <a:ext cx="155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63EFEE6-D41C-0CEC-E6FD-299904FFF1C3}"/>
                    </a:ext>
                  </a:extLst>
                </p14:cNvPr>
                <p14:cNvContentPartPr/>
                <p14:nvPr/>
              </p14:nvContentPartPr>
              <p14:xfrm>
                <a:off x="6461171" y="2817775"/>
                <a:ext cx="264960" cy="348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63EFEE6-D41C-0CEC-E6FD-299904FFF1C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52531" y="2809135"/>
                  <a:ext cx="2826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54160AB-B512-685C-9767-54A04816FC2D}"/>
                    </a:ext>
                  </a:extLst>
                </p14:cNvPr>
                <p14:cNvContentPartPr/>
                <p14:nvPr/>
              </p14:nvContentPartPr>
              <p14:xfrm>
                <a:off x="6646571" y="3018655"/>
                <a:ext cx="249480" cy="185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54160AB-B512-685C-9767-54A04816FC2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37571" y="3010015"/>
                  <a:ext cx="267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2133296-202E-CBCF-E9AD-FF3BC406C9D0}"/>
                    </a:ext>
                  </a:extLst>
                </p14:cNvPr>
                <p14:cNvContentPartPr/>
                <p14:nvPr/>
              </p14:nvContentPartPr>
              <p14:xfrm>
                <a:off x="6874811" y="3107215"/>
                <a:ext cx="90000" cy="139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2133296-202E-CBCF-E9AD-FF3BC406C9D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65811" y="3098575"/>
                  <a:ext cx="107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5F1569B-F60B-6F6B-1DB6-12E762E5139D}"/>
                    </a:ext>
                  </a:extLst>
                </p14:cNvPr>
                <p14:cNvContentPartPr/>
                <p14:nvPr/>
              </p14:nvContentPartPr>
              <p14:xfrm>
                <a:off x="6874451" y="3177415"/>
                <a:ext cx="137880" cy="13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5F1569B-F60B-6F6B-1DB6-12E762E513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65811" y="3168415"/>
                  <a:ext cx="1555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217616D-9046-05A9-F151-92E9C75D1278}"/>
              </a:ext>
            </a:extLst>
          </p:cNvPr>
          <p:cNvGrpSpPr/>
          <p:nvPr/>
        </p:nvGrpSpPr>
        <p:grpSpPr>
          <a:xfrm>
            <a:off x="7887851" y="2488015"/>
            <a:ext cx="228960" cy="91440"/>
            <a:chOff x="7887851" y="2488015"/>
            <a:chExt cx="22896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2B245DD-D10C-AC07-D4F0-B84DF5FB206D}"/>
                    </a:ext>
                  </a:extLst>
                </p14:cNvPr>
                <p14:cNvContentPartPr/>
                <p14:nvPr/>
              </p14:nvContentPartPr>
              <p14:xfrm>
                <a:off x="7887851" y="2488015"/>
                <a:ext cx="178200" cy="16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2B245DD-D10C-AC07-D4F0-B84DF5FB206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78851" y="2479375"/>
                  <a:ext cx="195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28E817D-DBF1-AB26-B999-86639812F664}"/>
                    </a:ext>
                  </a:extLst>
                </p14:cNvPr>
                <p14:cNvContentPartPr/>
                <p14:nvPr/>
              </p14:nvContentPartPr>
              <p14:xfrm>
                <a:off x="7910531" y="2554615"/>
                <a:ext cx="206280" cy="24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28E817D-DBF1-AB26-B999-86639812F66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01891" y="2545615"/>
                  <a:ext cx="223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CAFFAFC-38DA-0F61-7E95-6A083FE7AFFA}"/>
              </a:ext>
            </a:extLst>
          </p:cNvPr>
          <p:cNvGrpSpPr/>
          <p:nvPr/>
        </p:nvGrpSpPr>
        <p:grpSpPr>
          <a:xfrm>
            <a:off x="8899451" y="2252935"/>
            <a:ext cx="326520" cy="203760"/>
            <a:chOff x="8899451" y="2252935"/>
            <a:chExt cx="32652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2988C9-AD52-27FC-EE31-C9AF5C92F4F3}"/>
                    </a:ext>
                  </a:extLst>
                </p14:cNvPr>
                <p14:cNvContentPartPr/>
                <p14:nvPr/>
              </p14:nvContentPartPr>
              <p14:xfrm>
                <a:off x="8899451" y="2252935"/>
                <a:ext cx="50400" cy="203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2988C9-AD52-27FC-EE31-C9AF5C92F4F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90451" y="2244295"/>
                  <a:ext cx="68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173DDA6-1610-0310-5923-855EF2DDFB0D}"/>
                    </a:ext>
                  </a:extLst>
                </p14:cNvPr>
                <p14:cNvContentPartPr/>
                <p14:nvPr/>
              </p14:nvContentPartPr>
              <p14:xfrm>
                <a:off x="9036971" y="2308735"/>
                <a:ext cx="189000" cy="141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173DDA6-1610-0310-5923-855EF2DDFB0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27971" y="2300095"/>
                  <a:ext cx="20664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E69DDEE-0F20-95FE-F586-4256FE3C3F7A}"/>
                  </a:ext>
                </a:extLst>
              </p14:cNvPr>
              <p14:cNvContentPartPr/>
              <p14:nvPr/>
            </p14:nvContentPartPr>
            <p14:xfrm>
              <a:off x="8577251" y="2639935"/>
              <a:ext cx="972720" cy="201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E69DDEE-0F20-95FE-F586-4256FE3C3F7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568251" y="2631295"/>
                <a:ext cx="99036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6AC07CF2-FFA9-0A14-CA51-F88971068730}"/>
              </a:ext>
            </a:extLst>
          </p:cNvPr>
          <p:cNvGrpSpPr/>
          <p:nvPr/>
        </p:nvGrpSpPr>
        <p:grpSpPr>
          <a:xfrm>
            <a:off x="8592731" y="2859895"/>
            <a:ext cx="935280" cy="224280"/>
            <a:chOff x="8592731" y="2859895"/>
            <a:chExt cx="93528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6FE315-2377-FDCF-6961-880AADCA313E}"/>
                    </a:ext>
                  </a:extLst>
                </p14:cNvPr>
                <p14:cNvContentPartPr/>
                <p14:nvPr/>
              </p14:nvContentPartPr>
              <p14:xfrm>
                <a:off x="8592731" y="2859895"/>
                <a:ext cx="184680" cy="224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6FE315-2377-FDCF-6961-880AADCA313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84091" y="2851255"/>
                  <a:ext cx="2023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6081FB9-09A1-A7C4-7E57-B94F6018FACB}"/>
                    </a:ext>
                  </a:extLst>
                </p14:cNvPr>
                <p14:cNvContentPartPr/>
                <p14:nvPr/>
              </p14:nvContentPartPr>
              <p14:xfrm>
                <a:off x="8886491" y="2989495"/>
                <a:ext cx="14760" cy="77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6081FB9-09A1-A7C4-7E57-B94F6018FA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77851" y="2980855"/>
                  <a:ext cx="32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712543E-21A4-BC0A-4049-80A2CAA0F35D}"/>
                    </a:ext>
                  </a:extLst>
                </p14:cNvPr>
                <p14:cNvContentPartPr/>
                <p14:nvPr/>
              </p14:nvContentPartPr>
              <p14:xfrm>
                <a:off x="9002051" y="2909215"/>
                <a:ext cx="264960" cy="166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712543E-21A4-BC0A-4049-80A2CAA0F35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93051" y="2900215"/>
                  <a:ext cx="282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B98BDE-44F2-5485-A3C2-023F45960C3B}"/>
                    </a:ext>
                  </a:extLst>
                </p14:cNvPr>
                <p14:cNvContentPartPr/>
                <p14:nvPr/>
              </p14:nvContentPartPr>
              <p14:xfrm>
                <a:off x="9267371" y="2867455"/>
                <a:ext cx="260640" cy="198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B98BDE-44F2-5485-A3C2-023F45960C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58731" y="2858455"/>
                  <a:ext cx="27828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B5C1A72-9A02-605E-236A-9E9194560261}"/>
              </a:ext>
            </a:extLst>
          </p:cNvPr>
          <p:cNvGrpSpPr/>
          <p:nvPr/>
        </p:nvGrpSpPr>
        <p:grpSpPr>
          <a:xfrm>
            <a:off x="9918251" y="2481895"/>
            <a:ext cx="889200" cy="260280"/>
            <a:chOff x="9918251" y="2481895"/>
            <a:chExt cx="88920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7682DBA-BBE0-5CA9-83AA-116C48671904}"/>
                    </a:ext>
                  </a:extLst>
                </p14:cNvPr>
                <p14:cNvContentPartPr/>
                <p14:nvPr/>
              </p14:nvContentPartPr>
              <p14:xfrm>
                <a:off x="9918251" y="2544535"/>
                <a:ext cx="218160" cy="31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7682DBA-BBE0-5CA9-83AA-116C4867190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09611" y="2535895"/>
                  <a:ext cx="235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5DF24B7-FDEA-2AE7-454B-651311DED8E5}"/>
                    </a:ext>
                  </a:extLst>
                </p14:cNvPr>
                <p14:cNvContentPartPr/>
                <p14:nvPr/>
              </p14:nvContentPartPr>
              <p14:xfrm>
                <a:off x="9987731" y="2625535"/>
                <a:ext cx="165960" cy="21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5DF24B7-FDEA-2AE7-454B-651311DED8E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78731" y="2616895"/>
                  <a:ext cx="183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A6C832B-EA4C-DE3A-501F-B2DE6110E200}"/>
                    </a:ext>
                  </a:extLst>
                </p14:cNvPr>
                <p14:cNvContentPartPr/>
                <p14:nvPr/>
              </p14:nvContentPartPr>
              <p14:xfrm>
                <a:off x="10310291" y="2481895"/>
                <a:ext cx="280440" cy="260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A6C832B-EA4C-DE3A-501F-B2DE6110E2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301291" y="2472895"/>
                  <a:ext cx="2980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4FB9658-B560-2684-92FB-E8557557A4F3}"/>
                    </a:ext>
                  </a:extLst>
                </p14:cNvPr>
                <p14:cNvContentPartPr/>
                <p14:nvPr/>
              </p14:nvContentPartPr>
              <p14:xfrm>
                <a:off x="10649411" y="2546335"/>
                <a:ext cx="158040" cy="164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4FB9658-B560-2684-92FB-E8557557A4F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640771" y="2537335"/>
                  <a:ext cx="17568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3415068-45A9-A55D-7394-2712E5C94D18}"/>
              </a:ext>
            </a:extLst>
          </p:cNvPr>
          <p:cNvGrpSpPr/>
          <p:nvPr/>
        </p:nvGrpSpPr>
        <p:grpSpPr>
          <a:xfrm>
            <a:off x="11043971" y="2428615"/>
            <a:ext cx="513000" cy="267120"/>
            <a:chOff x="11043971" y="2428615"/>
            <a:chExt cx="51300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D0940B3-CBD1-144B-E45E-4739B6D11483}"/>
                    </a:ext>
                  </a:extLst>
                </p14:cNvPr>
                <p14:cNvContentPartPr/>
                <p14:nvPr/>
              </p14:nvContentPartPr>
              <p14:xfrm>
                <a:off x="11043971" y="2500255"/>
                <a:ext cx="95400" cy="178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D0940B3-CBD1-144B-E45E-4739B6D1148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035331" y="2491615"/>
                  <a:ext cx="113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93A4364-20B0-F078-7DB2-87CB7FBE6695}"/>
                    </a:ext>
                  </a:extLst>
                </p14:cNvPr>
                <p14:cNvContentPartPr/>
                <p14:nvPr/>
              </p14:nvContentPartPr>
              <p14:xfrm>
                <a:off x="11115971" y="2561815"/>
                <a:ext cx="262080" cy="110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93A4364-20B0-F078-7DB2-87CB7FBE66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107331" y="2552815"/>
                  <a:ext cx="279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3E059A5-E178-9D82-20E9-A15FF0E37606}"/>
                    </a:ext>
                  </a:extLst>
                </p14:cNvPr>
                <p14:cNvContentPartPr/>
                <p14:nvPr/>
              </p14:nvContentPartPr>
              <p14:xfrm>
                <a:off x="11326931" y="2428615"/>
                <a:ext cx="230040" cy="267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3E059A5-E178-9D82-20E9-A15FF0E3760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318291" y="2419615"/>
                  <a:ext cx="24768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AE61468-10C0-052F-DE3F-CF9B06138FA7}"/>
              </a:ext>
            </a:extLst>
          </p:cNvPr>
          <p:cNvGrpSpPr/>
          <p:nvPr/>
        </p:nvGrpSpPr>
        <p:grpSpPr>
          <a:xfrm>
            <a:off x="356651" y="3534535"/>
            <a:ext cx="704880" cy="154080"/>
            <a:chOff x="356651" y="3534535"/>
            <a:chExt cx="70488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316EC1-4F4F-71FD-946A-8246720E4603}"/>
                    </a:ext>
                  </a:extLst>
                </p14:cNvPr>
                <p14:cNvContentPartPr/>
                <p14:nvPr/>
              </p14:nvContentPartPr>
              <p14:xfrm>
                <a:off x="356651" y="3600775"/>
                <a:ext cx="593280" cy="16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316EC1-4F4F-71FD-946A-8246720E460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48011" y="3592135"/>
                  <a:ext cx="610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4071857-DFA1-957E-BD8F-C5C022EEF6B7}"/>
                    </a:ext>
                  </a:extLst>
                </p14:cNvPr>
                <p14:cNvContentPartPr/>
                <p14:nvPr/>
              </p14:nvContentPartPr>
              <p14:xfrm>
                <a:off x="942731" y="3534535"/>
                <a:ext cx="118800" cy="154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4071857-DFA1-957E-BD8F-C5C022EEF6B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4091" y="3525535"/>
                  <a:ext cx="13644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8A95AE3-2E5A-B2F8-A50F-B60409622409}"/>
              </a:ext>
            </a:extLst>
          </p:cNvPr>
          <p:cNvGrpSpPr/>
          <p:nvPr/>
        </p:nvGrpSpPr>
        <p:grpSpPr>
          <a:xfrm>
            <a:off x="1411811" y="3381535"/>
            <a:ext cx="518400" cy="378720"/>
            <a:chOff x="1411811" y="3381535"/>
            <a:chExt cx="51840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BB191DF-2AEA-A71F-3E67-954BE960BCC5}"/>
                    </a:ext>
                  </a:extLst>
                </p14:cNvPr>
                <p14:cNvContentPartPr/>
                <p14:nvPr/>
              </p14:nvContentPartPr>
              <p14:xfrm>
                <a:off x="1411811" y="3381535"/>
                <a:ext cx="320040" cy="348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BB191DF-2AEA-A71F-3E67-954BE960BCC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03171" y="3372895"/>
                  <a:ext cx="3376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E81FEEC-B92B-6A78-01D2-6651B147A5B1}"/>
                    </a:ext>
                  </a:extLst>
                </p14:cNvPr>
                <p14:cNvContentPartPr/>
                <p14:nvPr/>
              </p14:nvContentPartPr>
              <p14:xfrm>
                <a:off x="1559771" y="3562975"/>
                <a:ext cx="90360" cy="185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E81FEEC-B92B-6A78-01D2-6651B147A5B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551131" y="3554335"/>
                  <a:ext cx="108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445513-E4D5-E71A-9910-22CFA12E9550}"/>
                    </a:ext>
                  </a:extLst>
                </p14:cNvPr>
                <p14:cNvContentPartPr/>
                <p14:nvPr/>
              </p14:nvContentPartPr>
              <p14:xfrm>
                <a:off x="1769291" y="3569095"/>
                <a:ext cx="112680" cy="191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445513-E4D5-E71A-9910-22CFA12E955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60651" y="3560455"/>
                  <a:ext cx="1303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4040CC7-5099-1B4B-0605-CF6F6D3CF247}"/>
                    </a:ext>
                  </a:extLst>
                </p14:cNvPr>
                <p14:cNvContentPartPr/>
                <p14:nvPr/>
              </p14:nvContentPartPr>
              <p14:xfrm>
                <a:off x="1771091" y="3672775"/>
                <a:ext cx="159120" cy="41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4040CC7-5099-1B4B-0605-CF6F6D3CF24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62451" y="3664135"/>
                  <a:ext cx="17676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D374DFD-14EE-746F-B3AC-179DB9EAE76E}"/>
                  </a:ext>
                </a:extLst>
              </p14:cNvPr>
              <p14:cNvContentPartPr/>
              <p14:nvPr/>
            </p14:nvContentPartPr>
            <p14:xfrm>
              <a:off x="2171051" y="3486295"/>
              <a:ext cx="195120" cy="838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D374DFD-14EE-746F-B3AC-179DB9EAE76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162411" y="3477295"/>
                <a:ext cx="21276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F67423-2DBF-3CA7-60B0-F0353F3B9752}"/>
              </a:ext>
            </a:extLst>
          </p:cNvPr>
          <p:cNvGrpSpPr/>
          <p:nvPr/>
        </p:nvGrpSpPr>
        <p:grpSpPr>
          <a:xfrm>
            <a:off x="2675051" y="3321775"/>
            <a:ext cx="852120" cy="414000"/>
            <a:chOff x="2675051" y="3321775"/>
            <a:chExt cx="85212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FFDC90E-7BCE-6EAF-4278-5B28A25B6A8A}"/>
                    </a:ext>
                  </a:extLst>
                </p14:cNvPr>
                <p14:cNvContentPartPr/>
                <p14:nvPr/>
              </p14:nvContentPartPr>
              <p14:xfrm>
                <a:off x="2744531" y="3370375"/>
                <a:ext cx="319320" cy="317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FFDC90E-7BCE-6EAF-4278-5B28A25B6A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735531" y="3361375"/>
                  <a:ext cx="3369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B8A5E75-2C82-E270-9150-5F4C105D6225}"/>
                    </a:ext>
                  </a:extLst>
                </p14:cNvPr>
                <p14:cNvContentPartPr/>
                <p14:nvPr/>
              </p14:nvContentPartPr>
              <p14:xfrm>
                <a:off x="2675051" y="3321775"/>
                <a:ext cx="446040" cy="68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B8A5E75-2C82-E270-9150-5F4C105D622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66411" y="3312775"/>
                  <a:ext cx="463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D7CBAC5-79F1-FB55-C839-E47C27E53C19}"/>
                    </a:ext>
                  </a:extLst>
                </p14:cNvPr>
                <p14:cNvContentPartPr/>
                <p14:nvPr/>
              </p14:nvContentPartPr>
              <p14:xfrm>
                <a:off x="3116051" y="3528415"/>
                <a:ext cx="345240" cy="207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D7CBAC5-79F1-FB55-C839-E47C27E53C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107411" y="3519415"/>
                  <a:ext cx="362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74DB8CC-5911-A47E-D143-322E3789EA48}"/>
                    </a:ext>
                  </a:extLst>
                </p14:cNvPr>
                <p14:cNvContentPartPr/>
                <p14:nvPr/>
              </p14:nvContentPartPr>
              <p14:xfrm>
                <a:off x="3381011" y="3634255"/>
                <a:ext cx="146160" cy="10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74DB8CC-5911-A47E-D143-322E3789EA4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72371" y="3625615"/>
                  <a:ext cx="16380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D0BD149-4AAA-0B98-6AAF-BF8EC4A2E266}"/>
              </a:ext>
            </a:extLst>
          </p:cNvPr>
          <p:cNvGrpSpPr/>
          <p:nvPr/>
        </p:nvGrpSpPr>
        <p:grpSpPr>
          <a:xfrm>
            <a:off x="3752171" y="3345535"/>
            <a:ext cx="979920" cy="353520"/>
            <a:chOff x="3752171" y="3345535"/>
            <a:chExt cx="97992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C1FF290-AB4C-C4DE-1AC9-570533788B1E}"/>
                    </a:ext>
                  </a:extLst>
                </p14:cNvPr>
                <p14:cNvContentPartPr/>
                <p14:nvPr/>
              </p14:nvContentPartPr>
              <p14:xfrm>
                <a:off x="3839291" y="3406735"/>
                <a:ext cx="26280" cy="173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C1FF290-AB4C-C4DE-1AC9-570533788B1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30291" y="3398095"/>
                  <a:ext cx="43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33B174C-2FB0-83DF-A922-57F8C653AEC6}"/>
                    </a:ext>
                  </a:extLst>
                </p14:cNvPr>
                <p14:cNvContentPartPr/>
                <p14:nvPr/>
              </p14:nvContentPartPr>
              <p14:xfrm>
                <a:off x="3752171" y="3472975"/>
                <a:ext cx="253800" cy="48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33B174C-2FB0-83DF-A922-57F8C653AEC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43531" y="3464335"/>
                  <a:ext cx="271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87B7C2-1D06-F9DF-5A0A-3B6826E22E33}"/>
                    </a:ext>
                  </a:extLst>
                </p14:cNvPr>
                <p14:cNvContentPartPr/>
                <p14:nvPr/>
              </p14:nvContentPartPr>
              <p14:xfrm>
                <a:off x="4185971" y="3345535"/>
                <a:ext cx="321840" cy="309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87B7C2-1D06-F9DF-5A0A-3B6826E22E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76971" y="3336895"/>
                  <a:ext cx="339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32379A5-E1B0-3E27-4725-77753771D078}"/>
                    </a:ext>
                  </a:extLst>
                </p14:cNvPr>
                <p14:cNvContentPartPr/>
                <p14:nvPr/>
              </p14:nvContentPartPr>
              <p14:xfrm>
                <a:off x="4315571" y="3484855"/>
                <a:ext cx="416520" cy="214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32379A5-E1B0-3E27-4725-77753771D07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306571" y="3476215"/>
                  <a:ext cx="43416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9BFC278-B5CA-DBD0-C726-8BA3FDDDA42B}"/>
              </a:ext>
            </a:extLst>
          </p:cNvPr>
          <p:cNvGrpSpPr/>
          <p:nvPr/>
        </p:nvGrpSpPr>
        <p:grpSpPr>
          <a:xfrm>
            <a:off x="5257331" y="3456415"/>
            <a:ext cx="744480" cy="241560"/>
            <a:chOff x="5257331" y="3456415"/>
            <a:chExt cx="74448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1DF15BE-6CBC-9D82-1848-1BDA3CDFE0E3}"/>
                    </a:ext>
                  </a:extLst>
                </p14:cNvPr>
                <p14:cNvContentPartPr/>
                <p14:nvPr/>
              </p14:nvContentPartPr>
              <p14:xfrm>
                <a:off x="5257331" y="3519775"/>
                <a:ext cx="243000" cy="145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1DF15BE-6CBC-9D82-1848-1BDA3CDFE0E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48691" y="3511135"/>
                  <a:ext cx="260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8F1CC34-CB6B-3AAE-3287-513AD8F6C075}"/>
                    </a:ext>
                  </a:extLst>
                </p14:cNvPr>
                <p14:cNvContentPartPr/>
                <p14:nvPr/>
              </p14:nvContentPartPr>
              <p14:xfrm>
                <a:off x="5569451" y="3456415"/>
                <a:ext cx="432360" cy="241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8F1CC34-CB6B-3AAE-3287-513AD8F6C07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60811" y="3447415"/>
                  <a:ext cx="45000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A64912C-1F63-2812-9B6A-D580093B245C}"/>
              </a:ext>
            </a:extLst>
          </p:cNvPr>
          <p:cNvGrpSpPr/>
          <p:nvPr/>
        </p:nvGrpSpPr>
        <p:grpSpPr>
          <a:xfrm>
            <a:off x="6501131" y="3455335"/>
            <a:ext cx="937440" cy="439560"/>
            <a:chOff x="6501131" y="3455335"/>
            <a:chExt cx="93744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391D467-DF56-F7FF-1694-4DB6E5D7532D}"/>
                    </a:ext>
                  </a:extLst>
                </p14:cNvPr>
                <p14:cNvContentPartPr/>
                <p14:nvPr/>
              </p14:nvContentPartPr>
              <p14:xfrm>
                <a:off x="6501131" y="3455335"/>
                <a:ext cx="261360" cy="420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391D467-DF56-F7FF-1694-4DB6E5D7532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92491" y="3446335"/>
                  <a:ext cx="2790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064147B-2E49-23E2-F8A4-C3CAB2A6BF32}"/>
                    </a:ext>
                  </a:extLst>
                </p14:cNvPr>
                <p14:cNvContentPartPr/>
                <p14:nvPr/>
              </p14:nvContentPartPr>
              <p14:xfrm>
                <a:off x="6907211" y="3679615"/>
                <a:ext cx="17280" cy="213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064147B-2E49-23E2-F8A4-C3CAB2A6BF3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98571" y="3670615"/>
                  <a:ext cx="34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62DA0B6-7BC8-6911-97FB-4E5CE9925509}"/>
                    </a:ext>
                  </a:extLst>
                </p14:cNvPr>
                <p14:cNvContentPartPr/>
                <p14:nvPr/>
              </p14:nvContentPartPr>
              <p14:xfrm>
                <a:off x="6842411" y="3795535"/>
                <a:ext cx="312840" cy="99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62DA0B6-7BC8-6911-97FB-4E5CE992550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833411" y="3786895"/>
                  <a:ext cx="330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946735B-353E-85D0-C871-EDBB85F400A9}"/>
                    </a:ext>
                  </a:extLst>
                </p14:cNvPr>
                <p14:cNvContentPartPr/>
                <p14:nvPr/>
              </p14:nvContentPartPr>
              <p14:xfrm>
                <a:off x="7266851" y="3550735"/>
                <a:ext cx="171720" cy="69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946735B-353E-85D0-C871-EDBB85F400A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257851" y="3542095"/>
                  <a:ext cx="18936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2FBA7B-76B2-9ED7-E9AA-B758E1C93801}"/>
              </a:ext>
            </a:extLst>
          </p:cNvPr>
          <p:cNvGrpSpPr/>
          <p:nvPr/>
        </p:nvGrpSpPr>
        <p:grpSpPr>
          <a:xfrm>
            <a:off x="7675811" y="3328615"/>
            <a:ext cx="2561040" cy="759600"/>
            <a:chOff x="7675811" y="3328615"/>
            <a:chExt cx="2561040" cy="75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BACA1C3-C3CF-6022-C4A7-2F3E0D227EBD}"/>
                    </a:ext>
                  </a:extLst>
                </p14:cNvPr>
                <p14:cNvContentPartPr/>
                <p14:nvPr/>
              </p14:nvContentPartPr>
              <p14:xfrm>
                <a:off x="7714691" y="3328615"/>
                <a:ext cx="322560" cy="228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BACA1C3-C3CF-6022-C4A7-2F3E0D227EB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06051" y="3319975"/>
                  <a:ext cx="340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3C4767B-DC4B-3D35-94E8-6003E6CC2E17}"/>
                    </a:ext>
                  </a:extLst>
                </p14:cNvPr>
                <p14:cNvContentPartPr/>
                <p14:nvPr/>
              </p14:nvContentPartPr>
              <p14:xfrm>
                <a:off x="8132651" y="3425455"/>
                <a:ext cx="406440" cy="166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3C4767B-DC4B-3D35-94E8-6003E6CC2E1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123651" y="3416815"/>
                  <a:ext cx="424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B1B5CC3-5B5D-5907-B278-8CBE7550D2AC}"/>
                    </a:ext>
                  </a:extLst>
                </p14:cNvPr>
                <p14:cNvContentPartPr/>
                <p14:nvPr/>
              </p14:nvContentPartPr>
              <p14:xfrm>
                <a:off x="7675811" y="3332575"/>
                <a:ext cx="811440" cy="224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B1B5CC3-5B5D-5907-B278-8CBE7550D2A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666811" y="3323575"/>
                  <a:ext cx="829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C6D5FA5-C8BA-5DB1-ECC5-A294D078621F}"/>
                    </a:ext>
                  </a:extLst>
                </p14:cNvPr>
                <p14:cNvContentPartPr/>
                <p14:nvPr/>
              </p14:nvContentPartPr>
              <p14:xfrm>
                <a:off x="7959491" y="3335095"/>
                <a:ext cx="175320" cy="13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C6D5FA5-C8BA-5DB1-ECC5-A294D078621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50851" y="3326095"/>
                  <a:ext cx="192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4AE90E1-448A-17F9-3782-216D60801331}"/>
                    </a:ext>
                  </a:extLst>
                </p14:cNvPr>
                <p14:cNvContentPartPr/>
                <p14:nvPr/>
              </p14:nvContentPartPr>
              <p14:xfrm>
                <a:off x="7690571" y="3721735"/>
                <a:ext cx="893160" cy="21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4AE90E1-448A-17F9-3782-216D6080133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81571" y="3713095"/>
                  <a:ext cx="910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F8D35CA-CA8C-3E49-1829-0EB77C587F05}"/>
                    </a:ext>
                  </a:extLst>
                </p14:cNvPr>
                <p14:cNvContentPartPr/>
                <p14:nvPr/>
              </p14:nvContentPartPr>
              <p14:xfrm>
                <a:off x="7951571" y="3854215"/>
                <a:ext cx="311760" cy="231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F8D35CA-CA8C-3E49-1829-0EB77C587F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42571" y="3845215"/>
                  <a:ext cx="3294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C1A0F3A-B58D-C24D-3ABC-B961EFFB048C}"/>
                    </a:ext>
                  </a:extLst>
                </p14:cNvPr>
                <p14:cNvContentPartPr/>
                <p14:nvPr/>
              </p14:nvContentPartPr>
              <p14:xfrm>
                <a:off x="8324531" y="3973015"/>
                <a:ext cx="44640" cy="115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C1A0F3A-B58D-C24D-3ABC-B961EFFB048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15531" y="3964015"/>
                  <a:ext cx="62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2ABCE30-815C-770E-9429-CD64A2B0014D}"/>
                    </a:ext>
                  </a:extLst>
                </p14:cNvPr>
                <p14:cNvContentPartPr/>
                <p14:nvPr/>
              </p14:nvContentPartPr>
              <p14:xfrm>
                <a:off x="8444411" y="3930175"/>
                <a:ext cx="86040" cy="151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2ABCE30-815C-770E-9429-CD64A2B0014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435771" y="3921175"/>
                  <a:ext cx="103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AC23D13-97A5-4B3B-3172-B0D670239C85}"/>
                    </a:ext>
                  </a:extLst>
                </p14:cNvPr>
                <p14:cNvContentPartPr/>
                <p14:nvPr/>
              </p14:nvContentPartPr>
              <p14:xfrm>
                <a:off x="8322371" y="4033495"/>
                <a:ext cx="155520" cy="20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AC23D13-97A5-4B3B-3172-B0D670239C8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13371" y="4024855"/>
                  <a:ext cx="173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D321824-46AA-B137-51CC-09136304EFD8}"/>
                    </a:ext>
                  </a:extLst>
                </p14:cNvPr>
                <p14:cNvContentPartPr/>
                <p14:nvPr/>
              </p14:nvContentPartPr>
              <p14:xfrm>
                <a:off x="8755811" y="3667375"/>
                <a:ext cx="285480" cy="60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D321824-46AA-B137-51CC-09136304EFD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46811" y="3658735"/>
                  <a:ext cx="303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9784265-AC99-9C01-097C-BC65D73D24BE}"/>
                    </a:ext>
                  </a:extLst>
                </p14:cNvPr>
                <p14:cNvContentPartPr/>
                <p14:nvPr/>
              </p14:nvContentPartPr>
              <p14:xfrm>
                <a:off x="9182771" y="3600055"/>
                <a:ext cx="211320" cy="194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9784265-AC99-9C01-097C-BC65D73D24B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73771" y="3591415"/>
                  <a:ext cx="2289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CF57753-E436-3FB5-D1B2-FBEE35188E07}"/>
                    </a:ext>
                  </a:extLst>
                </p14:cNvPr>
                <p14:cNvContentPartPr/>
                <p14:nvPr/>
              </p14:nvContentPartPr>
              <p14:xfrm>
                <a:off x="9417131" y="3696175"/>
                <a:ext cx="48240" cy="43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CF57753-E436-3FB5-D1B2-FBEE35188E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08491" y="3687535"/>
                  <a:ext cx="65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E6A308A-C2B5-DC40-68CD-7C627620CFC8}"/>
                    </a:ext>
                  </a:extLst>
                </p14:cNvPr>
                <p14:cNvContentPartPr/>
                <p14:nvPr/>
              </p14:nvContentPartPr>
              <p14:xfrm>
                <a:off x="9553211" y="3552895"/>
                <a:ext cx="181080" cy="261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E6A308A-C2B5-DC40-68CD-7C627620CFC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44211" y="3543895"/>
                  <a:ext cx="198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D727BF3-7F2D-C322-393E-FE1F532F317C}"/>
                    </a:ext>
                  </a:extLst>
                </p14:cNvPr>
                <p14:cNvContentPartPr/>
                <p14:nvPr/>
              </p14:nvContentPartPr>
              <p14:xfrm>
                <a:off x="9578051" y="3591055"/>
                <a:ext cx="658800" cy="233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D727BF3-7F2D-C322-393E-FE1F532F317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569051" y="3582055"/>
                  <a:ext cx="6764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095379B-EB83-02E1-81E6-B32C687FA767}"/>
              </a:ext>
            </a:extLst>
          </p:cNvPr>
          <p:cNvGrpSpPr/>
          <p:nvPr/>
        </p:nvGrpSpPr>
        <p:grpSpPr>
          <a:xfrm>
            <a:off x="1435211" y="4287295"/>
            <a:ext cx="2440080" cy="574920"/>
            <a:chOff x="1435211" y="4287295"/>
            <a:chExt cx="2440080" cy="57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4D07EB2-FB01-FBF5-8E7D-F953DC6C7D35}"/>
                    </a:ext>
                  </a:extLst>
                </p14:cNvPr>
                <p14:cNvContentPartPr/>
                <p14:nvPr/>
              </p14:nvContentPartPr>
              <p14:xfrm>
                <a:off x="1435211" y="4396375"/>
                <a:ext cx="363960" cy="351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4D07EB2-FB01-FBF5-8E7D-F953DC6C7D3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26571" y="4387375"/>
                  <a:ext cx="3816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24365A9-E08D-5E6A-A66F-0544AE91F969}"/>
                    </a:ext>
                  </a:extLst>
                </p14:cNvPr>
                <p14:cNvContentPartPr/>
                <p14:nvPr/>
              </p14:nvContentPartPr>
              <p14:xfrm>
                <a:off x="1584251" y="4569175"/>
                <a:ext cx="143280" cy="264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24365A9-E08D-5E6A-A66F-0544AE91F96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575251" y="4560535"/>
                  <a:ext cx="160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C65832A-34C7-11AE-3BB1-00850A4C87A8}"/>
                    </a:ext>
                  </a:extLst>
                </p14:cNvPr>
                <p14:cNvContentPartPr/>
                <p14:nvPr/>
              </p14:nvContentPartPr>
              <p14:xfrm>
                <a:off x="1851731" y="4602655"/>
                <a:ext cx="116280" cy="239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C65832A-34C7-11AE-3BB1-00850A4C87A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43091" y="4594015"/>
                  <a:ext cx="133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E265B5-5CC9-F4FC-AD44-A5C0960E6ECF}"/>
                    </a:ext>
                  </a:extLst>
                </p14:cNvPr>
                <p14:cNvContentPartPr/>
                <p14:nvPr/>
              </p14:nvContentPartPr>
              <p14:xfrm>
                <a:off x="1825091" y="4525975"/>
                <a:ext cx="567360" cy="227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E265B5-5CC9-F4FC-AD44-A5C0960E6EC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16451" y="4516975"/>
                  <a:ext cx="585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D6F9176-EBCB-1EBF-2703-C61D98AAC6E4}"/>
                    </a:ext>
                  </a:extLst>
                </p14:cNvPr>
                <p14:cNvContentPartPr/>
                <p14:nvPr/>
              </p14:nvContentPartPr>
              <p14:xfrm>
                <a:off x="2253491" y="4611655"/>
                <a:ext cx="172800" cy="11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D6F9176-EBCB-1EBF-2703-C61D98AAC6E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244851" y="4602655"/>
                  <a:ext cx="190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A886C3-FBF7-0E8D-EF7D-E25938E0AD7B}"/>
                    </a:ext>
                  </a:extLst>
                </p14:cNvPr>
                <p14:cNvContentPartPr/>
                <p14:nvPr/>
              </p14:nvContentPartPr>
              <p14:xfrm>
                <a:off x="2907971" y="4287295"/>
                <a:ext cx="380160" cy="304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A886C3-FBF7-0E8D-EF7D-E25938E0AD7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8971" y="4278295"/>
                  <a:ext cx="397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D7F4475-03E9-5F1F-FAB3-B17D3265B5B2}"/>
                    </a:ext>
                  </a:extLst>
                </p14:cNvPr>
                <p14:cNvContentPartPr/>
                <p14:nvPr/>
              </p14:nvContentPartPr>
              <p14:xfrm>
                <a:off x="3122891" y="4383415"/>
                <a:ext cx="83520" cy="244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D7F4475-03E9-5F1F-FAB3-B17D3265B5B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113891" y="4374415"/>
                  <a:ext cx="101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4667170-C166-A03D-7480-D8A8B844AB17}"/>
                    </a:ext>
                  </a:extLst>
                </p14:cNvPr>
                <p14:cNvContentPartPr/>
                <p14:nvPr/>
              </p14:nvContentPartPr>
              <p14:xfrm>
                <a:off x="3329171" y="4506175"/>
                <a:ext cx="254880" cy="168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4667170-C166-A03D-7480-D8A8B844AB1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20531" y="4497175"/>
                  <a:ext cx="272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635DE17-3005-1ACE-9F72-16905DAC37D1}"/>
                    </a:ext>
                  </a:extLst>
                </p14:cNvPr>
                <p14:cNvContentPartPr/>
                <p14:nvPr/>
              </p14:nvContentPartPr>
              <p14:xfrm>
                <a:off x="2515931" y="4829455"/>
                <a:ext cx="1359360" cy="32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635DE17-3005-1ACE-9F72-16905DAC37D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506931" y="4820815"/>
                  <a:ext cx="13770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5FF177C-1DF1-95D3-C382-82D6106D0C2C}"/>
              </a:ext>
            </a:extLst>
          </p:cNvPr>
          <p:cNvGrpSpPr/>
          <p:nvPr/>
        </p:nvGrpSpPr>
        <p:grpSpPr>
          <a:xfrm>
            <a:off x="2675051" y="5079295"/>
            <a:ext cx="737640" cy="498960"/>
            <a:chOff x="2675051" y="5079295"/>
            <a:chExt cx="737640" cy="4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DCB2AC1-3261-D4C2-DA19-E7DB02E23DD7}"/>
                    </a:ext>
                  </a:extLst>
                </p14:cNvPr>
                <p14:cNvContentPartPr/>
                <p14:nvPr/>
              </p14:nvContentPartPr>
              <p14:xfrm>
                <a:off x="2675051" y="5079295"/>
                <a:ext cx="32760" cy="295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DCB2AC1-3261-D4C2-DA19-E7DB02E23DD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66411" y="5070655"/>
                  <a:ext cx="50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341BF24-C2C0-17F8-67DB-9A4C05A2D4E5}"/>
                    </a:ext>
                  </a:extLst>
                </p14:cNvPr>
                <p14:cNvContentPartPr/>
                <p14:nvPr/>
              </p14:nvContentPartPr>
              <p14:xfrm>
                <a:off x="2836331" y="5213575"/>
                <a:ext cx="195840" cy="39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341BF24-C2C0-17F8-67DB-9A4C05A2D4E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827691" y="5204575"/>
                  <a:ext cx="213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A837527-1C69-577F-D592-8D16AE799CC4}"/>
                    </a:ext>
                  </a:extLst>
                </p14:cNvPr>
                <p14:cNvContentPartPr/>
                <p14:nvPr/>
              </p14:nvContentPartPr>
              <p14:xfrm>
                <a:off x="3241331" y="5082895"/>
                <a:ext cx="171360" cy="495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A837527-1C69-577F-D592-8D16AE799CC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232331" y="5073895"/>
                  <a:ext cx="189000" cy="51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67C46DE-AD95-924A-298A-1C38683EB179}"/>
              </a:ext>
            </a:extLst>
          </p:cNvPr>
          <p:cNvGrpSpPr/>
          <p:nvPr/>
        </p:nvGrpSpPr>
        <p:grpSpPr>
          <a:xfrm>
            <a:off x="4977971" y="4513735"/>
            <a:ext cx="342000" cy="186120"/>
            <a:chOff x="4977971" y="4513735"/>
            <a:chExt cx="342000" cy="1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9FC08B5-4741-DFE6-FA4C-98602E2E699E}"/>
                    </a:ext>
                  </a:extLst>
                </p14:cNvPr>
                <p14:cNvContentPartPr/>
                <p14:nvPr/>
              </p14:nvContentPartPr>
              <p14:xfrm>
                <a:off x="4977971" y="4513735"/>
                <a:ext cx="72360" cy="186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9FC08B5-4741-DFE6-FA4C-98602E2E699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69331" y="4504735"/>
                  <a:ext cx="90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414FA0D-5701-3BD5-5420-C0E93470E570}"/>
                    </a:ext>
                  </a:extLst>
                </p14:cNvPr>
                <p14:cNvContentPartPr/>
                <p14:nvPr/>
              </p14:nvContentPartPr>
              <p14:xfrm>
                <a:off x="5148971" y="4547215"/>
                <a:ext cx="171000" cy="129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414FA0D-5701-3BD5-5420-C0E93470E57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40331" y="4538215"/>
                  <a:ext cx="1886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6ED8B41-FA97-21F7-738A-0EEF6DA969CE}"/>
              </a:ext>
            </a:extLst>
          </p:cNvPr>
          <p:cNvGrpSpPr/>
          <p:nvPr/>
        </p:nvGrpSpPr>
        <p:grpSpPr>
          <a:xfrm>
            <a:off x="4205411" y="4816495"/>
            <a:ext cx="1990080" cy="579960"/>
            <a:chOff x="4205411" y="4816495"/>
            <a:chExt cx="1990080" cy="57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EADA4DD-2A18-93AE-8E62-D1F49A22AC79}"/>
                    </a:ext>
                  </a:extLst>
                </p14:cNvPr>
                <p14:cNvContentPartPr/>
                <p14:nvPr/>
              </p14:nvContentPartPr>
              <p14:xfrm>
                <a:off x="4248251" y="5104855"/>
                <a:ext cx="11520" cy="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EADA4DD-2A18-93AE-8E62-D1F49A22AC7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239251" y="5096215"/>
                  <a:ext cx="29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7C7D83C-15D9-FB4D-0565-DBA88AB6A5F3}"/>
                    </a:ext>
                  </a:extLst>
                </p14:cNvPr>
                <p14:cNvContentPartPr/>
                <p14:nvPr/>
              </p14:nvContentPartPr>
              <p14:xfrm>
                <a:off x="4212251" y="4816495"/>
                <a:ext cx="147960" cy="6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7C7D83C-15D9-FB4D-0565-DBA88AB6A5F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03611" y="4807855"/>
                  <a:ext cx="1656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2D35038-63D7-0259-52C2-3777A981E941}"/>
                    </a:ext>
                  </a:extLst>
                </p14:cNvPr>
                <p14:cNvContentPartPr/>
                <p14:nvPr/>
              </p14:nvContentPartPr>
              <p14:xfrm>
                <a:off x="4205411" y="4891015"/>
                <a:ext cx="175680" cy="27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2D35038-63D7-0259-52C2-3777A981E94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196771" y="4882375"/>
                  <a:ext cx="193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6A1C54D-FB24-2D99-1969-6D7F0AF38873}"/>
                    </a:ext>
                  </a:extLst>
                </p14:cNvPr>
                <p14:cNvContentPartPr/>
                <p14:nvPr/>
              </p14:nvContentPartPr>
              <p14:xfrm>
                <a:off x="4756931" y="4820455"/>
                <a:ext cx="900720" cy="55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6A1C54D-FB24-2D99-1969-6D7F0AF3887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748291" y="4811815"/>
                  <a:ext cx="918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0197CAB-2C33-E2A7-914E-5626800ED9A5}"/>
                    </a:ext>
                  </a:extLst>
                </p14:cNvPr>
                <p14:cNvContentPartPr/>
                <p14:nvPr/>
              </p14:nvContentPartPr>
              <p14:xfrm>
                <a:off x="4589171" y="5091535"/>
                <a:ext cx="30240" cy="304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0197CAB-2C33-E2A7-914E-5626800ED9A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80171" y="5082535"/>
                  <a:ext cx="478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6C3A9F1-4E62-2ABF-2E1B-DBA5B05D4BC5}"/>
                    </a:ext>
                  </a:extLst>
                </p14:cNvPr>
                <p14:cNvContentPartPr/>
                <p14:nvPr/>
              </p14:nvContentPartPr>
              <p14:xfrm>
                <a:off x="4781411" y="5201695"/>
                <a:ext cx="178200" cy="42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6C3A9F1-4E62-2ABF-2E1B-DBA5B05D4BC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72771" y="5193055"/>
                  <a:ext cx="195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2D2746-8ED5-05B4-E102-C92CBB70FC59}"/>
                    </a:ext>
                  </a:extLst>
                </p14:cNvPr>
                <p14:cNvContentPartPr/>
                <p14:nvPr/>
              </p14:nvContentPartPr>
              <p14:xfrm>
                <a:off x="5053211" y="5149495"/>
                <a:ext cx="150480" cy="178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2D2746-8ED5-05B4-E102-C92CBB70FC5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44211" y="5140855"/>
                  <a:ext cx="168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4CDC95E-A255-77F5-59BF-30396E12991A}"/>
                    </a:ext>
                  </a:extLst>
                </p14:cNvPr>
                <p14:cNvContentPartPr/>
                <p14:nvPr/>
              </p14:nvContentPartPr>
              <p14:xfrm>
                <a:off x="5251931" y="5110255"/>
                <a:ext cx="253800" cy="218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4CDC95E-A255-77F5-59BF-30396E12991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243291" y="5101255"/>
                  <a:ext cx="271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2326B4D-403E-676A-290C-F64169307690}"/>
                    </a:ext>
                  </a:extLst>
                </p14:cNvPr>
                <p14:cNvContentPartPr/>
                <p14:nvPr/>
              </p14:nvContentPartPr>
              <p14:xfrm>
                <a:off x="5352011" y="5131855"/>
                <a:ext cx="409320" cy="207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2326B4D-403E-676A-290C-F6416930769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343011" y="5122855"/>
                  <a:ext cx="426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10138D4-24DC-122C-A82B-6B3646664E79}"/>
                    </a:ext>
                  </a:extLst>
                </p14:cNvPr>
                <p14:cNvContentPartPr/>
                <p14:nvPr/>
              </p14:nvContentPartPr>
              <p14:xfrm>
                <a:off x="5606531" y="4818655"/>
                <a:ext cx="588240" cy="364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10138D4-24DC-122C-A82B-6B3646664E7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597891" y="4810015"/>
                  <a:ext cx="6058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4AC6C3-0589-20CB-0565-6A04DEDEC8F4}"/>
                    </a:ext>
                  </a:extLst>
                </p14:cNvPr>
                <p14:cNvContentPartPr/>
                <p14:nvPr/>
              </p14:nvContentPartPr>
              <p14:xfrm>
                <a:off x="5978771" y="4885615"/>
                <a:ext cx="216720" cy="15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4AC6C3-0589-20CB-0565-6A04DEDEC8F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69771" y="4876615"/>
                  <a:ext cx="2343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6DD1721-0B69-E0F7-8FE4-7A9E524768F8}"/>
              </a:ext>
            </a:extLst>
          </p:cNvPr>
          <p:cNvGrpSpPr/>
          <p:nvPr/>
        </p:nvGrpSpPr>
        <p:grpSpPr>
          <a:xfrm>
            <a:off x="6497891" y="4722535"/>
            <a:ext cx="469440" cy="262440"/>
            <a:chOff x="6497891" y="4722535"/>
            <a:chExt cx="46944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3DA9DB6-88EB-74C1-DCAC-E61753A94D78}"/>
                    </a:ext>
                  </a:extLst>
                </p14:cNvPr>
                <p14:cNvContentPartPr/>
                <p14:nvPr/>
              </p14:nvContentPartPr>
              <p14:xfrm>
                <a:off x="6497891" y="4722535"/>
                <a:ext cx="226080" cy="172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3DA9DB6-88EB-74C1-DCAC-E61753A94D7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88891" y="4713535"/>
                  <a:ext cx="243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840A386-B178-2FD0-4960-4DB5483F47A5}"/>
                    </a:ext>
                  </a:extLst>
                </p14:cNvPr>
                <p14:cNvContentPartPr/>
                <p14:nvPr/>
              </p14:nvContentPartPr>
              <p14:xfrm>
                <a:off x="6644051" y="4753495"/>
                <a:ext cx="33840" cy="231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840A386-B178-2FD0-4960-4DB5483F47A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635051" y="4744495"/>
                  <a:ext cx="51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EA32E26-6F08-7ED6-B667-9840A9AB19A7}"/>
                    </a:ext>
                  </a:extLst>
                </p14:cNvPr>
                <p14:cNvContentPartPr/>
                <p14:nvPr/>
              </p14:nvContentPartPr>
              <p14:xfrm>
                <a:off x="6762491" y="4803175"/>
                <a:ext cx="204840" cy="142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EA32E26-6F08-7ED6-B667-9840A9AB19A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753851" y="4794535"/>
                  <a:ext cx="22248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D7D7947-D746-1AD7-C8E6-35FD303B09AB}"/>
              </a:ext>
            </a:extLst>
          </p:cNvPr>
          <p:cNvGrpSpPr/>
          <p:nvPr/>
        </p:nvGrpSpPr>
        <p:grpSpPr>
          <a:xfrm>
            <a:off x="7272611" y="4646935"/>
            <a:ext cx="540720" cy="272160"/>
            <a:chOff x="7272611" y="4646935"/>
            <a:chExt cx="54072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7AC11D5-195B-5CDC-6F01-60695FE48A66}"/>
                    </a:ext>
                  </a:extLst>
                </p14:cNvPr>
                <p14:cNvContentPartPr/>
                <p14:nvPr/>
              </p14:nvContentPartPr>
              <p14:xfrm>
                <a:off x="7272611" y="4682935"/>
                <a:ext cx="200160" cy="2361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7AC11D5-195B-5CDC-6F01-60695FE48A6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263971" y="4673935"/>
                  <a:ext cx="217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7D60C79-E459-5A28-A7FC-0C2B375B9E69}"/>
                    </a:ext>
                  </a:extLst>
                </p14:cNvPr>
                <p14:cNvContentPartPr/>
                <p14:nvPr/>
              </p14:nvContentPartPr>
              <p14:xfrm>
                <a:off x="7572851" y="4646935"/>
                <a:ext cx="240480" cy="264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7D60C79-E459-5A28-A7FC-0C2B375B9E6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563851" y="4638295"/>
                  <a:ext cx="258120" cy="28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2748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CF04A32-DD77-D1CB-0EC6-127E42F0A654}"/>
              </a:ext>
            </a:extLst>
          </p:cNvPr>
          <p:cNvGrpSpPr/>
          <p:nvPr/>
        </p:nvGrpSpPr>
        <p:grpSpPr>
          <a:xfrm>
            <a:off x="503891" y="190135"/>
            <a:ext cx="659520" cy="479880"/>
            <a:chOff x="503891" y="190135"/>
            <a:chExt cx="65952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74B7CD1-7378-AF65-F111-5AB83013B5DE}"/>
                    </a:ext>
                  </a:extLst>
                </p14:cNvPr>
                <p14:cNvContentPartPr/>
                <p14:nvPr/>
              </p14:nvContentPartPr>
              <p14:xfrm>
                <a:off x="503891" y="401095"/>
                <a:ext cx="204120" cy="232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74B7CD1-7378-AF65-F111-5AB83013B5D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5251" y="392095"/>
                  <a:ext cx="221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923227-6642-46F2-8181-F8D872450244}"/>
                    </a:ext>
                  </a:extLst>
                </p14:cNvPr>
                <p14:cNvContentPartPr/>
                <p14:nvPr/>
              </p14:nvContentPartPr>
              <p14:xfrm>
                <a:off x="940571" y="320815"/>
                <a:ext cx="205920" cy="306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923227-6642-46F2-8181-F8D8724502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1571" y="312175"/>
                  <a:ext cx="223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EADB60C-FA52-E605-8A9C-570252CF2D3D}"/>
                    </a:ext>
                  </a:extLst>
                </p14:cNvPr>
                <p14:cNvContentPartPr/>
                <p14:nvPr/>
              </p14:nvContentPartPr>
              <p14:xfrm>
                <a:off x="860291" y="519535"/>
                <a:ext cx="94680" cy="150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EADB60C-FA52-E605-8A9C-570252CF2D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1651" y="510535"/>
                  <a:ext cx="112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4364B08-A687-80FE-349E-533DFFE0573B}"/>
                    </a:ext>
                  </a:extLst>
                </p14:cNvPr>
                <p14:cNvContentPartPr/>
                <p14:nvPr/>
              </p14:nvContentPartPr>
              <p14:xfrm>
                <a:off x="1110491" y="190135"/>
                <a:ext cx="52920" cy="137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4364B08-A687-80FE-349E-533DFFE057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1491" y="181495"/>
                  <a:ext cx="7056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7BCDDE-246C-4795-CC7E-FA916CD5D77C}"/>
              </a:ext>
            </a:extLst>
          </p:cNvPr>
          <p:cNvGrpSpPr/>
          <p:nvPr/>
        </p:nvGrpSpPr>
        <p:grpSpPr>
          <a:xfrm>
            <a:off x="1401731" y="434215"/>
            <a:ext cx="203760" cy="126000"/>
            <a:chOff x="1401731" y="434215"/>
            <a:chExt cx="203760" cy="1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FED3B8-D5D4-6592-F378-1BAB4DAD45B7}"/>
                    </a:ext>
                  </a:extLst>
                </p14:cNvPr>
                <p14:cNvContentPartPr/>
                <p14:nvPr/>
              </p14:nvContentPartPr>
              <p14:xfrm>
                <a:off x="1403171" y="434215"/>
                <a:ext cx="202320" cy="9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FED3B8-D5D4-6592-F378-1BAB4DAD45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94531" y="425215"/>
                  <a:ext cx="219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D9EFE0-8370-BEE1-06DE-C7E0E5FEE919}"/>
                    </a:ext>
                  </a:extLst>
                </p14:cNvPr>
                <p14:cNvContentPartPr/>
                <p14:nvPr/>
              </p14:nvContentPartPr>
              <p14:xfrm>
                <a:off x="1401731" y="542935"/>
                <a:ext cx="183240" cy="17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D9EFE0-8370-BEE1-06DE-C7E0E5FEE9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92731" y="534295"/>
                  <a:ext cx="20088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316650-3D06-B842-CAFD-5826140C7F16}"/>
              </a:ext>
            </a:extLst>
          </p:cNvPr>
          <p:cNvGrpSpPr/>
          <p:nvPr/>
        </p:nvGrpSpPr>
        <p:grpSpPr>
          <a:xfrm>
            <a:off x="1925531" y="198775"/>
            <a:ext cx="2110320" cy="947160"/>
            <a:chOff x="1925531" y="198775"/>
            <a:chExt cx="2110320" cy="94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87BF613-D52B-85C3-C131-937089EBDB1F}"/>
                    </a:ext>
                  </a:extLst>
                </p14:cNvPr>
                <p14:cNvContentPartPr/>
                <p14:nvPr/>
              </p14:nvContentPartPr>
              <p14:xfrm>
                <a:off x="1959011" y="198775"/>
                <a:ext cx="103320" cy="93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87BF613-D52B-85C3-C131-937089EBDB1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50371" y="189775"/>
                  <a:ext cx="12096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68A4A8-29F2-C3EE-F743-0FCFDC105B60}"/>
                    </a:ext>
                  </a:extLst>
                </p14:cNvPr>
                <p14:cNvContentPartPr/>
                <p14:nvPr/>
              </p14:nvContentPartPr>
              <p14:xfrm>
                <a:off x="1925531" y="645175"/>
                <a:ext cx="163800" cy="128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68A4A8-29F2-C3EE-F743-0FCFDC105B6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6891" y="636535"/>
                  <a:ext cx="181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E86365-79BA-2CE1-D642-D143B601BF83}"/>
                    </a:ext>
                  </a:extLst>
                </p14:cNvPr>
                <p14:cNvContentPartPr/>
                <p14:nvPr/>
              </p14:nvContentPartPr>
              <p14:xfrm>
                <a:off x="2322971" y="286615"/>
                <a:ext cx="182160" cy="262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E86365-79BA-2CE1-D642-D143B601BF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4331" y="277615"/>
                  <a:ext cx="1998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6D2735-A911-422C-9E73-5EE0A6B6A7F8}"/>
                    </a:ext>
                  </a:extLst>
                </p14:cNvPr>
                <p14:cNvContentPartPr/>
                <p14:nvPr/>
              </p14:nvContentPartPr>
              <p14:xfrm>
                <a:off x="2633651" y="326935"/>
                <a:ext cx="21600" cy="156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6D2735-A911-422C-9E73-5EE0A6B6A7F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4651" y="318295"/>
                  <a:ext cx="39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FED12D-BE22-2BCA-F61C-A1EB4A2CFC5F}"/>
                    </a:ext>
                  </a:extLst>
                </p14:cNvPr>
                <p14:cNvContentPartPr/>
                <p14:nvPr/>
              </p14:nvContentPartPr>
              <p14:xfrm>
                <a:off x="2627891" y="285175"/>
                <a:ext cx="157320" cy="225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FED12D-BE22-2BCA-F61C-A1EB4A2CFC5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8891" y="276175"/>
                  <a:ext cx="174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FA7314-EC06-FAB1-1B8A-74F6D8BF6E02}"/>
                    </a:ext>
                  </a:extLst>
                </p14:cNvPr>
                <p14:cNvContentPartPr/>
                <p14:nvPr/>
              </p14:nvContentPartPr>
              <p14:xfrm>
                <a:off x="2699891" y="425215"/>
                <a:ext cx="104040" cy="103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FA7314-EC06-FAB1-1B8A-74F6D8BF6E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91251" y="416575"/>
                  <a:ext cx="1216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9FBDBD-F7FD-AA72-7D94-D5681102D403}"/>
                    </a:ext>
                  </a:extLst>
                </p14:cNvPr>
                <p14:cNvContentPartPr/>
                <p14:nvPr/>
              </p14:nvContentPartPr>
              <p14:xfrm>
                <a:off x="2289131" y="656335"/>
                <a:ext cx="573480" cy="25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9FBDBD-F7FD-AA72-7D94-D5681102D4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80491" y="647695"/>
                  <a:ext cx="591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2A63B8-AB0F-54EF-2656-DEDEB5B555B8}"/>
                    </a:ext>
                  </a:extLst>
                </p14:cNvPr>
                <p14:cNvContentPartPr/>
                <p14:nvPr/>
              </p14:nvContentPartPr>
              <p14:xfrm>
                <a:off x="2374451" y="864775"/>
                <a:ext cx="34560" cy="185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2A63B8-AB0F-54EF-2656-DEDEB5B555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65811" y="856135"/>
                  <a:ext cx="52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0E0C57-D5BF-5287-23D6-37213A782911}"/>
                    </a:ext>
                  </a:extLst>
                </p14:cNvPr>
                <p14:cNvContentPartPr/>
                <p14:nvPr/>
              </p14:nvContentPartPr>
              <p14:xfrm>
                <a:off x="2284451" y="833815"/>
                <a:ext cx="257040" cy="5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0E0C57-D5BF-5287-23D6-37213A7829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75811" y="824815"/>
                  <a:ext cx="274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7446A7-D759-0732-4F15-DF400B0B914D}"/>
                    </a:ext>
                  </a:extLst>
                </p14:cNvPr>
                <p14:cNvContentPartPr/>
                <p14:nvPr/>
              </p14:nvContentPartPr>
              <p14:xfrm>
                <a:off x="2901491" y="360775"/>
                <a:ext cx="61560" cy="63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47446A7-D759-0732-4F15-DF400B0B91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92851" y="351775"/>
                  <a:ext cx="7920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33705C-A935-FDA8-A9D5-000FDED95D4F}"/>
                    </a:ext>
                  </a:extLst>
                </p14:cNvPr>
                <p14:cNvContentPartPr/>
                <p14:nvPr/>
              </p14:nvContentPartPr>
              <p14:xfrm>
                <a:off x="2963411" y="947935"/>
                <a:ext cx="137880" cy="181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33705C-A935-FDA8-A9D5-000FDED95D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54771" y="939295"/>
                  <a:ext cx="155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D119FD2-DFE4-1F42-86B6-B2A9A14CDE6A}"/>
                    </a:ext>
                  </a:extLst>
                </p14:cNvPr>
                <p14:cNvContentPartPr/>
                <p14:nvPr/>
              </p14:nvContentPartPr>
              <p14:xfrm>
                <a:off x="3079331" y="1001215"/>
                <a:ext cx="105120" cy="144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D119FD2-DFE4-1F42-86B6-B2A9A14CDE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70691" y="992215"/>
                  <a:ext cx="122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008FD6-1FED-F3B6-FB41-21F6EA7B3B36}"/>
                    </a:ext>
                  </a:extLst>
                </p14:cNvPr>
                <p14:cNvContentPartPr/>
                <p14:nvPr/>
              </p14:nvContentPartPr>
              <p14:xfrm>
                <a:off x="3226931" y="944335"/>
                <a:ext cx="132480" cy="187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008FD6-1FED-F3B6-FB41-21F6EA7B3B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18291" y="935695"/>
                  <a:ext cx="150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06EA65-D88F-365A-D1A7-9FD87BAD9A1D}"/>
                    </a:ext>
                  </a:extLst>
                </p14:cNvPr>
                <p14:cNvContentPartPr/>
                <p14:nvPr/>
              </p14:nvContentPartPr>
              <p14:xfrm>
                <a:off x="3524651" y="777295"/>
                <a:ext cx="458280" cy="258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06EA65-D88F-365A-D1A7-9FD87BAD9A1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16011" y="768655"/>
                  <a:ext cx="4759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12BBA3D-E495-7826-7A9F-1E8B65925904}"/>
                    </a:ext>
                  </a:extLst>
                </p14:cNvPr>
                <p14:cNvContentPartPr/>
                <p14:nvPr/>
              </p14:nvContentPartPr>
              <p14:xfrm>
                <a:off x="3843971" y="737695"/>
                <a:ext cx="191880" cy="140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12BBA3D-E495-7826-7A9F-1E8B6592590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34971" y="729055"/>
                  <a:ext cx="20952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FC175-AD36-EB4E-ECDD-F3B2BDF7BA8E}"/>
              </a:ext>
            </a:extLst>
          </p:cNvPr>
          <p:cNvGrpSpPr/>
          <p:nvPr/>
        </p:nvGrpSpPr>
        <p:grpSpPr>
          <a:xfrm>
            <a:off x="4242131" y="441775"/>
            <a:ext cx="789480" cy="421200"/>
            <a:chOff x="4242131" y="441775"/>
            <a:chExt cx="78948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E046F6-C101-7B58-78F5-E7D60A8EBA74}"/>
                    </a:ext>
                  </a:extLst>
                </p14:cNvPr>
                <p14:cNvContentPartPr/>
                <p14:nvPr/>
              </p14:nvContentPartPr>
              <p14:xfrm>
                <a:off x="4242131" y="558415"/>
                <a:ext cx="355320" cy="304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E046F6-C101-7B58-78F5-E7D60A8EBA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33491" y="549775"/>
                  <a:ext cx="3729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BE4CAD1-325D-A8E1-7308-2202CB9BC3C3}"/>
                    </a:ext>
                  </a:extLst>
                </p14:cNvPr>
                <p14:cNvContentPartPr/>
                <p14:nvPr/>
              </p14:nvContentPartPr>
              <p14:xfrm>
                <a:off x="4674131" y="550855"/>
                <a:ext cx="57240" cy="68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BE4CAD1-325D-A8E1-7308-2202CB9BC3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491" y="541855"/>
                  <a:ext cx="74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CDA5633-AECA-6ED8-AD20-D5B2B5399199}"/>
                    </a:ext>
                  </a:extLst>
                </p14:cNvPr>
                <p14:cNvContentPartPr/>
                <p14:nvPr/>
              </p14:nvContentPartPr>
              <p14:xfrm>
                <a:off x="4757291" y="594415"/>
                <a:ext cx="7920" cy="31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CDA5633-AECA-6ED8-AD20-D5B2B53991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48291" y="585775"/>
                  <a:ext cx="25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79C315-F268-4896-9131-6EB3D8130D98}"/>
                    </a:ext>
                  </a:extLst>
                </p14:cNvPr>
                <p14:cNvContentPartPr/>
                <p14:nvPr/>
              </p14:nvContentPartPr>
              <p14:xfrm>
                <a:off x="4670531" y="579655"/>
                <a:ext cx="140400" cy="135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879C315-F268-4896-9131-6EB3D8130D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61531" y="570655"/>
                  <a:ext cx="158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935DAC1-9C7E-3342-A646-F8B570C20369}"/>
                    </a:ext>
                  </a:extLst>
                </p14:cNvPr>
                <p14:cNvContentPartPr/>
                <p14:nvPr/>
              </p14:nvContentPartPr>
              <p14:xfrm>
                <a:off x="4827851" y="441775"/>
                <a:ext cx="203760" cy="290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935DAC1-9C7E-3342-A646-F8B570C203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19211" y="433135"/>
                  <a:ext cx="22140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5E1CAA4-B214-9449-406D-7BD9BD7620EB}"/>
              </a:ext>
            </a:extLst>
          </p:cNvPr>
          <p:cNvGrpSpPr/>
          <p:nvPr/>
        </p:nvGrpSpPr>
        <p:grpSpPr>
          <a:xfrm>
            <a:off x="5329331" y="477775"/>
            <a:ext cx="232920" cy="233280"/>
            <a:chOff x="5329331" y="477775"/>
            <a:chExt cx="23292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7763A4-66D1-F3BD-A0A7-A06BC8FB44FD}"/>
                    </a:ext>
                  </a:extLst>
                </p14:cNvPr>
                <p14:cNvContentPartPr/>
                <p14:nvPr/>
              </p14:nvContentPartPr>
              <p14:xfrm>
                <a:off x="5329331" y="477775"/>
                <a:ext cx="61920" cy="198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7763A4-66D1-F3BD-A0A7-A06BC8FB44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20331" y="469135"/>
                  <a:ext cx="79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B08071-7EF0-4592-6A20-E5E7C2E48F50}"/>
                    </a:ext>
                  </a:extLst>
                </p14:cNvPr>
                <p14:cNvContentPartPr/>
                <p14:nvPr/>
              </p14:nvContentPartPr>
              <p14:xfrm>
                <a:off x="5408171" y="513775"/>
                <a:ext cx="154080" cy="197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B08071-7EF0-4592-6A20-E5E7C2E48F5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99531" y="505135"/>
                  <a:ext cx="1717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41753-7F69-76A8-FEDD-EE2B08231759}"/>
              </a:ext>
            </a:extLst>
          </p:cNvPr>
          <p:cNvGrpSpPr/>
          <p:nvPr/>
        </p:nvGrpSpPr>
        <p:grpSpPr>
          <a:xfrm>
            <a:off x="5772131" y="318295"/>
            <a:ext cx="1463040" cy="348480"/>
            <a:chOff x="5772131" y="318295"/>
            <a:chExt cx="146304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1C0560-F130-215C-0F2E-A5FAB44B2A7B}"/>
                    </a:ext>
                  </a:extLst>
                </p14:cNvPr>
                <p14:cNvContentPartPr/>
                <p14:nvPr/>
              </p14:nvContentPartPr>
              <p14:xfrm>
                <a:off x="5772131" y="476695"/>
                <a:ext cx="119520" cy="16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1C0560-F130-215C-0F2E-A5FAB44B2A7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63491" y="467695"/>
                  <a:ext cx="1371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E0608C-AAD5-C23D-824A-5268B686B8DD}"/>
                    </a:ext>
                  </a:extLst>
                </p14:cNvPr>
                <p14:cNvContentPartPr/>
                <p14:nvPr/>
              </p14:nvContentPartPr>
              <p14:xfrm>
                <a:off x="5909291" y="506935"/>
                <a:ext cx="267480" cy="155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E0608C-AAD5-C23D-824A-5268B686B8D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00651" y="498295"/>
                  <a:ext cx="285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660AB5-1883-37DA-560B-A53297388A0D}"/>
                    </a:ext>
                  </a:extLst>
                </p14:cNvPr>
                <p14:cNvContentPartPr/>
                <p14:nvPr/>
              </p14:nvContentPartPr>
              <p14:xfrm>
                <a:off x="6154811" y="503335"/>
                <a:ext cx="153360" cy="145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660AB5-1883-37DA-560B-A53297388A0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45811" y="494695"/>
                  <a:ext cx="171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8802BC6-70C7-B5AF-1F9E-BC3D6CCA0C98}"/>
                    </a:ext>
                  </a:extLst>
                </p14:cNvPr>
                <p14:cNvContentPartPr/>
                <p14:nvPr/>
              </p14:nvContentPartPr>
              <p14:xfrm>
                <a:off x="6371171" y="471655"/>
                <a:ext cx="287640" cy="185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8802BC6-70C7-B5AF-1F9E-BC3D6CCA0C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62531" y="463015"/>
                  <a:ext cx="305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707F14-0D15-A43C-EA4D-92DE4C1C4D5B}"/>
                    </a:ext>
                  </a:extLst>
                </p14:cNvPr>
                <p14:cNvContentPartPr/>
                <p14:nvPr/>
              </p14:nvContentPartPr>
              <p14:xfrm>
                <a:off x="6702731" y="490375"/>
                <a:ext cx="11520" cy="131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707F14-0D15-A43C-EA4D-92DE4C1C4D5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94091" y="481375"/>
                  <a:ext cx="29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BD1C13-E4AA-0417-74BD-CDBA443565A9}"/>
                    </a:ext>
                  </a:extLst>
                </p14:cNvPr>
                <p14:cNvContentPartPr/>
                <p14:nvPr/>
              </p14:nvContentPartPr>
              <p14:xfrm>
                <a:off x="6735851" y="318295"/>
                <a:ext cx="192960" cy="340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BD1C13-E4AA-0417-74BD-CDBA443565A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26851" y="309655"/>
                  <a:ext cx="2106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624F24-C79D-7946-4300-946B701164C8}"/>
                    </a:ext>
                  </a:extLst>
                </p14:cNvPr>
                <p14:cNvContentPartPr/>
                <p14:nvPr/>
              </p14:nvContentPartPr>
              <p14:xfrm>
                <a:off x="6945011" y="402895"/>
                <a:ext cx="290160" cy="263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624F24-C79D-7946-4300-946B701164C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36011" y="393895"/>
                  <a:ext cx="3078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605E7D4-20DD-1714-2B2C-4AD7BCF1BF59}"/>
              </a:ext>
            </a:extLst>
          </p:cNvPr>
          <p:cNvGrpSpPr/>
          <p:nvPr/>
        </p:nvGrpSpPr>
        <p:grpSpPr>
          <a:xfrm>
            <a:off x="332891" y="1456975"/>
            <a:ext cx="1060920" cy="482400"/>
            <a:chOff x="332891" y="1456975"/>
            <a:chExt cx="106092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9E46AB1-D5AB-C447-C47E-C68066EE3C1C}"/>
                    </a:ext>
                  </a:extLst>
                </p14:cNvPr>
                <p14:cNvContentPartPr/>
                <p14:nvPr/>
              </p14:nvContentPartPr>
              <p14:xfrm>
                <a:off x="332891" y="1620055"/>
                <a:ext cx="217080" cy="285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9E46AB1-D5AB-C447-C47E-C68066EE3C1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3891" y="1611055"/>
                  <a:ext cx="234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2F1004B-A45B-0343-82DA-E771F7524C00}"/>
                    </a:ext>
                  </a:extLst>
                </p14:cNvPr>
                <p14:cNvContentPartPr/>
                <p14:nvPr/>
              </p14:nvContentPartPr>
              <p14:xfrm>
                <a:off x="349091" y="1487935"/>
                <a:ext cx="213480" cy="36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2F1004B-A45B-0343-82DA-E771F7524C0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40091" y="1478935"/>
                  <a:ext cx="2311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8F0E04-7475-9A54-1368-CADD5355A348}"/>
                    </a:ext>
                  </a:extLst>
                </p14:cNvPr>
                <p14:cNvContentPartPr/>
                <p14:nvPr/>
              </p14:nvContentPartPr>
              <p14:xfrm>
                <a:off x="625571" y="1781335"/>
                <a:ext cx="142920" cy="153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8F0E04-7475-9A54-1368-CADD5355A3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6571" y="1772335"/>
                  <a:ext cx="160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097DCE-7589-2C3B-F948-D29E15FECA35}"/>
                    </a:ext>
                  </a:extLst>
                </p14:cNvPr>
                <p14:cNvContentPartPr/>
                <p14:nvPr/>
              </p14:nvContentPartPr>
              <p14:xfrm>
                <a:off x="854171" y="1762615"/>
                <a:ext cx="124920" cy="14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097DCE-7589-2C3B-F948-D29E15FECA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5531" y="1753615"/>
                  <a:ext cx="142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4B1E7C1-427A-BCED-0C81-3C287CDCF048}"/>
                    </a:ext>
                  </a:extLst>
                </p14:cNvPr>
                <p14:cNvContentPartPr/>
                <p14:nvPr/>
              </p14:nvContentPartPr>
              <p14:xfrm>
                <a:off x="1024811" y="1456975"/>
                <a:ext cx="300600" cy="443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4B1E7C1-427A-BCED-0C81-3C287CDCF04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5811" y="1447975"/>
                  <a:ext cx="3182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0F933A-0EA1-ED24-C3B3-F8857E5805EF}"/>
                    </a:ext>
                  </a:extLst>
                </p14:cNvPr>
                <p14:cNvContentPartPr/>
                <p14:nvPr/>
              </p14:nvContentPartPr>
              <p14:xfrm>
                <a:off x="1345931" y="1778815"/>
                <a:ext cx="47880" cy="160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0F933A-0EA1-ED24-C3B3-F8857E5805E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36931" y="1769815"/>
                  <a:ext cx="6552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8D05C76-B08E-135B-41CF-18EA0A39F4D9}"/>
              </a:ext>
            </a:extLst>
          </p:cNvPr>
          <p:cNvGrpSpPr/>
          <p:nvPr/>
        </p:nvGrpSpPr>
        <p:grpSpPr>
          <a:xfrm>
            <a:off x="1677491" y="1670815"/>
            <a:ext cx="536400" cy="181800"/>
            <a:chOff x="1677491" y="1670815"/>
            <a:chExt cx="5364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D7AB43-CC3E-B1F0-8535-90DCDAE5C3E6}"/>
                    </a:ext>
                  </a:extLst>
                </p14:cNvPr>
                <p14:cNvContentPartPr/>
                <p14:nvPr/>
              </p14:nvContentPartPr>
              <p14:xfrm>
                <a:off x="1678931" y="1708615"/>
                <a:ext cx="163080" cy="16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D7AB43-CC3E-B1F0-8535-90DCDAE5C3E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69931" y="1699975"/>
                  <a:ext cx="180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A2E769-3024-6A24-174F-143A3190C9A3}"/>
                    </a:ext>
                  </a:extLst>
                </p14:cNvPr>
                <p14:cNvContentPartPr/>
                <p14:nvPr/>
              </p14:nvContentPartPr>
              <p14:xfrm>
                <a:off x="1677491" y="1782415"/>
                <a:ext cx="171000" cy="14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A2E769-3024-6A24-174F-143A3190C9A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68851" y="1773415"/>
                  <a:ext cx="188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F14E87-9DA1-AE65-BFB0-1854576FFD19}"/>
                    </a:ext>
                  </a:extLst>
                </p14:cNvPr>
                <p14:cNvContentPartPr/>
                <p14:nvPr/>
              </p14:nvContentPartPr>
              <p14:xfrm>
                <a:off x="1967651" y="1670815"/>
                <a:ext cx="246240" cy="181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F14E87-9DA1-AE65-BFB0-1854576FFD1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59011" y="1661815"/>
                  <a:ext cx="26388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060F294-A8B7-BC14-3CB5-D51CAEA6825A}"/>
              </a:ext>
            </a:extLst>
          </p:cNvPr>
          <p:cNvGrpSpPr/>
          <p:nvPr/>
        </p:nvGrpSpPr>
        <p:grpSpPr>
          <a:xfrm>
            <a:off x="2536451" y="1711855"/>
            <a:ext cx="523080" cy="144720"/>
            <a:chOff x="2536451" y="1711855"/>
            <a:chExt cx="523080" cy="14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FFF5A6E-7DC7-8D0C-2CF5-CBADBF9A50E3}"/>
                    </a:ext>
                  </a:extLst>
                </p14:cNvPr>
                <p14:cNvContentPartPr/>
                <p14:nvPr/>
              </p14:nvContentPartPr>
              <p14:xfrm>
                <a:off x="2536451" y="1758295"/>
                <a:ext cx="403920" cy="45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FFF5A6E-7DC7-8D0C-2CF5-CBADBF9A50E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27451" y="1749295"/>
                  <a:ext cx="42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8D4A5A-1F38-D4D0-F433-0D61AEFE06C0}"/>
                    </a:ext>
                  </a:extLst>
                </p14:cNvPr>
                <p14:cNvContentPartPr/>
                <p14:nvPr/>
              </p14:nvContentPartPr>
              <p14:xfrm>
                <a:off x="2938211" y="1711855"/>
                <a:ext cx="121320" cy="144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8D4A5A-1F38-D4D0-F433-0D61AEFE06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29211" y="1702855"/>
                  <a:ext cx="1389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3450F5B-4AEF-9D5F-83C8-49E3E693189F}"/>
              </a:ext>
            </a:extLst>
          </p:cNvPr>
          <p:cNvGrpSpPr/>
          <p:nvPr/>
        </p:nvGrpSpPr>
        <p:grpSpPr>
          <a:xfrm>
            <a:off x="3488651" y="1593415"/>
            <a:ext cx="1614240" cy="377280"/>
            <a:chOff x="3488651" y="1593415"/>
            <a:chExt cx="161424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1DB2C13-1FB0-74FF-F663-E9F222F3DEBE}"/>
                    </a:ext>
                  </a:extLst>
                </p14:cNvPr>
                <p14:cNvContentPartPr/>
                <p14:nvPr/>
              </p14:nvContentPartPr>
              <p14:xfrm>
                <a:off x="3488651" y="1684135"/>
                <a:ext cx="11880" cy="176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1DB2C13-1FB0-74FF-F663-E9F222F3DE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80011" y="1675135"/>
                  <a:ext cx="29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BB7B4D-F3F7-9B1C-BAF7-FE2CB51674A4}"/>
                    </a:ext>
                  </a:extLst>
                </p14:cNvPr>
                <p14:cNvContentPartPr/>
                <p14:nvPr/>
              </p14:nvContentPartPr>
              <p14:xfrm>
                <a:off x="3524651" y="1608895"/>
                <a:ext cx="33840" cy="18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BB7B4D-F3F7-9B1C-BAF7-FE2CB51674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16011" y="1599895"/>
                  <a:ext cx="5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49BC56A-A42A-CEF8-3DC8-71820A8E89EA}"/>
                    </a:ext>
                  </a:extLst>
                </p14:cNvPr>
                <p14:cNvContentPartPr/>
                <p14:nvPr/>
              </p14:nvContentPartPr>
              <p14:xfrm>
                <a:off x="3586571" y="1644895"/>
                <a:ext cx="234360" cy="219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49BC56A-A42A-CEF8-3DC8-71820A8E89E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77931" y="1635895"/>
                  <a:ext cx="252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F34850-0BB3-D53D-3AB0-A5BD4B1DAC44}"/>
                    </a:ext>
                  </a:extLst>
                </p14:cNvPr>
                <p14:cNvContentPartPr/>
                <p14:nvPr/>
              </p14:nvContentPartPr>
              <p14:xfrm>
                <a:off x="3884291" y="1696015"/>
                <a:ext cx="155880" cy="149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F34850-0BB3-D53D-3AB0-A5BD4B1DAC4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75291" y="1687015"/>
                  <a:ext cx="173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C6EE58-BC4F-CCCF-2872-53609568BF22}"/>
                    </a:ext>
                  </a:extLst>
                </p14:cNvPr>
                <p14:cNvContentPartPr/>
                <p14:nvPr/>
              </p14:nvContentPartPr>
              <p14:xfrm>
                <a:off x="4135931" y="1593415"/>
                <a:ext cx="41760" cy="224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C6EE58-BC4F-CCCF-2872-53609568BF2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27291" y="1584415"/>
                  <a:ext cx="59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EF0175-93BB-5102-BF17-43A749203FD5}"/>
                    </a:ext>
                  </a:extLst>
                </p14:cNvPr>
                <p14:cNvContentPartPr/>
                <p14:nvPr/>
              </p14:nvContentPartPr>
              <p14:xfrm>
                <a:off x="4079051" y="1656775"/>
                <a:ext cx="620280" cy="313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EF0175-93BB-5102-BF17-43A749203FD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70051" y="1648135"/>
                  <a:ext cx="6379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A343203-EFB6-EA26-FE69-CCA141B43CB6}"/>
                    </a:ext>
                  </a:extLst>
                </p14:cNvPr>
                <p14:cNvContentPartPr/>
                <p14:nvPr/>
              </p14:nvContentPartPr>
              <p14:xfrm>
                <a:off x="4769171" y="1665775"/>
                <a:ext cx="19440" cy="97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A343203-EFB6-EA26-FE69-CCA141B43C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60171" y="1657135"/>
                  <a:ext cx="37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362FF99-7602-CFF5-4185-EBB0C1A96EFB}"/>
                    </a:ext>
                  </a:extLst>
                </p14:cNvPr>
                <p14:cNvContentPartPr/>
                <p14:nvPr/>
              </p14:nvContentPartPr>
              <p14:xfrm>
                <a:off x="4845851" y="1622215"/>
                <a:ext cx="257040" cy="164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362FF99-7602-CFF5-4185-EBB0C1A96EF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37211" y="1613575"/>
                  <a:ext cx="27468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1724D84-8B47-04ED-C88E-0E996B152EE1}"/>
              </a:ext>
            </a:extLst>
          </p:cNvPr>
          <p:cNvGrpSpPr/>
          <p:nvPr/>
        </p:nvGrpSpPr>
        <p:grpSpPr>
          <a:xfrm>
            <a:off x="278171" y="2396215"/>
            <a:ext cx="1519560" cy="469080"/>
            <a:chOff x="278171" y="2396215"/>
            <a:chExt cx="151956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8CF1CFE-7047-0D02-862E-43EEC09B4DB2}"/>
                    </a:ext>
                  </a:extLst>
                </p14:cNvPr>
                <p14:cNvContentPartPr/>
                <p14:nvPr/>
              </p14:nvContentPartPr>
              <p14:xfrm>
                <a:off x="338651" y="2482255"/>
                <a:ext cx="215280" cy="264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8CF1CFE-7047-0D02-862E-43EEC09B4DB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0011" y="2473255"/>
                  <a:ext cx="232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42E52F-97BD-B517-2AA2-F83DEF0B56AB}"/>
                    </a:ext>
                  </a:extLst>
                </p14:cNvPr>
                <p14:cNvContentPartPr/>
                <p14:nvPr/>
              </p14:nvContentPartPr>
              <p14:xfrm>
                <a:off x="278171" y="2627335"/>
                <a:ext cx="82440" cy="100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42E52F-97BD-B517-2AA2-F83DEF0B56A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9171" y="2618695"/>
                  <a:ext cx="100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013398D-F4F2-9EEB-3050-BEA66F5F99B5}"/>
                    </a:ext>
                  </a:extLst>
                </p14:cNvPr>
                <p14:cNvContentPartPr/>
                <p14:nvPr/>
              </p14:nvContentPartPr>
              <p14:xfrm>
                <a:off x="512531" y="2396215"/>
                <a:ext cx="11520" cy="73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013398D-F4F2-9EEB-3050-BEA66F5F99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3531" y="2387215"/>
                  <a:ext cx="29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AE78257-8672-D03F-F6EF-FA974CA6D1E6}"/>
                    </a:ext>
                  </a:extLst>
                </p14:cNvPr>
                <p14:cNvContentPartPr/>
                <p14:nvPr/>
              </p14:nvContentPartPr>
              <p14:xfrm>
                <a:off x="614771" y="2632375"/>
                <a:ext cx="348480" cy="232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AE78257-8672-D03F-F6EF-FA974CA6D1E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5771" y="2623735"/>
                  <a:ext cx="366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992509E-3AF8-6844-7E4D-E1DC00E8EC1A}"/>
                    </a:ext>
                  </a:extLst>
                </p14:cNvPr>
                <p14:cNvContentPartPr/>
                <p14:nvPr/>
              </p14:nvContentPartPr>
              <p14:xfrm>
                <a:off x="1081331" y="2494855"/>
                <a:ext cx="190080" cy="248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992509E-3AF8-6844-7E4D-E1DC00E8EC1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2331" y="2486215"/>
                  <a:ext cx="207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AFA7092-1DF1-F0BB-0661-82B0C0294259}"/>
                    </a:ext>
                  </a:extLst>
                </p14:cNvPr>
                <p14:cNvContentPartPr/>
                <p14:nvPr/>
              </p14:nvContentPartPr>
              <p14:xfrm>
                <a:off x="1048931" y="2423575"/>
                <a:ext cx="245160" cy="357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AFA7092-1DF1-F0BB-0661-82B0C029425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9931" y="2414575"/>
                  <a:ext cx="2628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B747DB1-E26A-84FE-A40F-008DA8FC1122}"/>
                    </a:ext>
                  </a:extLst>
                </p14:cNvPr>
                <p14:cNvContentPartPr/>
                <p14:nvPr/>
              </p14:nvContentPartPr>
              <p14:xfrm>
                <a:off x="1327211" y="2652535"/>
                <a:ext cx="170280" cy="131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B747DB1-E26A-84FE-A40F-008DA8FC112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18571" y="2643895"/>
                  <a:ext cx="187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E3D751D-3734-730E-3222-BBF94F03E3D4}"/>
                    </a:ext>
                  </a:extLst>
                </p14:cNvPr>
                <p14:cNvContentPartPr/>
                <p14:nvPr/>
              </p14:nvContentPartPr>
              <p14:xfrm>
                <a:off x="1622411" y="2548135"/>
                <a:ext cx="175320" cy="86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E3D751D-3734-730E-3222-BBF94F03E3D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13771" y="2539495"/>
                  <a:ext cx="19296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84CDFC3-E121-1DDC-F437-BE4F9172F4FD}"/>
              </a:ext>
            </a:extLst>
          </p:cNvPr>
          <p:cNvGrpSpPr/>
          <p:nvPr/>
        </p:nvGrpSpPr>
        <p:grpSpPr>
          <a:xfrm>
            <a:off x="2241611" y="2242495"/>
            <a:ext cx="165600" cy="789480"/>
            <a:chOff x="2241611" y="2242495"/>
            <a:chExt cx="165600" cy="78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4F1EFFD-FB5D-17A4-60A7-C33DC867D8AD}"/>
                    </a:ext>
                  </a:extLst>
                </p14:cNvPr>
                <p14:cNvContentPartPr/>
                <p14:nvPr/>
              </p14:nvContentPartPr>
              <p14:xfrm>
                <a:off x="2241611" y="2242495"/>
                <a:ext cx="165600" cy="789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4F1EFFD-FB5D-17A4-60A7-C33DC867D8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32971" y="2233855"/>
                  <a:ext cx="183240" cy="80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6E21E94-E4A3-5004-738B-A75838AE8D8B}"/>
                    </a:ext>
                  </a:extLst>
                </p14:cNvPr>
                <p14:cNvContentPartPr/>
                <p14:nvPr/>
              </p14:nvContentPartPr>
              <p14:xfrm>
                <a:off x="2260691" y="2635615"/>
                <a:ext cx="95400" cy="159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6E21E94-E4A3-5004-738B-A75838AE8D8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52051" y="2626615"/>
                  <a:ext cx="11304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B45847D-FE96-4162-BFF1-702B1A385D16}"/>
              </a:ext>
            </a:extLst>
          </p:cNvPr>
          <p:cNvGrpSpPr/>
          <p:nvPr/>
        </p:nvGrpSpPr>
        <p:grpSpPr>
          <a:xfrm>
            <a:off x="2644091" y="2246455"/>
            <a:ext cx="878400" cy="1064520"/>
            <a:chOff x="2644091" y="2246455"/>
            <a:chExt cx="878400" cy="10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9E7D9F2-639B-D250-7191-DA07DB5B0EB7}"/>
                    </a:ext>
                  </a:extLst>
                </p14:cNvPr>
                <p14:cNvContentPartPr/>
                <p14:nvPr/>
              </p14:nvContentPartPr>
              <p14:xfrm>
                <a:off x="2644091" y="2246455"/>
                <a:ext cx="164160" cy="311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9E7D9F2-639B-D250-7191-DA07DB5B0E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35451" y="2237815"/>
                  <a:ext cx="1818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A7D0255-8A4A-5560-CC93-5F5CC613462D}"/>
                    </a:ext>
                  </a:extLst>
                </p14:cNvPr>
                <p14:cNvContentPartPr/>
                <p14:nvPr/>
              </p14:nvContentPartPr>
              <p14:xfrm>
                <a:off x="2871611" y="2308375"/>
                <a:ext cx="254520" cy="224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A7D0255-8A4A-5560-CC93-5F5CC613462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62611" y="2299735"/>
                  <a:ext cx="272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36CD08D-B3A6-B47F-9412-5953E9CCBFBA}"/>
                    </a:ext>
                  </a:extLst>
                </p14:cNvPr>
                <p14:cNvContentPartPr/>
                <p14:nvPr/>
              </p14:nvContentPartPr>
              <p14:xfrm>
                <a:off x="2989331" y="2441935"/>
                <a:ext cx="55080" cy="168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36CD08D-B3A6-B47F-9412-5953E9CCBFB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80331" y="2433295"/>
                  <a:ext cx="72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6FB4A79-1D73-10E8-D2E6-A5C0C5708E08}"/>
                    </a:ext>
                  </a:extLst>
                </p14:cNvPr>
                <p14:cNvContentPartPr/>
                <p14:nvPr/>
              </p14:nvContentPartPr>
              <p14:xfrm>
                <a:off x="2712491" y="2668375"/>
                <a:ext cx="435600" cy="364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6FB4A79-1D73-10E8-D2E6-A5C0C5708E0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03491" y="2659735"/>
                  <a:ext cx="4532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BF77DC9-94BE-A5B3-328C-41D3281775AB}"/>
                    </a:ext>
                  </a:extLst>
                </p14:cNvPr>
                <p14:cNvContentPartPr/>
                <p14:nvPr/>
              </p14:nvContentPartPr>
              <p14:xfrm>
                <a:off x="2744531" y="2811655"/>
                <a:ext cx="347040" cy="34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BF77DC9-94BE-A5B3-328C-41D3281775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35891" y="2802655"/>
                  <a:ext cx="364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5B44643-5D5B-6B52-4E85-E662D73FF3DB}"/>
                    </a:ext>
                  </a:extLst>
                </p14:cNvPr>
                <p14:cNvContentPartPr/>
                <p14:nvPr/>
              </p14:nvContentPartPr>
              <p14:xfrm>
                <a:off x="3283451" y="2371015"/>
                <a:ext cx="23400" cy="657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5B44643-5D5B-6B52-4E85-E662D73FF3D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274811" y="2362015"/>
                  <a:ext cx="4104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F4483B-BA1C-9C9E-8384-ADDFB785BB9D}"/>
                    </a:ext>
                  </a:extLst>
                </p14:cNvPr>
                <p14:cNvContentPartPr/>
                <p14:nvPr/>
              </p14:nvContentPartPr>
              <p14:xfrm>
                <a:off x="3193451" y="3137095"/>
                <a:ext cx="105840" cy="136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F4483B-BA1C-9C9E-8384-ADDFB785BB9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84811" y="3128095"/>
                  <a:ext cx="123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14B68AC-F98A-CB78-9A13-AA464F490C8E}"/>
                    </a:ext>
                  </a:extLst>
                </p14:cNvPr>
                <p14:cNvContentPartPr/>
                <p14:nvPr/>
              </p14:nvContentPartPr>
              <p14:xfrm>
                <a:off x="3299651" y="3155095"/>
                <a:ext cx="222840" cy="155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14B68AC-F98A-CB78-9A13-AA464F490C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90651" y="3146095"/>
                  <a:ext cx="24048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EEDCA8E-4426-BEE9-2D84-E47BEC254155}"/>
              </a:ext>
            </a:extLst>
          </p:cNvPr>
          <p:cNvGrpSpPr/>
          <p:nvPr/>
        </p:nvGrpSpPr>
        <p:grpSpPr>
          <a:xfrm>
            <a:off x="3728771" y="2641735"/>
            <a:ext cx="237240" cy="95040"/>
            <a:chOff x="3728771" y="2641735"/>
            <a:chExt cx="23724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DEFD30C-2CC6-5266-3FB2-FFA12AF0138B}"/>
                    </a:ext>
                  </a:extLst>
                </p14:cNvPr>
                <p14:cNvContentPartPr/>
                <p14:nvPr/>
              </p14:nvContentPartPr>
              <p14:xfrm>
                <a:off x="3728771" y="2641735"/>
                <a:ext cx="205200" cy="43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DEFD30C-2CC6-5266-3FB2-FFA12AF013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19771" y="2633095"/>
                  <a:ext cx="222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1B696DC-D82D-6241-357C-DB918FE13360}"/>
                    </a:ext>
                  </a:extLst>
                </p14:cNvPr>
                <p14:cNvContentPartPr/>
                <p14:nvPr/>
              </p14:nvContentPartPr>
              <p14:xfrm>
                <a:off x="3762251" y="2707615"/>
                <a:ext cx="203760" cy="29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1B696DC-D82D-6241-357C-DB918FE1336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53251" y="2698615"/>
                  <a:ext cx="2214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5C3A077-9739-BC72-1D4B-486CBDFD532D}"/>
              </a:ext>
            </a:extLst>
          </p:cNvPr>
          <p:cNvGrpSpPr/>
          <p:nvPr/>
        </p:nvGrpSpPr>
        <p:grpSpPr>
          <a:xfrm>
            <a:off x="4402691" y="2348335"/>
            <a:ext cx="454320" cy="260640"/>
            <a:chOff x="4402691" y="2348335"/>
            <a:chExt cx="45432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8F1B899-4FA9-28BB-95F2-6FE6ED16699D}"/>
                    </a:ext>
                  </a:extLst>
                </p14:cNvPr>
                <p14:cNvContentPartPr/>
                <p14:nvPr/>
              </p14:nvContentPartPr>
              <p14:xfrm>
                <a:off x="4402691" y="2348335"/>
                <a:ext cx="228960" cy="151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8F1B899-4FA9-28BB-95F2-6FE6ED16699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94051" y="2339695"/>
                  <a:ext cx="246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C97C202-5063-8548-2B18-D16F94D811EC}"/>
                    </a:ext>
                  </a:extLst>
                </p14:cNvPr>
                <p14:cNvContentPartPr/>
                <p14:nvPr/>
              </p14:nvContentPartPr>
              <p14:xfrm>
                <a:off x="4508891" y="2362015"/>
                <a:ext cx="74880" cy="246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C97C202-5063-8548-2B18-D16F94D811E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00251" y="2353015"/>
                  <a:ext cx="925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A56619-6089-43E7-8253-D9F51AA6947F}"/>
                    </a:ext>
                  </a:extLst>
                </p14:cNvPr>
                <p14:cNvContentPartPr/>
                <p14:nvPr/>
              </p14:nvContentPartPr>
              <p14:xfrm>
                <a:off x="4652171" y="2370655"/>
                <a:ext cx="204840" cy="174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A56619-6089-43E7-8253-D9F51AA694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43531" y="2362015"/>
                  <a:ext cx="22248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DFEDBD2-A850-8872-8FFE-4D6EFBD6E1FA}"/>
              </a:ext>
            </a:extLst>
          </p:cNvPr>
          <p:cNvGrpSpPr/>
          <p:nvPr/>
        </p:nvGrpSpPr>
        <p:grpSpPr>
          <a:xfrm>
            <a:off x="5203331" y="2309095"/>
            <a:ext cx="335160" cy="193680"/>
            <a:chOff x="5203331" y="2309095"/>
            <a:chExt cx="33516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A6ED673-34EE-AAAD-C057-F99AC69A8518}"/>
                    </a:ext>
                  </a:extLst>
                </p14:cNvPr>
                <p14:cNvContentPartPr/>
                <p14:nvPr/>
              </p14:nvContentPartPr>
              <p14:xfrm>
                <a:off x="5203331" y="2309095"/>
                <a:ext cx="246240" cy="185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A6ED673-34EE-AAAD-C057-F99AC69A851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94331" y="2300455"/>
                  <a:ext cx="263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E81DED3-E599-0217-E43C-977FEF9C6C99}"/>
                    </a:ext>
                  </a:extLst>
                </p14:cNvPr>
                <p14:cNvContentPartPr/>
                <p14:nvPr/>
              </p14:nvContentPartPr>
              <p14:xfrm>
                <a:off x="5375411" y="2316295"/>
                <a:ext cx="163080" cy="186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E81DED3-E599-0217-E43C-977FEF9C6C9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66411" y="2307295"/>
                  <a:ext cx="18072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F9D1922-0198-7171-1FF3-70B80534742A}"/>
                  </a:ext>
                </a:extLst>
              </p14:cNvPr>
              <p14:cNvContentPartPr/>
              <p14:nvPr/>
            </p14:nvContentPartPr>
            <p14:xfrm>
              <a:off x="4263731" y="2773135"/>
              <a:ext cx="822240" cy="450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F9D1922-0198-7171-1FF3-70B80534742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254731" y="2764495"/>
                <a:ext cx="83988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A8CD2A-2366-424B-40F3-BE84A39E8F9C}"/>
              </a:ext>
            </a:extLst>
          </p:cNvPr>
          <p:cNvGrpSpPr/>
          <p:nvPr/>
        </p:nvGrpSpPr>
        <p:grpSpPr>
          <a:xfrm>
            <a:off x="4232051" y="2990215"/>
            <a:ext cx="699120" cy="162360"/>
            <a:chOff x="4232051" y="2990215"/>
            <a:chExt cx="699120" cy="16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319E1E6-DCD4-3A19-CE32-60852C696983}"/>
                    </a:ext>
                  </a:extLst>
                </p14:cNvPr>
                <p14:cNvContentPartPr/>
                <p14:nvPr/>
              </p14:nvContentPartPr>
              <p14:xfrm>
                <a:off x="4232051" y="2994895"/>
                <a:ext cx="59760" cy="154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319E1E6-DCD4-3A19-CE32-60852C69698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223411" y="2986255"/>
                  <a:ext cx="77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E8266CC-7B20-7BA8-A353-AEC583DDA66E}"/>
                    </a:ext>
                  </a:extLst>
                </p14:cNvPr>
                <p14:cNvContentPartPr/>
                <p14:nvPr/>
              </p14:nvContentPartPr>
              <p14:xfrm>
                <a:off x="4344371" y="2990215"/>
                <a:ext cx="279000" cy="162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E8266CC-7B20-7BA8-A353-AEC583DDA66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35371" y="2981575"/>
                  <a:ext cx="296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D8163AA-DA99-710A-FE2B-6FB06EA19023}"/>
                    </a:ext>
                  </a:extLst>
                </p14:cNvPr>
                <p14:cNvContentPartPr/>
                <p14:nvPr/>
              </p14:nvContentPartPr>
              <p14:xfrm>
                <a:off x="4585931" y="3016855"/>
                <a:ext cx="156240" cy="89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D8163AA-DA99-710A-FE2B-6FB06EA190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76931" y="3008215"/>
                  <a:ext cx="173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BCBC010-4DAD-0BD4-55F4-10E322DF5FA2}"/>
                    </a:ext>
                  </a:extLst>
                </p14:cNvPr>
                <p14:cNvContentPartPr/>
                <p14:nvPr/>
              </p14:nvContentPartPr>
              <p14:xfrm>
                <a:off x="4743971" y="3007495"/>
                <a:ext cx="187200" cy="90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BCBC010-4DAD-0BD4-55F4-10E322DF5FA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34971" y="2998855"/>
                  <a:ext cx="20484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FE51545-1CAF-827E-2D19-43F2A90132AC}"/>
              </a:ext>
            </a:extLst>
          </p:cNvPr>
          <p:cNvGrpSpPr/>
          <p:nvPr/>
        </p:nvGrpSpPr>
        <p:grpSpPr>
          <a:xfrm>
            <a:off x="5255171" y="2935135"/>
            <a:ext cx="190800" cy="154440"/>
            <a:chOff x="5255171" y="2935135"/>
            <a:chExt cx="190800" cy="1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78DF88A-5EDC-321C-341A-5400BCB32432}"/>
                    </a:ext>
                  </a:extLst>
                </p14:cNvPr>
                <p14:cNvContentPartPr/>
                <p14:nvPr/>
              </p14:nvContentPartPr>
              <p14:xfrm>
                <a:off x="5255171" y="2935135"/>
                <a:ext cx="64080" cy="154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78DF88A-5EDC-321C-341A-5400BCB324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46171" y="2926495"/>
                  <a:ext cx="81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95B27E-4776-FBF6-1AC1-3FB8151303E4}"/>
                    </a:ext>
                  </a:extLst>
                </p14:cNvPr>
                <p14:cNvContentPartPr/>
                <p14:nvPr/>
              </p14:nvContentPartPr>
              <p14:xfrm>
                <a:off x="5285411" y="2967175"/>
                <a:ext cx="160560" cy="114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95B27E-4776-FBF6-1AC1-3FB8151303E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76411" y="2958535"/>
                  <a:ext cx="1782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2B12D5C-C488-0B65-46F6-ACD156077A6F}"/>
              </a:ext>
            </a:extLst>
          </p:cNvPr>
          <p:cNvGrpSpPr/>
          <p:nvPr/>
        </p:nvGrpSpPr>
        <p:grpSpPr>
          <a:xfrm>
            <a:off x="9259811" y="-90731"/>
            <a:ext cx="2133720" cy="2239789"/>
            <a:chOff x="9259811" y="-90731"/>
            <a:chExt cx="2133720" cy="223978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A3C48FA-2979-EB94-CB35-C5850E478596}"/>
                    </a:ext>
                  </a:extLst>
                </p14:cNvPr>
                <p14:cNvContentPartPr/>
                <p14:nvPr/>
              </p14:nvContentPartPr>
              <p14:xfrm>
                <a:off x="9472931" y="597295"/>
                <a:ext cx="597240" cy="580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A3C48FA-2979-EB94-CB35-C5850E47859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64291" y="588295"/>
                  <a:ext cx="6148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0DF65CA-022D-650D-FDFA-379F0165949F}"/>
                    </a:ext>
                  </a:extLst>
                </p14:cNvPr>
                <p14:cNvContentPartPr/>
                <p14:nvPr/>
              </p14:nvContentPartPr>
              <p14:xfrm>
                <a:off x="9534491" y="925615"/>
                <a:ext cx="203760" cy="186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0DF65CA-022D-650D-FDFA-379F0165949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25851" y="916975"/>
                  <a:ext cx="221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DB7A6A6-F15F-9BA4-6245-E284DF382AB5}"/>
                    </a:ext>
                  </a:extLst>
                </p14:cNvPr>
                <p14:cNvContentPartPr/>
                <p14:nvPr/>
              </p14:nvContentPartPr>
              <p14:xfrm>
                <a:off x="9766691" y="916255"/>
                <a:ext cx="185400" cy="136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DB7A6A6-F15F-9BA4-6245-E284DF382AB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57691" y="907255"/>
                  <a:ext cx="203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1AF4AC4-F6C6-E175-5621-4B4B0CABCD37}"/>
                    </a:ext>
                  </a:extLst>
                </p14:cNvPr>
                <p14:cNvContentPartPr/>
                <p14:nvPr/>
              </p14:nvContentPartPr>
              <p14:xfrm>
                <a:off x="9792251" y="182935"/>
                <a:ext cx="86400" cy="390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1AF4AC4-F6C6-E175-5621-4B4B0CABCD3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83611" y="173935"/>
                  <a:ext cx="1040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2804F36-BD47-99C3-0E40-4B73A6E0D1F0}"/>
                    </a:ext>
                  </a:extLst>
                </p14:cNvPr>
                <p14:cNvContentPartPr/>
                <p14:nvPr/>
              </p14:nvContentPartPr>
              <p14:xfrm>
                <a:off x="9760931" y="432055"/>
                <a:ext cx="120600" cy="141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2804F36-BD47-99C3-0E40-4B73A6E0D1F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51931" y="423055"/>
                  <a:ext cx="138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0EF8E28-47CA-8F3F-BF62-0776608FCDEE}"/>
                    </a:ext>
                  </a:extLst>
                </p14:cNvPr>
                <p14:cNvContentPartPr/>
                <p14:nvPr/>
              </p14:nvContentPartPr>
              <p14:xfrm>
                <a:off x="9964331" y="95455"/>
                <a:ext cx="204120" cy="229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0EF8E28-47CA-8F3F-BF62-0776608FCDE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55331" y="86455"/>
                  <a:ext cx="221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AFA61E-69B6-9866-8504-2A2D416D024A}"/>
                    </a:ext>
                  </a:extLst>
                </p14:cNvPr>
                <p14:cNvContentPartPr/>
                <p14:nvPr/>
              </p14:nvContentPartPr>
              <p14:xfrm>
                <a:off x="10053611" y="247735"/>
                <a:ext cx="50040" cy="141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AFA61E-69B6-9866-8504-2A2D416D024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44611" y="239095"/>
                  <a:ext cx="67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21BF5CC-0CCB-02C0-760B-B6D8AA89749F}"/>
                    </a:ext>
                  </a:extLst>
                </p14:cNvPr>
                <p14:cNvContentPartPr/>
                <p14:nvPr/>
              </p14:nvContentPartPr>
              <p14:xfrm>
                <a:off x="10219571" y="258895"/>
                <a:ext cx="9000" cy="141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21BF5CC-0CCB-02C0-760B-B6D8AA89749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10571" y="250255"/>
                  <a:ext cx="26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9231E86-DD4F-3ADB-8BFE-D715315BFF65}"/>
                    </a:ext>
                  </a:extLst>
                </p14:cNvPr>
                <p14:cNvContentPartPr/>
                <p14:nvPr/>
              </p14:nvContentPartPr>
              <p14:xfrm>
                <a:off x="10209851" y="258535"/>
                <a:ext cx="123840" cy="155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9231E86-DD4F-3ADB-8BFE-D715315BFF6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200851" y="249535"/>
                  <a:ext cx="141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A967FA-EFFC-F997-3CCA-D7F0F0FFC4C6}"/>
                    </a:ext>
                  </a:extLst>
                </p14:cNvPr>
                <p14:cNvContentPartPr/>
                <p14:nvPr/>
              </p14:nvContentPartPr>
              <p14:xfrm>
                <a:off x="9483371" y="58375"/>
                <a:ext cx="26280" cy="170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A967FA-EFFC-F997-3CCA-D7F0F0FFC4C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74371" y="49375"/>
                  <a:ext cx="43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4EC55DD-5568-DD4C-D8B5-EA19F4BC6328}"/>
                    </a:ext>
                  </a:extLst>
                </p14:cNvPr>
                <p14:cNvContentPartPr/>
                <p14:nvPr/>
              </p14:nvContentPartPr>
              <p14:xfrm>
                <a:off x="9343691" y="40015"/>
                <a:ext cx="291600" cy="70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4EC55DD-5568-DD4C-D8B5-EA19F4BC632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34691" y="31015"/>
                  <a:ext cx="309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11DAB42-DDC4-7910-2D40-BB86E68DFCC0}"/>
                    </a:ext>
                  </a:extLst>
                </p14:cNvPr>
                <p14:cNvContentPartPr/>
                <p14:nvPr/>
              </p14:nvContentPartPr>
              <p14:xfrm>
                <a:off x="9600011" y="133975"/>
                <a:ext cx="92160" cy="160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11DAB42-DDC4-7910-2D40-BB86E68DFCC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91371" y="124975"/>
                  <a:ext cx="109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9358F40-CCAD-299B-816A-0EB009A45844}"/>
                    </a:ext>
                  </a:extLst>
                </p14:cNvPr>
                <p14:cNvContentPartPr/>
                <p14:nvPr/>
              </p14:nvContentPartPr>
              <p14:xfrm>
                <a:off x="9569771" y="192655"/>
                <a:ext cx="146520" cy="37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9358F40-CCAD-299B-816A-0EB009A4584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61131" y="184015"/>
                  <a:ext cx="164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598FA2E-1ADA-973E-13FC-05E7E343666A}"/>
                    </a:ext>
                  </a:extLst>
                </p14:cNvPr>
                <p14:cNvContentPartPr/>
                <p14:nvPr/>
              </p14:nvContentPartPr>
              <p14:xfrm>
                <a:off x="9279971" y="-56105"/>
                <a:ext cx="56880" cy="376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598FA2E-1ADA-973E-13FC-05E7E343666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70971" y="-64745"/>
                  <a:ext cx="745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BEEA52B-D587-BC4A-DD3B-57837F74C5CD}"/>
                    </a:ext>
                  </a:extLst>
                </p14:cNvPr>
                <p14:cNvContentPartPr/>
                <p14:nvPr/>
              </p14:nvContentPartPr>
              <p14:xfrm>
                <a:off x="9286811" y="-90731"/>
                <a:ext cx="637200" cy="391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BEEA52B-D587-BC4A-DD3B-57837F74C5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78171" y="-99731"/>
                  <a:ext cx="6548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A4FB11-812D-F202-980B-07D191A21D68}"/>
                    </a:ext>
                  </a:extLst>
                </p14:cNvPr>
                <p14:cNvContentPartPr/>
                <p14:nvPr/>
              </p14:nvContentPartPr>
              <p14:xfrm>
                <a:off x="10066571" y="925058"/>
                <a:ext cx="508680" cy="50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A4FB11-812D-F202-980B-07D191A21D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57931" y="916058"/>
                  <a:ext cx="526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140F6DF-5570-7CCD-77C7-4903E3B16386}"/>
                    </a:ext>
                  </a:extLst>
                </p14:cNvPr>
                <p14:cNvContentPartPr/>
                <p14:nvPr/>
              </p14:nvContentPartPr>
              <p14:xfrm>
                <a:off x="10548251" y="887618"/>
                <a:ext cx="66960" cy="95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140F6DF-5570-7CCD-77C7-4903E3B1638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39251" y="878978"/>
                  <a:ext cx="84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401C0C1-5E8F-5395-BB10-7C00261C06AF}"/>
                    </a:ext>
                  </a:extLst>
                </p14:cNvPr>
                <p14:cNvContentPartPr/>
                <p14:nvPr/>
              </p14:nvContentPartPr>
              <p14:xfrm>
                <a:off x="10738691" y="823178"/>
                <a:ext cx="222480" cy="176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401C0C1-5E8F-5395-BB10-7C00261C06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30051" y="814538"/>
                  <a:ext cx="240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8201AC5-6F40-D216-0897-D17692631A9A}"/>
                    </a:ext>
                  </a:extLst>
                </p14:cNvPr>
                <p14:cNvContentPartPr/>
                <p14:nvPr/>
              </p14:nvContentPartPr>
              <p14:xfrm>
                <a:off x="10622771" y="754418"/>
                <a:ext cx="409680" cy="22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8201AC5-6F40-D216-0897-D17692631A9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13771" y="745778"/>
                  <a:ext cx="427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275F9FE-3CCA-DE14-2EA2-8EA5C758D9A0}"/>
                    </a:ext>
                  </a:extLst>
                </p14:cNvPr>
                <p14:cNvContentPartPr/>
                <p14:nvPr/>
              </p14:nvContentPartPr>
              <p14:xfrm>
                <a:off x="11044331" y="918578"/>
                <a:ext cx="313560" cy="146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275F9FE-3CCA-DE14-2EA2-8EA5C758D9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35331" y="909938"/>
                  <a:ext cx="3312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D39C245-DE4F-70B5-E50A-ED55CFCF38AC}"/>
                    </a:ext>
                  </a:extLst>
                </p14:cNvPr>
                <p14:cNvContentPartPr/>
                <p14:nvPr/>
              </p14:nvContentPartPr>
              <p14:xfrm>
                <a:off x="11271131" y="969698"/>
                <a:ext cx="122400" cy="14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D39C245-DE4F-70B5-E50A-ED55CFCF38A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262491" y="961058"/>
                  <a:ext cx="140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A597689-6D33-E8FD-F06B-639355E18EAC}"/>
                    </a:ext>
                  </a:extLst>
                </p14:cNvPr>
                <p14:cNvContentPartPr/>
                <p14:nvPr/>
              </p14:nvContentPartPr>
              <p14:xfrm>
                <a:off x="9708011" y="1201538"/>
                <a:ext cx="20880" cy="412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A597689-6D33-E8FD-F06B-639355E18E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99371" y="1192538"/>
                  <a:ext cx="385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B7E8D5B-4B7A-2C57-8D76-E888EC4AC6BF}"/>
                    </a:ext>
                  </a:extLst>
                </p14:cNvPr>
                <p14:cNvContentPartPr/>
                <p14:nvPr/>
              </p14:nvContentPartPr>
              <p14:xfrm>
                <a:off x="9636731" y="1516178"/>
                <a:ext cx="160200" cy="110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B7E8D5B-4B7A-2C57-8D76-E888EC4AC6B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28091" y="1507538"/>
                  <a:ext cx="177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9580A77-DBC6-2ED5-293B-A2C8069CD1FE}"/>
                    </a:ext>
                  </a:extLst>
                </p14:cNvPr>
                <p14:cNvContentPartPr/>
                <p14:nvPr/>
              </p14:nvContentPartPr>
              <p14:xfrm>
                <a:off x="9921491" y="1335098"/>
                <a:ext cx="350280" cy="265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9580A77-DBC6-2ED5-293B-A2C8069CD1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12851" y="1326458"/>
                  <a:ext cx="367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F42D1DE-31BA-5EEF-0E65-0518CD182314}"/>
                    </a:ext>
                  </a:extLst>
                </p14:cNvPr>
                <p14:cNvContentPartPr/>
                <p14:nvPr/>
              </p14:nvContentPartPr>
              <p14:xfrm>
                <a:off x="9259811" y="1689698"/>
                <a:ext cx="30240" cy="3358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F42D1DE-31BA-5EEF-0E65-0518CD18231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50811" y="1680698"/>
                  <a:ext cx="47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0C5D607-6A38-0516-4382-0917836FEDB5}"/>
                    </a:ext>
                  </a:extLst>
                </p14:cNvPr>
                <p14:cNvContentPartPr/>
                <p14:nvPr/>
              </p14:nvContentPartPr>
              <p14:xfrm>
                <a:off x="9305531" y="1683218"/>
                <a:ext cx="694800" cy="4658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0C5D607-6A38-0516-4382-0917836FEDB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96891" y="1674218"/>
                  <a:ext cx="71244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AF011E-EE9E-5A14-12F5-58060C487371}"/>
                    </a:ext>
                  </a:extLst>
                </p14:cNvPr>
                <p14:cNvContentPartPr/>
                <p14:nvPr/>
              </p14:nvContentPartPr>
              <p14:xfrm>
                <a:off x="9542411" y="1839818"/>
                <a:ext cx="104400" cy="191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4AF011E-EE9E-5A14-12F5-58060C48737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33771" y="1831178"/>
                  <a:ext cx="12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4105ADC-0EDA-BEF2-24FD-8FDEF5144C38}"/>
                    </a:ext>
                  </a:extLst>
                </p14:cNvPr>
                <p14:cNvContentPartPr/>
                <p14:nvPr/>
              </p14:nvContentPartPr>
              <p14:xfrm>
                <a:off x="9496691" y="1793738"/>
                <a:ext cx="264600" cy="42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4105ADC-0EDA-BEF2-24FD-8FDEF5144C3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87691" y="1785098"/>
                  <a:ext cx="282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5BCB6C1-BC91-9924-8A25-CE076F7D8A39}"/>
                    </a:ext>
                  </a:extLst>
                </p14:cNvPr>
                <p14:cNvContentPartPr/>
                <p14:nvPr/>
              </p14:nvContentPartPr>
              <p14:xfrm>
                <a:off x="9733211" y="1915778"/>
                <a:ext cx="143280" cy="118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5BCB6C1-BC91-9924-8A25-CE076F7D8A3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724211" y="1906778"/>
                  <a:ext cx="1609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56DF685-DBA2-EE21-9599-DFE0ED846FE6}"/>
              </a:ext>
            </a:extLst>
          </p:cNvPr>
          <p:cNvGrpSpPr/>
          <p:nvPr/>
        </p:nvGrpSpPr>
        <p:grpSpPr>
          <a:xfrm>
            <a:off x="5868251" y="2734058"/>
            <a:ext cx="144720" cy="89280"/>
            <a:chOff x="5868251" y="2734058"/>
            <a:chExt cx="144720" cy="8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DD10CCE-C765-91ED-7CEC-9058238F5F41}"/>
                    </a:ext>
                  </a:extLst>
                </p14:cNvPr>
                <p14:cNvContentPartPr/>
                <p14:nvPr/>
              </p14:nvContentPartPr>
              <p14:xfrm>
                <a:off x="5868251" y="2734058"/>
                <a:ext cx="144720" cy="18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DD10CCE-C765-91ED-7CEC-9058238F5F4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59611" y="2725418"/>
                  <a:ext cx="162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DD75182-6C82-E1BC-4970-9CE073434E9D}"/>
                    </a:ext>
                  </a:extLst>
                </p14:cNvPr>
                <p14:cNvContentPartPr/>
                <p14:nvPr/>
              </p14:nvContentPartPr>
              <p14:xfrm>
                <a:off x="5899211" y="2811098"/>
                <a:ext cx="112680" cy="12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DD75182-6C82-E1BC-4970-9CE073434E9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90571" y="2802098"/>
                  <a:ext cx="13032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226B8A3-63D8-731E-C641-0FDE8C6099B8}"/>
              </a:ext>
            </a:extLst>
          </p:cNvPr>
          <p:cNvGrpSpPr/>
          <p:nvPr/>
        </p:nvGrpSpPr>
        <p:grpSpPr>
          <a:xfrm>
            <a:off x="6367571" y="2464418"/>
            <a:ext cx="1791360" cy="640080"/>
            <a:chOff x="6367571" y="2464418"/>
            <a:chExt cx="1791360" cy="64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66BA503-A3D8-F741-6DB3-43CCA6B19D6D}"/>
                    </a:ext>
                  </a:extLst>
                </p14:cNvPr>
                <p14:cNvContentPartPr/>
                <p14:nvPr/>
              </p14:nvContentPartPr>
              <p14:xfrm>
                <a:off x="6367571" y="2702018"/>
                <a:ext cx="213480" cy="218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66BA503-A3D8-F741-6DB3-43CCA6B19D6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58571" y="2693378"/>
                  <a:ext cx="231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AC1B836-6196-3AE6-BE0C-676CF14A3315}"/>
                    </a:ext>
                  </a:extLst>
                </p14:cNvPr>
                <p14:cNvContentPartPr/>
                <p14:nvPr/>
              </p14:nvContentPartPr>
              <p14:xfrm>
                <a:off x="6721451" y="2707058"/>
                <a:ext cx="151560" cy="220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AC1B836-6196-3AE6-BE0C-676CF14A33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712451" y="2698418"/>
                  <a:ext cx="169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67E7F49-1C69-A92A-D0C8-3F691CEB22E0}"/>
                    </a:ext>
                  </a:extLst>
                </p14:cNvPr>
                <p14:cNvContentPartPr/>
                <p14:nvPr/>
              </p14:nvContentPartPr>
              <p14:xfrm>
                <a:off x="6958331" y="2911538"/>
                <a:ext cx="19080" cy="7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67E7F49-1C69-A92A-D0C8-3F691CEB22E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949331" y="2902538"/>
                  <a:ext cx="36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7129F1C-5B40-8861-C5FD-3FCF6D2B4263}"/>
                    </a:ext>
                  </a:extLst>
                </p14:cNvPr>
                <p14:cNvContentPartPr/>
                <p14:nvPr/>
              </p14:nvContentPartPr>
              <p14:xfrm>
                <a:off x="7113131" y="2727578"/>
                <a:ext cx="181080" cy="225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7129F1C-5B40-8861-C5FD-3FCF6D2B426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04491" y="2718578"/>
                  <a:ext cx="1987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8096AE-0C12-D54E-0746-219B11BE7FD9}"/>
                    </a:ext>
                  </a:extLst>
                </p14:cNvPr>
                <p14:cNvContentPartPr/>
                <p14:nvPr/>
              </p14:nvContentPartPr>
              <p14:xfrm>
                <a:off x="7650971" y="2464418"/>
                <a:ext cx="227880" cy="219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8096AE-0C12-D54E-0746-219B11BE7FD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41971" y="2455418"/>
                  <a:ext cx="2455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7A729BC-93FB-6EE0-80FA-63F3B2E02984}"/>
                    </a:ext>
                  </a:extLst>
                </p14:cNvPr>
                <p14:cNvContentPartPr/>
                <p14:nvPr/>
              </p14:nvContentPartPr>
              <p14:xfrm>
                <a:off x="7493291" y="2751338"/>
                <a:ext cx="665640" cy="16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7A729BC-93FB-6EE0-80FA-63F3B2E0298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84651" y="2742698"/>
                  <a:ext cx="683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7902FED-434A-1861-9D81-F38EAA28069C}"/>
                    </a:ext>
                  </a:extLst>
                </p14:cNvPr>
                <p14:cNvContentPartPr/>
                <p14:nvPr/>
              </p14:nvContentPartPr>
              <p14:xfrm>
                <a:off x="7590131" y="2906138"/>
                <a:ext cx="86040" cy="198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7902FED-434A-1861-9D81-F38EAA28069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81131" y="2897498"/>
                  <a:ext cx="103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079EFB0-4188-8A75-24BA-C7B86D29F5E3}"/>
                    </a:ext>
                  </a:extLst>
                </p14:cNvPr>
                <p14:cNvContentPartPr/>
                <p14:nvPr/>
              </p14:nvContentPartPr>
              <p14:xfrm>
                <a:off x="7635851" y="2968418"/>
                <a:ext cx="266400" cy="106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079EFB0-4188-8A75-24BA-C7B86D29F5E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26851" y="2959418"/>
                  <a:ext cx="28404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9822581-F23F-A6BC-345F-26B7FE4BDBAE}"/>
              </a:ext>
            </a:extLst>
          </p:cNvPr>
          <p:cNvGrpSpPr/>
          <p:nvPr/>
        </p:nvGrpSpPr>
        <p:grpSpPr>
          <a:xfrm>
            <a:off x="137411" y="3435338"/>
            <a:ext cx="2048040" cy="525960"/>
            <a:chOff x="137411" y="3435338"/>
            <a:chExt cx="204804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401C9CC-C10C-6063-1D7A-2681030F4A6E}"/>
                    </a:ext>
                  </a:extLst>
                </p14:cNvPr>
                <p14:cNvContentPartPr/>
                <p14:nvPr/>
              </p14:nvContentPartPr>
              <p14:xfrm>
                <a:off x="190331" y="3634418"/>
                <a:ext cx="229320" cy="309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401C9CC-C10C-6063-1D7A-2681030F4A6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81331" y="3625778"/>
                  <a:ext cx="2469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ED1BA2A-E832-7742-F3BE-FCEF8EF15D68}"/>
                    </a:ext>
                  </a:extLst>
                </p14:cNvPr>
                <p14:cNvContentPartPr/>
                <p14:nvPr/>
              </p14:nvContentPartPr>
              <p14:xfrm>
                <a:off x="137411" y="3808658"/>
                <a:ext cx="99720" cy="90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ED1BA2A-E832-7742-F3BE-FCEF8EF15D6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28771" y="3799658"/>
                  <a:ext cx="117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CCAE3E2-C477-6178-4551-AEC5D5085CDB}"/>
                    </a:ext>
                  </a:extLst>
                </p14:cNvPr>
                <p14:cNvContentPartPr/>
                <p14:nvPr/>
              </p14:nvContentPartPr>
              <p14:xfrm>
                <a:off x="386531" y="3482858"/>
                <a:ext cx="41400" cy="160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CCAE3E2-C477-6178-4551-AEC5D5085CD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77891" y="3474218"/>
                  <a:ext cx="59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BA093D8-EC77-C96A-9351-9D0730342E4B}"/>
                    </a:ext>
                  </a:extLst>
                </p14:cNvPr>
                <p14:cNvContentPartPr/>
                <p14:nvPr/>
              </p14:nvContentPartPr>
              <p14:xfrm>
                <a:off x="474011" y="3696338"/>
                <a:ext cx="439200" cy="264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BA093D8-EC77-C96A-9351-9D0730342E4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65011" y="3687338"/>
                  <a:ext cx="4568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B687930-16BF-6E59-23DC-D5C77BC17361}"/>
                    </a:ext>
                  </a:extLst>
                </p14:cNvPr>
                <p14:cNvContentPartPr/>
                <p14:nvPr/>
              </p14:nvContentPartPr>
              <p14:xfrm>
                <a:off x="916811" y="3611378"/>
                <a:ext cx="201240" cy="260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B687930-16BF-6E59-23DC-D5C77BC1736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08171" y="3602738"/>
                  <a:ext cx="218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B48055F-EF61-9370-043C-38A33073F6DF}"/>
                    </a:ext>
                  </a:extLst>
                </p14:cNvPr>
                <p14:cNvContentPartPr/>
                <p14:nvPr/>
              </p14:nvContentPartPr>
              <p14:xfrm>
                <a:off x="859931" y="3435338"/>
                <a:ext cx="235440" cy="447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B48055F-EF61-9370-043C-38A33073F6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0931" y="3426338"/>
                  <a:ext cx="2530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B964B23-0152-2BB7-A76E-BB4D6DADA069}"/>
                    </a:ext>
                  </a:extLst>
                </p14:cNvPr>
                <p14:cNvContentPartPr/>
                <p14:nvPr/>
              </p14:nvContentPartPr>
              <p14:xfrm>
                <a:off x="1119491" y="3718658"/>
                <a:ext cx="196200" cy="210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B964B23-0152-2BB7-A76E-BB4D6DADA06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0851" y="3710018"/>
                  <a:ext cx="213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30FDF74-8715-AEA8-EA29-4AC70B60DA75}"/>
                    </a:ext>
                  </a:extLst>
                </p14:cNvPr>
                <p14:cNvContentPartPr/>
                <p14:nvPr/>
              </p14:nvContentPartPr>
              <p14:xfrm>
                <a:off x="1521251" y="3650258"/>
                <a:ext cx="315360" cy="96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30FDF74-8715-AEA8-EA29-4AC70B60DA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12611" y="3641618"/>
                  <a:ext cx="333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CC5BA23-6187-72C4-4AA6-5F8D34FB3523}"/>
                    </a:ext>
                  </a:extLst>
                </p14:cNvPr>
                <p14:cNvContentPartPr/>
                <p14:nvPr/>
              </p14:nvContentPartPr>
              <p14:xfrm>
                <a:off x="1886291" y="3617858"/>
                <a:ext cx="299160" cy="205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CC5BA23-6187-72C4-4AA6-5F8D34FB352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877651" y="3608858"/>
                  <a:ext cx="3168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313BB91-2EAE-A3C8-0EB7-9A6000C608E1}"/>
              </a:ext>
            </a:extLst>
          </p:cNvPr>
          <p:cNvGrpSpPr/>
          <p:nvPr/>
        </p:nvGrpSpPr>
        <p:grpSpPr>
          <a:xfrm>
            <a:off x="2566331" y="3552338"/>
            <a:ext cx="1996200" cy="349560"/>
            <a:chOff x="2566331" y="3552338"/>
            <a:chExt cx="199620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9D2C1F1-5EFF-F951-4533-57587CC2CF11}"/>
                    </a:ext>
                  </a:extLst>
                </p14:cNvPr>
                <p14:cNvContentPartPr/>
                <p14:nvPr/>
              </p14:nvContentPartPr>
              <p14:xfrm>
                <a:off x="2566331" y="3624698"/>
                <a:ext cx="96840" cy="140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9D2C1F1-5EFF-F951-4533-57587CC2CF1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557331" y="3616058"/>
                  <a:ext cx="114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C68876C-5B46-5362-5DEB-ECD0E4F6E5C3}"/>
                    </a:ext>
                  </a:extLst>
                </p14:cNvPr>
                <p14:cNvContentPartPr/>
                <p14:nvPr/>
              </p14:nvContentPartPr>
              <p14:xfrm>
                <a:off x="2630051" y="3587618"/>
                <a:ext cx="840240" cy="213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C68876C-5B46-5362-5DEB-ECD0E4F6E5C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621051" y="3578978"/>
                  <a:ext cx="85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7036F3A-11B4-DE42-016A-8E83C8A5743B}"/>
                    </a:ext>
                  </a:extLst>
                </p14:cNvPr>
                <p14:cNvContentPartPr/>
                <p14:nvPr/>
              </p14:nvContentPartPr>
              <p14:xfrm>
                <a:off x="3391811" y="3580058"/>
                <a:ext cx="163800" cy="162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7036F3A-11B4-DE42-016A-8E83C8A5743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83171" y="3571058"/>
                  <a:ext cx="181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C868F15-44F6-C619-BD71-EBEC04BBC996}"/>
                    </a:ext>
                  </a:extLst>
                </p14:cNvPr>
                <p14:cNvContentPartPr/>
                <p14:nvPr/>
              </p14:nvContentPartPr>
              <p14:xfrm>
                <a:off x="3380291" y="3599498"/>
                <a:ext cx="786240" cy="302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C868F15-44F6-C619-BD71-EBEC04BBC99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371291" y="3590858"/>
                  <a:ext cx="8038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C5ACA2C-70CF-DB92-0221-CF0F262C887F}"/>
                    </a:ext>
                  </a:extLst>
                </p14:cNvPr>
                <p14:cNvContentPartPr/>
                <p14:nvPr/>
              </p14:nvContentPartPr>
              <p14:xfrm>
                <a:off x="4180571" y="3587258"/>
                <a:ext cx="37080" cy="1054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C5ACA2C-70CF-DB92-0221-CF0F262C887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171931" y="3578258"/>
                  <a:ext cx="54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D631F8C-BDAD-04DF-6305-3CF3CDE5E75F}"/>
                    </a:ext>
                  </a:extLst>
                </p14:cNvPr>
                <p14:cNvContentPartPr/>
                <p14:nvPr/>
              </p14:nvContentPartPr>
              <p14:xfrm>
                <a:off x="4268051" y="3552338"/>
                <a:ext cx="294480" cy="174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D631F8C-BDAD-04DF-6305-3CF3CDE5E75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259051" y="3543338"/>
                  <a:ext cx="31212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A78B059-E7CF-F210-E0FF-67178AF26939}"/>
              </a:ext>
            </a:extLst>
          </p:cNvPr>
          <p:cNvGrpSpPr/>
          <p:nvPr/>
        </p:nvGrpSpPr>
        <p:grpSpPr>
          <a:xfrm>
            <a:off x="134171" y="4319858"/>
            <a:ext cx="1149480" cy="543600"/>
            <a:chOff x="134171" y="4319858"/>
            <a:chExt cx="114948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707E14A-1FF8-FD05-27B3-199C7E6F7C49}"/>
                    </a:ext>
                  </a:extLst>
                </p14:cNvPr>
                <p14:cNvContentPartPr/>
                <p14:nvPr/>
              </p14:nvContentPartPr>
              <p14:xfrm>
                <a:off x="187091" y="4500218"/>
                <a:ext cx="202680" cy="286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707E14A-1FF8-FD05-27B3-199C7E6F7C4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78451" y="4491578"/>
                  <a:ext cx="2203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E90C6E0-A074-7E31-B45E-9D6714EF0BEC}"/>
                    </a:ext>
                  </a:extLst>
                </p14:cNvPr>
                <p14:cNvContentPartPr/>
                <p14:nvPr/>
              </p14:nvContentPartPr>
              <p14:xfrm>
                <a:off x="134171" y="4710458"/>
                <a:ext cx="105840" cy="113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E90C6E0-A074-7E31-B45E-9D6714EF0BE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25531" y="4701818"/>
                  <a:ext cx="123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CD3B77-F115-0099-582E-4F73CD6837D8}"/>
                    </a:ext>
                  </a:extLst>
                </p14:cNvPr>
                <p14:cNvContentPartPr/>
                <p14:nvPr/>
              </p14:nvContentPartPr>
              <p14:xfrm>
                <a:off x="339011" y="4379618"/>
                <a:ext cx="167760" cy="449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CD3B77-F115-0099-582E-4F73CD6837D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30371" y="4370618"/>
                  <a:ext cx="1854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425A1DA-7227-1118-E3EA-C0A958FCB883}"/>
                    </a:ext>
                  </a:extLst>
                </p14:cNvPr>
                <p14:cNvContentPartPr/>
                <p14:nvPr/>
              </p14:nvContentPartPr>
              <p14:xfrm>
                <a:off x="622331" y="4630178"/>
                <a:ext cx="144720" cy="26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425A1DA-7227-1118-E3EA-C0A958FCB88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13691" y="4621178"/>
                  <a:ext cx="162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C6D17B-333C-FE7E-8393-C09E7244EF4E}"/>
                    </a:ext>
                  </a:extLst>
                </p14:cNvPr>
                <p14:cNvContentPartPr/>
                <p14:nvPr/>
              </p14:nvContentPartPr>
              <p14:xfrm>
                <a:off x="846971" y="4486538"/>
                <a:ext cx="225000" cy="295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C6D17B-333C-FE7E-8393-C09E7244EF4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37971" y="4477538"/>
                  <a:ext cx="242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D10AF57-9B10-D098-002F-C8F8586CF2DD}"/>
                    </a:ext>
                  </a:extLst>
                </p14:cNvPr>
                <p14:cNvContentPartPr/>
                <p14:nvPr/>
              </p14:nvContentPartPr>
              <p14:xfrm>
                <a:off x="1075211" y="4319858"/>
                <a:ext cx="43560" cy="128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D10AF57-9B10-D098-002F-C8F8586CF2D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66571" y="4311218"/>
                  <a:ext cx="61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2E9763F-9457-EFA9-EEA1-31FD25160901}"/>
                    </a:ext>
                  </a:extLst>
                </p14:cNvPr>
                <p14:cNvContentPartPr/>
                <p14:nvPr/>
              </p14:nvContentPartPr>
              <p14:xfrm>
                <a:off x="1151171" y="4673378"/>
                <a:ext cx="132480" cy="87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2E9763F-9457-EFA9-EEA1-31FD2516090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42531" y="4664738"/>
                  <a:ext cx="150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0009673-1917-C74B-CFD1-58037F4181AD}"/>
                    </a:ext>
                  </a:extLst>
                </p14:cNvPr>
                <p14:cNvContentPartPr/>
                <p14:nvPr/>
              </p14:nvContentPartPr>
              <p14:xfrm>
                <a:off x="1241891" y="4656098"/>
                <a:ext cx="16560" cy="207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0009673-1917-C74B-CFD1-58037F4181A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232891" y="4647098"/>
                  <a:ext cx="34200" cy="22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654CCF6-5CDF-4C11-2DF5-59AAB804A5FB}"/>
                  </a:ext>
                </a:extLst>
              </p14:cNvPr>
              <p14:cNvContentPartPr/>
              <p14:nvPr/>
            </p14:nvContentPartPr>
            <p14:xfrm>
              <a:off x="1535651" y="4545578"/>
              <a:ext cx="166680" cy="1083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654CCF6-5CDF-4C11-2DF5-59AAB804A5FB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526651" y="4536578"/>
                <a:ext cx="1843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5A56C534-E200-3A02-CA53-0C6D46FE45D2}"/>
              </a:ext>
            </a:extLst>
          </p:cNvPr>
          <p:cNvGrpSpPr/>
          <p:nvPr/>
        </p:nvGrpSpPr>
        <p:grpSpPr>
          <a:xfrm>
            <a:off x="2162771" y="4219058"/>
            <a:ext cx="180360" cy="859320"/>
            <a:chOff x="2162771" y="4219058"/>
            <a:chExt cx="180360" cy="85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41E1127-F8DD-54BC-E819-1C59D851DB9F}"/>
                    </a:ext>
                  </a:extLst>
                </p14:cNvPr>
                <p14:cNvContentPartPr/>
                <p14:nvPr/>
              </p14:nvContentPartPr>
              <p14:xfrm>
                <a:off x="2178611" y="4219058"/>
                <a:ext cx="164520" cy="859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41E1127-F8DD-54BC-E819-1C59D851DB9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169611" y="4210418"/>
                  <a:ext cx="18216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A1ABBA4-4E05-422F-27EE-31BCD137141C}"/>
                    </a:ext>
                  </a:extLst>
                </p14:cNvPr>
                <p14:cNvContentPartPr/>
                <p14:nvPr/>
              </p14:nvContentPartPr>
              <p14:xfrm>
                <a:off x="2162771" y="4608938"/>
                <a:ext cx="115200" cy="105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A1ABBA4-4E05-422F-27EE-31BCD137141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53771" y="4600298"/>
                  <a:ext cx="13284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C3312F7-E873-F864-9EB8-7E3A74EAEEA7}"/>
              </a:ext>
            </a:extLst>
          </p:cNvPr>
          <p:cNvGrpSpPr/>
          <p:nvPr/>
        </p:nvGrpSpPr>
        <p:grpSpPr>
          <a:xfrm>
            <a:off x="2574251" y="4239938"/>
            <a:ext cx="927360" cy="951120"/>
            <a:chOff x="2574251" y="4239938"/>
            <a:chExt cx="927360" cy="95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DCFAE19-D501-349B-BB5A-B843E2CF8225}"/>
                    </a:ext>
                  </a:extLst>
                </p14:cNvPr>
                <p14:cNvContentPartPr/>
                <p14:nvPr/>
              </p14:nvContentPartPr>
              <p14:xfrm>
                <a:off x="2574251" y="4256138"/>
                <a:ext cx="258480" cy="277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DCFAE19-D501-349B-BB5A-B843E2CF822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565251" y="4247138"/>
                  <a:ext cx="2761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2D31B57-8B28-31E3-EFD1-B4513E9738E1}"/>
                    </a:ext>
                  </a:extLst>
                </p14:cNvPr>
                <p14:cNvContentPartPr/>
                <p14:nvPr/>
              </p14:nvContentPartPr>
              <p14:xfrm>
                <a:off x="2848211" y="4294298"/>
                <a:ext cx="222840" cy="204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2D31B57-8B28-31E3-EFD1-B4513E9738E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39211" y="4285298"/>
                  <a:ext cx="240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45CCA33-585F-251C-FA82-8D8D32B90AA6}"/>
                    </a:ext>
                  </a:extLst>
                </p14:cNvPr>
                <p14:cNvContentPartPr/>
                <p14:nvPr/>
              </p14:nvContentPartPr>
              <p14:xfrm>
                <a:off x="2616371" y="4362338"/>
                <a:ext cx="503280" cy="296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45CCA33-585F-251C-FA82-8D8D32B90AA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607371" y="4353338"/>
                  <a:ext cx="5209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8AAD5A5-D001-BDFD-F856-F7BE15358BB5}"/>
                    </a:ext>
                  </a:extLst>
                </p14:cNvPr>
                <p14:cNvContentPartPr/>
                <p14:nvPr/>
              </p14:nvContentPartPr>
              <p14:xfrm>
                <a:off x="2819771" y="4828538"/>
                <a:ext cx="15120" cy="165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8AAD5A5-D001-BDFD-F856-F7BE15358BB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810771" y="4819538"/>
                  <a:ext cx="32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C7FD145-33F5-CA8A-F4CC-889461A4A755}"/>
                    </a:ext>
                  </a:extLst>
                </p14:cNvPr>
                <p14:cNvContentPartPr/>
                <p14:nvPr/>
              </p14:nvContentPartPr>
              <p14:xfrm>
                <a:off x="2688371" y="4799378"/>
                <a:ext cx="295560" cy="41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C7FD145-33F5-CA8A-F4CC-889461A4A75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679371" y="4790378"/>
                  <a:ext cx="313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913A94C-6B2A-BF5A-F17F-CB36FD0B27FD}"/>
                    </a:ext>
                  </a:extLst>
                </p14:cNvPr>
                <p14:cNvContentPartPr/>
                <p14:nvPr/>
              </p14:nvContentPartPr>
              <p14:xfrm>
                <a:off x="3229451" y="4239938"/>
                <a:ext cx="68040" cy="700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913A94C-6B2A-BF5A-F17F-CB36FD0B27F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220811" y="4231298"/>
                  <a:ext cx="8568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F8AA948-D980-6DE2-0222-7CEDB015A1C0}"/>
                    </a:ext>
                  </a:extLst>
                </p14:cNvPr>
                <p14:cNvContentPartPr/>
                <p14:nvPr/>
              </p14:nvContentPartPr>
              <p14:xfrm>
                <a:off x="3137291" y="4997738"/>
                <a:ext cx="106920" cy="1695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F8AA948-D980-6DE2-0222-7CEDB015A1C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128291" y="4988738"/>
                  <a:ext cx="124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14FE67B-F28B-4894-610E-3597DED26305}"/>
                    </a:ext>
                  </a:extLst>
                </p14:cNvPr>
                <p14:cNvContentPartPr/>
                <p14:nvPr/>
              </p14:nvContentPartPr>
              <p14:xfrm>
                <a:off x="3239531" y="4975418"/>
                <a:ext cx="262080" cy="215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14FE67B-F28B-4894-610E-3597DED2630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230531" y="4966418"/>
                  <a:ext cx="2797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CB6E43D-DD63-AA56-E63A-68104FB27511}"/>
              </a:ext>
            </a:extLst>
          </p:cNvPr>
          <p:cNvGrpSpPr/>
          <p:nvPr/>
        </p:nvGrpSpPr>
        <p:grpSpPr>
          <a:xfrm>
            <a:off x="3757931" y="4547018"/>
            <a:ext cx="174600" cy="104400"/>
            <a:chOff x="3757931" y="4547018"/>
            <a:chExt cx="174600" cy="1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8FAC783-E272-0210-1F64-A5F6834C6D66}"/>
                    </a:ext>
                  </a:extLst>
                </p14:cNvPr>
                <p14:cNvContentPartPr/>
                <p14:nvPr/>
              </p14:nvContentPartPr>
              <p14:xfrm>
                <a:off x="3797531" y="4547018"/>
                <a:ext cx="135000" cy="280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8FAC783-E272-0210-1F64-A5F6834C6D6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88531" y="4538378"/>
                  <a:ext cx="152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ECF1481-7999-D879-D4C8-A83B364C7CC7}"/>
                    </a:ext>
                  </a:extLst>
                </p14:cNvPr>
                <p14:cNvContentPartPr/>
                <p14:nvPr/>
              </p14:nvContentPartPr>
              <p14:xfrm>
                <a:off x="3757931" y="4641698"/>
                <a:ext cx="173880" cy="9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ECF1481-7999-D879-D4C8-A83B364C7CC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748931" y="4633058"/>
                  <a:ext cx="191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B0CB4B4-7E82-55F3-EBB1-BDB998FFC406}"/>
              </a:ext>
            </a:extLst>
          </p:cNvPr>
          <p:cNvGrpSpPr/>
          <p:nvPr/>
        </p:nvGrpSpPr>
        <p:grpSpPr>
          <a:xfrm>
            <a:off x="4401251" y="4194218"/>
            <a:ext cx="653760" cy="603000"/>
            <a:chOff x="4401251" y="4194218"/>
            <a:chExt cx="65376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4D5192B-996A-6E49-4E65-7391B72E87D6}"/>
                    </a:ext>
                  </a:extLst>
                </p14:cNvPr>
                <p14:cNvContentPartPr/>
                <p14:nvPr/>
              </p14:nvContentPartPr>
              <p14:xfrm>
                <a:off x="4448051" y="4194218"/>
                <a:ext cx="319680" cy="359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4D5192B-996A-6E49-4E65-7391B72E87D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39051" y="4185218"/>
                  <a:ext cx="3373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47E3D75-3220-BCF5-5BE3-CACFC48D6260}"/>
                    </a:ext>
                  </a:extLst>
                </p14:cNvPr>
                <p14:cNvContentPartPr/>
                <p14:nvPr/>
              </p14:nvContentPartPr>
              <p14:xfrm>
                <a:off x="4619051" y="4403018"/>
                <a:ext cx="60480" cy="1980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47E3D75-3220-BCF5-5BE3-CACFC48D626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610051" y="4394378"/>
                  <a:ext cx="78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B0F109D-5B8A-899F-820A-5A0FF2BF51DA}"/>
                    </a:ext>
                  </a:extLst>
                </p14:cNvPr>
                <p14:cNvContentPartPr/>
                <p14:nvPr/>
              </p14:nvContentPartPr>
              <p14:xfrm>
                <a:off x="4401251" y="4468898"/>
                <a:ext cx="653760" cy="328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B0F109D-5B8A-899F-820A-5A0FF2BF51D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92611" y="4459898"/>
                  <a:ext cx="67140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3077B956-6024-7C80-3545-E96B3FC795A1}"/>
              </a:ext>
            </a:extLst>
          </p:cNvPr>
          <p:cNvGrpSpPr/>
          <p:nvPr/>
        </p:nvGrpSpPr>
        <p:grpSpPr>
          <a:xfrm>
            <a:off x="4442651" y="4959938"/>
            <a:ext cx="573480" cy="266760"/>
            <a:chOff x="4442651" y="4959938"/>
            <a:chExt cx="57348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BF9DC11-2E4E-F5EE-4260-C61206AC997B}"/>
                    </a:ext>
                  </a:extLst>
                </p14:cNvPr>
                <p14:cNvContentPartPr/>
                <p14:nvPr/>
              </p14:nvContentPartPr>
              <p14:xfrm>
                <a:off x="4644251" y="4979018"/>
                <a:ext cx="27000" cy="2271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BF9DC11-2E4E-F5EE-4260-C61206AC997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35611" y="4970378"/>
                  <a:ext cx="44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3A00757-5E1F-332F-79FD-9CD00251CDD5}"/>
                    </a:ext>
                  </a:extLst>
                </p14:cNvPr>
                <p14:cNvContentPartPr/>
                <p14:nvPr/>
              </p14:nvContentPartPr>
              <p14:xfrm>
                <a:off x="4442651" y="4959938"/>
                <a:ext cx="361800" cy="67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3A00757-5E1F-332F-79FD-9CD00251CDD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33651" y="4950938"/>
                  <a:ext cx="3794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D6BE5CD-4D3F-BED0-E396-91679B65033C}"/>
                    </a:ext>
                  </a:extLst>
                </p14:cNvPr>
                <p14:cNvContentPartPr/>
                <p14:nvPr/>
              </p14:nvContentPartPr>
              <p14:xfrm>
                <a:off x="4837211" y="5093858"/>
                <a:ext cx="178920" cy="132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D6BE5CD-4D3F-BED0-E396-91679B65033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828571" y="5084858"/>
                  <a:ext cx="19656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25A0F92-29F7-2F48-C0A0-05F917BE8DF2}"/>
              </a:ext>
            </a:extLst>
          </p:cNvPr>
          <p:cNvGrpSpPr/>
          <p:nvPr/>
        </p:nvGrpSpPr>
        <p:grpSpPr>
          <a:xfrm>
            <a:off x="5363171" y="4542338"/>
            <a:ext cx="228240" cy="88560"/>
            <a:chOff x="5363171" y="4542338"/>
            <a:chExt cx="228240" cy="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FF1298F-C49D-6298-05DF-B7338991C38B}"/>
                    </a:ext>
                  </a:extLst>
                </p14:cNvPr>
                <p14:cNvContentPartPr/>
                <p14:nvPr/>
              </p14:nvContentPartPr>
              <p14:xfrm>
                <a:off x="5363171" y="4542338"/>
                <a:ext cx="196920" cy="34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FF1298F-C49D-6298-05DF-B7338991C38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354171" y="4533338"/>
                  <a:ext cx="214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30C4057-FBAF-1B0B-CEB9-84DC0A79E2E6}"/>
                    </a:ext>
                  </a:extLst>
                </p14:cNvPr>
                <p14:cNvContentPartPr/>
                <p14:nvPr/>
              </p14:nvContentPartPr>
              <p14:xfrm>
                <a:off x="5383331" y="4601378"/>
                <a:ext cx="208080" cy="29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30C4057-FBAF-1B0B-CEB9-84DC0A79E2E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374691" y="4592738"/>
                  <a:ext cx="2257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6C8E68C-FBAB-6ED7-CA4A-B7E23819ACDE}"/>
                  </a:ext>
                </a:extLst>
              </p14:cNvPr>
              <p14:cNvContentPartPr/>
              <p14:nvPr/>
            </p14:nvContentPartPr>
            <p14:xfrm>
              <a:off x="5892371" y="4386458"/>
              <a:ext cx="202320" cy="165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6C8E68C-FBAB-6ED7-CA4A-B7E23819ACDE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883731" y="4377458"/>
                <a:ext cx="21996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6C81E12-718F-11E8-1DC1-C47299314413}"/>
              </a:ext>
            </a:extLst>
          </p:cNvPr>
          <p:cNvGrpSpPr/>
          <p:nvPr/>
        </p:nvGrpSpPr>
        <p:grpSpPr>
          <a:xfrm>
            <a:off x="6435971" y="4246418"/>
            <a:ext cx="306360" cy="179280"/>
            <a:chOff x="6435971" y="4246418"/>
            <a:chExt cx="30636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E40EE1C-CBFA-1EC0-9968-1B9FA6B1F486}"/>
                    </a:ext>
                  </a:extLst>
                </p14:cNvPr>
                <p14:cNvContentPartPr/>
                <p14:nvPr/>
              </p14:nvContentPartPr>
              <p14:xfrm>
                <a:off x="6435971" y="4256858"/>
                <a:ext cx="46080" cy="1688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E40EE1C-CBFA-1EC0-9968-1B9FA6B1F48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426971" y="4247858"/>
                  <a:ext cx="63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AF75E2D-5741-4CA7-F7BF-01E4360CFC3D}"/>
                    </a:ext>
                  </a:extLst>
                </p14:cNvPr>
                <p14:cNvContentPartPr/>
                <p14:nvPr/>
              </p14:nvContentPartPr>
              <p14:xfrm>
                <a:off x="6541451" y="4246418"/>
                <a:ext cx="200880" cy="162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AF75E2D-5741-4CA7-F7BF-01E4360CFC3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532451" y="4237778"/>
                  <a:ext cx="21852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EB02495-0B91-D17F-1E1F-A23145394088}"/>
              </a:ext>
            </a:extLst>
          </p:cNvPr>
          <p:cNvGrpSpPr/>
          <p:nvPr/>
        </p:nvGrpSpPr>
        <p:grpSpPr>
          <a:xfrm>
            <a:off x="7190891" y="4243178"/>
            <a:ext cx="366120" cy="276840"/>
            <a:chOff x="7190891" y="4243178"/>
            <a:chExt cx="36612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B5F7BFD-4B2F-E3C8-92CF-F2DDE2ED881A}"/>
                    </a:ext>
                  </a:extLst>
                </p14:cNvPr>
                <p14:cNvContentPartPr/>
                <p14:nvPr/>
              </p14:nvContentPartPr>
              <p14:xfrm>
                <a:off x="7198091" y="4243178"/>
                <a:ext cx="78840" cy="186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B5F7BFD-4B2F-E3C8-92CF-F2DDE2ED881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189091" y="4234538"/>
                  <a:ext cx="96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ECE48EB-2C09-B35A-2128-FEF3C89EACD4}"/>
                    </a:ext>
                  </a:extLst>
                </p14:cNvPr>
                <p14:cNvContentPartPr/>
                <p14:nvPr/>
              </p14:nvContentPartPr>
              <p14:xfrm>
                <a:off x="7190891" y="4247138"/>
                <a:ext cx="366120" cy="272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ECE48EB-2C09-B35A-2128-FEF3C89EAC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181891" y="4238498"/>
                  <a:ext cx="383760" cy="29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15F1C3F9-BA95-AD49-5D91-B55D93698CCC}"/>
                  </a:ext>
                </a:extLst>
              </p14:cNvPr>
              <p14:cNvContentPartPr/>
              <p14:nvPr/>
            </p14:nvContentPartPr>
            <p14:xfrm>
              <a:off x="6128891" y="4646738"/>
              <a:ext cx="751320" cy="4068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15F1C3F9-BA95-AD49-5D91-B55D93698CCC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119891" y="4638098"/>
                <a:ext cx="76896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62A5545-7119-5153-D1B4-BD6131A1A411}"/>
              </a:ext>
            </a:extLst>
          </p:cNvPr>
          <p:cNvGrpSpPr/>
          <p:nvPr/>
        </p:nvGrpSpPr>
        <p:grpSpPr>
          <a:xfrm>
            <a:off x="5975531" y="4908458"/>
            <a:ext cx="652320" cy="221400"/>
            <a:chOff x="5975531" y="4908458"/>
            <a:chExt cx="652320" cy="22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8B43B85-D707-CF21-65D9-2EF76E01C58B}"/>
                    </a:ext>
                  </a:extLst>
                </p14:cNvPr>
                <p14:cNvContentPartPr/>
                <p14:nvPr/>
              </p14:nvContentPartPr>
              <p14:xfrm>
                <a:off x="5975531" y="4908458"/>
                <a:ext cx="209520" cy="221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8B43B85-D707-CF21-65D9-2EF76E01C58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966891" y="4899458"/>
                  <a:ext cx="227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9E4334-A93E-5FBD-DA52-3B4799B676F6}"/>
                    </a:ext>
                  </a:extLst>
                </p14:cNvPr>
                <p14:cNvContentPartPr/>
                <p14:nvPr/>
              </p14:nvContentPartPr>
              <p14:xfrm>
                <a:off x="6272891" y="4981538"/>
                <a:ext cx="354960" cy="87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9E4334-A93E-5FBD-DA52-3B4799B676F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263891" y="4972538"/>
                  <a:ext cx="3726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A747EB1F-5DE3-1EA4-2C9C-4E3DB7DC8D70}"/>
              </a:ext>
            </a:extLst>
          </p:cNvPr>
          <p:cNvGrpSpPr/>
          <p:nvPr/>
        </p:nvGrpSpPr>
        <p:grpSpPr>
          <a:xfrm>
            <a:off x="7050851" y="4838978"/>
            <a:ext cx="277920" cy="190080"/>
            <a:chOff x="7050851" y="4838978"/>
            <a:chExt cx="27792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EFF6C78-6A30-04AE-0C83-EFE84B85CCFE}"/>
                    </a:ext>
                  </a:extLst>
                </p14:cNvPr>
                <p14:cNvContentPartPr/>
                <p14:nvPr/>
              </p14:nvContentPartPr>
              <p14:xfrm>
                <a:off x="7050851" y="4838978"/>
                <a:ext cx="10800" cy="190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EFF6C78-6A30-04AE-0C83-EFE84B85CCF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041851" y="4829978"/>
                  <a:ext cx="28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DA1888F-A363-1176-EA55-2E85ECE82859}"/>
                    </a:ext>
                  </a:extLst>
                </p14:cNvPr>
                <p14:cNvContentPartPr/>
                <p14:nvPr/>
              </p14:nvContentPartPr>
              <p14:xfrm>
                <a:off x="7087571" y="4899098"/>
                <a:ext cx="241200" cy="126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DA1888F-A363-1176-EA55-2E85ECE8285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078931" y="4890458"/>
                  <a:ext cx="25884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B5107C05-3012-3C46-DE4F-FAE05BEE0F36}"/>
              </a:ext>
            </a:extLst>
          </p:cNvPr>
          <p:cNvGrpSpPr/>
          <p:nvPr/>
        </p:nvGrpSpPr>
        <p:grpSpPr>
          <a:xfrm>
            <a:off x="7983611" y="4537298"/>
            <a:ext cx="242280" cy="127080"/>
            <a:chOff x="7983611" y="4537298"/>
            <a:chExt cx="24228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2FF0443-529B-3D3C-87A5-7452AAAF27EE}"/>
                    </a:ext>
                  </a:extLst>
                </p14:cNvPr>
                <p14:cNvContentPartPr/>
                <p14:nvPr/>
              </p14:nvContentPartPr>
              <p14:xfrm>
                <a:off x="7983611" y="4537298"/>
                <a:ext cx="214920" cy="21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2FF0443-529B-3D3C-87A5-7452AAAF27E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974971" y="4528298"/>
                  <a:ext cx="232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B864A52-123D-D0D2-6579-F2926157D6BD}"/>
                    </a:ext>
                  </a:extLst>
                </p14:cNvPr>
                <p14:cNvContentPartPr/>
                <p14:nvPr/>
              </p14:nvContentPartPr>
              <p14:xfrm>
                <a:off x="8058131" y="4631258"/>
                <a:ext cx="167760" cy="331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B864A52-123D-D0D2-6579-F2926157D6B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049491" y="4622618"/>
                  <a:ext cx="18540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6F9147A-8A70-8400-50E7-A93F5C1F20AB}"/>
              </a:ext>
            </a:extLst>
          </p:cNvPr>
          <p:cNvGrpSpPr/>
          <p:nvPr/>
        </p:nvGrpSpPr>
        <p:grpSpPr>
          <a:xfrm>
            <a:off x="8562851" y="4185578"/>
            <a:ext cx="2117880" cy="666000"/>
            <a:chOff x="8562851" y="4185578"/>
            <a:chExt cx="2117880" cy="66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73D47B2-C07A-CBB7-6B5C-9E5F97475662}"/>
                    </a:ext>
                  </a:extLst>
                </p14:cNvPr>
                <p14:cNvContentPartPr/>
                <p14:nvPr/>
              </p14:nvContentPartPr>
              <p14:xfrm>
                <a:off x="8562851" y="4524698"/>
                <a:ext cx="204480" cy="17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73D47B2-C07A-CBB7-6B5C-9E5F9747566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554211" y="4515698"/>
                  <a:ext cx="222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0D448C0-9A5A-6DFF-569C-926FDFC7FFC7}"/>
                    </a:ext>
                  </a:extLst>
                </p14:cNvPr>
                <p14:cNvContentPartPr/>
                <p14:nvPr/>
              </p14:nvContentPartPr>
              <p14:xfrm>
                <a:off x="8944091" y="4400858"/>
                <a:ext cx="172080" cy="236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0D448C0-9A5A-6DFF-569C-926FDFC7FFC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35451" y="4392218"/>
                  <a:ext cx="189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1B0BDD6-F89A-D0CD-572C-843E8827B1C6}"/>
                    </a:ext>
                  </a:extLst>
                </p14:cNvPr>
                <p14:cNvContentPartPr/>
                <p14:nvPr/>
              </p14:nvContentPartPr>
              <p14:xfrm>
                <a:off x="9189611" y="4407338"/>
                <a:ext cx="330840" cy="2239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1B0BDD6-F89A-D0CD-572C-843E8827B1C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80971" y="4398698"/>
                  <a:ext cx="348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9955B94-086B-B275-22F2-E06A94C6350A}"/>
                    </a:ext>
                  </a:extLst>
                </p14:cNvPr>
                <p14:cNvContentPartPr/>
                <p14:nvPr/>
              </p14:nvContentPartPr>
              <p14:xfrm>
                <a:off x="9642851" y="4380338"/>
                <a:ext cx="227520" cy="2325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9955B94-086B-B275-22F2-E06A94C6350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33851" y="4371338"/>
                  <a:ext cx="245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36AE064-66A9-AF48-8E3E-3F17E7D1D9AB}"/>
                    </a:ext>
                  </a:extLst>
                </p14:cNvPr>
                <p14:cNvContentPartPr/>
                <p14:nvPr/>
              </p14:nvContentPartPr>
              <p14:xfrm>
                <a:off x="10190771" y="4185578"/>
                <a:ext cx="181800" cy="176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36AE064-66A9-AF48-8E3E-3F17E7D1D9A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181771" y="4176578"/>
                  <a:ext cx="199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571E0BC-3BA2-021D-532B-B47A12035135}"/>
                    </a:ext>
                  </a:extLst>
                </p14:cNvPr>
                <p14:cNvContentPartPr/>
                <p14:nvPr/>
              </p14:nvContentPartPr>
              <p14:xfrm>
                <a:off x="10031651" y="4448738"/>
                <a:ext cx="649080" cy="32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571E0BC-3BA2-021D-532B-B47A1203513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022651" y="4440098"/>
                  <a:ext cx="666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F20922A-CB72-2A58-3FD0-4D50CE038CE2}"/>
                    </a:ext>
                  </a:extLst>
                </p14:cNvPr>
                <p14:cNvContentPartPr/>
                <p14:nvPr/>
              </p14:nvContentPartPr>
              <p14:xfrm>
                <a:off x="10100051" y="4625138"/>
                <a:ext cx="391680" cy="2264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F20922A-CB72-2A58-3FD0-4D50CE038CE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091051" y="4616498"/>
                  <a:ext cx="40932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A43F07B-593C-B5B8-C16E-4E0363A106D5}"/>
              </a:ext>
            </a:extLst>
          </p:cNvPr>
          <p:cNvGrpSpPr/>
          <p:nvPr/>
        </p:nvGrpSpPr>
        <p:grpSpPr>
          <a:xfrm>
            <a:off x="360611" y="5746898"/>
            <a:ext cx="570240" cy="178560"/>
            <a:chOff x="360611" y="5746898"/>
            <a:chExt cx="57024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17F1052-499A-D177-7D21-C29660167D3A}"/>
                    </a:ext>
                  </a:extLst>
                </p14:cNvPr>
                <p14:cNvContentPartPr/>
                <p14:nvPr/>
              </p14:nvContentPartPr>
              <p14:xfrm>
                <a:off x="360611" y="5785418"/>
                <a:ext cx="352440" cy="702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17F1052-499A-D177-7D21-C29660167D3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51971" y="5776418"/>
                  <a:ext cx="3700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B318BF8-7DD2-91E2-8AF6-7F184ECD5891}"/>
                    </a:ext>
                  </a:extLst>
                </p14:cNvPr>
                <p14:cNvContentPartPr/>
                <p14:nvPr/>
              </p14:nvContentPartPr>
              <p14:xfrm>
                <a:off x="412091" y="5746898"/>
                <a:ext cx="518760" cy="178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B318BF8-7DD2-91E2-8AF6-7F184ECD589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03451" y="5738258"/>
                  <a:ext cx="53640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8091F45B-5717-9AC1-40D8-3060BF2A2AB4}"/>
              </a:ext>
            </a:extLst>
          </p:cNvPr>
          <p:cNvGrpSpPr/>
          <p:nvPr/>
        </p:nvGrpSpPr>
        <p:grpSpPr>
          <a:xfrm>
            <a:off x="1449251" y="5519738"/>
            <a:ext cx="679680" cy="749160"/>
            <a:chOff x="1449251" y="5519738"/>
            <a:chExt cx="679680" cy="74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5621513-A126-BF40-B287-28D8295393C3}"/>
                    </a:ext>
                  </a:extLst>
                </p14:cNvPr>
                <p14:cNvContentPartPr/>
                <p14:nvPr/>
              </p14:nvContentPartPr>
              <p14:xfrm>
                <a:off x="1519811" y="5519738"/>
                <a:ext cx="530280" cy="469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5621513-A126-BF40-B287-28D8295393C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511171" y="5511098"/>
                  <a:ext cx="54792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8622566-322E-28FA-DF34-C83BCE06682D}"/>
                    </a:ext>
                  </a:extLst>
                </p14:cNvPr>
                <p14:cNvContentPartPr/>
                <p14:nvPr/>
              </p14:nvContentPartPr>
              <p14:xfrm>
                <a:off x="1449251" y="6087458"/>
                <a:ext cx="345240" cy="181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8622566-322E-28FA-DF34-C83BCE06682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40251" y="6078818"/>
                  <a:ext cx="3628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C983DC1-7769-33ED-614B-A002167DB711}"/>
                    </a:ext>
                  </a:extLst>
                </p14:cNvPr>
                <p14:cNvContentPartPr/>
                <p14:nvPr/>
              </p14:nvContentPartPr>
              <p14:xfrm>
                <a:off x="1844171" y="6067658"/>
                <a:ext cx="284760" cy="1274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C983DC1-7769-33ED-614B-A002167DB71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835171" y="6059018"/>
                  <a:ext cx="3024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D8467FF7-A6E6-9573-1479-80D680BA338F}"/>
              </a:ext>
            </a:extLst>
          </p:cNvPr>
          <p:cNvGrpSpPr/>
          <p:nvPr/>
        </p:nvGrpSpPr>
        <p:grpSpPr>
          <a:xfrm>
            <a:off x="2429171" y="5442698"/>
            <a:ext cx="1396080" cy="458640"/>
            <a:chOff x="2429171" y="5442698"/>
            <a:chExt cx="139608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3AF3A21-A350-89E1-5ABD-7012E55B4BC4}"/>
                    </a:ext>
                  </a:extLst>
                </p14:cNvPr>
                <p14:cNvContentPartPr/>
                <p14:nvPr/>
              </p14:nvContentPartPr>
              <p14:xfrm>
                <a:off x="2429171" y="5699018"/>
                <a:ext cx="186480" cy="202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3AF3A21-A350-89E1-5ABD-7012E55B4BC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420171" y="5690018"/>
                  <a:ext cx="204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5084408-D035-6B1C-A40B-0323A24920C9}"/>
                    </a:ext>
                  </a:extLst>
                </p14:cNvPr>
                <p14:cNvContentPartPr/>
                <p14:nvPr/>
              </p14:nvContentPartPr>
              <p14:xfrm>
                <a:off x="2777651" y="5558618"/>
                <a:ext cx="276120" cy="3218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5084408-D035-6B1C-A40B-0323A24920C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768651" y="5549618"/>
                  <a:ext cx="293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E99F78C-CA0A-0654-04A9-A08F1067448B}"/>
                    </a:ext>
                  </a:extLst>
                </p14:cNvPr>
                <p14:cNvContentPartPr/>
                <p14:nvPr/>
              </p14:nvContentPartPr>
              <p14:xfrm>
                <a:off x="2724731" y="5764178"/>
                <a:ext cx="118800" cy="1317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E99F78C-CA0A-0654-04A9-A08F1067448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716091" y="5755178"/>
                  <a:ext cx="136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D821014-8D39-598B-51B7-DF08B99250AE}"/>
                    </a:ext>
                  </a:extLst>
                </p14:cNvPr>
                <p14:cNvContentPartPr/>
                <p14:nvPr/>
              </p14:nvContentPartPr>
              <p14:xfrm>
                <a:off x="3060251" y="5442698"/>
                <a:ext cx="347040" cy="2268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D821014-8D39-598B-51B7-DF08B99250A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051251" y="5434058"/>
                  <a:ext cx="364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D9D227B-444A-7541-7942-804A80514101}"/>
                    </a:ext>
                  </a:extLst>
                </p14:cNvPr>
                <p14:cNvContentPartPr/>
                <p14:nvPr/>
              </p14:nvContentPartPr>
              <p14:xfrm>
                <a:off x="3246371" y="5729978"/>
                <a:ext cx="154080" cy="8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D9D227B-444A-7541-7942-804A8051410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237371" y="5720978"/>
                  <a:ext cx="171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C4DDE1E-8C1A-9650-3C93-2F4E604D0FCC}"/>
                    </a:ext>
                  </a:extLst>
                </p14:cNvPr>
                <p14:cNvContentPartPr/>
                <p14:nvPr/>
              </p14:nvContentPartPr>
              <p14:xfrm>
                <a:off x="3567131" y="5593898"/>
                <a:ext cx="258120" cy="2552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C4DDE1E-8C1A-9650-3C93-2F4E604D0FC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558131" y="5584898"/>
                  <a:ext cx="27576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13CE27CE-81FC-96A7-EF09-505C048E89DE}"/>
              </a:ext>
            </a:extLst>
          </p:cNvPr>
          <p:cNvGrpSpPr/>
          <p:nvPr/>
        </p:nvGrpSpPr>
        <p:grpSpPr>
          <a:xfrm>
            <a:off x="4074011" y="5543138"/>
            <a:ext cx="4305600" cy="338400"/>
            <a:chOff x="4074011" y="5543138"/>
            <a:chExt cx="430560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930F96B-43C5-2DDF-5D73-1928E2539B97}"/>
                    </a:ext>
                  </a:extLst>
                </p14:cNvPr>
                <p14:cNvContentPartPr/>
                <p14:nvPr/>
              </p14:nvContentPartPr>
              <p14:xfrm>
                <a:off x="4089491" y="5742938"/>
                <a:ext cx="161640" cy="295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930F96B-43C5-2DDF-5D73-1928E2539B9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080851" y="5734298"/>
                  <a:ext cx="179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978AE0E-42CD-65E2-7731-1624458A4651}"/>
                    </a:ext>
                  </a:extLst>
                </p14:cNvPr>
                <p14:cNvContentPartPr/>
                <p14:nvPr/>
              </p14:nvContentPartPr>
              <p14:xfrm>
                <a:off x="4074011" y="5830418"/>
                <a:ext cx="226080" cy="97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978AE0E-42CD-65E2-7731-1624458A465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065011" y="5821418"/>
                  <a:ext cx="243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3F86231-DA39-4812-BE22-B799571DD135}"/>
                    </a:ext>
                  </a:extLst>
                </p14:cNvPr>
                <p14:cNvContentPartPr/>
                <p14:nvPr/>
              </p14:nvContentPartPr>
              <p14:xfrm>
                <a:off x="4460291" y="5659778"/>
                <a:ext cx="497160" cy="218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3F86231-DA39-4812-BE22-B799571DD13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451291" y="5651138"/>
                  <a:ext cx="514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996B7C5-4C33-D07C-4F67-80E24826EBC3}"/>
                    </a:ext>
                  </a:extLst>
                </p14:cNvPr>
                <p14:cNvContentPartPr/>
                <p14:nvPr/>
              </p14:nvContentPartPr>
              <p14:xfrm>
                <a:off x="4899851" y="5710538"/>
                <a:ext cx="143640" cy="52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996B7C5-4C33-D07C-4F67-80E24826EBC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891211" y="5701538"/>
                  <a:ext cx="161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B300C7C-C55E-E15B-43DD-529BCD612AC9}"/>
                    </a:ext>
                  </a:extLst>
                </p14:cNvPr>
                <p14:cNvContentPartPr/>
                <p14:nvPr/>
              </p14:nvContentPartPr>
              <p14:xfrm>
                <a:off x="5194331" y="5584178"/>
                <a:ext cx="160560" cy="195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B300C7C-C55E-E15B-43DD-529BCD612AC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185331" y="5575538"/>
                  <a:ext cx="178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E1AC28A-E87F-A782-C4EE-9F41BF61C507}"/>
                    </a:ext>
                  </a:extLst>
                </p14:cNvPr>
                <p14:cNvContentPartPr/>
                <p14:nvPr/>
              </p14:nvContentPartPr>
              <p14:xfrm>
                <a:off x="5412491" y="5584538"/>
                <a:ext cx="205560" cy="1922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E1AC28A-E87F-A782-C4EE-9F41BF61C50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403851" y="5575538"/>
                  <a:ext cx="223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D8161FE-ACE6-3C19-061E-08E97BF4487F}"/>
                    </a:ext>
                  </a:extLst>
                </p14:cNvPr>
                <p14:cNvContentPartPr/>
                <p14:nvPr/>
              </p14:nvContentPartPr>
              <p14:xfrm>
                <a:off x="5733251" y="5543138"/>
                <a:ext cx="222120" cy="2336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D8161FE-ACE6-3C19-061E-08E97BF4487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724251" y="5534138"/>
                  <a:ext cx="2397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9DD9209-5319-C71D-FBC5-07278F88A1EC}"/>
                    </a:ext>
                  </a:extLst>
                </p14:cNvPr>
                <p14:cNvContentPartPr/>
                <p14:nvPr/>
              </p14:nvContentPartPr>
              <p14:xfrm>
                <a:off x="6237251" y="5557538"/>
                <a:ext cx="30600" cy="1645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9DD9209-5319-C71D-FBC5-07278F88A1E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228251" y="5548898"/>
                  <a:ext cx="48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8AA8E7C-FAEF-CDBC-31C6-12BFA7F83EAF}"/>
                    </a:ext>
                  </a:extLst>
                </p14:cNvPr>
                <p14:cNvContentPartPr/>
                <p14:nvPr/>
              </p14:nvContentPartPr>
              <p14:xfrm>
                <a:off x="6181451" y="5604698"/>
                <a:ext cx="257040" cy="320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8AA8E7C-FAEF-CDBC-31C6-12BFA7F83EA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172451" y="5596058"/>
                  <a:ext cx="274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AB1276E-6A1B-548A-CA88-B88FD2D5EC28}"/>
                    </a:ext>
                  </a:extLst>
                </p14:cNvPr>
                <p14:cNvContentPartPr/>
                <p14:nvPr/>
              </p14:nvContentPartPr>
              <p14:xfrm>
                <a:off x="6482771" y="5557898"/>
                <a:ext cx="216000" cy="1918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AB1276E-6A1B-548A-CA88-B88FD2D5EC2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473771" y="5548898"/>
                  <a:ext cx="233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BC70141-2BD4-E208-3473-35F5AD71D402}"/>
                    </a:ext>
                  </a:extLst>
                </p14:cNvPr>
                <p14:cNvContentPartPr/>
                <p14:nvPr/>
              </p14:nvContentPartPr>
              <p14:xfrm>
                <a:off x="6922331" y="5557538"/>
                <a:ext cx="253440" cy="163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BC70141-2BD4-E208-3473-35F5AD71D40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13691" y="5548898"/>
                  <a:ext cx="271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8EB9B79-CB38-FADD-9436-FC338BA3E0DC}"/>
                    </a:ext>
                  </a:extLst>
                </p14:cNvPr>
                <p14:cNvContentPartPr/>
                <p14:nvPr/>
              </p14:nvContentPartPr>
              <p14:xfrm>
                <a:off x="7299971" y="5778938"/>
                <a:ext cx="1079640" cy="1026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8EB9B79-CB38-FADD-9436-FC338BA3E0D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290971" y="5769938"/>
                  <a:ext cx="109728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65DFFCB5-689E-4C47-D962-5BE2BB7C9D09}"/>
              </a:ext>
            </a:extLst>
          </p:cNvPr>
          <p:cNvGrpSpPr/>
          <p:nvPr/>
        </p:nvGrpSpPr>
        <p:grpSpPr>
          <a:xfrm>
            <a:off x="8158931" y="4747538"/>
            <a:ext cx="902520" cy="757440"/>
            <a:chOff x="8158931" y="4747538"/>
            <a:chExt cx="902520" cy="75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467164E-8E24-73D9-B520-F4979F85F4D2}"/>
                    </a:ext>
                  </a:extLst>
                </p14:cNvPr>
                <p14:cNvContentPartPr/>
                <p14:nvPr/>
              </p14:nvContentPartPr>
              <p14:xfrm>
                <a:off x="8185211" y="4747538"/>
                <a:ext cx="876240" cy="7549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467164E-8E24-73D9-B520-F4979F85F4D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176571" y="4738898"/>
                  <a:ext cx="89388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76BFDE2-6032-A67C-C76F-5A59B0A81A73}"/>
                    </a:ext>
                  </a:extLst>
                </p14:cNvPr>
                <p14:cNvContentPartPr/>
                <p14:nvPr/>
              </p14:nvContentPartPr>
              <p14:xfrm>
                <a:off x="8158931" y="5297618"/>
                <a:ext cx="243720" cy="207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76BFDE2-6032-A67C-C76F-5A59B0A81A7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149931" y="5288978"/>
                  <a:ext cx="261360" cy="22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07440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282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68645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6E8E2"/>
      </a:lt2>
      <a:accent1>
        <a:srgbClr val="A996C6"/>
      </a:accent1>
      <a:accent2>
        <a:srgbClr val="AF7FBA"/>
      </a:accent2>
      <a:accent3>
        <a:srgbClr val="C593B9"/>
      </a:accent3>
      <a:accent4>
        <a:srgbClr val="BA7F94"/>
      </a:accent4>
      <a:accent5>
        <a:srgbClr val="C69996"/>
      </a:accent5>
      <a:accent6>
        <a:srgbClr val="BA9B7F"/>
      </a:accent6>
      <a:hlink>
        <a:srgbClr val="758A53"/>
      </a:hlink>
      <a:folHlink>
        <a:srgbClr val="7F7F7F"/>
      </a:folHlink>
    </a:clrScheme>
    <a:fontScheme name="Avenir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</Words>
  <Application>Microsoft Office PowerPoint</Application>
  <PresentationFormat>Widescreen</PresentationFormat>
  <Paragraphs>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Tw Cen MT</vt:lpstr>
      <vt:lpstr>GradientRiseVTI</vt:lpstr>
      <vt:lpstr>ME300 Su23  Exam 2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ME300 Su23  Exam 2 review</dc:title>
  <dc:creator>O'Connor, Jacqueline Antonia</dc:creator>
  <cp:lastModifiedBy>O'Connor, Jacqueline Antonia</cp:lastModifiedBy>
  <cp:revision>1</cp:revision>
  <dcterms:created xsi:type="dcterms:W3CDTF">2023-07-18T20:41:31Z</dcterms:created>
  <dcterms:modified xsi:type="dcterms:W3CDTF">2023-07-18T23:00:21Z</dcterms:modified>
</cp:coreProperties>
</file>