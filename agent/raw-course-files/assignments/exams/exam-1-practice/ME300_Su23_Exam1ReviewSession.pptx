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7D629D-4593-4CEE-9698-DC13C9F57532}" v="27" dt="2023-06-20T22:27:56.3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51" y="1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'Connor, Jacqueline Antonia" userId="3b9bfa0c-75a1-427e-ae61-7069a76100c3" providerId="ADAL" clId="{707D629D-4593-4CEE-9698-DC13C9F57532}"/>
    <pc:docChg chg="addSld delSld modSld">
      <pc:chgData name="O'Connor, Jacqueline Antonia" userId="3b9bfa0c-75a1-427e-ae61-7069a76100c3" providerId="ADAL" clId="{707D629D-4593-4CEE-9698-DC13C9F57532}" dt="2023-06-20T23:02:23.888" v="46" actId="47"/>
      <pc:docMkLst>
        <pc:docMk/>
      </pc:docMkLst>
      <pc:sldChg chg="modSp">
        <pc:chgData name="O'Connor, Jacqueline Antonia" userId="3b9bfa0c-75a1-427e-ae61-7069a76100c3" providerId="ADAL" clId="{707D629D-4593-4CEE-9698-DC13C9F57532}" dt="2023-06-20T20:16:09.982" v="25" actId="20577"/>
        <pc:sldMkLst>
          <pc:docMk/>
          <pc:sldMk cId="1937463930" sldId="256"/>
        </pc:sldMkLst>
        <pc:spChg chg="mod">
          <ac:chgData name="O'Connor, Jacqueline Antonia" userId="3b9bfa0c-75a1-427e-ae61-7069a76100c3" providerId="ADAL" clId="{707D629D-4593-4CEE-9698-DC13C9F57532}" dt="2023-06-20T20:16:06.552" v="21" actId="20577"/>
          <ac:spMkLst>
            <pc:docMk/>
            <pc:sldMk cId="1937463930" sldId="256"/>
            <ac:spMk id="2" creationId="{71B021B1-9A4E-CF5F-8E5C-702012A0FAC4}"/>
          </ac:spMkLst>
        </pc:spChg>
        <pc:spChg chg="mod">
          <ac:chgData name="O'Connor, Jacqueline Antonia" userId="3b9bfa0c-75a1-427e-ae61-7069a76100c3" providerId="ADAL" clId="{707D629D-4593-4CEE-9698-DC13C9F57532}" dt="2023-06-20T20:16:09.982" v="25" actId="20577"/>
          <ac:spMkLst>
            <pc:docMk/>
            <pc:sldMk cId="1937463930" sldId="256"/>
            <ac:spMk id="3" creationId="{DA59E90B-F2F2-F2D9-33A4-CD2ACB9813AA}"/>
          </ac:spMkLst>
        </pc:spChg>
      </pc:sldChg>
      <pc:sldChg chg="addSp new">
        <pc:chgData name="O'Connor, Jacqueline Antonia" userId="3b9bfa0c-75a1-427e-ae61-7069a76100c3" providerId="ADAL" clId="{707D629D-4593-4CEE-9698-DC13C9F57532}" dt="2023-06-20T22:27:56.314" v="45"/>
        <pc:sldMkLst>
          <pc:docMk/>
          <pc:sldMk cId="1629194034" sldId="257"/>
        </pc:sldMkLst>
        <pc:inkChg chg="add">
          <ac:chgData name="O'Connor, Jacqueline Antonia" userId="3b9bfa0c-75a1-427e-ae61-7069a76100c3" providerId="ADAL" clId="{707D629D-4593-4CEE-9698-DC13C9F57532}" dt="2023-06-20T22:27:56.314" v="45"/>
          <ac:inkMkLst>
            <pc:docMk/>
            <pc:sldMk cId="1629194034" sldId="257"/>
            <ac:inkMk id="2" creationId="{B3F218E4-2DE5-0933-4E96-E7FEEB629546}"/>
          </ac:inkMkLst>
        </pc:inkChg>
      </pc:sldChg>
      <pc:sldChg chg="addSp new">
        <pc:chgData name="O'Connor, Jacqueline Antonia" userId="3b9bfa0c-75a1-427e-ae61-7069a76100c3" providerId="ADAL" clId="{707D629D-4593-4CEE-9698-DC13C9F57532}" dt="2023-06-20T22:27:56.314" v="45"/>
        <pc:sldMkLst>
          <pc:docMk/>
          <pc:sldMk cId="3486048040" sldId="258"/>
        </pc:sldMkLst>
        <pc:inkChg chg="add">
          <ac:chgData name="O'Connor, Jacqueline Antonia" userId="3b9bfa0c-75a1-427e-ae61-7069a76100c3" providerId="ADAL" clId="{707D629D-4593-4CEE-9698-DC13C9F57532}" dt="2023-06-20T22:27:56.314" v="45"/>
          <ac:inkMkLst>
            <pc:docMk/>
            <pc:sldMk cId="3486048040" sldId="258"/>
            <ac:inkMk id="2" creationId="{6D5157B8-3CD2-8E5B-16AE-C5FFEAED95AF}"/>
          </ac:inkMkLst>
        </pc:inkChg>
      </pc:sldChg>
      <pc:sldChg chg="addSp new">
        <pc:chgData name="O'Connor, Jacqueline Antonia" userId="3b9bfa0c-75a1-427e-ae61-7069a76100c3" providerId="ADAL" clId="{707D629D-4593-4CEE-9698-DC13C9F57532}" dt="2023-06-20T22:27:56.314" v="45"/>
        <pc:sldMkLst>
          <pc:docMk/>
          <pc:sldMk cId="2316181749" sldId="259"/>
        </pc:sldMkLst>
        <pc:inkChg chg="add">
          <ac:chgData name="O'Connor, Jacqueline Antonia" userId="3b9bfa0c-75a1-427e-ae61-7069a76100c3" providerId="ADAL" clId="{707D629D-4593-4CEE-9698-DC13C9F57532}" dt="2023-06-20T22:27:56.314" v="45"/>
          <ac:inkMkLst>
            <pc:docMk/>
            <pc:sldMk cId="2316181749" sldId="259"/>
            <ac:inkMk id="2" creationId="{09C2B0E7-8AFD-F983-9798-4E42A64F694E}"/>
          </ac:inkMkLst>
        </pc:inkChg>
      </pc:sldChg>
      <pc:sldChg chg="addSp new">
        <pc:chgData name="O'Connor, Jacqueline Antonia" userId="3b9bfa0c-75a1-427e-ae61-7069a76100c3" providerId="ADAL" clId="{707D629D-4593-4CEE-9698-DC13C9F57532}" dt="2023-06-20T22:27:56.314" v="45"/>
        <pc:sldMkLst>
          <pc:docMk/>
          <pc:sldMk cId="3985430267" sldId="260"/>
        </pc:sldMkLst>
        <pc:inkChg chg="add">
          <ac:chgData name="O'Connor, Jacqueline Antonia" userId="3b9bfa0c-75a1-427e-ae61-7069a76100c3" providerId="ADAL" clId="{707D629D-4593-4CEE-9698-DC13C9F57532}" dt="2023-06-20T22:27:56.314" v="45"/>
          <ac:inkMkLst>
            <pc:docMk/>
            <pc:sldMk cId="3985430267" sldId="260"/>
            <ac:inkMk id="2" creationId="{D4698273-989A-849F-1993-98807CFA0A36}"/>
          </ac:inkMkLst>
        </pc:inkChg>
      </pc:sldChg>
      <pc:sldChg chg="addSp new">
        <pc:chgData name="O'Connor, Jacqueline Antonia" userId="3b9bfa0c-75a1-427e-ae61-7069a76100c3" providerId="ADAL" clId="{707D629D-4593-4CEE-9698-DC13C9F57532}" dt="2023-06-20T22:27:56.314" v="45"/>
        <pc:sldMkLst>
          <pc:docMk/>
          <pc:sldMk cId="4225132558" sldId="261"/>
        </pc:sldMkLst>
        <pc:inkChg chg="add">
          <ac:chgData name="O'Connor, Jacqueline Antonia" userId="3b9bfa0c-75a1-427e-ae61-7069a76100c3" providerId="ADAL" clId="{707D629D-4593-4CEE-9698-DC13C9F57532}" dt="2023-06-20T22:27:56.314" v="45"/>
          <ac:inkMkLst>
            <pc:docMk/>
            <pc:sldMk cId="4225132558" sldId="261"/>
            <ac:inkMk id="2" creationId="{1CB7A59E-DFB0-4397-6718-BED9245EABB6}"/>
          </ac:inkMkLst>
        </pc:inkChg>
      </pc:sldChg>
      <pc:sldChg chg="addSp new">
        <pc:chgData name="O'Connor, Jacqueline Antonia" userId="3b9bfa0c-75a1-427e-ae61-7069a76100c3" providerId="ADAL" clId="{707D629D-4593-4CEE-9698-DC13C9F57532}" dt="2023-06-20T22:27:56.314" v="45"/>
        <pc:sldMkLst>
          <pc:docMk/>
          <pc:sldMk cId="3171786419" sldId="262"/>
        </pc:sldMkLst>
        <pc:inkChg chg="add">
          <ac:chgData name="O'Connor, Jacqueline Antonia" userId="3b9bfa0c-75a1-427e-ae61-7069a76100c3" providerId="ADAL" clId="{707D629D-4593-4CEE-9698-DC13C9F57532}" dt="2023-06-20T22:27:56.314" v="45"/>
          <ac:inkMkLst>
            <pc:docMk/>
            <pc:sldMk cId="3171786419" sldId="262"/>
            <ac:inkMk id="2" creationId="{17A8111B-5678-6446-23E0-4745F6013EF4}"/>
          </ac:inkMkLst>
        </pc:inkChg>
      </pc:sldChg>
      <pc:sldChg chg="addSp new">
        <pc:chgData name="O'Connor, Jacqueline Antonia" userId="3b9bfa0c-75a1-427e-ae61-7069a76100c3" providerId="ADAL" clId="{707D629D-4593-4CEE-9698-DC13C9F57532}" dt="2023-06-20T22:27:56.314" v="45"/>
        <pc:sldMkLst>
          <pc:docMk/>
          <pc:sldMk cId="3470132538" sldId="263"/>
        </pc:sldMkLst>
        <pc:inkChg chg="add">
          <ac:chgData name="O'Connor, Jacqueline Antonia" userId="3b9bfa0c-75a1-427e-ae61-7069a76100c3" providerId="ADAL" clId="{707D629D-4593-4CEE-9698-DC13C9F57532}" dt="2023-06-20T22:27:56.314" v="45"/>
          <ac:inkMkLst>
            <pc:docMk/>
            <pc:sldMk cId="3470132538" sldId="263"/>
            <ac:inkMk id="2" creationId="{70CDC374-F76D-4D32-546C-9BE9800EC615}"/>
          </ac:inkMkLst>
        </pc:inkChg>
      </pc:sldChg>
      <pc:sldChg chg="addSp new">
        <pc:chgData name="O'Connor, Jacqueline Antonia" userId="3b9bfa0c-75a1-427e-ae61-7069a76100c3" providerId="ADAL" clId="{707D629D-4593-4CEE-9698-DC13C9F57532}" dt="2023-06-20T22:27:56.314" v="45"/>
        <pc:sldMkLst>
          <pc:docMk/>
          <pc:sldMk cId="57511808" sldId="264"/>
        </pc:sldMkLst>
        <pc:inkChg chg="add">
          <ac:chgData name="O'Connor, Jacqueline Antonia" userId="3b9bfa0c-75a1-427e-ae61-7069a76100c3" providerId="ADAL" clId="{707D629D-4593-4CEE-9698-DC13C9F57532}" dt="2023-06-20T22:27:56.314" v="45"/>
          <ac:inkMkLst>
            <pc:docMk/>
            <pc:sldMk cId="57511808" sldId="264"/>
            <ac:inkMk id="2" creationId="{BDA2911C-BD59-17E8-99DD-5B2B2619263A}"/>
          </ac:inkMkLst>
        </pc:inkChg>
      </pc:sldChg>
      <pc:sldChg chg="addSp new">
        <pc:chgData name="O'Connor, Jacqueline Antonia" userId="3b9bfa0c-75a1-427e-ae61-7069a76100c3" providerId="ADAL" clId="{707D629D-4593-4CEE-9698-DC13C9F57532}" dt="2023-06-20T22:27:56.314" v="45"/>
        <pc:sldMkLst>
          <pc:docMk/>
          <pc:sldMk cId="2514546455" sldId="265"/>
        </pc:sldMkLst>
        <pc:inkChg chg="add">
          <ac:chgData name="O'Connor, Jacqueline Antonia" userId="3b9bfa0c-75a1-427e-ae61-7069a76100c3" providerId="ADAL" clId="{707D629D-4593-4CEE-9698-DC13C9F57532}" dt="2023-06-20T22:27:56.314" v="45"/>
          <ac:inkMkLst>
            <pc:docMk/>
            <pc:sldMk cId="2514546455" sldId="265"/>
            <ac:inkMk id="2" creationId="{4F9350D9-DADC-E22C-1107-7CE8719F2BB6}"/>
          </ac:inkMkLst>
        </pc:inkChg>
      </pc:sldChg>
      <pc:sldChg chg="new del">
        <pc:chgData name="O'Connor, Jacqueline Antonia" userId="3b9bfa0c-75a1-427e-ae61-7069a76100c3" providerId="ADAL" clId="{707D629D-4593-4CEE-9698-DC13C9F57532}" dt="2023-06-20T23:02:23.888" v="46" actId="47"/>
        <pc:sldMkLst>
          <pc:docMk/>
          <pc:sldMk cId="2373691662" sldId="266"/>
        </pc:sldMkLst>
      </pc:sldChg>
      <pc:sldChg chg="new del">
        <pc:chgData name="O'Connor, Jacqueline Antonia" userId="3b9bfa0c-75a1-427e-ae61-7069a76100c3" providerId="ADAL" clId="{707D629D-4593-4CEE-9698-DC13C9F57532}" dt="2023-06-20T23:02:23.888" v="46" actId="47"/>
        <pc:sldMkLst>
          <pc:docMk/>
          <pc:sldMk cId="489409437" sldId="267"/>
        </pc:sldMkLst>
      </pc:sldChg>
      <pc:sldChg chg="new del">
        <pc:chgData name="O'Connor, Jacqueline Antonia" userId="3b9bfa0c-75a1-427e-ae61-7069a76100c3" providerId="ADAL" clId="{707D629D-4593-4CEE-9698-DC13C9F57532}" dt="2023-06-20T23:02:23.888" v="46" actId="47"/>
        <pc:sldMkLst>
          <pc:docMk/>
          <pc:sldMk cId="1660791872" sldId="268"/>
        </pc:sldMkLst>
      </pc:sldChg>
      <pc:sldChg chg="new del">
        <pc:chgData name="O'Connor, Jacqueline Antonia" userId="3b9bfa0c-75a1-427e-ae61-7069a76100c3" providerId="ADAL" clId="{707D629D-4593-4CEE-9698-DC13C9F57532}" dt="2023-06-20T23:02:23.888" v="46" actId="47"/>
        <pc:sldMkLst>
          <pc:docMk/>
          <pc:sldMk cId="2793421503" sldId="269"/>
        </pc:sldMkLst>
      </pc:sldChg>
      <pc:sldChg chg="new del">
        <pc:chgData name="O'Connor, Jacqueline Antonia" userId="3b9bfa0c-75a1-427e-ae61-7069a76100c3" providerId="ADAL" clId="{707D629D-4593-4CEE-9698-DC13C9F57532}" dt="2023-06-20T23:02:23.888" v="46" actId="47"/>
        <pc:sldMkLst>
          <pc:docMk/>
          <pc:sldMk cId="946699904" sldId="270"/>
        </pc:sldMkLst>
      </pc:sldChg>
      <pc:sldChg chg="new del">
        <pc:chgData name="O'Connor, Jacqueline Antonia" userId="3b9bfa0c-75a1-427e-ae61-7069a76100c3" providerId="ADAL" clId="{707D629D-4593-4CEE-9698-DC13C9F57532}" dt="2023-06-20T23:02:23.888" v="46" actId="47"/>
        <pc:sldMkLst>
          <pc:docMk/>
          <pc:sldMk cId="2006197844" sldId="271"/>
        </pc:sldMkLst>
      </pc:sldChg>
      <pc:sldChg chg="new del">
        <pc:chgData name="O'Connor, Jacqueline Antonia" userId="3b9bfa0c-75a1-427e-ae61-7069a76100c3" providerId="ADAL" clId="{707D629D-4593-4CEE-9698-DC13C9F57532}" dt="2023-06-20T23:02:23.888" v="46" actId="47"/>
        <pc:sldMkLst>
          <pc:docMk/>
          <pc:sldMk cId="1418812196" sldId="272"/>
        </pc:sldMkLst>
      </pc:sldChg>
      <pc:sldChg chg="new del">
        <pc:chgData name="O'Connor, Jacqueline Antonia" userId="3b9bfa0c-75a1-427e-ae61-7069a76100c3" providerId="ADAL" clId="{707D629D-4593-4CEE-9698-DC13C9F57532}" dt="2023-06-20T23:02:23.888" v="46" actId="47"/>
        <pc:sldMkLst>
          <pc:docMk/>
          <pc:sldMk cId="1351208600" sldId="273"/>
        </pc:sldMkLst>
      </pc:sldChg>
      <pc:sldChg chg="new del">
        <pc:chgData name="O'Connor, Jacqueline Antonia" userId="3b9bfa0c-75a1-427e-ae61-7069a76100c3" providerId="ADAL" clId="{707D629D-4593-4CEE-9698-DC13C9F57532}" dt="2023-06-20T23:02:23.888" v="46" actId="47"/>
        <pc:sldMkLst>
          <pc:docMk/>
          <pc:sldMk cId="1030485199" sldId="274"/>
        </pc:sldMkLst>
      </pc:sldChg>
      <pc:sldChg chg="new del">
        <pc:chgData name="O'Connor, Jacqueline Antonia" userId="3b9bfa0c-75a1-427e-ae61-7069a76100c3" providerId="ADAL" clId="{707D629D-4593-4CEE-9698-DC13C9F57532}" dt="2023-06-20T23:02:23.888" v="46" actId="47"/>
        <pc:sldMkLst>
          <pc:docMk/>
          <pc:sldMk cId="1359569802" sldId="275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0T21:21:54.66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1537 2454 15663 0,'0'0'1392'0,"0"0"-1120"0,0 0-272 0,0 0 0 0,0 0 5696 0,0 0 1072 15,0 0 208-15,0 0 64 16,0 0-3616-16,0 0-720 0,0 0-144 0,-1 9-16 16,1 4-1536-16,0-1-304 0,0 4-64 0,0 1-16 15,0 1-304-15,0 3-48 0,1 1-16 0,-1 1 0 0,0 1-64 0,1-1 0 16,1 0-16-16,-1-3 0 0,0 1-176 0,1-1 128 15,0-3-128-15,1-2 128 0,-2 0-128 0,0-4 0 16,1-1 144-16,0-1-144 0,0 0 0 0,-1 0 144 16,-1-9-144-16,0 0 0 0,0 0 128 0,1 6-128 15,-1-6 0-15,0 0 0 0,0 0 128 0,0 0-128 16,0 0 0-16,0 0 0 0,0 0 160 0,0 0-160 16,0 0 128-16,0-5-128 0,0-3 0 0,2-2 0 15,-1-3 128-15,0 0-128 0,-1-4 0 0,1 0 0 16,2-1 0-16,1-2 0 0,-1 1 0 0,0-3 0 15,4-3 0-15,0 0 0 0,-1 2-128 0,1 0 128 16,-1 0 0-16,1 1 0 0,-2 2 0 0,0 3 0 16,0 3 0-16,0 1 0 0,-1 1 0 0,-1 2 0 15,-2 2 0-15,-1 8 0 0,0 0 0 0,0 0 0 16,0 0 0-16,0 0 0 0,0 0 0 0,0 0 0 16,0 0 0-16,0 0 0 15,0 0-1472-15,0 0-208 0,8 8-48 0,-8-8-20880 0</inkml:trace>
  <inkml:trace contextRef="#ctx0" brushRef="#br0" timeOffset="875.16">1764 2592 28447 0,'0'0'1264'0,"0"0"256"0,0 0-1216 0,0 0-304 0,-3-6 0 0,2 1 0 0,1 5 3248 0,0 0 592 16,0 0 112-16,0 0 16 0,0 0-1376 0,0 0-288 15,0 0-48-15,0 0-16 0,0 0-1168 0,4 11-240 16,-1 4-64-16,-1 0 0 0,-1 2-352 0,1 3-80 16,0-2-16-16,1 3 0 0,-2 1-64 0,2 0-32 15,-1 0 0-15,1-2 0 0,0-3-224 0,-2-3 176 16,2-1-176-16,1-1 160 0,-1-1-160 0,0-4 0 15,-3-7 0-15,0 0 128 0,0 0-128 0,0 0 0 16,0 0 0-16,0 0 0 0,0 0 0 0,0 0 0 16,0 0 128-16,4-6-128 0,-1-2 0 0,0-2 0 15,0-5 0-15,1 0 0 0,-1-4 0 0,2 0 0 16,0-2 0-16,2-4 0 0,-1 0-144 0,2-2 144 16,1 1 0-16,1 0 0 0,2 2-160 0,0 2 160 15,0 4-128-15,-2 4 128 0,-1 2 0 0,-1 4-160 16,-1 4 160-16,-1 3 0 0,-6 1 0 0,7 0 0 0,-2 5 0 15,0 3 0-15,2 2 0 0,-2 3 0 0,-1-1 0 16,1 6 144-16,0 1-144 0,2 3 0 0,-3 0 0 16,1 1 128-16,0-2-128 0,-1 1 0 0,0-3 0 15,0 2 0-15,1-1 0 0,0 0-272 16,2-3 64-16,-2-1 16 16,0-3-1152-16,0-3-240 0,2-2-32 0,-1-2-16 15,-6-6-1632-15,9 4-320 0,4-2-64 0,-1-5-14576 0</inkml:trace>
  <inkml:trace contextRef="#ctx0" brushRef="#br0" timeOffset="1074.58">2284 2274 37663 0,'-4'-11'1664'0,"4"11"352"15,0 0-1616-15,0 0-400 0,0 0 0 0,0 0 0 0,0 0 3136 0,0 0 560 16,0 0 96-16,0 0 32 0,-4 6-2176 0,2 3-432 16,0 3-96-16,2 2-16 0,-4-1-752 0,3 3-160 15,1 1-16-15,0 2-16 0,0 5-160 0,1 3 0 16,2-1 0-16,0 4 0 0,-2 2 0 0,2 0 0 15,-2 0 0-15,2-2 0 16,-1-2-752-16,1 1-128 0,-1-2-16 0,2-1-16 16,-2-2-1792-16,0-2-368 0,2-2-64 0,1 7-17104 15</inkml:trace>
  <inkml:trace contextRef="#ctx0" brushRef="#br0" timeOffset="2430.46">2220 2631 30399 0,'0'0'2704'0,"0"0"-2160"0,0 0-544 16,0 0 0-16,0 0 4336 0,0 0 752 16,0 0 160-16,0 0 16 0,0 0-3088 0,0 0-608 15,4-7-128-15,4-1-32 0,2-1-1024 0,3-2-192 0,2 1-64 0,0-4 0 16,5-2-128-16,1-1 0 16,1 0 144-16,1 1-144 0,0 2 0 0,-3 2 0 0,-1 3 0 0,-2 3 128 0,0 0-128 0,-3 4 0 15,-1 2 0-15,-3 2 128 0,-2 6-128 0,-3 3 0 16,-1 0 0-16,-1 6 0 0,-2 2 0 15,1 1-160-15,-4 1 160 0,1 1 0 16,0 1 0-16,-1-3 0 0,0 1 0 0,2-5 0 16,1 0-288-16,0-3 0 0,1-4 0 0,0-1 0 15,2-2-1792-15,-4-6-352 16,8 3-80-16,0-5-16 0,0-3-656 0,1-3-128 16,1-2-16-16,3-3-16 0,4 0 1680 0,-4-4 320 15,-2-1 80-15,-1-2 16 0,-2 1 384 0,0 0 80 0,0 0 16 0,-2 2 0 0,-1-3 2144 0,1 3 432 16,-1-1 96-16,0 6 16 0,-2 6 960 0,-3 6 192 15,0 0 32-15,0 0 16 0,0 0-720 0,0 0-144 16,0 0-16-16,2 9-16 0,1 3-1120 0,-2 5-208 16,0 1-64-16,2 3 0 0,-2 1-336 0,2 1-80 15,0-2-16-15,-1 1 0 0,1-1-160 0,-2 0-48 16,2-1 0-16,1-2 0 0,-4-1-192 0,2-3 128 16,1-2-128-16,-1-2 0 0,1-2 0 0,0-1 128 15,-3-7-128-15,0 0 0 0,0 0 0 0,0 0 0 16,0 0 0-16,0 0 0 0,0 0 0 0,0 0 0 15,4-5 0-15,-1-3 0 0,1-3 0 0,2-2 0 16,-1-1-160-16,1-6 160 0,2-1-240 0,1-2 48 16,2-2 0-16,0-1 0 15,0-1-192-15,1 1-16 0,-1 2-16 0,0 3 0 0,0 2 160 0,2 2 16 0,-1 4 16 16,0 0 0-16,-2 4 224 0,1 2-144 0,-2 6 144 0,0 1-128 16,-1 1 128-16,-2 4 144 15,1 6-16-15,-1-1-128 0,0 5 320 0,-1 3-32 0,-1 3-16 16,0 2 0-16,-2 3-32 0,1-1-16 0,-2 0 0 15,1 0 0-15,-1-2-96 0,1 0 0 0,1 0-128 0,-2-3 192 16,1-1-192-16,0-2 128 0,1-2-128 0,-1-2 0 16,0-2 0-16,-1-2 128 0,-1-9-128 0,0 0 0 15,0 0 0-15,0 0 0 0,0 0 0 0,0 0 0 16,0 0 0-16,0 0 0 0,7-7 0 0,-2 0 0 0,0-4-144 0,0-1 144 16,2-3 0-16,-1-2-144 0,1 0 144 15,-1-1-128-15,0-1 128 0,0-1-128 0,2 1 128 0,0-2 0 16,1 2 0-16,-3-2-128 0,1 3 128 0,-1 2 0 15,1 2-144-15,-1 1 144 0,1 0 0 0,-1 2 0 16,1 3 0-16,-1 2 0 0,1 1-176 0,-7 5 176 16,0 0-128-16,0 0 128 0,8 1-192 0,0 3 64 15,-1 2 0-15,0 5 0 0,-2-1 0 0,-1 6 0 16,-1 2 0-16,1 2 0 0,1 1 128 0,3-1-192 16,-1 3 192-16,3-3-192 0,-1 0-96 0,1 1-32 15,2-5 0-15,1-1 0 16,1-3-448-16,2-2-80 0,2-2-32 15,-1-4 0-15,1 0 128 0,1-3 32 0,0-2 0 0,2-3 0 0,1-4 464 0,0 0 112 16,1-5 16-16,-4 0 0 0,-1-2 128 0,1-2 0 16,-2 0 160-16,-1-3-160 0,1-1 288 0,-2 2-32 15,-2-3-16-15,-3 1 0 0,-3-1 192 0,-2 2 32 0,-1 3 16 16,-4 3 0-16,-1 1 160 0,-3 4 16 0,-3 7 16 16,-1-2 0-16,-3 3 48 0,-2 1 16 0,-2 5 0 0,-2 4 0 15,2 6-464-15,-2-1-80 0,-2 4-32 0,2 3 0 16,1 1-160-16,0 1 0 0,3-1 0 0,1 0 0 15,3-1 0-15,2 0 0 0,2-2 0 0,3-2 0 16,0-1 0-16,2-3-224 0,3-3 80 0,1-1 16 16,1-1-336-1,3-3-64-15,1-2-16 0,1-2 0 0,2-5-208 16,1 1-32-16,0-5-16 0,2 0 0 0,-1-1 224 0,-1-2 64 16,0 1 0-16,0-3 0 0,0-2 288 0,-1 1 64 0,0-1 16 0,-1-1 0 0,-2-4 144 15,-1 3 0-15,1-3 0 0,-1 4 0 16,0 0 0-16,-1 3 128 0,-4 1-128 0,3 3 0 0,-5 1 224 0,-1 8-32 15,0 0 0-15,0 0 0 0,0 0 368 16,0 0 64-16,0 0 16 0,0 0 0 0,0 0-320 0,-3 10-64 16,1 1-16-16,0 0 0 0,2 2-240 0,2 0 0 15,2 0 128-15,0 0-128 0,-1-1 0 0,3-1 0 16,-1 0 0-16,3-1 0 0,1-1 0 0,1-2 0 16,2-3 0-16,0 0 0 0,1-3-224 0,0-2 16 15,1-3 0-15,-1 0 0 0,2-3 48 0,-1 1 16 16,0-5 0-16,1 0 0 0,0-4 144 0,0-4 0 15,-2-2 0-15,0-1 0 0,-3-2 0 0,-1-3 0 0,0 0 0 0,2-3 128 16,-2-4-128-16,1 0 0 16,1-3 0-16,0-2 128 0,0 1-128 0,-1 2 0 0,1-1 0 15,-3 3 0-15,-2 3 0 0,-2 8 128 0,-3 2-128 0,1 6 0 16,-2 5 512-16,-2 2 16 0,2 8 16 0,-5 4 0 16,-3 7 112-16,-1 6 32 0,-3 5 0 15,1 8 0-15,-2 6-432 0,0 2-96 0,3 4-16 16,1-1 0-16,0 1 160 0,3 4 16 0,0-1 16 0,3 2 0 15,1-4-176-15,2-1-32 0,2-3-128 0,1-4 192 16,4-2-496-16,2-2-96 16,2-2-32-16,0-3-16288 0,8-2-3264 0</inkml:trace>
  <inkml:trace contextRef="#ctx0" brushRef="#br0" timeOffset="4613.34">4867 2788 42271 0,'0'0'1872'0,"0"0"384"0,0-7-1808 0,0 1-448 0,0-3 0 0,0-2 0 0,0 1 1728 0,1-3 256 16,-1-3 64-16,0-1 0 15,3-2-864-15,1-2-160 0,-2-3-48 0,2-2 0 16,0 3-592-16,1-5-128 0,-2 2-32 0,2 0 0 0,-1-1-224 0,0 1 128 16,0 1-128-16,-3 3 0 15,-1 2 128-15,-1 3-128 0,-2 4 0 0,-1 4 144 16,-1-1-144-16,-1 5 192 0,-2 2-192 0,-4 7 192 16,-2 5-192-16,-2 4 192 0,-1 4-192 0,0 4 192 0,0 4-192 0,2 2 0 15,0 4 0-15,1-1 0 0,-1 3 0 16,4 0 0-16,0-1 0 0,5-2 0 0,2-3 0 0,4-2 0 15,1-3 0-15,2-2 0 0,1-2-160 16,2-3 160-16,2-4 0 0,1-2-144 0,2-5-48 0,2-1-16 16,0-7 0-16,1-1 0 0,3-3-64 0,0-2-16 15,0-3 0-15,0-2 0 0,-3-2 32 0,1-1 16 16,-1-2 0-16,0 1 0 0,-2-6 64 0,1 2 16 16,-1-2 0-16,1 0 0 0,-2 0 160 0,0 2 0 15,-1-2 0-15,-1 4-128 0,1 2 128 0,-1 4 0 16,-1-2 0-16,-2 7 0 15,-1 2 0-15,-2 3 0 0,-3 5 0 0,0 0 0 0,0 0 416 0,0 0 16 0,0 0 0 0,4 13 0 16,-3 1-112-16,-1 6-32 16,0 3 0-16,-1 1 0 0,-1 3-128 0,2 2-32 15,0-4 0-15,0 1 0 0,2-2-128 0,-1 0 128 0,2-1-128 16,-1-2 128-16,2-3-128 0,0-2 0 0,0-3 0 16,-1-1 0-16,1-2 0 0,-1-2 0 0,-3-8 128 15,0 0-128-15,0 0 0 0,0 0 0 16,8 0 0-16,0-2 0 0,-1-4 0 0,-1 0 0 0,1-3-176 0,3-8 176 15,1-4 0-15,-4 5-160 16,1-2 160-16,1-4 0 0,0-4-224 0,1 0 64 16,0-2 16-16,3 1 0 0,3-2-144 0,-2 3-32 0,-1 1 0 0,-1 3 0 15,-2 1 16-15,-1 3 0 0,-2 4 0 0,-2 3 0 16,-1 5 304-16,-4 6-192 0,0 0 192 0,0 0-160 16,0 0 160-16,0 0 224 0,1 9-48 0,-1 3-16 0,0 2 32 15,0 4 0-15,-1-1 0 0,1 4 0 0,1-1-192 16,1-1 0-16,-2 1 0 0,2 1 128 0,2 1-128 15,1-1 0-15,2-2 0 0,1-1 0 0,1-1 0 0,0-2 0 16,0-2 0-16,1-3 0 0,2-1 0 16,1-2-144-16,-1-3 144 0,0-2-160 0,-1-4-48 15,2-1-16-15,-1-2 0 0,0-2 0 0,0 1 32 0,1-5 16 16,0 2 0-16,-2-5 0 0,1-2 176 0,-1-1-208 16,-2-2 80-16,-1-1 128 0,-1 1-208 0,1-1 80 15,-1-1 128-15,-2 0-208 0,-1 1 208 0,-2 1-176 16,0 4 176-16,-2 0-160 0,-2 6 160 0,0 3 0 15,-2 2 0-15,4 4-128 0,0 0 128 0,-8 4 0 0,-2 2 160 0,-1 7-160 16,1 3 192-16,-1 5-64 16,1 2-128-16,1 1 192 0,1-1-192 0,4 1 0 0,0-1 0 0,3-1 0 15,0-1 0-15,2-3 0 16,3-1-160-16,1-2 160 16,2-2-1168-16,2-4-160 0,0-3-16 15,1-2-16-15,-1-1-544 0,2-6-96 0,1-1-32 0,1-1 0 16,1-4 688-16,0-3 128 0,-1-2 16 0,2-2 16 15,-2 1 304-15,0-4 64 0,0 0 16 0,-2-3 0 0,0-3 800 16,-1-1 224-16,-1-2 16 0,2 6 0 0,-1 0 704 0,1 4 144 0,-2 4 16 0,-1 2 16 16,-2 1 608-16,-1 4 128 0,-1 1 32 0,-4 6 0 15,0 0 0-15,0 0 0 0,7 7 0 0,-3 1 0 16,-2 1-752-16,1 3-160 0,0 2-16 0,-2 3-16 16,0 1-512-16,1 2-112 0,-1-1 0 0,0 1-16 15,2-1-144-15,-1 2-32 0,0 1 0 0,-1-3 0 0,2-1-128 16,-1-3 0-16,-1 1 144 0,1-2-144 15,-1-2 0-15,2-1 128 0,-2-4-128 0,0 0 0 0,-1-7 0 16,0 0 0-16,0 0 0 0,0 0 0 0,0 0-272 0,0 0-32 16,0 0 0-16,0 0 0 15,0 0-192-15,0 0-32 0,0 0-16 0,4-8 0 16,1-1-128-16,1 0-32 0,0-4 0 0,2 0 0 16,4-3-112-16,-1-1-16 0,2-1-16 0,0 0 0 15,1-1-32-15,-1 4 0 0,-2-3 0 0,0 2 0 0,-2 0 496 0,0 3 112 16,0 3 16-16,0-2 0 0,-1 2 256 0,-1 1 0 15,-2 1 0-15,-1 1 0 0,0 3 416 0,-4 4 32 16,0 0 16-16,0 0 0 0,0 0 176 0,0 0 48 16,0 0 0-16,0 0 0 0,0 0-48 0,0 0-16 15,-3 11 0-15,-1 2 0 0,-1 0-256 0,-2 0-48 16,2 0-16-16,-1 4 0 0,-1 0-144 0,2 0-32 16,0-2 0-16,-1 1 0 0,3 0-128 0,0-2 0 0,0 0 0 15,3-1 0-15,0-1 0 0,2-1 0 16,0-2 0-16,2-2 0 15,1-1-480-15,2-1 32 0,1-1 0 0,1-3 0 16,1-1-384-16,2-1-80 0,1-2-16 0,1-2 0 16,1-3-96-16,-1-2-32 0,-1-3 0 0,0 0 0 15,1-2 224-15,1 0 32 0,-2-4 16 0,0 0 0 0,0-1 400 16,-1-1 96-16,-3 2 16 0,0 2 0 0,-1 1 272 0,-3 2 144 16,-1 2-16-16,0 2 0 0,-2-1 800 0,0 5 160 0,-2 6 16 15,0 0 16-15,0 0 368 0,0 0 80 0,0 0 16 0,0 0 0 0,0 0-752 16,0 0-160-16,0 0-32 0,0 12 0 15,-2 3-288-15,2 2-64 0,0 1-16 0,0 3 0 16,-1 1-144-16,1 6-128 0,0 1 192 0,0 3-192 0,-1 2 0 0,1 4 0 16,0 2 0-16,0 2 0 0,-2 0 0 0,0-1 0 15,-1 2 0-15,-1 2 0 16,-1-1-448-16,0-1-80 0,-2-3-32 16,0-2 0-16,-3-2-144 0,0-7-16 0,-2-1-16 0,2-3 0 15,-2-4 288-15,0-5 64 0,2-3 16 0,0-2 0 0,-1-2 48 0,2-6 16 16,0-3 0-16,2-3 0 15,1-3-272-15,2-5-48 0,1-2-16 0,3-6 0 16,2-2 144-16,2-4 32 0,5-4 0 0,0-3 0 0,1-5 272 0,5-2 192 16,1-4-208-16,4-3 80 0,1 1 128 0,1-4 0 0,2 0-144 15,0-2 144-15,1 2 0 0,1 3 0 16,-1 0 0-16,0 6 0 0,-4-2 384 0,-2 7 64 16,-1 2 0-16,-2 6 0 0,-3 5 496 0,-3 1 96 0,-2 5 32 0,-1 3 0 15,-1 3-176-15,0 3-16 0,-3 1-16 0,-3 6 0 16,0 0-256-16,0 0-48 0,0 0-16 0,0 0 0 15,0 10-288-15,-2 3-48 0,-2 2-16 16,0 2 0-16,0 3-192 0,2 1 0 0,-1 1 0 0,2 1 0 16,2-3 0-16,0 1 0 0,2-1 0 15,1-3 0-15,2 0 0 0,2-2-160 0,2-2 160 0,1-1-192 16,-1-3-208 0,1-2-48-16,1-3-16 0,-1-2 0 15,1-4 32-15,0 0 16 0,-1 0 0 0,2-3 0 0,-1-3 192 0,0-3 32 0,0-2 16 0,-2-1 0 16,1-2 176-16,-4-3 0 0,0-1 0 0,-2-2 0 0,2-1 0 15,-1-1 0-15,-1 1 0 0,1 2 0 0,-1 0 0 16,-3 5 0-16,1 1 0 0,0 4 0 0,-2 3 288 0,-1 8-16 16,0 0 0-16,0 0 0 0,0 0 336 0,0 0 64 15,-4 10 16-15,1 1 0 0,-1 6-336 0,2 4-64 16,-1 3-16-16,1 2 0 0,-1 4-144 0,2 2-128 16,1 3 144-16,2 3-144 0,0-1 0 0,2 3 0 15,1 4 0-15,0 1 0 0,2-2 0 0,-1 2 0 16,1-2 0-16,-1 2 0 0,1-2 0 0,-2 0 0 15,-1-1 0-15,-2-2 0 0,0-2-320 0,-2-3 32 16,-3-2 16-16,-2-6 0 0,-4-1 128 0,-2-3 144 16,-3-3-208-16,-3 0 80 0,-4-6 352 0,-2-1 80 15,-1-3 16-15,-2-2 0 0,-4-3 160 0,-2 1 32 16,-2-5 16-16,-3-2 0 0,-3-2-304 0,-2-2-64 16,2 0-16-16,-1-5-15776 15,2 0-3168-15</inkml:trace>
  <inkml:trace contextRef="#ctx0" brushRef="#br0" timeOffset="5728.71">7131 2704 16575 0,'0'0'736'0,"-4"-5"160"0,-1-1-720 0,5 6-176 0,0-5 0 0,0 5 0 0,3-7 6592 0,-3 7 1280 15,6-5 256-15,3 1 48 0,3 0-5040 0,3 1-992 16,-2 3-208-16,2-4-32 0,3 2-1072 0,5 2-192 15,1-4-64-15,5 3 0 0,1-1-336 0,3 2-80 16,2 0-16-16,0-2 0 0,0 2-144 0,0 2 0 16,2-2 0-16,1 2 0 0,-2-2 0 0,-10 0 0 15,3 0 0-15,1 0 0 16,0 0-576-16,0-2-208 0,0 2-48 0,-1 0 0 16,-2-2-2480-16,0 0-496 0,-1 2-96 0</inkml:trace>
  <inkml:trace contextRef="#ctx0" brushRef="#br0" timeOffset="16249.49">8438 2517 36735 0,'0'0'1632'0,"0"0"336"0,0 0-1584 0,0 0-384 15,0 0 0-15,0 0 0 0,0 0 1920 0,0 0 320 16,0 0 48-16,0 0 16 0,0 0-192 0,0 10-16 16,0 6-16-16,-3 2 0 0,0 3-1088 0,1 2-224 15,-1 3-32-15,1 2-16 0,-1-1-224 0,0 2-48 0,1 1-16 0,0-5 0 16,0-3-192-16,1-3-48 0,-1-2 0 0,2-2 0 15,0-4-192-15,0-1 144 0,0-10-144 0,0 7 128 16,0-7-128-16,0 0 0 0,0 0 0 0,0 0 128 16,0 0-128-16,0 0 0 15,0 0 0-15,0 0 0 0,4-7 0 0,1-3 0 0,-1-4 0 0,0 0 0 16,0-1 0-16,0-2 0 0,-1-2 0 0,1-1 0 16,-1 3-320-16,1-1 48 0,0 2 16 0,0 2 0 15,-1 2-1792 1,1 3-368-16,4 0-64 0</inkml:trace>
  <inkml:trace contextRef="#ctx0" brushRef="#br0" timeOffset="17322.28">8442 2849 21183 0,'-10'2'1888'0,"7"-1"-1504"0,-4 1-384 0,0-2 0 0,2 2 3456 0,5-2 640 15,0 0 112-15,0 0 16 0,-4-2-2112 0,4 2-448 16,-4-5-64-16,4 0-32 0,2-3-400 0,0-1-80 16,1 0 0-16,0-4-16 0,2 0-384 0,1-1-80 15,2-2-16-15,1-1 0 0,-1-1-112 0,1-1-32 0,0 1 0 0,2 0 0 16,-1-2-112-16,2 1-16 15,0-1-16-15,-1 2 0 0,2 0-144 0,-1 1-32 0,0 0 0 0,1 2 0 16,-1 5-128-16,-2 1 128 0,1 1-128 0,-1 3 128 16,-1 1-128-16,-1 4 160 0,-8 0-160 15,8 5 160-15,-2 0-32 0,1 6-128 0,-2 1 192 16,0 6-64-16,-1 4 16 0,-1 1 0 0,-1 2 0 16,0 1 0-16,-1 0-16 0,0-1 0 15,2-1 0-15,-1 0 0 0,2-4-128 0,-1 0 0 0,0-2 0 0,-1-3 128 16,1-2-128-16,-1-5 0 0,-2-8 0 0,4 7 0 15,-4-7 0-15,0 0 128 0,0 0-128 0,0 0 0 16,0 0 0-16,8 0 0 0,0-3 128 0,1-2-128 16,0-2 0-16,-1 1 0 0,0-6 0 0,0-1 0 15,-2-1 0-15,2-2 0 0,0-1 0 0,0-1 0 0,-1 0 0 16,0-1 0-16,1 1 0 0,1 0 0 0,0 0 0 16,0-1 0-16,-1 1 0 0,0 1 0 0,-3 2 0 0,2 0 0 15,-2 5 0-15,0-1 0 0,-1 4 0 0,0-1 0 16,-2 1 0-16,-2 7 0 0,0 0 0 0,0 0 0 15,0 0 128-15,0 0-128 0,0 0 0 0,0 0 160 16,0 0-160-16,0 0 160 0,0 0-160 0,0 0 0 16,0 12 0-16,-1 2 0 0,-1 1 0 0,-1 4 0 15,-2 5 0-15,1 0 0 0,0 1 0 0,1 1 0 16,2 0 128-16,1 0-128 0,1-1 0 0,2-1 0 16,2-2 0-16,2-3 0 0,-1-2 0 0,3-2 0 15,0-4 0-15,3 0 0 0,1-3-144 0,2-3 144 0,0-3-192 0,2 0 192 16,1-2-320-16,2-3 32 0,-2-1 16 15,0 0 0-15,1 0 0 0,0-2 0 16,-2-1 0-16,-1 0 0 0,1 3-48 0,-3-2 0 0,-2 1 0 16,0 1 0-1,-3 0-1216-15,-1-1-256 0,-3 1-64 0,6 0 0 0,0 0-2448 0,-11 4-496 16</inkml:trace>
  <inkml:trace contextRef="#ctx0" brushRef="#br0" timeOffset="18169.75">9199 2883 6447 0,'0'0'576'0,"0"0"-576"16,0 0 0-16,0 0 0 0,0 0 6944 0,0 0 1280 16,0 0 256-16,0 0 48 0,-3-6-4960 0,3-2-1008 15,2 0-192-15,0-4-32 0,1 0-1312 0,1 1-272 16,2-2-48-16,1-3-16 0,-1 0-256 15,1-4-48-15,-1 0-16 0,2-1 0 0,0 0-128 0,0-1-32 0,-2-1 0 0,1-2 0 16,-1-2-80-16,1 2-128 0,-2 1 176 0,0 2-176 16,-1 1 160-16,-2 4-160 15,0 4 128-15,0 3-128 0,-4 1 224 0,0 2-32 16,-2 3-16-16,-1 3 0 0,-3 0 256 0,1 3 48 0,-1 5 16 16,-1 3 0-16,0 5-304 0,-1 3-48 0,-1 0-16 0,-1 7 0 15,1 0-128-15,0 2 0 0,2 0 0 16,3-2 0-16,0 3 0 0,5-1 0 0,1-4 0 0,3 3 0 15,1-6-128-15,2-2-64 0,2-2-16 16,2-3 0-16,3-3-624 16,2-2-128-16,-1-4-32 0,3-1 0 0,1-2-1376 15,2-2-288-15,1-5-48 0,1 0-16 0,0-6-800 16,0 2-144-16,3-3-48 0,-1-2 0 0,-1 0 1520 0,-2 0 288 16,0-4 64-16,0 2 16 0,-3-1 736 0,0-1 160 0,-1 0 32 15,0-3 0-15,-4 1 2240 0,-1-1 464 0,-2 1 96 0,-2 4 16 0,-1 0 1024 0,-2 3 224 16,-3 2 32-16,0 1 16 0,-4 2-384 0,0 3-80 15,-3 1 0-15,-2 3-16 0,-2 4-640 0,-2 1-128 16,0 4-32-16,-2 2 0 0,-2 3-896 0,0 3-176 16,-4 2-32-16,2 4-16 0,1 0-352 0,0 1-64 15,0-1-16-15,5 1 0 0,0-2-224 0,3-1-160 0,3-2 192 16,1-1-192-16,3-2 0 0,1-1 0 16,2-2 0-16,4-2 0 0,-6-9-272 0,9 5-64 15,1-3-16-15,2-2 0 16,0-2-160-16,2 1-48 0,0-4 0 0,2-2 0 15,1-2 96-15,0 0 16 0,-3-4 0 0,1 0 0 0,-2-2 96 0,0 1 32 16,-3 1 0-16,1-1 0 0,-2-3 160 0,0 0 160 16,-1 0-208-16,2 1 80 0,-3 2 128 0,-2 1 0 15,-3 2 0-15,1 4 0 0,0 0 288 0,-3 7-16 16,0 0 0-16,0 0 0 0,0 0 208 0,0 0 32 0,-2 8 16 0,2 4 0 16,-1 3-320-16,1 2-64 0,0 3-16 0,1-3 0 15,2 2-128-15,-1 1 0 0,2-3 144 0,2 2-144 16,0-4-576-1,3-2-176-15,-1-1-32 0,1-3-16 16,2-3-2336-16,2-2-480 0,1-4-96 0</inkml:trace>
  <inkml:trace contextRef="#ctx0" brushRef="#br0" timeOffset="18483.22">9996 2446 12895 0,'-2'-6'1152'0,"0"-1"-928"0,-2-2-224 0,0 3 0 0,-1 0 7008 0,-1 3 1360 15,0 0 272-15,-1 2 48 0,0 1-4944 0,-3 1-992 16,0 2-192-16,0 2-32 0,-1 1-1360 0,1 2-272 15,1 1-48-15,-1 2-16 0,0 0-448 0,4 2-80 16,-1 2-32-16,0-1 0 0,2-1-272 0,1 3 0 16,3-1 0-16,0 0 0 0,2-3 0 0,2-2 0 15,1 0 0-15,-1 0 0 0,1-1 0 0,3 0-192 16,1 0 48-16,1-3 16 0,1 2-32 0,2 1 0 16,0-2 0-16,0-1 0 0,-1 1 160 0,1-1-128 15,0 2 128-15,-1 1-128 0,0-1 128 0,-1 1-160 16,-1-1 160-16,-1 1-160 0,-3 0 160 0,-1 2 0 0,-1-1 0 15,-2 2-128-15,-1-2 128 0,-2 2 0 0,-2 0 0 0,-3 1 0 16,-2 0 0-16,-1-3 0 16,-2 1 0-16,0-1 0 0,-1-1 0 0,0 0 0 15,0-2 0-15,0-2 0 16,1 0-928-16,5-3-96 0,-1-1-32 0,8-1 0 16,0 0-1984-16,-4-5-400 0,2-3-80 0,9-2-15904 0</inkml:trace>
  <inkml:trace contextRef="#ctx0" brushRef="#br0" timeOffset="18800.88">10222 2458 19343 0,'0'0'848'0,"7"-1"192"0,-7 1-832 0,0 0-208 0,0 0 0 0,5 8 0 0,-2-1 6640 0,-2 5 1280 16,-1 4 256-16,-3-1 48 15,0 6-5200-15,-1-1-1040 0,1 3-192 0,-1 0-64 16,0 1-1008-16,2 0-208 0,-1-2-32 0,2 1-16 0,-1-3-304 16,2-2-160-16,3-2 160 0,1-2-160 0,1-2 0 0,2-2 0 15,-1-1 0-15,2-3 0 0,0-4-256 0,0-2-32 16,-1-1-16-16,3-2 0 15,-1-2-176-15,1-3-32 0,1-2-16 0,-1-2 0 16,-1-3 32-16,0-1 16 0,0-4 0 0,1 1 0 0,-1-2 240 0,1-3 48 16,1 2 16-16,-1 0 0 0,-2-1 176 15,-2 2 0-15,-1 1 0 0,-1 3 0 0,0 4 0 0,-2 3 128 16,0 1-128-16,0 2 176 0,-2 7 240 0,0 0 48 16,0 0 16-16,0 0 0 0,0 0-128 0,2 7-32 15,1 3 0-15,-2 4 0 0,0 3-320 0,1 0 144 16,-2 0-144-16,1 0 0 0,-1 2 0 0,3-1 0 15,-1-1 0-15,2 0 0 16,1 1-1568-16,1-4-224 0,0-1-32 0,1-1-13344 16,0-4-2656-16</inkml:trace>
  <inkml:trace contextRef="#ctx0" brushRef="#br0" timeOffset="19065.14">10624 2474 44863 0,'0'0'1984'0,"0"0"416"0,0 0-1920 0,0 9-480 0,0 0 0 0,0 5 0 15,-1-1 1984-15,-1 7 288 0,1 5 64 0,0 3 16 16,-2-2-1008-16,2 2-208 0,0 1-48 0,1-1 0 16,1 1-656-16,0-2-144 0,2-2-32 0,-1-3 0 15,1-4-256-15,1-3 128 0,0-2-128 0,0-3 0 16,0-2 128-16,0-1-128 0,-4-7 0 0,0 0 0 16,0 0 0-16,0 0 0 0,9-4 0 0,-2-2 0 0,0-3 0 0,0-1 0 15,-2-3 0-15,0-4 0 0,1-3 0 0,2-2 0 16,-1-3 0-16,1-1 0 15,1-4-208-15,1 0 0 0,1-1 0 0,0 1 0 16,1 1-688-16,0 3-144 0,-2 0-32 16,1 4 0-16,-1 1-944 0,2 6-192 15,-3 0-32-15,0 6-12320 0,0 5-2464 0</inkml:trace>
  <inkml:trace contextRef="#ctx0" brushRef="#br0" timeOffset="19327.22">10899 2761 11967 0,'0'0'1072'0,"0"0"-864"0,4 9-208 0,0 0 0 0,1 0 5888 0,2-4 1120 15,0 0 224-15,1-3 64 0,0-2-3392 0,1-4-688 16,2-3-128-16,0-1-16 0,4-1-1408 0,-1-2-256 16,2-2-64-16,-1-2-16 0,1 0-816 0,-2-1-144 15,2-5-48-15,0 1 0 0,-2-2-160 0,0-1-32 16,1-1-128-16,-4 0 192 0,1 1-192 0,-3 3 0 16,-4-1 0-16,-1 5 0 0,0 4 0 0,-2 2 0 15,-5 2 0-15,0 3 0 0,-1 2-128 0,-1 3 128 16,-1 4-192-16,-2 5 192 0,0 0 0 0,-2 6-128 15,-1 2 128-15,2 1 0 0,1 3 0 0,2-2 0 0,-1 2 0 0,3 1 0 16,3 2-144-16,1-3 144 16,1 1 0-16,3-1-144 0,4 0-784 15,4-3-160-15,2-1-16 0,4-2-16 0,5 0-1728 0,3-2-352 16,6-3-64-16</inkml:trace>
  <inkml:trace contextRef="#ctx0" brushRef="#br0" timeOffset="19969.04">11870 2659 42847 0,'0'0'1904'0,"0"0"384"0,0-7-1840 0,0-2-448 0,-2 1 0 0,-2 2 0 0,-1-5 2240 0,-3 4 336 16,-1 0 80-16,0 2 16 0,-1-2-1264 0,0 3-256 15,0 2-64-15,-1-1 0 0,2 3-704 0,0 3-128 16,-3-3-48-16,2 2 0 0,-2 4-208 0,2 0 0 16,0 2 0-16,1 1 0 0,-1 0 0 0,2 0 0 15,2 1 0-15,0-1 0 0,4 0-224 0,-1 0 64 16,2-3 16-16,1 2 0 15,0-8-240-15,2 9-64 0,2-2 0 0,0-1 0 16,-4-6-192-16,8 4-32 0,1-1-16 0,2-2 0 16,-1-1-48-16,2-1-16 0,-1-2 0 0,1-1 0 15,0-1-208-15,0-1-64 0,-1-2 0 0,1-1 0 16,0 1 192-16,1-3 48 0,-3 2 0 0,1-2 0 0,-2 0 384 0,-1 3 80 0,-2-1 0 0,-2 3 16 16,-1-1 304-16,-3 7 128 0,0 0-128 0,0 0 192 15,0 0 832-15,0 0 176 0,0 0 16 0,0 0 16 16,0 0-464-16,0 0-80 0,0 0-32 0,0 0 0 15,8 2-528-15,1-1-128 0,0 0 0 0,0-1 0 16,1-1 0-16,2 0 0 0,1-1 0 0,2 0 0 16,0-4 0-16,2 2 0 0,-4-3 0 0,1-1 0 15,2-3 0-15,0 0 0 0,1-4-160 0,0 0 160 16,-2 0-192-16,1-4 192 0,0-1-208 16,-1-5 80-16,2-1 0 0,-1-4 0 0,-2-2 0 0,1-2 0 0,-1-1 128 15,-1-2-128-15,-1 1 128 0,-2-1-128 0,-1 1 128 16,-1 2 0-16,-3 2 0 0,-3 4 0 0,-4 2 0 15,-2 4 176-15,-2 1-176 0,-2 4 192 0,-2 2 16 0,-1 6 16 16,1 3 0-16,1 3 0 0,-2-1 64 0,2 6 16 16,0 3 0-16,0 4 0 0,-2 4-96 0,1 5-16 15,-1 6 0-15,2 3 0 0,-1 3 160 0,1 5 32 16,1 2 0-16,0 4 0 0,2 5 96 0,0 2 32 16,1 2 0-16,3 1 0 0,-1 1-16 0,0 1 0 15,2 1 0-15,1 3 0 0,-1-1-112 0,-1 0 0 0,1 0-16 0,0-2 0 16,1-3-176-16,-1-1-48 0,1 0 0 15,-2-4 0-15,0-3-144 0,-1-3 128 16,0-3-128-16,2-2 128 0,-1-3-128 0,-1-3 0 16,2-3 0-16,-1-2 128 0,0-7-128 0,2-2 0 15,-2-3 0-15,1-2 128 0,-2-1-128 0,2 1 0 16,1-10-160-16,0 0 160 16,0 0-1360-16,0 0-176 0,0 0-48 0</inkml:trace>
  <inkml:trace contextRef="#ctx0" brushRef="#br0" timeOffset="21226.85">12859 2519 11055 0,'-7'-9'976'0,"4"5"-784"0,0-2-192 0,-3-2 0 15,4-2 6128-15,-1 0 1168 16,0 3 256-16,2-1 32 0,0 3-4080 0,1 5-816 16,0 0-176-16,0 0-16 0,0 0-688 0,0 0-128 0,0 11-16 0,1 2-16 15,0 2-880-15,1 2-160 0,-2 2-32 0,-2 3-16 16,1 3-208-16,-1-1-32 0,0 0-16 0,1-3 0 16,0 1-112-16,-1-3-32 0,0-1 0 0,-1-4 0 15,2-1-160-15,0-1 192 0,-2-4-192 0,2-2 192 16,1-6-192-16,0 0 128 0,0 0-128 0,0 0 128 0,0 0-128 0,0 0 0 15,0 0 0-15,0 0 0 0,0-4 0 0,1-6 0 16,2-2 0-16,0-2 0 0,3-4 0 0,0-2 0 16,2-1 0-16,1-1 0 15,0-1-176-15,2-1 48 0,0-1 0 0,2 2 0 0,0 2 128 0,1 3 0 16,-3 2 0-16,1 3-128 0,-3 3 128 0,0 2 0 16,-1 3 0-16,0 3-128 0,-8 2 128 0,6 7 0 15,0 3 0-15,-1 5 0 0,-1 3 0 16,0 3 128-16,-3 5-128 0,0-3 176 0,1 3-48 15,-1-2 0-15,0-5 0 0,0 5 0 0,1-6-128 0,0 0 0 0,0-2 0 0,0-3 0 16,1-4 0-16,0-2 0 16,-3-7 0-16,0 0 0 0,0 0 0 0,0 0 0 15,7 1 0-15,1-4 0 0,-1-2 0 0,1-3-176 16,-1-2 48-16,2-2 0 0,2-2 128 0,-2-2-160 0,-1-1 160 16,1-2-160-16,0-2 32 0,2-3 0 0,-1 0 0 15,0 0 0-15,2-1 128 0,0 3-160 0,-2 1 160 0,-1 3-160 16,1 4 160-16,-1 3 0 0,-3 5-144 0,1-1 144 15,-7 7 0-15,0 0 0 0,0 0-144 0,0 0 144 16,4 8 0-16,-3 4 0 0,0 5 0 0,1 2 0 16,-2 1 0-16,0 2 0 0,0-1 0 15,1 1 0 1,0 0-656-16,2-1-80 0,1-3-16 0,2-1 0 0,2-1-1488 16,1-3-320-16,2-3-48 0,2-2-11536 0,2-3-2304 0</inkml:trace>
  <inkml:trace contextRef="#ctx0" brushRef="#br0" timeOffset="21535.96">13542 2496 35359 0,'0'0'1568'0,"0"0"320"0,-3-5-1504 0,2-1-384 16,-2 1 0-16,3 5 0 0,-5 2 2576 0,-2 1 448 15,0 1 96-15,-1 3 16 0,-1 3-912 0,-2 1-176 16,0 2-48-16,-1 1 0 0,-1 2-1040 0,2-1-192 16,2 2-64-16,3-1 0 0,0-2-416 0,4-2-96 15,1 0 0-15,1-2-16 0,1-1-176 0,3-2 0 16,1-1 0-16,3 0 0 0,2-4-192 0,3 0-112 15,2-4-16-15,0-2-16 16,2-1-240-16,0 0-32 0,1-2-16 0,-1 1 0 31,-1-3-64-31,0 0-16 0,-1-2 0 0,-2 1 0 0,-2 1 272 0,-3-2 48 0,-2 1 16 0,-1-1 0 0,-1-3 368 0,-1 1 0 16,-1 0 0-16,-2 1 0 0,-3 0 0 0,-3 3 0 0,-2-2 192 16,1 0-64-16,-1-1-128 0,-1 1 0 0,-2 0 0 15,1 2 0 1,-1 3-384-16,1 0-48 0,0 4-16 0,0-3 0 15,1 1-1392-15,3 1-272 0,6 3-64 0,0 0-16 16,0 0-1760-16,0 0-336 0</inkml:trace>
  <inkml:trace contextRef="#ctx0" brushRef="#br0" timeOffset="21927.67">13916 2165 32255 0,'0'0'2864'0,"0"0"-2288"0,0 0-576 0,0 0 0 0,-5 6 3456 0,-1 3 576 16,0 3 112-16,-2 4 16 0,-2 5-1776 0,-2 3-352 16,2 5-80-16,-2 1-16 0,-1 1-1024 0,1 2-208 15,0 0-32-15,2 2-16 0,2 1-432 0,2-2-96 16,3-1 0-16,2-3-128 0,1-2 128 0,2-2-128 16,3-1 0-16,2 0 0 0,1-4 0 0,2-5-144 15,1-2 16-15,2-5 0 0,0-2-112 0,2-4-16 16,5-1 0-16,-2-4 0 15,-1-4-192-15,0-1-64 0,3-2 0 0,-2-2 0 0,-1-4 192 0,-2 1 16 16,0 1 16-16,-1-4 0 0,-2-3 144 0,-2 1 144 16,-1-1-208-16,1 3 80 0,-3-2 128 0,0-1 0 15,-2-2 0-15,0 1 0 0,-2 3 0 0,0 2 0 16,-2 1 0-16,-1 3 128 0,-1 1 0 0,-1 5 0 16,2 6 0-16,0 0 0 0,0 0 32 0,0 0 16 15,-6 1 0-15,0 4 0 0,1 5-176 0,0 1 0 16,1 4 0-16,0 0 0 0,2 1 0 0,0 1 0 15,1 2 0-15,4 2 0 16,-2-2-480-16,3-3-80 0,1 0-16 0,2-2 0 16,-1-1-1712-16,2 1-336 0,2-4-80 0,2 0-17488 0</inkml:trace>
  <inkml:trace contextRef="#ctx0" brushRef="#br0" timeOffset="22640.88">14589 2351 35007 0,'0'0'3120'0,"-7"4"-2496"0,1 1-496 0,-1-1-128 0,1 3 3584 0,-2-1 688 16,0 1 144-16,1 1 16 0,2-1-2352 0,0 1-480 16,1 0-80-16,0 0-32 0,2 0-1136 0,-1 0-224 15,0-2-128-15,3-6 128 0,0 0-128 0,0 0 0 16,2 7 0-16,-2-7 128 0,0 0-128 0,0 0 0 16,0 0 0-16,0 0 0 0,9-2-128 0,-1 1 128 15,-1-3-128-15,0 0 128 16,-1 0-528-16,1 0-32 0,-2-1 0 0,0 0 0 0,-1-2 272 0,-4 7 48 15,3-6 16-15,-3 6 0 0,-1-7 224 0,1 7-176 16,-6-4 176-16,0 3-160 0,-2 1 160 0,-1 3 0 16,-3 2 0-16,-2 4 0 0,-3 4 144 0,0 4 64 15,-1 3 16-15,-1 0 0 0,1 3 32 0,1-1 0 16,2 1 0-16,2 1 0 0,1-2-128 0,3 1 0 16,3-3-128-16,4-1 192 0,1-2-192 0,2 0 0 15,3-4 0-15,6 2 0 0,5-2 0 16,-1-4 0-16,3-3 0 15,2 0-592-15,1-4-64 0,1-2-16 0,15-11 0 32,-3-5 96-32,-4 0 32 0,-2 3 0 0,-5-2 0 0,-2-1-80 15,-2 0-16-15,0-1 0 0,-2 0 0 0,-2-5 640 0,-1 3 0 0,-2-2 0 0,-2 1 0 16,-1 2 0-16,-1 0 0 0,-1 1 0 0,-2 2 128 16,-2 6 240-16,-1 0 32 0,-1 9 16 0,0 0 0 15,0 0 304-15,0 0 64 0,0 0 16 0,-5 7 0 16,-3 3-256-16,1 3-48 0,-1 3-16 0,0-1 0 15,0 4-160-15,2-1-16 0,2 2-16 0,0-2 0 0,1-1-288 0,2 0 160 16,1 0-160-16,2-2 128 0,1-2-128 16,2-1 0-16,2-2 0 0,1 1 0 0,-1-5-352 15,3 1 48-15,-1-3 16 0,1-2 0 16,2 0-112-16,0-4-32 16,-1-1 0-16,2-1 0 0,0-2 112 0,-1 0 32 0,0-3 0 0,0 0 0 0,-1-2 288 0,1-1-192 15,-2-2 192-15,2-3-160 0,0-2 160 0,0 0 0 16,-1-3 0-16,1 1 128 0,-3 2-128 0,2-1 0 15,-2 2 0-15,-1 4 0 0,-3 2 0 0,-1 3 0 16,0 0 0-16,-4 9 0 0,0 0 192 0,0 0-16 16,0 0-16-16,0 0 0 0,2 9 96 0,0 4 32 15,-1-1 0-15,-1 2 0 0,0 3-64 0,0-2-16 16,1 4 0-16,1 0 0 0,0 1-208 0,2-2 0 16,0-2 0-16,2-2 0 15,2 0-432-15,0-1-176 0,1-2-32 0,0-5-16 16,2 1-1328-16,-1-3-272 0,2-4-48 0,0-1-11856 15,-1-3-2368-15</inkml:trace>
  <inkml:trace contextRef="#ctx0" brushRef="#br0" timeOffset="22821.05">15294 2178 15663 0,'0'0'1392'0,"1"-5"-1120"0,1 1-272 0,-1 0 0 16,-1 4 6544-16,0 0 1264 0,0 0 240 0,0 0 48 15,-5 13-4896-15,-2 1-960 0,-1 4-208 0,2 3-48 16,-2 4-976-16,0 1-208 0,-1-1-32 0,1 4-16 15,3 1-448-15,0 1-96 0,2 0-16 0,2-1 0 16,2 0-560-16,0-1-112 0,2-3-32 0,2-1 0 16,2-1-1792-16,1-4-384 0,2-3-64 0,6-1-18288 0</inkml:trace>
  <inkml:trace contextRef="#ctx0" brushRef="#br0" timeOffset="23157.44">15635 2492 10127 0,'-1'-25'896'0,"0"15"-704"0,-2-6-192 0,-1 3 0 0,2 0 6416 0,-1 0 1264 15,-1 1 240-15,-2 2 48 0,-3 1-4064 0,-2 2-800 16,1 1-160-16,-3 6-48 0,-3 2-1184 0,-1 6-240 16,-1 1-64-16,0 2 0 0,-1 2-768 0,1 2-176 15,1 2-16-15,3 2-16 0,-1 0-192 0,2 2-48 16,3-3 0-16,1 0 0 0,2-1-192 0,3 0 0 16,2 0 0-16,2-1 0 0,1-3-432 0,3-1 32 0,1-2 0 15,3-1 0 1,0-2-176-16,1-1-16 0,3-3-16 0,1 1 0 15,-1-4-160-15,1-3-48 0,0 2 0 0,1-2 0 16,2-2 32-16,1 0 0 0,-2-2 0 0,1-3 0 16,-1-2 112-16,0-1 32 0,-2-1 0 0,1 0 0 0,1-1 304 15,-1 1 64-15,-2-1 16 0,-1 2 0 0,-2 0 256 0,-1 3-160 0,-2 0 160 16,-1 2-128-16,-5 8 528 0,0 0 112 16,1-4 32-16,-1 4 0 0,0 0 272 0,0 0 48 0,0 0 16 0,0 0 0 15,0 0-624-15,0 0-128 0,0 0-128 0,0 0 176 31,4 8-1008-31,0 1-208 0,0 0-48 0,0 1 0 16,0-2-2336-16,-4-1-480 0</inkml:trace>
  <inkml:trace contextRef="#ctx0" brushRef="#br0" timeOffset="23420.39">15852 2502 43071 0,'0'0'1920'0,"0"0"384"0,-1 8-1856 0,-1 1-448 15,2 2 0-15,-1 2 0 0,-3 1 2240 0,0 2 336 16,2 1 80-16,-1 0 16 0,0-2-1328 0,2 1-256 15,0-2-48-15,1 1-16 0,0-4-656 0,0 1-144 16,0 0-32-16,1-4 0 0,-1-8-48 0,0 0-16 16,0 0 0-16,0 0 0 0,0 0 112 0,0 0 16 15,0 0 0-15,0 0 0 0,0 0-128 0,0 0 0 16,5-6-128-16,0-3 192 0,-1 2-192 0,0-3 0 16,0-1 128-16,1-1-64 0,2-4-64 0,1-1 0 15,0-1 0-15,1 0 0 0,1-6 0 0,2 2 0 16,0 1 0-16,2 2 0 0,0-2-240 0,2 1 16 0,0 5 0 0,-1-1 0 31,5-3-2016-31,8 0-416 0</inkml:trace>
  <inkml:trace contextRef="#ctx0" brushRef="#br0" timeOffset="24237.49">16681 2427 7359 0,'-4'-22'320'0,"3"14"80"0,0-4-400 16,-1 0 0-16,2 2 0 0,0 1 0 0,2 2 8832 0,-2 1 1696 16,0 6 336-16,0 0 64 0,0 0-7312 0,0 0-1456 15,-2 13-304-15,1 1-48 0,1 3-880 0,-1 5-176 0,-2 4-48 0,0-2 0 16,2 1-240-16,-3-1-48 0,0 4-16 0,2-2 0 16,0 0-176-16,1-4-32 0,0-1-16 0,-1-3 0 15,4-2-176-15,-2-3 0 0,0-4 0 0,1-1 128 16,-1-8-128-16,0 0 0 0,0 0 0 0,0 0 0 15,0 0 0-15,0 0 0 0,5-7-144 0,2-1 144 16,-2 2-176-16,0-7 176 0,2-1-160 0,2-2 160 16,-1-4 0-16,2-1 0 0,1-2-128 0,0-2 128 15,2-2 0-15,0-1 0 0,-1 2 0 0,1 4-144 0,1 3 144 16,0 2 0-16,-3 6 0 0,0 1 0 16,-2 3 0-16,0 3-128 0,-1 3 128 0,-8 1 0 15,6 8 0-15,-1 4 0 0,1 2 144 0,-2 4-144 16,-3-1 256-16,0 3-64 0,-1 1-16 0,0 1 0 0,0 1-176 0,2 1 192 15,-1-3-192-15,0-2 192 0,0-2-192 0,1-3 0 16,0 1 0-16,1-5 128 0,1-1 0 0,-2-2 0 16,-2-7 0-16,0 0 0 0,0 0-128 0,0 0-176 15,8-4 48-15,0 1 0 0,0-2 128 0,0-1 0 16,0-4 0-16,2-3 0 0,0-3 0 0,2-4 0 16,1-1 0-16,2-1-128 0,-1-3 128 0,3 0 0 15,1 1 0-15,0 0-128 0,-2 3 128 0,1 2 0 16,-1 3-144-16,-3 3 144 0,-2 4 0 0,-2 2-176 15,-1 5 176-15,-8 2-128 0,0 0 128 0,6 6 0 0,-3 5 0 16,0 2-128-16,0 0 128 0,-2 1 0 16,0 3 0-16,1 3 0 0,0-1 0 0,1 1 0 15,-1-1-128-15,2-2 128 16,4 0-1152-16,0-1-160 0,2-3-32 0,2-1 0 16,1-1-1456-16,1-5-288 0,2-2-64 0,0-2-10560 15,1-2-2112-15</inkml:trace>
  <inkml:trace contextRef="#ctx0" brushRef="#br0" timeOffset="24470.59">17455 2500 10127 0,'6'-18'448'0,"-5"10"96"0,-1-1-544 0,-1 1 0 0,-1-4 0 0,1 6 0 16,0 0 8224-16,-2 2 1536 0,-3 2 304 0,-1 2 64 16,-1 2-6176-16,-1 4-1248 0,-1 0-240 0,-2 3-48 15,0 4-1344-15,1 0-272 0,-1-1-48 0,1 1-16 16,2 0-464-16,1 0-80 0,2-2-32 0,2 0 0 0,1 0-160 0,3-2 0 16,2 1 0-16,0-3 0 0,-2-7 0 0,8 4-176 15,1-2 48-15,2 0 0 0,0-2-208 0,4 0-48 16,2-2 0-16,0-2 0 15,-3-2-128-15,2-1-48 0,-1 1 0 0,0-3 0 16,-1 0-96-16,-1-2-32 0,-1 1 0 0,-2-3 0 16,-2 2-96-16,0-3-32 15,-2 0 0-15,0 1 0 0,-3 0 32 0,0 1 0 0,0 0 0 0,-1 0 0 16,1-1-2304-16,0 0-464 0,-1-2-96 0</inkml:trace>
  <inkml:trace contextRef="#ctx0" brushRef="#br0" timeOffset="24662.69">17850 2029 16575 0,'0'0'736'0,"0"0"160"0,0 0-720 16,0 0-176-16,0 0 0 0,0 0 0 0,0 0 6768 0,0 0 1312 0,0 0 272 15,0 0 48-15,2 8-5072 0,-2 2-1008 16,-2 3-208-16,1 6-32 0,-3-1-1152 0,0 7-224 16,0 0-64-16,1 3 0 0,-3 1-432 0,2 0-80 0,1-1-128 0,1 1 176 15,0 1-176-15,-1-3 0 16,0-2 0-16,1 1 0 15,2 3-784-15,-2-6-144 0,0-2-32 0,1 1 0 16,2-2-1312-16,-1-2-272 0,0-2-48 0,-4-3-18560 0</inkml:trace>
  <inkml:trace contextRef="#ctx0" brushRef="#br0" timeOffset="24904.59">17678 2411 44175 0,'0'0'1952'0,"0"0"416"0,0 0-1904 16,6-5-464-16,0 0 0 0,2 1 0 0,1 1 1568 0,2 2 224 15,0 0 32-15,2-1 16 0,3-3-432 0,1 1-64 16,1 0-32-16,2 2 0 0,-1 0-656 0,2 1-128 16,-1 0-16-16,-2 1-16 0,0 0-208 0,-1 1-32 15,0 2-16-15,-1 2 0 0,-3 1-240 0,-2 5 128 16,1 1-128-16,-1 1 0 0,-1-2 0 0,-1 2 0 16,-1 4 0-16,-1-2 0 0,0 2 0 0,0 1-256 15,-2-4 48-15,0 2 16 16,-1-3-992-16,0-3-192 0,0-2-32 15,-1-1-16-15,-2-2-1600 0,-1-5-320 0,0 0-64 0</inkml:trace>
  <inkml:trace contextRef="#ctx0" brushRef="#br0" timeOffset="25059.32">18123 2268 38991 0,'0'-19'1728'0,"0"13"352"0,0-2-1664 0,1 0-416 0,1 2 0 0,-1 1 0 15,-1-1 1952-15,0 6 304 0,0 0 64 0,0 0 16 16,0 0-720-16,0 0-144 15,0 0-16-15,0 0-16 0,0 0-1440 0,8 4 0 0,1 4-320 0,1 1 48 32,2-2-2528-32,4 2-496 0,2 5-96 0</inkml:trace>
  <inkml:trace contextRef="#ctx0" brushRef="#br0" timeOffset="25575.58">18488 2384 3679 0,'0'0'160'0,"0"0"32"0,0 0-192 0,0 0 0 0,0 0 0 0,0 0 0 0,0 0 9728 0,-7 1 1888 16,0 4 384-16,-2-1 80 0,-2 4-8112 15,-2 2-1600-15,-1 5-336 0,-1-2-64 0,0 4-1008 0,-1-3-192 16,0 0-32-16,1 1-16 0,0 2-416 0,4-2-96 16,-1 0-16-16,3-2 0 0,2-1-192 0,3-2 0 15,2 0-192-15,1 0 192 0,-1-4-176 0,4 2 176 16,0-2-160-16,-2-6 160 16,7 2-640-16,2-1-16 0,0-2-16 0,3-1 0 0,1-2 352 0,1-1 64 15,0 0 0-15,2-3 16 0,0 0 48 0,1-3 0 16,0-1 0-16,5-5 0 0,-5 3 192 15,0-2 0-15,0 0 0 0,-2-1 0 0,2 4 0 16,-1 0 0-16,-1 4 128 0,-2 1-128 0,-2 2 368 0,-5 1 16 16,1 3 0-16,-7 2 0 0,5 6 208 0,-1 1 48 15,-1 5 16-15,-3 0 0 0,1-3-224 0,-1 3-48 0,0 1-16 0,0 1 0 16,0-1-368-16,1 0 0 0,1 0 0 16,-1 0 0-16,0-2 192 0,2-2-16 0,-1 0-16 0,1-3 0 15,-3-6-160-15,0 0-272 0,0 0 64 0,0 0 16 16,0 0 192-16,0 0 0 15,7 0 0-15,0-1 0 0,-7 1 0 0,10-4 256 16,-1-4-48-16,0-1-16 0,0-1-192 0,0-2 0 0,-2-2 0 16,4-3 0-16,4 1 0 0,0-2 0 0,-2 0 0 0,3-2 0 15,1 2-144-15,-1 2 144 0,-1 3 0 0,0 3-144 0,-5 6 144 0,0-1 0 16,-1 1 0-16,1 2 0 0,-3 2-352 16,0 2 16-16,1 0 0 0,0 1 0 0,-1 2 656 15,3 3 144-15,-1 0 32 0,2 2 0 0,1 1-368 16,1-1-128-16,2 2 0 0,-1-2 0 0,2 1 0 0,-1-2 0 15,1-1 0-15,2-1 0 0,3 0 0 0,0 1 0 16,-4-3 0-16,0-1 0 0,1-3-192 0,-1 0-48 16,0 1 0-16,0-1 0 15,1 2-1520-15,0-1-304 0,1-2-64 0</inkml:trace>
  <inkml:trace contextRef="#ctx0" brushRef="#br0" timeOffset="31632.51">19905 2428 36447 0,'-14'-6'1616'0,"7"4"336"0,-2 0-1568 0,0-1-384 0,0 0 0 0,1 2 0 16,2 0 1984-16,0 0 304 0,1-1 64 0,5 2 16 15,0 0-144-15,0 0-32 0,0 0 0 0,0 0 0 16,0 0-1328-16,8-1-272 0,1 0-48 0,4-2-16 15,1 2-336-15,5-1-192 0,2 0 192 0,2-2-192 16,3 3 240-16,11-1-64 0,0 0-16 0,5-2 0 16,1 1-160-16,3 1 128 0,1 0-128 0,0 1 128 15,0-2-128-15,-2 1 0 0,0-1 0 0,-1 2 128 16,-1 1-128-16,-3 0-224 0,-1-3 48 0,-2 2 16 16,-1 1-1088-1,0 1-224-15,-4-1-32 0,-3 0-16 0,-3 0-1712 0,-3 0-352 16,-2 2-64-16,-4-1 0 0</inkml:trace>
  <inkml:trace contextRef="#ctx0" brushRef="#br0" timeOffset="31909.26">20733 2268 41695 0,'0'0'1856'0,"-7"0"368"0,1 0-1776 0,6 0-448 0,0 0 0 0,0 0 0 0,0 0 1504 0,0 0 224 16,0 0 32-16,0 0 16 0,0 0-416 0,0 0-80 15,0 0 0-15,0 0-16 0,6 4-832 0,4 0-176 16,-1 1-16-16,1-3-16 0,3 2-80 0,2 0-16 15,-1 0 0-15,2 0 0 0,0 1-128 0,1-1 0 16,0 0 0-16,-1 1 128 0,-2-2-128 0,-1 1 0 16,0 1 0-16,-1 0 0 0,-3 2 0 0,-1-3 0 15,-1 0 0-15,-2 1 0 0,-1 1 0 0,-3 1 0 16,-1-1 0-16,0-6 0 0,-5 7 0 0,-2-1 192 16,-2 1-192-16,-3-1 192 0,-1 2 16 0,-2 1 16 15,-2-1 0-15,-1 1 0 0,-1 0-224 0,2 1 0 16,0-4 0-16,3 1 0 15,1-1-1376-15,3 1-368 0,2-1-80 0,3-2-20896 16</inkml:trace>
  <inkml:trace contextRef="#ctx0" brushRef="#br0" timeOffset="32150.35">21579 2007 50847 0,'0'0'1120'0,"0"0"224"0,0 0 64 0,0 0 16 0,-6-1-1136 0,6 1-288 0,-6 5 0 0,1 1 0 16,-1 0 1040-16,0 7 160 0,1 2 16 0,0 6 16 0,-1 3-832 0,0 2-160 15,1-1-48-15,0 3 0 0,0 2-192 0,-1-1 0 16,3 0 0-16,-1-1 0 0,2 2 0 0,0 0 0 16,-2-1 0-16,1-2 0 15,1-1-448-15,-2-1-192 0,0-3-48 0,0-1 0 16,1-3-1520-16,-1-1-304 0,0-1-64 0,2-3-11744 15,0-4-2336-15</inkml:trace>
  <inkml:trace contextRef="#ctx0" brushRef="#br0" timeOffset="32484.6">21309 2448 11055 0,'-5'-15'976'0,"2"9"-784"0,2-1-192 0,0-2 0 0,2 1 6416 0,0-1 1248 16,5 1 240-16,-1-1 48 0,3 0-4480 0,1 1-896 0,3 2-176 0,1-1-32 15,4 1-960-15,-1-2-192 0,1 3-48 0,2 2 0 16,-1 1-368-16,1 2-80 15,0 0-16-15,-1 1 0 0,0 0-192 0,-1 2-64 16,-1 1 0-16,-1 2 0 0,-1 5-192 0,-1 0-64 0,0 0 0 16,-2 2 0-16,-2 1-32 0,-1 2-16 0,0 1 0 0,-1 1 0 15,-1 0-144-15,-2 0 192 0,0-2-192 16,-1 1 192-16,-1 1-192 0,-1-5 0 0,-1-1 144 0,3-3-144 16,0-2 0-16,-3-7 144 0,0 0-144 0,0 0 0 15,0 0 192-15,0 0-64 0,0 0 0 0,0 0-128 16,0 0 0-16,0 0 0 0,2-7 0 0,1-2 0 15,-2-1 0-15,2-1 0 0,1-1 0 0,0-1 0 16,0-2 0-16,1-1 0 0,1-1 0 0,3 0 0 0,1 0 0 0,0-1-256 16,-1 0 80-16,4 2 16 15,3 3-480-15,1 0-112 0,1 0-16 0,2 1 0 16,-1 2-704-16,1 2-128 0,1 2-48 0,1 0 0 16,1 1-1840-16,2 3-368 0,1 2-80 0</inkml:trace>
  <inkml:trace contextRef="#ctx0" brushRef="#br0" timeOffset="32806.15">22230 2296 8287 0,'0'0'736'16,"0"0"-592"-16,0 0-144 0,0 0 0 0,0 0 7872 0,0 0 1536 16,0 8 304-16,-4 0 64 0,-1 1-5616 0,-3 0-1136 15,-1 2-208-15,-2 2-64 0,-1 0-1536 0,-2 4-304 16,-3-2-64-16,0 2-16 0,0 3-320 0,2-2-80 16,0-1-16-16,2 0 0 0,3-1-272 0,1-1-144 0,1 0 160 0,3-2-160 15,1-3 0-15,2-1 0 0,1-1 0 0,1-8 0 16,3 7-288-16,1-2 0 0,-4-5 0 0,10 0 0 15,3-3 288-15,0 1 0 0,1-5 0 32,1-1-832-32,-1-1-96 0,2-1-32 0,-1-1 0 0,1-4 576 0,0 0 96 0,-1 0 32 15,5-6 0-15,-2 1 256 0,-2 3 0 0,-3 4 0 16,-1 2 128-16,-2 3 96 0,-2 4 16 16,-2 0 0-16,-6 4-240 0,0 0-192 0,0 0 48 0,0 0 0 15,0 0 400-15,0 0 64 0,6 8 32 0,-4 2 0 16,1 2-208-16,-1 1-144 0,0 0 192 15,0 1-192-15,0-1 0 0,0 0 0 0,2 4 0 0,0-5-144 16,1-2-1504 0,0 1-288-16,2-1-64 0,1-2-12880 0,0-3-2576 0</inkml:trace>
  <inkml:trace contextRef="#ctx0" brushRef="#br0" timeOffset="33157.4">22488 2349 48543 0,'0'0'1072'0,"0"0"208"0,0 0 64 0,0 0 16 0,0 0-1088 0,0 0-272 0,0 0 0 0,0 0 0 0,0 0 1520 0,-1 7 240 16,3 4 48-16,-1-1 16 0,-2 3-992 0,1-1-208 16,0 2-48-16,1 3 0 0,-1 0-272 0,0 0-64 15,0-1-16-15,0 1 0 0,0-4-96 0,2 0-128 16,0-3 176-16,1 3-176 0,0-2 0 0,-1-1 0 16,-2-10 0-16,0 0 0 0,3 7 0 0,-3-7 0 15,0 0 0-15,0 0 0 0,0 0 0 0,0 0 0 16,6 0 0-16,1-4 0 0,-2-5 0 0,2 1 0 15,2-4 0-15,0 0 0 0,-1 1-176 0,1-4 176 0,1 0-192 0,1-2 192 16,0 0-224-16,2-4 64 0,2 1 16 0,-2 3 0 16,-2 3 16-16,0 4 0 0,-1 1 0 0,-2 3 0 15,-1 1 128-15,-7 5-160 0,0 0 160 0,6 5-160 16,-1 2 160-16,-1 1 0 0,0 1 0 0,0 1 0 16,0 5 0-16,1-2 144 0,-1-2-144 0,1 1 0 15,2 2 0-15,2 1 0 0,1-5 0 0,1-1 0 16,-1-1-1536-1,3-1-272-15,3 0-48 0,1-3-16 0,1-5-2208 16,3 0-432-16,3 1-96 0</inkml:trace>
  <inkml:trace contextRef="#ctx0" brushRef="#br0" timeOffset="33439.16">23098 2420 13823 0,'3'-21'1216'0,"-2"14"-960"0,0-1-256 0,0-1 0 0,1 0 5888 0,-2-1 1120 16,-3 3 224-16,1-1 64 0,0 0-3376 0,-2 1-656 16,-3 2-144-16,1 1-32 0,6 4-1552 0,-5-4-304 15,-1 3-64-15,-1 1-16 0,1-1-480 0,-2 2-96 16,0 0-32-16,-3 3 0 0,2-2-544 0,2 2 0 15,-1-1 0-15,0 3 0 0,0-2 0 0,2 1 0 16,-1 1 0-16,2 1 0 0,1-1 0 0,0 0 0 16,4-6 0-16,-1 7 0 0,1-7 0 0,2 8 0 15,2-1 0-15,1 2 0 0,3-1-208 0,0 1 0 16,0-1 0-16,4-1 0 0,2 1 208 0,-1 0-192 16,0-1 192-16,0 0-192 0,1 4 192 0,-1-3 0 15,-1 1 0-15,-1 0-144 0,-4 1 144 0,0-1 0 16,-2-1 0-16,-1 0 0 0,-1 0 0 15,-2 2 0-15,0-1 0 0,-3 1 128 0,-4-4-128 0,-1 1 0 16,-4-1 0-16,-2 2 0 16,-4 0-768-16,0 0-192 0,0-1-16 0,0-1-16 15,-1-1-2336-15,4-4-448 0</inkml:trace>
  <inkml:trace contextRef="#ctx0" brushRef="#br0" timeOffset="33664">23334 2123 50911 0,'0'0'2256'0,"0"0"464"0,0 0-2176 0,3 7-544 0,2 2 0 0,-1-1 0 0,-3-1 1184 0,2 6 128 15,-2 4 32-15,-1 3 0 0,0 1-720 0,-1 1-144 16,-2 3-32-16,-1-1 0 0,0 1-448 0,2 1 128 16,-4-1-128-16,2 1 0 15,1 0-432-15,0 3-128 0,0 0-16 0,2-3-16 16,2-2-1072-16,1 0-224 0,0-5-32 0,3 0-16 15,2-2-1968-15,2-4-400 0,0-6-80 0</inkml:trace>
  <inkml:trace contextRef="#ctx0" brushRef="#br0" timeOffset="33993.17">23694 2508 18431 0,'11'-24'1632'0,"-5"12"-1312"0,-1-2-320 0,0 0 0 0,-1 3 4912 0,-1 0 912 16,-5-1 176-16,0 3 32 0,-5 0-2256 0,1 2-448 15,-2 1-80-15,-1 3-32 0,-3 3-1488 0,2 1-320 16,-2 1-48-16,-2 3-16 0,-3-3-832 0,0 4-160 15,0 0-32-15,0 3-16 0,0 2-304 0,1-2 160 16,2 3-160-16,1-1 128 0,4 0-128 0,1-2 0 16,1 0 0-16,1 0 0 0,3 0-320 0,2 0 16 15,0-1 0-15,2 0 0 16,1 0-656-16,-2-8-128 0,8 6-16 0,3-3-16 16,0-2-48-16,2-1-16 0,-1-2 0 0,4-4 0 15,2 1 352-15,2-1 80 0,-2-2 16 0,0-3 0 16,0 0 48-16,1-1 16 0,-1-1 0 0,-1 0 0 0,-1 0 416 0,-3 1 64 0,-3 4 32 0,-1 0 0 15,-1 3 320-15,-2 1 64 0,-6 4 16 0,0 0 0 16,0 0 912-16,0 0 176 0,0 0 32 0,0 0 16 16,0 0-400-16,6 8-80 0,-2 1 0 0,0 2-16 0,-1 2-560 15,1 0-96-15,0-3-32 0,1 1 0 0,2-2-192 16,2 0 0-16,2 1-144 16,0-3 144-16,2-1-2240 0,0 1-368 0,2-2-64 0,-1-2-11168 15,2-5-2240-15</inkml:trace>
  <inkml:trace contextRef="#ctx0" brushRef="#br0" timeOffset="34189.48">24201 2137 17503 0,'4'-11'1552'0,"-2"0"-1232"0,0-1-320 0,-1 2 0 0,-1 2 5632 0,0-1 1088 16,-1 3 192-16,1 6 64 0,0 0-3488 0,0 0-688 16,0 0-144-16,0 0-32 0,-4 6-1472 0,0 5-320 15,0 2-48-15,-1 4-16 0,-3 1-544 0,1 3-224 16,1 1 176-16,-1 3-176 0,0 3 0 0,-3 0 128 0,0 0-128 0,1 0 0 31,0-2-480-31,0-1-144 0,0 1-16 0,1-3-16 16,0 3-1024-16,0-4-208 0,0-1-32 0,2-3-12576 15,-1-1-2512-15</inkml:trace>
  <inkml:trace contextRef="#ctx0" brushRef="#br0" timeOffset="34413.29">24038 2349 27647 0,'0'0'2448'0,"0"0"-1952"0,5-4-496 0,2 0 0 16,0 1 4416-16,1-1 768 0,1 0 176 0,3 2 16 16,0 0-2944-16,2 1-576 0,2 0-128 0,0 2-32 15,-1 2-640-15,0 2-128 0,-4 0-32 0,2 2 0 16,-1-1-592-16,-2 3-128 0,1-1-32 0,-3 3 0 0,-2 0 32 0,1 4 0 16,-2-5 0-16,1 2 0 0,-2 1-176 0,0 1 0 15,-1 2 0-15,0-3 0 16,-2-1-400-16,0-1-176 0,0 1-16 0,2-2-16 15,1 1-1952-15,2-1-400 0,6-2-80 0</inkml:trace>
  <inkml:trace contextRef="#ctx0" brushRef="#br0" timeOffset="34550.92">24381 2217 41407 0,'0'0'1840'0,"0"0"368"0,0 0-1760 0,0 0-448 0,0 0 0 0,0 0 0 16,0 0 976-16,8-3 112 15,-8 3 32-15,7-1 0 0,1 1-608 0,1 1-112 16,1 2-16-16,-1 0-16 16,1-1-2960-16,7 5-592 0</inkml:trace>
  <inkml:trace contextRef="#ctx0" brushRef="#br0" timeOffset="35051.36">24784 2337 7359 0,'0'0'656'0,"0"0"-528"0,0 0-128 0,0 0 0 0,0 0 8688 16,0 0 1696-16,-8 5 352 0,0 2 64 15,0-2-6896-15,-2 1-1360 0,-3 1-288 0,-2 3-48 16,-2 6-1056-16,-1-2-192 0,3-1-64 0,-1 0 0 16,-1 0-432-16,0 4-80 0,0-4-32 0,3 0 0 0,1 2-352 0,1-1 128 15,3 0-128-15,1-1 0 0,1-2 0 0,2-1 0 16,1-1 0-16,3-1 128 0,1-8-352 0,1 5-64 16,-1-5-16-16,8 4 0 15,3-2-208-15,0-2-32 0,2-2-16 0,3-3 0 16,2-1 48-16,2-2 0 0,-1 0 0 0,1-1 0 0,-1-4 128 15,2-2 48-15,0 1 0 0,4-4 0 0,0 0 336 0,-3-2-144 16,-8 7 144-16,1 1 0 0,-4 3 0 0,0 3 0 16,-3 3 128-16,-1 0-128 0,-7 3 640 0,0 0 48 15,0 0 0-15,0 0 0 0,4 6-160 0,0 0-16 16,0 3-16-16,-1-1 0 0,-2 4-240 0,2-2-64 16,-2 1 0-16,0-2 0 0,1 0-192 0,0 0 144 15,2 3-144-15,-1-3 128 0,-3-9-128 0,2 9 0 16,2 0 0-16,0 0 0 0,-4-9 0 0,0 0 0 15,5 3 0-15,1 1 0 0,-1-2 0 0,0 0 0 0,-5-2 0 0,7-3 0 16,0 2 0-16,2-6 0 16,1 1 0-16,0-3 0 0,2-2 0 0,2-2 0 15,2-2 0-15,2-1 0 0,3 2 0 0,1-1 0 16,1 1 0-16,1-2 0 0,-2 3-128 0,0 3 128 0,-1-2 0 0,-3 6 0 16,-1-1 0-16,-2 6 0 0,-5 2 192 15,-2 2-64-15,-8-3 64 0,0 0 16 0,4 11 0 16,-3 4 0-16,-2 2-144 0,-2 1-64 0,-1 0 0 15,0 2 0-15,0 1 0 0,1 1 0 0,-1 0 0 0,0 1 0 16,-1 1 0-16,-1-2-128 0,1-1 128 0,0 2-17504 16,0-3-3408-16</inkml:trace>
  <inkml:trace contextRef="#ctx0" brushRef="#br0" timeOffset="35685.87">20043 3668 11055 0,'-9'-10'976'0,"5"6"-784"0,-1 0-192 0,0-3 0 0,0 2 5424 0,-2-2 1040 15,2 2 192-15,1 1 64 0,4 4-2848 0,-4-4-560 16,-1-1-112-16,1 1-32 0,4 4-976 0,0 0-192 16,0 0-32-16,0 0-16 0,0 0-832 0,0 0-160 15,0 0-48-15,0 0 0 0,0 0-464 0,0 0-112 16,10-1-16-16,5 0 0 0,2 1-192 0,4-3-128 16,1 3 160-16,6-1-160 0,5-2 128 0,4-3-128 15,2 2 0-15,1 0 0 0,0 0 128 0,1 0-128 16,-2 1 0-16,1-1 0 0,1 1 0 0,3-1 0 15,2-3 0-15,-1 3 0 16,1 2-608-16,-2-1-112 0,-1 0-32 0,-1 1 0 16,-1-2-2032-16,-4 1-416 0,-1 3-64 0</inkml:trace>
  <inkml:trace contextRef="#ctx0" brushRef="#br0" timeOffset="35928.18">20833 3435 12895 0,'0'0'1152'0,"-5"0"-928"0,5 0-224 0,-5 0 0 15,5 0 8272-15,0 0 1616 0,0 0 320 0,0 0 64 16,0 0-7312-16,0 0-1456 0,0 0-288 0,0 0-64 0,5 6-816 0,2 1-144 16,1-1-48-16,2 2 0 0,3 1-144 15,0 4 0-15,-1-2 0 0,-1-2 128 0,3-3-128 0,-3 1 0 16,0 1 0-16,-2 1 0 0,-1-3 0 0,-2 3 0 16,-1 0 128-16,-1 3-128 0,-2-5 0 0,-2 1 0 15,-2 1 0-15,0-3 0 0,-4 3 224 0,0 2-32 16,-2-1-16-16,-1 1 0 0,-1-1-16 0,-1-1 0 15,1-1 0-15,1 0 0 16,-1-2-768-16,3 2-160 0,-1 0-16 0,1-2-16 16,3 1-3232-16,4-7-656 0</inkml:trace>
  <inkml:trace contextRef="#ctx0" brushRef="#br0" timeOffset="36624.54">21165 3793 30399 0,'0'0'2704'0,"0"0"-2160"16,0 0-544-16,0 0 0 0,0 0 3872 0,0 0 672 16,0 0 128-16,0 0 16 0,10-4-2640 0,0 0-544 0,1-2-96 0,-1-1-32 15,1 1-768-15,0-6-160 0,2 0-16 0,-1-1-16 16,1 0-224-16,0-4-64 16,0 0 0-16,-1 0 0 0,0 2-128 0,-2-4 128 0,-1 1-128 0,0-1 128 15,-1 0-128-15,0 1 0 0,-4 1 144 0,0 4-144 16,-1 0 128-16,-2 3-128 0,-1 3 128 0,0 7-128 15,0 0 224-15,0 0-32 0,-8 1 0 0,-1 6 0 16,-3 6-32-16,0 3-16 0,-1 2 0 0,0 3 0 16,0 4-144-16,2-2 160 0,0 2-160 0,3-2 160 15,2 1-160-15,2-6 0 0,3 2 0 16,2-2 0-16,3-1 0 0,2-3-176 0,2-1 48 0,1-4 0 16,2-2-384-1,0-5-64-15,4-2 0 0,2-1-16 0,0-3-240 0,2 0-32 0,2-2-16 0,0-5 0 16,-1 0 16-16,-1-4 0 0,2-2 0 0,-2-1 0 0,1-2 384 0,0 0 80 15,-2-5 16-15,0 3 0 0,0-6 224 0,-1 1 160 16,-1-4-192-16,-2 1 192 0,1 0 0 0,-2 0 0 16,-3 2 0-16,1 4 144 0,-5 3 240 0,1 4 64 15,-4 1 0-15,0 6 0 0,-2 3 432 0,-1 7 80 16,0 0 32-16,0 0 0 0,0 0-256 0,-4 8-48 16,1 4-16-16,-1 5 0 0,-3-2-320 0,2 6-64 15,-2 0-16-15,2 2 0 0,0 2-48 0,0 1-16 16,1 2 0-16,4-1 0 15,0 2-208-15,1-2 176 0,0-1-176 0,3-4 160 0,2 0-160 0,0-1 0 16,2-2 0-16,2-4 0 0,3-2-160 0,0-2-64 16,-1-2-16-16,2-3 0 15,2-2-224-15,1-2-48 0,1-4-16 0,1 0 0 16,0-4 48-16,1 0 16 0,-1-3 0 0,1 0 0 0,-1-6 96 0,2 2 32 0,-3-2 0 16,1-2 0-16,-2-3 80 0,0-1 32 0,-2 0 0 0,0 3 0 15,-4-4 48-15,1 1 16 0,-3 0 0 0,-1 3 0 16,-4 2 160-16,-1 2 0 0,-3 1 0 0,-2 4 0 15,-2 2 512-15,-1 5 16 0,-1 2 16 0,-4 1 0 16,-1 3 160-16,-2 3 16 0,-3 2 16 0,0 4 0 16,2 4-384-16,0 0-80 0,1 2-16 0,1 1 0 0,2 1-256 15,2-1 0-15,2 1 0 0,3 0 0 16,1 0-384-16,4-3-144 16,3 0-32-16,3-2 0 0,1-3-1200 0,2 0-240 0,5-5-48 0,2-1-12224 15,3-5-2432-15</inkml:trace>
  <inkml:trace contextRef="#ctx0" brushRef="#br0" timeOffset="36832.08">22338 3598 9215 0,'9'-13'816'0,"-6"6"-656"0,-1 0-160 0,1 0 0 0,-2-2 5760 0,-1 1 1136 15,-1 0 208-15,-2 3 64 0,-1 1-3024 0,-2 2-608 16,-3 2-112-16,-2 3-32 0,-2 0-1312 0,0 3-272 16,-2 2-48-16,-1 4-16 0,-1 2-912 0,0 2-176 15,0 1-32-15,3 0-16 0,1 2-304 0,2-2-64 16,3 3-16-16,3-5 0 0,1 2-224 0,4-2 0 15,3 0 0-15,3-2 0 16,2-2-928-16,4-2-128 0,1-3-32 0,5 0 0 16,3-3-768-16,3-1-176 0,0-2-16 0,4-3-16 15,-1-2-2096-15,3-2-432 0,0-2-80 16</inkml:trace>
  <inkml:trace contextRef="#ctx0" brushRef="#br0" timeOffset="37019.11">22720 3474 8287 0,'0'-15'736'0,"0"-2"-592"0,-1 0-144 0,-1 3 0 16,0 1 6736-16,-2 3 1328 0,-1 3 256 0,-1 2 48 15,2-3-3968-15,-1 4-800 0,0 3-144 0,0 1-48 16,0 5-1744-16,-1 2-336 0,-1 2-80 0,-1 1-16 16,1 3-672-16,1 2-144 0,-1 0-32 0,2 3 0 15,0 2-256-15,1 2-128 0,1 3 128 0,1 0-128 0,-2-1 0 0,1 0 0 16,2 2 0-16,1 0 0 16,0 1-464-16,0 0-128 0,0-3-32 0,0 1 0 15,0 0-608-15,0-3-128 0,1-1-32 16,0-3 0-16,-1-2-1232 0,2-3-256 0,2 0-64 15,-3-1-16096-15</inkml:trace>
  <inkml:trace contextRef="#ctx0" brushRef="#br0" timeOffset="37352.8">22545 3673 16575 0,'-5'-6'1472'0,"1"-1"-1168"16,1-1-304-16,3 0 0 0,2 1 6672 0,0-1 1280 15,2 0 256-15,1 1 48 0,2 1-5168 0,1 1-1040 16,0-3-192-16,1 4-64 0,0 1-976 0,3 0-208 15,1-1-32-15,2 0-16 0,2 1-192 0,0 0-48 16,0 2 0-16,0-1 0 0,1 2-80 0,1 2-32 16,-1 1 0-16,0 2 0 0,-2 0-16 0,-1 3-16 15,-2 2 0-15,-1 2 0 0,-1 1-48 0,-1 2-128 16,-1 0 192-16,-1 2-64 0,-3 0-128 0,-1 0 192 16,-3 0-192-16,1 0 192 0,-2-1-192 0,0-1 0 15,-2-2 0-15,0 0 0 0,-1-1 160 0,1-2-160 16,-1-2 192-16,3-8-192 0,-4 7 0 0,4-7 0 15,0 0-192-15,0 0 48 0,0 0 144 0,0 0 0 0,0 0 0 16,0 0 128-16,0 0-128 0,0 0 0 0,-3-8-176 0,2-1 176 31,1 0-720-31,3-3-48 0,1-1-16 0,2-1 0 0,5-2-624 16,0 0-112-16,4 1-16 0,0-4-16 0,4 2-1744 16,1 3-352-16,4 1-64 0</inkml:trace>
  <inkml:trace contextRef="#ctx0" brushRef="#br0" timeOffset="37950.69">23330 3553 25791 0,'0'0'2304'0,"0"0"-1856"0,0 0-448 0,0 0 0 0,-5 7 4832 0,-3 3 864 16,-1 1 192-16,-4 2 16 0,-3-3-3296 0,-1 4-672 15,-1 5-128-15,-2-4-16 0,1 2-384 0,1 0-80 16,1 0-16-16,1-1 0 0,-1 1-1056 0,4 0-256 16,1-4 0-16,3 0 0 0,3 0 0 0,0-1 0 15,4-3 0-15,1 0 0 0,1-3 0 0,2 1-224 16,-2-7 64-16,7 5 16 15,0-2-368-15,3-1-64 0,1-2 0 0,4-2-16 16,0-2-176-16,2-1-48 0,-1-2 0 0,1-1 0 16,0 2 176-16,0-3 48 0,0-2 0 0,-2-3 0 15,0 1 16-15,0 0 16 0,2-3 0 0,-1 2 0 0,0-3 400 0,-3 4 160 16,0 0-128-16,0-3 128 0,0 2 0 0,0-2 144 0,-2 3 0 0,1 1 0 16,0 1 304-16,0-1 64 0,-2 1 16 15,-1 6 0-15,-1 0 128 0,0 4 32 16,-2-3 0-16,-6 4 0 0,0 0 144 0,0 0 48 0,8 4 0 15,-1 2 0-15,-2 2-624 0,-2 4-112 0,-1 2-16 0,-2 2-128 16,-1 2 336-16,0 2-32 0,-2-1-16 0,0 1 0 16,-1-1-96-16,1-2-32 0,0 0 0 0,0 0 0 15,1-1-160-15,0-2 0 0,1 0 144 16,1-2-144-16,0-1 0 0,1-4 128 0,-1-7-128 0,0 0 0 16,3 7 0-16,-3-7 0 0,0 0 0 0,0 0 0 15,0 0 0-15,0 0-128 0,9-1 0 0,-1-3 0 0,-2-3 128 16,2-2 144-16,-1 0-16 0,1 0-128 0,-1-3-176 15,4-1-144-15,-1-1-16 0,2-2-16 0,0 0 544 0,1 1 96 16,0-4 32-16,0 2 0 0,0 1-320 16,0 0-176-16,0 4 32 0,0-2 0 0,0 1 144 0,-1 4-160 15,-2-2 160-15,-1 3-160 0,-2 3 160 0,-1 1-160 16,-6 4 160-16,0 0-160 0,0 0 160 0,0 0-128 16,0 0 128-16,0 0-128 0,0 0 128 0,0 12 0 15,-2 4 0-15,-2-1-128 0,-1 2 128 0,-2 3 0 16,1-2 0-16,-1 0 0 0,1-1 0 0,2 0 0 0,0-1 0 0,1-2 0 15,2-1 0-15,1 0-160 16,1-1 160-16,2 0-208 16,-1-6-752-16,2 2-128 0,2-3-48 0,1 1 0 15,2-1-1648-15,3-1-336 0,3 0-64 0</inkml:trace>
  <inkml:trace contextRef="#ctx0" brushRef="#br0" timeOffset="38269.94">24106 3595 42495 0,'-15'-5'1888'0,"13"2"384"0,-2 1-1824 0,1 0-448 0,3 2 0 0,0 0 0 0,-1 0 2256 0,-3 4 368 16,0 3 64-16,-1 0 0 0,0 5-1104 0,-2 3-240 15,1 3-32-15,-1 1-16 16,-1 2-832-16,2-5-160 0,1 2-48 0,-2 0 0 0,3-1-256 0,2-1 0 16,-1-3 128-16,2 0-128 15,1-1-448-15,1-2-128 0,0-2-48 0,2-1 0 16,-3-7-1648-16,0 0-336 0,0 0-64 0,14 5-19392 0</inkml:trace>
  <inkml:trace contextRef="#ctx0" brushRef="#br0" timeOffset="38644.43">24159 3504 38127 0,'-1'-13'1680'0,"2"6"368"0,3 2-1648 0,1-2-400 16,-5 7 0-16,3-6 0 0,-3 6 1792 0,0 0 256 0,3-7 64 0,-1 3 16 15,-2 4-1296-15,0 0-272 16,8 0-48-16,2 3-16 15,-2-3-752-15,1 3-128 0,3 1-48 0,1-1 0 16,0 4-448-16,3-2-80 0,-4 0-32 0,1 1 0 16,2 0 16-16,0-5 0 0,-1 2 0 0,-1 1 0 0,0-1 672 0,1 0 144 0,-1 1 32 0,-1 2 0 15,-3-6 1216-15,0 0 240 0,2 1 48 0,-3 0 16 16,-2 1 432-16,-6-2 96 0,5 2 0 0,-5-2 16 16,4 3-496-16,-1 2-96 0,-3-5-32 0,-3 10 0 0,-3 2-480 0,-3 2-112 15,-4 3-16-15,-4 2 0 0,-4-1-272 0,0 1-64 16,-1 1-16-16,1 2 0 15,0-1-256-15,3 1-96 0,5-2 0 0,-3 6 0 16,3-4 0-16,3-1 0 0,6-4 0 0,2-2 0 0,2 0 0 0,3-3 0 16,0 1 0-16,6-4 0 0,4-4 0 0,4 0 0 15,-2-2 0-15,5-2 0 0,2 0 0 0,0-2 0 16,3 1 0-16,0-4 0 0,2 2 0 0,2-1 0 16,1-2 0-16,0-1 0 0,-2 1-224 0,1-1-32 15,0-1-16-15,-3-2 0 16,0 0-960-16,-3 0-192 0,0 0-48 0,3-3-14832 15,-2 4-2960-15</inkml:trace>
  <inkml:trace contextRef="#ctx0" brushRef="#br0" timeOffset="57473.04">20132 4904 39327 0,'0'0'1744'0,"-8"0"368"0,-1 0-1696 0,0-1-416 0,1-2 0 0,-1 2 0 16,0 1 1408-16,1-2 192 0,2 1 32 0,-1-2 16 16,7 3 208-16,0 0 64 0,0 0 0 0,0 0 0 0,0 0-896 0,0 0-192 15,0 0-16-15,0 0-16 0,0 0-320 0,5-3-64 16,0-1-16-16,5 0 0 0,0-2-192 0,3 1-32 16,3 1-16-16,3-1 0 0,5 0-160 0,0 1 128 15,4-4-128-15,2 3 128 0,1 1-128 0,2 0 0 16,2-1 0-16,0 1 0 0,2-2 0 0,0 0 0 15,3 1 128-15,-3 0-128 0,1 0 0 0,1 1 0 16,-1 0 0-16,0 0 0 0,-2 1-208 0,-2 2-80 16,-1-3-16-16,-4 3 0 15,-2 1-864-15,-2-2-176 0,-3 2-48 0,-3-2 0 16,-2 1-1088-16,0 1-208 0,-4 0-64 0,-5 1-17296 0</inkml:trace>
  <inkml:trace contextRef="#ctx0" brushRef="#br0" timeOffset="57789.88">20972 4719 23951 0,'-15'1'2128'0,"10"-1"-1696"15,-1-1-432-15,-1 1 0 0,-1 0 4880 0,2 0 896 16,0 0 176-16,6 0 48 0,-5 0-3184 0,5 0-624 0,0 0-128 0,0 0-16 16,0 0-928-16,0 0-176 0,0 0-48 0,0 0 0 15,0 0-464-15,5 8-112 0,2-2 0 0,-1 1-16 16,1-2-144-16,1 0-32 0,1 0 0 0,1 0 0 15,2-1-128-15,1 2 0 0,1-3 144 0,1 1-144 16,-1 0 0-16,2 2 0 0,-1-4 0 0,1 2 0 16,0-1 0-16,-1-1 0 0,0 1 0 0,-2-1 0 15,0 1 0-15,-1 1 0 0,-3-3 0 0,-2 2 0 16,-7-3 0-16,0 0 0 0,0 0 0 0,6 6 0 0,-4 1 0 0,0 1 0 16,-4 1 0-16,-2 0 128 0,-2 0-128 0,-2 0 0 15,0 0 0-15,0 1 0 0,-1-4 0 0,0 2-128 16,1-2 128-16,1 1-192 15,0 2-1280-15,0-2-256 0,2 0-48 0,-3 1-22000 0</inkml:trace>
  <inkml:trace contextRef="#ctx0" brushRef="#br0" timeOffset="59340.84">21666 4854 15663 0,'0'0'1392'0,"0"0"-1120"0,0 0-272 0,-2-6 0 16,-1-1 5184-16,2 1 960 0,1 6 208 0,0 0 48 16,0 0-3104-16,0 0-608 0,0 0-128 0,0 0-32 15,0 0-816-15,0 0-176 0,1 8-16 0,1 3-16 0,-1 4-848 0,0 3-160 16,0 4-48-16,1 2 0 0,-1 0 16 0,0 1 0 16,1 0 0-16,-1-2 0 0,0-1-208 0,1-2-32 15,-2 0-16-15,0-5 0 0,1 1-80 0,0-2 0 16,-1-1-128-16,-1-4 192 0,1-9-64 0,-1 8 0 15,1-1-128-15,0-7 192 0,0 0-16 0,0 0-16 16,0 0 0-16,0 0 0 0,-2-7-160 0,2-1 192 16,0-1-192-16,0 0 192 0,0-4-144 0,2-4-48 15,-1 0 0-15,3-1 0 0,2 0 0 0,1-2 0 16,-1 1 0-16,1-6 0 0,2-3 0 0,1 1-128 16,1-2 128-16,-1 2-160 0,3 4 16 0,0-2 0 15,0 4 0-15,-1 3 0 16,1 2-432-16,0 3-96 0,-1 3-16 0,1 3 0 15,-1 1-544-15,1 3-112 0,-1 6-32 0,-1-2 0 16,2 4-672-16,0 3-144 0,2 2-32 0,-1 2 0 16,-1 1-272-16,0 0-48 0,0-1-16 0,1 1 0 15,-1 1-272-15,1 1-64 0,-3-2-16 0,1-3 0 0,-2-2 2016 0,2 1 416 16,-3-3 80-16,-1 0 16 0,-1-2 1504 0,-2 0 304 0,-5-4 64 0,0 0 16 16,0 0 1264-16,0 0 256 0,0 0 48 0,0 0 16 15,0 0-496-15,0 0-96 0,0 0-32 0,0 0 0 16,-5 6-640-16,-3 3-128 0,-3 3-32 0,0 1 0 15,-2 3-640-15,0-2-144 0,-2 3-32 0,1 1 0 16,0 0-272-16,0 1-64 0,3-1-16 0,0 0 0 16,2-5-272-16,4 1-48 0,2-2-16 0,2-1 0 15,1-2-160-15,4-1 0 0,1-2 0 0,4 1 0 16,3-5 0-16,4 1-176 0,-1-3 48 0,4-1 0 0,1-2-112 16,1-4-16-16,0 0 0 0,-1-3 0 0,-1 1 0 0,1 0-16 15,-3 0 0-15,-2-3 0 0,-3-1 80 16,0 2 0-16,-2-2 16 0,-2 1 0 0,-3 0 176 0,-2 0 0 15,-2 1 0-15,-1-1 0 0,-2 0-128 0,-2 0 128 16,-1 1-128-16,-3 2 128 0,-1-1-304 0,-2 3 32 16,1-1 0-16,-1 3 0 15,1-1-864-15,2 2-160 0,-1 2-48 16,9 2 0-16,-7-1-1344 0,7 1-288 0,0 0-48 0,0 0-15872 0</inkml:trace>
  <inkml:trace contextRef="#ctx0" brushRef="#br0" timeOffset="59581.98">22610 4646 17503 0,'0'0'1552'0,"0"0"-1232"15,0 0-320-15,-5-3 0 0,-1-1 6128 0,6 4 1168 16,-8-1 224-16,8 1 48 0,-5 4-4384 0,-2 1-880 0,-1 3-192 0,2 2-16 16,-2 3-1088-16,1 4-224 15,2 2-32-15,-1 4-16 0,-1-1-432 0,1 6-96 0,0 2-16 0,1-3 0 16,-1 3-192-16,0-1 144 0,4 1-144 0,-1-4 128 15,1-2-128-15,-1 0-176 0,2-1 48 0,1-2 0 32,0-3-976-32,1-1-192 0,0-1-48 0,1-2 0 15,0-2-1184-15,1-1-240 0,1-4-48 0,0 2-10480 0,0-2-2080 16</inkml:trace>
  <inkml:trace contextRef="#ctx0" brushRef="#br0" timeOffset="60116.94">22370 4982 34847 0,'-11'3'1536'0,"11"-3"320"0,-8-3-1472 0,1 3-384 0,1-3 0 0,6 3 0 0,0 0 2144 0,0 0 352 16,0 0 80-16,0 0 16 0,0 0-608 0,0 0-128 15,0 0-32-15,0 0 0 0,0 0-1136 0,9 3-240 16,1-3-32-16,3 0-16 0,2 0-32 0,0 1-16 16,2-1 0-16,3 0 0 0,1-1-144 0,0-2-16 15,0 1-16-15,2 1 0 0,0-3-176 0,1 1 160 16,-1 0-160-16,2 1 160 0,-3-3-160 0,1-1 0 15,-1 1 0-15,0 0 0 0,0 1 0 0,0-2 0 16,-5 2 0-16,-1 1 0 0,-1-1 0 0,-2 3 0 16,-1 1-160-16,-3 0 160 0,-9 0 0 0,0 0 0 15,0 0 0-15,0 0 0 0,0 0 0 0,0 9 256 16,-2 0-48-16,-4 1-16 0,1 1 96 0,-4-1 16 16,-3 2 0-16,1-3 0 0,-1 2-96 0,0-1-16 15,2-2 0-15,-1 1 0 0,1 0-192 0,-1 2 128 0,2-4-128 0,3 1 0 16,-1-1 0-16,1-2 0 15,6-5 0-15,-5 5 0 0,5-5 0 0,-4 8 0 0,4-8 0 16,0 0 0-16,0 0-256 0,0 0 16 0,2 9 0 16,-2-9 0-16,0 0-64 0,0 0-16 0,0 0 0 0,9 1 0 15,1 2 64-15,-1-3 16 0,-2-3 0 0,3 2 0 16,0-4 32-16,0 1 0 0,1 0 0 0,-1-4 0 16,1-1 208-16,-2 3-176 0,3-5 176 0,-1 3-160 0,1 2 160 0,0-1 0 15,-2 2 0-15,-1-1-128 0,1 0 128 16,-1 2 0-16,-2 2 0 0,1 1 0 0,-8 1 0 15,0 0 224-15,0 0-48 0,9 1-16 0,-9-1 128 16,8 5 32-16,-3-1 0 0,2 1 0 0,-7-5-128 0,6 7 0 16,-6-7-16-16,6 8 0 0,-1-1-176 0,0 1 192 15,0 0-192-15,1 0 192 0,-1 0-192 0,0-3 0 16,-5-5 0-16,8 8 0 16,0 0-1008-16,1-1-176 0,0 0-32 0,0-2-16 15,0-2-2336-15,3 1-464 0,2-2-80 0</inkml:trace>
  <inkml:trace contextRef="#ctx0" brushRef="#br0" timeOffset="60562.55">23198 4678 23951 0,'0'0'2128'0,"-2"-6"-1696"16,0-1-432-16,1 1 0 0,1-1 3536 0,0 7 624 16,0 0 128-16,0 0 32 0,0 0-1504 0,0 0-288 15,0 0-64-15,0 0-16 0,0 0-1024 0,1 9-208 16,-1 3-32-16,0 2-16 0,-1 6-496 0,0 0-96 16,-2 3-32-16,1 2 0 0,-1 3-224 0,0 2-64 15,-1 0 0-15,2 0 0 0,1-1-256 0,-1-2 128 16,1 0-128-16,1-4 0 0,0-2 0 0,0-2 0 15,0 0-160-15,0-4 160 16,0 0-1168-16,0-2-112 0,-1-3-32 0,2 1 0 16,-1-5-752-16,-1 1-160 0,1-7-16 0,0 0-16 15,0 0-1904-15,0 0-384 0</inkml:trace>
  <inkml:trace contextRef="#ctx0" brushRef="#br0" timeOffset="60781.95">23103 4966 16575 0,'-8'-5'1472'0,"8"5"-1168"16,0 0-304-16,0 0 0 0,0 0 5280 0,0 0 992 15,0 0 208-15,0 0 48 0,0 0-3376 0,9-6-656 0,-1 0-144 0,4 3-32 16,0-4-1072-16,2 3-224 0,2-1-32 0,-1 1-16 16,0 0-448-16,-2 2-80 0,0 0-32 0,1 1 0 15,0 1-96-15,1 3 0 0,-3 0-16 0,-1 4 0 16,0 2-64-16,-1 0-16 0,-1 2 0 0,0 0 0 0,-2 2 0 0,-1 3 0 16,1-2 0-16,-3 1 0 0,-3 0-224 0,2 0 0 15,-1-2 0-15,2-2 0 16,-1 1-768-16,2-1-192 0,0-4-32 0,1 0-16 15,-6-7-2304-15,7 5-464 0,1-1-80 16</inkml:trace>
  <inkml:trace contextRef="#ctx0" brushRef="#br0" timeOffset="62050.18">23373 4869 11055 0,'0'0'976'16,"-6"-3"-784"-16,-5-3-192 0,2-1 0 0,0 1 7232 0,1 2 1408 15,8 4 288-15,0 0 48 0,-6-3-6320 0,6 3-1264 16,0 0-256-16,0 0-48 15,9 1-1872-15,4 1-368 0,2 0-80 0,5 1-16 16,3-1-1504-16,3 1-320 0,2 0-48 0,0 1-16 16,2-4 1024-16,0 1 192 0,-2 0 32 0,-2 0 16 0,-3 2 1296 0,-3-3 272 15,-6 1 48-15,-2 2 16 0,-2 0 3312 0,-3 2 640 16,-7-5 144-16,0 0 32 0,-3 8-368 0,-1 2-80 16,-2-1-16-16,-3 3 0 0,-2 1-1680 0,0 3-336 15,0-1-64-15,-2 1 0 0,0-2-640 0,0 1-128 0,0-2-32 16,1 0 0-16,3 0-304 0,3 0-64 0,0-2-16 15,3 1 0-15,0-1-160 0,3-4 0 0,0-7 0 0,3 8 0 16,0 0-304-16,3-1 64 0,1-4 16 0,3 0 0 31,-1-2-176-31,2-2-48 0,2-3 0 0,2-1 0 0,0-2 112 0,1 0 16 0,-2-4 0 16,2-1 0-16,2 1 160 0,-1-2 160 0,-1-2-208 16,0 0 80-16,1-1 128 0,-2-2 0 0,1 0 0 0,-2 1-128 15,-1 1 128-15,0 3 0 0,0 1 0 0,-1 3 128 0,-3 3 128 16,-1 2 16-16,-2 2 16 0,-6 2 0 0,6 6 208 0,-1 3 32 15,-5 5 16-15,0-1 0 0,-1 1-144 16,-1 2-16-16,-2 0-16 0,2-1 0 0,-1 4-144 16,1-4-32-16,-1 2 0 0,0-1 0 0,2-3-192 15,1 0 144-15,0-1-144 0,1-2 128 0,1 0-128 0,0 0 0 16,1-3 0-16,-3-7 0 0,0 0 0 0,6 6 0 16,-6-6 0-16,0 0 0 0,0 0-208 0,10 1 80 15,-3-4 128-15,2 1-208 0,1-5 80 0,-3-1 128 16,4 1-208-16,-1-3 80 0,1-1 128 0,-1-1-208 15,1 0 80-15,0-1 128 0,1-2-224 16,0-2 80-16,0 0 16 0,-1 0 0 0,-2 1 128 0,2 0-208 16,-1 2 80-16,1 1 128 0,-2 0-192 0,0 4 192 15,-3 1-160-15,1 3 160 0,-1 1-160 0,-6 4 160 16,0 0-160-16,0 0 160 0,0 0 0 0,7 3 0 16,0 0-128-16,-2 4 128 0,-1 1 0 0,-2 4 0 15,1 1 0-15,2-2 0 0,-4 2 0 0,5 0 0 16,0 3 0-16,1-2 0 0,-1-1 0 0,2 0 0 15,2-1 0-15,2-1-144 0,2-2-48 0,1 0-16 16,-1-1 0-16,0-3 0 0,2 0-48 0,1-5-16 0,-1 0 0 16,2 0 0-16,-1-4 272 0,0 2-160 0,0-4 160 15,0 0-128-15,0-1 128 0,0-3 0 0,-2-2 0 0,0 0 0 16,-1 1 0-16,-1 2 0 0,0-4 0 0,-1 0 0 16,0-3 0-16,-3 0 0 0,0 1 0 0,-3 2 0 15,-3 2 0-15,-4 2 0 0,1 2 0 0,0 7 0 0,-7-3 144 0,-2 3 16 16,-3 1 0-16,-1 4 0 0,-1 3 112 0,-2 4 32 15,-1 1 0-15,2 1 0 0,-1-1-112 0,4 0 0 16,1 1-16-16,0-1 0 16,3-1-176-16,2-1 0 0,1-2 144 0,1 0-144 0,2-1 0 0,4-2 0 15,-2-6 0-15,0 0-128 0,6 7-192 0,3-2-16 16,3-2-16-16,1-2 0 16,0-2-208-16,0-2-32 0,1-1-16 0,1 0 0 15,-1-2 16-15,-1-1 0 0,0-3 0 0,0 1 0 16,0-1 208-16,-1 3 32 0,-3-5 16 0,2-1 0 0,-2 1 336 0,0-1-176 15,-1 0 176-15,-2 3-128 0,-2-2 128 0,0 4 0 16,-1 2 0-16,-3 6 0 0,0 0 128 0,0 0 16 16,0 0 0-16,0 0 0 0,0 0 288 0,0 0 48 15,-7 6 16-15,1 2 0 0,-1 0-176 0,2 1-48 16,0 1 0-16,1 2 0 0,-2 0-272 0,5 1 160 16,1 1-160-16,1-3 128 0,2-1-128 0,2-1 0 15,3-1 0-15,1 1 0 0,2 0 0 0,0-1 0 16,4-2-192-16,2-2 192 0,4-2-336 0,-1-2 48 0,0-2 16 15,1 1 0-15,2-4-48 0,-1 0 0 0,-2-2 0 0,0 1 0 16,-1-1 320-16,-2-3-160 0,-1-1 160 0,1 0-128 16,1 0 128-16,-1-5 0 0,0 2 128 0,-2-5-128 15,2-2 224-15,-1-3-32 0,1-1 0 0,-1 1 0 16,-1-1-16-16,1-1-16 0,1-2 0 0,0 1 0 16,-3 1-16-16,-1-1 0 0,0 2 0 0,-1 1 0 15,-2 2 80-15,-3 1 16 0,-3 3 0 0,-3 5 0 16,0 4 144-16,-2 0 16 0,-3 1 16 0,0 3 0 0,-1 3 96 15,-3 2 0-15,-2 0 16 0,-2 7 0 16,-1 5-208-16,-3 3-64 0,-1 4 0 0,1 1 0 0,0 5-80 16,2 1-32-16,-2 3 0 0,2-2 0 0,2 2-16 0,3 2-128 15,1 1 192-15,4-2-64 0,4 0-128 0,4-4 0 16,1-2 144-16,3 0-144 0,1-2 0 0,1-4 0 16,4-2 0-16,0-3 128 0,1-3-128 0,1 0 0 15,2-7 0-15,2 3 0 0,0-1 0 0,-1-1 0 16,-3 0-144-16,-1-4 144 0,2 0-192 0,0-2 16 15,-1 1 16-15,0 0 0 16,-2 0-1040-16,-1-2-208 0,-3-2-32 0,3 2-14688 16,3 3-2944-16</inkml:trace>
  <inkml:trace contextRef="#ctx0" brushRef="#br0" timeOffset="62703.95">20161 6109 23039 0,'0'0'2048'0,"-8"3"-1648"16,0 0-400-16,-1-2 0 0,1-1 3728 0,0-1 672 16,-1-2 128-16,1 3 16 0,2-2-2000 0,6 2-416 0,-7 0-80 0,7 0 0 15,0 0-192-15,0 0-16 0,0 0-16 0,0 0 0 16,0 0-880-16,0 0-176 16,8 0-48-16,3-1 0 0,-1-2-288 0,4 0-64 15,6 1-16-15,3-1 0 0,3 0-176 0,4 1-48 16,2-1 0-16,0 1 0 0,2-2-128 0,1 0 0 15,2 0 0-15,-1 0 128 0,1 1-128 0,-1 1 0 0,2 0 0 0,-1 0 0 0,-2-1 0 16,0 1 0-16,-1 0 0 0,-1 2-176 16,-3 2-1008-16,0-1-208 0,-2 3-32 15,0-4-16-15,-1 0-1632 0,0 0-320 16,1-3-64-16</inkml:trace>
  <inkml:trace contextRef="#ctx0" brushRef="#br0" timeOffset="62977.78">20888 5982 31327 0,'-15'5'2784'16,"8"-2"-2224"-16,-2-1-560 0,1 0 0 0,2-2 3744 0,6 0 640 16,0 0 128-16,0 0 32 0,-6 4-2688 0,6-4-512 15,0 0-128-15,0 0 0 0,0 0-416 0,0 0-80 16,0 0-16-16,8 5 0 0,1 0-416 0,3-1-96 16,1 0 0-16,0-1-16 0,1-2-32 0,1 0 0 15,0 0 0-15,2 1 0 0,-1 0-144 0,0 2 0 16,-1 0 0-16,1 1 0 0,-2-3 0 0,1 0 0 0,-1 2 0 0,2 0 0 15,-2 1-176-15,-1 2 48 16,-3-1 0-16,0 1 0 0,-1-1 128 16,-3-2-208-16,-6-4 80 0,4 8 128 0,-3 0-192 15,1 2 192-15,-4-2-160 0,0 3 160 0,-3-2-160 0,-1 1 160 0,-3 2-160 0,0 1 160 32,-1 0-992-32,-1 1-96 0,1 2-32 0,-2 1-14240 0,0-4-2864 0</inkml:trace>
  <inkml:trace contextRef="#ctx0" brushRef="#br0" timeOffset="63762.57">21610 6026 11967 0,'0'0'1072'0,"0"0"-864"0,0 0-208 0,0 0 0 15,0 0 6016-15,0 0 1168 0,0 0 240 0,0 0 32 16,0 0-4032-16,2 9-800 0,-1 5-176 0,-1 1-16 16,0 3-800-16,0 2-160 0,0 3-16 0,0 4-16 0,0-1-544 0,0 0-128 15,1 0 0-15,1-3-16 0,-1-2-272 0,2-1-48 16,0-3-16-16,3-3 0 0,-2-1-224 0,-1 0-64 16,1-5 0-16,2-2 0 0,-6-6-128 0,0 0 160 15,5 4-160-15,-5-4 160 0,8 2-160 0,-8-2 160 16,6-4-160-16,2 0 160 0,0-1-160 0,-2-5 160 15,1 1-160-15,-1-2 160 0,2-3-160 0,-1-1 0 16,-1-2 0-16,1 0 0 0,1-4 0 0,1 2 0 16,0-2 0-16,1-1 0 0,2-2 0 15,0 1 0-15,1 0-144 0,1-3 144 16,0 4-704-16,1 1-16 0,-2 2-16 0,-1 2 0 16,-1 2-848-16,1 4-160 0,-2 2-48 0,1 3 0 15,-1 0-1120-15,2 3-224 0,0 2-64 0,0 1 0 16,1 0-672-16,-3 1-144 0,-1 2-16 0,2-1-16 15,-4 2 2592-15,0-1 528 0,-7-3 96 0,6 7 32 0,1 0 2288 0,-2 2 464 16,-1 2 96-16,-1-2 0 0,1 3 1216 0,-2 3 224 16,-1 1 48-16,1 0 16 0,-1 1-912 0,0 1-176 15,1-1-32-15,-1 0-16 0,0 0-992 0,1-2-192 0,-1 0-32 0,0-2-16 16,1-2-736-16,-1 1-128 0,3-3-48 0,-2-1 0 16,-2-8-272-16,3 7-176 0,-3-7 32 0,5 5 0 31,0-1-2304-31,2-2-464 0,1-2-96 0,-8 0-17776 0</inkml:trace>
  <inkml:trace contextRef="#ctx0" brushRef="#br0" timeOffset="64199.78">22198 5823 24879 0,'0'0'2208'0,"0"0"-1760"0,0 0-448 0,0 0 0 0,0 0 2656 0,0 0 448 15,0 0 96-15,0 0 0 16,0 0-2400-16,8-1-480 0,-8 1-112 0,9 0-16 0,3 1-192 0,0 0 144 15,-3 2-144-15,-1 2 128 0,-2 3 496 16,1 1 80-16,-2 1 32 0,0 6 0 0,0 4 624 0,-1 3 128 16,0 3 32-16,-1 0 0 0,-1 0-64 0,-2-2-16 15,0 1 0-15,0-1 0 0,0 1-512 0,0 0-96 16,0-2-32-16,0 0 0 0,0-3-416 0,0-1-96 16,-1-1-16-16,1-2 0 0,0-3-144 0,0-3-128 15,0 0 144-15,0-3-144 0,0-7 128 0,0 0-128 16,0 0 0-16,0 0 0 0,0 0 0 0,0 0 0 15,0 0-176-15,0 0 176 0,0 0-288 0,0 0 64 16,5-10 16-16,1 0 0 0,-1-3 48 0,1 3 16 16,0-3 0-16,1-1 0 0,1-2 144 0,1 0-160 15,0 2 160-15,2-2-160 0,-1 2 160 0,2 1 0 16,1 0-144-16,0 1 144 0,1 2 0 0,1 2 0 16,-1-1 0-16,0 2 0 0,0 3-160 0,-1 2 160 0,-2 2-208 0,0 0 80 15,-2 1 128-15,-1 3 0 16,-3 1 0-16,-3 2 0 0,0 1 0 0,-4 2 192 15,-1 3-32-15,-3 4-16 0,-1-1-16 0,-4 2-128 0,-1 0 192 0,-1 0-64 16,0 1-128-16,-1-2 0 0,0-1 0 0,1 1 0 16,0-4-832-16,1-1-208 0,-1 1-48 0,1-1 0 15,2-6-1584-15,2 1-320 0,1-3-64 16</inkml:trace>
  <inkml:trace contextRef="#ctx0" brushRef="#br0" timeOffset="65011.33">22687 6033 10127 0,'0'0'448'0,"0"0"96"0,0 0-544 0,0 0 0 0,0 0 0 0,0 0 0 0,2 10 8080 0,-1 2 1520 16,-1 0 288-16,0 1 64 0,0 1-6368 0,-1 2-1280 15,-1 1-256-15,2 0-64 0,-1-2-960 0,0 1-208 16,-1-2-48-16,1 1 0 0,0 0-304 0,-1 1-64 16,1-4-16-16,0-1 0 0,0-1-144 0,-1-3-48 15,2-7 0-15,0 0 0 0,2 7-192 0,-2-7 0 16,0 0 0-16,0 0 0 0,0 0 0 0,0 0 0 15,0 0 0-15,0 0 0 0,0 0 0 0,6-7 0 16,1-2 0-16,0-1 0 0,1-1 0 0,0 1 0 16,1-3 0-16,0-3 0 0,2-1 0 0,0-1-208 15,4-3 32-15,-2 4 16 16,0 3-224-16,1 1-32 0,2 1-16 16,0 2 0-16,0 2-320 0,3-3-64 0,-2 4-16 0,1 1 0 15,0 3-80-15,2-1-32 0,-1 0 0 0,1 2 0 16,-1-2 96-16,1 2 16 0,-2-1 0 0,-1 2 0 0,-3 1 496 0,1 0 96 0,-5-1 32 0,-1 1 0 15,-2 1 560-15,-7-1 112 0,4 6 32 0,-3 2 0 16,-1-1 720-16,-2 1 128 0,-2 1 48 0,-4 3 0 16,-3 1-400-16,-2 1-80 0,-2 2-16 0,-2-2 0 0,-2-1-320 15,1 1-64-15,1-1 0 0,2 0-16 16,0-1-272-16,2 0-48 0,3-2-16 0,-1-1 0 0,4-1-160 16,1-1 0-16,2-3 0 0,4-4 0 15,0 0-176-15,0 0-64 0,0 0-16 0,10 2 0 16,0-3-288-16,3-2-64 0,3-2-16 0,1-1 0 15,0-1 0-15,1-1 0 0,3 0 0 0,-2-2 0 16,-1-2 80-16,1-1 16 0,-2-1 0 0,0 1 0 16,-4 0 192-16,0 1 32 0,0 3 16 0,-3-3 0 0,-1 0 288 0,-1 1 0 15,0-1 0-15,-3 3 0 0,-5 9 0 0,0 0 0 16,0 0 0-16,0 0 0 0,0 0 176 0,0 0-16 16,0 0 0-16,0 0 0 0,0 0 48 0,4 6 16 15,-1 1 0-15,-1 1 0 0,1 0-224 0,0-1 0 16,0 3 0-16,1 0 0 0,3-2 0 0,-2 0 0 0,2-1 0 15,-1 1 0-15,2-1 0 0,1 1-192 16,0-2 192-16,2-2-208 16,2-3-288-16,0-2-48 0,-2-2-16 0,4-1 0 15,-2-1-192-15,2 0-32 0,1-1-16 0,0-2 0 16,-1-1-160-16,2-3-48 0,0-1 0 0,-1 0 0 16,-2 0 176-16,-1-2 48 0,0 0 0 0,0-5 0 0,0-2 624 0,-1 0 160 0,-1-4 0 0,-1 2 0 15,0-3 464-15,1 2 128 0,-2 2 32 16,0-1 0-16,-1 3 272 0,0 2 48 0,-3-1 16 0,-1 6 0 15,-2 5 64-15,0 0 32 0,-2 9 0 16,0 0 0-16,0 0 224 0,0 0 64 0,0 0 0 0,0 0 0 16,-7 9-576-16,1 0-96 0,-1 5-32 0,1 3 0 15,-2 1-464-15,0 5-176 0,-1 0 0 0,1 3 144 0,0 0-144 0,2 2 0 16,-1-4 0-16,2 2 0 16,0-1-608-16,0 0-96 0,-1-3-32 0,2 0 0 15,-1-1-944-15,0-1-192 0,0-1-48 16,1-2 0-16,1-2-2640 0,3-6-544 0</inkml:trace>
  <inkml:trace contextRef="#ctx0" brushRef="#br0" timeOffset="65267.7">23433 6055 43775 0,'0'0'1936'0,"0"0"400"0,0 0-1872 0,0 0-464 15,0 0 0-15,0 0 0 0,9 0 1728 0,2-1 240 16,-1-1 48-16,3 1 16 0,3 0-752 0,1-2-160 15,1-1-32-15,1 2 0 0,0 0-656 0,-1 0-144 16,0 2-32-16,-1 2 0 0,0-4-80 0,-1 2-32 16,-1 0 0-16,0 2 0 0,-2 4-144 0,-3 0 0 15,-1 1 0-15,-1 0 128 0,-1 4-128 0,-1-3 128 16,-2 2-128-16,-1 2 128 0,-1-3-128 0,1 1 0 16,-2 2 0-16,1 0 0 0,-1-3-352 0,1-1 48 0,-2-8 16 0,2 8 0 31,-2-8-1552-31,0 0-304 0,0 0-64 0,0 0-16 15,5 2-2512-15,-5-2-496 0</inkml:trace>
  <inkml:trace contextRef="#ctx0" brushRef="#br0" timeOffset="65404.83">23777 6017 13823 0,'-2'-18'608'0,"0"10"128"0,1-2-592 0,2-1-144 0,-1-2 0 0,0 3 0 16,2-3 5024-16,0 2 976 0,0 2 192 0,0 1 32 16,2 1-3648-16,0 1-720 0,-4 6-160 0,6-4-32 0,2 3-1136 0,0 0-224 15,-1 1-48-15,0 2-16 16,1 2-2224-16,1-1-432 0,3 2-80 0,0 4-32 0</inkml:trace>
  <inkml:trace contextRef="#ctx0" brushRef="#br0" timeOffset="66512.7">24101 5985 9215 0,'0'0'816'0,"0"0"-656"0,-4 0-160 0,0 1 0 0,4-1 7520 0,-6 5 1472 16,-1 0 288-16,-1 2 64 0,-1-1-5488 0,-2 2-1104 15,1 1-208-15,-1 2-48 0,0 1-1104 0,-1 2-224 16,-1-1-32-16,-1-1-16 0,2 1-544 0,1 0-96 15,2 0-32-15,3-2 0 0,1 0-272 0,1-2-176 16,0-1 192-16,2 0-192 0,1-2 0 0,1-6 0 16,0 0-160-16,0 0 160 15,9 5-464-15,2-2 16 0,-1-4 16 0,2-1 0 16,2 0-64-16,1-1-16 0,-1-1 0 0,2-2 0 0,0-6 128 0,4 3 0 16,1-4 16-16,-2 0 0 0,1 0 208 0,-3 0 160 15,0 0-208-15,2-2 80 0,1 2 128 0,-4 0 0 0,-3 0 0 16,-3 4 0-16,-1 3 320 0,-1 2 32 0,-1 2 16 15,-7 2 0-15,0 0 224 0,0 0 48 0,2 7 16 0,-2 3 0 16,-2-1-96-16,-1 3-32 0,2 1 0 0,-2 3 0 16,-1-4-240-16,2 1-48 0,0 0-16 0,1-2 0 15,-3 0-224-15,3-2 144 0,-1-1-144 0,2 1 128 0,0-9-80 16,2 6-48-16,-2-6 0 0,0 0 0 0,0 0 0 16,8 6 0-16,-2-4 0 0,2 1 0 0,1-3 0 0,0 0-128 15,-1-1 128-15,-2-2-160 0,4-2 160 16,-1-2-192-16,-3-1 192 0,2-1-192 0,0 1 192 0,1 1-192 15,-1-4 192-15,1 0-192 0,-1-3 192 16,1 1-208-16,1-4 80 0,3 2 128 16,-2 2-288-16,-1-2 64 0,-1 0 16 0,0 0 0 15,1 2-32-15,-1 3 0 0,-3 1 0 0,1 4 0 0,-2 1 16 0,-5 4 0 16,0 0 0-16,0 0 0 0,0 0 224 0,0 0 0 16,5 6 0-16,-1 3 0 0,-1-2 0 0,-2 3 160 15,-2 3-160-15,-1-1 192 0,1 1-64 0,1 1 0 16,0 1 0-16,1-2 0 0,-1 0-128 0,3-1 0 15,1-1 144-15,0 0-144 0,2-2 0 0,3 0 0 16,3-1 0-16,1-2 0 0,0 1 0 0,3-4 0 16,0-2 0-16,2-1-128 0,3-1 128 0,0-2-160 15,-3-1 160-15,0 1-160 0,0-3 160 0,-1 1-208 16,-1-2 80-16,0-1 128 0,1-2-128 0,-2-1 128 16,-1 0 0-16,0-1 0 0,-1-1 0 0,-2 0 0 15,-2 0 0-15,-1 1 0 0,1-1 0 0,-3 4 128 0,-3 0-128 16,-1 2 128-16,-2 7-128 0,0 0 0 0,0 0 0 15,0 0 0-15,-8-1 208 0,0 4 64 0,-1 2 16 0,-1 1 0 16,-2 1-288-16,0 1 0 0,0 0 0 0,1 1 0 16,-1 2 0-16,0-1 208 0,3 1-16 15,3 0 0-15,0-3-192 0,2-1 0 0,1 0 0 0,1-1 0 16,2 2 0-16,0-8-256 0,3 8 48 0,-3-8 16 0,9 4-96 0,3-3-16 16,-4-1 0-16,3 0 0 15,2-1-224-15,-1 1-48 16,-2-4-16-16,2 1 0 0,-1-3 48 0,-1-1 16 0,0 0 0 0,0 0 0 15,-3 1 224-15,1-1 48 0,1 0 16 0,-1 1 0 0,-1-2 240 0,-1 2 0 16,1 0 0-16,-7 6-144 0,0 0 144 0,0 0 0 16,0 0 0-16,0 0 0 0,0 0 176 0,0 0 64 15,0 0 16-15,0 0 0 0,0 0-32 0,2 7 0 16,1 1 0-16,-3-8 0 0,0 0 16 0,5 9 0 16,2-3 0-16,1 1 0 0,1-1-48 0,0-2-16 15,-1 0 0-15,3-2 0 0,2-4-176 0,2 0 160 16,-1-2-160-16,3-1 160 0,1-2-160 0,0 2 0 15,2-2 0-15,0-1 0 0,-1-2 0 0,1-3 0 16,1-3 0-16,-1-1 0 0,1 0 0 0,0-1 0 16,1-3 0-16,0-1 0 0,-1-1 0 0,0-1 0 15,-3 1-128-15,-1-2 128 0,-1-1 0 0,-2 1 0 16,-1-1 0-16,-2 1 0 0,-3 3 0 0,-4 4 0 16,-3 2 0-16,-2 3 0 0,-3 3 320 0,-2 1 16 15,-1 2 16-15,-4 3 0 0,-1 6 208 0,-1 3 32 16,-1 3 16-16,0 3 0 0,-2 4-272 0,0 3-48 0,1 1-16 15,-1 5 0-15,-1 1-48 0,3 1-16 0,2 0 0 16,3 1 0-16,1 3-208 0,4 0 0 0,4 0 128 0,3-1-64 16,2-4-64-16,3-1 0 0,1-4 0 0,3-1 0 15,2 0 0-15,2-4-128 0,1-2 128 0,1-2-160 16,0-2 160-16,4-2 0 0,-2-4 0 0,0 1 0 16,-2 0 0-16,0-1 0 0,2-1 160 0,-2 0-32 15,-3-4-592-15,1 2-96 16,-2 0-16-16,5-1 0 0,-2 0-2192 0,4 0-448 0</inkml:trace>
  <inkml:trace contextRef="#ctx0" brushRef="#br0" timeOffset="74410.5">2347 7858 15663 0,'-11'-3'1392'0,"7"2"-1120"0,-2 0-272 0,-1-2 0 0,1 1 6032 0,-2 0 1152 16,3 0 240-16,0 0 32 0,-2-1-4448 0,2 0-880 15,5 3-176-15,0 0-32 0,-4-5-320 0,4 5-48 16,0 0-16-16,0 0 0 0,8-4-800 0,1 1-160 15,4 1-48-15,5-1 0 0,3 0-320 0,6 1-64 16,6-2-16-16,2 0 0 0,3 0-128 0,1 1 192 16,0 1-192-16,3 1 192 0,2-1-192 0,2 1 128 15,2-3-128-15,0 1 128 0,4 1-128 0,1 0 0 16,-3 1 0-16,-1 0 128 0,-4 0-128 0,0 1 0 16,-2 1 0-16,-3-1 0 0,-2 0 0 0,-2 0 0 15,-2 0 0-15,-2 0-176 16,-5 1-384-16,-1 0-80 0,-4 1 0 0,-1-1-16 15,-3-1-704-15,-1 1-144 0,-4-1-32 0,-1-1 0 16,-2-2-2240-16,5-2-464 0</inkml:trace>
  <inkml:trace contextRef="#ctx0" brushRef="#br0" timeOffset="74644.19">3547 7683 47343 0,'-13'4'2096'0,"13"-4"432"0,-6 3-2016 0,6-3-512 0,-4 4 0 0,-1 0 0 15,5-4 1392-15,0 0 176 0,-5 2 32 0,5-2 16 16,-4 6-496-16,4-6-96 0,0 0-32 0,0 0 0 15,2 7-576-15,2 1-112 0,1 0-32 0,3-1 0 16,1-2-272-16,2 0 0 0,0-1 0 0,2 2 0 0,1-2 0 0,0 2 0 16,0-3 0-16,2 1 0 0,-3 0 0 15,-1 0 0-15,-2 1 128 0,-1 2-128 0,-1-3 0 0,-3 1 0 16,0 2-176-16,-3 0 176 0,-4 2 0 0,-1 2 0 16,-4 1 0-16,-2 1 0 0,-5 2 0 0,-5 1 0 15,-2 1 0-15,-1-1 0 16,-4 1-192-16,1-1-144 0,-1 3-32 0,4-1-16512 15,3-4-3296-15</inkml:trace>
  <inkml:trace contextRef="#ctx0" brushRef="#br0" timeOffset="75595.96">4513 7513 10127 0,'0'0'896'0,"-2"-10"-704"0,-2-1-192 0,0-2 0 0,1-2 7616 16,1 2 1472-16,-1 0 320 0,1-1 48 15,-2 0-5952-15,1 1-1200 0,-1 1-224 0,2 1-48 0,-1 2-640 0,0 3-128 16,-1 1-32-16,4 5 0 0,0 0-512 0,-5-3-96 16,5 3-32-16,-8 3 0 0,-1 3-272 0,0 6-64 15,-4 5-16-15,-1 6 0 0,-2 7-240 0,2 4 0 16,-3 5 0-16,1 2 0 0,1 0 0 0,0 0 0 15,1 4 0-15,2-2 0 16,2 2 0-16,1-1 0 0,1-1 0 0,4 0 128 0,-1-1-128 0,1-3 0 16,1-3 0-16,2-3 0 0,1-3 0 0,1-4 0 15,-1-4 0-15,1-2 0 0,2-2-368 0,0-1-16 16,1-4 0-16,-1-4 0 16,0-1-1184-16,0-1-240 0,-3-7-48 0,0 0-16 15,0 0-1360-15,0 0-272 0,0 0-48 0,0 0-16 16,-4-11-752-16,-4-1-160 0,0-2-16 0,-4-4-16 15,-2-3-96-15,-2-3-32 0,-2-2 0 0,0 2 0 0,1-1 4160 0,0 4 832 16,1 1 160-16,1 5 48 0,3 2 3968 0,2 4 784 16,0 2 176-16,4 2 16 0,3 1-640 0,3 4-144 15,0 0-32-15,4-7 0 0,3-2-2192 0,2 3-432 0,3-1-80 16,1-1-32-16,2-2-944 0,4-3-192 0,1 0-48 0,4-3 0 16,2 1-192-16,1 0-64 0,2 1 0 0,1 1 0 15,1 1-208-15,-1 2-48 0,0 1-16 16,-1 1 0-16,-4 4-240 0,-1 1 144 0,-1 6-144 0,-4 0 128 15,-2 3 0-15,-3 4-128 0,-2 4 192 0,-3 0-64 16,-2 3 64-16,-3 1 16 0,-4 0 0 0,0 1 0 16,-3-2-16-16,1-1-16 0,-2 1 0 0,0-1 0 0,-2-3-176 15,3-1 128-15,-1-3-128 0,1-1 128 16,3-8-128-16,0 0 0 0,0 0 0 0,0 0 0 0,0 0 0 16,0 0 0-16,0 0 0 0,0 0 0 0,0 0-304 0,1-7 64 15,2-3 16-15,2-3 0 0,2 0-16 0,-1-3 0 16,3-3 0-16,2-2 0 0,1-1 80 0,-1 1 16 15,2 2 0-15,-1 1 0 0,0 0 144 16,-1 5-128-16,1 2 128 0,-1 2-128 0,-1 3 128 0,1 3 0 16,-4 3 0-16,1 3 0 0,-1 1 192 0,-1 2 0 15,1 2 16-15,-1 2 0 0,-1 1 48 0,1 2 16 16,0 1 0-16,-1 2 0 0,1-4-128 0,-1 1-16 16,-1-2-128-16,0-1 192 0,0-3-192 0,-1 1 144 15,0-1-144-15,-3-7 128 0,0 0-128 0,0 0 0 16,0 0 144-16,0 0-144 0,0 0 0 0,0 0 128 15,0 0-128-15,0 0 0 0,0 0 0 0,0 0 144 16,7-4-144-16,-2-3 0 0,-1-1 0 0,1-3 0 0,3-2 0 0,0-3 0 16,2 0 0-16,0-2 0 15,1-3 0-15,1 0 0 16,1-2-368-16,1 1-128 0,2 0-16 0,2-2-16576 16,1-1-3328-16</inkml:trace>
  <inkml:trace contextRef="#ctx0" brushRef="#br0" timeOffset="76142.8">6035 7627 4607 0,'-11'-2'400'0,"11"2"-400"0,-5-3 0 0,1-2 0 0,0-2 8768 0,1-3 1664 15,-1 0 320-15,-2 0 80 0,1 1-7424 0,-1 0-1488 16,-1 1-288-16,1-1-64 0,-1 1-144 0,1 2-16 16,-2-1-16-16,-3 3 0 0,0 3-528 0,-2 0-96 15,0 1-32-15,-3 2 0 0,-1 4-288 0,-1 0-64 16,-2 3-16-16,-1 4 0 0,0 0-176 0,2 0-48 15,-1 2 0-15,1 0 0 0,0-3-144 0,4 1 0 16,1-1 0-16,2 0 128 0,1-3-128 0,5 0 0 16,1-1 0-16,1 0 0 0,4-8 0 0,2 7 0 15,-2-7 0-15,8 8 0 0,1 0 0 0,2-1 0 0,-1-2-128 16,2-1 128-16,1 0 0 0,3-2 0 0,-1 1-144 0,2-2 144 16,0-1 0-16,0 0 0 0,0 0-128 0,0 1 128 15,-1 2 0-15,-1 1 0 0,0 0 0 0,-2 1 0 16,-2-1 0-16,1 2-128 0,-4-2 128 0,-2 3 0 15,-2 1 0-15,-2 1 0 0,-4 1 0 16,0 1 0-16,-4 0 0 0,0 2 0 0,-4-1 128 0,-2 1-128 16,-3 0 160-16,0 0-160 0,-2 0 160 0,1-1-160 15,-2 0 0-15,0-2 128 0,-2 2-128 0,2-4 0 16,-3-2 0-16,3 0 0 0,1-3 0 0,1 0 0 0,2-2-256 16,2-1-112-16,2 0-16 0,3-1 0 15,2-3-960-15,4-2-192 16,2-4-32-16,5-5-16 0,4-3-2560 0,5-5-512 15,6 0-96-15</inkml:trace>
  <inkml:trace contextRef="#ctx0" brushRef="#br0" timeOffset="76288.39">6070 7590 18431 0,'0'0'1632'0,"0"10"-1312"15,-1 0-320-15,2 2 0 0,2 1 6528 0,-2 1 1216 16,-2 2 256-16,-2 2 64 0,-2-2-4784 0,0 5-944 16,-2-3-192-16,2 2-32 0,1-2-1152 0,0-1-240 15,0 0-32-15,2-2-16 0,0-1-528 0,1-3-144 16,0 0 0-16,2-3 0 15,-1-8-960-15,0 0-272 0,7 3-48 0,-7-3-14976 16,7 0-3008-16</inkml:trace>
  <inkml:trace contextRef="#ctx0" brushRef="#br0" timeOffset="76879.89">6250 7472 41807 0,'0'0'1856'0,"0"0"384"0,0 0-1792 0,0 0-448 0,0 0 0 0,0 0 0 15,4 7 1632-15,1-1 240 0,2 3 48 0,-1-2 16 16,-1 3-400-16,1 3-64 0,-1-1-32 0,0 4 0 16,0 3-592-16,0 3-112 0,-1 2-32 0,2-1 0 15,-5-2-192-15,0 1-32 0,-2 2-16 0,1-1 0 16,0-1-224-16,-1 1-48 0,-1-1-16 0,1-1 0 16,1-2-176-16,0-2 0 0,0-2 0 0,0-2 128 0,0-2-128 0,0-2 0 15,0-9 0-15,0 0 0 0,0 0 0 0,0 0 0 16,0 0 0-16,0 0 0 0,0 0 0 0,0 0 0 15,0 0 0-15,7-7-176 0,0-5 176 0,1-4-208 16,0-2 80-16,0 0 128 0,1-4-224 0,0-1 80 16,1 0 16-16,2-1 0 0,0 0 128 0,1 0-208 15,-1 3 80-15,-2 3 128 0,-1 4-144 16,-1 3 144-16,-1 4 0 0,-2 1 0 16,-5 6 0-16,0 0 0 0,0 0 0 0,0 0 0 0,5 8 192 0,-1 1 0 15,-1 2 0-15,-1 2 0 0,1 2-64 0,-2 0-128 16,0 0 176-16,1 0-176 0,-1-2 128 0,2 1-128 15,-1 0 0-15,1-1 0 0,-1-1 0 0,1 0 0 16,0-4 0-16,-1 0 0 0,-2-8 0 0,5 7 0 16,-5-7 0-16,0 0 0 0,8 4 0 0,0-2 0 15,-8-2 0-15,9-3 0 0,2-1-192 0,-2-1 48 16,3-2 16-16,-2 0 0 0,-1-5-64 0,2-3 0 16,-2 0 0-16,2-2 0 0,1 0-96 0,1-4-32 15,1 1 0-15,1 1 0 0,-3-1 32 0,-1 3 0 0,0 4 0 16,-3 2 0-16,-2 3 160 0,-1 3 128 15,-5 5-192-15,0 0 192 0,0 0 0 0,0 0 272 0,0 0-16 0,3 9-16 16,-2 1-16-16,0 2 0 0,-1 0 0 16,0 1 0-16,-1 1-224 0,0 2 144 0,1-2-144 0,1 0 128 15,0 1-128-15,-1-2 0 0,2-2 0 0,2 1 0 16,0 0-144-16,1-3-64 0,0 0-16 0,2 0 0 16,-1-2-1552-16,1-2-304 0,0-1-64 15,3-1-16-15,1-2-1584 0,2 0-320 16,4-1-64-16,0-2-13088 0</inkml:trace>
  <inkml:trace contextRef="#ctx0" brushRef="#br0" timeOffset="77316.85">6975 7634 10127 0,'0'0'896'0,"0"0"-704"0,0 0-192 0,0 0 0 0,0 0 5696 0,0 0 1088 15,-7 6 240-15,1 5 32 0,-2 1-2480 0,0 2-496 16,0-1-112-16,2 4 0 0,-1 2-1968 0,2 5-384 16,1-2-80-16,0 3 0 0,0 0-816 0,2 1-144 15,-1 0-48-15,2 0 0 0,1 0-272 0,0 1-48 16,0 1-16-16,0-1 0 0,0-1-16 0,0-1-16 15,-1-3 0-15,2-1 0 0,-1-2-160 0,0 1 0 16,-1-7-192-16,1 0 192 0,0-4 0 0,0-1 0 16,0-8 0-16,0 0 192 0,-3 7-192 15,3-7-176-15,0 0 48 0,0 0 0 16,0 0-256-16,0 0-64 0,0-7 0 0,0-3 0 0,0-2 208 0,0-2 48 16,0-5 0-16,1-2 0 15,1-3-240-15,0-2-32 0,2-1-16 0,1-3 0 0,2-1 96 0,-1 0 32 16,2-2 0-16,1 2 0 0,0 0 208 0,2 2 144 0,1 2-192 15,-1 2 192-15,0-2 0 0,-1 2 0 0,1 1 0 16,-1 3 0-16,0 3 0 0,4 1 0 0,-1 3 0 0,0 1 0 16,-3 0 160-16,2 2-160 0,1 5 160 0,-3-1-160 15,-1 2 128-15,-9 5-128 0,11 0 0 0,-3 5 144 16,-1 2-16-16,-1 1-128 0,-4 3 192 0,0 6-64 16,-4 2 192-16,0 3 48 0,-5 4 0 0,-1-3 0 15,-3 3-16-15,-1 0 0 0,0 1 0 0,0 0 0 0,2-4-192 16,-1-2-32-16,2-1-128 0,2-3 192 0,0-3-192 15,2-2-256-15,2-3 48 0,1-3 16 16,2-6-1504-16,0 0-288 0,0 0-64 0,0 0-16 16,7-6-2032-16,3-4-384 15,0-3-96-15</inkml:trace>
  <inkml:trace contextRef="#ctx0" brushRef="#br0" timeOffset="77629.53">7337 7408 35295 0,'0'0'1568'0,"0"0"320"0,0 0-1504 0,0 0-384 16,0 0 0-16,-1 7 0 0,0 2 3520 0,-2 5 624 15,0 2 128-15,1 5 16 0,-1 1-2256 0,1 3-464 16,-2 0-96-16,1 2 0 0,1-4-800 0,0 2-160 16,1 0-16-16,1-4-16 0,1-2-224 0,2 1-64 15,1-1 0-15,1-3 0 0,0 0-192 0,2-2 0 16,1-1 0-16,-1-2 0 0,2-4 0 0,1-1-160 16,0-1 32-16,0-3 0 0,4 0 0 0,-3-4 0 15,2-2 0-15,-1-1 0 0,0-1-160 0,-1-2-32 0,3-6 0 16,-3-1 0-16,2 1 160 0,0-6 32 0,-1-2 0 15,0 0 0-15,-3-1-176 0,1-2-16 16,-1 0-16-16,-2 4 0 16,-2 4-64-16,-1 7-16 0,-3 1 0 0,-1 9 0 0,0 0 592 0,-6 2 112 0,-2 7 32 0,-1 2 0 15,-1 3 192-15,-1 2 32 0,2 1 16 16,0 1 0-16,0 0-96 0,1 0-16 0,1 1 0 0,3-2 0 31,1 0-736-31,4 1-160 0,3-4-16 0,5 1-16 0,4-4-2640 16,1-2-528-16</inkml:trace>
  <inkml:trace contextRef="#ctx0" brushRef="#br0" timeOffset="78666.92">8365 7621 44175 0,'0'0'1952'0,"-6"0"416"0,-1-3-1904 0,7 3-464 16,0 0 0-16,0 0 0 0,0-6 976 0,0 6 112 15,-3-7 0-15,0 2 16 0,1-2 304 0,-1 1 64 0,-1 1 16 0,2 2 0 16,2 3-608-16,-6 0-128 0,3 0-32 0,-3 3 0 15,-1 1-128-15,-1 2-16 0,-3 6-16 0,-4 4 0 16,0 4-256-16,0 3-48 0,-4 4-16 0,1-1 0 16,0 1-176-16,2 1-64 0,1-2 0 0,2-1 0 15,2-2 0-15,5-2 0 0,2-2 0 0,5-3 0 16,3-2 0-16,2-1 0 0,4-2 0 0,1-5 0 16,2-2-832-16,3-4-48 15,2-2-16-15,3-3 0 0,3-3-768 16,3-3-144-16,2-3-48 0,1-2 0 0,2 2-1120 0,-1-6-224 15,1 1-64-15,-2-1 0 0,-3-1 1504 0,-2 2 288 0,-2-1 64 16,-3 1 16-16,-4-2 944 0,-3 3 176 0,-4 1 32 0,-3 5 16 0,-2 3 2096 0,-4 9 432 16,0 0 64-16,-6-3 32 15,-4 1 816-15,1 3 176 0,-2 4 16 0,-2 3 16 0,0 4-1712 16,0 1-352-16,-2 2-64 0,1 0-16 0,0 0-688 16,2 1-144-16,1-2-16 0,1 2-16 0,2 1-256 0,3-4-160 15,1-1 192-15,3-1-192 0,1-3 0 0,1 0 0 16,-1-8 0-16,4 8 0 0,1-2 0 0,2-3 0 15,-7-3 0-15,11 0 0 0,0-1-192 0,2-3 48 16,1 0 16-16,0-5 0 0,1-2 128 0,-1 1-208 16,1-2 80-16,0-1 128 0,2-2-192 0,0-2 192 0,-1-2-160 15,1 0 160-15,-2-1 0 0,2 2 0 16,0 0 0-16,-1 1 0 0,-2 1 0 0,-1 4 0 0,-2 3 0 0,-2 4 0 16,-9 5 0-16,0 0 0 15,0 0 0-15,0 0 0 0,4 9 192 0,0 4 144 16,-2 3 32-16,-1 3 0 0,-2 4-240 0,-1 1-128 15,-2 4 128-15,-2-2-32 0,0-1-96 0,2-1 0 16,0 1 0-16,0-3 0 0,2-3 0 0,-1-3 0 0,2 0 0 16,1-2 0-16,0-4 0 0,0-3 0 0,0-7 0 0,0 0 0 15,0 0 0-15,0 0 0 0,0 0 0 16,0 0 0-16,10-4 0 0,1-5 0 0,-2 0 0 16,0-3 0-16,1-3 0 0,3-5 0 0,0-3 0 0,3-3 0 0,2-2-192 0,0 0 64 15,2-1 128-15,0 0-208 0,-1 2 208 0,-1 1-144 16,1 1 144-16,-4 4-128 15,-2 4-320-15,-2 7-48 0,-2-1-16 16,-4 5 0-16,-5 6 832 0,0 0 144 0,0 0 48 0,4 8 0 0,-3 1-512 0,1 3 0 16,-5 1 0-16,0 1 0 15,1 2 0-15,-1-1 0 0,2 1 0 0,0-3 0 0,-1 1 0 0,2 1 0 16,0-1 0-16,3-2 0 0,-3-1 0 0,0-3 0 16,4 0 0-16,-4-8 0 0,5 8 0 0,0-4 0 15,2 0 0-15,-1-2 0 0,-6-2 0 0,9-1 0 16,2-2 0-16,-1-2 0 0,3-1 0 0,0-2 0 15,2-1 0-15,-1-3 0 0,0-2 0 0,1-2 0 16,-1-2 0-16,0-2 0 16,2 1-320-16,1-2-144 0,-1-1-48 0,-1-1 0 0,1 3 208 15,-4 1 48-15,-2 4 0 0,-1 3 0 0,-2 4 256 0,-2 3-128 16,-5 5 128-16,0 0 0 0,0 0 192 0,-1 9 128 16,-2 2 48-16,-1 3 0 0,-1 4-112 0,0 2 0 15,-1-2-16-15,1 0 0 0,1-1-240 0,2-1 0 16,-1-1 0-16,2-2 0 0,-1 4 240 0,4-4-48 0,-1-1-16 15,3 0 0 1,1-3-1648-16,2-1-336 0,1-2-64 0,1 1-14240 0,1-2-2832 0</inkml:trace>
  <inkml:trace contextRef="#ctx0" brushRef="#br0" timeOffset="79100.42">9550 7614 23951 0,'-7'9'2128'0,"-1"3"-1696"0,1 2-432 0,-1 2 0 15,-1 0 6112-15,-1 2 1136 0,1 3 240 0,0 4 32 0,-2 2-4688 0,0 2-928 16,-1 1-192-16,3 0-48 0,1-2-1024 0,2 1-192 16,-1-2-64-16,3 0 0 0,1 0-224 0,0-1-160 15,-1-1 192-15,3-3-192 0,-1-1 0 0,1-2 0 16,0-3 0-16,-1-2 0 0,0-2 0 0,1-3 0 16,-1-1 0-16,2-8 0 0,0 0 0 0,0 0 0 15,0 0 0-15,0 0-192 0,0 0-176 0,0 0-16 16,0-7-16-16,-1-3 0 0,2-3 16 0,1-5 0 15,-1-3 0-15,0-3 0 16,2-2-160-16,1-1-32 0,2-6 0 0,1 1 0 16,-1-5 64-16,3 1 16 0,2-2 0 0,2 1 0 0,0 2 320 0,1 1 176 15,2 2-192-15,0 0 192 0,0 1 0 0,1 4 0 16,2 1 0-16,-2 2 0 0,-2 3 176 0,1 4-16 16,-2 2 0-16,-1 3 0 0,-1 3 80 0,0 1 16 15,-1 4 0-15,-1 2 0 0,-3 2 16 0,0 5 16 16,-1-1 0-16,-2 5 0 0,-1 4 48 0,-3 4 16 15,0 4 0-15,-4 2 0 0,-4 2-16 0,-1 1 0 16,-1 1 0-16,-2-1 0 0,0-1-160 0,1-1-48 16,-1-1 0-16,0-1 0 0,2 1-128 0,0-3-176 15,1 0 48-15,3-6 0 16,1-2-1440-16,1-2-288 0,1-2-48 0,3-8-16 16,0 0-2848-16,0 0-576 0</inkml:trace>
  <inkml:trace contextRef="#ctx0" brushRef="#br0" timeOffset="79632.72">9833 7460 41519 0,'0'0'1840'0,"-3"8"384"0,0 3-1776 0,1 2-448 0,-1 4 0 0,1 1 0 15,-2 3 2368-15,0 1 384 0,0 0 64 0,0 0 32 0,-1 2-1200 16,1-1-240-16,0 2-64 0,0-4 0 0,0-2-656 0,3-3-144 16,-1 0-32-16,1-2 0 0,0-2-304 0,1 0-64 15,1-2-16-15,0-4 0 0,-1-6-128 0,0 0 0 16,0 0 0-16,0 0 112 15,0 0-112-15,0 0 0 0,0 0 0 0,0 0 0 0,0 0 0 0,8-6 0 16,0-1 0-16,-1-3 0 0,2-2 0 0,1-2 0 16,-1-2 0-16,3-1 0 0,0-2-160 0,0-2 32 15,2-3 0-15,2 1 0 16,-1-2-672-16,1 2-128 0,-1 2-32 0,0 1 0 16,-2 6-640-16,-3 2-144 0,-2 2-32 0,-1 3 0 15,-1 5-928-15,-6 2-192 0,0 0-48 0,5 9 0 16,-2 4-896-16,0 3-176 0,-3 2-32 0,0 1-16 15,-2 1 2448-15,2-2 480 0,0 2 112 0,0-1 0 0,0-1 2368 0,0-1 448 0,2 0 112 16,0-4 16-16,1-1 1248 0,1 0 256 0,1-4 48 16,1 0 16-16,1-3-1184 0,1-1-256 0,1-3-32 0,1-1-16 15,3-1-880-15,0-3-176 0,0-1-48 0,2-2 0 16,-1-1-384-16,4-1-96 0,-1-1-16 0,2-2 0 16,-5-1-112-16,2 1-32 0,-2-2 0 0,0-2 0 15,-1-2-48-15,-1-2-16 0,1 1 0 0,-4 1 0 16,-1 2-48-16,-3 4-16 0,-1 4 0 0,-4 2 0 15,-1 2 352-15,1 4 64 0,0 0 16 0,-8 6 0 16,-2 5 128-16,-3 2 16 0,-1 4 16 0,1 2 0 16,0-2-464-16,0 3-80 0,2-2-32 0,0 2 0 0,2-2-144 15,1 0 128-15,3-1-128 0,0 14 128 16,5-19-272-16,2 0 144 0,2-2-208 16,3-1-672-16,3-2-128 0,5-2-16 0,-1-2-16 15,2-3-880-15,1-3-160 0,2-1-32 16,3-1-16-16,3-1-2096 0,0-4-432 0,0 0-80 0</inkml:trace>
  <inkml:trace contextRef="#ctx0" brushRef="#br0" timeOffset="79961.42">10715 7438 12895 0,'0'0'1152'0,"0"0"-928"15,-4-6-224-15,-1 2 0 0,-3-1 6784 0,0 1 1328 16,-1 1 256-16,-1 2 48 0,-3 1-4512 0,0 1-896 0,0 0-176 0,-2 2-32 16,-1 1-1648-16,0 1-336 0,0 0-64 0,-1 2-16 15,2 1-304-15,-1 2-64 16,2 2-16-16,-2 1 0 0,3 0-96 0,0 0-32 0,3-1 0 0,2-1 0 15,1-1-224-15,3 1 0 0,2 2 0 0,-1-4 0 16,3 1 0-16,3-1 0 0,-3-9 0 0,6 9 0 16,3 0-160-16,2-1-80 15,2-2-16-15,1 1 0 0,-1-1-48 0,3-2-16 0,-1 0 0 0,0 1 0 16,2-1 160-16,-3 2 32 0,-1-1 0 0,-1 0 0 16,-2-1 128-16,-1 2 0 0,-9-6 0 0,7 7 0 15,-2-2 224-15,-2 2 80 0,-2 0 16 0,-1 1 0 16,-6-1 0-16,-1 2 16 0,-2 1 0 0,0 1 0 15,-2-2-144-15,-3 1-16 0,0 1-16 0,-1-1 0 16,1 2-160-16,0-4 0 0,-1 1 0 0,1-1 0 16,1-2-720-16,1-1-32 15,0-1 0-15,3-1 0 0,1-2-1552 0,2-1-320 16,3-1-64-16,3 1-12144 0,3-5-2416 0</inkml:trace>
  <inkml:trace contextRef="#ctx0" brushRef="#br0" timeOffset="80338.91">10963 7428 31327 0,'-5'1'2784'0,"0"0"-2224"0,5-1-560 0,0 0 0 0,-11 2 4960 0,-2-1 880 15,3 0 176-15,-3 1 48 0,1 2-3904 0,-1-2-784 16,0 2-160-16,0 1-16 0,-2 1-640 0,0 1-128 16,-1 4-32-16,0-2 0 0,1 3-400 0,0-1 0 15,5 1 128-15,1 0-128 0,-1-4 0 0,0 2 0 16,3 2 0-16,0-3 112 0,3 0-112 0,0 0-160 15,2 0 160-15,0-2-192 0,2-7 192 0,0 0 0 16,6 8-144-16,0 0 144 0,3-2-160 0,0 2 160 16,2-2-208-16,2-3 80 0,-2-2 128 0,4 2-128 0,-1-3 128 0,3 1-128 15,-1 0 128-15,-1 1 0 0,1-1-144 16,-3 0 144-16,0-1 0 0,0 0 0 0,-1 0 0 16,-12 0 0-16,8 3 0 0,0 1 0 0,-3 1 0 0,-5-5 0 15,0 0 0-15,0 0 0 0,-3 7 176 0,-2 0-176 16,0 1 192-16,-6 1-48 0,0 2-16 0,-1-2 0 15,-1-1-128-15,0 1 0 0,0 0 144 0,-2 1-144 16,0 1 0-16,0-2 0 0,2 0 0 0,-1-1 0 31,1-1-528-31,0-1-32 0,1-1 0 0,3-1 0 0,1 0-688 0,8-4-144 16,-5 1-16-16,5-1-16 0,0 0-2880 0,0 0-576 0,9-4-112 0</inkml:trace>
  <inkml:trace contextRef="#ctx0" brushRef="#br0" timeOffset="80523.64">11112 7488 23039 0,'0'0'1024'0,"0"0"192"0,0 9-960 0,1 0-256 16,0 3 0-16,-1 1 0 0,-1-1 6720 0,-2 2 1280 15,-1 3 272-15,0-3 48 0,1 3-5648 0,-1-1-1136 16,0-2-240-16,-1 3-32 0,1 1-912 0,1-3-176 16,0-1-48-16,2 0 0 0,0-1-128 0,1-2 0 15,-2-1-160-15,4-1 160 16,-1-2-1264-16,-1-7-144 0,0 0-48 0,5 6 0 15,-5-6-2976-15,8 0-608 0</inkml:trace>
  <inkml:trace contextRef="#ctx0" brushRef="#br0" timeOffset="80670.3">11302 7260 23039 0,'-5'-9'2048'0,"3"3"-1648"0,1 0-400 15,2-1 0-15,1-1 4368 0,0 1 800 0,2-2 144 0,3 1 48 16,2-3-4208-16,0 2-848 0,-1-1-176 0,1-1-128 31,1 1-2112-31,3 1-544 0,2 0-96 0,0-1-8224 0,2 1-1632 0</inkml:trace>
  <inkml:trace contextRef="#ctx0" brushRef="#br0" timeOffset="81043.49">11497 7080 7359 0,'0'0'320'0,"0"0"80"0,3 10-400 0,-3-1 0 0,-1 3 0 0,-2 1 0 0,1 3 8592 16,-2 1 1648-16,-3 2 320 0,-1 5 64 0,-1-2-6464 16,-1 3-1296-16,1 1-256 0,-2 1-48 0,1 2-1280 15,1 1-240-15,-3 0-48 0,1 1-16 0,1 2-640 16,1-1-128-16,0 1-16 0,2-8-16 0,1-1-128 0,-2 1-48 15,1-1 0-15,2-2 0 0,-1-1 0 0,0-2 0 16,1-2 0-16,3-1 0 0,-2 2 0 0,2-4 0 16,1-1 0-16,1-3 0 0,0-10 0 0,0 0 0 15,0 0 0-15,0 0 0 0,0 0 0 0,0 0 0 16,0 0 0-16,0 0 0 0,0 0 0 0,4-3-128 16,3-4 128-16,-1 1-160 0,2-3 32 0,1 0 0 15,1-2 0-15,4-2 0 0,1-1-176 0,6-6-16 16,1-1-16-16,2 2 0 0,-1-5 336 0,2 4 0 15,1 1 0-15,0 2 0 0,-3 2 0 0,1 3 0 16,-3 3-176-16,-3 2 176 0,-4 3 0 0,-1 3 0 16,-2 2 0-16,-2 5 0 0,-4 1 0 0,-2 4 128 15,-3 2 0-15,-3 4 0 0,-2 2 0 0,-3 2 0 16,-4 0 0-16,1 0 0 0,-4-1-128 0,0 0 144 16,-4 1-144-16,1 1 160 0,0-2-160 0,1 1 0 15,0-2 0-15,1 1 0 0,1-6-320 0,2 2 0 0,-2-6 0 16,4-1 0-1,0-1-736-15,2-2-144 0,1-3-16 0,8-3-16 16,0 0-1888-16,0 0-368 0,0 0-80 0,2-11-16112 0</inkml:trace>
  <inkml:trace contextRef="#ctx0" brushRef="#br0" timeOffset="81401.61">11968 7283 14735 0,'0'0'640'0,"0"0"160"0,0 0-640 0,-5 7-160 0,0 2 0 0,-2 3 0 0,-1 2 8384 0,-1 2 1664 16,0 2 320-16,-4 0 64 15,-1 4-7456-15,-1 3-1488 0,0 2-288 0,0-1-64 0,2 0-384 0,2 2-80 16,2-5-16-16,2 1 0 0,0-3-464 0,5 0-192 16,1-1 128-16,2-4-16 0,3-2-112 0,2 1-128 15,2-2 128-15,1-2-160 0,2 0 160 0,0-3 0 16,4-2 0-16,-4-3 0 0,3-1 0 0,0 0 0 16,-1-1 128-16,3-2-128 0,-1-2 0 0,0-1 0 15,1-1-192-15,1-4 64 0,-1 0 128 0,0-3-128 0,1-1 128 16,1-1-128-16,0-2 128 0,6-6-160 15,-2-6 160-15,-1 4-160 0,-3 3-176 0,-1 1-48 16,-5 3 0-16,-3 3 0 0,-3 4 224 0,-3 2 160 16,-3 8-208-16,0 0 80 0,0 0 480 0,-9 2 96 15,-3 5 32-15,-1 2 0 0,-1 5-160 0,-1 1-16 16,0 2-16-16,0 1 0 0,2-1-288 0,0 0 0 0,3 0 0 16,2 0 0-16,1-2 0 0,4 1 0 0,0 1 0 0,0-4 80 15,5 0-80-15,2 0 0 0,1-1 0 16,3-2 0-1,1-1-928-15,2 0-176 0,2-1-48 0,7-3-23904 0</inkml:trace>
  <inkml:trace contextRef="#ctx0" brushRef="#br0" timeOffset="82024.13">12992 7536 11967 0,'0'0'1072'0,"9"-1"-864"15,-2-3-208-15,1-1 0 0,0-3 5872 0,0 1 1120 16,-2-1 240-16,0 1 32 0,-1-1-4000 0,-1-1-784 15,-4 2-176-15,0 7-16 0,-1-6-176 0,-3-1-48 0,-2 1 0 0,-1 0 0 16,-4 4-1072-16,1-2-224 0,-2 4-32 0,-1-1-16 16,-4 1-160-16,-3 2-48 0,0 2 0 0,-4 1 0 15,1 2-352-15,-2 2-160 0,-3 0 128 0,2 3-128 0,2-2 192 16,1 2-32-16,1 0-16 0,4-1 0 16,2 0-144-16,2-1 0 0,2-1 0 0,2 2 0 0,5-5 0 15,2 1 0-15,2-1 0 0,1-6 0 16,5 8 0-16,2 1-224 0,3-3 80 0,3 0 16 0,1-1 128 0,2-1 0 15,1 0 0-15,1 1 0 0,2-3 0 0,-1 0-128 16,0 1 128-16,-3-1-128 0,0 2 128 16,-2 0 0-16,-2 0 0 0,-1 0 0 0,-1 1 0 0,-3 2 0 15,-2-3 0-15,-5-4 0 0,1 9 0 0,-2-3 0 16,-3 2 128-16,-3 1-128 0,-2-1 0 0,-2 1 0 16,-3 2 0-16,-1-2-128 0,-2-3 128 0,0 1 0 15,-1-1 128-15,1 1-128 16,1-2-704-16,2-1-192 0,1 0-64 0,1 0 0 15,4-4-1728-15,8 0-368 0,0 0-64 0</inkml:trace>
  <inkml:trace contextRef="#ctx0" brushRef="#br0" timeOffset="82362.74">13162 7458 46815 0,'0'0'2080'0,"0"0"416"0,-1 9-1984 0,0 1-512 15,-2 3 0-15,1 3 0 0,-4 2 1568 0,0-1 224 0,-1 3 32 0,1-1 16 16,-1 1-624-16,1-2-112 0,0-1-16 0,3-1-16 15,0-2-640-15,2-1-128 0,1 0-32 0,0-4 0 16,0-9-272-16,0 0 0 0,0 0 128 0,5 7-128 16,-5-7 0-16,9 4-144 0,3-4 16 0,1-2 0 15,0-1-208-15,1-4-48 0,0-1 0 0,1 0 0 16,-1-3 0-16,1 0-16 0,-1-1 0 0,-1-2 0 16,0-3 48-16,0-1 16 0,-1-2 0 0,-1 2 0 15,-1 1 64-15,-3 3 16 0,0-2 0 0,-2 4 0 16,0 3 256-16,-2 3 0 0,-3 6 0 0,0 0 0 0,0 0 352 15,-5 9 80-15,-2 4 16 0,1 3 0 0,-2 2-80 16,1 0-16-16,1 0 0 0,-1 1 0 0,2 0-176 0,1-1-48 16,3-1 0-16,1-2 0 0,0-2-128 0,2-1 0 15,4-2 0-15,0 0-176 16,3-3-1024-16,2-3-208 0,1-2-32 0,4 0-16 16,1-2-2176-16,3-2-432 0,3-1-96 15</inkml:trace>
  <inkml:trace contextRef="#ctx0" brushRef="#br0" timeOffset="82796.63">13639 7187 4607 0,'2'-11'400'0,"-2"7"-400"15,0 4 0-15,0 0 0 0,0 0 8704 0,0 0 1664 16,0 0 336-16,-4 7 64 0,-1 3-6656 0,-1 2-1328 16,1 4-272-16,0 2-48 0,1 7-1216 0,0 1-240 15,0 1-48-15,0 1-16 0,0 0-336 0,2 2-64 0,-2 1-16 0,1 1 0 16,1-2-208-16,-1 0-64 0,3-2 0 0,-1 0 0 15,0-2-256-15,-1-3 160 16,2-2-160-16,0-4 128 0,0-3-128 0,0-2 0 0,0-1 0 0,0-2 0 16,0 0 0-16,0-9 0 0,0 0 0 0,0 0 0 15,0 0 0-15,0 0-192 0,0 0 64 0,0 0 128 16,0 0-240-16,0 0 80 0,4-7 16 0,1-3 0 16,3-2 0-16,1-1 0 0,2-1 0 0,0-3 0 0,0-3-16 0,2-1 0 15,4-2 0-15,-1 1 0 0,2-2 32 16,0 5 0-16,0-1 0 0,1 3 0 15,-1 3-32-15,0 2 0 0,0 2 0 0,-2 3 0 0,-3 1 160 0,-3 3 0 16,0 2 0-16,-10 1 0 0,7 2 0 0,0 2 176 16,-2 2-16-16,-2 5 0 0,-5-2 112 15,0 6 32-15,-2 4 0 0,-3-2 0 16,-2 3-64-16,-1-1-16 0,-3 0 0 0,-2-1 0 0,0 0-96 0,-2 0-128 16,0-1 176-16,-3-1-176 0,2-2 128 0,1-1-128 15,1-1 0-15,1 0 0 0,-1-2 0 0,2-1-256 16,-1-1 64-16,4-1 0 15,3-2-912-15,3-1-176 0,5-4-48 0,0 0 0 16,0 0-2624-16,0 0-528 0,10-5-96 0</inkml:trace>
  <inkml:trace contextRef="#ctx0" brushRef="#br0" timeOffset="83155.97">14177 7331 11967 0,'-6'4'1072'0,"-1"0"-864"16,-3-1-208-16,3 1 0 0,-1 0 8848 0,0 0 1728 15,-1 1 352-15,-2-1 64 0,0 5-7776 0,-2-1-1552 0,0 1-304 0,-2 0-64 16,-2 1-528-16,3 1-128 0,0 0 0 0,-1 4-16 16,2-3-384-16,-1 2-80 0,2 0-16 0,2-1 0 15,1 0-96-15,1 0-48 0,1-2 0 0,2-1 0 16,2-1 0-16,3 0-208 0,2 2 64 0,-2-11 16 16,0 0 128-16,4 6-192 0,-4-6 192 0,6 8-192 15,2-3 64-15,1 2 0 0,2-1 0 0,-1 1 0 0,2-4 128 0,-1-1 0 16,1 1-144-16,0-1 144 0,-2 1 0 0,1 0 0 15,-2-1-144-15,0 1 144 0,-9-3 0 16,9 2 0-16,-2 2 0 0,-2 3 0 0,-5-7 0 0,1 6 0 16,-1 1 0-16,-2 1 0 0,-4 1 128 0,0 0-128 15,-2 1 176-15,-1 1-176 0,-3-1 144 0,-1 1-144 16,-1-1 0-16,-1-1 144 0,1 0-144 0,1-2 0 16,-1-1 0-16,1 0 0 15,0-2-528-15,0-2-48 0,-3 1 0 0,3-2 0 16,1 0-848-16,3-1-176 0,1-1-48 0,4-2-13904 15,4 3-2800-15</inkml:trace>
  <inkml:trace contextRef="#ctx0" brushRef="#br0" timeOffset="83350.92">14286 7178 40719 0,'0'0'1792'0,"0"0"384"0,0 0-1728 0,0 0-448 0,0 0 0 0,0 0 0 15,0 0 2560-15,0 0 416 0,0 10 96 0,-1 2 0 16,-2-3-1344-16,1 3-256 15,-2 3-64-15,-2 5-16 0,1-1-800 0,-1 5-144 0,-1-1-48 0,2 1 0 16,1 2-272-16,0-3-128 0,2 5 0 0,-2-2 128 16,0 0-128-16,1 0 0 0,1 0 0 0,0-1 0 15,1-3-832 1,0 1-32-16,-1-3-16 0,4-2 0 0,-2-2-1072 0,0-2-224 0,0-1-32 16,2-1-20064-16</inkml:trace>
  <inkml:trace contextRef="#ctx0" brushRef="#br0" timeOffset="83786.13">14152 7552 36863 0,'0'0'3264'0,"0"0"-2608"15,0 0-528-15,5-3-128 0,-5 3 3104 0,5-4 592 16,-5 4 112-16,9-6 32 0,1 0-2000 0,3 0-400 16,1-1-80-16,3 1-16 0,5-2-832 0,4 0-192 15,1-1-16-15,2 1-16 0,-1 2-288 0,0-2 128 16,1 1-128-16,-2 1 0 0,-3 1 128 0,-3 2-128 15,-3 2 0-15,0 1 0 0,-5 1 0 0,-2 2-144 16,-6 3 16-16,-1 2 0 0,-4 4 464 0,-3 2 112 16,-2 3 0-16,-3 1 16 0,-1 2-224 0,-1 1-48 15,-2-2-16-15,0 1 0 0,0-2-176 0,-1-2 192 0,0-2-192 16,3-1 192-16,3-1-144 0,1-4-48 16,-2-3 0-16,4 0 0 0,4-5 0 0,0 0-160 15,0 0 160-15,0 0-192 0,0 0-64 0,0 0 0 16,0 0-16-16,0 0 0 0,7-5 16 0,-1-4 0 15,2 1 0-15,2-1 0 0,-1-2 16 0,1 1 16 0,-3-2 0 0,4-1 0 16,1-1 64-16,1-3 16 0,0 0 0 16,-2 1 0-16,1 3 144 0,0 3-160 0,0-2 160 0,-2 4-160 15,-1 2 160-15,-1 1 0 0,-8 5 0 0,0 0 0 16,9 2 0-16,-1 2 128 0,-8-4-128 0,5 7 176 16,-1 0-48-16,0 4-128 0,-1-5 192 0,-1 4-64 15,1 0-128-15,-2 0 0 0,0-1 0 0,1 2 0 16,-1-1-672-1,3 1-112-15,-4-11-32 0,4 8 0 0,1-2-1616 0,0-1-336 0,2-1-64 16,-2 0-11120-16,-5-4-2240 0</inkml:trace>
  <inkml:trace contextRef="#ctx0" brushRef="#br0" timeOffset="84152.14">14787 7385 44975 0,'0'0'1984'0,"-3"6"432"0,1 1-1936 0,-2 3-480 16,1-1 0-16,0 3 0 0,-2 4 2176 0,1-3 352 15,-2 5 64-15,1 2 16 0,-1 2-1248 0,2-3-240 16,1 1-48-16,1-2-16 0,0-1-672 0,-1-1-128 16,2-2-16-16,1-1-16 0,0-1-160 0,0-4-64 15,-2-2 0-15,2-6 0 0,0 0 0 0,0 0 0 16,0 0 0-16,0 0 0 0,0 0 0 0,7 4 0 16,-7-4 0-16,0 0 0 0,0 0 0 0,10-4 0 15,-2 2 0-15,3-4 0 0,-1 0 0 0,2-5 0 16,-1 0 0-16,3-2 0 0,-1 0 0 0,0-3-128 15,2 0 128-15,1-3-160 0,0 2 160 0,0-3-128 0,1 3 128 16,0 0-128-16,-1 3-192 0,-2 2-16 0,-3 2-16 16,-2 3 0-16,-3 3 352 0,-6 4 0 0,0 0 0 0,0 0 0 15,7 4 192-15,-2 3 64 0,-1 1 16 16,-1 3 0-16,-2 4-272 0,-1-1 0 0,-1 2 0 0,-1 1 0 16,2 1 0-16,0 0 0 0,0-1 0 0,2-1 0 15,-1-2 0-15,2 1 0 0,4-1 0 0,0-1-144 16,-1-3-1232-16,5-1-240 0,3-1-48 15,3-1-14528-15,3-2-2880 0</inkml:trace>
  <inkml:trace contextRef="#ctx0" brushRef="#br0" timeOffset="84554.84">15386 7403 27647 0,'0'0'2448'0,"-6"3"-1952"0,-3-1-496 0,1 1 0 0,1 1 5008 0,0 1 912 16,-2 2 176-16,-2 0 48 0,1 4-3408 0,1-1-688 15,-3 6-128-15,1 1-16 0,2 1-1040 0,0 0-208 16,0 2-32-16,4-1-16 0,0 1-432 0,2-2-176 16,2-1 128-16,2 0-16 0,3-5-112 0,1 0 0 15,0-1 0-15,2-3 0 0,2-1 0 0,3-1 0 16,2 1 0-16,2-2 0 0,-2-2 0 0,3-2-160 16,1-2 160-16,2-1-192 0,-1 1 192 0,1 0-208 15,-2-2 80-15,3-2 128 0,-1-3-192 0,-1-1 192 16,1-2-192-16,-1 0 192 0,-1-4-224 0,2-2 80 0,1-2 16 0,-2-3 0 15,-3 2-144-15,-2 1-32 16,2 0 0-16,-3-2 0 0,-2 3 112 0,-2 1 32 0,-4 4 0 16,-1 3 0-16,-2-1 160 0,-3 4 0 15,0 0 0-15,1 7 128 0,-8-3 256 0,-1 3 64 16,-3 4 16-16,2 3 0 0,-6 3-144 0,0 3-48 16,2 3 0-16,1 1 0 0,0 1-128 0,1 2-16 15,3-2-128-15,3 0 192 0,0-1-128 0,4 0-64 0,2-1 0 0,2-2 0 16,1-1 0-16,4-1 0 0,0-3 0 15,2 0 0-15,2-1-464 16,2 0-96-16,3 1-16 0,1-5 0 0,-2 0-1280 16,3-2-272-16,3-2-48 0,1 0-20928 0</inkml:trace>
  <inkml:trace contextRef="#ctx0" brushRef="#br0" timeOffset="84718.81">16195 7354 23039 0,'-8'2'2048'0,"-2"1"-1648"0,0-3-400 0,0 1 0 0,1 2 7344 0,1-1 1376 16,-1 0 288-16,1 0 48 0,0 1-6624 0,8-3-1312 16,0 0-272-16,0 0-48 0,0 0-560 0,0 0-112 15,0 0-128-15,0 8 176 16,0-8-1728-16,4 7-352 0,1 1-64 0,-3 5-22208 0</inkml:trace>
  <inkml:trace contextRef="#ctx0" brushRef="#br0" timeOffset="84880.12">16136 7586 11055 0,'-4'7'976'0,"-1"-1"-784"16,5-6-192-16,-4 6 0 0,0 1 9408 0,4-7 1856 0,0 0 352 0,-1 8 80 16,1-8-8288-16,0 0-1648 15,0 0-336-15,-4 7-64 0,0 0-880 0,4-7-176 0,0 0-48 0,-1 8 0 16,1-8-176-16,-2 6-80 0,2-6 0 0,0 0 0 16,0 0 0-16,0 0 0 0,4 7 0 0,-4-7 0 31,9 5-1616-31,3-1-320 0</inkml:trace>
  <inkml:trace contextRef="#ctx0" brushRef="#br0" timeOffset="109174.53">17377 7322 29423 0,'0'0'1296'0,"0"-8"288"0,-1 1-1264 0,1-1-320 0,0 1 0 0,0 1 0 16,0 6 1696-16,0-7 288 0,0 7 48 0,0 0 16 15,0 0-128-15,0 0-32 0,0 0 0 0,0 0 0 16,0 0-784-16,-3 8-144 0,-1 4-48 0,2 1 0 16,-2 5-112-16,1 2-32 0,1 3 0 0,-1 3 0 0,-2 4-320 0,0 9-64 15,1 0 0-15,0-1-16 0,-1-3-240 0,1-1-128 16,1-1 160-16,2-1-160 0,-3 0 0 0,1-2 128 16,2-2-128-16,0 0 0 0,-2-2 0 0,2-3 0 15,1-2 0-15,-2-3 0 16,0-3-240-16,1-2-32 0,1-1-16 0,-2-3 0 15,2-3-1008-15,0-6-208 0,0 0-32 0,0 0-16 16,0 0-1136-16,0 0-208 0,0 0-48 0,0 0-8512 16,0 0-1680-16</inkml:trace>
  <inkml:trace contextRef="#ctx0" brushRef="#br0" timeOffset="109745.29">16924 7360 36975 0,'-13'-5'1632'0,"7"4"352"0,0-1-1600 0,6 2-384 16,0 0 0-16,-3-5 0 0,2-1 1120 0,1 0 144 16,2 0 16-16,5-1 16 0,2-2-208 0,3-1-64 0,2-1 0 0,6 1 0 15,2-2-544-15,4-1-112 0,3-1-32 0,3 1 0 16,1 2-80-16,-1 0-32 15,1-1 0-15,1 1 0 0,0 2-64 0,0-2-16 0,-3 3 0 0,2 1 0 16,-1 1-144-16,0 2 0 0,0 1 144 0,-1 2-144 16,-1 1 0-16,-1 1 128 0,-3 3-128 15,-1 3 0-15,-4 0 0 0,-3 4 144 0,-2 2-144 0,-3 2 0 16,-5 4 320-16,-3 2-64 0,-3 3 0 0,0 4 0 16,-6 0 192-16,-3 2 48 0,-2-1 0 0,0 1 0 0,-4 1-128 0,-3-1-32 15,-1 0 0-15,-2-2 0 0,-2-2-48 0,-1 0-16 16,-2-3 0-16,1-3 0 0,-1-2-16 0,0-1 0 15,-4-1 0-15,1-1 0 0,-1 0 96 0,1-2 16 16,-3-3 0-16,0-1 0 16,1 0-144-16,-1-1-32 0,-1-4 0 0,1-1 0 0,1-1-192 15,1-2 144-15,-1-2-144 0,3-2 128 0,1-4-128 16,4 2 0-16,2-2 0 0,3 0 0 0,6-4 0 0,1-1 0 16,2-1 0-16,5-1 0 0,2 1-256 0,5-2 64 15,4 0 0-15,3 0 16 0,1 2 16 0,4 0 0 16,2 3 0-16,2 0 0 0,1 0 160 0,2 1-192 15,-1 3 192-15,3 0-192 0,-1 2 192 0,-2 1 0 16,1 1-144-16,-2 2 144 0,0 2 0 0,-1 1 0 16,-1-1 0-16,-1 2 0 0,-1 2-368 0,1-1 0 15,-1 1 0-15,-2 0 0 16,-2 2-1136-16,-2 1-224 0,-3 1-64 0,-1 2 0 16,-2-2-400-16,-2 2-96 0,1-1-16 0,-1 3 0 15,-1 3-2048-15,-2 0-400 0,-2 12-96 0,5-8-16 0</inkml:trace>
  <inkml:trace contextRef="#ctx0" brushRef="#br0" timeOffset="110323.89">17548 7956 11967 0,'-12'6'528'0,"7"-3"112"0,0-3-512 0,1 0-128 0,3-3 0 0,1 3 0 0,0 0 6640 0,0 0 1296 16,0 0 256-16,0 0 48 0,7-4-5712 0,4-1-1136 15,2 0-240-15,0 0-32 0,1-2-528 0,1 1-96 16,2-1-32-16,0 2 0 0,-2-1-224 0,1 0-48 16,-1 1-16-16,1 1 0 0,0-1 0 0,-2 1 0 15,0 1 0-15,1 3 0 0,-3 0-176 0,-2 0 192 16,-1 2-192-16,-1-2 192 0,-8 0 0 0,0 0 0 15,0 0 0-15,0 0 0 0,0 0 256 0,0 0 64 0,0 0 16 0,0 0 0 16,0 0 32-16,0 9 0 16,-1-1 0-16,-3 0 0 0,-3-2-208 0,1 2-32 15,-2 0-16-15,0 1 0 0,-1 0-128 0,0-3-32 0,-2 1 0 0,1 1 0 16,1 1-144-16,0 1 0 16,0-1 144-16,-1-2-144 0,0 1 0 0,2 1 128 0,2-3-128 0,0 1 0 15,1-4 0-15,5-3 0 0,0 0 0 0,0 0 0 16,0 0 0-16,0 0 0 0,0 7 0 0,0-7 0 15,4 8 0-15,1-1-128 0,2-2 128 0,1 2 0 16,1-1 0-16,0-1 0 0,1 2 0 0,1-2-128 16,-2-1 128-16,1 1 0 0,1 0 0 0,-1 2 0 15,-1-2 0-15,0 2 0 0,-1-2 0 0,-1 1 0 16,-2 1 0-16,-1 1 0 0,-1-1 0 0,-1 3 0 16,-2 0 0-16,0-1 0 0,-1 2 128 0,-2-2-128 0,-3 0 192 0,-1 0-16 15,-2 0-16-15,-1 2 0 0,-2-1 16 16,0 0 0-16,0-1 0 0,-1-1 0 0,0 0-176 0,0-1 160 15,0-1-160-15,-1-1 160 0,-2-1-160 0,1-1 0 16,2-3 0-16,1 0-176 16,0-1-1200-16,3-2-240 0,1-1-48 0,4-5-16 15,3-3-2816-15,5-3-560 0</inkml:trace>
  <inkml:trace contextRef="#ctx0" brushRef="#br0" timeOffset="110498.99">18089 7709 34095 0,'0'0'3024'0,"0"0"-2416"16,8-1-480-16,0-1-128 0,1 0 2704 0,0 2 528 16,1-1 96-16,2 0 32 0,-1-1-1712 0,-1 1-352 15,0 1-64-15,1-1-16 0,1-1-704 0,-1 1-160 16,1 0-32-16,1 0 0 0,1 2-320 0,3-1 0 16,-1-1 0-16,0 1-128 15,-2 0-1632-15,0 1-320 0,-1 3-64 0,-1 0-11808 0,0 0-2368 0</inkml:trace>
  <inkml:trace contextRef="#ctx0" brushRef="#br0" timeOffset="110659.31">18073 7974 35007 0,'0'0'3120'0,"0"0"-2496"0,0 0-496 0,0 0-128 0,0 0 2496 0,10 0 496 15,0-1 80-15,2-2 32 0,2-1-2368 0,3-1-480 16,3 0-80-16,3-2-32 15,6-2-784-15,1 0-176 0,2 0-16 16</inkml:trace>
  <inkml:trace contextRef="#ctx0" brushRef="#br0" timeOffset="111449.94">19463 7449 6447 0,'0'0'576'0,"-1"-9"-576"16,1-2 0-16,0-2 0 0,0-1 6416 0,0-1 1184 15,-4 0 224-15,-1-1 48 0,0-1-4928 0,-1 2-976 16,2 0-208-16,-2 1-32 0,1 1-640 0,-2 2-128 0,-1 0-32 0,-1 3 0 15,1 1-160-15,-1 5-16 0,-1-2-16 0,-1 4 0 16,0 0 16-16,-4 4 0 0,4 0 0 0,-2 5 0 16,1 0-96-16,0 5-16 0,-2 6 0 0,1-2 0 15,1 4-192-15,0 4-32 0,1-1-16 0,3 5 0 16,0 4-48-16,0 4-16 0,2 1 0 0,-1-1 0 0,1-1-80 16,0 1 0-16,2 1-16 0,0-1 0 15,1 4-240-15,0-3 176 0,-2 1-176 0,0-3 160 16,1-1-160-16,-2-2 0 0,2-1 0 0,-1-2 128 15,0-2-128-15,0-2 0 0,-2-3 0 16,2-2 128-16,-1-1-256 0,-1-3-64 0,1-2-16 0,-1-2 0 16,1-5-1072-16,-1 0-224 0,-1-1-32 0,2 0-16 15,-2-3-1744-15,0 0-352 0,0 1-64 16</inkml:trace>
  <inkml:trace contextRef="#ctx0" brushRef="#br0" timeOffset="111612.36">18909 7854 23951 0,'0'0'1056'0,"0"0"224"0,0 0-1024 0,0 0-256 16,0 0 0-16,0 0 0 0,0 0 4800 0,0 0 912 16,12-2 176-16,3-2 48 0,4-2-4176 0,2 1-832 15,3-1-160-15,4-2-48 0,6 0-336 0,2-1-80 16,5 0-16-16,0 0 0 0,5-3-288 0,0 0 0 16,0 0 0-16,4-1 0 15,-3-2-2464-15,2 0-544 0,2 1-128 0</inkml:trace>
  <inkml:trace contextRef="#ctx0" brushRef="#br0" timeOffset="111861.66">20097 7341 9215 0,'0'-12'400'0,"0"5"96"0,0 1-496 0,-1-2 0 0,-3-1 0 0,0 2 0 16,0 1 6960-16,-3 2 1296 0,-1 1 256 0,1-1 48 16,-1 3-4960-16,-1 0-976 0,-2 2-208 0,-1 4-48 0,2 4-1008 0,-4 3-208 15,-3 2-32-15,-1 7-16 0,-2 0-560 0,0 7-112 16,-2 4-32-16,-1 6 0 0,-1 4-96 0,1 1-32 15,-1-2 0-15,2 2 0 0,1 0-16 0,2-1-16 16,2 1 0-16,3-1 0 16,2-3-240-16,3-4 128 0,3-2-128 15,5-2 0-15,2-1-320 0,3-1-176 0,2-4-16 16,1-2-16-16,3-6-1168 0,3-1-224 0,2-5-64 16,3-3 0-16,5-4-2064 0,3-4-432 0</inkml:trace>
  <inkml:trace contextRef="#ctx0" brushRef="#br0" timeOffset="112107.89">20406 7359 33167 0,'0'0'2944'0,"0"0"-2352"16,0 0-464-16,-5 4-128 0,-3-2 2768 0,3 2 544 16,1 3 96-16,0 1 32 0,0 1-1424 0,0 4-288 0,-1 4-48 0,1 5-16 15,0 1-800-15,-1 5-160 0,-2 2-48 0,2 1 0 16,-2 2-336-16,1-2-80 0,-1 3-16 0,2 1 0 15,0 1-224-15,1-2 144 0,0 0-144 0,0-3 128 16,0-2-128-16,0-3 0 0,2-2 0 0,-1-2 0 16,1-1-288-16,-1-2-32 0,2-3-16 0,-1-3 0 31,1-1-1136-31,0-3-240 0,1-9-32 0,0 0-16 0,0 0-1424 16,0 0-272-16,0 0-64 0,6 2-14000 0</inkml:trace>
  <inkml:trace contextRef="#ctx0" brushRef="#br0" timeOffset="112577.25">20166 7337 39903 0,'0'0'1776'0,"0"0"352"0,0 0-1696 0,0 0-432 0,4-6 0 0,-4 6 0 0,6-5 1296 0,3 1 176 16,2 0 48-16,2 0 0 0,1 1-368 0,3-1-64 15,3-2 0-15,2 4-16 0,1-2-512 0,2 3-112 16,1 1 0-16,0-2-16 0,2 0-192 0,-1-1-48 15,-1 2 0-15,0 1 0 0,-1 0-192 0,-2 1 176 16,0 4-176-16,-3-1 160 0,0 3-160 0,-6 2 128 16,-2 1-128-16,-3 3 128 0,-2 4 16 0,-3 3 0 15,-2-2 0-15,-2 4 0 0,-6 4 96 0,-5 0 16 16,-3 2 0-16,0 0 0 0,-3 0 0 0,0-1 0 16,-2 2 0-16,1-6 0 0,-3-1-80 0,1-1-16 15,-4-4 0-15,-1 0 0 0,-1 0-160 0,-1-1 160 16,-2-2-160-16,-1-2 160 0,-2-3-160 0,-1-1 128 15,-1-2-128-15,0 1 128 0,2-1-128 0,0-3 0 16,4-2 0-16,2-1 0 0,2-2-144 0,5-2 144 0,3 0-192 16,4-4 192-16,2 2-208 0,2-2 64 0,5 0 16 15,5-4 0-15,2-1-80 0,3-1-16 0,5-1 0 0,4 1 0 16,5 0 32-16,-1 1 0 0,4 1 0 0,-1 3 0 16,5-2 192-16,-1 4-144 0,0 1 144 0,0 4-128 15,0 1 128-15,-1 2 0 0,-4 0 0 0,-2 2 0 16,-3 1 0-16,-3 1 176 0,-2 1-48 0,-2 3 0 0,-2-1 80 15,-1 1 16-15,-2 2 0 0,-3-2 0 0,0 1-32 16,-1 2 0-16,-1 0 0 0,0-3 0 0,-1 1-192 16,1 1 0-16,0-2 0 0,1 1-160 15,-1-3-1712-15,1 1-352 0,3 1-64 16</inkml:trace>
  <inkml:trace contextRef="#ctx0" brushRef="#br0" timeOffset="112779.69">20605 7932 11967 0,'0'0'1072'0,"-1"8"-864"0,1-8-208 0,-1 7 0 0,1-1 8128 0,0 1 1600 16,-3-1 304-16,2 2 64 0,-1 3-6848 0,2-1-1376 16,2-1-272-16,-2 3-48 0,-2-2-960 0,2 2-192 15,2-2-32-15,-1 3-16 16,-2-2-688-16,2 2-144 0,2-1-32 0,-1-2 0 15,0-2-1888-15,0-2-384 0,-2-6-80 0,4 10-16 0</inkml:trace>
  <inkml:trace contextRef="#ctx0" brushRef="#br0" timeOffset="113124.92">21144 7931 24879 0,'0'0'2208'0,"-4"7"-1760"0,-1 0-448 0,-1 0 0 0,1 2 4928 0,0 3 896 15,-2 1 176-15,2 0 32 0,0 1-3216 0,0 2-640 16,-2 1-128-16,3-2-16 0,0-1-1264 0,2-1-240 16,1-2-48-16,-1 1-16 15,2-3-960-15,2 2-192 0,0-1-32 0,-2-10-16 16,0 0-2528-16,9 3-496 0,3-3-96 0</inkml:trace>
  <inkml:trace contextRef="#ctx0" brushRef="#br0" timeOffset="113419.74">21743 7307 27647 0,'0'0'1216'0,"0"0"256"0,0 0-1168 15,0 0-304-15,0 0 0 0,0 0 0 0,0 0 5040 0,0 0 944 0,-5 4 192 0,0 1 32 16,-2 1-3840-16,4 1-784 0,-3 3-160 0,4 5-16 0,-2 3-880 16,-1 0-160-16,-3 4-48 0,0 4 0 0,0 2-112 0,-1 2-16 15,-1 1-16-15,0 3 0 0,1-3-176 0,1 2 128 16,2 1-128-16,-1 0 128 0,1-1-128 0,1-3 0 16,-3 0 0-16,1-1-176 0,2-2 48 0,0-2 0 15,1-3 0-15,0-2 0 16,0-3-720-16,2-1-144 0,0-3-32 0,1-3 0 15,1-1-672-15,0-9-144 0,0 0-16 0,0 0-16 16,0 0-1664-16,0 0-336 0,8-2-64 0</inkml:trace>
  <inkml:trace contextRef="#ctx0" brushRef="#br0" timeOffset="113908.77">21425 7191 33167 0,'0'0'1472'0,"0"0"304"0,0 0-1424 0,0 0-352 16,0 0 0-16,0 0 0 0,8-2 2816 0,1 1 480 15,3 0 96-15,1-1 32 0,4 2-2080 0,1 0-432 0,3-1-80 0,1 1 0 16,2 0-144-16,0 1-32 16,3 1 0-16,0 0 0 0,2 1-144 0,-1 1-48 0,0 0 0 0,-2-2 0 15,1 2-80-15,-1 4-32 0,-2 1 0 0,-3 2 0 16,-5-1-112-16,-1 4-32 0,-3 3 0 0,-5 4 0 15,-3 3 64-15,-4 3 16 0,-5 3 0 16,-4 3 0-16,-3 3-64 0,-5 1-16 0,0-2 0 0,-1-3 0 16,0-2-80-16,0-2 0 0,-2-2-128 0,-1-3 192 15,-1-2-192-15,1 0 144 0,-1-4-144 0,1-3 128 0,2-2-128 0,-2-2 0 16,0-3 0-16,1-2 0 0,2 0 0 0,0-5 0 16,0 2 0-16,-1-4 0 0,1-4-192 0,1-3-64 15,1-2 0-15,2 0-16 16,-2-1-128-16,3-2-32 15,3-1 0-15,2 1 0 0,4-4 80 0,4-1 16 0,3 0 0 0,2 2 0 16,3-3 144-16,2 3 16 0,1-1 16 0,3 2 0 0,0 2 160 0,2 2 0 16,0 3-144-16,2 5 144 0,-1 0 0 0,-1 4 192 15,-3 2-32-15,0 2 0 0,0 0 144 0,0 1 16 16,-2 1 16-16,1 1 0 0,0 2-128 0,-2 3-16 16,-1 1-16-16,1 0 0 0,-3 0-176 0,1 0 160 0,1 0-160 15,-1 0 160-15,-1 1-160 0,-2 2 0 0,0-4-192 16,-1 2 192-1,0 0-1440-15,-1 1-160 0,-1-1-48 0,1 0-13584 16,2 2-2736-16</inkml:trace>
  <inkml:trace contextRef="#ctx0" brushRef="#br0" timeOffset="114229">21810 7875 20271 0,'0'0'1792'0,"0"0"-1424"0,0 0-368 0,0 0 0 16,0 0 5648-16,0 0 1072 0,0 0 192 0,9-1 64 15,1-1-4160-15,2-1-832 0,3 0-176 0,-1-2-16 0,3 1-1104 0,1 0-224 16,0 0-32-16,2 1-16 0,-2-1-272 0,-1 2-144 16,-1 1 160-16,-3 1-160 0,-2 0 304 0,-3 1-48 15,-8-1 0-15,0 0 0 0,0 0 240 0,4 6 32 16,-4 2 16-16,-2 0 0 16,-2 0-80-16,-2 2-16 0,-1 3 0 0,-2 0 0 0,-3 0-208 0,0 0-48 15,0 0-16-15,2 2 0 16,-1-1-176-16,2 0 0 0,2 1 0 0,1-2 0 0,2-3 0 0,2 2 0 15,0-4 144-15,1 1-144 0,4 0 0 0,1 2 128 16,2-5-128-16,5 1 96 0,2-4-272 0,2-1-16 16,1-2-16-16,2-2 0 15,6 0-176-15,-2-1-16 0,0-2-16 0,1-1 0 16,2-4-1056-16,1-1-192 0,0-4-64 0,0 1 0 16,-2-6-2096-16,6-3-416 0</inkml:trace>
  <inkml:trace contextRef="#ctx0" brushRef="#br0" timeOffset="114560.2">22365 7103 28559 0,'0'0'1264'0,"0"0"272"0,0 0-1232 0,0 0-304 0,0 0 0 0,7 7 0 16,-1-2 4144-16,2 3 768 15,4 2 144-15,0 1 48 0,1 0-3024 0,2 4-608 0,2 0-112 0,3 4-16 16,1 1-496-16,-2 3-80 0,-3-4-32 0,2 3 0 15,0 1 16-15,1 3 0 0,0 0 0 0,2 1 0 16,0 3-752-16,-2 3 0 0,-2 2-192 0,0-3 32 0,0 2 160 0,-1 2 192 16,-2-1-32-16,1 3-16 15,-4 1-144-15,-2 0 160 0,-2 0-160 0,-2-1 160 16,-2-1-160-16,-5 0 0 0,-1 1 144 0,-3-3-144 0,-4 5 0 0,-2-2 128 16,2-6-128-16,-3-3 0 0,0-4 208 0,-2 0-16 15,-2-5-16-15,2-2 0 0,-3-4-48 0,2 1-128 16,-1-6 192-16,0 2-64 0,7-3-128 0,-3 0 0 15,-2 0 0-15,3-3 0 0,1-1-192 0,0 0-128 16,1-2-32-16,1 1 0 16,-4 0-1920-16,4-1-384 0,3 2-80 15</inkml:trace>
  <inkml:trace contextRef="#ctx0" brushRef="#br0" timeOffset="117142.5">19880 8559 37151 0,'0'0'1648'0,"-4"-1"336"0,-2-3-1600 0,1 2-384 16,5 2 0-16,-7 0 0 0,1-3 1680 0,-1 6 256 0,7-3 48 0,-6 2 16 15,0 2-144-15,3 3-16 0,-1-1-16 0,1 5 0 16,0-1-1120-16,1 3-240 0,-1 1-32 15,2-1-16-15,1-1-208 0,1 1-32 0,-1 2-16 0,4-1 0 16,0 0-160-16,1-1 128 0,0-1-128 0,2-2 128 16,2 2-128-16,2-3 0 0,2 0 0 0,1-2 0 15,2-2 0-15,2-1 0 0,3 0 128 0,1-3-128 16,3-2 0-16,2 0 0 0,3-6 0 0,5 2 0 0,3 0 0 16,4 0 0-16,2-2 0 0,2 1 0 0,-1 0 0 0,1 1-224 15,0 1 48-15,-3 0 16 0,-3 0-64 0,-2 3-16 16,-2 1 0-16,-3 1 0 0,-4 1 64 0,-2 2 16 15,-2-1 0-15,-4 3 0 0,-3 0 160 0,-1-2 0 16,-3 1-144-16,-1 2 144 0,-1 1 0 0,-2 0 0 16,-1 1 0-16,-1-2 0 0,-1 0 0 0,-2-1 0 15,0 1 0-15,0 0 0 0,-5-7 0 0,0 0 0 16,0 0 0-16,0 0 0 0,7 5 0 0,-7-5 128 16,0 0-128-16,6 4 0 0,-6-4 0 0,8 1 0 15,0-1 0-15,1 0 0 0,0-1 0 0,3-2 0 16,1 2 0-16,0-4-176 0,0 1 0 0,4-3 0 15,-1-1 0-15,1 0 0 0,1 2 176 0,0 1-208 16,2-2 80-16,-2 1 128 0,0-1-176 0,1 3 176 16,-1 0-128-16,3 2 128 0,2-1 0 0,2 2 0 0,-2 0 0 15,3 1-128-15,4 0 128 0,3 1 192 16,2 0-32-16,3 2-16 0,1-1 112 0,4 1 0 16,0 0 16-16,2-3 0 0,-4-2-112 0,4 0-32 15,-1-1 0-15,3-1 0 0,1 0-128 0,3 0 0 16,1 2 0-16,0-4 128 0,-4 1-128 0,-2-1 0 0,-3-3 0 0,-1 0 128 15,-6 1-128-15,0-4 0 16,-3 2 0-16,-1-2 128 0,-6-1-128 0,-1-2 128 0,-3 0-128 16,-1-1 128-16,-4-1 48 0,-4 2 0 15,-4-1 0-15,-2 0 0 0,0 2 96 0,-4 0 32 0,-3 1 0 0,-3-1 0 16,-1 1-48-16,-4 2 0 0,2-1 0 0,-2 3 0 16,0 0-256-16,0 1 0 0,2 1 128 0,1 1-128 15,1 1-1248 1,4 5-304-16,-3-7-64 0</inkml:trace>
  <inkml:trace contextRef="#ctx0" brushRef="#br0" timeOffset="118572.6">20893 9041 18431 0,'37'-6'1632'0,"7"-3"-1312"0,7-4-320 0</inkml:trace>
  <inkml:trace contextRef="#ctx0" brushRef="#br0" timeOffset="119523.76">20041 9309 11055 0,'0'0'976'0,"1"-6"-784"0,-1 0-192 0,0 0 0 16,0-3 7248-16,0 9 1408 0,0 0 288 0,0 0 48 16,0-7-5824-16,0 7-1168 0,0 0-224 0,0 0-48 15,0 0-464-15,-3 12-96 0,1 4-16 0,-2 4 0 0,-1 8-768 0,-2 2-144 16,1 2-48-16,-1 2 0 0,-1 0-64 0,3-1-128 16,0-1 176-16,0 0-176 0,1-5 0 0,0-2 0 15,1-3 0-15,2-2 0 16,2-3-1920-16,1-3-400 0,-1-4-80 0,-4-1-19504 15</inkml:trace>
  <inkml:trace contextRef="#ctx0" brushRef="#br0" timeOffset="119688.77">20197 9198 14735 0,'-14'7'640'0,"6"-6"160"0,0 0-640 0,0 1-160 16,1 0 0-16,0 0 0 0,-1 3 4960 0,3-1 960 15,0 1 192-15,0 0 32 0,2 0-5056 0,3-5-1088 16,0 0 0-16,3 11-192 16,0-5-2304-16,3 2-464 0,-2-1-96 0,6-2-10000 0</inkml:trace>
  <inkml:trace contextRef="#ctx0" brushRef="#br0" timeOffset="121133.18">20248 9327 27759 0,'0'0'1216'0,"0"0"272"0,0 7-1184 0,-1 1-304 0,1 0 0 15,0 2 0-15,-2 2 2944 0,1 1 544 0,0 2 96 0,-2 0 32 16,2 2-1008-16,0 1-208 0,-2 1-32 0,-1 1-16 15,1 0-1008-15,1 0-208 0,-1-1-48 0,-1 0 0 16,2 0-512-16,-1-3-128 0,1-1 0 0,0-2-16 0,1-1-256 16,-2-3-48-16,3-9-128 0,0 0 192 0,0 0-192 0,0 0 128 15,0 0-128-15,0 0 0 0,0 0 0 0,0 0 0 16,0 0 0-16,0 0 0 0,0 0 0 0,6-6 0 16,-1 1 0-16,-1-3 0 0,0-3 0 0,1-1-160 15,0-1 32-15,2-4 0 0,0 0 128 0,1-1-192 16,1-3 192-16,2 0-192 0,-1 0 64 0,1 0 0 15,-1 2 0-15,2 2 0 0,-2 0 128 16,1 4 0-16,-2 2-144 0,-1 5 144 0,-1 2-256 16,-7 4 0-16,0 0 16 0,0 0 0 0,6 5 48 0,-1 4 0 15,-1 4 0-15,-2 4 0 0,1 3 192 0,0-3 0 16,0 2 0-16,1 1 0 0,0-2 128 0,1 2-128 16,1-3 192-16,2-2-192 0,2-2 0 0,2-1 0 15,1-3 0-15,0-2 0 0,1-2-288 0,2-2 32 16,-1-3 16-16,1-2 0 15,0 1-144-15,2-6-48 0,1 1 0 0,0-3 0 0,-2 1 32 0,-2-1 0 16,0-2 0-16,0 1 0 0,0-2 176 0,-2 1 32 16,-3-2 16-16,-1-1 0 0,-2 1 176 0,-2 0 0 0,-4 0 0 15,-1 3 128-15,-1-3 128 0,-3 2 48 16,-1 2 0-16,-3 2 0 0,-2 1 144 0,-2 4 48 0,-1 2 0 0,-3 5 0 16,-2 1 0-16,0 6 0 0,-3 1 0 15,1 3 0-15,1 3-240 0,0 1-64 0,4 0 0 0,0 0 0 16,4-3-192-16,3 2 176 0,3-2-176 0,2-1 160 15,3-4-160-15,3 0-144 0,2-2 144 0,3-1-208 16,0-3-432 0,2-2-64-16,2-4-32 0,1-2 0 0,0 0-160 15,4-4-48-15,2 0 0 0,0-1 0 0,-2-3 144 16,-1-2 32-16,3-1 0 0,-1 0 0 0,0-1 384 0,0-2 64 0,-1-1 32 0,-1-1 0 0,0-2 288 0,-1 1 0 16,1-6 128-16,1 0-128 0,0-2 320 0,0 1-16 15,-2-3-16-15,1 4 0 0,-2 1-288 0,-1 3-256 16,-1 0 64-16,-3 5 0 0,-2 5 960 0,-3 1 208 15,-2 4 48-15,-2 6 0 0,0 0-192 0,0 0-16 16,-5 5-16-16,0 6 0 0,-4 3-128 0,-2 3-32 16,0 2 0-16,-1 4 0 0,-2 1-304 0,1 1-64 15,1 3-16-15,1-1 0 0,1-1-80 0,2-1-32 16,2-3 0-16,2-1 0 0,2-2-144 0,2 0 0 16,2-2 0-16,2-1 0 0,1-5-208 0,3-1-80 15,1-1-16-15,3-5 0 16,1-1-400-16,1-3-96 0,0-3-16 0,2-1 0 15,0-1-48-15,-2-1-16 0,0-3 0 0,-1-1 0 16,2-3 144-16,-2 0 32 0,0 0 0 0,0-2 0 0,-3-4 336 0,-1 0 80 16,0-2 16-16,-1 0 0 0,-1-1 272 0,-1 1 0 15,-1 3 0-15,1 0 0 0,-2 5 256 0,-3 2-64 16,0 3 0-16,-1 8 0 0,0 0 496 0,0 0 80 0,-8 3 32 0,2 4 0 16,-2 2-96-16,0 4-32 0,-1 2 0 15,0 4 0-15,2 1-352 0,0 0-64 0,0 1 0 16,2 0-16-16,2-3-240 0,2 0 0 0,1 2 128 15,1-6-128-15,3 0 0 0,0-1 0 0,3-1 0 0,0-3-160 16,1-2-544 0,1-3-96-16,2-3-32 0,-1-1 0 0,2-1-160 0,0-3-32 15,-1-3-16-15,4 0 0 0,-1-1 704 0,0-4 144 0,1 0 16 0,-2-1 16 0,0-1-144 16,-1-2-16-16,-1-1-16 0,2 0 0 16,-1-1 336-16,-1 2 0 0,0-2 0 0,0 4 0 0,-3 3 368 0,-3 1 80 15,0 3 32-15,-5 7 0 16,0 0 128-16,0 0 32 0,0 0 0 0,1 11 0 0,-2 3 256 0,-2 4 64 15,-1 2 16-15,1 2 0 0,-1 0-432 0,-2 2-96 16,1-1 0-16,0 2-16 0,0 1-160 0,1-1-16 16,0-2-16-16,0 0 0 15,0-3-240-15,2 0 0 0,-1-3 128 0,0-1-128 0,1-3 320 0,-1-2 0 16,-1-2 16-16,2-1 0 0,2-8-336 0,0 0 128 16,0 0-128-16,0 0 0 15,0 0-432-15,0 0-144 0,0 0-48 0,0 0 0 0,0 0 368 0,0-9 64 16,1 0 0-16,1-7 16 15,4-2-528-15,2-4-128 0,2-4 0 0,3-2-16 16,0-4 112-16,4 1 32 0,3-2 0 0,-1 0 0 16,1 1 0-16,0 2 16 0,4 0 0 0,-2 4 0 0,-1 2 304 0,-3 3 48 15,0 5 16-15,-2 0 0 0,-2 3 320 0,0 2 0 16,-4 5 0-16,-1-1 0 0,-1 2 0 0,-3 4 192 0,-5 1-32 16,0 0 0-16,0 0 304 0,0 0 64 0,-2 8 16 0,-2 3 0 15,-2 0 96-15,0 2 32 0,-2 0 0 0,0 1 0 16,-1 2-80-16,1-3-16 0,0 1 0 0,3 2 0 15,-1-4-304-15,2-1-64 0,1 2-16 0,1-3 0 16,-1 0-192-16,3 0 0 0,1 0 0 0,2 0 0 16,1-5 0-16,2 2 0 0,0-2-160 0,0-1 160 15,3-2-208-15,0 1 32 0,2-2 16 0,0-1 0 16,1-1 32-16,0-2 0 0,-2-2 0 0,3 0 0 0,0-2 128 16,-1 1-192-16,0-4 192 0,0 0-192 15,-1-3 192-15,1 3 0 0,-1-3 0 0,-2 0 0 0,0-1 0 16,0 0 0-16,0 1 0 0,-1 0 0 0,-2 0 0 15,-2 3 0-15,-1 2 0 0,-2 3 0 0,-1 5 160 0,0 0 16 16,0 0 0-16,-6 1 0 0,-1 4 272 0,1 3 48 16,-2 3 16-16,0 2 0 15,0 1-256-15,2 2-64 0,-1-1 0 0,2 1 0 0,2 1-192 0,1-4 0 16,0 1 0-16,2-1 0 0,2-1-192 0,0-1-96 0,2-4-16 16,1 0 0-1,-5-7-1440-15,7 6-304 0,-1-3-48 0,4-2-16 16,0-2-1552-16,0 0-320 0,0-3-64 0</inkml:trace>
  <inkml:trace contextRef="#ctx0" brushRef="#br0" timeOffset="122057.1">21869 9300 27695 0,'0'0'1216'0,"0"0"272"0,0 0-1184 0,0 0-304 0,0 0 0 0,0 0 0 16,0 0 3552-16,0 0 656 0,0 0 128 0,0 0 16 16,0 10-1824-16,0 2-368 0,-2 0-80 0,1 1-16 15,-2 1-1088-15,1 2-208 0,-2 1-64 0,1 0 0 16,1-2-144-16,0 0-48 0,1-2 0 0,0-1 0 15,-1-1-288-15,1 0-64 0,0-3-16 0,1-2 0 16,0-6-144-16,0 0 0 0,0 0 0 0,0 0 0 16,0 0 0-16,0 0 0 0,0 0 0 0,0 0 0 15,9 0-256-15,0-3 0 0,0-3 16 0,0-1 0 16,2-3-48-16,-1 0-16 0,2-3 0 0,1-3 0 16,3-1 304-16,1 0-128 0,-2-3 128 0,1 1 0 15,-1-1-624 1,4 3-16-16,-4 0 0 0,0 4 0 0,-4 0 400 0,0 4 80 0,-1 1 16 0,-3 3 0 0,-7 5 144 0,0 0 0 15,0 0 0-15,0 0 0 0,0 0 0 16,0 8 0-16,-2 1 0 0,1 3 0 0,0 1 176 16,0 4-48-16,-2-3 0 0,2 3 0 15,1 1-128-15,1-2 0 0,0 0 0 0,2 1 0 0,1-2 0 0,0 1 0 16,0-2 0-16,2-2 0 0,3-2-144 0,-1-2 144 16,1-1-192-16,2-2 192 0,2-2-400 0,1-2 16 15,0-1 16-15,5-3 0 16,-1-1-128-16,0-2-16 0,-2-2-16 0,2 0 0 0,0 0 288 0,1-3 64 15,-3-1 16-15,3-1 0 0,-2-3-48 0,0-1-16 16,-4-1 0-16,1 0 0 0,-1-2 224 16,-1 2 0-16,-1 1 0 0,-1 1-144 0,-3-1-176 0,-1 4-16 15,-4 3-16-15,0 1 0 0,-4 2 608 0,-2 2 112 16,-2 1 16-16,-3 3 16 0,0 1 112 0,-1 4 0 16,0 2 16-16,-2 1 0 0,-2 2-64 0,1 1-16 15,0 1 0-15,0 2 0 0,0 1-144 0,0 2-48 16,1 0 0-16,4-1 0 0,0 1-256 0,3-1 0 15,1 2 128-15,2-4-128 0,0-1-128 0,2 0-96 0,3-6-16 16,2 1 0 0,-5-7-400-16,11 3-64 0,-1-2-32 0,3-2 0 15,3-2-720-15,-1-4-144 0,1 1-16 0,1-5-16 0,1 1 672 16,0 1 128-16,-1-4 16 0,2 0 16 0,-1-4 192 0,0-1 32 16,-1-1 16-16,1-3 0 0,2-1 560 0,1-2 0 0,-3-1 0 0,-1 0 144 0,0-4 96 15,0 0 16-15,-3 1 0 0,-2 6 0 0,0 1 128 16,-4 5 16-16,-2 4 16 0,-1 2 0 0,-2 3 720 0,-3 8 144 15,0 0 16-15,0 0 16 0,0 0 224 0,-8 6 64 16,0 3 0-16,-1 4 0 0,-1 4-928 0,-3 5-176 16,-3-1-48-16,3 3 0 0,1 1-160 0,2 0-32 15,-3-3-16-15,4 0 0 0,2 0-240 16,3-1 144-16,2-1-144 0,2-1 128 0,1-2-128 0,3-1 0 16,1-2 0-16,2-1-176 0,2-5-144 0,1 0-16 15,2-3-16-15,1-1 0 16,1-3-128-16,-1-1-32 0,0-2 0 0,0-2 0 15,0-1 48-15,0-2 0 0,-1-1 0 0,1-1 0 0,0-1 112 0,0-3 32 16,-1 0 0-16,0-2 0 0,-1-2 128 0,0 2 48 16,-1-2 0-16,1 1 0 0,-2 3 144 0,-4 1-192 15,-1 3 192-15,-1 3-192 0,-3-1 448 0,0 7 64 16,0 0 32-16,-7 2 0 0,-1 0 320 0,0 3 64 0,-1 6 16 16,-1-2 0-16,-3 1-288 0,2 1-48 0,2 2-16 15,1 0 0-15,2 0-208 0,1 0-32 0,1 1-16 0,1-1 0 16,2 0-144-16,1 0 0 0,1-1 0 0,2 0 0 15,2-4-320-15,3 0-32 0,0-1-16 0,-1-3 0 16,3 2-1824 0,0-3-368-16,4-1-80 0,3-4-16896 0</inkml:trace>
  <inkml:trace contextRef="#ctx0" brushRef="#br0" timeOffset="122406.85">23059 9192 23951 0,'-16'8'2128'0,"10"-3"-1696"0,-3-1-432 0,2 2 0 0,2 2 5248 15,-2 3 976-15,2-2 192 0,1 2 48 0,0 2-3904 0,-1 2-768 16,1 0-144-16,2-3-48 0,-1 1-768 0,2 0-144 16,-2-1-48-16,3 1 0 0,1-1-448 0,1-2-192 15,-1-1 128-15,2 0-128 0,0-2 0 0,-3-7 0 16,0 0 0-16,0 0 0 0,6 6 0 0,-6-6-256 16,7 2 64-16,1-1 16 0,0-2-112 0,0-3-32 15,1 0 0-15,0-3 0 0,0 0 0 0,2-3 0 16,0 0 0-16,1-2 0 0,1-1-48 0,0-1-16 15,2-3 0-15,0 0 0 0,2-1 0 0,-4 3-16 16,0 0 0-16,-1 0 0 0,0 1 112 0,-2 2 32 16,-1 1 0-16,-1 1 0 0,-1 4 256 0,-2 1 0 15,-5 5 176-15,0 0-176 0,0 0 512 0,0 0 0 16,0 6 0-16,0 3 0 0,-1 2 128 0,-2 2 32 16,-1 0 0-16,0 1 0 0,0-1-336 0,2 0-64 15,-1 2-16-15,0 2 0 0,1-2-256 0,2 1 0 0,0-3 0 0,1-1 0 31,2-6-960-31,1 1-208 0,0-2-48 0,1-1 0 16,1 0-1792-16,2-2-384 0,1 0-64 0</inkml:trace>
  <inkml:trace contextRef="#ctx0" brushRef="#br0" timeOffset="122622.61">23593 8925 9215 0,'0'0'816'0,"0"0"-656"0,0 0-160 0,0 0 0 0,0 0 8016 0,0 0 1584 16,-5 1 304-16,-1 3 64 0,-3 4-6064 0,-1 3-1216 15,0 4-256-15,0 2-32 0,-2 2-1504 0,0 3-288 16,-1 2-64-16,0 2-16 0,3 1-336 0,-1-1-192 16,1-1 192-16,-1 0-192 0,3-2 0 0,2-1 0 15,-1 1 0-15,1-1-144 16,1-1-976-16,-1 0-192 0,1-3-32 0,1 0-16 16,-1-1-1376-16,1-3-272 0,-1-1-48 0,2-5-16448 0</inkml:trace>
  <inkml:trace contextRef="#ctx0" brushRef="#br0" timeOffset="122758.15">23372 9202 43359 0,'0'0'1920'0,"0"0"400"0,0 0-1856 0,8-4-464 16,-1 2 0-16,1-1 0 0,1-1 1152 0,2 0 128 16,0 0 16-16,3 0 16 0,0 2-992 0,2-1-192 15,0 2-128-15,4 0 160 16,1-1-2288-16,2 0-464 0,5 2-96 0</inkml:trace>
  <inkml:trace contextRef="#ctx0" brushRef="#br0" timeOffset="122886.93">23765 9278 5519 0,'-15'14'240'0,"7"-5"64"0,-1 3-304 0,-2 0 0 0,1 1 0 0,0 2 0 15,-1 4 10368-15,1-1 2032 0,-1 0 400 16,3 0 64-16,-1 1-9232 0,2-1-1856 0,-1-1-368 0,1-1-80 16,2-3-816-16,1 1-176 0,1-1-16 0,1-1-16 15,-1-1-688-15,2-1-144 16,2 0-32-16,2-1-16208 0,2-1-3264 0</inkml:trace>
  <inkml:trace contextRef="#ctx0" brushRef="#br0" timeOffset="123323.93">24317 9107 25791 0,'-22'12'1152'0,"10"-6"224"0,-2 1-1104 0,2-1-272 0,0 3 0 0,2 6 0 0,-2 0 5760 0,2 1 1088 16,-3 2 208-16,1 2 48 0,3-1-4912 0,0 0-976 15,2-2-208-15,3 1-48 0,2 0-800 0,0-1-160 16,2-3 0-16,3-2 0 16,1 0-1872-16,1-4-304 0,-5-8-48 0,8 8-12640 15,4-3-2544-15</inkml:trace>
  <inkml:trace contextRef="#ctx0" brushRef="#br0" timeOffset="123741.47">24360 8998 14735 0,'0'0'1312'0,"0"0"-1056"16,-5 5-256-16,5-5 0 0,0 0 5440 0,0 0 1024 15,-3 6 192-15,2 2 64 0,2 1-4752 0,0 2-944 16,2 2-192-16,2 1-48 0,-1 4-80 0,1-1-32 16,1 4 0-16,-2 0 0 0,-2 0 336 0,-1 1 64 15,1 0 16-15,-2 0 0 0,-3 0 256 0,1 1 64 16,0-3 16-16,0 0 0 0,0-2-656 0,0-1-144 15,-2-1-32-15,1-3 0 0,2-3-352 0,0-1-80 0,1-3-16 0,0-6 0 16,0 0-144-16,0 0 0 0,0 0 144 0,0 0-144 16,0 0 0-16,0 0-240 0,0 0 48 0,6-2 0 15,1-4-144-15,0-1-32 0,3-2 0 0,-3-1 0 16,3-3 16-16,-3 0 0 0,1-2 0 0,1-3 0 16,2 0 32-16,0-3 0 0,1 1 0 0,3 0 0 15,-1-3 112-15,1 1 16 0,1 1 16 16,0 4 0-16,-2 3 176 0,-1 4 0 0,-2 2-144 0,-2 3 144 15,-3 2 0-15,-6 3 0 0,0 0 0 0,5 5 0 0,-1 2 432 16,-1 2 48-16,-4 4 16 0,-1 1 0 16,0 3-112-16,-1 0 0 0,-1 0-16 0,0 1 0 15,0 1-224-15,1-1-144 0,-1-1 192 0,0-2-192 16,1 1 0-16,2-2 0 0,1-2-192 0,1-1 48 16,2-2-1744-16,-1 0-352 0,5-3-64 0,3-2-12272 15,5-1-2448-15</inkml:trace>
  <inkml:trace contextRef="#ctx0" brushRef="#br0" timeOffset="123966.98">25011 8842 42207 0,'0'0'1872'16,"0"0"384"-16,-6 2-1808 0,1 0-448 0,5-2 0 0,-5 7 0 0,0 1 2160 0,-2 3 336 15,1 4 64-15,-2 4 0 0,0-2-1200 0,1 3-240 16,-2 1-48-16,2 1-16 0,-1 3-672 0,0 2-128 15,0 2-16-15,2-1-16 0,0-3-224 0,1 1 0 16,0-1 0-16,2-2 0 0,2 1 0 0,0-1-288 16,-1-3 64-16,1 1 16 15,1-2-1136-15,0-2-208 0,0-1-48 0,0-4-16 16,1-1-1328-16,1-3-272 0,2 0-48 0,-4-8-15488 0</inkml:trace>
  <inkml:trace contextRef="#ctx0" brushRef="#br0" timeOffset="124259.71">24838 9201 18431 0,'0'0'1632'0,"0"0"-1312"0,0 0-320 0,0 0 0 0,0 0 5120 0,0 0 960 16,0 0 192-16,0 0 48 0,0 0-3600 0,0 0-720 15,10 4-144-15,-1-4-16 0,1 0-928 0,3 0-176 16,1-4-32-16,3 1-16 16,2-3-320-16,2 1-64 0,1-1-16 0,1 0 0 0,3-5-128 0,2 2-32 15,-1-1 0-15,0-1 0 0,1 0-128 0,-2-1 0 16,1 0 0-16,-3 2 128 0,-3-1-128 0,-5 4 0 15,-2 0 0-15,-5 4 0 0,-3 1 0 0,-6 2 0 16,0 0 144-16,-6 5-144 0,-3 4 432 0,-6 4 16 16,-4 3 0-16,-2 3 0 0,-1 1 0 0,1 1 16 15,-1-2 0-15,2 0 0 0,2-1-176 0,2-2-32 16,2-1-16-16,3 1 0 0,2-3-240 16,4 0-160-16,2-1 32 0,3-2 0 15,0-2-1104-15,0-8-224 0,8 6-32 0,3 1-16 16,2-6-1552-16,2 1-304 0,5-4-64 0,2-3-15488 0</inkml:trace>
  <inkml:trace contextRef="#ctx0" brushRef="#br0" timeOffset="124614.91">25417 9041 13823 0,'0'0'1216'0,"0"0"-960"0,0 0-256 16,0 0 0-16,0 0 6336 0,0 0 1216 0,-5 6 240 0,1 3 48 16,-1 3-4176-16,1 2-832 0,-1 2-160 0,0 2-48 15,-1 2-1280-15,0-1-272 0,-1 1-48 0,1-2-16 16,-1 0-496-16,2-2-80 15,1-2-32-15,2 1 0 0,-1-2-208 0,2-2-64 0,-1 0 0 0,1-3 0 16,1-8-128-16,0 0 0 0,0 0 0 0,0 0 0 16,0 0 0-16,0 0 0 0,0 0 0 0,8 2 0 15,-8-2 0-15,8 0-272 0,1-2 64 0,0-2 16 0,1-3-48 0,1-1 0 16,1-1 0-16,-2-2 0 0,2-4-32 0,2-2-16 16,3-2 0-16,1-2 0 15,-2-3-208-15,3-2-32 0,1 2-16 0,-2 1 0 16,2 5 192-16,-3 4 32 0,-3 2 16 0,-5 3 0 0,-1 4 304 0,-8 5 0 15,0 0-128-15,0 0 128 0,0 0 352 0,1 8 128 16,-3 5 32-16,-2 2 0 0,-1 1-112 0,-2 1-16 16,2 1 0-16,1 0 0 15,0-1-256-15,3 0-128 0,-1 0 128 0,4-1-128 16,-1-6-624-16,3 1-208 0,1-2-32 0,2-1-16 16,-1-2-1424-16,5-1-272 0,2-2-64 0,4 0-11056 15,2-3-2224-15</inkml:trace>
  <inkml:trace contextRef="#ctx0" brushRef="#br0" timeOffset="124943.48">26078 8957 21183 0,'-13'-1'944'0,"13"1"192"0,-6 1-912 0,-2 0-224 0,-3 1 0 16,1-1 0-16,-2-1 6624 0,1 3 1280 0,-2 1 256 0,-1 1 48 16,0-1-5600-16,0 1-1136 0,-1 1-208 0,1 1-48 15,0 1-688-15,-1 1-128 0,1 1-16 0,1-2-16 16,1 3-192-16,1 0-48 0,0-2 0 0,1 3 0 15,2-1-128-15,1-4 0 0,2 1 0 0,3 0 128 16,0 0-128-16,4 0-144 0,-1 1 144 0,-1-9-208 0,4 8-32 16,2-3 0-16,1 0 0 0,1-2 0 0,1 1-96 15,1 1-32-15,1-1 0 0,0 0 0 0,1-2 368 0,0 1 0 16,0-1 0-16,-2 1 0 0,-1 0 0 16,0 1 0-16,0-2 0 0,-1 2 0 0,-1-3 0 0,-7-1 0 15,6 4 0-15,-6-4 0 16,0 0 0-16,0 0 0 0,2 8 0 0,-2 0 0 0,-2 0 0 0,-2 0 0 15,-2-1 176-15,1 0-176 0,-2-1 0 0,2 1 0 16,-3-1 0-16,0 1 0 16,0-2-976-16,2-1-240 0,-2 1-64 0,2-2 0 15,-1 3-2176-15,-1-4-448 0</inkml:trace>
  <inkml:trace contextRef="#ctx0" brushRef="#br0" timeOffset="125142.6">26140 9003 12895 0,'0'0'1152'0,"0"0"-928"0,0 0-224 16,0 0 0-16,0 0 7856 0,-2 9 1520 15,1 1 304-15,1 2 64 0,-4 1-6368 0,1 3-1280 16,-1-1-256-16,2 2-48 0,-2 0-1024 0,0 3-208 0,0-5-48 0,2 4 0 16,-1-2-384-16,0 0-128 0,-1-2 0 0,1 0 0 31,0-2-496-31,2-2-208 0,-1-3-32 0,2 0-16 15,0-8-2176-15,0 0-432 0,4 8-96 0</inkml:trace>
  <inkml:trace contextRef="#ctx0" brushRef="#br0" timeOffset="125508.93">26325 8911 10127 0,'0'0'896'0,"-4"-2"-704"0,0-1-192 0,4 3 0 0,-1-5 4960 0,1 5 960 16,0 0 192-16,0 0 32 0,0 0-5056 0,6-1-1088 15,1-2 0-15,2 2-192 16,1 0-880-16,1 2-160 0,-2 0-48 0,0 2 0 16,0-1 80-16,-1 2 16 0,0 1 0 0,-5 2 0 0,0 1 3200 0,-2 2 640 15,1-1 128-15,-2 3 32 0,-3 1 1024 0,0 2 224 16,0-1 32-16,-3 3 16 0,0 1-1568 0,-2 0-320 16,3-1-64-16,0 3-16 0,1-2-1184 15,0 2-224-15,1-2-48 0,1-1-16 0,-1-4-416 0,3-3-64 16,0 1-32-16,1-2 0 0,-1-1-160 0,0-8 160 15,0 0-160-15,3 7 160 0,-3-7-160 0,0 0 0 16,0 0 0-16,0 0 128 0,0 0-128 0,6 4 0 16,-6-4 0-16,0 0 128 0,0 0-80 0,8-2-48 15,0-2 0-15,0-3 0 0,0 1 0 0,1-6 0 0,-1 0 0 16,2-1 0 0,-1-1-336-16,3-2-64 0,1-3-16 0,1 2 0 0,-1 1-896 15,2 2-176-15,-4 1-48 0,0 2 0 0,-2 2-2432 16,0 3-480-16,-1 2-96 0</inkml:trace>
  <inkml:trace contextRef="#ctx0" brushRef="#br0" timeOffset="125809.99">26562 9164 29599 0,'0'0'1312'0,"0"0"272"0,1 8-1264 0,-1-8-320 0,4 7 0 0,0-1 0 0,1-1 1664 0,2-1 256 15,-7-4 64-15,8 2 16 0,3-4-480 0,2 1-112 16,2-2 0-16,0 1-16 0,8-3-592 0,-1-2-112 16,-5-1-32-16,1 2 0 0,-1-5-176 0,1 2-32 15,0-1-16-15,-1-2 0 0,-1 0 16 0,-2 2 0 16,-2-3 0-16,1-3 0 0,-3 1 208 0,-4 2 48 15,-5 2 16-15,-2 3 0 0,-5-1 368 0,-1 5 64 16,-5-1 0-16,-1 5 16 0,-3 5-208 0,-3 2-64 16,-3-1 0-16,-1 6 0 0,-1 4-432 0,1 1-80 15,3 2-32-15,3 2 0 0,6-3-208 16,2-2-144-16,1 1 192 0,2 1-48 0,2-1-144 0,1 1 0 16,2-2 0-16,2 1 0 0,3-3 0 0,1 2 0 15,4-2 0-15,7 3 0 0,-3-6 0 0,3-2 0 16,1 0 0-16,1-4 0 0,3 2 0 0,0-2 0 0,0-1 0 0,1-2 0 15,5 0 0-15,0-2-192 16,0 0 192-16,-1-2-208 16,0-3-992-16,1 0-192 0,0-2-32 0,2-3-23168 0</inkml:trace>
  <inkml:trace contextRef="#ctx0" brushRef="#br0" timeOffset="135170.67">27575 7472 18431 0,'-1'-14'816'0,"1"7"160"0,0-2-784 0,1 0-192 16,0-3 0-16,3 2 0 0,-1-2 3264 0,-1 3 624 0,1 1 112 0,0 2 32 15,-1-1-672-15,-2 7-128 0,0 0-32 0,0 0 0 16,0 0-1296-16,0 0-272 0,0 0-48 0,0 0-16 16,5 7-560-16,-1 2-112 0,0 4-32 0,-2 6 0 15,-2 6-352-15,-2 5-64 0,1 7 0 0,-2 2-16 16,-1 0-240-16,2 1-32 0,-2 3-16 16,-1-2 0-16,-1-1-144 0,3-1 128 0,0-4-128 0,-1-2 128 15,0-4-128-15,1-1 0 0,2-4 0 0,1-3 0 16,0-4-240-16,0-3-80 0,0-2 0 0,0-3-16 15,1-3-1344 1,-1-6-272-16,0 0-48 0,0 0-16 0,0 0-1280 0,7-6-256 16,-2-5-48-16</inkml:trace>
  <inkml:trace contextRef="#ctx0" brushRef="#br0" timeOffset="135481.07">27445 7329 11055 0,'0'0'976'0,"0"0"-784"15,-3-5-192-15,3 5 0 0,-3-7 7696 0,5 1 1504 16,0-1 288-16,3 2 64 0,2 1-7056 0,3 1-1408 16,2-3-272-16,2 1-64 0,1-1 208 0,3 2 64 15,2 1 0-15,3-1 0 0,3 0-544 0,0 0-96 16,2 1-32-16,2 2 0 0,4 1-160 0,1 1-48 0,0 2 0 0,0 1 0 16,0 1-144-16,-1 1 0 15,-3 2 0-15,-2 3 0 0,-3-1 0 0,-1 2 0 16,-5 1 0-16,-5 1 0 0,-3 1 0 15,-4 3 0-15,-3-3 0 0,-4 6-176 0,-3 0 176 0,-4 1 0 16,-4 2 0-16,-4-1 128 0,-6 1 96 0,-2-2 32 0,-4 1 0 0,-1-3 0 16,-2-2-80-16,0-1-16 0,-1 1 0 0,-1-5 0 31,1-1-480-31,3-3-112 0,3 0-16 0,2 1 0 16,2 0-1376-16,5 0-288 0,2-3-48 0,5-1-12368 0,1-2-2464 15</inkml:trace>
  <inkml:trace contextRef="#ctx0" brushRef="#br0" timeOffset="135765.72">28049 7655 20271 0,'0'0'896'0,"0"0"192"0,0 0-880 0,0 9-208 0,2 1 0 0,0 2 0 0,0 2 5824 0,0 2 1136 16,0 2 208-16,-2 0 64 0,1 1-4240 0,2-1-848 16,-1 0-160-16,1-1-48 0,1-1-1152 0,0-2-224 15,-1 1-48-15,3-2-16 0,-1-2-240 0,1-2-64 16,0-1 0-16,0-1 0 0,-6-7-32 0,8 5-16 15,-8-5 0-15,9 1 0 0,-9-1 0 0,8 0 0 16,0-1 0-16,0-4 0 0,-2 0-144 0,1-1 192 16,-2 0-192-16,0-2 192 0,0-1-192 0,-1-2 192 15,-1 0-192-15,1-2 192 0,0-2-64 0,-2-2 0 0,1 0 0 16,1-2 0-16,0 2-272 0,2-3-64 16,2 3-16-16,0-3 0 15,2 0-1120-15,2 0-208 0,1 1-48 0,1 1-16 16,2 3-2656-16,4 5-528 0,29-8-96 0,-18 8-32 0</inkml:trace>
  <inkml:trace contextRef="#ctx0" brushRef="#br0" timeOffset="135952.56">28567 7636 31327 0,'0'0'2784'0,"0"0"-2224"0,0 0-560 0,0 0 0 16,0 0 3536-16,8 4 608 0,-8-4 112 0,8 2 32 15,0-2-2112-15,-1-2-432 0,2 0-80 0,2-1 0 16,1 2-1120-16,1-3-224 0,-2 1-32 0,4 1-16 15,2-2-272-15,-2 0 0 0,-2-1 0 0,-1 3 0 16,1-2-896-16,0 3-256 0,-1 0-32 0,-2-2-16 16,1 3-1632-16,-2 3-336 0,-1-2-64 0,2 4-15456 15</inkml:trace>
  <inkml:trace contextRef="#ctx0" brushRef="#br0" timeOffset="136117.63">28605 7793 9215 0,'-8'1'816'0,"0"2"-656"15,0-1-160-15,3 1 0 0,5-3 8096 0,0 0 1584 16,0 0 320-16,0 0 64 0,0 0-6768 0,0 0-1360 16,0 0-272-16,8 0-48 0,1-1-1088 0,2-1-208 15,-2-3-64-15,4 1 0 0,1 0-256 0,0-1 0 16,3-3-128-16,2 1 128 16,-2 0-1568-16,2 0-224 0,2 1-32 0,6-2-19408 0</inkml:trace>
  <inkml:trace contextRef="#ctx0" brushRef="#br0" timeOffset="137489.69">29321 7305 16575 0,'0'0'1472'0,"0"0"-1168"0,0 0-304 0,0 0 0 16,0 0 6176-16,0 0 1184 0,0 0 224 0,0 0 48 16,0 0-4560-16,0 0-896 0,0 0-192 0,0 0-48 15,0 9-992-15,0 3-208 0,1 3-32 0,-1 3-16 0,0 0-304 0,-1 7-64 16,-1 3-16-16,1 5 0 0,0 1 64 0,-2 0 16 16,0-4 0-16,1-3 0 0,-1 1-64 0,1-4-16 15,-1 0 0-15,0-2 0 0,1-1-304 0,2-2 0 16,-3-4 0-16,2 0 0 0,0-2 0 0,-1-1 0 15,0-3 0-15,2 0 0 0,0-9 0 0,0 0 0 16,0 7 0-16,0-7 0 0,0 0 0 0,0 0 0 16,0 0 0-16,0 0 0 0,0 0 0 0,0 0 0 15,-3-7 0-15,2-2 0 0,1 0 0 0,1-3 0 16,-1-1-192-16,3-4 192 0,2-1 0 0,3-1 128 16,2-4 16-16,3-1 0 15,3-4-512-15,1 1-96 0,2-2-32 0,2 1 0 0,3-1 144 0,0 3 32 16,-1 4 0-16,-1 1 0 0,0-1 320 0,0 3 0 15,-2 4 0-15,-1 2 0 0,-2 2 0 0,0 0-224 16,-1 3 32-16,-2 3 0 0,-3 1 192 0,-2 2 0 0,-2 0 0 16,-7 2 0-16,0 0 0 0,6 6 0 15,-4 1 0-15,-2 2 0 0,-2 3 176 0,-2 2-32 16,-1 2 0-16,-5 3 0 0,0-1 32 0,-3 2 0 0,-3 1 0 0,1 1 0 16,-1 0 16-16,-1-1 16 0,-2 0 0 0,0-4 0 15,4 2 144-15,-1-3 32 0,2 0 0 16,-1-3 0-16,2-2-384 0,3 0 0 0,-2-1 0 0,4-1 128 15,2-2-128-15,2-2-160 0,1 3 160 16,3-8-208-16,0 0 208 0,3 10 0 0,1-3 0 0,2 1-144 0,2 0 144 16,1-2-208-16,3-1 80 0,1 2 128 0,1-1-304 15,2 0 64-15,1-3 16 0,1 0 0 16,2 1-160-16,2-3-48 0,-3-1 0 0,2 0 0 16,1-1-1184-16,3 0-240 0,-3-3-64 15,3 0-12928-15,1 0-2608 0</inkml:trace>
  <inkml:trace contextRef="#ctx0" brushRef="#br0" timeOffset="137749.54">30172 7369 28559 0,'-18'-4'1264'0,"18"4"272"0,0 0-1232 0,0 0-304 0,-7-5 0 0,7 5 0 0,0 0 5088 0,0 0 960 15,-8 1 192-15,3 3 32 0,5-4-3920 0,-5 8-800 16,0 3-144-16,-1 2-48 0,0 5-944 0,1 1-192 15,1 4-32-15,-1 1-16 0,-2 4-176 0,2-1 192 16,0 0-192-16,1 1 192 0,0-1-192 0,0 2 0 16,0-4 0-16,1-2-176 0,1-3 48 0,1-2 0 15,-2 0 0-15,2 0 0 16,-1-5-608-16,1-1-112 0,-2 0-32 0,2-4 0 16,1 0-528-16,0-8-96 0,0 0-32 0,0 0 0 15,0 0-1440-15,0 0-288 0,0 0-64 0,0 0-16 16,0 0-592-16,0 0-112 0,1-10-32 0</inkml:trace>
  <inkml:trace contextRef="#ctx0" brushRef="#br0" timeOffset="137965.04">29894 7398 2751 0,'-2'-7'256'0,"-5"0"-256"0,-2-1 0 0,2 0 0 0,1 1 8304 0,1 5 1616 16,0-3 320-16,2 2 64 0,3 3-5920 0,0 0-1184 16,0 0-224-16,0 0-48 0,0 0-1248 0,9-3-240 15,0-1-48-15,4 3-16 0,3 0-800 0,2 0-144 16,3-1-48-16,1 0 0 0,4-2-192 0,3 0-64 15,5-1 0-15,-2-1 0 0,1 1-128 0,1-1 0 16,0-1 144-16,0 1-144 0,1-1 0 0,0 1 0 16,-1 0 0-16,-1 1 0 15,-2-1-384-15,-4 2-160 0,-2 1-32 0,-3 2 0 16,-4 1-1520-16,-2 0-304 16,-4 1-64-16</inkml:trace>
  <inkml:trace contextRef="#ctx0" brushRef="#br0" timeOffset="183915.98">2697 10085 9215 0,'-23'-1'816'0,"12"1"-656"15,-2 0-160-15,-2 0 0 0,-3 0 2384 0,-1 0 448 16,1-2 96-16,-1 1 16 0,-1 0-480 0,2 1-96 0,-2-3 0 0,3 2-16 16,-1-2 400-16,1 0 64 15,3 1 32-15,1 1 0 0,1 1-320 0,0-4-64 16,3 2-16-16,2 1 0 0,1 0-768 0,6 1-144 16,0 0-48-16,0 0 0 0,0 0-608 0,0 0-128 0,0 0-32 0,0 0 0 15,9-3-400-15,2 1-64 0,0 0-32 0,2 0 0 16,4-1-96-16,4 0 0 0,3 2-128 0,3-3 192 15,4 2-64-15,2 2-128 16,2-3 176-16,3 0-176 0,1-1 192 0,3 1-192 0,1-1 192 16,2-2-192-16,4 1 160 0,0 0-160 0,1 1 128 15,-1 0-128-15,1-1 0 0,-2 1 128 0,-1 1-128 16,-1 2 0-16,-3-1 0 0,-6 0 0 0,1 2 0 0,-1 0 0 16,-2 2 0-16,-1-1 0 0,-6 1 0 0,0 1 0 15,-2-2-160-15,-4 2-16 0,-2 1 0 0,-3 1 0 16,-3-2-640-16,-4 1-128 15,1 0-16-15,-3-1-16 0,-8-3-960 0,6 4-192 0,-6-4-48 16,0 0 0-16,0 0-1856 0,0 0-368 0</inkml:trace>
  <inkml:trace contextRef="#ctx0" brushRef="#br0" timeOffset="184183.84">3568 9957 23039 0,'-8'0'1024'0,"6"1"192"0,-2 1-960 0,0-2-256 16,4 0 0-16,0 0 0 0,0 0 5040 0,0 0 960 15,0 0 192-15,0 0 32 0,0 0-4016 0,0 0-800 0,10 1-176 0,1 2-16 16,2-2-592-16,0 0-112 16,-1 1-32-16,1 0 0 0,0 2-288 0,1-3-48 15,-2 1-16-15,2 0 0 0,1 1-128 0,0 2 192 16,2-4-192-16,-1 5 192 0,-2-4-192 0,-1 2 0 0,0 0 0 0,-2 1 128 16,-4 0-128-16,-1 1 0 15,-6-6 144-15,5 6-144 0,-5-6 320 0,1 11 0 0,-2-4 0 16,-3 4 0-16,-4 1 272 0,-4 2 48 0,-3 0 16 0,-5 1 0 15,-1 0-336-15,-2 2-64 0,-5 0 0 0,2-1-16 16,0-2-432-16,3-1-96 0,2-1-16 16,4 0-16400-16,4-3-3296 0</inkml:trace>
  <inkml:trace contextRef="#ctx0" brushRef="#br0" timeOffset="184999.17">4589 9936 21183 0,'-6'-9'944'0,"6"9"192"0,-3-6-912 0,0-4-224 0,1 3 0 0,-1 1 0 0,1 1 6400 0,2 5 1248 15,-7-4 240-15,7 4 48 16,0 0-4736-16,0 0-944 0,0 0-192 0,0 0-32 0,-4 7-1392 0,1 2-256 16,1 1-64-16,-1 5-16 0,2 2-304 0,1 2 128 15,1 3-128-15,1 2 0 0,0 1 128 0,2-1-128 16,0 2 0-16,1-1 0 0,2-3 0 0,1-1 0 16,1-1 0-16,1-2 0 0,-1-2 0 0,0-2 0 15,2-2 0-15,1-3 0 0,-1-3-144 0,4 0 16 16,-2-2 0-16,-2-2 0 0,1-2-64 0,0 0-16 15,1-5 0-15,-1 1 0 0,-1-2 16 0,0-2 16 16,-2-3 0-16,1 0 0 0,-2-4 176 0,1 0-208 16,0-4 80-16,1-3 128 0,-1-3-192 0,-2-1 192 15,3-2-160-15,-3-2 160 0,1 0-160 0,0 0 160 16,-1 1-160-16,-2 2 160 0,0 3-128 0,-1 5 128 16,0 2 0-16,-2 4-144 0,-3 3 144 0,2 4 0 15,-1 6 0-15,0 0 0 0,0 0 320 0,0 0 64 16,0 0 0-16,0 0 0 0,-1 9-128 0,0 0-32 15,1 6 0-15,0-2 0 0,0 2-224 0,0 3 128 16,0 2-128-16,1 2 0 0,-1 0 0 0,3 0 128 0,-1-2-128 0,2 1 0 16,3-2 0-16,-2 4 0 0,-1 0 0 0,1-1 0 15,2-1 0-15,-1-3 0 0,-1 1 0 0,-1-2 0 16,3-2 0-16,-1-2-160 0,0-1 32 0,0-4 0 16,1 0-1168-16,-7-8-240 15,0 0-32-15,6 6-14464 0,5-2-2896 0</inkml:trace>
  <inkml:trace contextRef="#ctx0" brushRef="#br0" timeOffset="185311.97">5590 9927 31327 0,'-6'1'2784'0,"6"-1"-2224"0,-5-1-560 0,5 1 0 0,0 0 4096 0,0 0 704 0,0 0 128 0,0 0 48 16,0 0-2992-16,0 0-608 16,7-1-112-16,3-1-32 0,0 0-528 0,0 1-128 15,2-2 0-15,1 0-16 0,3-1-352 0,-1 1-64 16,1-1-16-16,0 0 0 0,1 0-128 0,0 0-176 15,1 0 48-15,-1 0 0 16,-1 0-1568-16,0 2-304 0,3-2-64 0,-1 2-16 16,2 2-1824-16,-5 3-384 0</inkml:trace>
  <inkml:trace contextRef="#ctx0" brushRef="#br0" timeOffset="185469.24">5555 10085 39615 0,'0'0'3520'0,"0"0"-2816"0,0 0-560 0,0 0-144 0,0 0 2432 0,0 0 464 16,11-1 96-16,2-1 16 0,4 0-2192 0,0-2-432 16,3-2-96-16,3 3-16 15,0-4-656-15,4 2-144 0,3-2-32 0,6 2-14352 16,0-1-2864-16</inkml:trace>
  <inkml:trace contextRef="#ctx0" brushRef="#br0" timeOffset="186032.95">6845 9691 19343 0,'-7'-2'1728'0,"-2"-5"-1392"0,0-3-336 0,-2 0 0 15,1 0 5376-15,-1-2 1024 0,4-2 192 0,-6 0 32 16,-4 4-3936-16,0 0-800 0,2 1-160 0,0-2-16 0,0 2-880 16,1 0-192-16,1 1-16 0,0 2-16 0,0 1-192 0,-1 1-32 15,2-1-16-15,1 3 0 0,-2 2 80 0,3 2 32 16,-2 3 0-16,2 0 0 0,-1 0-32 0,4 3-16 16,-1 2 0-16,1 0 0 0,1 3-112 0,0 1 0 15,4 2-16-15,-1 1 0 0,2 2-128 0,1 3-32 16,4-2 0-16,-2 2 0 0,1-2-144 0,1 3 0 15,0 0 144-15,-2 5-144 0,1 2 128 0,0 5-128 16,-2 2 160-16,0 3-160 0,1 3 208 0,-1 3-48 16,-2 2-16-16,-2-3 0 0,-1-3-144 15,-1-3 0-15,1-2 144 0,-1-5-144 0,0 0 0 0,-1-2 0 16,2-2 0-16,-1 0 0 0,0-3 0 0,1-1 0 16,1-3 0-16,0-3 0 0,-1-2 0 0,2-2-192 15,1-1 192-15,0-3-192 16,-2-4-496-16,3-6-96 0,0 0-32 0,0 0 0 15,0 0-656-15,0 0-144 0,0 0-32 0,-5-6 0 16,1-5-1584-16,0-1-320 0,0-3-64 0</inkml:trace>
  <inkml:trace contextRef="#ctx0" brushRef="#br0" timeOffset="186216.36">6279 10202 39039 0,'0'0'1728'0,"0"0"368"0,0 0-1680 0,0 0-416 0,0 0 0 0,9 3 0 16,1-1 2320-16,2 1 384 0,0 0 80 0,1-2 16 15,1-1-1072-15,2 0-224 0,-1-1-32 0,5-1-16 16,1 0-864-16,2-1-160 0,2-1-48 0,0 0 0 16,2 2-224-16,1-4-160 0,-2 3 192 0,2-1-192 15,0-2-128-15,2 2-144 0,0 1-32 0,1-1-16144 16,0 0-3216-16</inkml:trace>
  <inkml:trace contextRef="#ctx0" brushRef="#br0" timeOffset="187121.45">7538 9695 37375 0,'0'0'1664'0,"0"0"320"0,0 0-1584 0,0 0-400 0,-1-6 0 0,1 6 0 0,-5-3 2112 0,-1 0 352 15,0 2 64-15,-1 1 16 0,2 3-720 0,-1 1-144 16,-2-1-16-16,0 3-16 0,-1 0-816 0,-2 3-144 15,1 3-48-15,-3 0 0 0,0 6-144 0,0 0-48 16,0 3 0-16,1 3 0 0,0 0-448 0,2 2 0 16,2 2 0-16,2 0 0 0,0 2 128 0,4-1-128 15,-1-1 0-15,2-1 144 0,1 2-144 0,2-5-176 16,2 1 48-16,3-1 0 16,-1-5-368-16,2-1-64 0,3-3-16 0,-1-2 0 15,2-1-1440-15,1-2-288 0,1-2-64 0,3-2-12224 0,4 0-2432 0</inkml:trace>
  <inkml:trace contextRef="#ctx0" brushRef="#br0" timeOffset="188055.23">8073 9762 22111 0,'-16'-7'976'0,"12"3"208"0,0 1-944 0,4 3-240 16,0 0 0-16,0 0 0 0,0 0 4672 0,0 0 896 15,0 0 192-15,0 0 16 0,0 0-3248 0,0 0-656 16,0 0-128-16,1 8-16 0,1 1-848 0,-2 2-176 16,1 1-16-16,-1 5-16 0,0-1-192 0,-1 5-32 15,-3 2-16-15,1 1 0 0,1 2-176 0,-1 0-16 16,0 1-16-16,1-1 0 0,-2-2-224 0,1 1 128 16,1 0-128-16,-1-3 0 0,0-1 0 0,1-3 0 15,2-1 0-15,-3-4-160 16,1-1-320-16,-1-3-64 0,0 0-16 0,2-2 0 15,1-7-1312-15,0 0-272 0,0 0-48 0,0 0-16 16,0 0-1024-16,0 0-208 0,0 0-32 0,0 0-12528 0</inkml:trace>
  <inkml:trace contextRef="#ctx0" brushRef="#br0" timeOffset="188251.04">7755 9845 4607 0,'-19'-7'192'0,"13"5"64"0,-2 1-256 0,1-3 0 0,2 1 0 0,5 3 0 0,0 0 8304 0,0 0 1616 16,0 0 320-16,9-4 64 0,3 0-6848 0,5 0-1344 15,4-1-288-15,2 1-48 0,3 2-832 0,3-1-176 16,2 0-16-16,1-1-16 0,-1 1-320 0,2-4-64 16,0 2-16-16,1 0 0 0,0-1-160 0,0 1-48 15,-1 0 0-15,2 1 0 0,1 0-128 0,0 1 0 16,-2-2 0-16,-3 4 0 16,-3 1-1632-16,0 3-304 0,-5 0-64 0,-1 4-16 15,1 1-2192-15,-6 2-432 0,5 11-96 0,-14 4-10560 16</inkml:trace>
  <inkml:trace contextRef="#ctx0" brushRef="#br0" timeOffset="188433.79">8401 10134 25791 0,'0'0'2304'0,"3"8"-1856"16,-1 0-448-16,2 1 0 0,-1 2 4480 0,1-1 816 16,0 0 144-16,-2 2 48 0,1 0-2864 0,0 0-560 0,-2-3-112 15,0 3-32-15,0-3-1088 0,1 0-240 0,-1 1-32 0,0-2-16 16,1-1-416-16,0 2-128 0,1-3 0 0,1 1 0 31,-4-7-400-31,5 5-192 0,2 0-48 0,-7-5 0 16,6 4-1584-16,1-1-320 0,0-1-64 0,4 2-11280 0,2-4-2272 0</inkml:trace>
  <inkml:trace contextRef="#ctx0" brushRef="#br0" timeOffset="189426.43">9388 9450 23951 0,'-18'-3'2128'0,"11"2"-1696"16,1 0-432-16,1-1 0 0,5 2 4208 0,0 0 752 0,0 0 160 0,0 0 16 16,0 0-3376-16,0 0-672 0,6 7-144 0,3-2-32 15,3 3-16-15,1 0 0 0,5 1 0 0,2 4 0 0,2 0-96 0,0 4-32 16,2-1 0-16,0 4 0 0,0 0-128 0,-1 5-16 15,2 0-16-15,-3-1 0 0,-2-2-352 0,-1 1-80 16,0-3-16-16,1 3 0 0,-1-1 176 0,-2 1 48 16,0 1 0-16,-4 2 0 0,-2 3-256 15,1-2-128-15,-4 2 128 0,-2 1-128 0,-2 1 176 16,-1 0-48-16,-2 0 0 0,-2-1 0 0,-3 0 0 0,-2-1-128 16,-2 0 192-16,0-2-64 0,-1-3 16 0,0-1 0 15,-2-3 0-15,-2-3 0 0,0 0-16 0,0-2 0 16,0 0 0-16,-1-2 0 0,2-2-128 15,2 1-176-15,-1 0 48 0,-2-2 0 16,-4-1-1680-16,4-1-336 0,1 1-64 0</inkml:trace>
  <inkml:trace contextRef="#ctx0" brushRef="#br0" timeOffset="191981.54">8863 10003 28559 0,'0'0'2544'0,"0"0"-2032"15,0 0-512-15,0 0 0 0,0 0 4176 0,0 0 752 16,0 0 128-16,0 0 48 0,0 0-3056 0,9 4-592 15,0 2-128-15,1 2-32 0,2 1-384 0,0-1-80 16,0 4 0-16,1 1-16 0,0 4-240 0,1-3-64 16,-2 4 0-16,-2 0 0 0,1 1-512 0,-2-1 0 15,0-1 0-15,-1 0 0 0,-2-3 304 0,1-1-48 0,-3-1-16 0,1-3 0 16,-1-1-240-16,0-2 176 0,-4-6-176 0,4 7 160 16,-4-7-32-16,0 0-128 0,0 0 192 0,0 0-64 15,0 0 32-15,0 0 0 0,0 0 0 0,0 0 0 16,0 0-32-16,0 0 0 0,5-7 0 0,0 0 0 15,-1-4-80-15,2-2-48 0,0-2 0 0,-1-5 0 16,0-2 0-16,2-3 0 0,0-1 0 0,4-1 0 16,1-1 0-16,1 2 0 0,0-1 0 0,-2 5 0 15,1-1 0-15,-3 6 0 16,-1 2 0-16,0 2 0 0,0 2-384 0,-4 5-80 0,-1 1-16 0,-3 5 0 16,0 0-1536-16,0 0-304 15,7 1-64-15</inkml:trace>
  <inkml:trace contextRef="#ctx0" brushRef="#br0" timeOffset="-211335.23">10232 10046 14735 0,'-6'1'1312'0,"1"-1"-1056"16,5 0-256-16,0 0 0 0,-4-4 6432 0,2-1 1232 0,0-3 240 0,2-1 48 15,3-1-5440-15,1-1-1088 0,0-5-208 0,2 2-64 16,1-2-288-16,1 0-64 0,-1-1-16 16,3 0 0-16,0 0-320 0,0 1-64 0,0 0-16 0,1 2 0 15,1 1-16-15,0 1-16 0,-2 3 0 0,-1 1 0 16,2 2-16-16,-2 2 0 0,-9 4 0 0,0 0 0 16,0 0-32-16,0 0-16 0,10 5 0 0,-1 2 0 15,-2 0-48-15,-1 4-16 0,1 1 0 0,-1 1 0 16,2 1-96-16,1 0-128 0,2 1 176 0,1-1-176 15,1-1 0-15,1-1 0 0,0-3 0 0,2 0 0 16,1-1 0-16,0-2 0 0,2 0 0 0,1-5 0 0,0-1 0 0,-1-1 0 16,-2-3 0-16,0 1 0 0,0-3 0 0,0-1 0 15,-1-1 0-15,-2 0-144 16,-1 1 144-16,0-3 0 0,-1 0 0 0,-2 0 0 0,-1-2 0 16,0 0 0-16,-1 0 0 0,-1 2 0 0,-2 0 0 0,-1-2 0 15,-2 3 0-15,1 0 0 0,-2-3-176 0,1 3 0 16,-1 2 0-16,0 1 0 15,1-2-1200-15,-1 1-240 0,0-1-48 0,2 2-13776 16,2-1-2752-16</inkml:trace>
  <inkml:trace contextRef="#ctx0" brushRef="#br0" timeOffset="-210551.65">11908 9484 7359 0,'0'0'656'16,"0"0"-528"-16,-1-7-128 0,0 1 0 0,-1-2 5216 0,2 0 1008 15,0 0 208-15,0 1 32 0,-2-1-2928 0,-1 0-592 16,0-3-112-16,0 5-16 0,0-3-1184 0,-1 2-224 15,-3 1-64-15,2-1 0 0,0 1-400 0,0 0-96 16,-2 4-16-16,1-3 0 0,-1 3-64 0,1-2 0 16,-1 3-16-16,1 1 0 0,-1 0-224 0,-1 1-32 15,1 1-16-15,-1 2 0 0,0 1-112 0,0 1-32 0,-1 2 0 0,1 3 0 16,2 0-32-16,-2 4-16 0,-1 0 0 0,1 5 0 16,0-2-96-16,2 4-32 15,-1 4 0-15,2-1 0 0,1 4-160 0,1 3 160 0,1-2-160 0,0 2 160 16,2-2-160-16,0-2 128 0,0 1-128 0,0 1 128 0,0 0 0 15,0 0-128-15,-1 0 192 0,2 0-64 16,-1 1-128-16,0 1 192 0,-1-5-192 0,0 2 192 0,1-2-192 0,0 0 0 16,1-2 144-16,-1-1-144 15,0-1 0-15,3-5 0 0,-2 1 0 0,2-5 128 16,-1-1-128-16,1-1 0 0,-2-2 0 0,2-2 0 0,-3-8 0 16,4 7 0-16,0-2 0 0,-4-5 0 0,7 4 0 0,-7-4 0 15,7 2 0-15,-1 0-128 0,1-2 128 0,-1 0 0 16,2 0 0-16,0 0-128 0,0 2 128 0,1-2-160 15,0-2 160-15,0 0-160 0,0 0-64 0,2-1-16 16,1-1 0-16,-1 0 0 16,0-1-944-16,3 0-192 0,2-2-32 0,-1-1-16 15,2 1-2832-15,0-3-560 0</inkml:trace>
  <inkml:trace contextRef="#ctx0" brushRef="#br0" timeOffset="-210082.17">12415 9407 18431 0,'-18'3'1632'0,"12"-2"-1312"0,-1 1-320 0,0 0 0 0,1 2 5840 0,2 1 1104 16,0 0 224-16,0 3 32 0,0-4-4624 0,4-4-912 16,0 0-192-16,-1 9-48 0,1-3-592 0,1 2-128 15,-1 1-32-15,4-1 0 0,1 1-528 0,2 2-144 16,1-1 0-16,1 2 0 0,-1 1 0 0,1 0 0 15,0 4 0-15,0-3 0 0,-2 2 0 0,0 0 0 16,0-2 0-16,-3 2 0 0,-3-2 0 0,1 0 0 16,-2-1 0-16,-3-1 0 0,-1-2 144 0,-1 0 16 15,-3-3 0-15,-1 1 0 0,-2-1 288 0,0-1 64 16,-1-1 16-16,-2-1 0 0,-2 0-128 0,0-1-16 16,1 0-16-16,-1-2 0 0,-1-2-240 0,0 1-128 15,0-4 128-15,2 1-128 16,-1-1-528-16,3 1-176 0,2-3-48 15,5 1 0-15,2 0-1472 0,4 5-288 0,1-7-64 0,7 0-11648 16,5-2-2336-16</inkml:trace>
  <inkml:trace contextRef="#ctx0" brushRef="#br0" timeOffset="-209834.81">12818 9481 28559 0,'0'0'2544'0,"0"0"-2032"0,0 0-512 0,0 0 0 15,0 0 3456-15,0 9 608 0,-2-2 112 0,0 2 32 16,0 3-1840-16,-2 3-352 0,-1 0-80 0,-1 3-16 16,1 3-624-16,-1 2-128 0,-2 2-16 0,0 0-16 15,-1 0-592-15,0-1-112 0,-2 1-32 0,1-1 0 0,-3-1-400 16,1 1 0-16,-1 0 128 0,1 0-128 0,-1 1 0 0,0-5 0 16,0 3 0-16,1 0 0 0,1-2 0 0,0 1 0 15,3-4 0-15,1 1 0 16,0-4-896-16,2 0-64 0,0-2-16 0,-1-4 0 15,5 0-1328-15,1-9-272 0,0 0-48 0,0 0-11360 16,7 5-2272-16</inkml:trace>
  <inkml:trace contextRef="#ctx0" brushRef="#br0" timeOffset="-209593.42">12945 9722 41407 0,'0'0'1840'0,"0"0"368"0,0 0-1760 0,0 0-448 0,0 0 0 0,0 0 0 0,-2 7 1728 0,2-7 256 16,0 0 48-16,0 10 16 0,2 1-624 0,-2 1-112 16,1-1-32-16,0 4 0 0,-1-1-720 0,2 0-160 15,-2 1-16-15,-2 0-16 0,2 4-176 0,0-3-48 16,0 3 0-16,0-2 0 0,-1 1-144 0,1-1 0 16,0 0 0-16,0-2 0 15,0-2-688-15,0-1-160 0,0 0-48 0,1-2 0 16,-1-2-896-16,3-1-176 0,-3-7-32 0,0 0-16 15,9 4-2432-15,0-2-480 0</inkml:trace>
  <inkml:trace contextRef="#ctx0" brushRef="#br0" timeOffset="-208888.41">13177 9802 6447 0,'0'0'576'0,"-6"-1"-576"0,-1-1 0 0,0 1 0 0,-1 1 7296 0,-1-3 1360 16,0 2 272-16,0 1 48 0,1 0-5072 0,0 1-1008 15,-2 2-208-15,-1 0-32 0,-3 1-1248 0,2-1-240 16,1 4-48-16,-1 1-16 0,-1 1-464 0,0 1-112 15,0 2-16-15,1 0 0 0,2 0-288 0,-1-1-64 16,3 2-16-16,2 2 0 0,-1 0-144 0,3 0 0 16,2-1 0-16,2-1 128 0,0 0-128 0,2 0 0 15,4-1 0-15,0 0 0 16,3-2-320-16,2-1-112 0,0 0-16 0,5-1 0 0,1-1 48 16,1-5 0-16,-1 2 0 0,3-4 0 0,1 0 112 0,1-5 32 15,1 0 0-15,2-3 0 16,0-1-288-16,0 0-48 0,1-4-16 0,-2-2 0 0,0 0 288 0,-2-2 64 15,0-2 16-15,-1 1 0 0,-3-1 240 0,-1 0 0 0,-1 1-160 16,-3 2 160-16,-3 3 0 0,0 2 0 0,-5 2 0 16,-1-2 0-16,-3 6 560 0,-1 5 16 0,-1-7 16 15,1 7 0-15,0 0 112 0,-7-2 32 0,-1 0 0 0,0 2 0 16,-1 0-176-16,0 2-48 0,0 2 0 0,0 1 0 16,1 0-288-16,-1 2-64 0,-1 0-16 0,0 1 0 15,3 0-144-15,0 0 0 0,2 1 0 16,0-1 0-16,1 1 0 0,1 0 160 0,3 2-160 0,0-4 160 31,0 1-480-31,1 0-80 0,3-1-32 0,2-1 0 0,-1 1 0 16,1-1 0-16,2-2 0 0,0 0 0 0,0-1-80 15,1-2 0-15,0-1-16 0,0 0 0 0,0-1-32 0,2-2 0 16,-1-1 0-16,1 0 0 16,0-2 64-16,0-4 16 0,-2 1 0 0,0 0 0 0,1 0 240 0,0 0 48 0,-3-2 16 0,0 2 0 15,-1 2 176-15,0-4 0 0,-2 3 0 0,-2 3 0 0,-2 5 0 0,0 0 192 16,0 0-32-16,0 0-16 0,0 0 592 0,0 0 112 15,-5-3 32-15,5 3 0 0,0 0-64 0,-5 6-16 16,1 2 0-16,1-2 0 0,1 1-416 0,0 2-64 16,2 1-32-16,3 2 0 0,-2 1-160 0,3 1-128 15,1 1 144-15,2 0-144 0,-1 2 0 16,1 1 0-16,1 2 0 0,0 2 0 0,1-1 0 0,0 2 0 16,-3 1 0-16,1 1 0 0,-2-1 0 0,0 0 0 15,-1-2 0-15,-3-1 0 0,-2-1 0 0,-1-2 0 16,-1-1 0-16,-1-3 0 0,-2-1 128 0,-1 0-128 15,-2 0 0-15,-2-4 0 0,1 2 208 0,-3-3-48 16,0-1-16-16,-1 1 0 0,-2-1-16 0,-1-1-128 16,0-2 192-16,0 0-64 0,-1-1-128 0,0-2 0 15,-2-1 0-15,0 0 0 16,1-1-336-16,1-2-112 0,1-2 0 0,2-2-16 16,4-1-1552-16,3-1-304 0,1-1-64 0,5-4-11888 0,3-5-2384 15</inkml:trace>
  <inkml:trace contextRef="#ctx0" brushRef="#br0" timeOffset="-208410.43">13810 9390 40191 0,'0'0'1792'0,"0"0"352"0,0 0-1712 0,5-4-432 0,-1-2 0 0,-4 6 0 0,8-3 1728 0,0-1 272 15,0 1 48-15,1-2 16 0,1 1-656 0,2 0-144 16,-1-1-32-16,2 1 0 0,1 0-816 0,2 0-160 15,-1 1-48-15,1 0 0 0,0-4-208 0,-1 3 0 16,1 2 0-16,-1-1 0 0,-1 2 128 0,-1 1-128 16,-3 0 0-16,0 4 144 0,1-2 160 0,-2 2 16 15,-1 3 16-15,-3 1 0 0,-2 1 112 0,-2 4 32 16,-1 0 0-16,1 3 0 0,-1 2-64 0,-1 4-16 16,0 3 0-16,-2 3 0 0,2 2-192 0,-1 3-32 15,2 2-16-15,3 2 0 0,-2-1-160 0,3-2 0 16,3-3 0-16,1 2 0 0,-1-3 0 0,3 0 0 15,-3 1 0-15,2-2 0 0,-1-2 128 0,-1 2-128 16,-2 0 0-16,-1-1 128 0,1-4-128 0,0 1 0 16,-1-5 144-16,-1 3-144 0,-1-3 0 0,1 0 144 15,0 0-144-15,-1-3 0 0,1-3 144 0,-2 0-144 0,1-1 0 16,-2-1 144-16,1-3-144 0,-1-1 0 0,0-2 0 16,0-6 128-16,-3 7-128 0,3-7 0 15,-4 5 0-15,4-5 0 0,0 0 0 0,0 0 0 0,-9 3 0 0,-1-1 0 16,-2 0 0-16,-1 0 0 15,0-2 128-15,-3 0-80 0,-1 0-48 0,0 0 0 0,-1 0 0 0,3 2 0 16,-4-2 0-16,2 0 0 0,2 0 0 16,-1 0 0-16,0 0 0 0,3 0 0 0,2 0 0 0,0 0 0 31,-1-2-432-31,1 1-80 0,2-2 0 0,3 1-25184 0</inkml:trace>
  <inkml:trace contextRef="#ctx0" brushRef="#br0" timeOffset="-201804.01">1357 12065 11967 0,'-4'-4'1072'0,"-1"0"-864"0,1 0-208 15,2 1 0-15,-2-3 4160 0,1 1 800 0,2-1 160 0,-2 2 16 16,3-3-1872-16,0 7-368 0,-1-4-80 0,1 4 0 16,0 0-832-16,0 0-144 0,0 0-48 0,0 0 0 15,0 0-544-15,0 0-112 0,0 0-32 0,0 0 0 16,4 12-336-16,-2 4-64 0,0 3 0 0,-1 5-16 0,0 6-288 0,1 9-48 16,-1 4-16-16,-1 2 0 15,0 0-144-15,0-4-48 0,-1 0 0 0,-1-1 0 0,1-3-144 16,0-1 128-16,-2-2-128 0,2-1 128 0,-2-1-128 15,3-2 0-15,0-5 0 0,0-3 0 16,0-2-416-16,0-3-16 0,-3-3 0 0,3-1 0 16,0-1-1392-16,0-3-288 0,0-2-48 0,0-7-16 15,0 0-1664-15,0 0-352 0,0 0-64 0</inkml:trace>
  <inkml:trace contextRef="#ctx0" brushRef="#br0" timeOffset="-201588.05">1272 12111 23039 0,'0'0'2048'0,"0"0"-1648"16,0 0-400-16,0-7 0 0,3 1 4096 0,1-1 720 15,0 1 160-15,1-1 16 0,0 1-2864 0,4-3-576 16,4-1-112-16,2 1-32 0,2 0-688 0,1-3-144 16,2 2-16-16,0 0-16 0,1-1-320 0,1-1-64 0,-1 1-16 0,-1 0 0 15,-3 2-144-15,1 0 0 0,0 1 0 0,3 2 0 31,1-1-1168-31,-1 1-320 0,-1 2-64 0,-3 2-16 16,-3 2-2208-16,-2 3-432 0</inkml:trace>
  <inkml:trace contextRef="#ctx0" brushRef="#br0" timeOffset="-201320.24">1372 12450 23951 0,'0'0'1056'0,"0"0"224"0,0 0-1024 0,0 0-256 0,0 0 0 0,0 0 0 0,7-3 4288 0,2 1 816 15,2-4 144-15,1 0 48 0,1-1-3424 0,0 1-672 16,2-3-144-16,1 0-32 0,0-2-512 0,-1 1-128 16,0-1 0-16,-1 1-16 0,-1-1-64 0,0 5-16 15,-1 1 0-15,-2 2 0 0,1 2 96 0,-2 2 0 16,-3 4 16-16,2 2 0 0,0 5 176 0,-3 1 16 16,-2 1 16-16,-1 3 0 0,1 0-80 0,0 2-16 15,-2 2 0-15,-2 0 0 0,-1 0-240 0,1 0-48 16,0 1-16-16,-1-1 0 0,1-2-208 0,0-2 0 0,-1-1 0 15,1-2 0 1,0-1-1072-16,1-2-144 0,1-2-48 0,-1-9 0 16,0 0-2544-16,0 0-512 0</inkml:trace>
  <inkml:trace contextRef="#ctx0" brushRef="#br0" timeOffset="-201170.09">1673 12218 12895 0,'0'0'576'0,"-7"2"112"0,-1 2-560 0,3-2-128 0,5-2 0 0,0 0 0 0,-5 2 5488 0,5-2 1056 0,0 0 224 0,0 0 32 16,0 0-5648-16,0 0-1152 0,-1 7-176 0,1-7-64 31,4 7-3008-31,1 1-592 0,1 3-128 0</inkml:trace>
  <inkml:trace contextRef="#ctx0" brushRef="#br0" timeOffset="-200902.77">1744 12342 11967 0,'0'0'1072'0,"2"6"-864"0,-1 2-208 0,2 0 0 0,0 0 4032 16,1-1 768-16,0 4 160 0,2-2 32 0,-1 1-1232 15,0 2-240-15,-1 0-64 0,1 2 0 0,-1 3-1024 0,1 1-224 16,-1 3-32-16,-1 0-16 0,-1-1-816 0,0-1-176 16,-1 1-16-16,0-2-16 0,1 0-528 0,-1-1-96 15,0-1-32-15,0-3 0 0,-1-1-224 0,2-3-64 16,-1 0 0-16,-1-9 0 0,0 0-192 0,0 0 144 16,0 0-144-16,0 0 128 0,0 0-128 0,0 0 0 15,0 0 0-15,0 0 0 0,0 0 0 0,0 0 0 16,0 0 0-16,0-7 0 0,0-2 0 0,0-1 0 15,0-3 0-15,1 0 0 0,1-2-176 0,0 0-16 16,1-2 0-16,0 0 0 0,3-1-144 0,1-1-48 16,0 1 0-16,2 1 0 15,3 3-768-15,1-1-144 0,0 2-48 0,0 0 0 16,3 0-864-16,0 0-176 0,1 2-48 0,2-1 0 16,-1 0-2224-16,2 2-448 0</inkml:trace>
  <inkml:trace contextRef="#ctx0" brushRef="#br0" timeOffset="-200586.64">2181 12338 8287 0,'0'0'736'0,"-5"5"-592"0,5-5-144 0,-7 8 0 15,0 1 7088-15,-1-1 1376 0,-1 2 288 0,1-1 48 16,-3-1-4704-16,1 0-960 0,0 0-176 0,-2 1-32 16,0-1-1328-16,3-1-256 0,-2 1-48 0,2 0-16 15,0 0-640-15,1 0-144 0,1-2-32 0,1 1 0 16,1-1-256-16,0 1-48 0,-2-3-16 0,7-4 0 16,-5 5-144-16,5-5 0 0,0 0 0 0,0 0 128 15,0 0-128-15,0 0 0 0,0 0 0 0,0 0 0 0,0 0 0 16,7 4-192-16,1-2 64 0,1 0 128 0,0-2-224 0,1 0 80 15,2 0 16-15,1-2 0 0,0 0 128 0,0 2 0 16,1-4 0-16,1 3 0 0,-1-1 0 16,-1 0-128-16,0 2 0 0,0 0 0 0,0 0 128 0,-4 2 0 15,-9-2 0-15,8 4 0 0,0 3 0 16,-4 2 0-16,-3 0 128 0,-2 3-128 0,-2 2 176 0,-1 2-48 16,-2-1 0-16,-2 2 0 0,-1 3-128 0,2-4 0 15,0 0 144-15,-3 0-144 0,0 0 0 0,1-1 0 16,0-3-160-16,0 1 160 15,1 0-1504-15,0-2-192 0,2-4-32 0,6-7-16 16,0 0-2832-16,0 0-560 0</inkml:trace>
  <inkml:trace contextRef="#ctx0" brushRef="#br0" timeOffset="-200345.89">2458 12103 11967 0,'0'0'1072'0,"0"0"-864"16,0 0-208-16,0 0 0 0,0 0 8064 0,0 0 1552 0,0 0 320 0,0 0 64 15,0 0-6368-15,0 12-1280 0,0-1-256 0,-2 4-48 16,1-1-1168-16,1 3-240 0,0 5-32 0,0 2-16 16,0-1-400-16,1 5-64 0,1 0-128 0,-1 1 176 15,1-2-176-15,1-1 0 0,-2-2 0 0,1-1 0 16,0 1 0-16,1-1 0 0,-2 3 0 0,0-4 0 31,1 2-720-31,-1-1-32 0,-1 0 0 0,0-3 0 0,0 0-512 16,0-3-96-16,0 0-32 0,-1-5 0 0,-2-1-1008 15,2-3-208-15,1-8-32 0,0 0-10560 0,0 0-2112 0</inkml:trace>
  <inkml:trace contextRef="#ctx0" brushRef="#br0" timeOffset="-200184.65">2254 12481 13823 0,'0'0'1216'0,"-5"1"-960"16,5-1-256-16,0 0 0 0,0 0 7808 0,0 0 1536 15,0 0 288-15,0 0 64 0,0 0-6912 0,0 0-1376 16,13-4-288-16,0 1-48 0,3-1-800 0,3 0-144 15,3 0-128-15,4-1 144 16,3-1-592-16,1 0-112 0,1-2-16 0,2 0-16 16,0 0-2880-16,2 1-576 0</inkml:trace>
  <inkml:trace contextRef="#ctx0" brushRef="#br0" timeOffset="-199291.69">3235 12125 24879 0,'-11'-2'1088'0,"7"0"256"0,-2 0-1088 0,2 0-256 0,0 1 0 0,1 0 0 0,3 1 5072 0,-2 0 960 16,-4 0 192-16,6 0 48 0,0 0-3536 0,0 0-704 16,-2 6-144-16,-1 3-32 0,1 2-976 0,-2 6-208 0,0 1-32 0,1 7-16 15,1 5-240-15,-1 1-64 0,-1 4 0 0,0-3 0 16,-1 0-96-16,0-1-32 16,1-1 0-16,0-1 0 0,-1-2-64 0,1 1 0 15,1-1-128-15,2-1 192 0,0 0-192 0,1-5 0 16,1 1 0-16,1-3 0 0,1 0 0 0,1-2 0 0,2-3 0 15,1-2 0 1,1-3-480-16,2-2-32 0,3-3-16 0,3-2 0 16,2-4-896-16,2-3-176 0,-1-5-48 0,5 0 0 15,1-2-1344-15,-2-2-272 0,0-2-48 0,2-2-16 16,0-3 80-16,-3 0 16 0,0 2 0 0,-2-2 0 0,-2 1 2016 16,-2-1 384-16,-4 3 96 0,-2 3 16 0,-1 0 1040 0,-2 2 192 0,-3 1 64 0,-3 3 0 15,-2 3 2592-15,-2-1 528 0,-1 3 96 0,-1 2 32 16,-2 2-736-16,1 0-144 0,-2 1-16 0,0 2-16 15,-2 1-1296-15,-1 1-256 0,-1 1-48 0,-1 3-16 0,0 2-608 16,-1 2-128-16,2 0-32 0,2 3 0 0,2 2-304 16,2 0-64-16,-2-1-16 0,3-1 0 0,1-1-144 15,2-2 0-15,2 2 0 0,2-2 0 0,-2-1 0 0,2-2-192 16,2 0 32-16,3-3 16 16,2-2-640-16,1-1-128 0,2-3-32 0,0-1 0 15,1-2 368-15,0-2 80 0,-2 0 16 0,3-3 0 16,-1-2-80-16,0 0-16 0,-3-1 0 15,2-2 0-15,-3-1 320 0,-1 0 64 0,-2-3 16 0,1 2 0 0,1-2 176 0,-2 2 0 16,-1 0 0-16,-1 2 128 0,-1-1 64 16,-2 4 0-16,-1 1 16 0,0 1 0 0,0 7 368 0,0 0 80 15,0 0 16-15,0 0 0 0,0 0 96 0,0 0 32 16,0 0 0-16,0 0 0 0,0 0-416 0,-5 7-64 16,1 2-32-16,3 0 0 0,-2 0-144 0,2 2-16 15,1 0-128-15,1 1 192 0,0 0-192 0,2-3 0 16,0 1 0-16,1 1 0 0,2-2 0 0,2-1 0 15,0 0 0-15,0-2 0 0,-1-1-432 0,1-1 32 16,0-1 0-16,1-1 0 16,2-2-752-16,0-1-128 0,0 0-48 0,0-3 0 15,2 1-640-15,-1-2-128 0,0-3-16 0,1 0-11664 0,3-1-2336 16</inkml:trace>
  <inkml:trace contextRef="#ctx0" brushRef="#br0" timeOffset="-198799.96">3869 12370 28559 0,'0'0'2544'0,"0"0"-2032"0,0 0-512 0,0 0 0 15,0 0 4160-15,0 0 720 0,-3 8 160 0,-3 0 16 16,1 1-2192-16,1 0-448 0,0 2-96 0,0 0-16 0,0-2-1216 0,3 3-256 16,1 1-64-16,0 0 0 0,0 2-512 0,1-1-96 15,3 2-32-15,0-2 0 0,-2-1-128 0,1 0 0 16,4-1 0-16,0-3 0 0,-1-3 0 0,2 1 0 15,0-2-192-15,-2-1 192 0,-6-4-256 0,0 0 64 16,9 0 0-16,0 0 16 0,1-1-16 0,-1-3-16 16,0-1 0-16,0-3 0 0,0-1-48 0,0-2 0 15,0-1 0-15,0-1 0 0,1-1 64 0,0 2 0 16,-2-3 0-16,1 2 0 0,0-2 48 0,2 4 16 16,-4 0 0-16,0 3 0 0,-3 2 128 0,-4 6 0 15,0 0 0-15,0 0 128 0,0 0 256 0,0 0 64 16,0 0 16-16,2 6 0 0,0 1-112 0,-1 1-32 0,-1 1 0 15,1 1 0-15,2 1-160 0,1-1-32 16,2 2-128-16,0-3 192 0,-1 3-192 0,3-2 0 16,1-1 0-16,2-1 0 0,1-1 0 0,0-2 0 15,-2-1 0-15,3-2-160 0,-2 0 160 0,-1-2-192 16,1-2 192-16,-1 2-192 0,-1-4-64 0,0 2 0 0,0-2-16 0,-1 0 0 16,-1 0 272-16,-1-1 0 15,1 0 0-15,-1-2 0 0,1-1 0 0,-2 0 192 0,0-1-16 16,-1-1-16-16,-1-2-160 0,-2 2 0 0,0-1 0 0,-1 1 0 15,0-1 0-15,-1 1-144 0,0 0 144 0,-2-1-208 32,-1 2-560-32,0 0-96 0,2 1-32 0,-1 0 0 15,2 2-1488-15,1-3-304 0,4 1-64 0,1-1-18192 0</inkml:trace>
  <inkml:trace contextRef="#ctx0" brushRef="#br0" timeOffset="-198633.27">4717 12257 35007 0,'0'0'3120'0,"-4"5"-2496"0,4-5-496 0,-5 5-128 0,0-1 2944 0,5-4 560 16,0 0 112-16,-4 7 32 0,0-2-3136 0,0 0-512 16,4-5-336-16,0 0-13792 15,5 9-2752-15</inkml:trace>
  <inkml:trace contextRef="#ctx0" brushRef="#br0" timeOffset="-198467.6">4795 12471 17503 0,'-17'7'768'0,"12"-3"176"0,0 0-752 16,5-4-192-16,0 0 0 0,0 0 0 0,-4 7 8256 0,1-1 1632 0,-1 1 320 16,2-1 64-16,2-6-7248 0,0 0-1440 0,-3 6-304 15,3-6-48-15,0 0-976 0,0 0-256 0,-3 6 0 0,3-6 0 16,0 0-752-16,0 0-192 15,0 0-32-15,8 7-15888 0,4-2-3168 0</inkml:trace>
  <inkml:trace contextRef="#ctx0" brushRef="#br0" timeOffset="-197813.33">2019 13255 53727 0,'-23'-1'2384'0,"5"-1"496"0,-4-2-2304 0,-1-2-576 0,1 3 0 0,5-4 0 16,3 2-192-16,2 0-160 0,-1 1-32 0,3 1 0 15,3-1 1472-15,7 4 272 0,0 0 64 0,0 0 16 16,0 0-1056-16,4-9-192 0,1 1-64 0,4 2 0 16,5 0 64-16,2 3 16 0,5-4 0 0,3 3 0 0,1 2-208 0,2-4 144 15,3 2-144-15,3 2 128 0,2-2-80 0,9 1-48 16,10-1 0-16,9 0 0 16,9 2 0-16,2 1 0 0,5-3 0 0,-4 2 0 0,-2 1 0 0,-18-2 0 15,12 1 0-15,7 1 0 0,5-3 0 0,0 1 0 16,-3 2 0-16,4 1 0 0,2 0 0 15,3 0 0-15,1 0 0 0,-7 0 0 0,-7 0 0 16,-5 1 0-16,-3 0 0 0,-3 1 0 0,-4-1 0 0,1-1 0 16,-4 0 0-16,-4 0 0 0,-7 3 0 0,-4-3 0 15,-6 1 0-15,-5-1 0 0,-3 0 0 0,-4 0 0 16,-3 0 0-16,-2 0 0 0,-3-1 0 0,-3 1 0 16,-1-3 0-16,-2 2 0 0,-7 1 0 0,0 0 0 0,0 0 0 0,0 0 0 15,0 0 0-15,0 0 0 16,0 0 0-16,0 0 0 0,0 0 0 0,0 0 0 15,0 0 0-15,0 0 0 0,0 0 0 0,0 0-160 16,0 0 160-16,0 0-192 16,0 0-864-16,0 0-176 0,-5 5-48 0,1 0-23488 0</inkml:trace>
  <inkml:trace contextRef="#ctx0" brushRef="#br0" timeOffset="-196333.96">2245 3467 47343 0,'-34'-5'2096'0,"15"1"432"0,-2 0-2016 0,2-1-512 0,4 1 0 0,2 1 0 15,1 2 0-15,3-2 0 0,9 3-176 0,0 0 176 32,-8-6-704-32,4 1 0 0,4 5-16 0,0 0 0 15,0 0 16-15,0 0 0 0,0 0 0 0,8-7 0 0,1-1 704 0,2 2 0 0,0 1 240 0,4 2-64 16,0 0 272-16,4 1 48 0,0 2 16 0,6 0 0 15,4-1-96-15,4-1-16 0,5 2 0 0,7 2 0 16,4 0-144-16,2 2-48 0,2-1 0 16,3 1 0-16,4-4-32 0,8 0-16 0,7 0 0 15,7 2 0-15,6 2 16 0,2-4 0 0,2 1 0 0,9-1 0 0,10 0-176 0,1 0 0 16,-2 0 0-16,4 2 128 0,8-5-128 0,-1 3 0 16,-1 0 144-16,1-2-144 0,3-2 0 0,1 0 144 15,0 1-144-15,-6-2 0 0,-8 0 176 0,2-1-176 16,3 1 160-16,-9 3-160 0,-10 2 192 0,-4-3-64 15,-3 2-128-15,-1-1 192 0,-3 1 0 0,-5 1-16 16,-7 0 0-16,-6 0 0 0,-7 1 16 0,-1 2 0 16,-1 0 0-16,-4-3 0 0,-6 1 16 0,-3 0 16 15,-4 1 0-15,-5 0 0 0,-4 1-32 0,-6 1-16 16,-5 0 0-16,-3-2 0 0,-4-1-48 0,-2-1 0 16,-2 0 0-16,-11 0 0 0,10 3-128 0,-10-3 192 15,11 3-192-15,-11-3 192 0,0 0-192 0,0 0-224 16,10 0 48-16,-10 0 16 15,0 0-1200-15,11 4-240 0,-11-4-64 0,9 6-12672 0,1 1-2560 0</inkml:trace>
  <inkml:trace contextRef="#ctx0" brushRef="#br0" timeOffset="-192578.29">5538 12289 38527 0,'0'0'1712'0,"0"0"336"0,-5-3-1632 0,5 3-416 0,0 0 0 0,0 0 0 16,0 0 1952-16,0 0 304 0,0 0 64 0,1 7 16 0,2 6-800 0,1 2-144 15,1 0-48-15,2 4 0 0,-1-1-736 0,2 0-160 16,0 0-16-16,0 2-16 0,-2-1-160 0,1 2-48 16,-1 0 0-16,1 1 0 0,-1-2-208 0,-1-1 144 15,1 0-144-15,0-2 128 16,-2-2-704-16,0 1-128 0,0-3-48 0,0-1 0 15,0-3-1648-15,0 0-336 0,-2-2-64 0,-2-7-17296 16</inkml:trace>
  <inkml:trace contextRef="#ctx0" brushRef="#br0" timeOffset="-192172.24">5696 12304 6447 0,'-10'-5'576'0,"6"3"-576"0,-2 2 0 0,2-2 0 0,-1-1 6784 0,0 0 1264 16,5 3 240-16,0 0 48 0,0 0-6176 0,0 0-1248 0,0 0-240 0,0 0-48 31,7-5-832-31,2 1-176 0,2 0-16 0,2 2-16 16,0-3-1968-16,3-1-400 0,1 1-80 0,1-1-16 15,1-2 80-15,0 1 16 0,1-3 0 0,-1 1 0 16,1 1 992-16,-5-1 208 0,-2 0 48 0,-1 1 0 0,-3 1 1216 0,-1 2 320 0,0-1 0 0,-1-2 0 16,-4 1 3136-16,-3 7 672 0,2-6 144 0,-1-1 16 15,-1 7-304-15,0-6-64 0,-1-1-16 0,-2 1 0 16,1-1-960-16,-2 3-192 0,0-1-32 0,0 4-16 15,-1-3-784-15,-1 1-144 0,0 2-48 0,1 1 0 16,5 0-512-16,-7 2-96 0,1 1-32 0,6-3 0 16,-6 5-304-16,1 1-64 0,1-1-16 0,0 3 0 15,0 2-192-15,2 3-32 0,-1 3-16 0,2 3 0 0,0 5-144 0,2 2 0 16,-1 4 0-16,3 0 128 0,-1-2-128 0,2 0 0 16,0 2 0-16,1-4 0 0,0 1 0 15,1 1 0-15,-1 0 0 0,0 1 0 0,0 0 0 0,0-1 0 16,-1 1 0-16,0 0 0 0,0-3 0 0,-1 0 0 15,-1 0 0-15,1-5 0 0,0 0-192 0,-2-3-80 16,0-5-16-16,1 0 0 16,-1-1-1120-16,0-1-240 0,0-4-32 0,-1-7-16 15,0 0-1568-15,0 0-304 0,0 0-64 0</inkml:trace>
  <inkml:trace contextRef="#ctx0" brushRef="#br0" timeOffset="-192001.02">5732 12596 11055 0,'0'0'976'0,"0"0"-784"15,0 0-192-15,0 0 0 0,0 0 7424 0,0 0 1424 16,0 0 304-16,0 0 48 0,0 0-6384 0,7-4-1264 16,2-1-256-16,3-1-48 0,1 1-672 0,1 1-128 15,2-3-16-15,1 0-16 0,0 0-288 0,4 1-128 16,1-1 0-16,1 0 128 16,2-3-784-16,2 1-176 0,1 0-16 0,4 0-16 15,4 0-2656-15,0 1-544 0</inkml:trace>
  <inkml:trace contextRef="#ctx0" brushRef="#br0" timeOffset="-191605.3">6704 12275 13823 0,'0'0'1216'0,"0"0"-960"0,-4 4-256 16,1 1 0-16,1 2 7680 0,-1 2 1504 15,2 1 288-15,-1 3 64 0,2 4-6384 0,0-1-1280 0,2-2-256 16,-1 2-48-16,0 0-1056 0,2-1-192 0,-2 1-64 0,3-1 0 16,1 0-256-16,1-1 0 0,-1-1 0 0,0-1 0 31,1-2-1792-31,1-1-272 0,0-2-48 0,-1-2-16 15,-6-5-2064-15,9 3-416 0,0-3-64 0</inkml:trace>
  <inkml:trace contextRef="#ctx0" brushRef="#br0" timeOffset="-190720.41">6808 12256 16575 0,'-3'-6'1472'0,"1"0"-1168"0,-1 1-304 0,3 5 0 16,-4-4 3760-16,4 4 688 0,0 0 144 0,0 0 16 0,-6-3-1984 0,6 3-416 15,0 0-80-15,0 0-16 0,0 0-1728 0,0 0-384 16,6 5 0-16,1 0 0 15,1-1-896-15,-1 2-160 0,3-2-32 0,0 1 0 16,3-1-224-16,-1 1-48 0,0 1-16 0,-1 1 0 16,1-1 352-16,-2 2 64 0,1 0 0 0,-2 0 16 0,-1 0 752 0,-2 0 192 15,1-1 0-15,-2 4 0 0,-1-3 1312 0,-1-1 288 16,-2 3 64-16,0-3 16 0,0 1 432 0,1 0 64 16,-1 0 32-16,0 0 0 0,1 1-736 0,-1-3-128 15,2 2-48-15,-1 0 0 0,2 0-528 0,1 1-96 16,1 1-32-16,-3 1 0 0,3 2-192 0,0 0-32 15,1-1-16-15,-1 2 0 0,2 3-208 0,-1 0-64 16,0 2 0-16,1 0 0 0,-1 1-128 0,-1 3 0 16,-1-2 0-16,1 1 128 0,-1 1-128 0,-1 2 0 15,-2-3 144-15,-2 2-144 0,-1-1 0 0,-2-1 144 16,0-1-144-16,-3-3 0 0,0-1 160 0,-2-1-160 16,0 0 128-16,0-3-128 0,2-3 144 0,-2-1-144 0,-1-1 160 15,0-2-160-15,0-3 0 0,0 1 0 16,1-1 0-16,8-3 0 15,-8 0-368-15,8 0-112 0,-7-6-32 0,3-1 0 16,1-3-320-16,0 0-64 0,2-3 0 0,2-5-16 16,3-3 208-16,1-5 32 0,2-4 16 0,0-3 0 15,4-1 448-15,1-2 208 0,-1-2-192 0,4 1 192 0,-1 2 0 0,0 1 0 0,3 2 0 0,-1 0 128 16,0 4 144-16,-1 2 32 0,0 4 0 0,-1 3 0 16,-1 0 32-16,0 4 16 0,0 2 0 0,-1 4 0 15,-3 1 192-15,1 3 32 0,-2 1 16 0,-8 4 0 16,9 0 144-16,-1 2 32 0,0 0 0 0,-2 3 0 0,1 2-112 15,-1 1-16-15,1 1 0 0,-2 1 0 16,0 2-240-16,-1 1-48 0,0 1-16 0,0 2 0 0,-1 0-96 16,-1 1-32-16,0 1 0 0,-1 0 0 0,0 0-208 0,1 1 144 15,0-2-144-15,-1-2 128 0,-1 0-128 0,0-2 0 16,0-2 144-16,0-3-144 0,0 0 128 0,0-8-128 16,0 0 160-16,0 0-160 0,0 0 0 0,0 0 128 15,0 0-128-15,0 0 0 0,0 0 0 0,0 0 0 16,2-5 0-16,-1-3 0 0,0-1-144 0,2-4 144 15,1-2-208-15,2 0 80 0,2-1 0 0,0-1 0 0,0 0 0 16,1 0 0-16,1 0 128 0,1 2 0 16,-2-1-144-16,3 3 144 0,-2 0 0 0,1 3 0 15,-2 2 0-15,0-1 0 0,0 3 0 0,-1 3 0 16,-2 0 0-16,-6 3 0 0,0 0 0 0,8 1 0 16,-8-1 0-16,8 5 192 0,-2 3 0 0,0-1 16 15,-2 1 0-15,0 1 0 0,-1 0-16 0,1 1 0 16,-1 3 0-16,0-1 0 0,-2 2-64 0,0 1 0 0,0 0-128 15,1 2 192-15,-1-4-192 0,0 4 128 16,1-2-128-16,-1-1 0 0,0-2 128 0,1-1-128 0,-1 0 0 16,1-2 0-16,1-1 0 0,0-2 128 0,-3-6-128 0,0 0 0 15,5 7 0-15,-5-7 0 0,0 0 0 0,0 0 0 16,8 0 0-16,-8 0 0 0,0 0 0 0,8-3 0 16,-8 3 0-16,0 0 0 0,0 0 0 0,5-4 0 15,-5 4 0-15,4-6-160 0,1 1 160 0,-5 5-192 16,4-7-1024-16,0 1-192 0,0 0-64 15,1-3-14784-15,3 0-2944 0</inkml:trace>
  <inkml:trace contextRef="#ctx0" brushRef="#br0" timeOffset="-189920.05">7929 12435 24879 0,'0'0'1088'0,"0"0"256"0,0-5-1088 0,-2 1-256 16,2 4 0-16,0 0 0 0,-2-5 5472 0,0 4 1040 16,-4-2 208-16,3 3 32 0,-4 3-3984 0,2-2-784 15,-2 4-176-15,-3-1-16 0,-1 3-1024 0,0 2-192 16,-5 1-32-16,2 3-16 0,-3 0-208 0,2 2-64 16,0 0 0-16,3 1 0 0,0-2-256 0,5 1 0 15,-1 0 0-15,4-2 0 0,0-4 0 0,4 1 0 16,0-1 0-16,0-9 0 0,6 9-256 0,2-5-64 0,1 0-16 0,3-3 0 31,0-1-208-31,1-3-32 0,0-1-16 0,1-1 0 16,1 1 48-16,-2-2 16 0,-3-3 0 0,0 1 0 0,1-1 208 0,-1 0 32 15,-2-2 16-15,0 1 0 0,-2-1 272 0,1 0 0 0,0-1 0 0,-1 0 0 16,-1 2 0-16,2-1 0 0,-3 2 0 16,0 1 0-16,-1 2 0 0,1-1 0 0,-4 7 0 0,0 0 0 15,0 0 320-15,0 0-16 0,0 0-16 0,0 0 0 0,0 0 32 16,0 0 0-16,8 0 0 0,0 3 0 15,-8-3 144-15,4 8 48 0,0 0 0 0,0 1 0 16,0 1-512-16,0 2 0 0,-2 0 0 0,1-1 0 16,-2 0 0-16,0-1 0 0,-1 1 0 0,2-2 0 0,-1 0 0 15,0-3 0-15,-1-6 0 0,0 0 0 0,0 0 0 0,0 0 0 16,0 0 0-16,0 0 0 0,0 0 0 0,0 0 0 16,0 0 0-16,0 0 0 0,0 0 512 0,0 0 0 15,0 0 0-15,3-9 0 0,0 0-512 0,0-1 0 16,3-2 0-16,-1-1 0 0,-1-1 0 0,2-2 0 0,3-1 0 15,2-1 0-15,1-1 0 0,1 0 0 16,-2-1 0-16,2 2 0 16,-1 1-672-16,0 3-224 0,-2 1-64 0,2 4 0 15,-2 3-624-15,-2 4-128 0,0 2-16 0,-8 0-16 16,9 5-1216-16,-1 3-240 0,-1 2-64 0,-2 2 0 16,-1 0-48-16,-2 1-16 0,2 0 0 0,0-1 0 15,0-1 2224-15,0 1 432 0,0-2 96 0,0 1 0 0,2-1 1232 0,1-3 240 16,-1-1 64-16,2 0 0 0,0-1 1040 0,0-4 224 15,0 0 32-15,-1-1 16 0,3 0-160 0,-3-1-16 0,3-3-16 16,0 0 0-16,2-1-688 0,-1 0-144 0,0-2-32 0,1 1 0 16,-2-5-560-16,3 1-112 0,-1 1-32 0,0-4 0 15,-2 1-176-15,2-1-32 0,-3-3-16 0,1 1 0 16,-2-1-96-16,-3 2-32 0,1 1 0 0,-4 2 0 16,-1 5 80-16,-1 6 16 0,0 0 0 0,0 0 0 15,-9 2 816-15,0 6 160 0,-4 3 48 0,-1 2 0 0,-1 4-416 16,0 0-80-16,-2 1-16 0,0 0 0 0,1 0-384 15,1-1-96-15,3 3-16 0,3-3 0 0,2 2-192 16,5-2-80-16,-1 3 0 0,6-5 0 0,2 1-224 0,4-2-32 16,4-2-16-16,4-1 0 15,3-2-1584-15,4-3-304 0,4-3-64 0</inkml:trace>
  <inkml:trace contextRef="#ctx0" brushRef="#br0" timeOffset="-189087.56">9538 12274 32255 0,'0'0'2864'0,"0"0"-2288"16,0 0-576-16,0 0 0 0,0 0 3888 0,0 0 656 15,-13 5 144-15,3 0 32 0,0 3-2720 0,4 1-528 16,2 3-128-16,0 2 0 0,-1 2-640 0,-3 1-112 15,2-5-16-15,-1-1-16 0,2 1-224 0,-2 0-32 16,2-2-16-16,0-1 0 0,1 0-160 0,0-1-128 16,1-1 144-16,1-1-144 0,2-6 0 0,-3 4 0 15,3-4 0-15,0 0 0 0,0 0 0 0,0 0-240 16,0 0 32-16,0 0 0 16,0 0-192-16,5-4-48 0,2-4 0 0,-1 2 0 15,4-3-48-15,-1-2-16 0,2 2 0 0,-1-5 0 0,0 0 128 0,-1-1 32 16,2 1 0-16,-2-2 0 0,1 2 352 0,-2 1-176 15,0 4 176-15,-3 2-128 0,-1-1 272 0,1 5 64 0,-5 3 16 16,0 0 0-16,0 0 384 0,0 0 80 16,5 2 16-16,0 2 0 0,-2 1-224 0,1 2-32 15,1 1-16-15,-1 2 0 0,-1 3-272 0,1-1-160 0,1-3 192 0,0 0-192 16,2-1 0-16,-1 0 0 0,2 1-240 0,1-3 80 16,0 1 160-16,3-1 0 0,0 1 0 0,2-1 0 15,-2 0 0-15,1-1 0 0,-1-1 160 0,1 0-160 16,-2-2 0-16,0 1 0 0,-11-3 0 0,9 4-160 0,-9-4 160 15,0 0 0-15,0 0 0 0,0 0-128 0,0 0 128 16,0 0 0-16,8 4 0 0,-8-4 0 0,0 0 0 0,0 0 0 16,0 0 0-16,0 0 128 0,0 0-128 0,-7 2 0 15,-1 1 128-15,-1 1-128 0,-3-2 0 0,-1 2 0 16,0-4 0-16,-2 3-128 0,-2 0 128 0,-3-2 0 16,3 0 0-16,-1 0 0 0,1 1-192 0,1-2 0 15,-1 0 0-15,3 0 0 16,0 0-288-16,1 1-64 0,1 0-16 0,4 1 0 15,0-2-1200-15,8 0-240 0,0 0-48 0,0 0-12624 16,0 0-2528-16</inkml:trace>
  <inkml:trace contextRef="#ctx0" brushRef="#br0" timeOffset="-188799.66">10208 11934 20271 0,'-8'0'1792'0,"-1"-2"-1424"0,1 1-368 0,2 1 0 15,-1 0 6672-15,3 0 1264 0,-1 1 256 0,3 2 64 16,2-3-5248-16,-3 8-1024 0,2 1-224 0,1 2-32 16,-2 5-928-16,2 4-176 0,0-2-48 0,2 7 0 15,-1 5-448-15,2-3-128 0,-1-1 0 0,1 0 0 16,-1 0-192-16,1 4-48 0,1 4-16 0,0-1 0 15,0-2 256-15,0-4 0 0,0-2 0 0,-2-5 0 16,1-5-256-16,-1 0 0 0,1-2 0 0,1-5 0 16,0-1-1600-16,-4-7-320 0,8 6-64 0,-1-4-13104 15,5 0-2624-15</inkml:trace>
  <inkml:trace contextRef="#ctx0" brushRef="#br0" timeOffset="-188187.05">10468 12038 8287 0,'-15'1'368'0,"9"2"80"0,-3-3-448 0,-1 0 0 16,1 1 0-16,-1 2 0 0,-2 1 8832 0,0 1 1696 16,-1 1 336-16,-1 5 64 0,-3-2-7232 0,1 4-1456 15,-2 1-272-15,0 4-64 0,1 1-1104 0,1-1-224 16,3 0-32-16,-1 8-16 0,-2 15-16 0,3-5 0 16,4-7 0-16,1-4 0 0,2-3-512 0,3-4 0 15,1-1 0-15,2-3 0 0,1-1 256 0,2 0-48 16,-1-2-16-16,3-1 0 0,2-1-352 0,3 1-80 15,5-1-16-15,2-3 0 0,2-1 256 0,1-1 0 16,1-4 0-16,1 0 160 0,5-4-416 0,2 2-64 16,2-6-32-16,2 1 0 15,-1 0-128-15,0-1-32 0,-4 1 0 0,1-3 0 16,-4-1-64-16,-3 0-32 0,-1 0 0 0,-2-6 0 16,-2-2 128-16,0-3 32 0,-1-6 0 0,-1 0 0 0,0-4 224 0,0 2 48 0,-2-4 16 0,-1 3 0 15,-1 1 160-15,-5 3 0 0,1 1 0 0,-3 2-128 16,-1 3 128-16,-1 3 0 0,-2 2 128 0,-2 5-128 15,0-2 304-15,-2 4-16 0,0 1 0 0,-1 1 0 16,0 1-16-16,1 0 0 0,0 1 0 0,4 5 0 0,-3-5-96 16,3 5-32-16,0 0 0 0,0 0 0 0,-4-4 96 0,4 4 16 15,0 0 0-15,0 0 0 0,0 0-80 16,0 0-16-16,0 0 0 0,-5 7 0 0,0-3 96 16,1 2 32-16,1 3 0 0,2-2 0 0,1-7-80 0,-1 10-16 15,1 1 0-15,0 0 0 0,-2 1-48 0,1 4-16 16,0-3 0-16,0 5 0 0,-1 3-128 0,2 2 192 15,-2 1-192-15,0 2 192 0,0 1 16 0,0 1 16 16,2 2 0-16,-1 0 0 0,0-2-32 0,1-2 0 16,0-2 0-16,0-3 0 0,0-3-192 0,0-1-160 15,1-3 32-15,0-1 0 0,1 0 128 0,0 0 0 16,2-2 0-16,0-1 0 0,1-1 0 0,2-2 0 16,2-1 0-16,3 1 0 0,1-5 0 0,1 0 176 15,3-2-48-15,3-3 0 0,-1-1-304 0,2 0-64 16,2-5-16-16,1 1 0 15,-1 1-576-15,2-1-112 0,1-1-16 0,-1-1-16 16,0-1-496-16,-3-2-80 0,-2-2-32 0,-1-2 0 16,-5-2-1312-16,1-6-272 0,-1-1-48 0,-5-1-15232 0</inkml:trace>
  <inkml:trace contextRef="#ctx0" brushRef="#br0" timeOffset="-188018.86">10807 11930 26719 0,'0'0'2368'0,"0"0"-1888"0,0 0-480 0,0 0 0 15,0 0 4288-15,0 0 752 0,0 0 144 0,0 0 48 16,11-2-2688-16,4 2-544 0,-1 0-96 0,5 0-32 0,1 0-992 16,2-1-208-16,0 0-32 0,6-1-16 0,-1 1-464 0,3 0-160 15,-1-2 0-15,-2 3 144 16,-1 0-816-16,-4 0-160 0,-2 0-48 0,-3 0 0 16,-1 1-2576-16,-3 2-512 0</inkml:trace>
  <inkml:trace contextRef="#ctx0" brushRef="#br0" timeOffset="-187700.8">10765 12198 34383 0,'-12'11'1520'0,"12"-11"320"0,0 0-1472 0,0 0-368 0,0 0 0 0,0 0 0 0,0 0 2240 0,0 0 368 16,0 0 80-16,10 2 0 0,4 0-1024 0,1-2-192 16,2-2-64-16,4 1 0 0,0 0-1088 0,2-1-320 15,3 0 144-15,0-1-144 16,3-1-1184-16,1 2-304 0,0 0-64 0,-1 2-16 15,-1 0-896-15,-1 0-176 0,-4 3-48 0,-1-1 0 16,-2 1-192-16,-2 1-32 0,-1 1-16 0,-3 2 0 16,-2-3 1296-16,0 1 256 0,-3 0 48 0,0 2 16 0,1 0 912 0,-2 1 176 15,-3 0 32-15,1 1 16 0,-1 2 1808 0,-1 2 352 16,-2 2 80-16,0-2 16 0,-1 2 976 0,0 0 192 0,-2 0 32 0,0 0 16 16,-2 0-272-16,-1 0-48 0,0 1-16 15,0 0 0-15,0-1-1056 0,-1 2-224 0,0-1-32 0,1-1-16 16,2 1-848-16,-1 0-160 0,0-2-48 0,1-1 0 15,0-1-576-15,1-2 0 0,0-1 0 0,1 2 0 16,0-5-2240 0,0-6-480-16,9 4-96 0</inkml:trace>
  <inkml:trace contextRef="#ctx0" brushRef="#br0" timeOffset="-186989.37">12042 12226 3679 0,'0'0'320'15,"-2"-7"-320"-15,-1-1 0 0,1-1 0 0,0-1 8448 0,4 2 1600 0,-2 3 336 0,-2-1 64 16,0 0-6400-16,-2 5-1280 0,4 1-256 0,-4 5-48 15,-1 5-832-15,-2 3-160 0,-2 2-48 0,0 7 0 16,0 4-736-16,-2 3-160 0,0-2-16 0,-1 0-16 16,1-1-304-16,0-1-48 0,-1 0-16 0,0 0 0 0,3-2 208 0,-1-1 48 15,1-2 0-15,1 3 0 0,0-3-384 0,3-7-240 16,2-3 48-16,0-2 0 0,3-8 192 0,0 0 0 16,0 0 0-16,0 0 160 15,0 0-528-15,7-5-96 0,1-4-32 0,-2-3 0 0,2 0 80 0,0-3 16 16,0 0 0-16,2 2 0 0,-1-2 0 0,0 0 0 15,1 0 0-15,0-1 0 0,0-1 208 0,0-2 32 16,0-2 16-16,2 0 0 0,0 1 144 16,-1 1 0-16,1 2 0 0,0 4 0 15,-3 4 0-15,0 2 0 0,-3 3 0 0,-6 4 0 16,7 0 448-16,0 3 64 0,0 1 0 0,1 2 16 0,0 2-144 0,1 0-16 16,0 2-16-16,2-2 0 0,0 1-160 0,2 0-16 15,-1 2-16-15,1-2 0 0,3 0-160 0,-3-1 0 16,0-2 0-16,0 1 128 0,-3-1-128 0,1 2 0 15,-5 0 0-15,1 0 0 0,-3 0 0 0,0-2 0 0,-3 2 0 16,-1-8 0-16,0 8 144 0,-1 0-144 16,-3 1 160-16,-3-3-160 0,-1 2 128 0,-1 0-128 15,-1 0 0-15,-3-4 144 0,-2 0-144 0,0 1 0 0,-3-3 0 16,-2 2 128-16,-1-1-128 0,2 0 0 0,-2-2 0 0,1-1 0 31,3 0-896-31,2-1-48 0,0-1-16 0,4 0 0 16,0-2-1600-16,2 0-320 0,4 0-64 0,3-1-18176 0</inkml:trace>
  <inkml:trace contextRef="#ctx0" brushRef="#br0" timeOffset="-186739.35">12560 11926 21183 0,'0'0'1888'0,"0"0"-1504"0,0 0-384 0,0 0 0 0,0 0 5888 0,1 8 1088 16,-1 1 240-16,-1 0 32 0,1 4-4320 0,0 2-880 15,-3 4-160-15,-1 2-32 0,-1 3-944 0,-1 6-176 16,-1 4-32-16,2 4-16 0,0 1-416 0,0 0-80 16,-1-1 0-16,2-3-16 0,1-6-176 0,-1-2 0 15,1-3 0-15,0-3 128 0,2-3-128 0,0-1 0 16,0-2-160-16,2 0 160 16,-1-6-768-16,1-1-48 0,-1-8-16 0,0 0 0 15,0 0-1104-15,0 0-240 0,9 1-32 0,-1-2-16 16,0-3-1872-16,0 0-384 0,0-4-80 0</inkml:trace>
  <inkml:trace contextRef="#ctx0" brushRef="#br0" timeOffset="-186465.9">12464 12050 31839 0,'-6'-15'1408'0,"6"15"304"0,-1-9-1376 0,0 1-336 16,1-1 0-16,1 1 0 0,2 2 3008 0,-3 6 544 16,6-5 96-16,2 1 32 0,1 0-1536 0,4 1-304 0,3 2-64 0,-1 0-16 15,4-1-800-15,4 2-144 16,2-1-48-16,4 1 0 0,1 0-400 0,1 0-96 0,-2 1-16 0,-3 1 0 15,-3 0-256-15,-2 1 128 0,-3 1-128 0,-1-2 0 16,-4 3 128-16,-2 1-128 0,-4 0 0 0,-1 1 0 16,-2 3 128-16,-3-2-128 0,-2 4 192 0,-3-1-192 15,-3 4 288-15,-1 2-48 0,-1 2-16 0,-5 2 0 16,-3 0-96-16,-3 0 0 0,-1 0-128 0,-1-3 192 16,-2 0-192-16,0-1 0 0,1-2 0 0,0-1 0 15,4-2-768-15,-1-2-160 16,2-1-32-16,4-2 0 0,2-2-1632 0,4-1-336 0,3-4-64 0,5 0-11024 15,0 0-2192-15</inkml:trace>
  <inkml:trace contextRef="#ctx0" brushRef="#br0" timeOffset="-186215.38">12951 12033 18431 0,'0'0'1632'0,"0"0"-1312"16,0 0-320-16,0 0 0 0,-2 6 6288 0,0 3 1200 15,0 2 224-15,-1 2 48 0,-1 2-4400 0,-1 4-880 16,0 1-176-16,-2 5-48 0,2 3-1184 0,0 0-240 15,-1 2-64-15,3 0 0 0,0-4-416 0,2 0-96 16,-1-2 0-16,4-2-16 0,0-4-240 0,2-2 0 16,1-2 128-16,3-1-128 0,3-2 0 0,0-1 0 15,1-1 0-15,2-2 0 0,5-1 0 0,0 0 0 16,1-3 0-16,-1 0 0 0,2-2 0 0,-1-1 0 16,1-2 0-16,0-1 0 0,1-1 0 0,0 0-240 15,0-1 80-15,-1 0 16 16,-3 0-528-16,-1-2-96 0,0-1-32 0,-3-1 0 15,1-1-912-15,-4-2-176 0,0-1-32 0,1-1-16 16,-5-1-2432-16,0-4-496 0</inkml:trace>
  <inkml:trace contextRef="#ctx0" brushRef="#br0" timeOffset="-186033.71">12999 11970 44063 0,'0'0'960'0,"0"0"208"0,0 0 48 0,0 0 16 0,0 0-976 0,11 0-256 0,-1 0 0 0,3 1 0 0,0-2 1728 0,3 1 288 15,-2 0 64-15,5 0 16 0,0-1-992 0,2 1-192 16,4-2-32-16,-1 2-16 0,3 0-592 0,-3 0-112 16,0-1-32-16,-3 1 0 15,-2 0-544-15,-1 0-112 0,-2 1-32 0,-2-1 0 16,-3 0-1840-16,-1 3-368 0,-1 1-80 0</inkml:trace>
  <inkml:trace contextRef="#ctx0" brushRef="#br0" timeOffset="-185842.23">12866 12269 11967 0,'0'0'1072'0,"0"0"-864"15,0 0-208-15,0 0 0 0,0 0 7408 0,2 7 1424 16,2 0 304-16,1-3 48 0,3-2-5664 0,2 0-1120 16,3-4-224-16,8 0-64 0,5-3-1392 0,4-2-272 0,3-1-64 0,2-2-16 31,4 1-656-31,1 0-128 0,1 1-32 0,-2-3-15296 0,-3 4-3056 0</inkml:trace>
  <inkml:trace contextRef="#ctx0" brushRef="#br0" timeOffset="-184861.98">13885 12308 50799 0,'0'0'2240'0,"-4"-4"480"0,4 4-2176 0,-3-5-544 0,2-1 0 0,3 1 0 16,4 0 832-16,0 0 64 0,2-2 16 0,2 1 0 15,2-1-32-15,1 1-16 0,3-1 0 0,2 1 0 0,4-1-512 0,6 1-96 16,7 2-32-16,5 0 0 0,5-3-80 0,4 2-16 15,6 0 0-15,-2 0 0 0,-2-2-128 0,0 2 0 16,1 0 144-16,4-1-144 0,8-1 0 0,3 3 0 16,0 1 0-16,-3 2 128 15,-4-2-128-15,-6 2 0 0,-7 0-128 0,-3 1 128 16,-2 0-288-16,-1 0 32 0,0 1 0 0,-3-1 0 16,-5-3-944-16,-1 3-176 0,-6 0-32 0,-3 0-16 15,-3 0-1488-15,-5 0-288 0,-1 0-64 0,-5 0-16768 16</inkml:trace>
  <inkml:trace contextRef="#ctx0" brushRef="#br0" timeOffset="-184533.41">15089 12082 11967 0,'-10'-4'1072'0,"10"4"-864"16,-7 0-208-16,2-4 0 0,1 2 7792 0,4 2 1504 16,0 0 304-16,0 0 64 0,0 0-6864 0,0 0-1392 15,0 0-256-15,0 0-64 0,0 0 144 0,0 0 48 16,0 0 0-16,11 0 0 0,0 0-672 0,1 0-128 15,1 0-32-15,1 0 0 0,2 1-176 0,1 2-32 16,3-1-16-16,0 1 0 0,3 1-224 0,-1-2 176 0,-1 1-176 0,2 1 160 16,2-2-160-16,-2 4 0 0,-2-4 0 0,0 4 0 15,-1-1 0-15,-3 1 0 0,-3-1 0 0,-2-1-176 16,-3 2 176-16,-1-3 0 0,-3 3 0 16,-5-6 0-16,4 6 0 0,-4-6 0 0,0 7 0 0,-3-1-128 0,-2 1 128 15,-3-1 0-15,-4 2 0 0,-3 1 0 0,-4-2 160 16,0 1-32-16,-2 1-128 0,-1 0 192 0,1 1-48 0,-2 2-16 15,-1-3 0-15,1 0 0 0,-1 0-128 16,2 1 0-16,1-1 0 0,3 0 0 0,1-3 0 0,1 1 0 16,3-1 0-16,1 1 0 15,1-2-464-15,0 0-128 0,2-1-32 16,3 0 0-16,6-4-2720 0,0 0-560 16</inkml:trace>
  <inkml:trace contextRef="#ctx0" brushRef="#br0" timeOffset="-178317.08">16662 12261 3679 0,'0'0'160'0,"-2"-7"32"0,1 2-192 0,0-2 0 16,-1 2 0-16,2-1 0 0,0-3 6288 0,2 0 1216 15,0 1 240-15,1 0 64 0,-2-1-4272 0,2 2-848 16,1-1-160-16,-2 2-32 0,1 1-624 0,-3 5-112 16,0 0-32-16,0 0 0 0,0 0-400 0,0 0-96 15,0 0-16-15,0 0 0 0,0 0-400 0,0 0-96 16,-5 10-16-16,-1 6 0 0,0-2-352 0,-1 6-80 15,0 0-16-15,-1 3 0 0,-1-1-256 0,-1-1 0 16,1-2-128-16,0 1 128 0,-1-5 0 0,1 0 240 16,1-2-32-16,3-5 0 0,1 1-208 0,-1-1 0 15,1-2 0-15,4-6 0 0,0 0 0 0,0 0 0 16,0 0 0-16,0 0 0 0,0 0-176 0,0 0-80 16,0 0 0-16,0 0-16 0,0 0-80 0,9-1-16 15,0-4 0-15,0-1 0 0,0-1 48 0,2-4 0 16,-1-2 0-16,0-3 0 0,2-3 0 0,0-2 0 15,0-2 0-15,-1-1 0 0,0-1-64 0,0 2 0 16,0 2 0-16,-1 3 0 0,-3 2 384 0,-1 3 0 0,1 3 0 0,-2 2 0 16,-5 8 208-16,0 0 112 0,0 0 32 0,0 0 0 15,0 0 224-15,0 0 32 0,0 0 16 0,0 0 0 16,0 0-304-16,4 10-48 0,0-1-16 16,0 2 0-16,0-1-256 0,1 1 128 0,2-1-128 0,0 2 0 15,2 0 0-15,1-1 0 0,-3 0 0 0,4-1-144 16,-1 2 144-16,2 0 0 0,-2-2 0 0,1 2-128 15,-2 1 0-15,0-3 0 0,0 1 0 0,-1-2 0 0,-3-1-64 16,2-2 0-16,-2 1 0 0,0-1 0 0,-5-6 0 0,4 7-16 16,-4-7 0-16,0 0 0 0,0 0 16 0,1 6 16 15,-1-6 0-15,-3 7 0 0,3-7 176 0,-6 5 0 16,1 0 128-16,-3-1-128 0,0-1 0 0,-3 1 0 16,-2-2-160-16,-3 1 160 0,-1-2 0 0,0 2 0 15,-2-1 0-15,-1 0 0 0,2-1 0 0,-2 3 0 16,-1-4-176-16,0 1 176 15,2-1-544-15,1 1 16 0,2 1 0 0,2-1 0 16,1-1-2496-16,4 1-496 0,9-1-112 0,0 0-16 0</inkml:trace>
  <inkml:trace contextRef="#ctx0" brushRef="#br0" timeOffset="-177744.29">17351 11883 40479 0,'0'0'1792'0,"0"0"384"0,0 0-1744 0,0 0-432 0,-2 0 0 0,0-3 0 0,2 3 1216 0,0 0 144 16,0 0 48-16,0 0 0 0,0 0 0 0,0 0 0 15,-1 8 0-15,0 1 0 0,-1 3-640 0,1 2-128 16,-2 3-32-16,0 5 0 0,-1 3-208 0,0 4-32 16,0 2-16-16,0 2 0 0,1 2-32 0,3-4 0 15,2 2 0-15,0-2 0 0,2 0-320 0,3-3 0 16,-1-4 0-16,5-3-128 0,-1-4 128 0,2-1-160 16,1-2 160-16,0-3-160 0,-1-2-32 0,1-3 0 15,0-2 0-15,1 0 0 0,2-1 48 0,-1-3 0 16,3-2 0-16,-1 0 0 0,2-2 144 0,-1 0 0 15,-1-4 0-15,0-1 0 16,1-3-464-16,0-3-64 0,-1-2-16 0,0-4 0 0,-1-7 352 0,0 0 64 16,-2-1 128-16,0-2-208 0,-1-4-144 0,3 1-32 15,-3 1 0-15,0 0 0 0,-1 2 208 0,-2 2 48 16,-2 3 0-16,0 3 0 0,-3 1 128 0,-2 4 144 16,-2 3-16-16,0 3-128 0,-1 2 640 0,0 2 32 15,-1 2 0-15,1 6 0 0,0 0-32 0,0 0-16 16,0 0 0-16,-5 5 0 0,1 3-400 0,1 2-80 0,1 3-16 15,-1 4 0-15,-1 1-128 0,0 3 0 0,0 3 144 16,2 2-144-16,-2 1 0 0,1 3 0 0,2 1 0 16,-1 2 128-16,1 0-128 0,1-1 0 0,1-2 0 15,1-1 0-15,0-2-192 0,1-5 0 0,1-1 0 16,-1-2 0 0,0-5-928-16,1 2-192 0,-1-6-32 0,0-1-16 15,-1-2-896-15,3-2-176 0,-1 0-48 0,-4-5-10672 0,0 0-2144 16</inkml:trace>
  <inkml:trace contextRef="#ctx0" brushRef="#br0" timeOffset="-177539.61">17143 11820 20271 0,'0'0'1792'0,"0"0"-1424"0,0 0-368 0,0 0 0 0,0 0 6032 0,0 0 1136 15,0 0 240-15,6-4 32 0,2 2-5840 0,2-1-1184 16,2 0-224-16,2 2-64 0,3 1 32 0,4-1 0 16,3-2 0-16,2 3 0 15,4 0-464-15,2 0-80 0,5-2-32 0,2 2-13600 16,1-2-2736-16</inkml:trace>
  <inkml:trace contextRef="#ctx0" brushRef="#br0" timeOffset="-177357.47">17804 11780 24879 0,'0'0'2208'0,"0"0"-1760"16,-3-6-448-16,3 6 0 0,0 0 4864 0,0 0 880 16,5-6 176-16,0 1 32 0,-5 5-3760 0,8-3-752 0,1-3-160 15,2 2-16-15,0 1-64 0,3-2-16 0,0 2 0 0,3 1 0 16,1-1-1184-16,0 0-192 0,1 2-64 0,-1-1-16 16,3 0 272-16,0 1 128 0,-2 1-128 0,2 0 192 15,0-1-896-15,-2 1-176 0,0 0-32 0,-4 0-16 16,-2 0-1632-16,0 0-336 0,2 1-64 0</inkml:trace>
  <inkml:trace contextRef="#ctx0" brushRef="#br0" timeOffset="-175680.91">18530 12149 26719 0,'0'0'1184'0,"0"0"240"0,0 0-1136 0,0 0-288 0,0 0 0 0,5-4 0 16,1-3 4032-16,4 2 768 0,-3 2 128 0,5-1 48 0,1 1-3344 0,0 0-672 16,2 0-128-16,0 1-16 0,2-1-336 0,1 2-64 15,2 0-16-15,-2-1 0 0,-1 2-400 0,1-2 0 16,-1 0 128-16,3 4-128 0,2-2 0 0,0 0 0 15,-1 0 0-15,0 0 0 16,1 0-1088-16,-1 2-192 0,0-2-32 0,-3 0-16 16,0 3-2288-16,-2 1-464 0,-2-3-80 15</inkml:trace>
  <inkml:trace contextRef="#ctx0" brushRef="#br0" timeOffset="-175470.01">18573 12318 33167 0,'-7'3'2944'0,"-1"-2"-2352"16,1 0-464-16,0 1-128 0,7-2 2656 0,0 0 512 16,0 0 96-16,0 0 32 0,0 0-2208 0,0 0-448 15,0 0-96-15,0 0-16 0,12 4-160 0,0-2-48 16,3-1 0-16,2 1 0 0,1-1-320 0,3 0 0 0,0 1 0 0,1-2 0 16,-1 0 0-16,1 0 0 0,0 0 0 0,1 0 0 15,-3-2 0-15,3 1-240 0,-1-2 48 0,0 2 0 31,0 0-1728-31,-1 0-352 0,-1-2-64 0,-1 3-10288 0,-1 1-2064 0</inkml:trace>
  <inkml:trace contextRef="#ctx0" brushRef="#br0" timeOffset="-170708.74">19843 12014 30399 0,'0'0'2704'0,"-4"-5"-2160"0,-2-1-544 0,3-2 0 0,0-1 3520 0,2-3 608 16,1 0 112-16,1 0 32 0,0 2-3648 0,-1 0-624 16,0-1-336-16,0 2 32 0,-1 0 944 0,0 1 176 15,-2 0 32-15,0 3 16 0,-2 1-224 0,0-1-32 16,0 4-16-16,-2 1 0 0,-1 1 96 0,-2 2 16 15,-3 3 0-15,-3 3 0 0,1 4-192 0,-4 4-16 16,-1 3-16-16,-1 3 0 0,0 5-176 0,0 2-48 16,3 2 0-16,1 2 0 0,1-1 16 0,3 1 0 0,3 1 0 0,3-1 0 15,6-3-112-15,3-2-32 0,4-5 0 16,0-1 0-16,5-4-128 0,2-2 0 0,4-5 0 16,2 1 0-16,5-5-144 0,0-2 144 0,2-1-192 0,2-1 192 15,1-1-176-15,-2-3 176 0,0-1-160 0,-1-1 160 16,-1-3-128-16,0 0 128 0,1-2 0 0,-1 1-144 15,-2-5 144-15,1 1 0 0,-2-3 0 16,1-3-128-16,-1-1 128 0,-2-1 0 0,-6-1 0 0,1-2 0 16,-2-2 0-16,-2 0 176 0,-1-2-16 0,-3-2 0 15,0-1-160-15,-4 1 0 0,-2-2 0 0,-1 2 0 0,-3 0 160 0,-3-1-160 16,-1 5 192-16,-2 1-192 0,-3 2 128 16,-2 3-128-16,-3-1 0 0,-1 2 0 0,-3 1 0 0,-1 2 0 15,1 2-240-15,-1-1 80 16,1 5-560-16,1 0-112 0,1 3-32 0,2 3 0 15,1 1-1328-15,2 2-272 0,2 2-48 0,2 4-11680 16,1 4-2320-16</inkml:trace>
  <inkml:trace contextRef="#ctx0" brushRef="#br0" timeOffset="-170408.97">19835 12185 20271 0,'0'0'1792'0,"0"0"-1424"15,0 0-368-15,0 0 0 0,0 0 5568 0,0 0 1024 16,0 0 224-16,0 0 32 0,1 9-4352 0,0 3-896 16,1 2-160-16,-1 3-32 0,0 3-208 0,2-1-48 15,-2 2 0-15,0-1 0 0,1-1-528 0,-1 1-112 0,0-2-32 0,1-1 0 16,-2-3-192-16,1 1-32 0,0-1-16 0,1-1 0 15,-2-1-240-15,1 0 128 0,0-2-128 0,1-1 0 16,-1 0 0-16,-1-9 0 0,1 7 0 0,-1-7 0 16,1 8-240-16,-1-8-32 0,0 0-16 0,0 0 0 31,0 0-1152-31,0 0-224 0,4 6-64 0,-4-6 0 0,8 3-2176 0,3-3-432 0</inkml:trace>
  <inkml:trace contextRef="#ctx0" brushRef="#br0" timeOffset="-170124.14">20518 12175 44975 0,'0'0'1984'0,"0"0"432"0,0 0-1936 0,0 0-480 15,0 0 0-15,0 0 0 0,6-4 1152 0,0-1 128 16,0 1 16-16,3 0 16 0,0 0-336 0,3 1-64 16,1-3-16-16,2 0 0 0,-1 0-656 0,4 1-240 15,2 1 144-15,1 0-144 0,-1 0 0 0,4 0 0 16,-1 2 0-16,1 0 0 0,-2-2-176 0,-1 3-16 16,-2 0 0-16,0 1 0 15,-2 0-1856-15,0 0-384 0,-3 0-80 0,1 0-18224 0</inkml:trace>
  <inkml:trace contextRef="#ctx0" brushRef="#br0" timeOffset="-169358.28">21507 11828 40079 0,'0'0'1776'0,"0"0"368"0,-2-5-1712 0,2 5-432 16,0 0 0-16,0-6 0 0,0 6 1728 0,0 0 272 15,-3-6 48-15,3 6 16 0,0 0-400 0,0 0-64 16,0 0-32-16,0 0 0 0,0 0-832 0,0 8-160 16,0 2-48-16,2 1 0 0,-1 0-160 0,0 2-48 15,0 3 0-15,1 2 0 0,-2 3-96 0,0 3-32 16,-2-2 0-16,4 3 0 0,0 2-192 0,1 0 0 16,-2 1 128-16,2-4-128 0,-1 3 0 0,2-1 176 0,0-4-176 15,0 1 160-15,0-4-160 0,1-1 0 0,-1-3 0 16,0 0 0-16,0-2 0 0,0-5 0 15,0-1 0-15,0 1 0 0,-4-8 0 0,0 0 0 0,6 4 0 0,-6-4 0 16,0 0 0-16,9 0 0 0,-1-1 0 0,0-2 0 16,-1-1 0-16,-1-2 0 0,-1-2 128 0,3-1-128 15,1-3 0-15,0-1 0 0,1-1 0 0,-1-4 128 16,1-1-128-16,3-2 0 0,-1-3 0 0,1-1 0 0,0 0 0 16,0 0 0-16,3-1 0 0,-1 1 0 0,0 2-128 15,0 1 128-15,1 2 0 0,-2 5 0 0,-1-1 0 0,-2 6 0 16,-1 0 0-16,-1 4 0 0,-1 2 0 0,-8 4 0 15,0 0 0-15,0 0 0 0,8 1 0 0,-2 5 0 16,-2 0 176-16,0 4-176 0,0 2 160 16,-1 5-160-16,-2 0 160 0,0 3-160 0,1-2 128 0,0 1-128 15,1 1 0-15,-1 0 0 0,1 0 0 0,1 0 128 16,0-3-128-16,1-1 0 0,0-1 0 0,2-2 0 16,1-1 128-16,-2 0-128 0,-1-4 0 0,1 1 0 15,-1-1 0-15,-1-2 0 0,0 1 0 0,1-2 0 16,1-1 0-16,-6-4 0 0,0 0 0 0,8 2 0 15,0 0 0-15,-8-2 0 0,0 0 0 0,8-6 0 16,0 0 128-16,1-1-128 0,0 0 128 0,-1-1-128 16,0-3 176-16,-1 0-176 0,3-3 0 0,-1 0 0 15,1-2 0-15,2 0 0 0,0-3 0 0,-2 0 0 16,2-1 0-16,-1-1 0 0,2 0-160 0,-1 1 160 16,1-1-160-16,0 1 160 0,-1 2-272 0,-2 0 32 15,2-1 16-15,-1 1 0 16,-2 1-960-16,-3 0-192 0,2-1-32 0,0 0-16 15,0 3-2352-15,-2 2-448 0</inkml:trace>
  <inkml:trace contextRef="#ctx0" brushRef="#br0" timeOffset="-169048.65">21344 11763 28559 0,'-20'-7'2544'0,"12"5"-2032"16,-3-1-512-16,2 0 0 0,3 2 3984 0,-1-3 704 16,2 3 144-16,5 1 32 0,0 0-3216 0,0 0-640 15,0 0-128-15,6-3-32 0,5 2-176 0,2 0-32 16,1-1-16-16,2 2 0 0,1 2-624 0,1-1 0 15,2-1 0-15,-1 1 0 0,1 1 0 0,-1-1 0 16,2 0 0-16,1-1 0 16,3-1-704-16,3-2-192 0,0 1-64 0,4-2 0 15,0 0-2224-15,2 0-448 0,5 0-80 0</inkml:trace>
  <inkml:trace contextRef="#ctx0" brushRef="#br0" timeOffset="-168840.71">22174 11683 37727 0,'0'0'1664'0,"0"0"352"0,0 0-1616 0,0 0-400 0,7-1 0 0,1 0 0 16,1 1 2160-16,2-3 336 0,-2 2 80 0,3-1 16 16,1 2-992-16,1 0-192 0,0-1-32 0,3-2-16 15,2 2-544-15,0 0-112 0,1 0-32 0,2 1 0 16,1-4-512-16,2 1-160 0,0 0 0 0,0 2 0 16,-4 1 0-16,-2-1 0 0,-1-2 0 0,-1 2 0 0,-2 0 0 0,-1 1-144 15,-1-3 144-15,0 3-192 16,-1-1-896-16,-1-1-192 0,1 2-48 0,0 0 0 15,0-1-2576-15,-2 1-512 16</inkml:trace>
  <inkml:trace contextRef="#ctx0" brushRef="#br0" timeOffset="-162802.91">16323 11413 30399 0,'-10'-14'1344'0,"5"4"288"0,-1 0-1312 16,0 1-320-16,0 1 0 0,1 3 0 0,5 5 2672 0,0 0 464 15,0 0 80-15,0 0 32 16,-9 5-3088-16,1 2-608 0,0 2-128 0,1 8-32 0,0 5 736 0,-3 10 128 15,-1 4 48-15,-1 12 0 0,-1 14 144 0,0 4 48 0,0 4 0 0,0 2 0 16,0 1 16-16,0 0 0 0,2 7 0 0,1-1 0 16,1 5-112-16,0-6-16 0,0-10 0 0,2-2 0 15,1-3-384-15,0-1 0 0,1-2 0 0,1-1 0 16,2-2 0-16,0-5 0 0,1-5 0 0,0-4 0 16,-2-6 192-16,2-3-64 0,-1-6 0 15,0 2 0-15,-2-6-128 0,0-2 160 0,0-1-160 16,2-1 160-16,-2-1-160 0,-2-1 0 0,1-2 144 0,0-2-144 15,-2-1-272 1,2 0-128-16,-1-1-32 0,0-4 0 0,1-2-528 16,5-6-96-16,-6 7-32 0,6-7 0 15,0 0-2208-15,0 0-448 0,0 0-96 0,0 0 0 0</inkml:trace>
  <inkml:trace contextRef="#ctx0" brushRef="#br0" timeOffset="-161810.75">16512 11156 31327 0,'-3'-9'2784'0,"-1"-1"-2224"0,0 0-560 0,3 0 0 16,1 10 1936-16,2-7 288 0,-2 7 48 0,7-8 16 15,2 1-2160-15,3 2-416 0,2 0-96 0,3-2 0 16,3 3 384-16,2 2 144 0,0-1 0 0,3 1 0 15,3-1 176-15,5-1 16 0,2 1 16 0,6-3 0 16,3-1-32-16,7-2 0 0,4 1 0 0,2 2 0 16,3-3-32-16,1 1-16 0,0-1 0 0,6 1 0 15,5 0-272-15,2 0 0 0,3-1 0 0,0 3 0 16,-2 1 0-16,2 2 0 0,2 0 0 0,1-1 0 0,5-1 144 16,0 1-144-16,-2 4 0 0,3 0 144 0,2 3 64 15,3-3 16-15,4-4 0 0,2 3 0 0,-2 2-16 16,3-2 0-16,1-1 0 0,5 0 0 0,4 4-16 0,-2-2-16 15,-5 0 0-15,5 0 0 0,2 0 16 0,2 0 16 16,1 0 0-16,-1 0 0 0,0-2 32 0,5 2 0 16,5 0 0-16,-4 2 0 0,-6 2-64 0,6 0-16 15,7-1 0-15,-4-1 0 0,-5 1-160 0,2 1 128 16,4 1-128-16,-1 2 128 0,-2-1-128 16,-2 2 0-16,-3 1 0 0,3 0 128 0,2 0-128 0,-6 0 0 15,-8 2 144-15,0-2-144 0,3 1 128 0,-5 1-128 16,-3-3 128-16,-7 1-128 0,-6 4 0 0,-4-4 0 15,-3 1 0-15,-1-2 0 0,-3 3 0 0,-4 0 0 0,-7-1 0 16,-5-1 0-16,-7-2 0 0,-1 0 0 0,3-2 128 16,-3 0-128-16,0-1 0 0,-2 0 128 0,-1 0-128 0,-3 1 0 15,-2 1 0-15,-4-1 144 0,-7-3-144 0,-3 1 0 16,-5 1 128-16,-1-1-128 0,-5-2 0 0,-1 1 0 16,-2-2 128-16,-2 2-128 0,-2-2 0 0,-10 0 0 15,0 0 0-15,10 0 0 0,-10 0 0 0,0 0 0 16,0 0 0-16,0 0 0 0,0 0 0 15,0 0 0-15,0 0 144 0,0 0-144 0,0 0 0 0,0 0 144 16,0 0-144-16,0 0 0 0,0 0 0 0,0 0 128 16,0 0-128-16,0 0 0 0,0 0 0 0,0 0 128 15,0 0-128-15,0 0 128 0,0 0-128 0,0 0 128 16,0 0-128-16,0 0 128 0,0 0-128 0,-3 12 128 0,0-1-128 16,-1 4 0-16,0 3 0 0,1 4 0 15,-1-1 0-15,-3 5 0 0,-2 7 0 0,0 3 0 0,-2 7 0 16,1 9 0-16,-2 9 0 0,1 9 0 0,0 0-128 15,-1 0 128-15,-1 1 0 0,3 3 0 0,-1 2 0 16,4 6 0-16,0 5 0 0,2-3 0 0,4-9 0 16,-2 3 0-16,0 3 0 0,2 0 0 0,1 0 0 15,1-3 0-15,-1-6 0 0,0-6 0 0,-2-3 0 0,1-7 0 16,-2-1 144-16,0-4-144 0,-1-2 128 0,-1 1-128 16,-1-5 128-16,0-2-128 0,0-6 128 0,-1-3-128 15,1-7 128-15,-1-2-128 0,2-4 0 0,-1-6 128 16,-2-3-128-16,1-1 0 0,1-4 0 0,-1 1 0 0,1-3 0 15,-3 1 0-15,-2 0-160 0,2-5-48 0,-1 1-16 0,-1-2 0 32,1-2-1568-32,-2 4-320 0,-4-1-64 0,-1-1-17280 0</inkml:trace>
  <inkml:trace contextRef="#ctx0" brushRef="#br0" timeOffset="-160813.52">15928 13390 46703 0,'0'0'2064'0,"-6"-5"432"0,6 5-1984 0,0 0-512 0,-1-11 0 0,1 11 0 16,8-6-480-16,5-1-192 0,0 3-32 0,5 2-16 0,3-5 336 15,4 3 80-15,1 0 16 0,4 0 0 0,1 0 688 0,4 0 144 16,4 1 32-16,7 3 0 0,6-6-384 0,6 5-64 16,3-3 0-16,4 2-128 0,3 0 448 0,1 2 0 15,0 2-16-15,9-1 0 0,7 1-208 0,5 1-32 16,3 0-16-16,3 1 0 0,2-4-176 0,7 2 0 16,10 2 0-16,-1 0 0 0,-4 0 0 0,6 1 0 15,7-1 0-15,1 3 0 0,0 2 0 0,5-1 0 16,4-2 0-16,1 3 128 0,0 2-128 0,6-1 0 15,7 0 0-15,-4 3 0 0,-4 1 0 0,4-1 0 16,4 0 0-16,-3 0 0 0,-5 0 0 0,5 4 0 16,4-4 0-16,-4 1 0 0,-7-1 0 0,5 0 0 0,6-1 0 0,-6 0 0 15,-7-1 0-15,2 0 128 16,2-3-128-16,-5 1 0 0,-10-2 0 0,0 5 0 0,3-5 128 0,-10 2-128 16,-8 0 0-16,-4 0 0 0,-2-1 0 15,-2 0 0-15,-2 0 128 0,-11 1-128 0,-14-5 0 0,-6 2 128 16,-5-2-128-16,-5 1 0 0,-3 0 0 0,-7 1 0 15,-3-5 0-15,-6 0 0 0,-5-1 160 16,-4 2-160-16,-6-5 256 0,-3 3-64 0,-3-1-16 16,-2 1 0-16,-4-4 32 0,-2 0 16 0,-10 4 0 0,11-3 0 15,-11 3 16-15,7-5 0 0,-7 5 0 0,10-4 0 16,-10 4 16-16,0 0 16 0,7-6 0 0,-7 6 0 16,0 0 32-16,6-7 0 0,-6 7 0 0,0 0 0 15,0 0-144-15,0 0-32 0,4-9 0 0,-4 9 0 16,0 0-128-16,0 0 0 0,0 0 0 0,0 0 0 0,0 0-128 0,0 0 128 15,0 0-160-15,0 0 160 16,0 0-384-16,0 0 0 0,0 0 16 0,0 0 0 16,0 0-2352-16,11 13-480 0,4 1-80 0</inkml:trace>
  <inkml:trace contextRef="#ctx0" brushRef="#br0" timeOffset="-109856.84">19384 13093 13823 0,'-13'-11'1216'0,"13"11"-960"0,-6-5-256 0,1 0 0 0,0-2 1312 0,5 7 224 15,-7-5 32-15,7 5 16 0,-5-7 256 0,5 7 48 16,0 0 16-16,0 0 0 0,-4-6-448 0,4 6-96 16,0 0-16-16,0 0 0 0,0 0-352 0,0 0-80 15,0 0-16-15,0 0 0 0,0 0-160 0,0 0-32 16,0 0-16-16,0 0 0 0,0 0-144 0,0 0-32 15,7 12 0-15,-1-1 0 0,-3 1-96 0,1 0-32 0,-1 0 0 0,0-2 0 16,-3-10-176-16,8 13-32 16,0 0-16-16,2 0 0 0,2-1-160 0,1 0 0 0,2-2 0 15,2-2 128-15,2-3-128 0,2 2 128 0,2-4-128 16,5 1 128-16,0-1-128 0,1-3 160 0,0 0-160 16,5-1 160-16,2 3-160 0,3-2 192 15,2-1-192-15,2-2 192 0,-1 2-192 0,3-4 0 0,5-3 0 0,3-1 128 16,2 1-128-16,1 2 0 0,3-1 144 15,-1 1-144-15,1-1 144 0,1-1-144 0,-1 3 192 0,1 0-192 16,0 0 0-16,1-2 0 0,0 3 0 0,3 3-192 16,0 0 192-16,-3 1 0 0,-4 1 0 0,2 1 0 15,-1 1 208-15,-1 1-16 0,-2 0 0 0,-5 1 0 16,-3 2-192-16,-1 0 128 0,-2 3-128 0,-1 0 0 16,-2 2 0-16,-3-1 128 0,-3 0-128 0,0 1 0 15,0-1 0-15,-2 1 0 0,-2-3 0 0,-2 3 0 16,-3 1 0-16,-4 0 0 0,-2-1 0 0,-1-1 0 0,-2 0 0 15,-4 1 0-15,-4-1 0 0,-1 1 0 0,-1-5 0 16,-7-7 0-16,0 0 128 0,5 9-128 0,-5-9 0 0,0 0 176 16,0 0-176-16,0 0 160 0,0 0-32 0,0 0 0 15,-5 8 0-15,5-8 0 0,0 0 48 0,0 0 0 16,0 0 0-16,0 0 0 0,0 0-176 0,-6-7 160 16,4-2-160-16,0 1 160 0,2 8-160 0,0 0 0 15,3-12 0-15,2 3 128 0,3 0-128 0,0 3 0 16,0 0 144-16,1 0-144 0,0-1 0 0,1 2 0 15,0 0 0-15,1 0-192 0,4 2 192 0,-1-2 0 16,3 0 0-16,0 2 0 0,1-1 0 0,2 2-128 16,-1-1 128-16,2 2 0 0,-1-1 0 0,2 1 0 15,0 0 0-15,5 1-128 0,3-2 128 0,4 1 0 16,3-3 0-16,1 2 0 0,-1-1 0 0,2 0 0 0,1 2 0 16,0 1 0-16,0 0 0 0,1 0 128 0,-5 0-128 0,-2-4 0 15,-2 2 0-15,-1-2 128 0,0-3-128 0,-1-1 0 16,-3 0 0-16,2-1 128 0,1 0-128 0,-2 0 0 15,-4-3 0-15,-3 1 144 0,-3-1-144 0,1 1 0 16,-4-2 160-16,-2 2-160 0,-4-2 128 0,-2 0-128 16,-2 0 192-16,-4 0-64 0,-2-1 0 0,-4 1 0 15,-5-1 128-15,-2-2 0 0,-3 2 16 0,0 1 0 16,-3 1-272-16,-2 2 0 0,-2 1 0 0,1 1 0 16,1 1 192-16,3 1-64 0,2-1 0 0,2 4-128 15,1 0-240 1,3 2-144-16,9 1-48 0,0 0 0 0,0 0-2560 0,-9 6-512 0,-2 12-96 15,9 2-32-15</inkml:trace>
  <inkml:trace contextRef="#ctx0" brushRef="#br0" timeOffset="-104981.66">19285 14199 35007 0,'-4'-18'3120'0,"0"9"-2496"0,-1 2-496 16,5 7-128-16,0 0 2464 0,0 0 480 0,0 0 80 0,0 0 32 15,0 0-2544-15,0 0-512 0,1 11 0 0,-1 2-208 16,0 1 528-16,0 2 96 0,-1 2 32 0,-1 4 0 16,1-1 160-16,1 3 32 0,0 0 16 0,1 0 0 15,-1-1-240-15,2-3-48 0,-1-1-16 0,1-2 0 0,1-1-160 0,0-2-16 16,-2-4-16-16,2 0 0 15,-1-2-32-15,-2-8-128 0,0 0 192 0,4 6-64 16,-4-6 32-16,0 0 0 0,0 0 0 0,0 0 0 0,0 0 48 0,0 0 16 16,0 0 0-16,9-10 0 0,-1-1 0 0,-1-2 0 15,-1-1 0-15,1-2 0 0,-1-6-224 0,1 1 128 16,0 1-128-16,4-3 0 0,-3-1 0 16,1-1 0-16,0 3 0 0,-1 3 0 0,-2 4-160 0,1 4 160 15,-1 1-128-15,-6 10 128 0,0 0 0 16,0 0-128-16,0 0 128 0,0 0 0 0,11 4-144 0,-3 2 144 15,-8-6-160-15,6 13 160 0,-1 0 0 0,1 2-144 16,-1-1 144-16,1 0 0 0,1 1 0 0,-2 0 0 16,0 0 0-16,2-1 0 0,1-1 0 0,1-1 0 15,-3-2 0-15,3 1-128 16,0-1-704-16,1 2-128 0,0-6-16 0,0 1-16 16,-2-2-528-16,0 0-96 0,0-2-32 0,2 1 0 15,1-7-1024-15,1 2-208 0,-1-3-32 0,4 0-16 16,0 0-624-16,1-4-128 0,-2-3-32 0,2-2-7264 0</inkml:trace>
  <inkml:trace contextRef="#ctx0" brushRef="#br0" timeOffset="-104705.02">19794 14282 22399 0,'4'-15'992'0,"-1"7"208"0,-1 1-960 0,-2 7-240 0,0 0 0 0,-1-7 0 16,1 7 3568-16,0 0 656 15,-8-3 144-15,8 3 32 0,-6 0-1920 0,6 0-384 16,0 0-80-16,-8 8-16 0,0 1-864 0,2-2-176 0,0 5-48 0,1-2 0 16,0-2-336-16,1 2-80 0,1 1-16 0,2 0 0 15,0 1-288-15,2 0-48 0,-1-12-16 0,7 13 0 16,1 0-128-16,1 0 0 0,1-5 0 0,2-2 0 15,2 1 0-15,2-1-192 0,1-3 64 0,2 1 128 16,1-7-336-16,-1 1 48 0,1 0 16 16,1 0 0-16,0-2-48 0,-2-4-16 0,0 2 0 0,-3-2 0 15,-1 0 64-15,-3-3 16 0,-3 2 0 0,-3-1 0 16,-3 1 256-16,-2-2 0 0,-1 1 0 0,-3-1 0 16,-6 0 128-16,-1 0 48 0,-2 1 0 0,-2 1 0 0,-3 0-48 15,-1 1-128-15,-1 0 192 0,1 3-64 0,-1 2-128 16,2 2-144-16,1-4 144 0,2 3-208 15,-1-2-1136-15,4 2-208 0,0 2-48 0,11 0-11664 16,0 0-2336-16</inkml:trace>
  <inkml:trace contextRef="#ctx0" brushRef="#br0" timeOffset="-104437.8">20288 14003 28559 0,'0'0'2544'0,"0"0"-2032"0,0 0-512 0,0 0 0 16,-5 0 3024-16,5 0 512 0,-6 5 112 0,1 1 0 15,-1 1-2416-15,1 2-480 16,0 3-112-16,0 2 0 0,-1 2-16 0,3 1 0 0,-1 3 0 0,0 3 0 16,1 1-432-16,2 0-64 0,-1-2-128 0,2 1 176 15,2 2-176-15,-1-1 0 0,2-1 0 0,-2-2 0 16,4 1 0-16,-1 0 0 0,0-2 0 0,0-4 0 15,0-1-752-15,0 0-16 0,0-2-16 0,0-2 0 16,-2-2-1632-16,-2-9-320 0,0 0-64 0,3 7-8416 16,-1-2-1696-16</inkml:trace>
  <inkml:trace contextRef="#ctx0" brushRef="#br0" timeOffset="-104288.95">20129 14309 35871 0,'0'0'1600'0,"-5"-7"320"0,5 7-1536 0,0 0-384 0,0 0 0 0,0 0 0 0,5-6 896 0,3 1 96 15,4-1 32-15,2 1 0 0,3-1-640 0,4 0-112 16,3 1-16-16,0-1-16 0,5-1-240 0,1 2-128 16,0 2 128-16,3-1-208 15,0 2-1296-15,1-2-256 0,0 1-48 0,16-1-14160 0</inkml:trace>
  <inkml:trace contextRef="#ctx0" brushRef="#br0" timeOffset="-104032.61">21019 14229 39567 0,'0'0'1744'0,"0"0"368"0,0 0-1680 0,0 0-432 16,-3 8 0-16,2 4 0 0,-1 1 512 0,2 3 0 16,0-1 16-16,0 3 0 0,0 1 176 0,0 3 48 0,0-3 0 0,2 4 0 15,-1 1-272-15,0-3-48 0,2 1-16 16,1-3 0-16,-2 0-288 0,2 1-128 0,-1 2 128 0,1-6-128 15,0-1 128-15,0 0-128 0,-3-2 0 0,2-2 128 16,-2-2-128-16,0-1 0 0,-1-8 0 0,0 0-176 16,1 7-336-16,-1-7-80 0,0 0-16 0,0 0 0 15,0 0-1824-15,0 0-352 0,0 0-80 0,0 0-13648 16</inkml:trace>
  <inkml:trace contextRef="#ctx0" brushRef="#br0" timeOffset="-103788.43">20953 14293 39455 0,'-5'-9'1744'0,"5"9"368"0,-1-6-1696 0,1 0-416 16,1 1 0-16,3-1 0 0,0 0 832 0,2 3 96 16,1-3 16-16,2 2 0 0,2-1-272 0,3 4-48 15,2-3-16-15,0 1 0 0,3 1-240 0,2-1-48 16,1 2-16-16,1-2 0 0,1 2-176 0,-2 2-128 16,-1 2 144-16,-3-1-144 0,-1 2 144 0,-1-1-144 15,-2 3 128-15,-2 1-128 0,-1 1 0 0,-2 1 0 16,-2 1 128-16,-2 0-128 0,-1 1 0 0,-3 1 0 15,-1 0 0-15,-2-1 0 0,-3 2 0 0,-2-1 0 16,-1-1 0-16,-1 0 0 0,0-2 0 0,-1 1 0 16,-2-1 0-16,-1 0 0 0,-2-3-176 0,1 1-64 15,1-3-16-15,-5 2 0 16,1-3-2368-16,4 1-464 0,4-2-112 0</inkml:trace>
  <inkml:trace contextRef="#ctx0" brushRef="#br0" timeOffset="-103268.66">21320 14206 27647 0,'0'0'2448'0,"0"0"-1952"0,0 0-496 16,0 0 0-16,9 6 3328 0,0 0 576 0,0-1 128 0,0 1 0 0,0 2-2752 15,2 1-544-15,-1 2-112 0,-1-1-32 0,-1 2 496 16,0 1 112-16,0 0 16 0,0 1 0 0,-2-2-464 0,1 0-96 16,-2 0-16-16,-1-1 0 0,-2 1-304 0,1 0-64 15,0-4-16-15,-1-2 0 0,-1 2-64 0,-1-8-32 16,2 6 0-16,-2-6 0 0,0 0 0 0,0 0 0 15,0 0 0-15,0 0 0 0,0 0-16 0,-5 3 0 16,5-3 0-16,0 0 0 0,0 0-144 0,0 0 192 16,-6-3-192-16,6 3 192 0,-1-6-192 0,1-3 0 15,3 1 0-15,1 1 0 0,1-4 0 0,1 0-176 16,3 0 16-16,2-3 0 0,-1 1-64 0,2 0-16 16,1 0 0-16,1 0 0 0,-1 3 112 0,2 1 128 15,-1 1-208-15,-1 1 80 0,0 4 128 0,-1-1-160 16,0 2 160-16,-1 1-160 0,0 0 160 0,-1 2 0 15,-2 2 0-15,0-1 0 0,-2 2 0 0,1 1 0 16,-7-5 0-16,6 7 0 0,-2 1 0 0,0 1 144 0,-1 1-144 16,0 2 0-16,-2 0 144 0,0-1-144 15,0 1 0-15,1 0 144 0,-1-2-144 0,2-1 0 0,-1 2 0 0,1-3 128 16,-1 0-128-16,2-1 0 16,-4-7 0-16,7 7 0 0,-2-3 0 0,2 0 0 0,0-3 0 0,1 0 0 15,0-1-128-15,4-1-64 16,-2 0-16-16,-3-1 0 0,-1-3-48 0,-1 0 0 0,-1-2 0 15,0 1 0-15,-1-1 256 0,-2-3-192 0,-1-2 192 16,-2 1-192-16,-2-3 192 0,-4-4-176 0,-3 1 176 16,4 7-160-16,-4-1-336 15,-2 1-64-15,-2-2-16 0,-1 4 0 0,2 2-192 0,1 1-32 0,1-1-16 16,-3 0 0-16,5 1-1344 0,2 1-272 0,8 4-48 0,0 0-16 16,0 0-1456-16,0 0-288 0,0 0-64 0</inkml:trace>
  <inkml:trace contextRef="#ctx0" brushRef="#br0" timeOffset="-102592.33">22052 14143 39615 0,'0'0'1760'0,"0"0"352"0,0 0-1680 0,0 13-432 0,0 0 0 0,0 4 0 0,0 0 512 0,0 3 0 15,-1 2 16-15,2 3 0 0,1 1 576 0,-1 0 112 16,-1 4 32-16,3-3 0 0,-2-1-224 0,2 10-64 15,-2-6 0-15,0-12 0 0,0 0-528 0,1 9-112 16,-4-6-32-16,2-1 0 0,0-5-128 0,0-4-32 16,0-2 0-16,-1 1 0 0,1-10 32 0,0 0 0 15,-1 7 0-15,1-7 0 0,0 0 32 0,0 0 0 16,0 0 0-16,0 0 0 0,0 0 0 0,0 0 16 16,-5-10 0-16,1-2 0 0,0-1-208 0,2-2 0 0,2-1-144 0,3-1 144 15,1-2-384-15,1 0 32 0,0-1 0 0,2-1 0 31,1-2-128-31,1-1-32 0,1 1 0 0,-2 7 0 0,0 1 128 0,5-10 0 0,-3 1 16 16,0 9 0-16,-1 0 176 0,1 2 16 0,1 2 16 0,-1 0 0 16,0 1 32-16,1 1 0 0,-2 1 0 15,1-1 0-15,2 2 128 0,0 3-192 0,-2 0 192 0,-1 0-192 16,-1 3 192-16,-8 1-192 0,8 0 192 0,-8 0-192 0,0 0 192 0,0 0 0 16,5 7 0-16,-1 0 0 0,-4-7 0 15,0 12 144-15,-4 0-16 0,-1 1-128 0,-1 1 256 16,-1-1-48-16,-1 2-16 0,2-2 0 15,-2 0 0-15,1 0 0 0,2 0 0 0,1-3 0 16,0 1-64-16,2-1-128 0,-1-1 176 0,2 0-176 16,1-2 208-16,1-1-64 0,2 0-16 0,-3-6 0 0,0 0 0 0,9 5-128 15,1-3 192-15,1 2-64 0,0-4-128 0,2-2 128 16,2-2-128-16,2-1 128 0,0-1-128 0,1 0 0 16,0-1 0-16,2-3 128 0,-1-2-128 0,0 1 0 15,-1-3 0-15,0 0 0 0,-1-2-192 0,-1 1 48 16,-3-2 0-16,-2 4 0 0,0-3-64 0,-5 3-16 15,1 0 0-15,-3 1 0 0,-3 3 224 0,-2 1-144 16,-2 3 144-16,-1 3-128 0,-1 0 128 0,-3 2 144 16,-1 3-16-16,-1 3-128 0,-2 0 192 0,0 1-192 15,2 3 192-15,1 1-192 0,1 0 144 0,1 2-144 0,1 0 0 0,2-1 144 16,3 2-144-16,1 0 0 16,2-1 0-16,2 0 0 0,1 0 0 0,3-1-224 0,0 0 80 15,1-2 16 1,3-1-896-16,0-3-160 0,-1-1-32 0,2-1-16 15,0-3-1472-15,2-1-304 0,-1 0-48 0,7-3-13504 0</inkml:trace>
  <inkml:trace contextRef="#ctx0" brushRef="#br0" timeOffset="-102203.98">22713 14201 26719 0,'0'0'2368'0,"0"0"-1888"0,0 0-480 0,-6 4 0 0,6-4 3904 0,0 0 672 16,-4 7 144-16,0 5 16 0,1 1-3392 0,2 0-704 15,2 0-128-15,-1 2-16 0,2-1 208 0,-1-4 64 16,2 3 0-16,1 6 0 0,1-4-320 0,-1-4-64 15,-2-1-16-15,3 4 0 0,-1-2-144 0,0-4-32 16,-4-8 0-16,0 0 0 0,6 5 0 0,-6-5 0 16,0 0 0-16,5 4 0 0,-5-4 0 0,0 0 0 15,8-1 0-15,-2-4 0 0,1-2-192 0,-2-1 128 16,0-1-128-16,2-1 0 0,0-3 0 0,2-2-128 16,2-2-16-16,1-2 0 15,-1-2-224-15,4-1-32 0,0-4-16 0,4-2 0 16,0-2-160-16,2 0-48 0,1 0 0 15,-1 3 0-15,-1 2 208 0,-3 2 32 0,-3 5 16 0,-1 5 0 0,-1 2 512 0,-1 3 112 16,-3 2 0-16,-1 3 16 0,-7 3 336 0,0 0 64 16,8-1 16-16,-8 1 0 0,0 0-352 0,6 5-64 15,-1 2-16-15,1 3 0 0,-3 2-128 0,0 1-128 16,-2 2 144-16,2 2-144 0,-2 2 0 0,1 3 0 16,-1-1 0-16,0 1 0 0,-1 0 0 0,0 1 0 0,0 1 0 15,0 1 0-15,0-2 0 0,-1-1-288 0,-2-2 32 0,3-2 16 31,0-2-1072-31,-1-2-224 0,-2-1-32 0,1-1-16 16,-2-2-800-16,1-1-176 0,-1-1-16 0,0 1-9024 0,4-9-1808 0</inkml:trace>
  <inkml:trace contextRef="#ctx0" brushRef="#br0" timeOffset="-101960.15">22925 14180 30399 0,'0'0'2704'0,"0"0"-2160"0,0 0-544 15,3-4 0-15,5-1 2720 0,1-1 432 0,3 0 96 0,3 1 16 0,1 1-2560 0,3 0-512 16,0 1-192-16,2 1 128 0,0-2 160 0,0 1 32 16,-2 1 0-16,1-1 0 0,0 0-176 0,-2 2-16 15,-1 2-128-15,-2 2 192 0,0 1 64 0,-2 1 16 16,-3 2 0-16,-1 0 0 0,-1 4 144 0,-1 1 32 16,-1-1 0-16,-1 2 0 0,-1 0-304 0,0 0-144 15,-1 0 160-15,-1 2-160 16,0-1-768-16,-2 1-256 0,0-1-64 0,0-4 0 31,-2 2-1984-31,2 0-384 0,-1-2-96 0</inkml:trace>
  <inkml:trace contextRef="#ctx0" brushRef="#br0" timeOffset="-101836">23322 14027 17503 0,'3'-18'1552'0,"-1"13"-1232"16,0-2-320-16,0 3 0 0,-2 4 2960 0,0 0 544 15,6-2 96-15,-6 2 32 16,0 0-4512-16,7 2-896 0,1 4-176 0</inkml:trace>
  <inkml:trace contextRef="#ctx0" brushRef="#br0" timeOffset="-101538.14">23410 14282 8287 0,'0'0'736'0,"0"0"-592"0,0 0-144 15,9 3 0-15,0 0 4288 0,1 0 832 0,2-3 176 0,1 0 16 16,1-3-4032-16,1 0-832 0,-2-2-144 0,2-1-48 15,2-1-576 1,0-1-112-16,0-1-16 0,0-1-16 0,-1-1-544 0,-2-2-96 0,-1 2-32 0,-1-1 0 16,-2 0-384-16,-2 0-80 0,-3 1 0 0,-2 0-16 0,-3 1 1616 0,-1 1 512 15,-3 1 16-15,-1 1 0 0,-2 3 2784 0,-1 3 544 16,-1 1 112-16,-1 1 32 0,-2 3-880 0,-1 3-176 16,0 1-48-16,-1 2 0 0,-2 2-1328 0,2 2-272 15,-1 2-48-15,2-1-16 0,1 2-496 0,1 2-96 16,3-2-32-16,3 1 0 0,1 0-608 0,2 2 0 15,4-2 0-15,0-1-128 0,2-4-32 0,3 1 0 16,1-1 0-16,2 0 0 16,2-4-432-16,2-2-96 0,3-2-16 0,1 0 0 15,2-5-1616-15,1 0-336 0,1-2-64 0,3-2-9504 16,2 1-1888-16</inkml:trace>
  <inkml:trace contextRef="#ctx0" brushRef="#br0" timeOffset="-101169.04">24087 14065 11967 0,'2'-17'1072'0,"-2"11"-864"0,-3-1-208 0,1 1 0 15,-2-1 6896-15,0 1 1328 0,-1-2 272 0,-1 1 48 16,0 3-5984-16,-2 0-1184 0,0 2-240 0,2-1-48 16,-3 3-304-16,-1-1-48 0,0-2-16 0,-2 3 0 15,2 0-288-15,-1 2-64 0,2 0-16 0,-1 2 0 16,-1 1-96-16,1 1-32 0,1-1 0 0,1 1 0 16,1 2-224-16,2-1 144 0,5-7-144 0,-2 7 128 15,2-7-128-15,0 10 0 0,1-1 0 0,3 0 0 16,1-1 0-16,2 1 0 0,-1-1 0 0,3 1 0 15,3 1 0-15,1 2 0 0,-1-6-144 0,1 3 144 16,2 1 0-16,2-1 0 0,2 0 0 0,-1 1 0 0,0-1-128 16,0 2 128-16,-1-1 0 0,4 3 0 0,-4 2 0 0,-3-1 0 15,-2 0 0-15,-3 1 0 0,0-1 0 0,-2 0 0 16,0-1 0-16,-4 0 0 0,-1 0 240 0,-2 2 0 16,-2-1 0-16,0 0 0 0,-3 0 192 0,-1 0 32 15,-3-5 16-15,0 1 0 0,-3-2 32 0,-1 0 0 16,-1 0 0-16,-2-2 0 15,-1-4-160-15,-1 0-32 0,4 2 0 0,-3-2 0 0,-1-2-176 0,1 0-144 16,0 0 192-16,0-2-192 0,-1 1 0 0,-1-4 0 16,1 1-192-16,-5 0 48 15,2-1-1520-15,2 1-288 0,4-1-64 0,3 2-13600 16,2 2-2704-16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0T21:28:37.627"/>
    </inkml:context>
    <inkml:brush xml:id="br0">
      <inkml:brushProperty name="width" value="0.05292" units="cm"/>
      <inkml:brushProperty name="height" value="0.05292" units="cm"/>
    </inkml:brush>
    <inkml:context xml:id="ctx1">
      <inkml:inkSource xml:id="inkSrc142">
        <inkml:traceFormat>
          <inkml:channel name="X" type="integer" max="25977" units="cm"/>
          <inkml:channel name="Y" type="integer" max="17318" units="cm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T" name="resolution" value="1" units="1/dev"/>
        </inkml:channelProperties>
      </inkml:inkSource>
      <inkml:timestamp xml:id="ts1" timeString="2023-06-20T21:32:14.787"/>
    </inkml:context>
  </inkml:definitions>
  <inkml:trace contextRef="#ctx0" brushRef="#br0">1658 774 35583 0,'0'0'1584'0,"0"0"320"0,0 0-1520 0,0 0-384 0,0 0 0 0,0 0 0 0,-7-3 1536 0,-1 0 256 15,8 3 32-15,-9-3 16 16,-1-1-176-16,0 0-16 0,-2 1-16 0,1 2 0 0,-3 1-768 0,0 0-160 16,0 0-16-16,-2 1-16 0,-1 2-256 0,2 1-48 15,-4 1-16-15,1-1 0 0,-1 0-144 0,-1 0-16 16,0 1-16-16,2 1 0 0,-1-2-176 0,2 3 0 15,0 1 144-15,1-2-144 0,0-3 0 0,2 2 0 16,0 0 0-16,3 2 0 0,1-2 0 0,2 1 0 16,3 2 0-16,-2-1 0 0,3-2-128 0,4-5 128 15,0 0-128-15,0 9 128 0,0-9-176 0,4 8 176 16,2-2-208-16,0 2 80 0,4 1 128 0,2-2-160 16,1 1 160-16,3 1-160 0,2-3 160 0,2 3 0 15,-2 2 0-15,2-1-128 0,-1 1 128 0,2-1 0 16,1 1 0-16,-2 2 0 0,-2 1 0 0,1 2 0 15,-2 2 0-15,0 3 0 0,-2 1 0 0,-1-1 0 16,-2 1 0-16,-1-1 0 0,-3 2 0 0,-1-1 0 16,-2-5 0-16,-2 0 176 0,-2 0 64 0,-2-1 16 0,-2 0 0 15,-1-2 0-15,-1-1 96 0,-2-4 32 16,0 3 0-16,-3-3 0 0,-1-1-32 0,-2 0 0 0,-2-1 0 0,1 0 0 16,-2-2-80-16,-2-1-16 0,-1-1 0 0,-4-1 0 15,0 1-112-15,-2-1-16 16,-1 0-128-16,0-2 192 0,-3-2-192 0,1-1 0 0,-2-3 0 0,0 1 0 15,1 0 0-15,2-2-192 0,1 0 16 0,1-3 0 32,1 1-704-32,5-1-144 0,0-1-16 0,4 1-16 0,1 0-944 15,3-3-192-15,5-3-48 0,4 2 0 0,6-2-2592 16,4 2-528-16</inkml:trace>
  <inkml:trace contextRef="#ctx0" brushRef="#br0" timeOffset="214.16">1742 1167 42783 0,'0'0'1904'0,"-7"2"384"16,7-2-1840-16,-5 2-448 0,5-2 0 0,-5 6 0 0,0 0 1408 0,1 2 176 15,0 2 32-15,1 2 16 0,1 1-928 0,0 3-192 16,5-1-48-16,-2 2 0 0,-1 2-464 0,1-1 0 15,2 0 0-15,1 0 0 16,-1 1-1040-16,-1-2-208 0,1-1-32 0,1-2-16 16,0-3-2368-16,0 1-480 0</inkml:trace>
  <inkml:trace contextRef="#ctx0" brushRef="#br0" timeOffset="362.65">1763 1097 25679 0,'0'0'1136'0,"0"0"240"0,-3-5-1104 0,3 5-272 0,0 0 0 0,0 0 0 16,0 0-400-1,0 0-144-15,0 0-32 0</inkml:trace>
  <inkml:trace contextRef="#ctx0" brushRef="#br0" timeOffset="914.18">1933 1114 20271 0,'0'0'1792'0,"0"10"-1424"0,2-2-368 0,0 4 0 0,2-2 3072 0,-1 5 560 16,-2 0 96-16,0 1 32 0,2 1-768 0,0-1-160 0,-1 1-16 0,1-1-16 0,-1 3-944 0,0-2-192 15,-1-2-48-15,0 1 0 0,2-3-640 0,-2 0-128 16,1-1-16-16,-1 0-16 0,-1-1-304 0,3 1-64 16,-2-4-16-16,0 0 0 0,-1-8-288 0,0 0-144 15,0 0 160-15,0 0-160 0,0 0 144 0,0 0-144 16,0 0 128-16,0 0-128 0,0 0 0 0,0 0 0 15,0 0 0-15,5-7 0 0,-2-2 0 0,0-1 0 0,-1-1 0 0,1-1 0 16,1-1 0-16,-2-1 0 16,1-2 0-16,1 1 128 0,1-1-128 0,-1 0-224 15,0 1 48-15,1 0 16 0,-1-1 160 0,0 2 0 0,0 4-144 0,0 1 144 16,0 2 0-16,-4 7-176 16,0 0 176-16,0 0-128 0,0 0 128 0,6 4 0 15,1 5 0-15,-1-1 0 0,-2 3 0 0,0 0 176 0,0 4-176 0,0-2 192 16,0 0-192-16,0 0 0 0,1 0 144 0,0 0-144 15,0-3 0-15,1 1 0 0,-1-3 0 0,0-1 0 16,0 1 0-16,0-1 0 0,-5-7 0 0,6 5 0 16,0 0 0-16,-6-5 0 0,0 0 0 0,8 3 0 15,-8-3-208-15,8 0 32 0,-8 0 16 16,8-3 0-16,-8 3-80 0,7-5-16 0,1 0 0 0,0-2 0 16,-3-2 16-16,3-1 0 0,1-1 0 0,-1-2 0 15,0-2 16-15,1-1 0 0,1-2 0 0,1 1 0 16,-2 1 80-16,-1 3 16 0,-2 1 0 0,1 2 0 0,-2 1 128 15,0 2 0-15,-5 7 0 0,0 0-128 0,0 0 128 16,0 0 192-16,0 0-32 0,5 9-16 0,1 1 32 0,-2 1 0 16,-2 1 0-16,1 1 0 0,-1 4-176 0,1-4 0 15,1 1 0-15,-1-2 128 0,0 1-128 0,3-1 0 16,-1 0-192-16,1-2 192 16,2-1-1312-16,0-1-144 0,0-2-16 0,1 1-16 15,0 0-1520-15,3-2-320 0,-2 0-48 0,2-2-13680 0</inkml:trace>
  <inkml:trace contextRef="#ctx0" brushRef="#br0" timeOffset="1383.56">2601 1110 22111 0,'-9'8'976'0,"5"-4"208"0,4-4-944 0,-3 9-240 0,1-1 0 16,-1 2 0-16,0 2 5104 0,2 2 976 0,0 1 192 0,1 0 32 15,-1 3-4128-15,2-2-832 16,1 1-176-16,0 1-16 0,-4-1-624 0,4 2-112 15,0-1-32-15,2 1 0 0,-1 1-192 0,-2-1-32 0,3 1-16 0,-1 0 0 16,-2-1-144-16,-1-1 0 16,0 1 144-16,0-2-144 0,0-3 144 0,0 2-144 0,0-3 192 0,0 0-192 15,-1-3 144-15,-1-2-144 0,2-8 0 0,0 0 144 16,0 0-272-16,0 0-64 0,0 0-16 0,0 0 0 31,0 0-832-31,0 0-176 0,-6-5-16 0,-1-3-16 0,3-4-736 0,2-1-160 0,1-5-32 0,1-2 0 16,0-2-1616-16,1-1-336 0,0-3-64 0,3-1-16 15,-1 1 1568 1,1 3 304-16,-1-1 64 0,0 2 16 0,-3 3 1664 0,0 2 336 0,0 2 64 0,1 4 0 0,2 2 3184 0,0 1 624 16,-1 1 128-16,-2 7 32 0,5-6-288 0,2 1-48 15,-1 2-16-15,2-2 0 0,-1-1-1776 0,1 1-368 16,1 0-64-16,1 2 0 0,2 0-784 0,0 0-160 16,-1 0-16-16,1 2-16 0,-3 0-112 0,2 1-128 15,-1 0 176-15,-1 1-176 0,-9-1 224 0,11 5-64 16,-1 0-16-16,-3 2 0 0,-2-1 128 0,-3 5 32 15,0 2 0-15,-4-1 0 0,1 1 16 16,-3 0 0-16,-2 0 0 0,-2 0 0 0,0 2-80 16,0-3-16-16,-1 1 0 0,0-1 0 0,0-2-224 0,-2 0 128 15,0 0-128-15,0-2 0 16,2 1-720-16,1-1-240 0,-2-3-64 0,2 1 0 16,8-6-1856-16,0 0-384 0,0 0-80 0</inkml:trace>
  <inkml:trace contextRef="#ctx0" brushRef="#br0" timeOffset="1755.51">2929 911 35647 0,'0'0'1584'0,"0"0"320"0,0 0-1520 0,0 0-384 0,3 7 0 0,-2 4 0 0,1 2 2368 0,-2 0 416 16,-2 4 80-16,1 4 16 16,0 1-1312-16,-2 3-256 0,1 2-48 0,0 0-16 15,2-1-672-15,2 2-144 0,0-1-32 0,2-2 0 16,1-2-272-16,0-3-128 0,2-2 128 0,1-2-128 15,1-3 0-15,0-1 0 0,3-2 128 0,-2-1-128 0,1-2 0 0,0-2 0 16,1-1-192-16,1 0 192 0,0-2-368 0,0-2 48 16,-1-1 16-16,1-1 0 0,0-5 0 0,1 0 0 15,1-3 0-15,0-2 0 0,0-1 80 0,-1-2 16 16,-1-4 0-16,0-1 0 0,0-5 32 0,0 0 16 16,-1 0 0-16,-2 2 0 0,-2 3-32 0,-1 3 0 15,-2 3 0-15,-4 3 0 0,-1 4 192 0,0 7 0 16,0 0 128-16,0 0-128 0,-6 2 640 0,-2 5 48 15,0 2 16-15,0 4 0 0,-1 4-128 0,0 2 0 16,1 0-16-16,2 3 0 0,0 4-176 0,3-5-48 16,0-2 0-16,3 0 0 0,3-4-336 0,0 1 128 15,3-2-128-15,0-1 0 16,3-1-576-16,3-3-176 0,1 2-32 0,3-4-14672 16,1-3-2928-16</inkml:trace>
  <inkml:trace contextRef="#ctx0" brushRef="#br0" timeOffset="2242.75">4301 917 38879 0,'-13'-3'1728'0,"13"3"336"0,-4-2-1648 0,-1-3-416 15,-2-1 0-15,1 4 0 0,-2-2 1824 0,0 3 288 16,-2-1 48-16,-1 4 16 0,2 0-512 0,-3 1-112 0,-1 3-16 0,-1 5 0 16,4-1-784-16,-2 6-176 15,-1 1-16-15,0 5-16 0,-2 5-96 0,0-1-32 16,-1 6 0-16,-1-1 0 0,-2 7-32 0,3-3 0 15,2-1 0-15,5-8 0 0,2-3-384 0,3-3 0 16,3-3 0-16,3-1 0 16,4-2-688-16,3-1-208 0,2-4-64 0,4-2 0 15,0-3-1120-15,5-3-224 0,1 0-64 0,2-3 0 16,2-2-1680-16,5-2-352 0,0 0-64 0,0-3-11088 0</inkml:trace>
  <inkml:trace contextRef="#ctx0" brushRef="#br0" timeOffset="2982.3">4497 1015 3679 0,'0'0'320'0,"0"0"-320"0,0-7 0 0,0 7 0 0,-3-4 7376 15,3 4 1408-15,-8 0 288 0,2 4 48 0,-1-2-4624 0,-2 4-912 16,-2 3-192-16,1 3-48 0,-2 2-1632 16,1 2-336-16,-2 1-64 0,1 1-16 0,0 2-592 0,3-1-128 15,2 2-32-15,1-3 0 0,1-1-416 0,1 0-128 16,1-1 0-16,3-2 0 0,0-1 0 0,3-1 0 16,1-1 0-16,-2-1 0 0,2-4-144 0,-4-6-48 15,7 4 0-15,-7-4 0 16,8 6-192-16,-1-2-32 0,1-2-16 0,1-1 0 0,2-2 32 0,-2-3 0 15,-1-1 0-15,-2 0 0 0,1 0 80 0,1-2 0 16,-1-2 16-16,1-2 0 0,-1-2 304 0,-1-2-160 16,3-3 160-16,1-2-128 0,0 0 128 0,0 1 0 15,2-2 0-15,0 1 0 0,0 1 0 0,-1-1 0 16,0 0 0-16,-1 3 0 0,1 1 0 0,-1 3 0 0,0-1 192 0,0 3-64 16,-3 3 208-16,0 4 48 15,-2-1 16-15,-5 5 0 0,7-1 128 0,-7 1 32 16,6 0 0-16,1 4 0 0,-7-4-160 0,4 9-16 15,0 1-16-15,-2 3 0 0,-1 2-160 0,1 2-16 0,-2 1-16 0,0 4 0 16,1 0-32-16,-1 0 0 16,-1-1 0-16,-1 1 0 0,1-3-16 0,1-1 0 0,-1-2 0 0,1-3 0 15,0-2-128-15,1-2 0 0,0-2 0 16,-1-7 0-16,0 0 0 0,0 0 0 0,0 0 0 0,0 0 0 16,0 0 0-16,0 0 0 0,0 0 0 0,0 0 128 15,8-3-128-15,0-1-176 0,0-6 48 0,-2 0 0 16,1-3 128-16,-1-2 0 0,1-2 0 0,1-2 0 15,0-2-128-15,-1 0 0 0,1 0 0 0,1 0 0 16,1 0 128-16,-1 3 0 0,-2 4 0 0,0 3-128 16,-2 0 128-16,0 3 0 0,-5 8 0 0,0 0 0 0,0 0 0 0,0 0 0 15,6 6 0-15,-4 3 0 0,0 5 192 0,-1 0-48 16,-1 0 0-16,0 3 0 0,0-1-144 0,1 1 160 16,2 0-160-16,-1-2 160 0,0 0-160 0,0-2 0 15,1-2 0-15,2-3 0 0,-1 1 0 0,0-1 0 16,0-1 0-16,-4-7 0 0,0 0 0 0,0 0 0 15,0 0 0-15,9 1 0 0,-1 0 0 0,0-2 0 16,-3-2 0-16,1-3 0 0,1-1 0 0,1 0 0 16,-1-3-192-16,1-3 192 0,-1-2-128 0,2 0 128 15,1-3 0-15,1 0 0 0,1 0 0 0,-3-1-144 16,0 0 144-16,-1 3 0 0,-1 4 0 0,-1 3-128 16,-1 2 128-16,-5 7 0 0,0 0 0 0,0 0 0 15,0 0 0-15,4 10 0 0,-2 3 0 0,-2 1 0 16,2 3 176-16,-1 2-176 0,0-4 128 0,1 3-128 15,-2 2 0-15,1 0 0 0,0-3 0 0,1-1 0 16,1-3-128-16,3 4 128 16,-1-2-1264-16,1-1-144 0,2-3-48 0,0-1 0 15,1-5-1536-15,0 0-304 0,-1-2-64 0,1 0-16032 0</inkml:trace>
  <inkml:trace contextRef="#ctx0" brushRef="#br0" timeOffset="3438.06">5275 980 32879 0,'0'0'1456'0,"0"0"304"0,0 0-1408 0,0 0-352 0,-4 8 0 0,1 1 0 16,1 2 3360-16,0 2 608 0,2 0 112 0,-2 6 16 16,-2 2-2032-16,0 1-400 0,1 2-96 0,1 3-16 15,0 0-704-15,2 0-144 0,0 1-16 0,0-1-16 16,-1 0-352-16,1-2-80 0,1 0-16 0,1-2 0 0,-2 1-224 0,0-1 144 16,1 2-144-16,-1-1 128 0,0-1-128 0,-1-2 0 15,-2-1 144-15,2-4-144 0,0-1 0 0,-1-3 0 16,1-3 0-16,0-2 0 0,-3 1 0 0,4-8-128 15,0 0 0-15,0 0 0 16,0 0-320-16,0 0-64 0,0 0-16 0,0 0 0 16,-4-8-400-16,1-2-80 0,1-3-16 0,0-3 0 15,1-4-560-15,1-3-112 0,0-1-32 0,-1-1 0 16,-1 0 656-16,2-4 128 0,0 2 32 0,2-3 0 0,-1 0 528 16,2 1 128-16,-1 2 0 0,1 0 16 0,-1 3 816 0,0 5 144 0,-1 0 48 15,2 5 0-15,1-2 528 0,1 3 112 0,0 0 32 16,0 3 0-16,0 2-352 0,2 0-64 0,1 0 0 0,1-2-16 15,1 1-624-15,2 0-128 0,1 1-32 0,0 0 0 16,1 1-224-16,-1 2 128 16,1 3-128-16,-1 0 0 0,-2 0 160 0,0 2-160 0,0 2 160 15,0 1-160-15,-2 2 192 0,-1 3-48 0,-2 2-16 0,0 2 0 16,-3 3 16-16,0 1 0 0,-3 1 0 0,-1 2 0 16,-4 2 16-16,-1 1 0 0,1-1 0 0,-1-2 0 15,-1-1-160-15,2-2 0 0,0 1 0 0,1-4 0 31,1-3-1264-31,1 1-336 0,0-2-64 0,2-1-13600 0,0-8-2720 0</inkml:trace>
  <inkml:trace contextRef="#ctx0" brushRef="#br0" timeOffset="3721.73">5590 972 14735 0,'0'0'640'0,"0"0"160"0,-4 6-640 15,2 1-160-15,-1 1 0 0,2 2 0 0,1 2 7120 0,0 1 1392 16,0 0 288-16,1 4 48 0,1 0-6000 0,0 2-1200 15,1 0-240-15,-1 2-64 0,2-1-512 0,0 1-96 16,0-1-32-16,0-3 0 0,3-2-304 0,-2-2-64 16,0 0-16-16,0-3 0 0,-1-1-32 0,0-3-16 15,-4-6 0-15,0 0 0 0,0 0-272 0,0 0 0 16,0 0 0-16,6 5 0 0,-6-5 160 0,0 0-32 16,0 0 0-16,0 0 0 0,8-3-128 0,-1-4 0 15,-1-1 0-15,2-2 0 0,0-1 0 0,0-3 0 16,1-4 0-16,3-3 0 0,-1-3-208 0,4-2-80 0,-1 0-16 0,3-1 0 31,-1-3-592-31,-2 5-112 0,0 2-16 0,3 2-16 16,-1 1-1072-16,0 3-192 0,-2 3-64 15,0 5-18272-15</inkml:trace>
  <inkml:trace contextRef="#ctx0" brushRef="#br0" timeOffset="3995.29">5915 1272 29775 0,'0'0'1312'0,"0"0"288"0,4 8-1280 0,2-3-320 0,-6-5 0 0,0 0 0 0,10 1 1264 0,-1-1 192 15,-2-3 32-15,3 0 16 0,0-4-288 0,2-1-48 16,1-2-16-16,0-2 0 16,0-2-688-16,0-2-144 0,3-1-16 0,-2-2-16 0,-1-2-160 0,1-1-128 15,-1-3 144-15,2 0-144 16,-2 0 176-16,-2 2-176 0,-3 2 192 0,-1 1-192 16,-3 5 432-16,-2 3-32 0,-3 3 0 0,-2 4 0 0,-3 3 1152 0,-2 6 240 15,-4 5 32-15,2 4 16 0,-1-2-496 0,0 4-112 16,-2 4-16-16,0 0 0 0,1 3-704 0,1-1-128 15,1 1-48-15,2-1 0 0,3-1-208 0,1-1-128 16,4-2 128-16,1-1-128 16,3 1-848-16,3-5-240 15,2-2-64-15,1-2 0 0,2-2-1440 0,1-3-288 0,4-2-64 0,3-1-10320 16,1-1-2064-16</inkml:trace>
  <inkml:trace contextRef="#ctx0" brushRef="#br0" timeOffset="4351.29">6494 887 47103 0,'-18'3'2096'16,"8"-1"416"-16,-1-4-2000 0,-1 2-512 0,-1 2 0 0,1 0 0 0,-1-1 1408 0,0 3 192 15,-1-2 48-15,-1 2 0 0,0 0-800 0,-2 1-144 0,0 2-48 16,-3 5 0-16,2 3-528 0,1-4-128 0,3 2 0 16,2-4 128-16,2 4 0 0,-1 1 0 0,5-1 0 15,0-2-128-15,1-1 0 0,4 1 0 0,4 0 0 16,2-1 0-16,1-3 0 0,3 0 0 31,3-1-512-31,0 1 0 0,1-2 16 0,1 0 0 0,2-1 224 0,1 0 32 0,0 1 16 0,2-3 0 16,2 0 224-16,-4 2 0 0,0-1 0 15,-1-1 0-15,-2 2-144 0,-1-1 144 16,0 2-128-16,-1 2 128 0,-4-2 0 0,-2 1 0 16,-1 1 0-16,-1 1 0 0,-2-2 160 0,-1 1-160 0,-2 2 192 15,-3-1-64-15,-3 0-128 0,-1-1 192 0,1 1-192 16,-1 0 0-16,-5-1 128 0,1-1-128 0,-1 1 0 15,0-2-192-15,-1-1 48 0,-1-2 0 16,0 1-1792-16,2-2-368 0,1 2-64 0,3-1-11952 16,1-4-2384-16</inkml:trace>
  <inkml:trace contextRef="#ctx0" brushRef="#br0" timeOffset="4732.82">6807 895 28559 0,'-4'-3'2544'0,"1"3"-2032"15,-1 0-512-15,3-2 0 0,-2 0 4560 0,-1 0 816 0,-2 1 176 0,-1 1 16 16,-2 2-3056-16,0-1-608 0,-3 3-128 0,-1-2-32 16,2 3-976-16,-1-1-192 0,-1 1-32 0,1 1-16 15,0 2-320-15,1-1-64 0,-2-1-16 0,2 3 0 16,1 1-128-16,1 0 0 16,1-1 0-16,0 0 0 0,3-1 0 0,1 0 0 0,0 0 0 0,1 1 0 15,1-3 0-15,-1 1 0 0,3-2-176 0,0-5 176 16,0 0-192-16,4 9 64 0,1 0 0 0,1-2 0 15,0-1-96-15,2 0-16 0,1-2 0 0,0-1 0 16,0 1 48-16,2 0 16 0,-1-1 0 0,3-1 0 16,0 2 176-16,-1-2-192 0,2-1 192 0,-1 0-192 15,0 3 192-15,0 0 0 0,-1 0 0 0,-1 0-128 16,-2-1 128-16,0 2 0 0,-1 4 0 0,-2-3 0 16,-6-6 0-16,1 10-128 0,1-1 128 0,-4 2 0 0,0-1 0 0,-3-3 0 15,-2 4 0-15,-2-2 0 0,-1-3 0 0,-4 1 176 16,3-1-176-16,-2 0 192 0,0 0-192 15,0-2 0-15,1 1 0 0,1-1 0 16,0-1-736-16,-1-1-224 0,-1-2-64 0,3 2 0 16,0-2-1920-16,1 0-400 0,9 0-80 0,0 0-16 15,-8-2-784-15,3 0-176 0</inkml:trace>
  <inkml:trace contextRef="#ctx0" brushRef="#br0" timeOffset="4926.49">6992 948 22111 0,'0'0'1968'0,"0"0"-1584"16,0 0-384-16,0 8 0 0,0 0 5328 0,-1 4 992 16,-1 1 192-16,0 1 32 0,0 4-4000 0,2-1-816 15,0 0-144-15,-1 3-48 0,-2-1-880 0,1-2-176 16,0 3-32-16,1-3-16 0,1-1-304 0,3-2-128 16,-3-1 0-16,0 0 128 15,1 0-896-15,2-5-192 0,-3-8-48 0,0 0 0 16,6 6-1472-16,-6-6-288 0,11 2-64 0,-1-4-10096 0,-3-2-2000 0</inkml:trace>
  <inkml:trace contextRef="#ctx0" brushRef="#br0" timeOffset="5400.71">7097 604 35935 0,'-7'2'3200'0,"3"-4"-2560"0,4 2-512 0,0 0-128 0,0 0 2736 0,0 0 528 15,0 0 96-15,0 0 32 0,-2 2-2304 0,2-2-448 16,0 0-80-16,0 0-32 0,0 0-288 0,8 11-64 15,0-3-16-15,-1 5 0 0,2 3-160 0,0 3 0 16,0-2 0-16,-3 3 128 0,1 3 80 0,-2-1 16 16,-4 3 0-16,1 5 0 0,-2 3 400 0,-2-1 80 15,0 4 0-15,1-4 16 0,-2-2-16 0,0-1-16 16,2 0 0-16,-2-2 0 0,2-2-368 0,0-2-80 16,1-2-16-16,-1-3 0 0,1-2-224 0,0-2 0 15,0-2 128-15,0-3-128 0,0-1 0 0,0-8-160 16,0 0 32-16,0 0 0 0,0 0 0 0,0 0 0 15,0 0 0-15,0 0 0 0,0 0 128 16,0 0 0-16,2-5 0 16,3-2-432-16,2-1-48 0,-2-2-16 15,3-4 0-15,-3 4 288 0,3-3 48 0,2-2 16 16,2-1 0-16,-1-1 16 0,2 0 0 0,2-1 0 0,2 4 0 0,-2 2 128 0,0-1 0 0,1 1-144 0,-2 4 144 16,0 1 0-16,0-1 0 15,-3 2 0-15,4 4 0 0,-2 2 0 0,0 1 0 0,-3 2 0 16,-10-3 0-16,7 6 256 0,-1 3 0 15,-1 2-16-15,-1 2-64 0,-2 0-16 0,-1-1 0 16,-2 2 0-16,-3 2-32 0,-2-1-128 0,0 2 192 16,-2 0-64-16,3-1 0 0,-2 1 0 0,-2-2 0 0,-2-4 0 15,0 3-128-15,1-2 0 0,-2-2 144 16,-1-1-144-16,1-2 0 0,2-2-192 0,-1-1 32 0,2 0 0 16,1 0-1824-1,8-4-384-15,-7 0-64 0,0-4-19792 0</inkml:trace>
  <inkml:trace contextRef="#ctx0" brushRef="#br0" timeOffset="5768.66">7620 754 28559 0,'-9'12'2544'0,"6"-6"-2032"0,1-2-512 0,-2 3 0 0,3-1 4128 0,-2 2 736 16,0 5 128-16,0 3 48 0,-1-1-3056 0,-2 4-624 15,3 2-112-15,-1 3-32 0,-2-3-256 0,2 3-64 16,2-1-16-16,2 1 0 0,1-2-608 0,3 0-112 15,3 3-32-15,-1-3 0 0,1-4-128 0,2 0 0 16,1-3 0-16,2-2 0 0,1-4 0 0,0-1-192 16,1-3 0-16,1-2 16 0,-2 0-176 0,2-3-32 15,1 0-16-15,1-5 0 0,3-1 80 0,-1-3 32 0,-2-2 0 0,0-1 0 16,0-5-16-16,2-1 0 16,1-3 0-16,0-2 0 15,-1-3-256-15,1 0-48 0,1 0-16 0,-3 0 0 16,1-7-592-16,-3 7-128 0,-3 5-32 0,-5 5 0 15,-7 7 736-15,-2 3 128 0,-3 2 48 0,-1 3 0 16,-3 2 2272-16,-1 3 464 0,-3 2 96 0,-1 3 0 0,-3 6-832 0,1 4-192 0,2-4-16 0,1 2-16 16,2 2-640-16,0 1-128 0,3 2-32 0,-1-3 0 15,1 2-256-15,3 1-48 0,3 2-16 0,0-1 0 16,1-2-192-16,1 1 0 0,4-3 0 0,3-1 0 16,2-2-1984-16,5-2-304 15,4-1-48-15</inkml:trace>
  <inkml:trace contextRef="#ctx0" brushRef="#br0" timeOffset="6384.98">8960 761 27647 0,'0'0'2448'0,"0"0"-1952"0,0 0-496 0,0 0 0 0,0 0 3424 0,0 0 592 15,-1-4 112-15,1 4 32 0,-5-2-1664 0,0 2-320 16,-2-1-64-16,-1 2 0 0,-2 1-992 0,-2 0-192 15,-1 2-32-15,-1 0-16 0,-2 1-432 0,1 2-64 16,0-2-32-16,0 2 0 0,-5 0-160 0,2 3-48 16,1 1 0-16,1-2 0 0,2 2-144 0,2-1 0 15,2-2 0-15,1 0 0 0,2 0 0 0,3-2 0 16,4-6 0-16,0 0 0 0,0 8 0 0,4 0 0 16,3-3 0-16,0 0 0 0,1-2-192 0,1 1 192 15,3 0-192-15,0 0 192 0,-1 0-160 0,1 1 160 16,0 1 0-16,0 1-144 0,-1 1 144 0,-1-2 0 15,-3 2 0-15,0 0 0 0,-2 0 0 0,-1 1 0 16,-3 0 0-16,-1 1 0 0,-1-2 0 0,-3 1 0 16,-1 0 0-16,0 1 0 0,-2-3 0 0,-2 1-240 15,-3 1 64-15,1-1 16 16,-2 1-1120-16,-3 0-208 0,3-1-48 0,1-1-16 16,2-3-1440-16,2-2-272 0,8-2-64 0</inkml:trace>
  <inkml:trace contextRef="#ctx0" brushRef="#br0" timeOffset="6748.08">9110 849 45215 0,'0'0'2000'0,"-4"8"416"0,2 6-1936 0,-1 3-480 0,-2 2 0 0,1 0 0 0,0 1 1248 0,0-1 160 16,0 4 16-16,2-3 16 16,-1 0-176-16,3-4-48 0,-1-1 0 0,2 1 0 15,0-3-784-15,2-3-176 0,1-2-16 0,1-1-16 0,2-2-224 0,1-1 0 16,1-2 0-16,1-2 0 0,1-2-304 0,-1-2 0 15,2-3 0-15,-1 0 0 16,1-3-192-16,0-1-32 0,0 0-16 0,-2-3 0 16,-1-2 96-16,0 2 32 0,-1-4 0 0,0 1 0 0,-2-2 160 15,1 1 16-15,0 1 16 0,-4 0 0 0,0 2 224 0,-2 2 0 16,-1 2 0-16,-1 3 0 0,-2 2 0 0,2-1 288 16,1 7-32-16,0 0-16 0,-5 0 192 0,5 0 32 15,-5 7 16-15,-1-1 0 0,1 5-240 0,1 2-48 16,2-1-16-16,0 3 0 0,1 3-48 0,1 1-128 15,1-1 192-15,2 0-64 0,1-1-128 0,2 0 0 0,4-1 0 16,-1-1 0 0,1-2-576-16,1-1-80 0,-2-3-32 0,2-1 0 15,2-3-1296-15,1-2-256 0,-1 0-48 0,0-2-16 16,-3 0-1664-16,0-3-320 0,0-2-80 0</inkml:trace>
  <inkml:trace contextRef="#ctx0" brushRef="#br0" timeOffset="7218.62">9448 546 13823 0,'0'0'608'0,"0"0"128"0,0 0-592 0,0 0-144 0,0 0 0 0,0 0 0 15,-3 6 7488-15,2 2 1472 0,1-8 304 0,3 12 48 16,-1 1-6624-16,4 4-1344 0,0 1-256 0,2 3-48 16,0 5-592-16,1 0-112 0,0 1-16 0,0 2-16 15,-2 0-304-15,0 2 128 0,0 3-128 0,-1 0 0 0,-2-2 144 0,0 1-144 16,-1-3 0-16,0-3 144 15,-1 2-144-15,1-6 192 0,-1-2-192 0,1-3 192 0,-2-2-192 0,1-4 0 16,-1-3 0-16,1-1 128 0,-2-8-128 0,0 0 0 16,0 0 0-16,0 0 0 0,0 0-208 0,8-3 80 15,-3-2 128-15,1-3-208 0,-1-4 208 0,0 1 0 16,-1-1-160-16,1-4 160 0,-1-3-128 16,1-1 128-16,1 1-160 0,-1-1 160 0,0 2 0 0,2-2-144 15,-1 5 144-15,1-1 0 0,-1 0 0 0,2 3 0 16,0 3 0-16,2 1-128 0,-1 1 128 0,0 3 192 15,1 1-32-15,-1-1-16 0,1 1 16 0,-1 1 0 16,0 3 0-16,1 1 0 0,-1 1-160 0,0 2 192 16,-3 1-192-16,1 1 192 0,-2 2-192 0,-1 1 192 15,-1 2-192-15,-2 2 192 0,-2 1 0 0,-1 2 0 16,0-1 0-16,-1 2 0 0,-4-1 0 0,0 1 16 16,-1 0 0-16,-1 0 0 0,-2-4-80 0,1 0-128 0,-1-1 176 0,0-2-176 15,-1-1 0-15,-1-1 0 16,-1 0 0-16,1-2 0 0,0-2-192 0,-1 0-160 15,1-1-32-15,0-1 0 16,-1 0-1232-16,2-2-256 0,3-2-48 0,3 2-16 16,0-5-1472-16,6 5-304 0,6-10-48 0</inkml:trace>
  <inkml:trace contextRef="#ctx0" brushRef="#br0" timeOffset="7584.71">10113 746 46367 0,'0'0'1024'0,"0"0"192"0,0 0 64 0,0 0 16 0,0 0-1040 0,0 0-256 0,-7 2 0 0,1 0 0 0,-1 1 1408 0,0-2 240 0,-1 2 32 0,-1 1 16 16,-3-2-896-16,0 3-176 0,0 1-48 0,-1 0 0 0,-1 1-272 0,2-1-64 15,1 1-16-15,-1-1 0 0,-1-2-64 0,2 5-16 16,2-1 0-16,0 0 0 0,1-2-144 0,2 2 0 16,1-4 0-16,-1 3 128 0,6-7-128 0,-1 9 0 15,1-9 0-15,3 6 0 0,-3-6 0 0,0 0 0 16,7 7-128-16,3-1 128 0,0 1 0 0,2-2-176 15,-1 0 176-15,3 2-128 0,0-1 128 0,0 0 0 16,1-1-144-16,-1 1 144 0,-1 1 0 0,0-1 0 16,0-2 0-16,-3 2 0 0,0-1-128 15,-1 1 128-15,-4 3 0 0,-1-2 0 0,-4-7 0 0,0 0 0 0,0 8 0 0,-1 1 0 16,-2 1 0-16,-2-1 192 0,-4 1-192 0,-1-1 192 16,0-2-192-16,-2 1 128 0,1 1-128 0,-3-1 128 15,0 0-128-15,-1 0 0 0,-2-2 0 16,1 1 0-16,0-4-256 0,2-1-48 15,0 1 0-15,2-1 0 16,1 0-1296-16,2-2-272 0,0-2-48 0,3 0-16 16,6 2-1904-16,0 0-384 0,0-12-80 0</inkml:trace>
  <inkml:trace contextRef="#ctx0" brushRef="#br0" timeOffset="7802.11">10192 655 9215 0,'10'-27'400'0,"-5"14"96"0,1-3-496 0,1 2 0 0,-1-1 0 0,1 2 0 16,-3 0 7104-16,0-1 1344 0,-2 2 256 0,1 4 48 15,0 3-4912-15,-3 5-960 0,2-6-208 0,-2 6-48 0,0 0-1200 0,0 0-240 16,0 0-48-16,0 0-16 0,0 9-512 0,-1 4-96 16,0 4-32-16,-2 2 0 0,0 5-304 0,1 1-176 15,0 3 192-15,0 0-192 0,2-2 144 0,0 1-144 16,0 0 0-16,1-1 144 0,0 1-144 16,2-1 0-16,2-2-192 0,-1 0 192 15,0-1-1136-15,0-3-96 0,0-2-32 0,1 0 0 16,0-1-1424-16,-1-1-272 0,0-3-64 0,0-3-16880 15</inkml:trace>
  <inkml:trace contextRef="#ctx0" brushRef="#br0" timeOffset="8243.56">10097 857 17503 0,'0'0'1552'0,"0"0"-1232"15,0 0-320-15,0 0 0 0,0 0 5888 0,9-4 1136 16,2 2 208-16,1 0 64 0,2-2-5184 0,2 2-1024 15,2-1-192-15,1 1-64 0,2-1-16 0,3 0-16 0,2-1 0 0,1 2 0 16,3-3-272-16,0 3-48 0,0-2-16 0,1 2 0 16,-1-1-256-16,0 1-48 0,-2 2-16 0,-5 1 0 15,-2 0-144-15,-3-1 128 0,-2 3-128 0,-3-1 128 16,-3 2 48-16,-3 3 0 0,-7-7 0 0,0 6 0 16,-3 3 288-16,-2 3 64 0,-3 1 16 0,-2 2 0 15,-2-2-80-15,-2 2-16 0,-2 5 0 0,1-5 0 16,0 2-176-16,3-2-32 0,1-1-16 0,-1 0 0 15,2-2-224-15,0 0 0 0,3-4 0 0,1 0 0 16,4-3 0-16,2-5 0 0,0 0 0 0,0 0 0 16,0 0-288-16,0 0 48 0,0 0 16 0,0 0 0 0,0 0-16 15,0 0 0-15,6-3 0 0,1 1 0 0,-1-5 64 0,2 1 16 16,1-2 0-16,2-3 0 0,-1-2 160 16,2-1-160-16,0 1 160 0,-1-1-160 0,1 0 160 0,-1 5 0 15,-1 0 0-15,-1 3-128 0,-1-1-16 0,-2 2 0 16,-6 5 0-16,0 0 0 0,8-3 144 0,-1 5 0 15,-1 0 0-15,2 3 128 0,-8-5-128 0,8 10 128 16,2 1-128-16,-2 0 128 0,0-2-128 0,0 0 0 16,0-1-128-16,1 1 128 15,0 0-1440-15,3-1-208 0,-2-3-32 16,3 0-16-16,1-1-2624 0,1 0-528 0</inkml:trace>
  <inkml:trace contextRef="#ctx0" brushRef="#br0" timeOffset="8667.85">10847 776 43135 0,'0'0'1920'0,"0"0"384"0,0 0-1856 0,0 0-448 0,0 9 0 0,0 1 0 0,-1-1 1936 0,1 0 304 0,-2-1 48 16,2 3 16-16,-2 6-800 0,2-1-160 0,0 2-16 0,0 0-16 16,-3 1-800-16,3-1-176 0,0 0-16 0,1 0-16 15,1-2-112-15,0 0 0 0,1-3-16 0,0-1 0 16,-1-3-176-16,2-2 0 0,-4-7 0 0,0 0 0 15,4 7 0-15,-4-7 0 0,5 4 0 0,-5-4 128 0,0 0-128 0,0 0 0 16,0 0 0-16,7-7 0 0,-2 2-144 0,-1-1 144 16,0-1-192-16,0-1 192 0,0-5-144 0,1-1 144 15,1 1 0-15,2-4-144 0,3-3 144 0,-1-2-192 16,-1 1 192-16,0-1-192 16,0 3 48-16,3 0 0 0,-1 5 0 0,-1 2 0 0,-1 2 144 15,-1 1-128-15,0 1 128 0,0 3-128 0,-8 5 128 0,0 0 0 16,7-2 0-16,-7 2 0 0,9 4 128 0,1 0 0 15,-3 3 0-15,-1 2 0 0,-1 3-128 0,0-1 192 16,0 2-64-16,-1 0 0 0,-1 3-128 0,-1 2 144 16,4 1-144-16,-1-1 160 0,0-3-160 0,0 0 0 15,-1-1 0-15,1-1 0 16,1 0-704-16,0-1-64 0,2-2 0 0,0-2-16 16,1-3-896-16,0-1-176 0,1-1-48 0,1-3 0 15,1-1-1328-15,1-3-272 0,2-4-48 0,1-1-8432 0,-2-2-1696 16</inkml:trace>
  <inkml:trace contextRef="#ctx0" brushRef="#br0" timeOffset="9357.7">11414 776 5519 0,'0'0'496'0,"0"0"-496"16,0 0 0-16,0 0 0 0,0 0 7488 0,0 0 1392 0,0 0 272 15,0 0 64-15,-8 4-4976 0,0 1-992 16,2 3-208-16,-1 0-32 0,0-1-1664 0,0 4-320 0,2 4-64 0,-2 0 0 16,1 0-304-16,2-1-48 0,1 2-16 0,2 1 0 15,0 2-272-15,3-1-64 0,2-5-16 0,1 2 0 16,2-1-240-16,2-2 0 0,-1-2 0 0,4-1 0 15,-1-2 0-15,4-1 0 0,0 0 0 0,0-4 0 16,-4-3-256-16,4 0 64 0,0-2 16 0,1 0 0 16,-3 1 16-16,1-2 0 0,1-3 0 0,0 1 0 0,0-6 160 15,0 0 0-15,0-1-144 0,-2 0 144 0,0-2 0 0,-1 0 0 16,1-2-144-16,-2 2 144 0,1-1 0 0,-2 0-160 16,-2 2 160-16,1-2-128 0,-3 2 128 0,-2 2 0 15,-2 2 0-15,-1 2-128 0,-2 3 128 0,-1 2 256 16,2 3-64-16,-6-4-16 0,-3 3 96 0,0 4 32 15,1 1 0-15,0 0 0 0,1-1-144 0,-1 4-32 16,1 2 0-16,-1 0 0 0,-1 2-128 0,1 0 160 16,3 4-160-16,3-2 160 0,-1 0-160 0,2 0 0 15,1 2 0-15,2 0 0 0,2-2 0 0,3-1 0 16,1-1 0-16,1 0 0 0,1-2 0 0,2-1 0 16,2-2 0-16,2-1 0 0,1-1 0 0,2-1-144 15,1-2 144-15,7-1 0 0,-3 0-192 0,-1-1 64 16,1-6 128-16,-1 1-208 0,1-2 16 0,-1-1 0 15,-1 0 0-15,0-5 0 0,-1-2 64 0,0-1 128 16,-1 1-208-16,4-6 80 0,-1 0 128 0,-5 0 0 0,-1 5 0 0,-3-3-128 16,-1 3 128-16,-2 0 0 0,-5 2 0 15,-1 2 0-15,-2 2 0 0,0 0 0 0,-1 0 0 16,0 3 128-16,-2-1 48 0,-2 1 16 0,1 2 0 0,0-1 0 16,1 7 16-16,0 0 16 0,0 0 0 0,0 0 0 15,0 0-96-15,0 0-128 0,0 0 176 0,0 0-176 16,0 0 128-16,0 0-128 0,0 0 0 0,2 6 0 15,-2-6 0-15,4 7 0 0,0 1 0 0,3 3 0 16,-2-2 0-16,1 0 0 0,2 1 0 0,0-1 0 16,-2 2 0-16,2 1 0 0,1-1 0 0,2 4 0 0,-3-4 0 0,-1 6 0 15,4-1 0-15,-3 0 0 0,-4-3 0 16,0 1 0-16,2 0 0 0,-2 1 0 0,0-4 0 0,-3 1 0 16,-2 0 0-16,1-4 0 0,-1-2 176 0,-3 1-176 15,-3-2 160-15,1-1-160 0,-2-2 256 0,-3 2-32 16,-3-4-16-16,0 0 0 0,2 0-48 15,0 0-16-15,-1 0 0 0,-1 0 0 0,0-4-144 0,-1 3 0 16,1 0 0-16,1-2 0 16,-2-3-352-16,4 2-160 0,0 1-16 0,3 1-16 15,2-2-2080-15,6 4-432 0</inkml:trace>
  <inkml:trace contextRef="#ctx0" brushRef="#br0" timeOffset="10353.87">12898 725 35935 0,'0'0'3200'0,"-7"2"-2560"0,-1-2-512 0,2 0-128 15,6 0 2448-15,0 0 480 0,0 0 80 0,0 0 32 16,-7 2-2528-16,7-2-512 0,0 0 0 0,-4 6-208 16,4-6-1136-16,-4 6-208 0,1 2-48 0</inkml:trace>
  <inkml:trace contextRef="#ctx0" brushRef="#br0" timeOffset="10521.68">12876 1064 48783 0,'0'0'2160'0,"-6"2"448"0,2-2-2096 0,4 0-512 0,0 0 0 0,0 0 0 0,-5 4 0 0,5-4-256 16,-5 2 32-16,5-2 0 0,-5 2 800 0,1 0 176 15,4-2 16-15,0 0 16 16,0 0-1104-16,0 0-240 0,0 0-32 0,0 0-16 16,0 0-2864-16,0 0-576 0</inkml:trace>
  <inkml:trace contextRef="#ctx0" brushRef="#br0" timeOffset="22494.34">14140 761 34783 0,'0'0'1536'0,"-2"-4"320"0,2 4-1472 0,0 0-384 0,-4-4 0 0,4 4 0 0,-4-4 1264 0,4 4 176 16,0 0 32-16,0 0 16 0,0 0 432 0,-4 5 96 16,0 2 16-16,1 3 0 0,1 3-1104 0,0 4-224 0,0 4-32 0,0 2-16 15,1 5-336-15,0 0-64 16,0 2 0-16,1 2-16 0,0-1-96 0,1-1-16 15,0-1 0-15,0-1 0 0,1-3-128 0,0 0 0 16,0-6 0-16,0 0 0 0,2-2 0 0,-1-3-144 16,-1-1 0-16,1-3 0 15,-2-2-1760-15,-1-8-336 0,0 0-80 0,0 0-16 16,0 0-1440-16,0 0-304 0,0 0-48 0</inkml:trace>
  <inkml:trace contextRef="#ctx0" brushRef="#br0" timeOffset="23001.48">13746 673 20271 0,'-18'-6'1792'0,"10"2"-1424"0,-1 1-368 0,0-1 0 16,1-1 4000-16,2 0 736 0,1 1 128 0,1-1 48 16,1-2-3104-16,3 1-608 0,1-1-128 0,5 1-32 15,1-1 128-15,4-1 32 0,3 1 0 0,4-1 0 16,5-1-704-16,0 1-144 0,3-1-32 0,3 1 0 15,2-1 208-15,3-4 48 0,0 2 0 0,1 0 0 0,2 3-256 0,0 0-32 16,0 1-16-16,1 5 0 0,-1-2-272 0,0 5 160 16,-2 4-160-16,-2 4 128 0,-5 3-128 15,-1 4 128-15,-4 5-128 0,-3 0 128 0,-5 2-128 0,-2 3 128 16,-1 3-128-16,-7-2 128 0,-4 1 48 0,-2-2 0 16,-3-2 0-16,-2 1 0 0,-5-1 224 0,-2-1 48 15,-2 1 16-15,-2-2 0 0,-3-3-80 0,-2 1 0 16,0-2-16-16,-3 0 0 0,0-2-48 0,-1 0-16 15,-3-5 0-15,2 2 0 0,-3-2-112 0,1-2-32 16,-3-1 0-16,-1-3 0 0,2-1-160 0,0-4 192 16,1 0-192-16,0-4 192 0,1-1 0 0,2 1 16 0,1-5 0 15,1 0 0 1,4-2-496-16,3 1-96 0,3-1-32 0,4 0 0 0,1-1 256 16,5-1 160-16,4-2-192 0,2 4 192 0,2 0-192 0,5 0 64 0,2 0 128 15,3 3-208-15,3-2 208 0,-1 3 0 0,4 2 0 16,2 1 0-16,-1 2-144 0,1 0 144 0,-1 1-128 0,-1 1 128 15,1 1 0-15,1 2 0 0,1 0 0 0,-1-1 0 16,0 1-160-16,0-1 160 0,-2 2-192 0,2-4 192 31,0 0-1552-31,0 3-208 0,0 1-32 0,1 0-13248 0,0 2-2656 16</inkml:trace>
  <inkml:trace contextRef="#ctx0" brushRef="#br0" timeOffset="23478.67">14353 1167 21183 0,'0'0'1888'0,"0"0"-1504"15,0 0-384-15,0 0 0 0,0 0 5024 0,0 0 928 16,0 0 192-16,7-3 48 0,1 0-4032 0,0-1-816 16,1 0-144-16,2 0-48 0,0 0-208 0,2-1-48 15,0 0-16-15,0 1 0 0,1 0-736 0,-1 1-144 16,1-2 0-16,-1 3 0 0,-1 0 0 0,1 1 0 15,-3 0 192-15,-2 1-192 0,0 0 256 0,-8 0-64 16,0 0-16-16,0 0 0 0,0 0 464 0,0 0 80 16,0 0 32-16,0 0 0 0,-3 6-304 0,-1 2-48 15,-1-1-16-15,-1 0 0 0,0 1-384 0,0 0-144 16,-5 0 0-16,2 1 0 0,0 0 928 0,0 0 192 16,0-1 48-16,1 0 0 15,0 1-1312-15,2-3-256 0,0 2-48 0,3-1-16 0,3-7 608 0,-2 9 0 0,2-9 0 16,0 0 0-16,2 6 0 0,-2-6-144 0,3 8 144 0,3-1-160 15,0-2 624-15,2 0 128 0,1 0 32 0,2-2 0 16,0 1-624-16,1-1 0 0,2 0 0 0,-1-1 0 16,-1 2-368-16,0 0 16 0,0 0 0 0,-1-1 0 15,0 0-32-15,-1 1 0 0,-1 0 0 16,-1 0 0-16,-1 1 384 0,-2 2 0 0,0-2-144 16,-2 3 144-16,-3-8 0 0,0 10 0 0,-2-4 0 0,-1 4 0 15,-4 0 0-15,-1 0 144 0,0 1-144 0,1-1 192 16,-5 2-192-16,-1 0 128 0,-2 0-128 0,1-5 128 0,-3 1-128 15,0 1 0-15,-2-1 0 0,2-1 0 16,2-2-752-16,2-1-176 0,2-2-32 0,1 0-16 16,4-4-2208-16,6 2-432 15,5-5-96-15</inkml:trace>
  <inkml:trace contextRef="#ctx0" brushRef="#br0" timeOffset="23646.07">14985 972 35007 0,'0'0'3120'0,"0"0"-2496"0,0 0-496 0,0 0-128 0,8-5 3856 0,0-1 752 16,-1 1 160-16,3 0 32 0,-1 0-3840 16,0 1-768-16,-1-1-192 0,-1 1 816 0,1 1 128 15,1 2 16-15,0-3 16 0,1 1-816 0,-1 2-160 16,0 0 0-16,1 1 0 0,1 0 0 0,-2 0 0 0,0 2-16544 16,1 5-3264-16</inkml:trace>
  <inkml:trace contextRef="#ctx0" brushRef="#br0" timeOffset="23795.65">14901 1154 11055 0,'-5'6'976'0,"0"-1"-784"0,0-1-192 0,5-4 0 15,0 0 9056-15,0 0 1760 0,0 0 368 0,0 0 64 16,5 6-8464-16,3-1-1696 0,2-1-320 0,2-2-80 16,5-2-304-16,4-3-64 0,4-2-16 0,1-2 0 31,4 1-1120-31,2-2-208 0,3-2-64 0,6-3-22320 0</inkml:trace>
  <inkml:trace contextRef="#ctx0" brushRef="#br0" timeOffset="24268.03">16007 676 43887 0,'-40'4'960'0,"40"-4"208"0,2-7 48 0,0-4 0 0,-2-1-960 0,0 0-256 0,-3 0 0 0,0 1 0 16,1-1 512-16,-2 0 48 0,0 2 16 0,-1 1 0 15,-1-1 160-15,1 5 32 0,-1-1 16 0,-1 2 0 16,1 1 80-16,-1 1 16 0,-1 0 0 0,1 4 0 16,-1 0-176-16,0 2-16 0,0 3-16 0,0 0 0 15,-2 3-208-15,2 3-32 0,1 2-16 0,0 4 0 16,-1 1-64-16,0 4-16 0,3 2 0 0,0 1 0 16,1 1-192-16,-2 0-144 0,1 2 192 0,1 4-192 15,0 4 176-15,0 2-176 0,-1 2 160 0,3 1-160 16,-1-1 160-16,0 2-160 0,0-3 160 0,-1-2-160 15,1-3 128-15,0-2-128 0,0-3 0 0,-1-1 0 16,0-5 0-16,1 1 128 0,0-1-128 0,2-4 0 0,-1-5 0 16,-1-1 0-16,0 3 0 0,-1-4 0 15,2-7-352-15,-1 1-112 0,1 0-32 16,2-8 0-16,-3 7-752 0,3-7-160 0,0 0-16 0,0 0-16 16,0 0-1632-16,0 0-320 0,0 0-64 0,0 0-15824 0</inkml:trace>
  <inkml:trace contextRef="#ctx0" brushRef="#br0" timeOffset="24427.61">15589 1201 11967 0,'0'0'528'0,"-6"-2"112"0,6 2-512 0,0 0-128 0,0 0 0 0,0 0 0 0,0 0 7552 0,7-6 1472 15,1 1 288-15,2 0 64 0,2 2-6704 0,2-2-1344 16,3 0-272-16,1 0-48 0,3-2-496 0,1 1-112 16,3-1-16-16,1 1 0 0,0-1-384 0,2 1 0 0,2-1 128 0,1 1-128 31,3-1-2112-31,0-1-464 0,1 0-96 0,3 2-17216 0</inkml:trace>
  <inkml:trace contextRef="#ctx0" brushRef="#br0" timeOffset="24729.89">16836 581 4607 0,'-9'-7'400'0,"4"5"-400"0,-3-2 0 0,0 0 0 16,3 0 9520-16,-2 1 1808 0,1 1 384 0,-1 0 64 16,0 1-8416-16,-1 1-1680 0,-3 3-336 0,0-1-64 15,0 2-80-15,-1 3-32 0,-1 1 0 0,-1 3 0 0,-3 4-592 0,0 4-128 16,-2 5-32-16,-7 6 0 0,-2 2-176 0,1 3-48 16,-1 3 0-16,1 3 0 0,4 7-64 0,0-1-128 15,4 2 176-15,2 1-176 0,3-4 144 0,2 0-144 16,4-1 0-16,2-5 144 0,2-3-144 0,1-2 0 15,3-1 0-15,1-4 0 16,1-4-448-16,2-1-32 0,1-2 0 0,3-1 0 16,1-2-624-16,2-3-128 0,2-2-32 0,3-2 0 15,2-3-1792-15,3-5-352 0,4-4-80 0</inkml:trace>
  <inkml:trace contextRef="#ctx0" brushRef="#br0" timeOffset="24979.97">17077 693 46367 0,'0'0'2048'0,"-4"-1"432"0,-1 2-1984 0,5-1-496 0,0 0 0 0,0 0 0 15,-5 6 1024-15,1 5 96 0,-1-2 32 0,0 3 0 16,-1 1 48-16,-1 4 16 0,0 1 0 0,1 5 0 16,-2 5-736-16,0 4-144 0,1-2-16 0,0 0-16 15,0 3-304-15,1 1 128 0,0 0-128 0,0 1 0 16,-1-1 0-16,1-2 0 0,-1 0 0 0,-2 4 0 15,4-5 0-15,-2-3-192 0,1-6 0 0,1-2 0 16,1-7-832-16,1 1-176 16,2-1-16-16,0-4-16 0,1-4-1392 0,-2 1-288 0,0-1-48 15,2-5-16752-15</inkml:trace>
  <inkml:trace contextRef="#ctx0" brushRef="#br0" timeOffset="25446.91">16828 714 36863 0,'0'0'1632'16,"0"0"336"-16,0 0-1584 0,0 0-384 0,0 0 0 0,0 0 0 0,3-8 2832 0,2 0 496 15,2 0 80-15,2 3 32 0,1 2-1968 0,3 1-400 16,0-1-80-16,3 1-16 0,1 0-464 0,3-3-80 16,2 4-32-16,1-2 0 0,2 2-208 0,1 1-64 0,-1 1 0 0,0 2 0 15,-2-3-128-15,-1 2 0 0,-1 2-160 0,-3 0 160 16,-3 3 0-16,-2 1 160 0,-3 3 0 0,-2 0 0 15,-3 0-160-15,-2 4 0 0,-5 3 0 0,-1 2 128 16,-5 0-128-16,-1 3 160 16,-2 0-160-16,-8 3 160 0,-2 0-160 0,4-4 0 15,-1-1 0-15,-2 0 128 0,0-1 0 16,-2-3 0-16,0-2 0 0,0 1-128 0,0-7 0 0,-2 0 0 0,-4 0 0 16,-2 2 0-16,0-7 0 0,2 0 0 15,7-1 0-15,1-1 0 0,-1-4 0 0,0 0 0 16,3-1 0-16,2-2 0 0,3-3 0 15,2 0-160-15,5-1 160 0,2 1-208 0,4-5 80 0,1 3 128 16,5 0-160-16,0-2 160 0,3 1-160 16,2-2 160-16,2 3-128 0,1 3 128 0,0 1-128 0,2-1 128 0,-2 2 0 15,1 4 0-15,-1 1 0 0,3 1 0 0,-4 4 224 16,-4-2-48-16,0 2-16 0,-1 0 32 0,1 3 0 16,0 0 0-16,-1 0 0 0,0 1-192 0,-3 1 0 15,2 1 0-15,-1 2 0 16,-1-5-368-16,-1 1-144 15,2 0-48-15,0 1 0 0,1-2-1200 0,-1 3-240 0,2-1-48 0,0 0-19936 0</inkml:trace>
  <inkml:trace contextRef="#ctx0" brushRef="#br0" timeOffset="25630.81">17243 1280 48783 0,'-9'11'2160'0,"9"-11"448"0,-5 5-2096 0,1 1-512 15,0 2 0-15,-1-1 0 0,-2 2 1248 0,1-2 144 0,-1 2 16 0,2 0 16 16,1 0-416-16,1 0-96 0,2 1-16 0,1-1 0 16,0 0-896-16,0 0-400 0,0-9 16 0,1 8 16 31,2 0-1184-31,1-1-240 0,2 1-64 0,1-1-13568 0,2-1-2704 0</inkml:trace>
  <inkml:trace contextRef="#ctx0" brushRef="#br0" timeOffset="25863.46">17609 1253 21183 0,'0'0'1888'0,"0"0"-1504"16,0 0-384-16,-2 7 0 0,-1 2 6080 0,0-1 1152 16,1 0 240-16,-1 0 32 0,1-1-4672 0,-1 3-928 15,2 0-192-15,-1-2-48 0,1 1-1136 0,0 0-224 16,1-1-48-16,0 1-16 0,0 1-240 0,-1 1-160 15,-1-1 32-15,1-1 0 16,0 1-960-16,1-3-192 0,0-7-48 0,0 8 0 16,0-1-1760-16,1 0-368 0,2 0-64 0</inkml:trace>
  <inkml:trace contextRef="#ctx0" brushRef="#br0" timeOffset="26115.33">18056 776 46079 0,'-5'-9'2048'0,"5"9"400"0,-1-1-1952 0,0-2-496 0,1 3 0 0,0 0 0 15,0 0 1456-15,0 0 192 0,0 0 32 0,0 0 16 16,0 0-464-16,-3 9-80 0,2 2-32 0,-3-2 0 16,1 3-672-16,-1 3-144 0,-1 5-32 0,0 1 0 15,0 1-96-15,-3 4-32 0,1 3 0 0,1 1 0 16,1 0-144-16,-2 1 0 0,1-4 144 0,0 3-144 15,2-1 0-15,1 1 0 0,-1-5 0 0,-2 1 0 16,1-4-192-16,1-5 0 0,0-1 0 0,-1-2 0 16,0-1-1168-16,2 0-240 15,-1-5-64-15,2 1 0 0,2-9-1664 16,0 0-320-16,0 0-80 0</inkml:trace>
  <inkml:trace contextRef="#ctx0" brushRef="#br0" timeOffset="26601.13">17925 650 43535 0,'0'0'1920'0,"0"0"416"15,0 0-1872-15,0 0-464 0,-3-5 0 0,3 5 0 0,0 0 1168 0,5-6 144 16,2 2 32-16,1 1 0 0,-2-1-192 0,5 0-48 16,2 0 0-16,1 1 0 0,4 1-608 0,3 0-128 15,1 1-32-15,3 1 0 0,0 1-160 0,0 1-48 0,-2 0 0 0,1 2 0 16,-2 0-128-16,-3 1 192 15,-2-2-192-15,-1 3 192 0,-2 4 16 0,-2 1 16 0,-2 4 0 0,-2-1 0 16,-1 2 0-16,-5 1 0 0,-2 2 0 0,-2 2 0 16,-3 1-224-16,-2 2 176 0,-2-1-176 15,-2 2 160-15,0 1-160 0,-4-1 0 0,-3-2 0 16,0-1 128-16,1-1 32 0,-1-1 0 0,-2-2 0 16,-1-1 0-16,-2-4-160 0,1-1 0 0,-1-3 0 0,1 0 128 15,0-4 0-15,0-1 0 0,5-1 0 0,-4-3 0 16,-1-2-128-16,1 0-176 0,0-2 48 0,0 0 0 15,-1-5-192-15,4 0-48 0,0 0 0 0,-3-6 0 16,3 1 16-16,5-2 0 0,4 2 0 0,2 1 0 16,3-3 128-16,3 2 32 0,2-4 0 0,4 2 0 15,2 3 0-15,1 4 16 0,2 1 0 0,0 1 0 16,2 1 176-16,1-1 0 0,0 5 0 0,-1 2 0 0,-2 0 352 0,2 0 0 16,1 4 0-16,0 0 0 0,-1-2-48 0,1 2-16 15,-1 1 0-15,0 1 0 0,1-1-80 0,-3 3-16 16,0 3 0-16,0-2 0 0,-3 1-192 0,1-1 128 15,0 2-128-15,-1 1 0 0,-1 0 0 0,1 0-240 16,0-1 32-16,1 1 0 16,-1 1-1600-16,-1-1-320 0,-1 0-64 0,3-1-20352 0</inkml:trace>
  <inkml:trace contextRef="#ctx0" brushRef="#br0" timeOffset="26928.15">18208 1175 43247 0,'0'0'1920'0,"0"0"384"16,-2 0-1840-16,2 0-464 0,0 0 0 0,0 0 0 0,0 0 1280 0,0 0 144 15,10 3 48-15,0-1 0 0,-10-2 256 0,13 0 48 0,-1 2 16 0,-1 0 0 16,0 0-1184-16,-2-1-224 0,1-2-64 0,-2 2 0 16,-8-1-128-16,0 0-16 0,11 5-16 0,-2 0 0 15,-3-1 16-15,-6-4 0 0,4 7 0 0,-2 2 0 16,-2-1-176-16,-2 0 0 0,-3 2 0 15,0 0 368-15,-2 1 32 0,-1 1 16 0,-7 5 0 16,1-2-416-16,2-3 0 0,0 1 0 16,2-3 0-16,0 1 128 0,4-2-128 0,1-1 112 15,1-2-112-15,4-6 0 0,-1 8 0 0,1-8 0 16,0 0 0-16,3 8 0 0,-3-8 0 0,11 6 0 16,-2-2 0-16,3 0-240 0,1-2 80 0,17-9 16 31,5-3-560-31,3-3-128 15,-4-2 0-15</inkml:trace>
  <inkml:trace contextRef="#ctx0" brushRef="#br0" timeOffset="27231.14">18676 492 34095 0,'0'0'1504'0,"0"0"320"0,0 0-1456 0,0 0-368 0,8 5 0 0,1 3 0 0,2 1 2928 16,2 0 512-16,2 2 96 0,0 1 32 0,2 1-1904 0,2 1-384 16,0 2-80-16,2 1-16 0,-3-3-400 0,3 3-80 0,1 2 0 0,1 2-16 15,-3 0-160-15,1 0-16 0,-1 0-16 0,-2 2 0 16,0 3-176-16,-1 2-16 0,-1 4-16 0,0 7 0 16,-2 2-96-16,-5-5 0 0,-2 2-16 15,-5-1 0-15,-3 0-176 0,-2 0 192 0,-2-2-192 0,-2-1 192 16,0-3-192-16,-1-2 0 0,-4-4 0 0,-1 0 128 0,3-5-128 15,-1 0 0-15,-2-2 0 0,-1 0 0 0,1-3 0 0,1 0 0 16,-1-1 0-16,1-1 0 16,-1 3-464-1,0-2-176-15,1-5-48 0,3 0-15984 0,3 3-3200 0</inkml:trace>
  <inkml:trace contextRef="#ctx0" brushRef="#br0" timeOffset="35603.61">3047 2892 40431 0,'0'0'1792'0,"0"0"368"0,-3-4-1728 0,3 4-432 15,0 0 0-15,0 0 0 0,0 0 1456 0,0 0 208 16,0 0 32-16,0 0 16 0,0 0 16 0,-2 7 0 16,-2 2 0-16,1-1 0 0,2 2-1024 0,-1 3-208 15,1 2-48-15,-1 9 0 0,-1 1 80 0,0 3 16 16,2 1 0-16,0 1 0 0,-1 2-544 0,2-13 0 16,2 1 0-16,-1 2 0 0,0-2 0 0,2 0 0 15,1-1 0-15,1-1 0 0,2-1 160 0,0-1-160 16,1-6 128-16,3 0-128 0,-1 0 0 0,2-3-224 15,0-1 32-15,1-3 0 16,1 0-768-16,0-3-160 0,2 0-32 0,0 0 0 16,1-5-880-16,-2 0-176 0,-1-2-32 0,1-1-16 15,-1-2-1776-15,1-2-368 0,-2-1-64 0</inkml:trace>
  <inkml:trace contextRef="#ctx0" brushRef="#br0" timeOffset="35910.62">3318 3144 35423 0,'0'0'1568'0,"0"0"320"0,-9 2-1504 0,1 1-384 0,8-3 0 0,0 0 0 16,-9 4 2496-16,9-4 416 0,0 0 96 0,0 0 0 0,-7 8-1136 0,7-8-224 15,0 0-48-15,0 0-16 0,-1 8-720 0,1-2-144 16,0-6-16-16,4 8-16 0,-4-8-432 0,5 8-96 16,2-2-16-16,2 1 0 0,3-1-144 0,-1 0 0 15,4 0 0-15,-1-2 0 0,-1 0 0 0,-1 1 0 16,1 0 0-16,1 1 0 0,2-3 0 0,-2 4-144 16,0-2 144-16,-1 0 0 0,-2 1 0 0,-2 0 0 15,-2 1 0-15,-2-1 0 0,-5-6 0 16,2 8 0-16,0 0 0 0,-2 0 0 0,-2-2 192 15,-2 2 32-15,-1 1 16 0,-3-2 0 0,-1 2 80 0,0 0 32 16,-3 0 0-16,1 1 0 0,-2 0-96 0,1-1-32 16,2-1 0-16,-1 1 0 0,-1 0-224 0,1 0 144 15,-1-1-144-15,1-2 128 0,2-1-128 0,2 2 0 0,-1-2 0 0,1-1 0 32,7-4-1040-32,0 0-192 0,-5 7-48 0,5-7-15104 15,0 13-3040-15</inkml:trace>
  <inkml:trace contextRef="#ctx0" brushRef="#br0" timeOffset="36587.85">4598 3162 38703 0,'0'0'3440'0,"-8"0"-2752"0,2 1-560 0,-2 2-128 15,0-3 2304-15,-1 1 416 0,-3 2 96 0,-1 1 0 16,0 1-1088-16,-6 4-240 15,3 0-32-15,-2 3-16 0,-2-3-736 0,1 2-128 0,-1-2-48 0,1 1 0 16,-2 2-192-16,1 1-32 0,1-1-16 0,3-1 0 16,-1 0-80-16,3-3-16 0,-1-1 0 0,4 3 0 15,0-3-192-15,3 0 0 0,8-7 128 0,0 0-128 16,0 0 0-16,0 0 0 0,0 0 0 0,-4 10 0 0,4-10 0 0,0 0 0 16,0 0 0-16,8 12 0 0,3-3-192 0,2-2 192 15,0-2-192-15,1-1 192 0,0 1 0 0,2-2 0 16,1 2 0-16,1 0 0 0,2 2 0 15,-1-2 0-15,0 1-208 0,-2 2 64 0,-3 3 144 0,-6-5 0 16,0 3 0-16,-1 0 0 0,1-1 0 16,-1 4 0-16,-2 2 0 0,-1 2 0 0,-4 1 0 0,0-3 0 15,-1-2 0-15,-3 6 0 0,-2-1 0 0,-3-3 144 16,-1 1-144-16,-6-3 0 0,-2-2 224 0,-2 0-64 16,1 2-16-16,-3-4 0 0,-3-3-144 0,2 2 0 15,-2-5 0-15,0 2 0 0,-1 0 0 0,1 0 0 16,2-3 0-16,4-2 0 15,5-2-656-15,4 1-16 0,1 1 0 0,9 1 0 16,1-12-1520-16,7-4-304 0,6-3-64 0,7-4-16 16,4 0-1920-16,6 1-384 0</inkml:trace>
  <inkml:trace contextRef="#ctx0" brushRef="#br0" timeOffset="36837.87">4747 3350 37023 0,'0'0'1648'0,"0"0"336"0,0 0-1600 0,-1 8-384 0,-3 2 0 0,1-1 0 16,2 4 2560-16,-1 2 448 0,-3-1 64 0,-1 2 32 15,-2-1-1104-15,1 2-208 0,1 1-64 0,1-1 0 16,-1-1-880-16,2 1-176 0,2-1-32 0,1-1-16 16,1 0-432-16,2-2-192 0,2 0 160 0,1-4-160 15,2 0 0-15,1-1 0 0,-1-3 0 0,3 0 0 16,0-4-224-16,0 1-32 0,1-1-16 0,1-1 0 31,-1-1-176-31,2-2-16 0,0-3-16 0,2-3 0 0,-1-1 0 16,0-1 0-16,-3-2 0 0,-1-4 0 0,1 0 80 0,0-2 16 0,-3-1 0 0,1-3 0 15,1 0-1376-15,-1-2-272 0,0-2-48 16,0-3-16-16,0-1-1344 0,-1 1-272 0,-2-3-48 16,0 4-6864-16,-2 5-1360 0</inkml:trace>
  <inkml:trace contextRef="#ctx0" brushRef="#br0" timeOffset="37562.56">5032 3127 10127 0,'0'-7'896'0,"0"0"-704"0,0-3-192 0,2 0 0 15,-1-2 5104-15,2 1 976 0,-1 0 208 0,-1 2 48 0,2-3-2816 0,1 4-544 16,-1 2-112-16,-1 2-32 0,-2 4-672 0,0 0-144 15,0 0-32-15,0 0 0 0,0 0-528 0,0 0-112 16,0 0-32-16,7 8 0 0,-2 4-640 0,-1 4-128 16,0 4-32-16,-2 4 0 0,0 3-256 0,-1 4-64 15,-1 4-16-15,-1 2 0 0,2 1-16 0,-1 0 0 16,-1-3 0-16,-1-1 0 0,1-4-160 16,0 0 128-16,-1 1-128 0,2 0 128 0,-1-5-128 0,0 0 0 15,1-1 0-15,1-3 0 0,-1-2 0 0,0-3 0 16,0-3 128-16,0-2-128 0,0-2 0 0,0-10 0 15,0 0 0-15,0 0 0 0,0 0 0 0,0 0 0 16,0 0 0-16,0 0 0 0,0 0 0 0,0 0-144 16,1-9 144-16,2-1-160 0,0-2 160 0,1-2-128 15,1-3 128-15,1 0-128 0,2 0 128 0,1 1-128 16,0-2 128-16,3 1-128 0,0 1 128 0,1 2-128 16,-1 1 128-16,1 2-128 0,0 4 128 0,0 0 0 0,0 3-144 15,-1 2 144-15,-1 2 0 0,0 0 0 0,-1 0 0 16,1 0 0-16,-1 2 0 0,-1 2 0 0,2 0 160 0,-4 3-160 15,-1-1 0-15,-1 3 0 0,0 2 0 16,-1 0 0-16,-3 1 0 0,1 1 0 16,-2-2 0-16,-2 3 160 0,-2 0-160 0,0 1 128 0,-1-2-128 0,0 0 128 15,-3-2-128-15,-1 1 0 0,-1 1 0 16,-1-2 128-16,-1-1-128 0,1-1 0 0,0-2 0 0,0-3 0 16,-1 1 0-16,1-1-144 0,1-4 0 0,1 0 0 15,0 0-1216 1,2-4-240-16,3 1-64 0,4-6 0 0,3-4-1856 15,5-1-368-15,3-6-80 0,6 1-8896 0,7-4-1776 0</inkml:trace>
  <inkml:trace contextRef="#ctx0" brushRef="#br0" timeOffset="38373.29">5507 3325 14735 0,'0'0'1312'0,"0"0"-1056"15,0 0-256-15,0 0 0 0,0 0 5584 0,0 0 1072 16,0 0 192-16,0 0 64 0,0 0-3264 0,0 0-656 16,0 0-128-16,3 8-32 0,-3-8-1216 0,-2 8-240 15,0-2-48-15,-4 1-16 0,1 2-656 0,0 0-128 16,-2-1-16-16,1 0-16 0,-2-1-256 0,0 3-48 15,-1-3-16-15,1 1 0 0,1 0-176 0,0 0 160 16,0-2-160-16,4 1 160 0,-3-1-160 0,2 1 0 16,4-7 0-16,-1 8 0 0,1-8 0 0,0 0 0 15,3 8 0-15,-3-8 0 0,0 0 0 0,9 6 0 16,-1 1 0-16,3-3 0 0,2 1 0 0,0-1 0 16,2 1 0-16,0-1 0 0,-1-2 0 0,0 4 0 15,-1-4 0-15,-1 2 0 0,-1 3 0 0,0-3 0 16,-2 2 0-16,-4 2 0 0,0-2 0 0,-5-6 0 15,3 10 0-15,0-1 0 0,-3 0 0 0,-2-1 128 16,0-1-128-16,-4 1 192 0,0 0-48 0,-1 0 0 0,1 0 0 0,-2 0 0 16,-1-3-144-16,-2 1 192 0,0 1-192 0,-1 1 192 15,0-2-192-15,2-2 0 0,-2 1 0 0,2 0 128 16,1 1-128-16,2-4 0 0,-1 1 0 0,2 1 0 16,6-4 0-16,-7 4 0 0,7-4 0 0,0 0 0 15,0 0 0-15,0 0 0 0,0 0 0 0,0 0 0 16,0 0-176-16,0 0 176 0,9 2-128 0,3-2 128 15,1-2-128-15,3-3 128 0,2-3-128 0,0-1 128 0,2-1 0 16,1 0-128-16,0-4 128 0,1-2 0 0,1-2 0 16,1 0-128-16,-2-2 128 0,0 2 0 15,-1 1 0-15,-2 1 0 0,0-2 0 0,-4 2 0 0,0 2 0 16,-4 0 0-16,-3 1 0 16,-1 3 0-16,-3 3 0 0,-4 7 0 0,0 0 0 0,0 0 0 0,0 0 0 0,0 0 0 15,-7 0 144-15,-1 2-144 0,-1 2 192 0,0 3-64 16,0 0 0-16,0 4-128 0,0 1 128 0,1-2-128 15,0 2 0-15,3 1 0 0,1 1 0 0,1 0 0 16,3 2 0-16,2-3 0 0,1-1 0 0,3 0 0 16,1-2 0-16,3 0 0 0,-1 0-144 0,2-3-96 15,1-1-16-15,1 0 0 16,2-6-192-16,2 0-64 0,-1-5 0 0,3 0 0 16,0-2-96-16,1-2-32 0,-1-1 0 0,1-6 0 15,0-2 32-15,-1-2 0 0,-1 1 0 0,1-5 0 16,-1 2 64-16,-1-3 16 0,-4-1 0 0,1-4 0 0,0-2 304 0,0-5 64 0,-1-1 16 15,-2 2 0-15,0-1 144 0,-2 2 128 0,-1 1-128 16,-3 6 176-16,0 0 384 0,-2 6 80 16,-2 5 0-16,-1 4 16 0,-1 3 304 0,-1 3 48 0,1 2 16 0,1 5 0 15,0 0-288-15,0 0-48 0,0 0-16 16,0 0 0-16,-5 8-416 0,-2 3-96 16,2 6-16-16,0 5 0 0,1 1-144 0,0 4 0 0,0-2 144 15,2 3-144-15,-1 5 0 0,2-2 144 0,-1 5-144 0,2-5 0 16,2-1 0-16,-1-1 0 0,0-3-160 15,2 0 160-15,-2 0-176 0,1-1 176 0,-1-2-128 16,0-1 128-16,-1-2-240 0,0-2 48 0,0-2 0 0,0-3 0 16,-1 0-480-16,0-6-96 15,-1 0 0-15,2-7-16 0,0 0-576 0,0 0-112 0,0 0-32 0,0 0 0 16,0 0-1728-16,0 0-352 0,-1-8-64 0</inkml:trace>
  <inkml:trace contextRef="#ctx0" brushRef="#br0" timeOffset="38563.72">5938 3381 42095 0,'0'0'1856'0,"0"0"400"0,-5 4-1808 0,5-4-448 0,0 0 0 0,0 0 0 0,0 0 1760 0,0 0 256 15,5 7 48-15,2-1 16 0,2-2-512 0,4 0-96 16,3-3-32-16,1 1 0 0,4-2-944 0,1 0-192 16,1-3-48-16,5 2 0 0,3-5-128 0,0 1-128 15,2-1 144-15,1 0-144 16,0 1-528-16,-1 0-208 0,0 1-32 0,1-2-23344 0</inkml:trace>
  <inkml:trace contextRef="#ctx0" brushRef="#br0" timeOffset="38929.44">6747 3253 26719 0,'0'0'1184'16,"-5"7"240"-16,-5-2-1136 0,4-1-288 0,2-3 0 0,-3 2 0 0,-2 0 6144 0,3-1 1152 16,-2-1 256-16,3 2 32 0,0 0-5808 0,1-2-1168 15,4-1-224-15,0 0-64 16,0 0-2224-16,0 0-448 0,0 6-80 0</inkml:trace>
  <inkml:trace contextRef="#ctx0" brushRef="#br0" timeOffset="39059.47">6778 3538 46479 0,'-10'7'2048'0,"10"-7"448"16,0 0-2000-16,0 0-496 0,-4 7 0 0,0-2 0 0,0-2 1344 0,-1 1 160 15,-1 2 32-15,6-6 16 0,0 0-432 0,0 0-96 16,0 0 0-16,0 0-16 15,0 0-2192-15,0 0-432 0,0 0-96 0</inkml:trace>
  <inkml:trace contextRef="#ctx0" brushRef="#br0" timeOffset="39496.78">7657 2977 30399 0,'0'0'1344'0,"0"0"288"16,0 0-1312-16,0 0-320 0,0 0 0 0,0 0 0 0,-4 0 4176 0,0 3 768 16,1 0 160-16,-1 3 16 0,0 2-2624 0,2 3-512 15,-2 8-128-15,0 4 0 0,-1 6-1152 0,1 6-208 0,-4 4-48 0,0 1-16 16,2 2-144-16,-1-1-32 0,-1-2 0 0,1-2 0 15,1-3-256-15,0-1 0 0,-1-3 0 0,3 0 0 16,3-1 192-16,0-2-64 0,1-2 0 0,0-3-128 31,1-3-320-31,0 0-192 0,3-2-16 0,0-3-16 0,1-2-1488 16,5-2-288-16,0-3-64 0,0-1-20336 0</inkml:trace>
  <inkml:trace contextRef="#ctx0" brushRef="#br0" timeOffset="40718.51">8024 3495 23951 0,'0'0'2128'0,"0"0"-1696"0,-1-4-432 0,0-3 0 0,-2 2 3968 0,-1 0 704 15,2-1 128-15,-1 1 48 0,0 0-2112 0,0 1-432 16,-1-2-64-16,0 0-32 0,0 2-864 0,0 1-192 16,0 0-16-16,-3 0-16 0,0 2-448 0,-1 0-96 15,0 1 0-15,-1 1-16 0,-4 3-80 0,0 2-16 16,-3 4 0-16,-2 0 0 0,-2 4-160 0,-1 2-48 15,-2 1 0-15,2 3 0 0,2-1-256 0,2 2 0 16,1-3 0-16,3-1 0 0,5-1 0 0,3-2 0 16,1-1 0-16,0-1 0 0,1-2-224 0,3-1 0 15,2-1 0-15,-2-8 0 16,9 5-320-16,1-3-64 0,3-4-16 0,2-1 0 16,3-4-96-16,2-1-32 0,-1 0 0 0,1-3 0 15,1-2 48-15,-1-4 0 0,1 0 0 0,1-1 0 16,-3-1 160-16,-1-2 32 0,0-1 16 0,-1-3 0 0,-1-1 320 15,-1-2 176-15,1-2-192 0,-3 0 192 0,-3-3 0 0,1 2 0 16,-2 1 0-16,-1 2 0 0,-2 4 0 0,0 3 0 0,-2 3 176 0,-2 3-176 16,-2 4 576-16,0 0 16 0,0 5 0 0,0 6 0 15,0 0 256-15,0 0 48 0,0 0 16 0,-4 6 0 16,0 5-720-16,0-2-192 0,0 5 0 16,1 6 576-16,0-1 64 0,0 5 32 0,2 0 0 15,-3 4-544-15,0-1-128 0,0 0 0 0,2 0 0 0,0-4 0 16,4-1 0-16,0-1 0 0,2 0-176 15,0 1 176-15,1-2 0 0,-1-2 128 0,3 0-128 16,-1-5 0-16,2 0 0 0,0-2 0 0,1-4 0 0,0-1 0 0,0-4-192 16,0 2 32-16,1-6 0 0,3-2 16 0,0-3 0 15,-2-2 0-15,1-1 0 0,0-1 144 16,1-2-192-16,-1-3 192 0,2 2-192 0,-1-4 192 0,1 0-192 16,-1-2 192-16,-1 1-192 0,0-1 192 0,0 0-160 15,-1 0 160-15,-2 0-160 0,-1 2 160 0,-3 3 0 16,-2 4 0-16,-2 3-128 0,-1 8 128 0,0 0 128 15,0 0-128-15,-5 1 176 0,-1 3 112 0,-2 3 32 16,0 0 0-16,0 5 0 0,0 2-160 0,1 2-32 16,-1 1 0-16,1-1 0 0,2-1-128 15,1 1 0-15,3 1 0 0,1 0 0 0,1 1 0 0,4-1-144 16,2 3 144-16,2-5 0 0,1 0-400 0,2-1 16 16,1-1 16-16,1-1 0 15,3-2-480-15,2-3-112 0,0 1 0 0,2-5-16 16,-1-1-432-16,-1-4-64 0,2-1-32 0,-1-1 0 15,-1 0 240-15,2-3 48 0,-3-2 16 0,-1-1 0 16,-2-5 624-16,-1 1 128 0,-1-2 32 0,0 1 0 0,-3-1 416 0,-2 0 224 0,1 1-32 16,-2-1 0-16,-2 2 704 0,-2 1 144 15,-3 1 32-15,-2 3 0 0,0 4 272 0,-2-2 64 0,-1 3 16 16,-2 2 0-16,-1 2-80 0,-2 1-32 0,-2 2 0 16,0 2 0-16,-2 3-416 0,1 1-64 0,-1 1-32 0,1 3 0 15,0-2-640-15,0 2-160 0,1 0 0 0,1 1 0 16,4-1 192-16,1 0 0 0,2-1 0 0,2 2 0 0,-1-1-192 0,2-1 0 15,1 0 0-15,3-5 0 16,0 3-560-16,3-1-144 0,0-1-16 0,2-3-16 16,-8-5-32-16,9 4-16 0,0-4 0 0,3-3 0 15,1-1 80-15,0 0 32 0,0-1 0 0,0-3 0 16,-1-1 208-16,-2-1 32 0,2-5 16 0,1 0 0 0,-1-2 48 16,1 0 16-16,-1-3 0 0,1 2 0 0,0 0 144 0,-2 1 16 15,-3 1 16-15,-1 3 0 0,-3 3 176 0,0-1 0 16,-2 5 0-16,-2 6 0 0,0 0 288 0,0 0 96 15,0 0 0-15,0 0 16 0,0 0 384 0,-5 5 80 16,0 3 16-16,0 1 0 0,-1 3-496 0,2 1-112 16,1-3-16-16,0 2 0 0,0 0-256 0,3 1 0 0,3 0 0 15,1 0 0-15,2-4 0 0,1 0 0 0,1-1-128 16,1-3 128 0,3 0-464-16,2-2 0 0,2-2 0 0,0-2 0 0,3-2 80 0,-1 1 32 15,0-4 0-15,0 1 0 0,-1-1 208 0,2-2 144 0,-4-1-192 16,0-2 192-16,-2-1 0 0,1-1 0 0,-2-2 0 0,0-1 0 15,-1-1 0-15,4-2 0 0,-2-1 0 16,0-7 0-16,-3-5 0 0,2 0 0 0,1-2 0 0,-1 0 0 16,2-1 128-16,-4 4-128 0,-2 3 0 0,0 6 144 15,-4 2-16-15,-3 6 0 0,-2 2 0 0,-2 6 0 16,3 6 784-16,0 0 160 0,-9 5 16 0,-3 5 16 16,1 5-256-16,-2 7-48 0,0 1-16 0,1 6 0 15,0 2-432-15,2 3-96 0,-1 0 0 0,2-1-16 16,0-2-64-16,3-5-16 0,2 0 0 0,2 2 0 15,4-2-160-15,2 0 0 0,1-3-192 0,1 1-11024 32,2 0-2208-32,3-1-432 0</inkml:trace>
  <inkml:trace contextRef="#ctx0" brushRef="#br0" timeOffset="42626.66">9970 3448 11967 0,'0'0'528'16,"0"0"112"-16,2-7-512 0,2-3-128 0,0 1 0 0,1 1 0 0,0 0 6800 0,-1 0 1328 16,-2-1 272-16,-1-1 48 0,0-1-5760 0,-2 2-1168 0,0 0-240 0,-3 1-32 0,-2 1-32 0,0 4 0 15,-3-3 0-15,0 5 0 0,-3 1-320 0,-1 0-80 16,-3 3-16-16,-2 3 0 16,-2 5-192-16,0 2-32 0,-1 1-16 0,0 0 0 15,0 2-432-15,3 0-128 0,1-2 0 0,3 2 0 16,-1 1 0-16,5 0 0 0,2-2 0 0,1 1 0 15,2-2 0-15,4-2 0 0,2 0 0 0,2 1 0 0,2-4-240 16,2 0-96-16,0 0-32 0,4-2 0 16,2-2-400-1,0-1-96-15,0-7-16 0,3 2 0 0,2-2-96 0,0-1-32 16,-1-2 0-16,0-2 0 0,1-1 64 0,-1 0 16 0,1-4 0 0,-1 1 0 16,-1 0 272-16,0-1 48 0,-2-1 16 15,-1-1 0-15,-3 0 352 0,1 0 80 0,-2 1 16 0,-3 2 0 0,-2 2 144 0,-1 2 224 16,-3 2-48-16,0-1-16 0,0 7 688 0,0 0 144 15,0 0 32-15,0 0 0 0,-5-3-48 0,5 3 0 16,-7 3 0-16,7-3 0 0,-5 7-416 0,0 2-96 16,1 1-16-16,1 2 0 0,1 2-320 0,0 3-128 15,1 0 0-15,1 4 144 0,0 2-144 0,1 4 0 16,-1 1 0-16,2 3 0 0,-1 5 0 0,2 0 0 16,-1 3 128-16,0 3-128 0,-2-3 0 0,0 0 0 15,-2-1 0-15,0 1 0 0,-2-2 0 0,1-2 0 16,-3 0 0-16,-2 0 0 0,-1-5 0 0,-2-1 0 15,-2-2 0-15,-1-5 0 0,0-1 0 0,-1-2 0 0,2-5 0 0,0-1 0 16,-3-4 128-16,2-2 0 0,-2-2 0 16,3-3 0-16,2 0-128 0,2-4 0 0,-2 0 0 0,2-2 128 15,-1-3-128-15,0-3 0 0,4-3-192 0,1-3 192 16,1-1-224-16,3-5 80 0,1-1 16 0,3-2 0 16,4-5-80-16,2-1-16 0,3-3 0 0,3-1 0 15,4-3 32-15,3-3 16 0,5-3 0 16,3 0 0-16,3-1 16 0,1 1 0 0,1 0 0 0,-1 1 0 15,1 1 160-15,-1 4 0 0,0 2-144 0,-3 2 144 16,-2 4 0-16,-2 2 0 0,-2 4 0 0,-3 4 0 16,-2-1 0-16,-3 6 0 0,-3-1 0 0,-1 3 0 15,-4 5 0-15,-1 2 0 0,-8 6 0 16,0 0 480-16,0 0 160 0,0 0 48 0,0 0 0 0,-4 7-112 0,-4 5-32 16,-1 2 0-16,-1 3 0 0,-3 2-336 0,1-1-64 15,0 0-16-15,2 0 0 0,1-1 32 0,1-1 0 16,0 0 0-16,1-2 0 0,3-1-160 0,1-1 0 15,-1-2 0-15,2-1 128 0,2-9-128 0,0 8 0 16,0-8 0-16,0 0 0 0,0 0 0 0,0 0 0 16,6 7 0-16,0-6 0 0,2-1-256 0,0-1 64 15,1-5 0-15,0 1 16 0,0-1 16 0,2-2 0 16,-1-3 0-16,0 0 0 0,2-4 0 0,1 0 0 16,3-4 0-16,-1 1 0 0,-1 0 32 0,-1 1 0 15,-2 0 0-15,0 3 0 0,-2 1 128 0,-3 4 0 16,-3 3-144-16,-3 6 144 0,0 0 0 0,0 0 288 15,0 0-48-15,-1 9-16 0,-2 2 496 0,-1 1 112 16,0 1 0-16,2 0 16 0,-1 0-688 0,2 1-160 16,-2-1 0-16,2-1 0 0,-1 0 0 0,2 1 128 0,3-6-128 15,0 3 144-15,1-4-144 0,1 1 0 16,-5-7 0-16,8 4 0 0,1-1 0 0,0-1 0 0,1-2 0 0,2-3 0 16,-2-1 0-16,2-1 0 0,0-3 0 0,0-1 0 15,-2 1-192-15,1 0 192 0,-2 1-192 0,0-3 192 0,0-1-176 0,0-2 176 16,0 0-128-16,0 0 128 0,0-6 0 15,1 2 224-15,-1-1-32 0,-1 0 0 16,-2-2-384-16,1 1-64 0,-1 4-32 0,1 2 0 0,-2 3 432 16,-3 1 96-16,0 2 16 0,-2 7 0 0,0 0-256 0,0 0-256 15,0 0 48-15,0 0 16 0,0 0 192 0,0 0 256 16,0 0-48-16,0 0-16 0,0 0-192 0,0 0 0 16,4 7 0-16,-2 1 0 0,1 1 0 0,-1 3 0 15,1-2 0-15,1 2 0 0,1-1 0 16,0 1 0-16,-1-1 128 0,4 6-128 0,0-3 0 15,-2 0 0-15,1 1 0 0,-2-6-128 0,0 0-80 16,1 0-16-16,-1 0 0 0,1 0 224 0,-2 0-176 16,-4-9 176-16,3 12-160 0,-1-1 160 15,0-5 0-15,-2-6 0 0,0 9 0 0,0-9 0 16,0 0 0-16,0 0-128 0,-3 7 128 0,3-7 0 16,-2 6 0-16,2-6 0 0,0 0 0 0,0 0 0 15,0 0 0-15,0 0 128 0,-6 5-128 0,6-5 0 16,0 0 0-16,0 0 0 0,0 0 0 0,0 0 0 15,0 0 0-15,0 0 0 0,0 0 0 0,0 0 0 16,0 0 0-16,0 0 0 0,0 0 0 0,0 0 0 16,0 0 0-16,0 0 0 0,8-4 0 0,0 1 0 0,-1-3 0 0,0 1-128 15,4-1 128-15,-2-1 0 0,1-2 0 0,1 0 0 16,0 0 0-16,3 0 0 0,0-2 0 0,-1 1 0 16,4-3 384-16,-1-2 144 0,-3 0 48 0,0-1 0 31,-2 0-912-31,2 2-176 0,-1-2-48 0,-1 2 0 0,-2 1 560 0,-2 0 0 0,0 1 0 0,-2 3 0 15,-2 0 0-15,-1 4 0 0,-2 5 128 0,0 0-128 0,0 0 192 16,0 0-16-16,0 0 0 0,0 0 0 16,0 0 80-16,-7 5 0 0,-1-1 16 0,-1 4 0 15,0 1-112-15,-1 3-32 0,1 2 0 0,0 2 0 0,-1 1-128 0,2-3 0 16,-1 2 0-16,2-2-176 0,1-1 176 0,2-1 0 16,3-1-144-16,1 1 144 0,1-1 0 0,3-2 0 15,1-1 0-15,1-2 128 0,2-1-352 0,1 0-80 16,1-1-16-16,3-1 0 0,0 0 320 0,2-2 0 15,1-1 0-15,1-1 0 0,0-3 0 16,0 0 144-16,0 0-16 0,1-1 0 0,0-4-128 0,-2-1-192 16,-1 0 32-16,1-2 16 0,1 1 144 0,-1 0 0 15,-3-6 0-15,0 0 0 0,-1-2 0 0,1-1 0 16,-2-2-160-16,0 2 160 0,-2 1-160 0,-1 1 160 16,-1 1-128-16,-1 4 128 0,-1 2 0 0,-1 2 0 15,0 0 0-15,0 1 0 0,-4 2 0 0,0 6 0 0,0-6 0 0,0 6 0 16,0 0 208-16,0 0-16 0,0 0-16 0,0 0 0 15,0 0-176-15,0 0 160 0,0 0-160 0,0 0 160 16,0 0-160-16,0 0 128 16,2 9-128-16,1 1 128 0,-1-1-128 0,1 2 0 0,0 2 0 15,-1 1 0-15,1 0 0 0,1 1 0 0,0 0 0 0,0 3 0 16,0-2 0-16,1-1-304 0,-3 1 48 0,1-3 16 16,1 0 384-16,-1 0 80 0,-2-1 16 0,0 0 0 15,-1-3-240-15,0 0 0 0,-1-1 0 0,1-8 0 16,-3 7 144-16,-1 0-16 0,-2-3 0 0,1 1 0 15,5-5 48-15,-7 4 0 0,3 1 0 16,-1-2 0-16,-4-2-176 0,0 0 192 0,-2 1-192 0,1-1 192 16,1 0-192-16,0 2 0 0,-1 0 0 0,-3-3 128 15,0 0-128-15,2 0 0 0,1 0 0 0,3 1-176 16,-1 0-672-16,1 1-144 0,7-2-32 0,0 0-23904 0</inkml:trace>
  <inkml:trace contextRef="#ctx0" brushRef="#br0" timeOffset="92245.76">11916 3290 8287 0,'-5'1'736'0,"-2"0"-592"0,-1 2-144 0,-1-6 0 15,-2 2 4944-15,0-1 960 0,2 2 192 0,1-3 48 16,2 2-2784-16,-1-1-544 0,2 2-128 0,5 0 0 0,0 0-768 15,0 0-160-15,0 0-32 0,0 0 0 0,0 0-640 0,0 0-128 16,8-1-16-16,1-2-16 0,3 2-224 0,1 0-64 16,0 0 0-16,2 1 0 0,1-2-192 15,2 2-64-15,6-1 0 0,-1 0 0 0,2-1-160 0,2 1-32 16,6 0-16-16,2-1 0 0,2 1-48 0,-1 0-128 16,3-1 192-16,2 1-64 0,-2-1-128 0,-1-1 0 15,-1 0 0-15,0 2 0 0,-2-2 0 0,0 2 0 16,-2 0 0-16,-2 1 0 0,0 0 0 0,-1 0 0 15,-2 0 0-15,-1 1 0 0,-2 3-384 0,-2-3 64 16,0 1 0-16,-3-1 0 16,-1 2-1104-16,-1-3-224 0,-1 1-32 0,-1 0-16 15,-1-1-912-15,0-1-176 0,0 0-32 0,1-2-9376 16,-1-1-1872-16</inkml:trace>
  <inkml:trace contextRef="#ctx0" brushRef="#br0" timeOffset="92621.02">12791 3126 41631 0,'0'0'1856'0,"0"0"368"0,-7-2-1776 0,2 2-448 0,5 0 0 0,0 0 0 16,0 0 880-16,0 0 80 0,0 0 32 0,0 0 0 16,0 0 160-16,0 0 48 0,0 0 0 0,0 0 0 15,5 6-800-15,0 0-144 0,2 1-48 0,0-2 0 16,-1 1-16-16,2-1 0 0,0 2 0 0,-1-3 0 0,3 2-192 0,-1 0 144 15,0-1-144-15,0 0 128 0,0-1-128 0,2 3 0 16,-1-5 0-16,0 2 0 0,1 0 0 16,-1 0 0-16,-1-2 0 0,-1 2 0 0,-1 0 0 0,-7-4 0 15,0 0 128-15,6 4-128 16,-1 1 0-16,-5-5 0 0,0 0 0 0,2 10 128 0,-1-4 32 0,-2 1 0 16,-2 0 0-16,-1 3 0 15,-1-3 96-15,-1 2 32 0,-4 1 0 0,1-1 0 16,0 1-32-16,-1 1 0 0,-2-1 0 0,0 0 0 0,1 1 16 0,0-2 0 15,1-1 0-15,1 0 0 0,-2 2-272 0,2-3 0 16,1 0 0-16,2 0 0 16,-1-3-656-16,2 0-240 0,1 1-64 0,4-5 0 15,0 0-2048-15,0 0-400 0,12 13-96 0,1-4-15888 0</inkml:trace>
  <inkml:trace contextRef="#ctx0" brushRef="#br0" timeOffset="101229.21">13681 2883 38751 0,'0'0'848'15,"0"0"176"-15,-5-3 48 0,1 1 16 0,1-2-864 0,3 4-224 0,0 0 0 0,0 0 0 0,0 0 336 0,0 0 32 16,0 0 0-16,0 0 0 0,0 0 560 0,0 0 112 16,0 0 32-16,0 0 0 0,4 12-368 0,0 1-80 15,0 2-16-15,0 5 0 0,-1 1-96 0,-1 5-32 16,1 4 0-16,0 2 0 0,-5 2 80 0,1 2 16 16,-2 0 0-16,1 2 0 0,-1-2-576 0,1 1 0 0,-2-2 0 0,0-4-192 15,0-1 384-15,0-1 96 16,0-3 16-16,0-2 0 0,-1-4-560 0,1 0-96 15,1-4-32-15,-1-1 0 16,0 0-64-16,1-2 0 0,0-6-16 0,0 0 0 16,3-7-1440-16,0 0-272 0,0 0-64 0,0 0-16 15,0 0-1920-15,0 0-384 0</inkml:trace>
  <inkml:trace contextRef="#ctx0" brushRef="#br0" timeOffset="101564.24">13520 2907 36799 0,'0'0'1632'0,"0"0"336"0,-7-3-1584 0,2-1-384 0,5 4 0 0,0 0 0 0,-3-6 768 0,3 6 80 15,0 0 16-15,0 0 0 0,5-8 48 0,5 1 16 16,3 1 0-16,2 0 0 0,1 1-672 0,3 0-128 16,1 0-128-16,2 0 192 0,6 1-192 0,2 0 0 15,1 1 144-15,0 1-144 0,2-1 160 0,-1-1-32 16,-2 3-128-16,-1 1 192 0,-2 0-192 0,-1 1 0 15,-1 3 0-15,-3 1 0 0,-3 2 0 0,-2 1 0 16,-3-1 0-16,-2 2 0 0,-3 1 0 0,-3 0 0 16,-2 2 0-16,-3 1 0 0,-1 0 0 0,-2 2 272 15,-2-1-48-15,-1 2-16 0,-3-1 240 0,-3 0 64 0,-2 2 0 0,0-1 0 16,-2-2-176-16,-2 2-16 16,0-3-16-16,-1 1 0 0,-2 1-160 0,1-2-16 15,-2 0-128-15,-2-1 192 0,1-2-384 0,1-1-64 0,1-1-32 0,1-2 0 31,1 2-1696-31,4 0-320 0,1-3-80 0,2 1-10144 0,3-3-2016 0</inkml:trace>
  <inkml:trace contextRef="#ctx0" brushRef="#br0" timeOffset="102004.26">14204 2930 24879 0,'0'0'2208'0,"0"0"-1760"15,0 0-448-15,0 0 0 0,0 0 2864 0,0 0 480 16,0 0 112-16,8 8 0 0,1 1-1440 0,-1 3-288 16,0 1-64-16,-1 5-16 0,1 5-528 0,0 4-96 15,-1 3-32-15,-1 2 0 0,2 3-160 0,-2 2-48 16,0 1 0-16,-1-2 0 0,-1-2-336 0,1-4-64 15,-2-1 0-15,-1-5-16 0,1 0-176 0,-1-2-48 0,1-4 0 0,0 1 0 16,-1-8-144-16,0 2 128 16,-1-1-128-16,0-1 128 0,0-4-128 0,1 1 160 15,-2-8-160-15,0 0 160 0,0 0 208 0,0 0 32 16,0 0 16-16,0 0 0 0,0 0-416 0,0 0-272 16,0 0 32-16,0 0 16 0,5-5 224 0,0-2 240 15,0 0-48-15,1-5-16 0,-1-2-48 0,1-3-128 16,2-3 192-16,0-2-64 0,1-5-128 0,0-5 0 0,2-3 0 0,2-1 0 15,-2-2 0-15,2 0 0 0,1 1-144 16,0 1 144-16,-1 2-320 0,0 4 0 0,1 0 0 0,-2 7 0 31,-2 2-1104-31,0 4-240 0,-3 4-32 0,0 4-16 16,-3 2-2256-16,-4 7-448 0</inkml:trace>
  <inkml:trace contextRef="#ctx0" brushRef="#br0" timeOffset="102237.05">14028 3246 46991 0,'0'0'1024'0,"0"0"224"0,0 0 32 0,0 0 64 0,5 0-1088 0,6-6-256 0,0 1 0 0,2 0 0 0,2 0 304 0,3-1 0 15,2 0 0-15,2-1 0 0,0 1-304 0,4-2 0 16,3 0 0-16,-1 0 0 0,1 2 0 0,1-1 0 16,1 2 0-16,-1 0 0 15,-1 1-2176-15,0 0-448 0,-1 2-96 0</inkml:trace>
  <inkml:trace contextRef="#ctx0" brushRef="#br0" timeOffset="102446.43">14800 3144 22111 0,'0'0'976'0,"0"0"208"0,0 0-944 0,0 0-240 0,0 0 0 0,0 0 0 15,8 0 4480-15,1-1 832 0,1 1 192 0,1-4 16 16,-1 1-3840-16,2 0-768 0,0 0-144 0,1-1-48 16,1 1-528-16,0-2-192 0,2 0 144 0,-2 1-144 15,1 1 0-15,-1 0 0 0,2 2 0 0,-3 0 0 16,1 0-1632-16,-2 1-256 0,-2 0-48 0,2 0-10144 15,2 0-2016-15</inkml:trace>
  <inkml:trace contextRef="#ctx0" brushRef="#br0" timeOffset="102617.89">14733 3313 16575 0,'0'0'1472'0,"0"0"-1168"0,0 0-304 0,0 0 0 0,0 0 6096 0,0 0 1168 15,0 0 224-15,9 0 64 0,2 0-5856 0,1-1-1168 16,2-3-224-16,2 0-48 0,1-1-256 0,1-2 0 16,1 0 0-16,4 0 0 15,-1-1-1184-15,1 0-128 0,1-1-32 0,2 2-11008 16,0-4-2224-16</inkml:trace>
  <inkml:trace contextRef="#ctx0" brushRef="#br0" timeOffset="103171.95">15256 3448 14735 0,'0'0'640'0,"0"0"160"0,-4 6-640 0,2 1-160 0,2-7 0 0,0 0 0 16,0 0 6400-16,0 0 1232 0,0 0 256 0,0 0 48 15,0 0-4624-15,0 0-944 0,0 0-176 0,0 0-32 16,0 0-1104-16,0 0-224 0,0 0-32 0,0 0-16 15,0 0-368-15,0 0-80 0,2-7-16 0,-1-3 0 16,1 1 208-16,0-2 48 0,2-2 0 0,-1-3 0 16,2-2-448-16,2-4-128 0,-1-5 0 0,2-3 0 0,1-2 0 15,2-3 0-15,0-3 128 0,2-1-128 0,0-1-192 0,0 1-112 16,2 4-16-16,-1 2 0 0,-1 3 320 16,1 4-192-16,-2 2 192 0,0 4-160 0,-2 1 160 15,-1 5 0-15,-1 4 0 0,0 2-128 0,-1 1 128 0,-2 3-160 16,-5 4 160-16,0 0-160 0,6 4 160 0,0 3 0 15,-1 1 0-15,-1 3-128 0,0 5 128 0,1-2 0 16,-1 3 0-16,0 4 0 0,1 3 0 0,-1 2 0 16,0 1 0-16,1 3 128 0,1-1-128 0,2 1 0 15,0-2 0-15,0 1 0 0,0-2 0 0,1-1 0 0,-1 1 0 16,-1-8 0-16,3-1 0 0,-4-2 0 16,1-2 0-16,0-2 0 0,0-3 0 0,0-1 0 15,-1-1 0-15,1-4 0 0,-7-3 224 0,0 0-32 16,7 2 0-16,3-2 0 0,-3-3-192 0,0-2-208 15,-2-3 32-15,0 2 16 0,0-4 160 0,2-1 128 0,0-5-128 0,-1-2 176 16,1-3-176-16,-1-2 160 0,2-5-160 0,-2-4 160 16,4-5-160-16,0 1 0 15,-1-5 0-15,2 3-176 0,2 2-144 0,1-1-48 16,2-1 0-16,-2-1 0 16,2 3-128-16,-1 3-16 0,0 6-16 0,5-3 0 31,-1 8-944-31,-4 7-192 0,-2 4-48 0,-1 5-20080 0</inkml:trace>
  <inkml:trace contextRef="#ctx0" brushRef="#br0" timeOffset="103863.56">16239 2788 39103 0,'0'0'1728'0,"-4"5"368"0,0 2-1680 0,0 2-416 0,0 1 0 0,2 3 0 0,-1-1 1088 0,1 5 144 16,-4-1 32-16,1 4 0 0,3 0-16 0,-2 3 0 16,0 0 0-16,0 1 0 0,0 2-656 0,1 2-128 15,-1 1-16-15,2-2-16 0,-1 2-224 0,2-3-32 16,-2-2-16-16,2-1 0 0,0 1-160 0,-1-1 160 16,1-4-160-16,-2-1 160 0,1-2-32 0,-1-3-128 0,-1-3 192 0,3 0-64 15,0-1-128-15,-1-1 192 16,2-8-192-16,0 0 192 0,0 0-192 0,0 0 128 15,0 0-128-15,0 0 128 0,0 0-128 0,-2-4-272 16,-1-2 64-16,2-4 16 16,1-4-352-16,1-5-64 0,1-3-16 0,0 0 0 15,2-7-336-15,3-2-80 0,0-3-16 0,3 0 0 16,-1-1 288-16,1 0 48 0,1 1 16 0,0 1 0 0,1 0 576 0,1 0 128 0,1 0 0 0,2 2 0 16,1 1 512-16,1 3 80 0,-1 2 32 0,0 1 0 15,-1 5-144-15,2-1-32 0,0 3 0 0,2 3 0 16,-2 2 0-16,3 2-16 0,-2-1 0 0,0 5 0 15,-1-1-128-15,-1 3-32 0,-1 2 0 16,-1 2 0-16,-3 0-96 0,0 2-32 0,-2 1 0 0,-1 4 0 16,2 2 16-16,-4 1 0 0,-3 3 0 0,0 2 0 15,-6 3 64-15,-2 3 16 0,0 3 0 0,-3 3 0 0,-2 0 0 16,-3-1 0-16,-3-1 0 0,-1 1 0 0,-1 0-48 0,-1 0-16 16,-2-1 0-16,1-1 0 0,1-3-176 0,-1 2 192 15,2-7-192-15,-1 0 192 0,3 2-192 0,-2-2 0 16,-3-7 0-16,3 2 0 15,-2-1-480-15,0-1 32 0,4-1 0 0,-1 1 0 16,2-2-160-16,1-2-32 0,1 0 0 0,4 2 0 16,0-4 640-16,2 1 0 0,6-4 0 0,0 0 0 0,0 0 0 0,0 0 160 15,0 0-160-15,0 0 160 0,0 0-160 0,0 0 0 16,4 6 0-16,3-3 0 0,1 1 0 0,1 2 0 16,1-2 128-16,1 2-128 0,0-3 352 0,2 2-16 15,1 0 0-15,-2 2 0 0,0-2 64 0,-1 3 16 16,0 2 0-16,-1-2 0 0,-1 0-112 0,2 0-32 0,-2-2 0 15,0 2 0-15,-3 1-128 0,2 1-16 16,0 0-128-16,0-1 192 0,0 1-192 0,0-3 0 0,1-2 0 16,0 3 0-1,-3-2-1632-15,0-1-224 0,1 1-32 0,3-1-12672 0,-3-4-2528 0</inkml:trace>
  <inkml:trace contextRef="#ctx0" brushRef="#br0" timeOffset="104238.4">16669 3238 41519 0,'0'0'1840'0,"0"0"384"0,-6 2-1776 0,2 4-448 0,0 0 0 0,0 2 0 0,-4 0 1792 0,3 1 288 16,1 3 48-16,2-2 16 16,-1 2-832-16,0 2-160 0,1-1-48 0,2 0 0 0,0-1-784 0,-2 0-144 15,1-3-48-15,2 1 0 0,5 1 64 0,0-5 0 16,-6-6 0-16,5 7 0 0,1-1-368 0,-1-1-64 15,-5-5-16-15,6 3 0 0,1-2 64 0,-1-1 16 16,1-1 0-16,-1 0 0 0,1-1 0 0,-1 0 0 16,1-2 0-16,-1 0 0 0,1-1 0 0,-2 0 0 15,0-3 0-15,1 0 0 0,1 0 0 0,0 0 0 16,-2 0 0-16,0 1 0 0,-1-1-96 0,0 0-32 16,-1 1 0-16,1 0 0 0,-4 7 96 0,0 0 16 15,0 0 0-15,0 0 0 0,0 0 192 0,0 0 0 16,0 0 0-16,0 0 0 0,-3 6 0 0,2 2 0 15,-2-2 128-15,2 1-128 0,1 2 0 0,0-2 0 16,1 0 0-16,1 1 0 16,1 0-1072-16,3-1-160 0,-2-1-48 0,1 1 0 15,-5-7-2928-15,0 0-592 0</inkml:trace>
  <inkml:trace contextRef="#ctx0" brushRef="#br0" timeOffset="104531.34">17269 2783 50975 0,'-14'-4'2256'0,"14"4"464"0,0 0-2176 0,0 0-544 0,-7-1 0 0,2 1 0 0,5 0 736 0,-5 0 32 16,5 0 16-16,-5 3 0 0,5-3 112 0,-4 4 0 15,0 3 16-15,0 3 0 0,0 3-672 0,0 3-240 16,0 2 144-16,-1 0-144 0,0-1 0 0,-1 4 0 15,1 4 128-15,1 1-128 0,0 1 0 0,0 3 0 16,2-2 0-16,-2 2 0 0,0-1 0 0,0-3 0 16,2-2 0-16,-2 0 0 0,-2-2-208 0,2-1-80 15,1-2-16-15,0-2 0 16,2-2-448-16,1-4-80 0,-2 1-32 0,0-3 0 16,-1-3-816-16,3-6-176 0,0 0-16 0,-8 5-16 15,-2-1-2080-15,10-4-400 0</inkml:trace>
  <inkml:trace contextRef="#ctx0" brushRef="#br0" timeOffset="104765.09">16927 2755 5519 0,'0'0'240'0,"0"0"64"0,0 0-304 0,0 0 0 0,10-1 0 0,0 0 0 16,6-1 9312-16,1 0 1808 0,1 1 352 0,1-1 80 15,4 1-8224-15,0 1-1664 0,2-4-320 0,10 1-64 0,-9 1-512 0,4-1-128 16,3-1 0-16,-1 0-16 16,2 0-352-16,-3 1-64 0,2 0-16 0,-3 0 0 0,0-1-192 0,0 2 0 15,-1-1 128-15,-2 2-128 16,-2-3-320-16,0 3-96 0,-3-1-32 0,0 0-15504 16,-1 0-3120-16</inkml:trace>
  <inkml:trace contextRef="#ctx0" brushRef="#br0" timeOffset="121290.41">11912 4927 7359 0,'0'0'320'0,"-8"3"80"0,-3-4-400 0,0 1 0 15,1 0 0-15,1 0 0 0,1 1 6400 0,0 2 1216 16,0-3 224-16,3 0 48 0,5 0-4208 0,0 0-848 16,0 0-160-16,0 0-48 0,0 0-1056 0,0 0-224 15,0 0-32-15,0 0-16 0,0 0-512 0,10 1-96 0,2-1-32 0,0 0 0 16,1 0-144-16,2 1-48 0,2-1 0 0,3 0 0 16,1-1-208-16,2 1-64 0,2 0 0 0,1 0 0 15,5-1-32-15,2 1-16 0,2-3 0 0,2 3 0 16,-1 0-144-16,1-1 192 0,-1-2-192 0,-1 3 192 15,3-3-192-15,1 2 0 0,0-1 144 0,1-1-144 16,-4 0 0-16,-1 1 0 0,2-1 0 0,-2 0 0 16,-2 3 0-16,-3 0 0 0,-6-1 0 0,1 2 0 0,-1 2 0 15,-5 1 0-15,-2-3 0 0,-1 2-128 0,-5 0-128 16,0-1 0-16,-2 2-16 0,0-3 0 16,-2-1-784-16,-7 0-160 0,0 0-16 0,7 2-16 15,0-2-1248-15,-1 1-256 0,1-2-64 0,2-1-10304 16,2 1-2048-16</inkml:trace>
  <inkml:trace contextRef="#ctx0" brushRef="#br0" timeOffset="121661.06">12933 4823 12895 0,'-17'-4'576'0,"17"4"112"0,-7-2-560 0,0-1-128 16,0-1 0-16,7 4 0 0,-6-4 5696 0,6 4 1088 16,-4-4 240-16,4 4 32 0,-6-4-3936 0,6 4-800 15,0 0-144-15,0 0-48 0,0 0-784 0,0 0-176 16,0 0-16-16,0 0-16 0,0 0-576 0,0 0-112 15,0 0-32-15,0 0 0 0,0 0-32 0,7 4 0 16,-7-4 0-16,8 8 0 0,0-4-128 0,-1 2-16 16,3 1-16-16,-1-1 0 0,0 1-80 0,1 0-16 15,-1-1 0-15,2 1 0 0,1-1-128 0,2-2 0 0,-5 0 0 0,1-2 0 16,1 0 0-16,-2 2 0 0,-1 0 160 16,1 0-160-16,-1-3 192 0,0 1-192 0,-8-2 192 0,7 4-192 15,-7-4 144-15,0 0-144 0,0 0 0 0,0 0 144 16,0 0-144-16,3 7 0 0,-2 1 0 0,-1-8 128 15,-2 8 384-15,-2-1 80 0,-3 1 16 0,1 0 0 0,-1-3-608 16,-1 2 0-16,1-1 0 0,-3 2 0 16,1-1 0-16,-1 0 0 0,-1 3 0 0,2-4 0 0,-2 2 0 0,0-2 0 15,2 1 0-15,1-1 0 0,3 1 0 0,5-7 0 16,-5 4 0-16,5-4-128 16,-4 6-1520-16,3 1-288 0,1-1-64 0,0-6-21328 15</inkml:trace>
  <inkml:trace contextRef="#ctx0" brushRef="#br0" timeOffset="127497.66">13789 4862 17503 0,'0'0'768'16,"0"0"176"-16,2-9-752 0,-1 0-192 0,-2 0 0 0,2-2 0 0,0 4 4576 0,3-3 880 15,1 4 176-15,1 2 48 0,-4 0-2672 0,-2 4-512 0,0 0-128 0,0 0 0 16,0 0-928-16,0 0-176 15,0 0-48-15,0 0 0 0,0 0-384 0,0 0-64 16,0 12-32-16,0 2 0 0,-4 3-192 0,-1 7-32 0,0-1-16 0,-2 4 0 16,0 2 64-16,0 1 16 15,1-4 0-15,-1 4 0 0,1 0-576 0,0-3 0 16,2 1 0-16,2-1 0 0,0-2 0 16,2 0-192-16,2-3 0 0,2-3 0 0,2-2 192 0,1-2 0 15,-1-3 0-15,2-2-144 0,1-2-64 0,2-3-16 0,0 0 0 16,1-5 0-16,1 0-48 0,0-4-16 0,2 2 0 0,-2-7 0 15,0-2 96-15,1-1 0 0,-2 1 16 0,-1-5 0 16,2-2 176-16,-1-3 0 0,-1-1-144 16,0-2 144-16,1-2 0 0,1 0 0 0,-2-3 0 15,-1 2 0-15,0 0 0 0,1-1 0 0,-2 1 0 0,-1 2 0 0,-2 3 128 0,0 5-128 16,-1 1 128-16,-1 6-128 0,-2 2 176 0,-2 8-48 16,0 0-128-16,0 0 192 0,0 0 128 0,0 0 32 15,-1 11 0-15,0 0 0 0,-1 2 336 16,1 3 64-16,-2 4 16 0,1-2 0 15,1 1-1440-15,-1 1-288 16,1 2-48-16,0-4-16 0,1 1 1312 0,0 0 256 0,0 1 48 0,1-2 16 16,0-1-944-16,2 1-192 0,-2-2-48 0,2-1 0 15,-1-2-928-15,1 1-192 0,1-3-32 0,1 0-16 16,-1-6-1488-16,2 0-288 0,2-1-64 0,0-1-14528 16</inkml:trace>
  <inkml:trace contextRef="#ctx0" brushRef="#br0" timeOffset="127725.77">14330 4933 47855 0,'0'0'1056'0,"0"0"224"0,0 0 32 0,0 0 32 0,0 0-1088 0,0 0-256 16,0 0 0-16,0 0 0 0,0 0 720 0,0 0 96 0,10 0 16 0,-1-6 0 15,1 2-576-15,3 1-128 0,0-1 0 0,2 1-128 16,-1 0 0-16,0 2 0 0,3 0 0 0,-1-1 0 15,1 0-800-15,0 1-160 0,2 1-48 0,-3 0 0 32,-2 0-784-32,-1 0-176 0,-1 1-16 0,0 1-16 0,1 2-2000 0,-4 0-400 0</inkml:trace>
  <inkml:trace contextRef="#ctx0" brushRef="#br0" timeOffset="127902.87">14368 5052 38879 0,'0'0'1728'0,"-4"3"336"0,4-3-1648 0,0 0-416 0,0 0 0 0,0 0 0 0,0 0 1232 0,0 0 176 16,0 0 16-16,9 3 16 0,2-2-1120 15,2-1-320-15,1-1 0 0,3-1 128 0,1 1-128 0,2 1 0 16,1-4 0-16,0 2-176 16,0-2-1504-16,-1 0-304 0,3-1-64 0,-1-1-15424 0</inkml:trace>
  <inkml:trace contextRef="#ctx0" brushRef="#br0" timeOffset="128597.31">15132 4860 17503 0,'0'0'768'0,"-2"-7"176"0,0-1-752 0,1 0-192 16,0 1 0-16,1 0 0 0,-3 1 5120 0,2 0 1008 15,1 1 192-15,0 5 32 0,0 0-3264 0,0 0-656 16,0 0-128-16,0 0-16 0,0 0-992 0,-5 1-192 16,-1 5-32-16,1 4-16 0,-3 2-336 0,2 3-64 15,-1 5-16-15,-1 2 0 0,-1 3 64 0,-1 0 16 16,-2-2 0-16,3 1 0 0,1 0-720 0,2 0 0 15,-1 1 0-15,2-2 0 0,2-5 0 0,2 1 0 16,1 0 0-16,3-3 0 0,-1-1 0 0,2 1 0 16,1-3 0-16,2 0 0 0,-1-4-240 0,2 0 16 15,1-1 0-15,1 0 0 0,0-3-96 0,2-1 0 16,-1-1-16-16,1-3 0 0,0-3-32 0,1-1 0 16,0-1 0-16,0-1 0 0,0-4 112 0,1-1 32 0,1-2 0 0,0-4 0 15,-2 0 224-15,2-2-144 16,-4-1 144-16,3-1-128 0,-1-1 128 0,1-2 0 0,0-1 0 0,-1 1 128 15,0-1-128-15,0 1 0 0,-1 2 0 0,-3 1 0 16,-1 2 0-16,-1 2 0 0,-2 1 0 0,-1 4 128 16,-3 3 64-16,0 3 32 0,-1 6 0 0,0 0 0 15,0 0 160-15,0 0 16 0,-2 6 16 0,-2 3 0 16,0 3 112-16,-3 3 32 0,2 1 0 0,1 1 0 16,2 0-560-16,-2 2 0 0,1-1 0 0,2 0 0 15,1 2-160-15,1-1-144 0,0-1-16 0,2-1-16 0,1 0 176 16,1-1 160-16,0-2-208 0,2 1 80 15,1-4-1104-15,1 1-224 16,0-1-32-16,1-4-16 0,3 0-1232 0,0-3-240 16,0-2-48-16,3 0-10048 0,4 0-2016 0</inkml:trace>
  <inkml:trace contextRef="#ctx0" brushRef="#br0" timeOffset="128880.46">16004 4601 29487 0,'0'0'2624'0,"0"0"-2112"16,-3-4-512-16,-1-1 0 0,4 5 3216 0,-4-4 544 15,-2 2 96-15,1 0 32 0,-3 2-1488 0,1 0-288 0,-2 2-64 0,-1 3-16 16,0 1-880-16,-2 4-160 16,-1 0-32-16,-1 7-16 0,-1 1-464 0,0 4-96 15,-2 4 0-15,-3 2-16 0,-1 2-176 0,2 2-16 0,-1 2-16 0,3-1 0 16,2 0-32-16,2-3 0 15,1-3 0-15,2-1 0 0,2 0-128 0,3 0 0 0,-1-2 0 16,4-4 0-16,0 3-240 0,4-4 80 0,0 2 16 0,2-1 0 31,3-1-320-31,1-3-64 0,2-2-16 0,2-1 0 0,2-5-1104 16,2 0-208-16,1-2-64 0,1 0 0 0,1-4-2032 16,2-4-400-16,5-2-96 0</inkml:trace>
  <inkml:trace contextRef="#ctx0" brushRef="#br0" timeOffset="129119.86">16346 4737 9215 0,'0'0'400'0,"0"0"96"0,0 0-496 0,0 0 0 0,0 0 0 0,0 0 0 0,0 0 7952 0,0 0 1504 16,0 0 288-16,0 0 64 0,-7 0-6368 0,2 4-1280 16,-1 1-256-16,1 4-48 0,-1 3-896 0,1 2-192 15,-1 2-16-15,-2 4-16 0,3-1-416 0,-1 5-64 16,0-2-32-16,2 2 0 0,0 3-224 0,1-5 144 15,-1 1-144-15,-1-1 128 0,1-1-288 0,0 0-64 16,1-1-16-16,0-2 0 16,0-2-288-16,2-2-64 0,0-1-16 0,-1-1 0 15,1-3-1376-15,1-9-256 0,1 6-64 0,-1-6-16 16,2 7-1520-16,-2-7-320 0,4 5-48 0</inkml:trace>
  <inkml:trace contextRef="#ctx0" brushRef="#br0" timeOffset="129343.84">16033 4810 43599 0,'0'0'1920'0,"0"0"416"0,0 0-1872 0,0 0-464 0,9 0 0 0,2 1 0 16,-1 1 1136-16,1-1 128 0,0 2 16 16,4-3 16-16,2 0-144 0,1 0-48 0,0 0 0 0,3 0 0 15,1 0-400-15,2 0-64 0,-1 0-32 0,2-3 0 16,0 2-480-16,-1-1-128 0,2 1 0 0,-1-2 0 15,3 1 0-15,-1-2 0 0,-2-3 0 0,1 2 0 16,-1 3-1024-16,-1-4-160 0,0 2-32 0,-1 0-16 16,2 1-3360-16,-3 0-656 0</inkml:trace>
  <inkml:trace contextRef="#ctx0" brushRef="#br0" timeOffset="129687.09">16564 4485 20271 0,'0'0'896'0,"0"0"192"0,0 0-880 0,10-1-208 0,3 0 0 0,2 1 0 15,-1 1 4128-15,3 2 784 0,-3-2 144 0,2 3 48 16,1 2-2416-16,0 1-464 16,1-1-112-16,2 1 0 0,-1 1-768 0,1 1-128 15,-1 1-48-15,5 6 0 0,-7-3-448 0,0 1-80 0,-1 2-32 0,-1 1 0 16,-1-1-208-16,-1 4-32 0,-1-1-16 0,-2 2 0 15,-3-1-64-15,-1 3-16 0,0 0 0 0,-2 2 0 16,-2-3-48-16,-2 4-16 0,0 0 0 0,-2 2 0 16,-2-5-32-16,0 3-16 0,-1-4 0 0,-1 2 0 15,-2-1-32-15,1-1 0 0,-2 0 0 0,-2-1 0 16,2 0-128-16,-3 1 128 0,0-2-128 0,1-1 128 0,-5 4-128 0,2-4 0 16,-1-1 144-16,4-2-144 0,-2-2 0 15,1 1 0-15,2-3 0 0,2-2 128 16,0-2-832-16,0 2-176 0,3-6-16 15,4 1-16-15,-1-1-2528 0,2-4-496 0</inkml:trace>
  <inkml:trace contextRef="#ctx0" brushRef="#br0" timeOffset="153664.85">17585 4978 34095 0,'0'0'3024'0,"0"0"-2416"0,0 0-480 0,0 0-128 0,0 0 3120 0,0 0 592 16,0 0 128-16,9 1 32 0,-2-2-2176 0,5 1-432 15,3 0-96-15,0 0-16 0,1-1-256 0,2 0-64 16,4-5-16-16,0 5 0 0,2-2-368 0,2 1-80 16,-1-3-16-16,2 1 0 0,3-2-128 0,0 3-32 15,0-4 0-15,1 2 0 0,1 1-192 0,0 0 0 16,0-1 128-16,0 1-128 0,-1 0 0 0,1 0 0 16,-2 0 0-16,0 2 0 15,-2-1-1408-15,1 0-368 0,-4 2-80 0,-2-2 0 16,-3 2-1792-16,-2 1-336 0,-1 1-80 0</inkml:trace>
  <inkml:trace contextRef="#ctx0" brushRef="#br0" timeOffset="153892.57">17699 5071 21183 0,'-9'1'1888'0,"-3"2"-1504"0,2-2-384 0,1-1 0 15,1 1 6224-15,4 1 1184 0,4-2 224 0,0 0 48 16,0 0-5456-16,0 0-1104 0,0 0-224 0,12 3-32 0,-2 1-176 0,5-2-48 15,2 2 0-15,2-3 0 0,3 2-304 0,2-1-64 16,1-4-16-16,2 2 0 0,2 0-256 0,2-2 128 16,1 0-128-16,5-1 0 0,2-1 0 0,0-1 0 15,3 2 0-15,1-1-192 16,1-1-1136-16,1 0-208 0,-2-2-64 16,0 1 0-16,-2-1-2144 0,-2 1-432 0,-2 1-96 15</inkml:trace>
  <inkml:trace contextRef="#ctx0" brushRef="#br0" timeOffset="154175.26">18578 4943 17503 0,'0'0'768'0,"-9"0"176"0,0 0-752 0,0-1-192 16,-1 1 0-16,3-2 0 0,0 1 6240 0,7 1 1216 15,0 0 240-15,0 0 48 0,0 0-4880 0,0 0-992 16,0 0-192-16,0 0-32 0,0 0-688 0,0 0-144 16,0 0-32-16,0 0 0 0,0 0-464 0,3 8-112 15,3 0-16-15,3-3 0 0,1-1-32 0,1 1-16 16,2 2 0-16,2-1 0 0,-2-3-144 0,2-1 0 15,2 1 0-15,0 1 128 0,0 0-128 0,1 0 0 16,-2 0 0-16,1-3 0 0,-1 1 0 0,-1 2-144 16,-2 2 144-16,-2-2-208 0,-3-1 208 0,-2 3 0 15,-2 0 0-15,-4-6-144 0,0 0 144 0,0 0 128 0,-4 8-128 0,-1 1 176 16,-3-2 96-16,-1 0 32 16,-3 1 0-16,-2 1 0 0,-3 1-80 0,-1-1-16 15,-1-2 0-15,0 3 0 0,-2-4-208 0,0 2 0 0,0 2 0 0,0-1-160 16,2 1-1984-16,2-4-400 15</inkml:trace>
  <inkml:trace contextRef="#ctx0" brushRef="#br0" timeOffset="154999.47">19803 4757 32255 0,'0'0'2864'0,"0"0"-2288"0,0 0-576 0,0 0 0 16,0 0 2864-16,0 9 464 0,-1 5 80 0,-1-1 32 0,-2 4-2048 0,0 3-416 15,0 3-80-15,0 0 0 0,0 0-128 16,0-2 0-16,0-2-16 0,0-2 0 0,2 0-560 0,-1-1-192 16,2-2 144-16,-2-1-144 15,2-4-960-15,0-1-288 0,-1 0-48 0,2-8-12960 16,0 0-2576-16</inkml:trace>
  <inkml:trace contextRef="#ctx0" brushRef="#br0" timeOffset="155148.35">19957 4554 39503 0,'-13'-6'1744'0,"7"2"368"0,1 3-1680 0,-1-1-432 15,2 2 0-15,-1-3 0 0,5 3 576 0,0 0 16 16,0 0 16-16,0 0 0 16,0 0-1584-16,0 0-320 0,0 0-64 0,11 7-10160 15,0 2-2048-15</inkml:trace>
  <inkml:trace contextRef="#ctx0" brushRef="#br0" timeOffset="155464.51">20401 4616 11967 0,'-3'-15'1072'0,"3"10"-864"0,0 0-208 0,0-4 0 16,0-2 4544-16,-1 1 848 0,-2-2 176 0,2 1 48 16,-2 0-2144-16,1 2-416 0,-2 2-96 0,-2 1-16 15,0-3-960-15,-1 2-208 0,0 2-48 0,-1 0 0 16,1 4-576-16,1 1-128 0,-2 1-32 0,-1 0 0 15,1 2-352-15,1-1-80 0,1 1-16 0,-1 2 0 0,0 2-224 0,-1 1-64 16,0 1 0-16,1 1 0 16,0 4-128-16,0 1-128 0,1 3 192 0,0 3-192 0,0 2 128 15,-1 3-128-15,1 3 0 0,1 1 0 16,-1 1 0-16,1 2 0 0,-1 2 0 0,-1 0 0 0,2 1 128 0,1-3-128 16,-1 0 0-16,0-3 0 0,1-4 0 0,0 0 0 15,-2-1 0-15,1-3 0 0,1 2 0 0,0-2-304 16,1 0 48-16,-1-3 0 15,0-2-1136-15,1-2-208 0,0-3-64 0,1-2 0 16,-1-2-1376-16,3-8-288 0,0 0-48 0,0 0-9136 16,0 0-1824-16</inkml:trace>
  <inkml:trace contextRef="#ctx0" brushRef="#br0" timeOffset="155664.39">19913 4996 28559 0,'0'0'2544'0,"0"0"-2032"15,0 0-512-15,0 0 0 0,0 0 3904 0,0 0 704 16,0 0 128-16,0 0 16 0,0 0-2560 0,0 0-512 16,0 0-96-16,9-3-32 0,2 1-832 0,0 1-160 0,2-2-48 0,2-1 0 15,-1-1-256-15,2 3-64 16,3-4-16-16,1 1 0 0,-2 0-176 0,3 0 0 0,0-1 0 0,3 3 128 31,1-7-704-31,1 4-128 0,-1-1-48 0,2 2 0 16,2 1-2784-16,2-1-560 0</inkml:trace>
  <inkml:trace contextRef="#ctx0" brushRef="#br0" timeOffset="156288.39">21142 4681 39679 0,'0'-5'880'0,"0"-4"176"0,-1-3 32 0,2-2 16 0,2 0-880 0,0 1-224 0,-1-1 0 0,1 1 0 15,-2 0 1408-15,0 1 224 0,-1 1 48 0,-1 1 16 16,-1 4-416-16,-2-2-64 0,4 8-32 0,-3-5 0 0,-2 1-384 0,5 4-80 16,-5-3-16-16,5 3 0 0,-8 3-144 0,0 2-48 15,0 2 0-15,0 4 0 0,-1 0-176 0,1 5-32 16,-1 3-16-16,1 5 0 0,-1 2-32 0,0 1 0 15,0 3 0-15,1 0 0 0,0 4-256 16,1 0 0-16,-1 1 0 0,2 0-144 0,0-1 320 0,1-1 64 16,0-3 16-16,1-3 0 0,0-1-256 0,1-1 0 15,-2 0 0-15,0-5 0 16,-1 0-960-16,1 0-176 0,-1-1-32 0,-1-3-16 16,1-2-480-16,-2-3-80 0,0-2-32 0,-1 1 0 15,0-3-1648-15,0-1-336 16,-2-2-64-16,1-1-12944 0</inkml:trace>
  <inkml:trace contextRef="#ctx0" brushRef="#br0" timeOffset="156784.97">20836 5105 6447 0,'5'-19'272'0,"-2"12"80"0,2-3-352 0,2 0 0 16,2 0 0-16,2-3 0 0,2 0 7424 0,2-1 1424 15,0 3 288-15,2-2 48 0,2-3-5728 0,0 0-1136 0,3 2-224 16,1-3-48-16,-1 1-1040 0,1 1-208 0,3-3-32 0,2 1-16 16,-2 1-336-16,0 2-64 0,1 1-16 0,-1 2 0 15,-2 2-176-15,-2 3-32 0,-3-1-128 0,-2 2 192 16,-4 5 0-16,-1 2 0 0,-4 2 0 0,-3 4 0 15,-2 3 272-15,-3 3 48 0,-4 3 16 0,-1 2 0 16,-2 1-16-16,-1 1 0 0,-1 0 0 0,0 0 0 16,0-6-192-16,1 2-32 0,0 0-16 0,0-5 0 15,3 0-272-15,1-6 0 0,0 1 0 0,4-7 0 16,0 0 0-16,0 0 0 0,0 0 0 0,0 0-144 0,0 0-160 0,0 0-16 16,0 0-16-16,8 0 0 0,1-6-48 0,0 1-16 15,1-1 0-15,0-3 0 0,2-2 16 0,0-5 16 16,-2-1 0-16,2 1 0 0,1-1 112 0,0-2 32 15,0 0 0-15,1 1 0 0,0-1 224 0,0 2-192 16,-3 3 192-16,1 1-192 16,0 4 192-16,-2 1 0 0,1 3 0 0,-4 3 0 15,0 0 0-15,-1 2 0 0,1 2 128 0,-1 2-128 0,-2 3 432 0,2 2-32 16,-1 3 0-16,0 1 0 0,-1 0 16 0,1 1 0 16,2 2 0-16,-3-1 0 0,-1 2 96 0,1-1 0 15,0-2 16-15,-1-1 0 0,0-1-528 0,-1-1 0 16,1-1 0-16,-1-3 0 0,-2-7 160 0,6 6-160 15,-6-6 128-15,0 0-128 0,0 0 0 0,0 0 0 16,0 0 0-16,0 0 0 0,6 1 0 0,-6-1 0 16,7-1 0-16,-2-4 0 0,-1-2 0 0,1 0 0 15,3-3 0-15,0-1 0 0,-1-2-160 0,4-3-64 16,2-1-16-16,1-5 0 16,-1 1-528-16,4 1-128 0,1 4 0 0,2-3-16 15,0 4-1040-15,0 0-208 0,1 4-32 0,1 1-12016 0,2 4-2384 16</inkml:trace>
  <inkml:trace contextRef="#ctx0" brushRef="#br0" timeOffset="157165.57">22283 4733 13823 0,'0'0'1216'0,"0"0"-960"0,0 0-256 0,0 0 0 16,-9 4 7024-16,0 0 1360 0,-2 2 256 0,0 4 64 0,-4 1-5184 0,0 2-1056 15,-2 3-208-15,0 4-32 0,-1-4-960 0,1 4-192 16,0-3-48-16,4 0 0 0,4-1-640 0,1-2-128 15,1-2-16-15,3-2-16 0,3 0-224 0,1 1-160 16,-1-2 32-16,1-9 0 0,0 0-192 0,7 4-48 16,3-1 0-16,-1-2 0 15,0 0-176-15,1-1-32 0,1-1-16 0,0-3 0 16,0-3 16-16,1 0 0 0,-2-3 0 0,3 0 0 16,-1-2 80-1,1 1 32-15,0-1 0 0,-1-2 0 0,-3-1 160 0,0 1 48 0,0 0 0 0,-1 2 0 0,-2 3 112 0,1 1 144 16,-5 1-208-16,-2 7 80 0,0 0 128 0,0 0 128 15,0 0-128-15,0 0 176 0,0 0 176 0,0 0 32 16,0 0 16-16,0 0 0 0,-2 8-176 0,-1 3-32 16,-1-4-16-16,3 5 0 0,1 0-176 0,0 0 0 15,1-1 0-15,2 1 0 0,2-3 0 0,2 0 0 16,2-1-160-16,1 0 160 16,2 1-1152-16,0-2-144 0,2-5-32 0,3 1 0 15,1-2-2208-15,2 0-448 0,-1-1-96 0,4-1-16 0</inkml:trace>
  <inkml:trace contextRef="#ctx0" brushRef="#br0" timeOffset="157599.24">22665 4757 16575 0,'0'0'1472'15,"0"0"-1168"-15,-5-4-304 0,5 4 0 0,-5-2 5216 0,5 2 992 0,0 0 192 0,0 0 32 16,-6 4-2480-16,0 1-496 0,2 3-112 0,0 4-16 16,2 0-1632-16,-1 2-336 0,-1 3-64 0,0 3-16 0,3-1-656 0,-1 3-144 15,0 2-32-15,-1 1 0 0,3-3-256 0,-1 1-48 16,-3 2-16-16,1 0 0 0,1-2-128 0,-1 1 0 15,-1-1 0-15,-1-3 0 0,1 1 0 0,0-2 0 16,0-2-160-16,0-1 160 0,1-2 0 16,-1-2 0-16,0-3-128 0,0-3 128 0,-1 0-128 0,5-6 128 15,0 0-208-15,0 0 80 0,-7 2-192 0,7-2-48 16,0 0 0-16,-4-5 0 16,-1-3-144-16,2-2-16 0,2-5-16 0,1-2 0 15,-1-2-352-15,2-2-64 0,2-2 0 0,2-1-16 16,3-3 0-16,1 1 0 0,0-3 0 0,3 0 0 0,1 1 528 0,1-1 128 15,-1 2 0-15,1-1 16 0,2 6 304 0,-3 1 0 16,0 6 0-16,2-2 144 0,-1 4 288 0,0-1 48 16,2 4 16-16,-2 1 0 0,1 2-32 0,0 4 0 15,-1-3 0-15,0 5 0 0,-1-2-128 0,-3 3-16 16,0 3-16-16,0 0 0 0,-10-3 0 0,6 6 0 0,-1 2 0 0,-1 1 0 16,-1 1 0-16,-2 4 0 15,-1 0 0-15,-2 2 0 0,-2 0-80 0,-3 4-16 0,-1-4 0 16,-1 2 0-16,0 1-208 0,1 1 176 0,-4-4-176 0,2-2 160 15,1-1-160-15,-2-4-256 0,2 0 64 0,0-1 16 32,1-1-1680-32,2-1-320 0,6-6-80 0,0 0-19328 0</inkml:trace>
  <inkml:trace contextRef="#ctx0" brushRef="#br0" timeOffset="158105.07">23067 4614 14735 0,'0'0'1312'15,"0"0"-1056"-15,-2 7-256 0,0 1 0 0,-1 2 7808 0,2 2 1488 16,3 1 304-16,0 1 64 0,-5-1-6464 0,2 3-1312 16,-4-2-256-16,1 3-48 0,0 2-704 0,3 0-144 15,-3 1-32-15,2 1 0 0,0-3-352 0,2 0-80 16,-3-4-16-16,2 1 0 0,2-1-128 0,-1-1-128 16,0-1 144-16,1 0-16 0,1-6-128 0,-2-6 0 15,0 0 0-15,0 0 0 0,1 4 0 0,-1-4 0 16,0 0 0-16,0 0 0 0,0 0 0 0,0 0 0 15,0 0-160-15,7-7 160 0,-2 1-144 0,4-2 144 16,0-2-160-16,1-3 160 0,3-3-192 0,2-1 48 16,0 1 16-16,2-1 0 0,2 1 128 0,0-3-208 15,1 1 80-15,-1-2 128 0,3 4-176 0,-1 0 176 16,-1 2-128-16,-1 0 128 0,-2 3 0 0,-2 0 0 0,-4 4 0 16,0 1-128-16,-2 2 128 0,-9 4 0 0,0 0 0 15,0 0 0-15,0 0 0 0,0 0 176 16,4 10-176-16,-1-1 192 0,-5 2-48 0,0 2 0 0,-4 3 0 15,-1 1 0-15,-4 1-16 0,-2 3-128 0,3 0 192 0,-1 2-64 16,3-6-128-16,2 0 0 0,-1 0 144 0,2-1-144 16,1 0 0-16,0-5 0 0,3 1 0 15,0-2 0-15,1 2 0 0,1-3 0 0,3-1 0 0,1-3 0 16,-5-5 0-16,9 3-160 0,0 0 160 0,2-3-160 16,-1-6 160-16,1 1-208 0,-1-1 80 0,-1-2 128 0,0 0-192 15,2-1 192-15,-3-2-192 0,2 0 192 0,-1-2-176 16,-1-2 176-16,1 0-128 0,-1-1 128 0,-2 0-144 15,0-1 144-15,-1 2-160 0,-1 0 160 16,-3 1-640 0,0 1-48-16,-1 1 0 0,-1 2 0 0,-1 1-976 0,0 1-192 0,1 0-32 0,1 2-16 15,0 6-3120-15,3-7-624 0</inkml:trace>
  <inkml:trace contextRef="#ctx0" brushRef="#br0" timeOffset="158988.47">23673 4668 11055 0,'0'0'976'0,"0"0"-784"16,0 0-192-16,0 0 0 0,0 0 5984 0,0 0 1152 15,0 0 224-15,0 0 64 0,-4 6-3344 0,0 2-672 16,-1 1-128-16,0 3-16 0,-3 2-1312 0,0 2-256 16,-2-3-48-16,0 3-16 0,0 2-672 0,3-1-144 15,1 3-32-15,1-4 0 0,-2 1-624 0,6-1-160 16,2-2 0-16,2-1 0 0,2-1 0 0,0-1 0 16,2-4 0-16,1 0 0 15,1-3-320-15,1 1-160 0,3-5-32 0,2 0 0 0,2-4 336 0,1 2 176 16,0-9-192-16,2 2 192 0,-5 1-432 0,2-1 32 0,0-4 0 15,0 0 0-15,-3-1 48 0,1-1 16 0,-1 0 0 16,0-1 0-16,2-7 144 0,0 3 16 0,-3 0 16 16,-5 3 0-16,-1 2 160 0,0 2 0 15,-3 1 0-15,-3 6-128 0,-1 6 352 0,0 0 80 0,0 0 16 0,0 0 0 16,-8 2 160-16,-1 6 32 0,-1-2 16 16,-2 4 0-16,0 1-256 0,3 2-48 0,0 0-16 0,3 0 0 15,2 2-208-15,4-1 128 0,-3-1-128 0,3 2 0 16,1-1 0-16,2 0 0 0,2 1 0 0,0-6 0 15,-5-9 0-15,11 9-192 0,-11-9 192 0,13 5-160 0,0 2 16 16,0-5 0-16,1 2 0 0,1-4 0 0,2 0 144 0,-2-3-192 16,2 0 192-16,0-1-192 0,1-4 192 0,1-1 0 15,-3-4 0-15,4-2-128 0,0 1 128 0,-2-3 0 16,-1-1 0-16,2-1-128 0,1-3-32 0,2 1 0 16,-4-2 0-16,1 1 0 0,-4 1-16 0,2 1 0 15,-5 10 0-15,0-3 0 0,-5 3 176 0,3 0 0 16,-4 3 0-16,-1 4 0 0,-3-4 320 0,-1 4 32 15,3 1 16-15,-4 2 0 0,0 0 16 0,0 0 16 16,0 0 0-16,0 0 0 0,0 5-240 0,1 2-160 16,-2-1 192-16,1 4-192 0,4 0 0 0,-3 3 0 15,-1-1 0-15,-1 1 0 0,2 0 0 0,-1 1 0 16,0 1 0-16,3-1 0 0,-3 0 0 0,1 1 0 16,-1-2 0-16,1 0 0 0,2 1 0 0,1-4 0 15,0 2 0-15,1 0 0 0,-2 0 0 0,-1-2 0 16,1 1 0-16,1-2 0 0,0-2 0 0,-1 0 0 0,1-2 0 15,0-1 0-15,2 0 0 0,-3-1 0 0,-3-3 0 0,6 1-144 16,-1-2 144-16,1-1-160 0,2 0 160 16,-1-4-160-16,-1 0 160 0,1-2-160 0,-1-1 160 0,3 0-160 15,1-3-32-15,0-1-16 0,2-3 0 0,2 1 0 16,3-3-112-16,-1-2 0 0,2 0-16 0,-1 0 0 16,-2 0 144-16,1 2 16 0,1 3 16 0,-1 0 0 15,-2-5 160-15,-2 6 0 0,0 1 128 0,-5 2-128 16,-1 1 400-16,-3 2 16 0,4 3 0 0,-2 2 0 15,-5 3-32-15,0 0-16 0,0 0 0 0,0 0 0 16,0 0-176-16,0 0-48 0,0 0 0 0,0 0 0 0,5 7-144 16,-1-1 0-16,-5 2 144 0,2 0-144 15,2 1 0-15,0 0 0 0,0 2 0 0,1 0 0 0,-1 1 0 0,3 1 0 16,2 2 0-16,-1-2 0 0,-5 1 0 0,2 2 0 16,2-2 0-16,-4 2-128 0,1-1 128 0,-1 0 0 15,1-4 0-15,-3 0 0 0,-3 0 0 0,1 3 0 16,0-1 0-16,0-3 0 0,-6 0 160 0,-1 1-32 15,-2-1-128-15,-4 3 192 0,-5-5-16 0,1 0-16 16,-3 0 0-16,1-2 0 0,4-3-160 0,0 0 0 0,-4-2 0 16,1 0 0-1,2-1-2080-15,-1 1-400 0</inkml:trace>
  <inkml:trace contextRef="#ctx0" brushRef="#br0" timeOffset="159703.9">25705 4515 13823 0,'0'0'1216'0,"0"0"-960"0,-6-4-256 0,1 2 0 0,5 2 8112 16,-6 2 1568-16,0 0 320 0,-1 3 64 0,1 3-7056 0,-2 2-1424 16,-1 5-288-16,-1 3-48 0,-1 4-480 0,-1 1-112 15,-1 1-16-15,2 2 0 0,-1 0-320 0,1-1-64 16,1-2 0-16,1-1-16 0,2-1-240 0,2-1 176 16,0-3-176-16,1-3 160 0,1-2-160 0,1-3 0 15,0-2 0-15,2-7 0 0,0 0 0 0,0 0 0 16,0 0 0-16,0 0 0 0,0 0-240 0,0 0-80 15,8-6 0-15,0-1-16 0,1-4 0 0,-1-1 0 16,1-1 0-16,0-1 0 0,0-2 80 0,2-2 0 0,-1-1 16 0,2-5 0 16,-2 1 80-16,0-1 16 0,-1 1 0 0,-1 2 0 15,-2 1 144-15,1 3 0 0,-2 4 0 16,-1 2 0-16,-2 0 0 0,0 5 272 0,-2 6-32 0,0 0-16 16,0 0 192-16,0 0 32 0,0 0 16 0,0 0 0 15,7 5-272-15,3 3-48 0,-1-1-16 0,2 3 0 16,1 0-128-16,1 2 0 0,2 1 0 0,1 1 0 15,0 0 0-15,0 1 0 0,-1-1-144 0,0 0 144 16,-2 1 0-16,-1-1 0 0,-2 0 0 0,-1-3 0 0,-1 1-128 16,-2-2 128-16,-2 0 0 0,-1 0 0 0,-2-1-192 15,-1 0 192-15,-1 0-192 0,-2-2 192 0,-2-1 128 16,-1 1 144-16,-2-2 32 0,-1 3 0 0,0-3-304 0,-2 0 0 16,-2 2 0-16,-1-5-144 0,-3 2 144 0,-1-4 0 15,-1 0 0-15,0 0 0 0,-2 0-192 0,-1-3-48 16,0 1-16-16,1 1 0 15,-1-5-1328-15,3 2-272 0,2 1-48 0,4-1-16 16,4 0-2640-16,4 0-544 0</inkml:trace>
  <inkml:trace contextRef="#ctx0" brushRef="#br0" timeOffset="159992.42">26365 4332 33167 0,'0'0'2944'0,"-5"-4"-2352"0,0-2-464 0,5 6-128 0,-6-1 4416 0,6 1 848 16,-5 1 176-16,0 2 48 0,1 2-3216 0,0 4-640 15,-2-1-128-15,2 4-32 0,0 0-1024 0,0 3-192 0,0 4-64 0,-1 1 0 16,-2 0-192-16,-1 3-160 0,2 1 32 0,-2 2 0 16,0 4 128-16,0 0 0 0,-1-1 0 0,2-2 0 15,-4 3 0-15,3-4 128 0,0-1-128 0,1-2 128 16,-1-1-128-16,1-1 0 0,1-2-176 0,1-2 176 15,-2-2-240-15,3-2 48 0,0-2 16 0,2-4 0 16,2-7-672-16,0 0-144 0,0 0-32 16,0 0 0-16,0 0-896 0,0 0-192 0,0 0-48 15,0-6 0-15,0-4-1872 0,1-5-384 16,-1-21-80-16,8 4-16 0</inkml:trace>
  <inkml:trace contextRef="#ctx0" brushRef="#br0" timeOffset="160192.44">25927 4316 47055 0,'0'0'2080'0,"0"0"432"0,0 0-2000 0,0 0-512 16,0 0 0-16,0 0 0 0,0 0 1536 0,9 0 192 16,2 0 64-16,0 0 0 0,4 0-768 0,2 0-128 15,1 0-48-15,5 0 0 0,5 0-480 0,3-3-112 16,3 3 0-16,9 0-16 0,3-1 80 0,-5 2 32 16,-2-2 0-16,-1-2 0 0,-7-1-224 0,1 2-128 15,-2-3 128-15,0 2-128 0,-2 0-208 0,-3 1-112 16,0 1-32-16,-2-2 0 15,5 2-1248-15,-5 1-256 0,-1 1-64 0,-2 3-21776 0</inkml:trace>
  <inkml:trace contextRef="#ctx0" brushRef="#br0" timeOffset="160384.81">26558 4564 32255 0,'0'0'2864'0,"0"0"-2288"0,0 0-576 0,0 0 0 0,0 0 3488 0,0 0 592 16,7 2 112-16,-1-2 32 15,-6 0-2160-15,9-1-416 0,2 0-96 0,0-1-16 16,2 1-1072-16,3 0-208 0,0-1-64 0,5 1 0 16,-1-2-944-16,0 3-192 0,-2-2-32 0,2 2-16 15,-3 0-2080-15,-2 2-432 0,-2 0-80 0</inkml:trace>
  <inkml:trace contextRef="#ctx0" brushRef="#br0" timeOffset="160517.39">26561 4708 23951 0,'-7'2'2128'0,"1"0"-1696"15,6-2-432-15,-6 5 0 0,2 1 4672 0,4-6 832 16,0 0 192-16,0 0 16 0,0 0-3328 0,0 0-656 16,0 0-144-16,7 7-32 0,1-4-1088 0,0 1-208 15,3-4-64-15,4 1 0 16,2-2-1888-16,2 1-384 0,3-5-80 0,7 3-16 16,11-3-2048-16,2 0-400 0</inkml:trace>
  <inkml:trace contextRef="#ctx0" brushRef="#br0" timeOffset="160855.13">27256 4462 12895 0,'3'-13'576'0,"-3"13"112"0,3-7-560 0,-3 7-128 0,3-6 0 0,-3 6 0 16,0-4 7136-16,0 4 1392 0,0 0 288 0,0 0 48 15,0 0-5152-15,-7 0-1040 0,-2 0-208 0,-1 3-32 16,-5 2-1120-16,0 4-224 0,-4 1-32 0,2 3-16 16,0 4-528-16,-2 2-96 0,5-4-32 0,-3 3 0 15,1 1-256-15,2-1-128 0,-2 3 128 0,4-2-128 0,0 2 0 0,3 0 0 16,4-1 128-16,1 0-80 15,2-1-48-15,4 2 0 0,3-3 0 0,2-1 0 16,1-2 0-16,1 0 0 0,3-2 0 0,1-1 0 0,0-3 0 16,2-1 0-16,1-2-160 0,4 1 160 0,6-5 0 0,0 2 0 15,-5-4 0-15,-1-4 0 0,1 2-160 0,0-5 160 16,-3 1-192-16,2-2 192 0,0-1 0 0,-1-4 0 16,-3-1 0-16,2-2 0 0,-4-5 0 0,1 1 0 15,-5-3 0-15,1 0 0 0,-4 7 128 0,-1-4-128 16,-4 0 0-16,-1 0 0 0,-2-3 128 15,-1 1-128-15,-6 0 0 0,0 0 0 0,-5-7 0 0,0 3 0 16,0 1 0-16,-2 3 0 16,1 1-896-16,-2 4-80 0,6 2-16 0,0 3 0 15,-1 3-2080-15,2-3-432 0</inkml:trace>
  <inkml:trace contextRef="#ctx0" brushRef="#br0" timeOffset="161602.1">27986 4579 30399 0,'0'0'2704'0,"0"0"-2160"0,0 0-544 0,0 0 0 16,0 0 4160-16,0 0 736 0,0 0 144 0,0 0 16 0,0 0-2896 0,0 0-592 16,0 0-112-16,7-1-32 0,5 1-400 0,1-3-64 15,4-1-32-15,1 1 0 0,3-3-592 0,4 1-112 16,4 0-32-16,2 1 0 0,4-3-16 0,3 1-16 16,4 2 0-16,1-1 0 0,0 0-160 0,0-1 0 15,-3 2 0-15,-1 1 128 0,-1 0-128 0,-1-1 0 16,-3 1 0-16,-2 1 0 15,-2-1 0-15,-3 2-144 0,-3-2 144 0,-2 2-208 16,-2 0-496-16,-3 1-112 16,-2 0-16-16,-2 0 0 0,-2-2-1216 0,-2 1-256 0,-9 1-64 0,0 0-19760 15</inkml:trace>
  <inkml:trace contextRef="#ctx0" brushRef="#br0" timeOffset="161886.29">28769 4403 13823 0,'0'0'1216'0,"0"0"-960"15,-6-4-256-15,6 4 0 0,0 0 8640 0,0 0 1696 16,0 0 336-16,0 0 64 0,0 0-8224 0,0 0-1632 16,0 0-336-16,0 0-64 0,9 8 32 0,1-1 16 15,2-2 0-15,1 1 0 0,1 2-400 0,-1-3-128 0,0 1 0 0,2-1 0 16,-2 1 0-16,0 1 0 16,-1-1 128-16,-2-2-128 0,0 2 0 0,-2-3 0 0,-1 1 128 0,-7-4-128 15,0 0 128-15,0 0-128 0,0 0 144 16,0 0-144-16,0 0 240 0,-6 8-48 0,-1-1-16 0,-2-1 0 15,-3 1 16-15,-3-1 16 0,1 1 0 0,-3 2 0 16,-2-3-208-16,0 1 0 0,1-1 0 0,1 1-160 16,-2 0-96-16,2 0 0 0,1 2-16 0,3-2 0 31,1-3-1840-31,4 2-384 0,3 1-64 0</inkml:trace>
  <inkml:trace contextRef="#ctx0" brushRef="#br0" timeOffset="162518.49">29476 4501 31615 0,'0'0'1408'0,"5"-7"272"0,1 2-1344 0,2-1-336 16,-1-1 0-16,1 2 0 0,-1-1 1376 0,1-1 208 16,-1 2 32-16,-1 1 16 0,-6 4 736 0,0 0 128 15,0 0 48-15,0 0 0 0,0 0-896 0,0 0-176 0,0 0-48 0,6 6 0 16,-4 1-240-16,-2 2-48 16,0 3-16-16,-4 1 0 0,-2 0-480 0,-3 2-80 0,-2 4-32 0,-1-1 0 15,-1 0-240-15,2 2-48 0,-2-2-16 0,1 0 0 16,1-2-96-16,2-2-128 0,0-1 176 0,4 0-176 15,-2-2 128-15,2-2-128 0,1-1 0 0,2-2 144 16,2-6-144-16,0 0 0 0,0 0 0 0,0 0-160 16,0 0 16-16,0 0 0 0,0 0 0 0,0 0 0 15,8-5-80-15,1-1-16 0,0-4 0 0,1 0 0 0,1-6-16 16,-1 2 0-16,2-2 0 0,1-2 0 16,1-3-16-16,2-1-16 0,0-3 0 0,0 2 0 0,1 1 96 0,-1 3 0 15,-2 0 16-15,-1 3 0 0,-2 4 176 16,-3 2 0-16,-3 2 0 0,0 3 0 0,-5 5 192 15,0 0 112-15,0 0 16 0,0 0 16 0,0 0 48 0,0 0 16 16,7 4 0-16,-1 2 0 0,-1 1-224 16,1 1-48-16,-1-2-128 0,1 0 192 0,1 0-192 0,1 1 0 15,-1-1 0-15,3 2 0 0,0 1 0 0,2 1 0 16,-1-2 0-16,1 1 0 0,1 1 0 0,0 0 0 16,2-4 0-16,-4 4 0 0,0-1 0 0,-1-1 0 15,-2-1 0-15,0 0 0 0,-8-7 0 16,0 0-160-16,5 6 160 0,-5-6-128 0,0 0 128 0,1 7 0 15,-1 1 0-15,0-8 0 0,-6 5 0 0,-3 1 0 16,0-3 0-16,-4 2 128 0,-3-1-128 0,-1 3 144 16,-1-3-144-16,-2 0 160 0,-1-1-160 0,-1 1 0 15,-1-1 0-15,-1 0 0 0,1 1 0 0,1-2-192 0,1 2 0 0,1-1 16 32,3-1-1152-32,3 1-224 0,2-2-48 0,6 2-14432 0,6-3-2880 15</inkml:trace>
  <inkml:trace contextRef="#ctx0" brushRef="#br0" timeOffset="162936.69">30275 4360 34095 0,'0'0'3024'0,"0"0"-2416"0,0 0-480 0,-7 0-128 0,2-1 4032 0,-1 4 800 15,-2 0 160-15,-1 4 16 0,0 3-3088 0,-1 5-608 16,-3-1-128-16,0 3-32 0,0 1-384 0,2 1-64 15,-1-1-32-15,3 0 0 0,2 2-480 0,2 0-192 16,1-3 128-16,2 3-16 0,2-6-112 0,2 1 0 16,1-1 0-16,1-1 0 0,1-1 0 0,1-1-128 15,1-4 128-15,2 1-160 0,-1-4 16 0,1 0 0 16,1-2 0-16,1-2 0 0,1-1 144 0,-1-2 0 16,1-2 0-16,1-1 0 0,-1-2-208 0,1-1 32 15,-1-3 16-15,2-1 0 0,2-3 160 0,-2-2 0 16,-1-2 0-16,0 0 0 0,3-1 0 0,-1 0 0 15,1 0 0-15,0 3 0 0,-5 3 0 0,1 0 0 16,-2 3 0-16,-2 3 0 0,-3 1 0 0,1 3 0 16,-6 5 160-16,0 0-160 0,0 0 240 0,0 0-48 15,2 8-16-15,0-1 0 0,-1 4-176 0,-1-1 160 16,0 5-160-16,1-1 160 0,1 0-160 0,0 2 0 0,2 1 0 16,1 0 0-16,2-1 0 0,1-1 0 0,1 0 0 0,1-1 0 31,2-1-384-31,0 0-96 0,1 0-32 0,0-4 0 15,1-1-1152-15,0-2-224 0,2-2-48 0,2-1-13744 0,3 0-2752 0</inkml:trace>
  <inkml:trace contextRef="#ctx0" brushRef="#br0" timeOffset="163128.17">30958 4339 36863 0,'0'0'3264'0,"0"0"-2608"0,0 0-528 0,0 0-128 0,0 0 3424 0,0 0 656 16,0 0 128-16,0 0 16 0,0 0-2576 0,9 0-528 15,3 0-96-15,1 0-32 0,0 0-384 0,3 0-80 16,2 0-16-16,3 2 0 0,-2-1-512 0,2 0 0 16,0 2 0-16,0-2 0 15,0 4-992-15,-2-3-304 0,2 0-64 0,-4 2-16 16,-1 0-2048-16,-3 4-416 0,0 0-64 0</inkml:trace>
  <inkml:trace contextRef="#ctx0" brushRef="#br0" timeOffset="163286.84">30885 4560 9215 0,'-12'1'400'0,"12"-1"96"0,0 0-496 0,0 0 0 16,0 0 0-16,0 0 0 0,0 0 8096 0,0 0 1520 15,0 0 304-15,12-3 64 0,1 1-7472 0,4 0-1488 16,4-1-320-16,2 1-48 0,6 1-816 0,1 1-160 16,0 0-48-16,3 0 0 15,-1 0-1152-15,5-4-224 0,-1 1-48 0,1-2-16944 0</inkml:trace>
  <inkml:trace contextRef="#ctx0" brushRef="#br0" timeOffset="163661.15">31837 4339 11967 0,'0'0'528'0,"1"-5"112"0,-1 5-512 0,0 0-128 0,0 0 0 0,0 0 0 16,-1-6 8064-16,1 6 1568 0,0 0 320 0,0 0 64 16,-7-3-6288-16,1 2-1248 0,-2 1-256 0,-1 2-48 0,0 1-1168 0,-3 3-240 15,-1 2-32-15,-1 4-16 0,-3 2-464 0,-3 3-80 16,-2 3-32-16,-2-1 0 0,0 0-144 0,0-1 0 15,1-2 0-15,2 4 0 0,3 0 0 0,2 1 0 16,3-2 0-16,5 1 48 0,3 1-48 0,2-2 0 16,5 0 0-16,1-1 0 0,5-1 0 15,3-2 0-15,3 0 0 0,3-2 0 0,1-1 0 0,2-2 0 16,3-3 0-16,2-1 0 0,-1-2 0 0,0 0-192 16,1-3 192-16,1-1-208 0,0-1 208 0,0 0 0 15,-1-1 0-15,0-3-144 0,-2-1 144 0,2-5 0 16,0 1 0-16,-3-3-128 0,-4-3 128 0,-1-1 0 15,-2-1 0-15,-2 0 0 0,-4-1 0 0,-3 2 0 16,-2-1 0-16,-4 0 128 0,-2 0-128 0,-4-1 144 16,0 1-144-16,-5 2 160 0,-4-1-160 0,-2 4 0 0,-1-4 0 0,-1 1 0 15,1 0 0-15,1-1 0 16,3 4 0-16,1 0 0 16,1 2-560-16,3 5-80 0,1-1-32 0,2 1 0 15,0-1-1888-15,5 1-368 0,1 6-80 0</inkml:trace>
  <inkml:trace contextRef="#ctx0" brushRef="#br0" timeOffset="193225.05">6580 6683 6447 0,'0'0'576'0,"0"0"-576"0,-4 7 0 0,4-7 0 0,-4 3 8768 0,4-3 1664 15,-4 6 320-15,4-6 64 0,0 0-7744 0,0 0-1536 16,-4 7-304-16,4-7-64 0,0 0-656 0,0 0-128 15,0 0-16-15,0 0-16 16,-1 7-1328-16,1 0-272 0,0-7-48 0,0 0-16 16,5 9-2064-16,0-1-400 0,1 0-96 0,0 0-7456 15,-1-2-1504-15</inkml:trace>
  <inkml:trace contextRef="#ctx0" brushRef="#br0" timeOffset="193326.83">6611 6836 4607 0,'0'8'400'0,"0"1"-400"0,-1 3 0 16,-2-2 0-16,1 3 5856 0,-2 1 1088 0,-1 1 224 0,-1-1 32 15,0 2-3232-15,1-2-640 0,1-1-128 16,0 0-16-16,0-1-1520 0,3 0-320 0,-2-3-48 0,2 0-16 0,-1-1-832 15,2-8-192-15,0 0-16 0,0 0-14192 16,7 4-2816-16</inkml:trace>
  <inkml:trace contextRef="#ctx0" brushRef="#br0" timeOffset="194242.31">7180 7072 30399 0,'0'0'2704'0,"0"0"-2160"16,0 0-544-16,0 0 0 0,0 0 3168 0,0 0 528 15,0 0 96-15,0 0 32 0,0 0-2160 0,9 0-416 16,1-3-96-16,1-1 0 0,0-1-512 0,1-1-80 16,0-3-32-16,1-1 0 0,1-1-400 0,0-5-128 15,0 2 0-15,-1-2 0 0,1 0 128 0,-2 1-128 16,-1-1 192-16,1-1-192 0,0-2 176 0,-2-1-176 16,1-1 160-16,-2 0-160 0,0 1 176 0,-3 0-176 15,-2 2 192-15,2 1-192 0,-4 1 192 0,-1 3-64 16,-2 3 0-16,-1 3-128 0,2 7 336 0,-8-1-32 15,-3 1-16-15,1 4 0 0,-2 5 192 0,-1 4 32 16,-1 5 16-16,-1 6 0 0,1 2-352 0,0 2-176 0,1 4 160 0,2-2-160 16,2 2 0-16,4 1 0 15,2-3 0-15,2-2 0 0,4-3 0 0,3-1 0 16,3-3 0-16,3-3-160 0,2-4-96 0,1-1 0 16,0-1-16-16,2-3 0 15,3-4-208-15,1-1-32 0,0-4-16 0,1-4 0 16,0-1-160-16,0-1-16 0,-2-5-16 0,-2 1 0 0,-2-2 192 15,-2 0 32-15,0-3 16 0,-2 0 0 0,-3-3 480 0,-1-2-144 16,-2-2 144-16,0-1 0 0,-2-2 0 0,-2 0 224 0,-1 1-32 0,1-1 0 16,-2 0 224-16,-2 1 32 0,1 4 16 0,-1 1 0 15,-1 4 64-15,-1 3 16 0,0 2 0 0,1 3 0 16,3 7 208-16,0 0 32 0,0 0 16 0,0 0 0 0,0 0-304 0,0 0-64 16,3 9-16-16,2 3 0 0,1 1-416 0,0 3 128 15,4-2-128-15,2 4 0 0,0 0 0 0,0 2 0 16,2-2 0-16,2-1 0 0,-1 3 0 15,2-1 0-15,-1 0 0 0,1-4 0 0,1 0-192 0,0-4-32 16,2 0 0-16,-3-1 0 16,-1-2-1248-16,-1 0-256 0,-1-4-64 15,0-4 0-15,0 0-896 0,-1 0-192 0,-1-3-48 0,1-1-15776 0</inkml:trace>
  <inkml:trace contextRef="#ctx0" brushRef="#br0" timeOffset="194441.62">7937 6746 23039 0,'-17'0'2048'0,"11"3"-1648"16,-2 1-400-16,-1 1 0 0,1 1 5568 0,0 3 1024 16,0 3 192-16,-2 0 64 0,-1 0-4112 0,1 1-816 0,-2 2-176 0,0 2-16 15,-1 1-960-15,2 1-176 0,-1 0-32 0,1 2-16 16,0-4-384-16,2 0-160 0,1-1 128 0,1 1-128 16,1 0 0-16,1-2 0 0,1 0-144 0,1-4 144 31,0-2-1344-31,3 1-176 0,-1-1-16 0,1-9-16 15,0 0-1728-15,5 6-352 0,2 1-64 0,1-3-14864 0</inkml:trace>
  <inkml:trace contextRef="#ctx0" brushRef="#br0" timeOffset="195224.93">8058 6781 19343 0,'-13'-2'1728'0,"9"-1"-1392"0,-1 2-336 0,5 1 0 0,0 0 4864 0,0 0 912 16,0 0 176-16,0 0 48 0,0 0-2896 0,0 0-576 15,0 0-112-15,0 0-32 0,0 0-1072 0,0 0-224 16,0 0-32-16,3 8-16 0,-3-8-544 0,2 7-112 16,1 1-32-16,-3-8 0 0,3 8-96 0,-3-8-32 15,2 9 0-15,-2-9 0 0,0 0-224 0,0 0 144 16,3 8-144-16,-3-8 128 0,4 8-128 0,-4-8 0 16,0 0 144-16,4 8-144 0,-4-8 0 0,0 0 0 15,0 0 0-15,0 0 128 0,0 0-128 0,0 0 0 16,1 7 0-16,-1-7 0 0,0 0 0 0,0 0 0 15,0 0 0-15,2 8 0 0,-2-8 0 0,0 0 0 16,2 8 0-16,-2-8 128 0,0 0-128 0,1 9 128 16,0 0-128-16,1 0 128 0,-2-1 48 0,2 0 16 15,1 0 0-15,1 1 0 0,0 0-192 0,0 0 128 16,-2-1-128-16,2 1 128 0,-1 2-128 0,1-5 0 0,0 2 0 0,-4-8 0 16,6 7 0-16,1-1 0 0,-1 1 0 0,-1-1 0 15,2 1 0-15,-7-7 0 0,0 0 0 0,8 3 0 16,-8-3 0-16,9 6 0 0,-9-6 0 0,8 1 0 15,-8-1 0-15,0 0 0 0,0 0-160 0,0 0 160 16,0 0-320-16,10-1 16 0,-1-2 16 0,-9 3 0 16,5-4-32-16,-5 4-16 0,7-6 0 0,-3-1 0 15,-3-1 128-15,0 1 16 0,-1-1 16 0,-1-3 0 0,-1 2 48 0,-2 1 0 16,1-1 0-16,0 3 0 0,0-5 128 0,-1 3-160 16,-2 1 160-16,1-3-160 0,-1 3 160 15,-1-2 0-15,-1-1 0 0,0 4 0 0,-1 1-128 16,2-1 128-16,-4 5-128 0,-1-1 128 0,-1 2 0 15,0 2 0-15,0-1 0 0,0 5 0 0,-1-1 0 0,1 1 272 16,1 1-32-16,2 2-16 0,1 1 64 16,1 1 16-16,1 1 0 0,3 1 0 0,2 0-96 0,2 1-16 15,1 2 0-15,3-3 0 0,0 0-192 0,4 0 0 16,2-1 0-16,2-1 0 0,0 0 0 0,1-5 0 16,1-1 0-16,0-1 0 0,1-1-304 0,-1-2 48 15,-1 1 16-15,0-4 0 16,-1-2-144-16,-1-1-16 0,1-1-16 0,-3-1 0 0,0 1 112 0,1-1 32 15,-1-1 0-15,-3 2 0 0,1-5 272 0,-1 2-192 16,0-1 192-16,-1-2-160 0,-4 0 160 0,2 1 0 16,-1-1 0-16,0 0 0 0,-2 2 0 0,0 1 0 15,-2 1 0-15,2 1 0 0,0 7 128 0,0 0 0 0,-4-4 0 16,4 4 0-16,0 0 336 0,0 0 80 16,-6 2 16-16,1 0 0 0,5-2-160 0,-3 7-16 0,0 1-16 15,2 2 0-15,-2 2-240 0,3-1-128 0,2 2 160 16,0 2-160-16,1-1 0 0,1 0 0 0,1 1 0 0,0-2 0 15,-1 1 0-15,3-3 0 0,-1-1-192 16,2-1 192 0,1-1-1472-16,2 0-192 0,-2-3-48 0,3 0 0 15,1-5-2960-15,-2-4-576 0</inkml:trace>
  <inkml:trace contextRef="#ctx0" brushRef="#br0" timeOffset="195814.62">8447 6815 27647 0,'0'0'1216'0,"-7"4"256"0,2 0-1168 0,5-4-304 0,-3 6 0 0,2 4 0 0,1 0 5120 0,0 2 960 16,0-1 192-16,0 3 32 0,0-1-3840 0,1 2-768 15,2 3-160-15,0 2-16 0,-1 2-944 0,2-2-176 16,0 1-32-16,0-2-16 0,0 1-80 0,-1-6-16 16,-1 2 0-16,1-3 0 0,1-3-256 0,0 1 0 15,-1-2 0-15,1-3 0 0,-4-6 0 0,0 0 0 16,0 0 0-16,0 0 0 0,0 0 0 0,7 0-144 15,-7 0 16-15,6-4 0 0,-6 4 0 0,6-5 0 16,-1-1 0-16,-1-2 0 0,-2-4 128 0,2-1-128 16,0-1 128-16,0-2-128 0,0-1 0 0,1-1 0 15,2-2 0-15,1 1 0 0,-2-1 128 0,2 1-160 0,-2 0 160 16,2 2-160-16,0 6 160 0,-1-2 0 16,0 3 0-16,-1 4 0 0,-6 6 0 0,0 0 0 0,0 0 0 0,0 0 0 15,5 5 224-15,0 2-32 0,-1 1 0 16,0 1 0-16,-2 2 0 0,1 2-16 0,0 3 0 15,-1 1 0-15,1 0-176 0,0 1 0 0,-1 0 0 0,1 1 0 16,-1-6 0-16,1-2 0 0,1 1 0 0,0-4 0 16,-2 1 0-16,2-1 0 0,-1-1 0 0,-3-7 0 15,0 0 0-15,0 0 0 0,0 0 0 0,0 0 0 16,0 0 0-16,9 0 0 0,-1-2 0 0,0-4-176 0,-2-2 176 16,-2-1-160-16,1-2 160 0,2 0-160 0,-1-4 160 0,0 0-192 15,1-2 192-15,3 0-192 16,0-4 64-16,-2 1 0 0,0 1 0 0,1-1 0 0,-1 2-16 15,1 2 0-15,-2 2 0 0,-1 3 0 0,-2 5 144 0,-4 6-128 16,0 0 128-16,0 0-128 0,0 0 128 0,0 0 176 16,1 8-48-16,-1 2 0 0,0 3 0 0,-1 2 0 15,1-1 0-15,0 3 0 0,0 1-128 0,1-2 0 16,0 1 0-16,2 0 0 0,-1 0-144 0,4 0-16 16,0 0 0-16,1-2 0 15,1-4-1056-15,1-1-192 0,1-1-64 0,0-1 0 16,2-1-912-16,0-2-192 0,0-4-48 0,-1-1 0 15,2-1-1184-15,2-6-240 0,-2 1-48 0</inkml:trace>
  <inkml:trace contextRef="#ctx0" brushRef="#br0" timeOffset="196036.19">9113 6806 31039 0,'0'0'1376'0,"0"0"288"0,0 0-1344 0,0 0-320 16,0 0 0-16,0 0 0 0,0 0 3328 0,-7 5 576 0,2 3 128 0,1 2 32 15,2 2-1856-15,-1 3-368 0,2-1-80 16,0 4-16-16,-1 3-960 0,2 2-192 0,0 2-32 15,2 1-16-15,1 2-304 0,1-4-64 0,0 3-16 0,1-1 0 16,-1 0-160-16,0 0 0 0,0-3 0 0,1-1 0 16,-1-1 0-16,-1-3 0 0,0 1-192 0,-2-5 192 15,1 0-544-15,0-2 16 0,-1-1 0 16,0-4 0-16,-1-7-1008 0,0 0-208 0,0 0-48 16,0 0 0-16,0 0-464 0,0 0-112 0,0-6 0 0,2-3-16 15,0-7-560-15,1-2-128 0,-2-2 0 0</inkml:trace>
  <inkml:trace contextRef="#ctx0" brushRef="#br0" timeOffset="196283.65">9134 6832 26607 0,'1'-21'1168'0,"-1"12"256"0,1-1-1136 0,1-1-288 0,-1 2 0 0,2-1 0 0,-1-1 2928 0,2 2 528 15,1 0 96-15,-1 2 32 0,-4 7-1088 0,4-6-224 16,-4 6-32-16,8-4-16 0,1-1-1072 0,0 0-224 16,0-1-32-16,1 5-16 0,1-2-560 0,1 3-96 15,0 3-32-15,-1-2 0 0,1 2-192 0,1 1 144 16,0 1-144-16,-4 2 128 0,-2 3 48 0,-1 3 0 15,1 1 0-15,-2 3 0 0,-1 3 112 0,-1 2 32 16,-3-2 0-16,0 3 0 0,-2-2-112 0,-2 2-16 16,-3 2 0-16,0-1 0 0,-2-1-64 0,0-3-128 15,0-2 176-15,1-1-176 0,-1-1 0 0,0-3-256 0,0-2 32 0,-1-3 0 32,3-4-992-32,0-1-208 0,7-3-48 0,0 0 0 15,0 0-2048-15,0 0-400 0,0-8-96 0,0-4-13424 0</inkml:trace>
  <inkml:trace contextRef="#ctx0" brushRef="#br0" timeOffset="196609.78">9494 6578 27647 0,'-6'5'2448'0,"1"-1"-1952"0,0 2-496 0,0 2 0 16,0 4 4640-16,-1 1 832 0,1 0 160 0,1 4 48 16,0 1-3632-16,0 3-704 0,1 4-160 0,0-2-32 15,0 2-304-15,3 0-64 0,2-2-16 0,2 1 0 16,1-2-416-16,3-1-96 0,1-2 0 0,1 1-16 15,2-4-240-15,1-2 0 0,0-2 0 0,3-2 0 16,1-3 0-16,1-2 0 0,-3-4-208 0,1-1 64 16,0-1-160-16,1-3-16 0,-3-3-16 0,2 1 0 0,-3-3 48 0,0-2 16 15,-2 0 0-15,1-2 0 0,-3 0 80 16,0-2 32-16,-1 0 0 0,0-1 0 16,-4 2 160-16,0 1-208 0,-3 2 80 0,-1 5 128 0,0 6 0 0,0 0 256 15,0 0 0-15,-9 1-16 0,-1 4 432 0,-1 3 96 16,1 2 0-16,2 2 16 0,-1 1-416 0,1 2-96 15,0 0-16-15,2 1 0 0,3 1-256 0,2-2 0 16,2 1 0-16,2 0 0 16,1-3-816-16,3 0-160 0,3-3-48 0,0-1 0 15,2-2-2144-15,1-2-432 0,2-4-96 0</inkml:trace>
  <inkml:trace contextRef="#ctx0" brushRef="#br0" timeOffset="196784.53">10044 6762 23951 0,'0'0'1056'0,"0"0"224"0,-8 2-1024 0,1 0-256 0,7-2 0 0,0 0 0 16,0 0 6512-16,0 0 1232 0,0 0 256 0,0 0 64 16,0 0-6656-16,0 0-1408 0,0 0 0 0,0 0-288 15,10 1-3440-15,-1 1-688 0</inkml:trace>
  <inkml:trace contextRef="#ctx0" brushRef="#br0" timeOffset="196911.73">10101 6945 45791 0,'-9'12'2032'0,"9"-12"400"0,-5 5-1936 0,5-5-496 0,-1 6 0 0,-1 0 0 0,2-6 1152 0,0 0 144 16,-2 7 32-16,2-7 0 0,0 0-848 0,0 0-160 15,0 0-48-15,10 1-23024 0</inkml:trace>
  <inkml:trace contextRef="#ctx0" brushRef="#br0" timeOffset="197385.89">10670 6872 26607 0,'-3'-18'1168'0,"3"9"256"0,0-4-1136 0,1 0-288 16,1-1 0-16,0 2 0 0,-2 2 2928 0,2-1 528 15,-1 2 96-15,0 2 32 0,-1 7-832 0,0 0-176 16,0 0-16-16,0 0-16 0,0 0-880 0,0 0-192 15,1 8-16-15,-1 4-16 0,2 4-672 0,-2 3-128 16,-2 5-16-16,1 2-16 0,-1 1-288 0,-1 2-64 16,0-1-16-16,1 1 0 0,-1-3-240 0,0-1 144 15,0-3-144-15,1-6 128 16,1-2-688-16,1-3-144 0,1-2-16 0,-1-9-16 16,0 0-2288-16,8 4-464 0,4-2-96 0</inkml:trace>
  <inkml:trace contextRef="#ctx0" brushRef="#br0" timeOffset="197829.12">10891 6567 16575 0,'0'0'1472'0,"-5"4"-1168"15,5-4-304-15,0 0 0 0,-6 0 6496 0,6 0 1248 0,-6 2 240 16,6-2 48-16,0 0-6208 0,0 0-1248 0,0 0-240 0,0 0-48 16,0 0-96-16,0 0-32 0,6 6 0 0,0 2 0 15,1 0-160-15,-1 0-176 0,3-1 48 0,-1 3 0 0,-8-10 128 0,7 6 0 16,-2 2 0-16,0 0 0 15,-1 1 0-15,-3 3 224 0,-1-3-32 0,0 1 0 0,0 1 656 0,-1-4 128 16,-2 4 32-16,-1-1 0 0,-1 2-48 0,-1 0 0 16,-3-2 0-16,1 1 0 0,1-1-320 0,1 0-64 15,-1 0 0-15,1-1-16 0,0-1-192 0,2 1-48 16,4-9 0-16,0 0 0 0,0 0-320 0,0 0 0 16,3 6 0-16,-3-6 128 0,7 5-128 0,0 1 0 15,4-3 0-15,-2 0 0 0,1-2 0 16,3-1-128-16,-1 0 128 0,4 0 0 0,-1 0 0 15,1 0 0-15,-2 2 0 0,1-1-128 0,-1 2 128 0,-2-1 0 16,-3 2 0-16,-1 3 0 0,-8-7 0 0,5 6 0 16,-1 3 0-16,-3 0 0 0,-1 3 192 0,-2-3-48 15,-4 3 0-15,0 1 0 0,-3-1-16 0,-2 0 0 16,0-1 0-16,-2 1 0 0,0 0 0 0,1-1-128 16,0 1 192-16,-1-3-64 0,-1-1-128 0,1 0-176 15,2-2 48-15,2 0 0 16,1-2-880-16,8-4-160 0,-6 4-48 0,6-4 0 15,0 0-1728-15,0 0-368 0,2-8-64 0,5-4-16 16,5 0-1680-16,1-1-352 0</inkml:trace>
  <inkml:trace contextRef="#ctx0" brushRef="#br0" timeOffset="198071.66">11228 6781 21183 0,'0'0'944'0,"0"0"192"0,0 0-912 0,-2 11-224 0,0 0 0 0,-2 2 0 16,0 2 6272-16,-1 0 1216 0,-2 1 256 0,1 1 32 0,0 1-4896 0,1 1-992 15,0-3-192-15,1 1-32 16,1-1-656-16,2 0-128 0,1-6-32 0,1 3 0 0,1-6-672 0,-2-7-176 15,6 6 0-15,2-3 0 16,1 1 0-16,2-2 0 0,-1-2 0 0,1-1 0 16,0-3-384-16,1 0-96 0,-3-1-32 0,0-2 0 0,0 1 512 0,0-2 0 15,-1-1 0-15,0 1 0 0,-3-2 0 0,-1-2 0 16,-1-1 0-16,-1 0 0 0,0-1 0 0,-1-2 0 16,0-1 208-16,-2 0-64 0,-2 0-144 0,1 1-144 15,-1 2 144-15,-1 1-208 16,0 0-496-16,1 0-80 0,-1 1-32 0,1 3 0 15,0 0-1056-15,1 1-224 0,-1 2-32 0,3 6-12448 16,4-8-2480-16</inkml:trace>
  <inkml:trace contextRef="#ctx0" brushRef="#br0" timeOffset="198298.94">11642 6488 48383 0,'0'0'2144'0,"0"0"432"0,0 0-2064 0,0 0-512 0,0 0 0 15,-5 9 0-15,0-2 1536 0,0 3 208 16,-1 2 48-16,2-1 0 0,1 2-736 0,-1 2-144 0,0 0-16 0,1 4-16 16,0-1-608-16,2 2-112 0,0 0-32 0,-2 1 0 15,2 1-128-15,1 2 0 0,0-2 0 0,0 0 0 16,0-1 0-16,0 0 0 0,0-2 0 0,1 0 0 16,1-2-832-16,-1-4-128 0,1 0-48 15,0-2 0-15,-1 0-1104 0,0-2-208 0,-1 0-48 0,0-9-16 16,0 7-2496-16,0-7-496 0</inkml:trace>
  <inkml:trace contextRef="#ctx0" brushRef="#br0" timeOffset="198978.35">11314 6803 30399 0,'0'0'2704'0,"0"0"-2160"16,0 0-544-16,0 0 0 0,0 0 4352 0,0 0 768 15,7 6 160-15,3-6 32 0,0-3-3600 0,3-1-720 16,3-1-144-16,1-2-16 0,2 2-496 0,3-4-80 15,-1 0-32-15,4-2 0 0,0 0 96 0,2-2 0 16,-1-2 16-16,3 0 0 0,0 3 0 0,-2 0 0 16,-1 3 0-16,-1-4 0 0,-2 1-64 0,-1 2-16 15,-2 2 0-15,-2 2 0 0,-1-1-96 0,-2 4-32 16,-4 3 0-16,0 3 0 0,-2-2 112 0,-1 5 16 16,-1-3 0-16,0 7 0 0,-2 0 0 0,0 4 0 15,-1 2 0-15,-1 1 0 0,-2 0-256 0,1 2 0 16,-1 1 0-16,1 1 0 0,1-2 0 0,0 1 0 0,-2-2 0 15,2-1 0-15,-1-2 0 0,1-2 0 0,2-4 0 16,-1 1 0-16,0-3 0 0,-4-7 0 0,0 0 0 0,0 0 0 16,8 4 0-16,-1-2 0 0,-7-2 0 15,8-4 128-15,0 2-128 0,0-4-240 0,1 0 80 0,-1-2 16 16,-2 0 144-16,2-1-160 0,0-5 160 0,1-2-160 16,0-2 0-16,-1 0 0 0,-4-1 0 0,3 1 0 15,-1-1 160-15,1 2-192 0,-2-2 192 0,0 6-192 16,-1 4 192-16,-1 3 0 0,-3 6 0 0,0 0-128 15,0 0 128-15,0 0 0 0,0 0 0 0,0 0 0 16,0 0 128-16,-2 9 16 0,0 3 0 0,0 1 0 16,0 1-144-16,0 2 0 0,2-1 144 0,2 2-144 0,-2 0 0 15,2 0 0-15,2 0 0 0,3-1 0 0,1-3 0 0,1 0 0 16,1-2 0-16,2 0 0 0,0-2 0 16,1 0-128-16,2-5 128 0,0 0-128 0,-1-1-32 0,0-3 0 15,-1-2 0-15,2 1 0 0,-1-3-32 0,2 0-16 16,-2-1 0-16,-1-3 0 0,0-1 16 15,-1-1 0-15,0-1 0 0,1-5 0 0,-2 2-16 16,0-3 0-16,-2 0 0 0,1-1 0 0,-2 0 0 16,0 0 0-16,0-1 0 0,-3 1 0 0,-1 4 208 0,0 3-144 15,-4 2 144-15,-1 3-128 0,1 6 128 0,0 0 192 0,-6-6-32 16,6 6-16-16,-9 0 176 0,0 3 16 16,1 1 16-16,0 2 0 0,1 4-352 0,0 3 144 0,1 0-144 0,0 1 0 15,4 2 0-15,0-1 0 0,2 2 0 0,2 0 0 16,-1 1-160-16,2 1 160 0,1-2-160 15,2-2 160 1,3-2-1120-16,0 0-128 0,0-1-32 0,2-2 0 16,2-2-1888-16,0-1-384 0,0-3-80 0,1-3-15216 0</inkml:trace>
  <inkml:trace contextRef="#ctx0" brushRef="#br0" timeOffset="200279.57">12653 6633 23951 0,'-4'4'2128'0,"0"2"-1696"0,0 1-432 0,1-1 0 0,1 1 6016 0,0 2 1104 16,-2 1 240-16,3 3 32 16,0 4-4880-16,0 0-976 0,-1 3-192 0,1-1-32 0,1-1-688 0,0 2-144 15,0 0-32-15,0-2 0 0,-1-1-240 0,2-2-48 16,0 0-16-16,1-2 0 0,-1-3-144 0,0-1 0 16,0-1 0-16,-1-8 128 0,0 0 0 0,0 0 0 15,0 0 0-15,0 0 0 0,0 0-128 0,0 0-176 16,0 0 48-16,0 0 0 0,8-2 128 0,-1-4 0 15,-1-1 0-15,-1-4 0 0,3-2-176 0,0-1 0 16,1-3 0-16,2-2 0 0,0 0 176 0,1-1-160 16,1 0 160-16,0 0-160 0,0-1 160 0,0 3 0 15,-1 0 0-15,0 2 0 0,-2 3 0 0,-1 5 0 16,-1 2 0-16,1 3 0 0,-2-1 0 0,-7 4 176 16,0 0-48-16,0 0 0 0,8 4 0 0,-3 2 0 15,-1 2 0-15,-2 3 0 0,1 3 32 0,0 0 0 16,0 2 0-16,-1 0 0 0,-2 3-160 0,-2 2 192 15,5 3-192-15,-2-5 192 0,-1-1-64 0,0 1-128 0,0-5 192 16,0 2-64-16,2-2-128 0,-1-1 0 0,0-3 0 0,1 0 128 16,-2-10-128-16,0 0 0 15,0 0 0-15,0 0 0 0,0 0 0 0,0 0 0 0,0 0 0 0,0 0 0 16,0 0 0-16,0 0 0 0,5-4 0 0,0-3 0 16,0-2 0-16,2 0-224 0,-3-2 80 0,2-2 16 15,2-2-16-15,1-1 0 0,2-2 0 16,-2 0 0-16,0-2 144 0,0 3 0 0,0-2 0 0,2 2 0 15,-1 0 0-15,0 2-192 0,-1 4 64 16,1-1 0-16,-3 1 128 0,0 4 0 0,-2 1 0 0,-5 6 0 16,8-1-160-16,-8 1 0 0,0 0 0 0,0 0 0 15,5 8 160-15,0 1 0 0,-1 1 0 0,-1 4 0 0,-3-1 0 16,0 1 0-16,0 2 128 0,3 0-128 0,-2 1 0 16,0 0 0-16,0-1 0 0,3-2 0 0,-1-1 0 0,1 0 0 15,1 0 0-15,0-1 0 0,1-1 0 0,-3-5 0 16,1 1 0-16,-4-7-128 0,0 0 128 0,0 0 0 15,0 0 0-15,0 0 0 0,11 1 0 0,-2-1-208 16,-9 0 16-16,8-7 16 0,0 1 176 16,1-2-128-16,0-4 128 0,-1 1-128 0,2-2 128 0,2-6-208 15,1 1 80-15,1-5 128 0,1-1-320 0,-1 1 64 16,3-1 16-16,0 2 0 0,-3 1-16 0,0 6 0 0,-1-1 0 16,-1 4 0-16,-4 4 112 0,0 4 16 15,-8 4 0-15,0 0 0 0,0 0 256 0,-1 10 64 16,-1 1 16-16,0 4 0 0,-4 0 192 0,0 4 48 15,-3 1 0-15,2 0 0 0,3 0-240 0,2-1-32 16,0-2-16-16,2-1 0 0,2 1-160 0,2-2 0 16,2 1 0-16,2-4 0 0,0-3-384 0,2-1 64 0,2-2 0 15,2-2 0 1,-1-1-288-16,3-2-48 0,4-1-16 0,-2-1 0 16,1-2-112-16,-2-1-32 0,2-2 0 0,-2 0 0 15,-1 0 272-15,1-2 48 0,-1-2 16 0,0-3 0 0,-2 2 352 0,2-6 128 16,-3 0 0-16,1 2-144 0,-2-4 144 0,-2 2 176 0,-2 3-48 0,-3-2 0 15,0 2 112-15,-2 1 16 0,-3 3 0 0,-1 3 0 16,1 7 432-16,0 0 80 0,-12-3 32 0,-1 6 0 0,-1-2 144 16,-1 5 16-16,0 0 16 0,-1 5 0 0,0 2-576 0,2 5-112 15,1-2-32-15,0 0 0 16,1 0-128-16,2 0-128 0,2-2 192 0,3 0-192 0,1-1 0 16,1 0 0-16,2-1-240 0,2-1 80 0,2-1-48 0,-1-1-16 15,2-1 0-15,3-3 0 16,1-1-160-16,0 0-16 0,-8-4-16 15,9 1 0-15,1-1-64 0,2-1-16 0,-2-2 0 0,2 0 0 16,-2-1 112-16,2-5 32 0,0-1 0 0,0 0 0 0,-2-2 80 0,2-1 16 16,0 0 0-16,-1-4 0 0,1 2 32 0,0 0 16 15,-3 3 0-15,0 2 0 0,-3 1 16 0,-2 2 16 16,-4 7 0-16,0 0 0 0,0 0 176 0,0 0 176 16,0 0-48-16,0 0 0 0,0 0 256 0,-1 10 32 15,0 1 16-15,-1 1 0 0,2 0-128 0,0 1-32 16,2 1 0-16,-1-3 0 0,2-1-96 15,2-1-32-15,1 0 0 0,2 2 0 0,0-6-144 0,3 0 0 0,0-1 0 16,2 0 0-16,0-3 0 0,2-1 0 16,0-2 0-16,1-2 0 0,-2-2 0 0,1-1-192 15,2-2 32-15,0-2 16 0,1-1 16 0,0-2 0 0,0-2 0 16,-1-1 0-16,-4-1 128 0,2-1 0 16,-2-5 0-16,1-2-128 0,0-1 128 0,-1-2 0 0,3-1 0 15,-2 0 0-15,1 0 0 0,-4-1 0 0,2 2 0 16,-2 3 0-16,-3 6 160 0,-4 6-32 0,-3 2-128 15,-2 5 192-15,-5 3 608 0,-1 4 112 0,7 0 32 16,-11 10 0-16,-2 7-112 0,1 0-32 0,-1 5 0 0,2 2 0 16,-1 0-608-16,0 1-192 0,2 0 0 0,1-2 0 0,1 0 128 15,1-5-128-15,2 3 0 0,1-6 0 0,3 4 0 0,1-1 0 16,2 0-160-16,1 2 160 16,2-5-1584-16,3 1-192 0,1-3-32 0,3 3-22064 15</inkml:trace>
  <inkml:trace contextRef="#ctx0" brushRef="#br0" timeOffset="201089.63">14907 6365 35007 0,'0'0'1552'0,"-6"6"320"0,-1-4-1488 0,0 2-384 0,2 0 0 0,1 2 0 0,0 1 4192 0,2 1 768 16,-2 4 160-16,0 5 16 0,0 5-3600 0,0 4-736 15,0 2-144-15,0 5-16 0,0-2-208 0,0 3-48 16,-1 1 0-16,1 1 0 0,0 0-192 0,2-3-32 15,-1-5-16-15,0-2 0 0,2-3-144 0,0-4 160 16,-1-2-160-16,2-3 160 0,-1-2-160 0,1-1 0 16,0-5 0-16,0-6 0 0,0 0 0 0,0 0 0 15,0 0 0-15,0 0-176 0,0 0 32 0,0 0 0 16,5-5 0-16,1-3 0 0,-1-5-48 0,1 0 0 16,1-3 0-16,1-1 0 0,-1-2 16 0,3-3 0 15,0 0 0-15,0-1 0 0,1 3-16 0,-2-1-16 16,0 4 0-16,-1 2 0 0,-2 5 80 0,-2 2 128 15,-4 8-208-15,0 0 80 0,0 0 128 0,0 0 0 16,0 0 0-16,0 0 128 0,2 11 112 0,-1 2 16 16,-1 4 16-16,1-3 0 0,-1 3-80 0,2 1-32 15,0 0 0-15,2 1 0 0,1-2-160 0,1 0 0 0,1-2 144 16,1-1-144-16,1-3 0 0,0-3 0 16,2-2 0-16,2-1 0 0,-1-1 0 0,1-1-192 0,1 0 64 0,2-2 0 15,2-5-192-15,-2-1-16 16,-1-3-16-16,2 0 0 0,0-1-16 0,0-1 0 15,-1-1 0-15,1-4 0 0,0-2 80 0,-2 1 16 0,0-4 0 0,0 0 0 16,1-3 32-16,-2 0 16 0,-1-1 0 0,0 4 0 0,-2 3 224 16,-2 0-144-16,-1 4 144 0,-3 2-128 0,-3 2 128 0,0 3 176 15,-2 6-48-15,0 0 0 16,-5 0 384-16,-3 2 64 0,1 3 0 0,1 3 16 16,-3 1-240-16,-1 3-48 0,1-2-16 0,2 5 0 0,0 3-288 0,0 0 0 15,1 2 0-15,2 2 0 0,0-2 0 0,3 0 0 16,2 0 0-16,2-2-144 15,1-1-1200-15,3 0-256 0,3-4-32 0,1-1-16 16,4-4-2128-16,2-2-448 16,2-1-64-16</inkml:trace>
  <inkml:trace contextRef="#ctx0" brushRef="#br0" timeOffset="201434.3">15740 6600 13823 0,'0'0'1216'0,"-7"1"-960"0,-2 1-256 0,-3 0 0 16,2 1 6768-16,-3 2 1296 15,-4 2 272-15,0 2 48 0,-1 4-4656 0,-3 2-928 16,1 4-192-16,0-1-48 0,1 0-1440 0,1-1-288 16,1 3-64-16,1-3-16 0,6 2-432 0,1-3-64 15,2-1-32-15,5-2 0 0,0 2-224 0,5-3-256 16,2-3 48-16,2-3 16 16,3 1-896-16,2-3-160 0,1-2-32 0,3 0-16 15,-1-4-176-15,2 0-48 0,3-4 0 0,-3 1 0 16,-2-1 656-16,0-5 128 0,-2-1 32 0,0 1 0 15,0-4-112-15,1 1-16 0,-2-2 0 0,-2 2 0 16,-1-5 576-16,1 2 128 0,-3-2 128 0,-1 2-208 0,-2 3 208 0,-2 2 208 0,-1 2-32 0,1 3-16 16,-2 7 608-16,0 0 112 0,0 0 16 0,-5 2 16 15,-2 2 160-15,0 2 16 0,0 2 16 0,1 4 0 0,1 1-576 16,1 2-112-16,0 1-32 0,4 1 0 16,0-1-384-16,3-1 0 0,0 0 0 0,3-1 0 15,1 0-1216-15,2-2-208 16,3 0-48-16,1-2-16 0,2-3-848 0,0-5-160 15,-1 0-48-15,2-4-8896 0,-1 0-1776 0</inkml:trace>
  <inkml:trace contextRef="#ctx0" brushRef="#br0" timeOffset="201646.7">16084 6433 6447 0,'0'-12'576'0,"0"-1"-576"16,0-1 0-16,1 1 0 0,2-3 5984 0,-2 5 1088 15,-1 1 224-15,-2 5 32 0,2 5-2736 0,0 0-560 16,0 0-96-16,-6 2-32 0,1 1-1488 0,1 4-304 15,2 2-64-15,-1 4-16 0,-1 4-1296 0,0 3-256 16,2 3-48-16,-1 2-16 0,-2 4-416 0,1-1 128 16,0 1-128-16,-1 0 0 0,1-1 0 0,1 1 0 0,1-2 0 0,-1 1-176 31,0 0-656-31,1-1-144 0,-3-3-32 0,1-2 0 16,1 1-784-16,-1-6-176 0,-1-3-16 0,0-1-16 15,1-1-1824-15,-3-3-352 0</inkml:trace>
  <inkml:trace contextRef="#ctx0" brushRef="#br0" timeOffset="201796.67">15814 6726 21183 0,'0'0'1888'0,"0"0"-1504"0,0 0-384 0,0 0 0 16,0 0 5520-16,0 0 1040 0,7-1 208 0,2-1 32 16,4-4-5392-16,2 4-1088 0,4-1-320 0,2-2 128 15,6 1-720-15,3 0-160 0,4-2-16 0,5-4-18864 16</inkml:trace>
  <inkml:trace contextRef="#ctx0" brushRef="#br0" timeOffset="202263.46">16909 6534 32255 0,'0'0'2864'0,"0"-10"-2288"0,0 0-576 0,0 0 0 0,0 0 3456 16,2 1 576-16,-1 1 112 0,-1 2 16 15,1-1-2432-15,-1 7-512 0,0 0-80 0,0 0-32 16,0 0-64-16,0 0-16 0,0 0 0 0,-1 7 0 15,-2 3-384-15,-1 6-96 0,-1 1-16 0,0 4 0 0,-3 2-288 0,0 3-64 16,-1 3-16-16,0-2 0 0,0 2-160 0,0 1 0 16,1-3 0-16,1 0 128 0,2-4-128 0,1 2-272 15,0-3 64-15,2-1 16 16,-2-4-1184-16,0-3-224 0,1-1-64 0,1-2 0 16,-1-4-2128-16,2 0-432 0,1-7-96 0</inkml:trace>
  <inkml:trace contextRef="#ctx0" brushRef="#br0" timeOffset="202935.26">16547 6706 39855 0,'0'0'1760'0,"0"0"368"0,4-7-1696 0,1-2-432 15,1 2 0-15,4 1 0 0,1 1 1536 0,2 2 240 16,2-3 32-16,2 0 16 0,3 0-368 0,1-1-80 16,0 0-16-16,0 3 0 0,0-3-528 0,1 4-128 15,0 1 0-15,0 1-16 0,1-3-224 0,-3 4-32 16,-1 1-16-16,-1 3 0 0,0 2-112 0,-1 5-32 15,-4 1 0-15,-1 2 0 0,0 2 32 0,-3 0 0 16,-4 3 0-16,1 2 0 0,-2-2-112 0,0 1 0 0,-1-2-16 16,-2-1 0-16,-1-1-48 0,2-2-128 0,-1-1 192 0,-1-4-64 15,0-9-128-15,0 0 0 0,0 0 144 0,0 0-144 16,1 8 0-16,-1-8 128 0,0 0-128 0,0 0 0 0,0 0 0 0,5-3 0 16,1-2 0-16,-1-1 0 0,0-4 0 0,2 0 0 15,-1-3 0-15,2-1 0 0,0-2 0 16,2-1 0-16,3-1 0 0,-1-2 0 0,1 1-160 0,0-1 160 15,0-1-192-15,0 6 192 16,0-4-512-16,1 5 0 16,2 4 0-16,-3-2 0 0,0 3-960 0,0 2-176 0,3 2-32 15,-3 4-16-15,-1 2-1120 0,1 2-240 0,0 0-32 16,4 1-16-16,0 0-1440 0,1 2-272 16,-1 0-64-16,0-2-16 0,-2 1 2256 0,2-1 448 0,-1-4 80 0,-2 1 32 15,-2 1 2080-15,-2-2 304 0,0 0 112 0,-3 0 32 0,-7 0 2608 16,0 0 528-16,0 0 96 0,0 0 32 0,0 0-128 0,0 0 0 15,0 0-16-15,0 0 0 0,-9 4-800 0,-2 2-144 16,-1 3-48-16,-3 6 0 0,0-1-1040 0,-3 4-192 16,-1 4-64-16,1-1 0 0,0 0-528 0,1-1-112 15,0-2-32-15,4 0 0 0,2-1-368 0,2-1-80 16,3-5-16-16,1 0 0 0,2-2-144 0,2 0-144 16,1-9 144-16,0 0-208 0,6 7-48 0,-6-7-16 15,11 1 0-15,0 0 0 16,1-2-160-16,0 0-16 0,1-6-16 0,0 1 0 0,-1-2 112 15,2-1 32-15,2-2 0 0,-2-1 0 0,0-2 32 0,1-3 16 0,-1 2 0 16,0 0 0-16,-1 1 144 0,0 1 128 0,-1 1-192 0,-1 2 192 16,-1-1 0-16,-2 3 0 0,-2 2 0 0,-6 6 0 15,0 0 0-15,0 0 192 0,0 0-16 16,0 0-16-16,6 8 144 0,-1 1 16 0,-3 3 16 0,1-2 0 16,0 3-336-16,-1 0 128 0,1 0-128 0,1 0 0 15,0-1-208-15,1 0-112 0,0-3-32 0,2 1 0 31,-1 1-2144-31,2-5-416 0,0-2-96 0,2 0-11024 0,3-1-2224 0</inkml:trace>
  <inkml:trace contextRef="#ctx0" brushRef="#br0" timeOffset="203298.28">17815 6609 9215 0,'0'0'816'0,"0"0"-656"16,0 0-160-16,-5 0 0 0,1 1 7568 0,4-1 1488 15,-4 4 288-15,0 2 64 0,-1 1-5568 0,1 4-1104 16,0-1-240-16,-1 5-32 0,0-5-1024 0,1 4-208 15,-1 1-32-15,2 0-16 0,1 0-688 0,-1-1-144 16,2-1-32-16,-2 0 0 0,2-2-128 0,1-2-48 16,0 0 0-16,1-1 0 0,-1-8-144 0,0 0 0 15,0 0 144-15,0 0-144 0,0 0 0 0,0 0 0 16,0 0 0-16,0 0 0 0,9 1 0 0,-1-2 0 16,-8 1 0-16,9-7 0 0,0-1 0 0,2-1-160 15,-2-1 16-15,1-2 0 0,1-2-160 0,0 1-16 16,1-4-16-16,0 0 0 0,0 2 336 0,-1 2 128 0,1 2 0 15,-2 1 0-15,0 4-128 0,-3 2 0 0,-7 4 0 16,0 0 0-16,0 0 0 0,0 0 0 16,7 5 0-16,-2 3 0 0,0 0 128 0,1 2-128 0,-3 2 192 0,1 1-64 15,0 1-128-15,0-1 0 0,0 1 0 0,0 0 0 32,0 0-448-32,0-1-192 0,1 0-16 0,3-2-16 0,2-3-1344 0,3-2-272 0,2-2-48 15,0-3-16-15,1-2-1600 0,4 0-320 16,2-5-64-16,0 1-6784 0,1-1-1360 0</inkml:trace>
  <inkml:trace contextRef="#ctx0" brushRef="#br0" timeOffset="203614.39">18286 6740 6447 0,'14'-11'272'0,"-5"1"80"0,1-6-352 0,-1-1 0 0,-2 0 0 0,1-4 0 16,1 2 4160-16,-1 3 752 0,0-2 144 0,-3 2 48 0,-1 2-2048 0,-2 2-416 15,-2-1-80-15,-2 4 0 0,1 2 480 0,1 7 96 16,-8-4 32-16,0 2 0 0,-1-1-1056 0,0 2-192 16,-1 1-64-16,-2 1 0 0,-1 2-832 0,1 1-160 15,-1 1-32-15,1 2-16 0,-1-4-304 0,0 4-48 16,3-1-16-16,1 0 0 0,-2 1-256 0,3 1-48 15,2 1-16-15,2 1 0 0,1-4-128 0,3-6 0 16,0 9 0-16,2 0 0 0,2-1 0 0,0 3 0 16,2-4 0-16,2 3 0 0,2-3 0 0,1 1 0 15,-1 0 0-15,2 1 0 0,0 2 0 0,-1-4-176 16,1 4 48-16,0-2 0 0,0 0 128 0,-1-2 0 16,-2-1 0-16,1 1 0 0,-3 0 0 0,0 1 0 15,-2 0 0-15,-2 0 0 0,-3 0 0 0,-2 1-128 16,1-1 128-16,-3 0-128 0,-4 1-16 0,-2 1 0 0,-3-1 0 0,-1 2 0 15,-2-5-32-15,0 1 0 0,-1-1 0 16,2 1 0 0,0-2-1088-16,2 0-208 0,0-2-64 0,4 1 0 15,3-4-3008-15,6 0-624 0,-11-7-112 0,11 7-32 0</inkml:trace>
  <inkml:trace contextRef="#ctx0" brushRef="#br0" timeOffset="203863.72">18746 6373 43999 0,'0'0'1952'0,"-1"-8"400"0,0 1-1888 0,1 0-464 16,-3-3 0-16,2 0 0 0,-1 3 1440 0,2 7 192 0,-2-7 32 0,-3 2 16 0,-1 1-272 15,0 4-64-15,-1 0-16 0,7 0 0 0,-8 4-656 0,2 2-128 16,-3 4-32-16,0 3 0 0,1 0-256 0,-3 2-48 16,1 3-16-16,0 3 0 0,-1 4-192 0,2 3 128 15,-1 0-128-15,0 1 0 0,1 0 0 0,0-3 0 16,1 2 0-16,3 1 0 0,0 1 0 0,0 3 0 15,1-2 0-15,0 0 0 0,1-1-208 16,-1-4-48-16,2 2 0 0,-1-5 0 16,1-1-1056-16,-1-1-224 0,-1-3-32 0,1-1-16 15,1-1-1936-15,-1-3-400 0,1-1-80 0,-1-4-16 0</inkml:trace>
  <inkml:trace contextRef="#ctx0" brushRef="#br0" timeOffset="204348.61">18471 6848 13823 0,'-1'-4'1216'0,"-1"-1"-960"15,2-3-256-15,0 0 0 0,3 0 6384 0,0 2 1232 16,2-5 240-16,3 3 48 0,0-1-4784 0,1 1-960 0,0 1-192 0,3-1-48 16,-1-1-912-16,4-2-192 0,2-1-48 0,2 2 0 15,2 0-352-15,0-1-80 0,1 1-16 0,1-1 0 16,-2 0-128-16,1-1-48 0,1-1 0 0,-1 4 0 16,-4 1-144-16,0 1 0 0,-2 3 144 0,-4 2-144 15,-3-1 176-15,-9 3-48 0,0 0 0 0,0 0 0 16,-3 12 304-16,-3 1 48 0,-3 3 16 0,-4 1 0 15,-2-2-128-15,1 2-32 0,1 0 0 0,0 0 0 0,0-1-336 16,2 1 144-16,2 0-144 16,0-3 0-16,1-1 0 0,3-3-320 0,1 0 32 0,1-3 16 15,3-7-1216-15,0 0-240 0,0 0-64 16,0 0 0-16,0 0-1472 0,10 2-288 0,1-5-64 16,2-1-16-16,3-1-144 0,1-2-48 0,-1 0 0 0,-2-4 0 15,0-2 2384-15,-1-3 480 0,0 0 80 0,0-1 32 0,0 1 1296 16,-1-1 272-16,-1 3 48 0,-2 1 16 0,-1 1 1312 0,-2 1 256 15,-1 2 48-15,-1 5 16 0,-4 4 656 0,0 0 128 16,4 7 16-16,0 2 16 0,-4-9-656 0,1 10-128 16,1 4-16-16,-1 0-16 0,0 3-1104 0,2-2-224 0,-3 1-32 15,0 0-16-15,1-1-368 0,0 0-80 16,1-2-16-16,-2-3 0 0,0 1-240 0,0-5-48 16,1 2-16-16,-1-8 0 0,0 0-272 0,0 0 128 15,0 0-128-15,0 0 144 0,0 0-144 0,8 4 0 16,0-3 0-16,0-1 0 0,-8 0 0 0,9-5 0 0,1-2 0 0,2 0 0 15,0-5 0-15,1-1 0 0,1-1 0 0,3-3 0 16,2-6-224-16,6-1 16 0,5-5 0 16,7-2-17136-1,6-2-3408-15</inkml:trace>
  <inkml:trace contextRef="#ctx0" brushRef="#br0" timeOffset="204814.25">19987 6549 30399 0,'0'0'2704'0,"0"0"-2160"16,-1-5-544-16,1 5 0 0,0 0 3616 0,0 0 608 15,0 0 128-15,0 0 32 0,-10 5-2176 0,2 2-432 16,1 0-96-16,2 7-16 0,-2 4-560 0,1 4-112 16,-1 3-32-16,1 3 0 0,-2 4-672 0,0 2-144 0,0-2-16 0,2 2-128 15,-1 0 512-15,1 0 0 0,-1-2 0 0,2-2 0 16,0-2-512-16,1-3 0 0,0-3 0 0,0-3 0 31,2-3-512-31,-1-2 0 0,0-3 0 0,1-2 0 0,-3 0-880 16,2-4-176-16,3-5-32 0,0 0-16 15,0 0-1520-15,0 0-288 0,0 0-64 0,1-10-9216 0,-1-5-1840 0</inkml:trace>
  <inkml:trace contextRef="#ctx0" brushRef="#br0" timeOffset="205568.36">19850 6669 9215 0,'4'-13'816'0,"3"-3"-656"0,-1-1-160 0,1 1 0 0,1-1 5136 0,1 4 1008 16,0-2 192-16,0 3 32 0,0 2-2912 0,0-2-576 16,2 2-112-16,0 2-16 0,1 3-1152 0,1 0-240 15,2 2-32-15,0-2-16 0,1 1-736 0,1 1-128 16,4 1-48-16,0 0 0 0,-1 2-256 0,0 3-144 15,2 1 160-15,-1 1-160 0,-3 0 128 0,-3 3-128 16,-2 3 0-16,-2-1 144 0,-3 4 208 0,-3 2 32 16,-5 4 16-16,-2-4 0 0,-5 4 208 0,-2 0 32 15,-1 0 16-15,-3 3 0 0,-3-4-304 0,0 2-64 16,1-1-16-16,-1-1 0 0,2-2-272 0,-1-4 0 16,2-1 0-16,3-3 0 15,0 0-1312-15,2-5-160 0,1 1-48 0,7-5 0 16,0 0-1200-16,0 0-240 0,0 0-48 0,0 0-16 15,3-8-480-15,1 1-80 0,2-6-32 0,3 0 0 16,2-2 1664-16,1-2 336 0,1-2 64 0,2-1 16 16,2 1-304-16,1-2-48 0,1 0-16 0,0 3 0 0,-2-1 2304 15,0 4 464-15,-1 2 96 0,-1 4 0 0,0-1 2320 0,-2 6 464 0,-2 3 96 0,0 1 0 16,-2 3-32-16,-1 1-16 0,0 4 0 16,-2-2 0-16,-1 3-976 0,-1 2-208 0,-1-1-48 15,1 0 0-15,-2 4-1184 0,1 0-240 0,-2 0-48 0,1 1-16 16,-2-1-480-16,0 2-80 0,-2-1-32 0,1 0 0 15,0-1-224-15,-1-1-64 0,1-1 0 0,0-2 0 16,0-2-192-16,1-8 144 0,-2 6-144 0,2-6 128 16,2 7-128-16,-2-7 0 0,0 0 0 15,0 0 128-15,0 0-128 0,6 1 0 0,-6-1 0 0,8-1 0 0,2 0 0 0,-1-3 0 16,1-2-128-16,0-1 128 0,2-5-128 0,2-1 128 16,2-3-160-16,2 1 160 0,-2-2-208 0,1 0 48 15,1 1 16-15,-1 0 0 0,0-1 16 16,-2 2 0-16,1 0 0 0,-2 5 0 0,-1 1 128 15,-1 4 0-15,-3 2 0 0,0 0 0 0,-3 1 0 0,-6 2 0 16,0 0 0-16,0 0 128 0,0 0 112 0,0 0 16 16,-4 8 16-16,-2 0 0 0,1-1-80 0,-1 2 0 15,-1 2-16-15,1 2 0 0,-2 3-176 0,1-2 160 16,1 3-160-16,-1 0 160 0,1-2-160 0,1 1 0 16,1-2 0-16,1 2 0 0,2-3 0 0,2-2 0 15,2-1 0-15,1-1 48 0,-1-1-48 0,3-2 0 16,2 0 0-16,1-2-160 0,1-2 16 0,2-1 0 15,1 1 0-15,-1-2 0 0,-2-2-32 0,2 0 0 16,1-3 0-16,0-2 0 0,-1 1-32 0,-1-5-16 0,1 1 0 16,0-2 0-16,-2-1 16 0,1-1 0 15,-2-3 0-15,-1 1 0 0,-2 3 32 0,-1-1 16 0,-2 1 0 0,-2 0 0 16,-1 0 160-16,-1 1-208 0,-2 0 80 0,-1 2 128 16,-2 1-192-16,-1-1 192 0,0 3-192 15,-3-1 192 1,1 0-752-16,-1 1-16 0,-1 1-16 0,2-1 0 0,3 2-1072 15,-2 1-192-15,1 3-64 0,7 1-12016 0,-5-3-2400 0</inkml:trace>
  <inkml:trace contextRef="#ctx0" brushRef="#br0" timeOffset="206434.87">21050 6494 16575 0,'0'0'1472'0,"0"0"-1168"0,0 0-304 0,0 0 0 0,-8 0 5216 16,1 3 992-16,7-3 192 0,-7 7 32 0,-2-1-3184 0,-1 4-640 15,0 4-128-15,0-1-32 0,-2 5-928 0,0 3-192 16,-1 1-48-16,3 0 0 0,0-1-560 0,3 0-112 16,-1 0-32-16,4-2 0 0,1-1-256 0,3-2-64 15,2 0-16-15,0-3 0 0,3-2-240 0,2 0 0 0,1-2 0 0,2-2 0 16,2-1-384-16,2-2 48 0,2-3 0 0,0-1 0 31,-1-2-176-31,2-2-16 0,0 1-16 0,-1-3 0 0,-1-4 128 0,0 1 32 16,-1-1 0-16,0-2 0 0,-1 0 256 0,1 1 128 15,-3-1-128-15,1-1 128 0,-2-1 0 0,0-3 0 16,-3 1 0-16,0 0 0 0,1 2 256 0,-3 1 0 16,0 3-16-16,-1-1 0 0,-1 2 64 0,-2 1 16 15,-1 2 0-15,0 6 0 0,0 0 144 0,0 0 48 16,0 0 0-16,0 0 0 0,-4 5-128 0,-1 3-32 16,0 0 0-16,-1 2 0 0,1 3-208 0,0 1-144 0,1 2 192 0,0 0-192 15,0-2 128-15,2 2-128 0,0-3 0 0,2 0 0 16,3 0 0-16,1 0 0 0,0-2 0 0,0 0 0 15,0-2 0-15,1-2-144 0,-5-7 144 0,10 5-192 16,1-1 16-16,-2 0 0 0,3-4 0 0,-1-3 0 0,1 0 176 16,0-1-192-16,1 1 192 0,-2-4-192 15,4-1 192-15,0-1-128 0,0 0 128 0,2-3-128 0,0 1 128 16,1-3-192-16,0 0 192 0,0-2-192 16,1 2 64-16,0-3 0 0,2-1 0 0,-3 1 0 0,-1 1 128 15,-1 2 0-15,-2 4-144 0,-2-1 144 0,-2 1 0 0,-2 1 0 16,-2 2 0-16,-6 7 0 0,0 0 0 0,0 0 208 15,0 0-48-15,0 0-16 0,0 0 176 0,0 0 48 16,0 0 0-16,1 10 0 0,0 4-368 16,0-1 128-16,-1 0-128 0,0 0 0 0,0-2 176 15,0 1-48-15,2 0 0 0,-2 1 0 0,1 0-128 0,3 0 0 16,0-1 0-16,0-1 0 0,0-1 0 0,0-3 0 16,-4-7 0-16,7 8 0 0,1-1-160 0,0-2 160 15,-8-5-208-15,10 3 80 0,1-2-16 0,-2-1 0 16,1-3 0-16,1 1 0 0,-1-1 144 0,1 0-192 15,-3-2 192-15,-1-1-192 0,1-2 192 0,1-1-160 16,-1 0 160-16,1-2-160 0,-1 1 160 0,1-1-160 0,0 0 160 0,-1-2-160 16,0 0 160-16,0-1-128 15,0 0 128-15,-1 0-128 0,0-1 128 0,0 1 0 0,-2 1 0 16,-1 0 0-16,-2 3 0 0,1 2 0 0,-1 1 0 0,-2 2 128 16,0 5 96-16,0 0 32 0,0 0 0 0,0 0 0 15,0 0-48-15,0 0 0 0,0 0 0 16,0 0 0-16,0 0-208 0,0 0 0 0,8 1 0 0,0 3 0 15,-1 1 0-15,-1 3 128 0,1 1-128 16,2-2 0-16,0 2 0 0,1-2 0 0,1 0-144 0,-3 4 144 16,-1 1 0-16,1 1 0 0,0 0 0 0,-1 0 0 15,-2-2 0-15,-1 2 0 0,-3 0 0 0,-1 1 0 0,-1 0 0 16,-2 2 0-16,-1-3 0 0,-1 0 0 0,-2 0 0 0,0-4 0 16,-2 0 0-16,-1 0-144 0,3 0-48 0,-3-2 0 15,0-1 0-15,1-1 0 16,0-2-960-16,1 0-208 0,8-3-48 0,0 0-14192 15,0 0-2832-15</inkml:trace>
  <inkml:trace contextRef="#ctx0" brushRef="#br0" timeOffset="206895.21">22232 6669 31327 0,'0'0'2784'0,"0"0"-2224"16,0 0-560-16,0 0 0 0,0 0 3984 0,0 0 688 15,9 3 144-15,-1-2 32 0,-8-1-3088 0,9 1-608 16,0-1-128-16,1 0-32 0,0 0-432 0,2 0-96 16,0-1-16-16,1 0 0 0,1-2-288 0,-1-2-160 15,1-2 160-15,1 2-160 0,0 1 144 0,1-1-144 16,-2 0 128-16,2 0-128 0,0-5 0 0,-1 3 0 16,0-2 0-16,-1 2 0 0,-1 2 0 0,-1 3 0 15,-3 1 0-15,-1 1 0 0,-2 0 0 0,-6 0 0 0,0 0 128 0,0 0-128 16,4 8 272-16,-1 0 32 0,-2 0 0 0,2-1 0 15,-3 3-80-15,0 0-16 0,0-1 0 0,1 2 0 16,0-5-208-16,-1-6 144 0,0 0-144 0,3 7 128 16,-3-7-128-16,4 6 0 0,0-1 0 0,-4-5 0 15,0 0-176-15,0 0-16 0,7 0 0 0,3 0 0 16,-3-2 32-16,1-1 0 0,0 1 0 0,1-4 0 16,-1-2 160-16,0 1-192 0,1-2 192 0,0 1-192 0,0 1 192 0,2-1 0 15,-1 1-144-15,0-3 144 0,1 4 0 0,-1-1 0 16,-1 2-144-16,1 3 144 0,-3-1 0 0,-7 3 0 15,0 0 0-15,8 4 0 0,-1 2 224 0,-3 1 0 16,-2 2 0-16,1 0 0 0,-3 4 0 16,0 2 0-16,-1-1 0 0,-1 2 0 0,1-1-224 0,-2 2 176 15,2 0-176-15,1-4 160 0,0 1-160 0,1-1-224 16,2-1 48-16,0-1 16 16,0-4-1536-16,-3-7-304 0,8 4-64 0,1-1-13312 15,0 0-2672-15</inkml:trace>
  <inkml:trace contextRef="#ctx0" brushRef="#br0" timeOffset="207072.43">22835 6282 34095 0,'0'0'3024'0,"0"0"-2416"16,0 0-480-16,-6-3-128 0,1 2 4592 0,5 1 896 15,-5 0 176-15,5 0 32 0,0 0-4000 0,0 0-800 0,0 0-176 16,0 0-16-1,0 0-1152-15,0 0-208 0,0 0-48 0,10-3-23984 0</inkml:trace>
  <inkml:trace contextRef="#ctx0" brushRef="#br0" timeOffset="207517.25">23687 6487 53103 0,'0'0'2352'0,"-5"7"480"0,0 3-2256 0,0-1-576 16,1 2 0-16,0 5 0 0,0 0 448 0,-1 2 0 0,-2 0-16 0,2 0 0 15,0 1 192-15,-1-1 32 0,1-1 16 0,1 0 0 16,0 1-544-16,1-2-128 0,-1-2 0 0,1-3 0 16,0 0 0-16,2-3 0 0,1-8 0 0,-3 7 0 15,3-7-656-15,0 0-176 16,0 0-16-16,0 0-16 0,0 0-1424 16,0 0-272-16,0 0-64 0,0 0-16 0,0-8-2768 0,2-1-544 0</inkml:trace>
  <inkml:trace contextRef="#ctx0" brushRef="#br0" timeOffset="207619.87">23685 6412 10127 0,'4'-14'896'0,"-2"-2"-704"0,-1-1-192 0,2 0 0 0,1-1 5120 0,-1 2 976 16,0 3 208-16,1-1 32 0,-1 5-3520 0,1 0-720 16,0 2-144-16,-4 7-32 15,0 0-1408-15,0 0-304 0,0 0-48 0,8 7-16 16,-2 2-2304-16,1 1-464 0,-1 3-80 0</inkml:trace>
  <inkml:trace contextRef="#ctx0" brushRef="#br0" timeOffset="208741.58">24037 6510 11967 0,'0'0'1072'0,"6"-4"-864"16,-1 2-208-16,-5 2 0 0,6-6 4272 0,-6 6 800 16,6-5 176-16,-6 5 16 0,0 0-1296 0,0 0-272 15,-6 1-48-15,-4 2-16 0,-1 4-944 0,-4 2-176 16,-2 1-32-16,-1 3-16 0,-1 1-1312 0,-1 2-256 16,-2 1-48-16,2-3-16 0,3 2-352 0,2-3-80 0,0 0-16 15,4-1 0-15,2 0-240 0,2-2-144 16,1-1 160-16,2-1-160 0,4-8 0 0,0 0 0 0,0 0 0 0,1 9 0 15,2-2-384-15,2-2 48 0,-5-5 0 0,10 2 0 32,2 0-144-32,1-4-32 0,-1-1 0 0,1-1 0 0,0-3 128 0,0 1 32 15,4-4 0-15,1 0 0 0,0-3 64 0,2-3 16 0,-1-2 0 0,5-3 0 16,2-1-16-16,0-7 0 0,1-1 0 0,1-2 0 16,-4-3 32-16,1 2 0 0,1-1 0 0,-4 4 0 15,-2 3 256-15,-3 3-160 0,-4 5 160 0,-1 3-128 16,-3 4 128-16,-3 6 224 0,-6 6-48 0,0 0-16 0,0 0 560 0,0 0 112 15,0 9 32-15,-1 4 0 0,-4 3-128 16,-2 6-32-16,0 3 0 0,-1 2 0 0,0 2-336 0,1 1-80 16,1 0-16-16,2-3 0 0,0-1-112 0,3-2-32 15,1-5 0-15,1 1 0 0,2-3-128 0,1-2 0 16,1-3 0-16,1-3-176 0,2-1 176 16,0-2-128-16,1 0 128 0,0-4-128 0,2-2-112 0,-1-1-16 15,0-3 0-15,2 0 0 0,1 0 0 0,0-1-16 16,0-4 0-16,0-2 0 0,0 0-16 0,2-4 0 15,-2-2 0-15,2-2 0 0,2-2-48 0,0-1-16 16,-1-2 0-16,0 4 0 0,-2-4 128 0,-1 4 32 16,-1 4 0-16,-3 2 0 0,-3 3 192 0,0 3 0 15,-6 8 0-15,0 0 0 0,0 0 0 0,0 0 288 16,0 0-32-16,-4 8-16 0,-2 0 112 0,0 6 32 16,-1 5 0-16,2 1 0 0,1 0-384 0,2-1 144 15,-1 2-144-15,3-3 0 0,3 1 0 0,1 0 0 16,2-5 0-16,5 2 0 0,2-6 0 0,2 1 0 0,2-2-240 0,4-2 80 31,3-4-224-31,0 1-64 0,5-2 0 0,-3-1 0 16,0-4-112-16,-1-1-16 0,0 1-16 0,-1-4 0 15,-1-1 32-15,-1 0 16 0,0 1 0 0,1-4 0 0,-3-2 288 16,-2 0 64-16,-1 0 16 0,0-4 0 0,-3 1 176 0,-1 2 0 0,-3 1 128 0,-4 3-128 16,-2 1 384-16,-3 3 0 0,-1 6 0 0,-6-4 0 15,-2 2 560-15,-4 2 112 0,-2 1 32 0,-2 4 0 16,-2 4-368-16,0 3-64 0,-2 0-16 0,2 4 0 0,1-5-384 15,3 2-64-15,-2-1-32 0,4 1 0 0,2-1-160 16,3 1 160-16,2-1-160 0,3-2 160 0,-4-3-288 16,6-7-64-16,0 0-16 0,3 7 0 15,-3-7-192-15,6 7-48 0,1-2 0 0,1-2 0 16,0-3-160-16,1-3-32 0,0-1-16 0,1 2 0 16,1-4-16-16,0 2 0 0,4 1 0 0,-1-5 0 15,-1-1 80-15,0-3 16 0,0 1 0 0,0 0 0 16,0 2 192-16,0-2 64 0,-1-1 0 0,-2 3 0 0,0 1 320 0,-3 5 0 15,-1-3 0-15,-6 6 0 0,0 0 192 0,0 0 128 16,0 0 0-16,0 0 16 0,0 0 304 0,5 8 64 16,0 1 16-16,0 0 0 0,1 1-512 0,0-3-208 15,2 1 176-15,0-1-176 0,1 0 0 0,1 1 0 0,2 0 0 0,2-1 0 16,2-2 0-16,1-1-128 16,-1-3 128-16,1 0 0 0,1-1 0 0,1 0 0 15,-2-1 0-15,2-2 0 0,0 0 0 0,-1-4 0 16,-1 1 0-16,0-4 0 0,0 3-224 0,0-3 64 15,0 0 16-15,1-6 0 0,-1-1-96 0,2-1-16 0,-1-3 0 0,0-1 0 16,2 0 64-16,-1-3 16 0,2-2 0 16,1-1 0-16,0-4 176 0,-1 2 0 0,-1-1 0 0,-2 3 0 15,-2 3 0-15,-3 1 0 0,-6 5 160 0,-1 2-160 16,-5 6 832-16,-2 3 64 0,-3 3 0 0,-3 1 16 16,-2 1 144-16,-4 3 32 0,0 3 0 0,-3 2 0 0,-1 7-576 15,-2 3-96-15,-2 5-32 0,2 3 0 16,-2 3-224-16,1 2-160 0,6-2 192 0,1-3-192 0,0 3 144 0,1 2-144 15,3-2 0-15,1 1 144 0,3 2-144 0,2-4 0 16,2 0 0-16,2-5-176 16,3 0-592-16,3 0-112 15,2-5-16-15,1-1-16 0,2 0-1232 0,2-1-240 0,3-6-48 0,9 4-18944 16</inkml:trace>
  <inkml:trace contextRef="#ctx0" brushRef="#br0" timeOffset="209958.64">26698 6368 23951 0,'0'0'2128'0,"-7"-4"-1696"16,-1 0-432-16,0 2 0 0,1-5 6160 0,-4 3 1152 16,-1 1 240-16,1 0 32 0,0 1-4960 0,-2 2-1008 15,1 2-192-15,-2 1-32 0,-2 4-768 0,0 0-160 16,-3-1-16-16,1 3-16 0,-3 3-304 0,3 1-128 15,1 0 0-15,-3 7 128 0,3-5-128 0,3 2 0 16,4-3 0-16,2 2 0 0,1-2-256 0,5 1 0 16,0-2 16-16,5-1 0 15,1 1-192-15,2-2-32 0,4 1-16 0,0-5 0 16,0-5-96-16,1 1 0 0,1-3-16 0,-1-2 0 16,1 1 16-16,0-1 0 0,-2-1 0 0,2-1 0 15,2-5-16-15,1 0 0 0,-2-2 0 0,2 0 0 16,5-2-304-16,-2-2-48 0,-1 1-16 0,0 0 0 15,0-2-288-15,-1 3-64 0,-2-1-16 0,-1 2 0 0,-1 1 496 16,-3 2 80-16,-3 4 32 0,-6 5 0 0,0 0 1152 0,0 0 224 0,0 0 48 0,0 0 16 16,0 0 832-16,-6 1 176 0,-1 3 16 0,1 1 16 15,-3 3-672-15,1 4-128 0,-1-2-16 0,1 6-16 0,0 2-432 16,0 5-96-16,-1-1-16 0,3 1 0 0,2 1-80 16,0 0-32-16,0 5 0 0,0 1 0 0,0 0-144 0,-1 5-128 15,-4-1 192-15,2 1-192 0,5-1 128 0,-2 1-128 16,-2 2 0-16,-1-1 0 0,-4 1 0 0,1-2 0 15,-2-5 0-15,0-1 0 0,-1-2 0 0,-1-3 0 0,-3-2 0 16,-1-1 0-16,0-2 0 0,-3-6 0 16,-4-2 0-16,1-3 0 0,0-3 0 0,-1-1 208 15,0-4-64-15,3-2-16 0,0-3 16 0,2 1 0 16,5-1 0-16,-1-2 0 0,2-2-144 0,1 0-192 0,2-4 32 0,5 0 16 16,2 0-160-16,4-1-16 15,2-3-16-15,6-3 0 0,4-3-32 0,6-3 0 0,6 0 0 16,4-3 0-16,5-2 96 0,5-3 16 0,2-3 0 15,0-2 0-15,1-1-48 0,2-1 0 0,4 4 0 0,1-5 0 16,-1-1 112-16,1 0 32 0,-1 2 0 16,-2 2 0-16,-4 4 160 0,-4 4 0 15,-2 6 0-15,-4-1 128 0,-6 4 208 0,-4 4 48 0,-5 1 16 0,-5 5 0 16,-3 3 288-16,-4 3 48 0,-4 6 16 0,0 0 0 16,0 0 144-16,-8 0 16 0,-2 6 16 0,-3 2 0 15,-4 2-496-15,-2 0-112 0,0 9 0 0,-1-1-16 16,1 0-304-16,-1 3 128 0,1-1-128 0,2 0 0 0,2 0 0 15,2 0 0-15,3-4 0 0,2 0 0 16,3-3 0-16,2-2 0 0,3-11 0 0,0 0 0 0,4 10-272 16,1-1 32-16,-5-9 16 0,11 7 0 15,-1-3-192-15,3-3-32 0,2-2-16 16,-1-2 0-16,0-1 64 0,1-2 16 0,-1-5 0 0,2 1 0 0,1-3 96 0,0-2 32 16,0 0 0-16,-2-1 0 0,0-2 256 0,-2 0-160 15,0-1 160-15,-2 2-128 0,0 2 128 0,-1 3 0 16,-2 1 128-16,-3 5-128 0,-5 6 464 0,0 0 32 15,0 0 0-15,0 0 0 0,0 0 80 0,0 0 32 16,0 0 0-16,-5 6 0 0,0 2-256 0,1 0-48 16,-1 3-16-16,1-1 0 0,1 3-288 0,2-4 0 15,1 2 128-15,1-1-128 0,2-1 0 0,1-1 0 16,1 0 0-16,1-2 0 0,2 1 0 0,0-2 0 16,1 0 0-16,2-2 0 0,0-4 0 0,2-3 0 0,3-3 0 15,0 1 0-15,-1-1 0 0,2-2 0 16,0-1-160-16,3-3 160 0,1-4 0 0,1 0-176 0,0-2 176 0,0 1-128 15,2-5 128-15,-2 0 0 16,-1 0-144-16,-1 0 144 0,-1-1 0 0,-2 2 0 0,-3 1 0 16,-2 3 0-16,-3 1 0 0,-3 3 0 0,0 0 128 15,-4 4-128-15,0 2 320 0,-1 2 0 0,-1 6-16 0,0 0 0 16,-1-6-112-16,1 6 0 0,0 0-16 0,0 0 0 16,0 0-176-16,0 0 0 0,0 0 144 0,0 0-48 15,1 11-96-15,1-3 0 0,1 1 0 0,1 1-160 16,-1 3 160-16,0 2 0 0,3-1 0 0,-1 3 0 0,1-3 0 15,1 3-128-15,-1 2 128 0,1 0 0 16,1 1 0-16,0 0 0 0,-2 0 0 0,1 1 0 0,-3 0 0 0,1-2 0 16,-1 1 0-16,-2-2 0 0,0-1 0 0,-2 0 0 15,-2-4 0-15,0-1 0 0,-2 0 0 16,-1 1 0-16,-2-4 0 0,-1 0 0 0,-1-3 0 0,-1 0 0 16,-2-5 160-16,-1 1-32 0,-1 1-128 0,-1 0 0 15,0 1 0-15,0-4 0 0,1 0 0 0,0-4 0 16,-3 1 0-16,2-1 0 0,0 2-208 0,0-2-48 15,1 1 0-15,0-1-17056 16,1-1-3424-16</inkml:trace>
  <inkml:trace contextRef="#ctx0" brushRef="#br0" timeOffset="213774.33">11499 8029 12895 0,'0'0'1152'0,"0"0"-928"0,-5-8-224 0,3 2 0 16,2-1 3488-16,2 0 656 0,-1 1 128 15,1-1 16-15,-2 7-3056 0,3-6-608 0,-3 6-128 0,1-7-32 16,-1 7 944-16,0 0 176 0,0 0 32 0,0 0 16 16,0 0 128-16,0 0 32 0,0 0 0 0,0 0 0 0,0 0-496 0,0 0-80 15,0 0-32-15,0 0 0 16,0 0-368-16,0 0-80 0,-1 11-16 0,0 1 0 0,-1 1-240 0,1 2-48 15,-1 2-16-15,-1 3 0 0,0 1-96 0,1 2-32 16,0 2 0-16,1 1 0 0,-1 1-80 16,-1 3-16-16,2 2 0 0,-1 3 0 0,2 3-32 0,-1 1-16 15,0 0 0-15,1 3 0 0,0 1-16 0,-2 1 0 16,1 0 0-16,0-1 0 0,1-2 16 0,0 2 0 16,0 0 0-16,-2 1 0 0,1 6 48 0,-1-1 16 15,-4 1 0-15,1 2 0 0,-1 1-16 0,0-2-16 16,3-3 0-16,-3-2 0 0,1-3-176 0,1 0 160 15,2 1-160-15,0-1 160 0,0-4-160 0,-1 2 0 16,2-1 144-16,1 3-144 0,-2 3 0 0,1-2 128 16,0-5-128-16,1 1 0 0,-1-4 0 0,-1-2 144 15,1 1-144-15,0 2 0 0,-2 0 336 0,0 0-32 16,1-3-16-16,-1 0 0 0,1-2-288 0,-1 1 0 16,0-1 0-16,2 1-144 0,0-6 144 0,-2 2 0 15,1-3 0-15,0-1 128 0,1-2-128 0,0 0 0 16,-1-1 128-16,1 0-128 0,0-2 384 0,-1 2 16 0,1 0 0 0,0 3 0 15,0 1-400-15,1 0-192 0,-2-1 0 0,1-1 16 16,0 1 0-16,-1-3 0 0,1-1 0 0,-2 1 0 16,2-1 176-16,0-1 0 0,-1-3 0 0,1 1 0 15,0-1 192-15,0 0-48 0,-2-4 0 0,2 4 0 16,-1-2-144-16,1 0 0 0,0-2 0 0,-1 0 0 16,2-4 0-16,-2 3 0 0,1-1 0 0,-1 0 0 0,2-2-192 0,-1-1 192 15,1 1-160-15,0-1 160 0,0 1 0 0,0 1 0 16,0-2 208-16,0 1-64 15,0 2-144-15,0-2-192 0,0-1 32 0,0 3 16 0,0-2 272 0,0 1 48 16,0 0 16-16,1-2 0 0,-1-2-192 0,0 1 0 16,-1-2 0-16,1-5 0 0,0 5-304 0,0 1 64 15,0-6 16-15,0 7 0 16,0-3-224-16,0-4-32 0,0 0-16 0,0 0 0 16,0 0-1552-16,0 0-304 0,0 0-64 0,8-4-19792 0</inkml:trace>
  <inkml:trace contextRef="#ctx0" brushRef="#br0" timeOffset="-214670.3">11350 11044 16575 0,'0'0'1472'0,"0"0"-1168"0,0 0-304 0,0 0 0 16,-6-4 3392-16,6 4 640 0,0 0 112 0,0 0 16 0,0 0-2880 0,0 0-576 15,0 0-112-15,4-9-16 0,-4 9 640 0,0 0 144 16,0 0 32-16,9-6 0 0,-9 6-96 0,10-7-16 16,-10 7 0-16,13-4 0 0,1 2-544 0,1-2-112 15,-3 0-32-15,6 1 0 0,3-1-384 0,0 2-80 16,-3-3 0-16,4 1-128 0,3-2 0 0,2 4 0 16,0-3 0-16,2 1 0 0,2 0 0 0,2-1 0 15,1 2 0-15,1-1 0 0,0 0 0 0,1 0 0 16,-1 0 0-16,3 0 0 0,-1 2 0 0,4-2 0 15,2 1 0-15,1 3 0 0,4-2 0 0,2 0 0 16,2 1 0-16,1 0 0 0,0 0 0 0,-1-1 0 16,-4 1 0-16,2 0 0 0,0-1 0 0,4 2 0 15,-2 0 0-15,3 3 0 0,1 0 0 0,-1-2 0 16,1 0 0-16,-4-1 0 0,-3 0 0 0,2 0 0 16,-1-1 0-16,2 1 0 0,1 1 0 0,-1 0 0 15,3 1 0-15,0 0 0 0,-3-2 0 0,-1 3 0 16,-4 1 0-16,-1-4 0 0,-1 1 0 0,2 2 0 15,1-1 0-15,1 2 0 0,-4-2 0 0,1 2 160 0,-1-1-160 16,0 1 192-16,-2-1-192 0,-4 1 0 16,-5-4 0-16,0 2 0 0,-2 0 0 0,0 0 0 0,-4-2 0 15,0 0 128-15,-2 2-128 0,-1-1 0 0,-2-1 144 16,-1 0-144-16,-2 1 144 0,-2 2-144 0,0-3 192 0,-3 0-192 16,-5 0 144-16,-10 0-144 0,0 0 0 0,12 0 144 15,-12 0-16-15,0 0-128 0,0 0 192 0,0 0-64 0,0 0-128 0,0 0 0 16,0 0 0-16,0 0 128 15,0 0-448-15,0 0-80 0,0 0-32 0,0 0 0 16,0 0-2064-16,0 0-432 0,0 0-80 0</inkml:trace>
  <inkml:trace contextRef="#ctx0" brushRef="#br0" timeOffset="-213286.99">14367 7711 28095 0,'0'0'1248'0,"-4"-4"256"0,0 0-1200 15,4 4-304-15,0 0 0 0,0 0 0 0,0 0 1040 0,0 0 160 0,0 0 16 16,0 0 16-16,-1 8 432 0,0 2 64 0,1 3 32 0,0 3 0 16,-2-2-480-16,1 6-80 0,1 2-32 0,0 4 0 15,0 1-336-15,1 5-64 0,-1 2 0 0,2 2-16 16,-2 4-160-16,0 0-16 0,0 0-16 0,0 4 0 15,-2 3-80-15,1 3-16 0,-2 2 0 0,1 1 0 16,-2 1-80-16,0 1-32 0,0 1 0 0,0 1 0 0,0-2-96 0,0 2 0 16,-1 1-16-16,1 2 0 0,0-1-16 0,0 4 0 15,2 2 0-15,-1-3 0 0,0-1 16 0,2 0 0 16,0 3 0-16,0 0 0 0,-1 0-80 16,2 1-16-16,-1 1 0 0,0-2 0 0,-1-2-16 0,1-5-128 15,-2-1 192-15,1-3-64 0,1 1-128 0,-1-1 192 16,0-2-192-16,0 0 192 0,1-1-192 0,1-1 192 15,0-6-192-15,1 0 192 0,1-6-192 0,-1-1 192 16,0-3-192-16,1 1 192 0,-1-6-192 16,0 2 128-16,0-1-128 0,-1 0 128 0,0-2-128 0,0-1 0 15,0-2 0-15,0-2 128 0,0 1-128 0,0-3 0 16,-1-1 144-16,1 1-144 0,0 1 0 0,0-4 128 16,0 0-128-16,0 0 0 0,-1 0 0 0,1-3 0 15,0 0 0-15,0-1 128 0,0 0-128 0,-1-4 0 16,1 2 0-16,-2-1 128 0,2-2-128 0,-1 1 0 15,0 0 0-15,-1-1 0 0,1-1 0 0,1-1 0 0,-1-1 0 0,1-5 128 16,0 7-128-16,0-2 0 16,-3-1 0-16,3-4 0 0,0 5 0 0,0 2 0 0,0-7 0 0,-3 6 0 15,2-2 0-15,1-4 0 0,0 0 0 0,0 0 0 16,0 0 0-16,0 0 0 0,0 0 0 0,0 0 0 16,0 0 0-16,1 5 0 0,-1-5 0 0,0 0 0 15,-1 7 0-15,1-7 0 0,0 5 0 0,0-5 0 16,0 0 0-16,0 5 0 0,-1 2-144 0,1-2 144 15,0-5 0-15,0 5 0 0,0 2 0 0,0-7 0 16,-1 4-128-16,1 2 128 0,0-6 0 0,0 6 0 16,0-1 0-16,-2 0 0 0,1-1 0 0,0 2 0 15,-1 0 0-15,2-6 0 0,0 0 0 0,-1 5 0 0,0 1 0 0,-2 2 0 16,3-3 0-16,0 2 0 0,0-2 0 0,0-5 0 16,-1 5 0-16,0 1 0 0,-1-1 0 0,2 1 0 15,-1-1 0-15,1-5 128 0,0 6-128 0,0 0 0 16,-1-1 0-16,-1 1 0 0,1-1 0 0,1 1 0 15,-1 1 144-15,1-1-144 0,0 2 0 0,-2-1 144 16,1-2-144-16,1-5 0 0,0 0 128 0,0 0-128 16,0 6 0-16,0 2 0 0,-1-2 0 0,0-1 0 15,1 0 0-15,0-5 0 0,0 6 0 0,0 0 0 16,0 0 0-16,1-1 0 0,-1-5 208 0,1 7-16 16,-1-7 0-16,0 5 0 0,0-5-192 0,0 5 0 15,0-5 0-15,0 0 0 0,0 0 0 0,0 0-208 16,0 0 16-16,0 0 0 0,0 0 192 0,0 0-192 15,-2 4 192-15,2-4-192 16,0 0-1344-16,0 0-256 0,0 0-48 0,0 0-21264 0</inkml:trace>
  <inkml:trace contextRef="#ctx1" brushRef="#br0">14894 18127 0,'0'0'16,"0"0"0,0 0-1</inkml:trace>
  <inkml:trace contextRef="#ctx0" brushRef="#br0" timeOffset="-211501.91">11460 9629 25343 0,'0'0'1120'0,"0"0"224"0,0 0-1072 0,0 0-272 0,0 0 0 0,0 0 0 15,-2-7 1936-15,2 7 336 0,0 0 64 16,0 0 16-16,0-6 80 0,-1 0 0 0,1 6 16 0,0 0 0 15,0 0-528-15,0 0-96 0,0 0-32 0,0 0 0 16,0 0-528-16,0 0-112 0,0 0-32 0,0 0 0 16,0 0-608-16,0 0-112 0,0 0-16 0,0 0-16 15,-3 8-96-15,1 1-16 0,1 3 0 0,-1 0 0 0,1 1-32 0,-2 0-16 16,3 0 0-16,-1 0 0 0,0 2-80 0,-1-1 0 16,0-1-128-16,1 1 192 15,-1 0-192-15,1 1 144 0,0-2-144 0,1 1 128 16,0 0-128-16,0 1 0 0,0-2 0 0,0-2 128 15,0 1-128-15,1-1 0 0,0-1 0 0,1 0 0 0,-1 0 0 0,-1-4 0 16,0-6-160-16,0 0 160 16,0 0-928-16,0 0-96 0,0 0 0 0,0 0-16 15,0 0-1392-15,0 0-256 0,0 0-64 0,5 1-17968 16</inkml:trace>
  <inkml:trace contextRef="#ctx0" brushRef="#br0" timeOffset="-210465.17">11525 9614 30063 0,'0'0'1328'0,"0"0"272"0,0 0-1280 0,0 0-320 0,-5 2 0 0,5-2 0 0,-4 1 1776 0,4-1 272 16,0 0 64-16,0 0 16 0,0 0-352 0,0 0-80 16,0 0-16-16,0 0 0 0,0 0-912 0,0 0-192 15,9-1-48-15,1-1 0 0,2 1-48 0,-2 0-16 16,3-1 0-16,2 1 0 0,-2-3-96 0,3 1-32 16,0 0 0-16,1 0 0 0,2-1-16 0,0 1 0 15,1 1 0-15,1-1 0 0,1 1 16 0,0 0 0 16,1 1 0-16,1-2 0 0,-2 1-48 15,2 0-16-15,-4-3 0 0,4 4 0 0,1-3-80 0,-1 3-32 16,0-1 0-16,-1 2 0 0,5-5-160 0,-1 4 0 16,2 1 144-16,-2-3-144 0,2 2 0 0,1 1 0 15,0 0 0-15,0 0 128 0,-3-1-128 0,1 1 0 16,-1 0 0-16,-1 0 0 0,-1 0 0 0,-2 0 0 16,1 0 0-16,-1 0 128 0,-1 0-128 0,2 0 0 0,-2 0 0 0,1 0 0 15,0 0 0-15,-1 0 0 0,3-2 0 0,1 2 0 16,-2 0 0-16,2-1 0 0,-1 0 0 0,1-1 0 15,-1 1 0-15,1 0 0 0,-2 0 0 0,-2-1 0 16,1 0 0-16,2 0 0 0,-2 1 0 0,1 0 0 16,-3-1 0-16,0 0 0 0,-2 1 0 0,1 1 128 15,-1 0-128-15,0 0 0 0,-1 0 0 16,0 0 0-16,-1-2 176 0,-1 1-48 0,2 1 0 0,1 0 0 16,0-4 48-16,0 1 0 0,0 3 0 0,1-2 0 0,0-1-176 0,1 2 192 15,0 0-192-15,0-1 192 0,-2 1-192 16,1 0 0-16,-1-1 0 0,-1 1 128 15,1 0-128-15,-2-1 0 0,1 2 0 0,-2-1 0 0,-1 1 0 16,0 0 128-16,-2-1-128 0,0 1 128 0,0 0 48 0,-2 0 0 16,0-1 0-16,-1-1 0 0,-1 1-48 0,3 1 0 15,0 0 0-15,1-3 0 0,-1 3-128 0,-1 0 0 16,1-1 144-16,-2 0-144 0,4-1 0 0,-1 2 0 16,0 0 0-16,1-3 128 0,0 1-128 0,-1 1 0 15,-1 1 0-15,1-3 0 0,-1 3 0 0,0 0 0 16,-2 0 0-16,-1 0 0 0,0-1 0 0,0 2 0 15,2-2 0-15,-11 1 0 0,8-1 0 0,-8 1 128 16,10 0-128-16,0 0 0 0,1 0 0 0,-1 0 144 16,1 0-144-16,-2 1 0 0,0-2 144 0,-1 1-144 15,1 0 0-15,-1 0 144 0,0-2-144 0,-1 2 0 0,-7 0 0 16,10-2 0-16,-3 0 0 0,3 4 0 16,-3-2 0-16,1 0 0 0,-8 0 0 0,0 0 0 0,8-2 0 0,-3 4 0 15,-5-2 0-15,0 0 0 16,8-2 0-16,-8 2 0 0,0 0 0 0,0 0 0 15,0 0-160-15,0 0 160 0,0 0-192 0,0 0 48 16,0 0 16-16,9 0 0 0,2-1-64 0,-2 1 0 0,-9 0 0 0,0 0 0 16,9 0-64-16,0 0-32 0,-9 0 0 0,10-1 0 15,0 1 48-15,-3 0 16 0,-7 0 0 0,0 0 0 16,0 0 32-16,0 0 0 0,0 0 0 0,0 0 0 16,7-1-960-16,-7 1-176 0,0 0-32 15,0 0-16-15,4-3-2672 0,-4 3-544 0</inkml:trace>
  <inkml:trace contextRef="#ctx0" brushRef="#br0" timeOffset="-210003.12">14147 9464 19343 0,'-6'-2'848'0,"6"2"192"0,0 0-832 0,0 0-208 16,0 0 0-16,0 0 0 0,0 0 5072 0,0 0 976 0,0 0 192 0,0 0 32 15,0 0-3456-15,0 0-688 16,0 0-144-16,0 0-16 0,0 0-688 0,0 0-128 15,0 0-16-15,0 0-16 0,0 0-496 0,0 0-112 0,0 0 0 0,0 0-16 16,0 11-240-16,2-3-32 0,-2-1-16 0,0 2 0 16,1 1-208-16,-1 1 144 0,1-3-144 0,1 3 128 15,-2 2-128-15,2 0 0 0,0-1 0 0,0 2 0 16,-1 2 0-16,-1 1 0 0,2 0 0 0,-2 1 0 16,0 0 0-16,-2-1 0 0,0 0 0 0,2-1 0 15,-1 0 128-15,1-1-128 0,0 0 0 0,0 0 128 16,0 1-128-16,1-3 0 0,-1 0 0 0,1 0 0 0,0-4 0 0,1 0-192 15,-2 0 32-15,1 2 16 16,0-1-848-16,1-1-160 16,-2 1-48-16,0-1 0 0,4 0-288 15,-3 0-64-15,-1 0-16 0,0 0 0 0,-1-1-1728 16,-1 0-352-16,2 0-64 0</inkml:trace>
  <inkml:trace contextRef="#ctx0" brushRef="#br0" timeOffset="-209430.51">14123 9978 16575 0,'0'0'1472'0,"0"0"-1168"15,-6-1-304-15,-1-1 0 0,7 2 5152 0,0 0 976 16,-5-1 192-16,1 1 32 0,-3-3-3280 0,4 2-640 16,-3 0-144-16,2 0-32 0,-1-1-800 0,-1 1-176 15,-1 1-16-15,1 0-16 0,-1 0-528 0,-3 1-96 0,-1-2-32 0,0 1 0 16,-1 0-144-16,-1 0-16 15,-2 0-16-15,-1 1 0 0,-1 2-96 0,-3-3-32 0,-2 0 0 0,0 0 0 16,-2 1-128-16,-1 0-32 0,-1 2 0 0,-1-3 0 16,-3 0-128-16,-1 1 0 0,1 1 144 0,0-1-144 15,-2 0 0-15,2 1 0 0,0-1 0 16,-1 0 0-16,-1 0 0 0,-2 2 0 0,1-3 0 16,-2 1 0-16,-2 2 0 0,0 0 0 0,-3-1 0 0,1-1 128 0,2 2-128 15,-3-2 0-15,0 1 128 0,1-1-128 0,0 0 0 16,-2 1 128-16,-2 0-128 0,3 0 0 0,0-1 0 15,-1-1 0-15,-1 0 0 0,3-1 0 0,1 1 0 0,2 0 0 16,-1 1 0-16,1-1-128 0,-1 0 128 16,1 0 0-16,2 1-144 0,-1 0 144 0,-2 1 0 0,1-1 0 15,-2 0 0-15,0 1 0 0,0-1 0 0,2 2 0 16,-1-1 128-16,2 2-128 0,0-3 0 0,2 2 160 16,2 0-160-16,1-2 160 0,0 0-160 0,2 1 0 15,1 0 0-15,1-2 128 0,2 0-128 0,1 0 0 16,0 0 144-16,1-2-144 0,2 0 0 0,1 1 128 15,0 0-128-15,1 1 0 0,0-3 0 0,0 0 144 16,2 2-144-16,0-2 0 0,1 2 128 0,0 0-128 16,0 0 0-16,0 1 0 0,1-3 0 0,0 2 0 15,-1-1 0-15,0 1 0 0,2 0 0 0,0-1 0 16,1 1 0-16,0-1 0 0,2 0 0 0,-1 2 0 16,4-1 0-16,7 1 0 0,0 0 0 0,-6 0 0 15,1 0 0-15,5 0 0 0,0 0 0 0,0 0 0 16,0 0-144-16,0 0 144 15,0 0-624-15,0 0-32 0,0 0-16 0,0 0-16176 16,0 0-3248-16</inkml:trace>
  <inkml:trace contextRef="#ctx0" brushRef="#br0" timeOffset="-208900.81">11584 10301 14735 0,'0'0'1312'0,"-6"2"-1056"0,1 0-256 0,0-2 0 15,0 1 5760-15,-1 1 1104 0,0-1 224 0,1 2 32 16,0-3-4720-16,-2 1-944 0,2 0-192 0,0 2-48 0,5-3-528 0,-6 4-112 15,6-4-32-15,-5 4 0 16,5-4-768-16,-4 2-160 0,4-2-16 0,-4 8-16 16,4-8-2832-16,-2 8-560 15</inkml:trace>
  <inkml:trace contextRef="#ctx0" brushRef="#br0" timeOffset="-208750.96">11522 10519 38639 0,'0'0'1712'0,"0"0"352"0,-6 3-1648 0,6-3-416 0,-7 1 0 0,7-1 0 16,-8 1 0-16,8-1 0 0,0 0 0 0,0 0 0 15,-5 5-1504-15,5-5-224 0,0 0-64 16,0 0-13504-16</inkml:trace>
  <inkml:trace contextRef="#ctx0" brushRef="#br0" timeOffset="-208621.54">11475 10630 25391 0,'0'0'1120'0,"0"0"240"15,-2 8-1088-15,-1-2-272 0,-1 1 0 0,0-1 0 0,4-6 1728 0,-2 9 304 16,-1-3 48-16,-1 0 16 0,0 1-1072 0,0-1-224 0,4-6-32 0,-2 7-16 16,2-7-496-16,-3 7-112 0,3-7-16 0,-1 11 0 31,1-11-2752-31,0 0-544 0,2 9-112 0</inkml:trace>
  <inkml:trace contextRef="#ctx0" brushRef="#br0" timeOffset="-208477.85">11503 10772 11055 0,'0'0'480'0,"0"0"112"0,0 0-464 16,0 0-128-16,0 0 0 0,0 0 0 0,0 6 3968 0,0-6 768 0,0 0 144 0,0 0 48 0,0 0-2704 0,0 0-544 16,0 0-96-16,6 6-32 0,2-2-672 0,-8-4-144 15,10 1-32-15,1 0 0 16,1-1-1232-16,-1 0-256 0,0-1-48 0,2 0-9600 16,1-1-1920-16</inkml:trace>
  <inkml:trace contextRef="#ctx0" brushRef="#br0" timeOffset="-208362.1">11806 10782 30863 0,'0'0'1360'0,"7"2"304"0,-7-2-1344 0,0 0-320 16,5 1 0-16,0 0 0 0,-5-1 1760 0,8 0 288 16,-1 0 48-16,-1 0 16 0,1-1-1328 0,-1 0-256 15,2 1-48-15,-1 0-16 16,0-2-1616-16,1 2-336 0,1-2-64 0,2 0-16 16,2 1-1888-16,0 0-384 0</inkml:trace>
  <inkml:trace contextRef="#ctx0" brushRef="#br0" timeOffset="-208233.44">12139 10777 11967 0,'0'0'528'0,"0"0"112"16,0 0-512-16,0 0-128 0,0 0 0 0,0 0 0 0,0 0 4896 0,0 0 944 0,8 5 192 0,0-3 48 15,-1-1-4480-15,3-1-896 0,-1-1-192 0,1-1-16 32,0 0-2064-32,4 0-416 0,1 2-64 0,3-1-11696 0</inkml:trace>
  <inkml:trace contextRef="#ctx0" brushRef="#br0" timeOffset="-208131.6">12483 10758 26543 0,'0'0'1168'0,"0"0"256"0,0 0-1136 0,0 0-288 0,11 0 0 0,-2 0 0 0,0 0 1024 0,0 0 160 16,1 0 32-16,1-2 0 0,-1 0-832 0,2 0-144 15,1 1-48-15</inkml:trace>
  <inkml:trace contextRef="#ctx0" brushRef="#br0" timeOffset="-207974.24">13036 10764 39279 0,'0'0'1728'0,"0"0"384"0,0 0-1696 0,0 0-416 16,0 0 0-16,13 3 0 0,0-1 944 0,-1-2 96 0,-2 0 32 0,2 2 0 15,0-2-624-15,2 0-128 0,-1 0-32 0,3 0 0 32,-1 0-2432-32,1 0-480 0,1-2-112 0,-2 4-8704 15,4 0-1744-15</inkml:trace>
  <inkml:trace contextRef="#ctx0" brushRef="#br0" timeOffset="-207849.9">13452 10801 11967 0,'0'0'1072'0,"0"0"-864"16,0 0-208-16,0 0 0 0,8 1 3776 0,1-1 704 0,-9 0 128 16,10 0 48-16,-1 0-2352 0,2-1-448 0,-2-1-112 0,1 1-16 15,1 0-1104-15,-1-1-240 0,2 1-32 0,1 0-16 32,1-1-1472-32,1 0-288 0,-1 1-64 0,2-1-8320 0,0 2-1664 0</inkml:trace>
  <inkml:trace contextRef="#ctx0" brushRef="#br0" timeOffset="-207755.99">13805 10788 26079 0,'0'0'1152'0,"0"0"256"0,0 0-1136 0,0 0-272 0,0 0 0 0,8 0 0 0,1-2 368 16,1 1 16-16,2 0 0 0,1-1 0 15,4-2-2240-15,0 2-432 0</inkml:trace>
  <inkml:trace contextRef="#ctx0" brushRef="#br0" timeOffset="-207617.21">14075 10733 15663 0,'0'0'1392'15,"0"0"-1120"-15,0 0-272 0,0 0 0 0,0 0 4864 0,0 0 896 16,0 0 192-16,3-5 48 0,-1 1-4144 0,2 0-832 16,3-1-176-16,-2 1-16 0,1 0-320 0,2 0-64 15,0-3-16-15,1 2 0 16,2 0-1296-16,-4 0-256 0,-1-2-48 0,-3 2-16 16,4-2-1632-16,-3 1-336 0,-2-3-64 0</inkml:trace>
  <inkml:trace contextRef="#ctx0" brushRef="#br0" timeOffset="-207450.44">14177 10339 33631 0,'-12'-6'1488'0,"7"3"304"0,-1-1-1424 0,6 4-368 0,-5-5 0 0,0 0 0 16,0-2 1328-16,-3 3 192 0,1-2 32 0,1 0 16 16,-2 0-1184-16,3 2-256 0,0 0-128 0,5 4 160 31,0 0-2272-31,-6-6-464 0,1 2-96 0</inkml:trace>
  <inkml:trace contextRef="#ctx0" brushRef="#br0" timeOffset="-207326.17">14051 10189 10127 0,'0'0'896'0,"0"0"-704"0,-6-2-192 0,1 0 0 0,0 1 4816 0,5 1 944 15,-4-1 176-15,4 1 32 0,0 0-4992 16,0 0-976-16,0 0-240 0</inkml:trace>
  <inkml:trace contextRef="#ctx0" brushRef="#br0" timeOffset="-207200.05">13857 10244 31215 0,'-23'-1'1376'0,"14"1"288"0,-2-2-1328 0,1 1-336 15,-2 0 0-15,0-3 0 16,1 1-1072-16,-1-1-272 0</inkml:trace>
  <inkml:trace contextRef="#ctx0" brushRef="#br0" timeOffset="-207041.24">13497 10202 34895 0,'-18'-1'1536'0,"10"1"336"0,-1 0-1488 0,-3 0-384 15,-3-1 0-15,-2 1 0 0,-3 0 832 0,2 0 112 0,0-2 16 16,-2 2 0-16,-1 0-64 0,2 0-16 0,1 2 0 15,-2-2 0 1,-1 0-1136-16,2-2-208 0,-1 2-48 0,0 0-16 0,2 0-2160 16,0 0-448-16</inkml:trace>
  <inkml:trace contextRef="#ctx0" brushRef="#br0" timeOffset="-206891.88">12582 10196 21183 0,'-19'2'1888'0,"8"-2"-1504"0,-2-1-384 0,0 0 0 0,-3 1 3776 0,1 0 704 16,-1-4 128-16,1 4 16 0,-2-2-3856 0,-2 2-768 16,1-1-192-16,0-1-10896 15,0-2-2192-15</inkml:trace>
  <inkml:trace contextRef="#ctx0" brushRef="#br0" timeOffset="-206682.12">11968 10159 30111 0,'-18'4'1344'0,"9"-1"256"0,-4-1-1280 0,-3 1-320 16,-1-1 0-16,-1 1 0 0,-4 1 1440 0,-3 0 224 0,-2 1 32 15,0-2 16-15,1 1-48 0,2-2-16 0,-1 2 0 0,3-1 0 16,2-1-800-16,2 1-144 16,0-2-48-16,3 1 0 0,2-1-656 0,3 0 0 0,-1-1 0 0,4 0 0 31,0 0-480-31,2 2-128 0,0-2-32 0,-1 2 0 15,6-2-496-15,0 0-96 0,-5 3-32 0,0 2 0 0,-2 0-1200 0,1 2-240 0</inkml:trace>
  <inkml:trace contextRef="#ctx0" brushRef="#br0" timeOffset="-205834.71">12675 7485 32255 0,'0'0'1424'0,"0"0"304"0,0 0-1392 0,0 0-336 0,-7-1 0 0,7 1 0 16,0 0 3568-16,0 0 640 0,0 0 128 0,0 0 16 15,-2 6-2944-15,0 2-608 16,1 3-112-16,1 0-32 0,0 2-368 0,1 1-80 0,1 0-16 0,-1-1 0 16,0 1-192-16,1 2 0 0,-1-3 0 0,0 0 0 15,0-3 0-15,1-1 0 0,-1 1 0 0,0-3 0 16,1 0-256-16,-1 1-64 0,-1-8 0 0,0 0 0 16,0 0-1904-16,0 0-384 0,3 9-80 0,-1-5 0 15,-2-4-1632-15,0 0-320 0</inkml:trace>
  <inkml:trace contextRef="#ctx0" brushRef="#br0" timeOffset="-205331.76">12675 7387 19343 0,'-12'-10'848'0,"5"5"192"0,0-2-832 0,-2-3-208 0,-1-1 0 0,1 2 0 0,0 0 3312 0,0 0 608 16,-1-1 128-16,-2 2 32 0,0 1-2032 0,0 1-384 15,1 2-96-15,-1 1-16 0,0 1-224 0,0-2-48 16,1 2-16-16,-1 2 0 0,-1 3-320 0,0 2-64 15,-1-1-16-15,-1 3 0 0,0-1-64 0,-2 2-16 16,0 2 0-16,0 2 0 0,-1 1-176 0,-1 4-32 16,-2 1-16-16,2 3 0 0,1 0-128 0,-1 1-32 15,2 0 0-15,3 6 0 0,0-1-80 0,2 2 0 0,0-2-16 16,4 3 0-16,3 0-128 0,4 0-32 0,1-1 0 0,4 1 0 16,2 2 16-16,5 0 0 15,3-2 0-15,3-2 0 0,3 2-160 0,2-5 192 16,1 1-192-16,3-2 192 0,2-2-192 0,0-3 0 15,1 0 0-15,1-5 0 0,0-1 0 0,1-5 0 16,2-3 0-16,1 0 0 0,2-2 160 0,1-2-160 16,1-1 192-16,-1-2-192 0,0-4 0 0,-1 0 0 0,-2-2 0 0,-1 0-192 15,-2-3 192-15,-1-3 0 0,-2 1 0 0,-4-2 0 0,0 0 0 16,-2-3-144-16,-2 1 144 0,-2-4-128 16,-1-1 128-16,-3-1 0 0,-2-1 0 0,-3 0 0 0,-3-4 0 0,-2 1 0 15,-2-1 0-15,-4 4 0 0,-2 0 0 16,-2 1 144-16,-2-1-16 0,-2-1-128 0,-2 1 272 0,0 0-48 15,-1 1-16-15,-1-1 0 0,-3 1-64 16,0 1-16-16,-1 1 0 0,-1 0 0 0,0-1-128 0,-1 2 0 16,1 1 0-16,-1 0 0 0,-1 1 0 15,0 1 0-15,-1 0 0 0,0 0-176 0,0 3 176 16,0 2-160-16,-2 1 160 0,2 0-160 0,0 1 160 0,2 1 0 16,2 2 0-16,1 2 0 15,-1 0-416-15,1 1-96 0,1 1-32 0,3 3 0 16,3 1-2272-16,2 3-464 0</inkml:trace>
  <inkml:trace contextRef="#ctx0" brushRef="#br0" timeOffset="-201650.28">15234 9321 18431 0,'0'0'1632'0,"0"0"-1312"0,-14-3-320 0,1 1 0 0,1-2 5024 0,12 4 928 16,-11-4 192-16,11 4 48 0,0 0-4192 0,0 0-832 16,0 0-160-16,0 0-48 0,0 0 736 0,0 0 144 15,0 0 16-15,0 0 16 0,8-7-848 0,0 5-160 16,1-2-32-16,3 0-16 0,4-1-320 0,0 3-64 16,4-2-16-16,2 2 0 0,2-2-32 0,10 0 0 15,1 1 0-15,17-1 0 0,-3 1-96 0,0-1-32 16,-1 0 0-16,0 0 0 0,-1 0-96 0,-12 1-32 15,4 1 0-15,6-2 0 0,3 0-128 0,3 0 0 16,1 1 144-16,1-1-144 0,2 2 0 0,-3-2 0 16,-2 1 0-16,-1-1 128 0,0 2-128 0,-2-1 0 15,-2 1 0-15,-2 0 0 0,-1 2-128 0,-4 0 128 16,-3 2-128-16,-4-1 128 0,-3 0-160 0,-2 2 160 0,-7-1-192 0,-2 2 192 16,-4-4-192-16,-1 2 192 0,-3-1-192 15,-1 0 192-15,-8-1-192 0,0 0 64 16,0 0 128-16,0 0-208 0,0 0-80 0,0 0-16 0,0 0 0 15,0 0 0-15,0 0-672 0,0 0-144 0,0 0-32 16,6-4 0-16,0-1-848 0,-6 5-176 16,5-5-48-16,0 0 0 0,0-1-1936 0,1 1-400 0</inkml:trace>
  <inkml:trace contextRef="#ctx0" brushRef="#br0" timeOffset="-201290.18">16688 9073 41807 0,'0'0'1856'0,"-7"-1"384"0,-1 0-1792 0,2 1-448 0,-2-2 0 0,1 2 0 0,2-1 1248 0,0 1 160 15,5 0 48-15,0 0 0 0,0 0 272 0,0 0 64 16,0 0 16-16,0 0 0 0,0 0-768 0,0 0-144 16,1 6-48-16,2 2 0 0,-1-1-432 0,4-1-96 15,0 1 0-15,1-1-16 0,1 3-144 0,1-1-32 16,1-4 0-16,2 3 0 0,-2-1-128 0,3 1 0 16,2-2 0-16,-1 0 0 0,0 0 0 0,2 1 0 15,0-1 0-15,-1 0 0 0,1-1 0 0,0 0 0 16,-1 0 0-16,0 0 0 0,-4 0 0 0,0-2 0 15,-3 1 0-15,-8-3 128 0,0 0-128 0,0 0 0 16,0 0 0-16,0 0 0 0,5 6 0 0,-5-6 0 0,1 7 0 0,-2-1 0 16,-3 1 0-16,-3 1 0 0,-1 1 128 15,-1-3-128-15,-1 1 144 0,-2-1-144 0,0 2 160 16,-1 1-160-16,-1-2 144 0,1 2-144 0,0 0 128 16,-1 0-16-16,-1 0-112 0,1-1 0 15,1 0 0-15,0 0 0 0,-1 0 0 0,2-1-128 0,1 0 128 0,2 0-160 31,0-2-464-31,3 0-80 0,0 0-32 0,1 0 0 16,0-2-1776-16,5-3-368 0,-3 7-64 0</inkml:trace>
  <inkml:trace contextRef="#ctx0" brushRef="#br0" timeOffset="-199099.28">15392 7943 21183 0,'0'0'944'0,"0"0"192"0,-4-4-912 0,0 0-224 16,0-3 0-16,0 1 0 0,-1-1 3808 0,1 2 720 16,-1 0 144-16,-1 1 16 0,0 0-2208 0,-2 2-448 0,-1 0-96 0,-1 2-16 15,-1 2-544-15,-4 4-112 0,0 3-32 0,2 3 0 16,-3 2-480-16,1 3-112 0,-2 0 0 0,1 5-16 15,3 3-64-15,0 0-16 0,3-3 0 0,1 0 0 16,1-1-224-16,4-1-32 0,3-3-16 0,-1-3 0 16,2-4-272-16,3 0 0 0,2-1 0 0,-5-9 0 0,0 0 0 0,13 4-176 15,0-3 32-15,0 0 0 0,-1-1-144 0,1-1-32 16,1-3 0-16,-5 0 0 16,-2-2 32-16,2 0 0 0,0 1 0 0,0-1 0 0,2-5 32 15,-2 2 0-15,0-3 0 0,-1 2 0 0,0-1 16 16,0 0 16-16,-2-2 0 0,1 1 0 0,-2 1 64 15,-1-2 16-15,-2 0 0 0,2 3 0 0,0-2 144 0,-1 3 0 16,-1 1 0-16,0 2-128 0,-1-1 128 0,-1 7 0 16,0 0 0-16,0 0 0 0,0 0 160 0,0 0-32 15,0 0-128-15,0 0 192 0,0 0-64 0,0 0-128 16,0 0 176-16,0 0-176 0,4 8 0 0,1 2 0 16,0 0 0-16,0 1 0 0,2 1 0 0,1 0 0 15,0 0 0-15,2-1 0 0,2 1 0 0,0 0-144 16,1-3 144-16,1 0 0 0,2 0 0 0,-1 0-160 15,1-2 160-15,1-2 0 0,1-1-144 0,-1-1 144 16,1-1 0-16,0-2-144 0,-2-1 144 0,0 0-192 16,1-5 192-16,-2 2-192 0,2-1-64 0,-1-1-32 15,0-2 0-15,-1 0 0 16,0-5-112-16,-1 1-32 0,-1 1 0 0,-1-3 0 16,-2 1-48-16,-1 0-16 0,0 0 0 0,-1 0 0 0,-3 2 208 0,-2-1 32 15,-2 1 16-15,-1 2 0 0,-1 1 240 0,-2 2 128 0,0-1 0 16,0 2-128-16,-2 1 432 0,-1 0-32 0,-1 0 0 0,-2 2 0 15,-2 1 64-15,-1 1 16 0,3 1 0 0,-1 1 0 16,-2 1-256-16,0 1-48 0,2 1-16 0,1 2 0 16,-2 1-160-16,2 2 0 0,0-1 0 0,0 3 0 15,0 0 0-15,4 1-192 0,-1 1 64 0,3-1 128 16,0 0-192-16,3-1 192 0,1 0-160 0,2-2 160 16,1-2-128-16,1 0 128 0,1-2 0 0,2-1-144 0,-1 1 0 15,2-6 0-15,1 0 0 0,2 0 0 0,1-3-160 16,1-1-16-16,1 0-16 0,-1-2 0 15,0-2-176-15,1 0-48 0,-2-1 0 0,1-2 0 0,1 0 128 16,-1-2 32-16,-2 0 0 0,1-2 0 16,-2 0 144-16,1-2 16 0,-1 1 16 0,-2-4 0 0,0 1 32 0,-1-1 0 15,-1-1 0-15,0-1 0 0,-2 1 0 0,-1 3 0 16,-1 1 0-16,-1 3 0 0,0 1 192 0,-1 2 0 16,-2 2 0-16,-1 3 0 0,0 2 480 0,2 4 144 15,0 0 16-15,-5 2 16 0,-1 4 240 0,1 2 32 16,0 2 16-16,0 3 0 0,1 1-400 0,1 2-80 15,2 2-16-15,1 3 0 0,1 0-288 0,2 0-160 16,-1 1 160-16,4-2-160 0,1 0 144 0,3 1-144 16,0-1 128-16,3-2-128 0,1-1 0 0,2-1 0 0,4-2 0 0,-2-1 0 15,-1-4-160-15,1-1-16 0,2-2 0 0,-2 1 0 16,0-6-48-16,0 1-16 0,-2-2 0 16,0-2 0-16,-2-2 64 0,2 0 16 15,-3-1 0-15,0-1 0 0,-2-1-48 0,1-1-16 0,0-1 0 16,0-1 0-16,-3-2 48 0,0 0 16 0,-1-1 0 0,-1 0 0 15,-3 0 32-15,-1 2 0 0,-2-1 0 16,-2-1 0-16,-2 1 128 0,1 0 0 0,-3 2 0 16,-1 2 0-16,-1 2 0 0,-1 3 192 0,-1-1-32 0,-2 3-16 15,-2 1 288-15,1 2 48 0,-1 4 16 0,0 0 0 16,0 2-48-16,0 2 0 0,0 3 0 0,3 3 0 16,-2-2-256-16,2 2-48 0,2 1-16 0,3-1 0 15,-1-2-128-15,4-1 128 0,0 0-128 0,5 0 128 0,2-4-384 16,3 0-96-16,2-1-16 0,1-3 0 15,-1 1-240 1,2-5-48-16,1-1-16 0,0-1 0 16,1-2-288-16,1-1-48 0,-1-3-16 0,1 0 0 0,0-1 224 15,0 0 32-15,-2-4 16 0,0 1 0 0,0-5 304 0,-2 2 64 0,1-1 16 0,0 0 0 0,0-4 368 0,-1 0 0 16,0-5 0-16,-1 0 0 0,-2-3 0 0,1 1 208 16,0-1-16-16,-1-2-16 0,-3-1-32 0,2 3 0 15,-3 1 0-15,0 2 0 0,-2 5 240 0,0-1 32 16,-4 3 16-16,1 6 0 0,-2 2 608 0,1 3 128 15,-2 4 32-15,4 2 0 0,-7 0 96 0,-1 1 32 16,2 3 0-16,-1 4 0 0,1 2-624 0,-1 3-128 16,1 2-32-16,1 0 0 0,-1 2-400 0,2 1-144 15,1 2 0-15,0 3 144 0,2-2-144 0,-1 3 0 16,2 0 0-16,0 1-176 16,0 1-1456-16,0 2-288 0,2-1-64 0,-2 3-11856 15,-2 4-2368-15</inkml:trace>
  <inkml:trace contextRef="#ctx0" brushRef="#br0" timeOffset="-197780.09">15341 8466 19343 0,'0'0'1728'0,"0"0"-1392"0,0 0-336 0,0 0 0 0,0 0 5344 0,0 0 992 15,0 0 208-15,0 0 48 0,0 0-4736 16,1 6-960-16,-2 2-176 0,2 1-32 0,-2 4 672 0,1 1 144 16,-1 5 32-16,1 0 0 0,-2 2-656 0,1 0-128 15,0 2-32-15,-2-2 0 0,2 0-160 0,1-1-48 16,-2-2 0-16,2-2 0 0,0-3-320 0,0-3-192 15,2-1 192-15,-1-1-192 0,0 0 0 0,-1-8 0 16,0 0 0-16,0 0 0 0,0 0 0 0,0 0 0 16,0 0-240-16,0 0 80 0,0 0-16 0,0 0 0 15,0 0 0-15,0 0 0 0,0 0 176 0,0 0-208 16,7-8 80-16,-1 0 128 0,1-1-240 0,-1 1 80 16,1-1 16-16,-1-1 0 0,0-2-64 0,1-1-16 0,1 0 0 0,0 1 0 15,0 2 48-15,0 1 16 16,-2 2 0-16,1 1 0 0,-2 2 160 0,-5 4 0 15,0 0 0-15,8-3 0 0,-2 6 0 0,1-1 128 0,-2 5-128 0,-1 1 176 16,0 2 16-16,0 2 16 0,1 1 0 0,0 1 0 16,0-1-48-16,1-2-16 0,0-1 0 15,1 2 0-15,1 0-144 0,1-2 0 0,-2-2 0 0,3 0 0 16,0 1 0-16,0-4 0 0,1 0 128 0,1-1-128 16,-1-3 0-16,1-1 0 0,2-1 0 0,-1 0 0 15,1-2-320-15,-1-1 64 0,-2-1 16 0,2-1 0 16,0-1-48-16,2-1-16 0,-2-2 0 0,0-1 0 15,0 2-208-15,-1-3-32 0,-1 1-16 16,0-2 0-16,-1-4 0 0,-1 0 0 16,-1 0 0-16,0 1 0 0,-3 1 208 0,0 2 32 0,-1-1 16 0,0 4 0 0,-3 1 304 0,1 1-128 15,-2 2 128-15,0 6 0 0,0 0 0 0,0 0 320 16,0 0-32-16,0 0-16 0,0 0 128 0,-8 0 32 16,1 1 0-16,7-1 0 0,-5 6-240 0,1 2-64 15,-2 3 0-15,1-4 0 0,-1 4-128 0,2 1 0 16,1 1 0-16,-1-2 0 0,1 2 0 0,0 0 0 15,2-1 0-15,1 0 0 0,1 0 0 0,3 1 0 16,2-4 0-16,-1 0 0 0,0-1-128 0,1-2 128 16,2 0-160-16,3-3 160 0,2 1-272 0,0-1 32 15,2-2 16-15,2-1 0 0,0-2-144 0,0-2-16 16,2 0-16-16,0-1 0 16,2-2-112-16,0 1 0 0,-2-1-16 0,1-1 0 15,-1-2-48-15,-2 1 0 0,-1-3 0 0,0 2 0 0,-2-1 256 0,0 1 32 16,-3-3 16-16,-2 2 0 0,-1-2 272 0,0 1 0 0,-4 2 0 0,-3 2 0 15,-1 2 368-15,0 6 16 0,-3-7 16 16,-2 1 0-16,-3 2 432 0,0 2 96 0,-1 2 16 16,0 2 0-16,-1 0-176 0,-1 4-48 0,0 0 0 0,-1 3 0 15,-1-2-304-15,1 3-64 0,-1 3-16 0,3-4 0 16,2 0-208-16,1 1-128 0,1-1 160 0,0-3-160 16,4 2 0-16,2-8 0 0,0 0 0 0,2 8-160 15,-2-8-192-15,0 0-32 0,0 0-16 0,11 4 0 16,1 0-224-16,-1-2-32 15,0 2-16-15,-2-4 0 0,0 0 32 0,0-4 0 0,0 2 0 16,-1-2 0-16,0 0 272 0,1 0 64 0,-1 0 16 0,0-1 0 16,0-2 16-16,-2-1 0 0,-1 1 0 0,2-1 0 0,-1 0 272 15,0 0 0-15,-1-2-128 0,-1 1 128 16,0-1 0-16,-1 3 0 0,-1 0 0 0,-2 7 0 0,0 0 208 0,0 0 0 16,0 0 0-16,0 0 0 0,0 0 448 0,0 0 96 15,0 0 16-15,0 0 0 0,0 0-240 0,0 0-32 16,0 0-16-16,0 8 0 0,0 1-480 0,1 2 128 15,0-1-128-15,2 2 0 0,1-5 0 0,1 3 0 16,0-3 0-16,3 1 0 0,0 0 0 0,1 0-160 16,2-2 160-16,-1-2-128 0,2 0-96 0,-1-2-16 15,2-2 0-15,1 0 0 16,-1-3-400-16,0 0-64 0,1-1-32 0,0-1 0 16,1-1-16-16,-4-5 0 0,2 1 0 0,-1-1 0 0,0 0 432 0,-2-2 96 15,-1-2 16-15,-1 1 0 0,1-2 208 0,0 1 128 0,-1-5 0 0,-1 1-128 16,-2-2 272-16,0-3-48 0,0-1-16 15,1 1 0-15,-1-1 160 0,-1 1 16 0,-2 1 16 16,1 2 0-16,-3 2 32 0,0 3 0 16,-1 3 0-16,-1 2 0 0,1 4 384 0,0 1 80 0,1 6 0 0,0 0 16 15,0 0 144-15,-7 3 32 0,1 4 0 0,1-1 0 16,-1 4-576-16,2 4-128 0,-1 0 0 0,1 2-16 16,2 0-240-16,-1 3-128 0,0 2 128 0,2-3-128 15,1 1 0-15,0 0 0 0,1-1 0 0,1 0 0 16,0 0-512-16,1 1 0 15,1 0-16-15,0 1 0 0,-2-2-1232 0,1-1-240 0,0-1-48 16,-1-1-16-16,1 0-944 0,-1-2-192 0,1-3-48 16,-2-1-13072-16</inkml:trace>
  <inkml:trace contextRef="#ctx0" brushRef="#br0" timeOffset="-197581.4">16306 8509 38703 0,'0'0'1712'0,"0"0"352"0,0 0-1648 0,0 0-416 0,0 0 0 0,0 0 0 0,0 0 1696 0,0 0 256 16,0 0 48-16,0 0 16 0,10 0-608 0,2-3-112 15,-1 2-16-15,5-2-16 0,2-1-688 0,2 2-144 16,2-4-32-16,0 2 0 0,3 1-240 0,1-1-160 16,-1-2 192-16,2 1-192 15,1 0-512-15,0 1-224 0,1-2-32 0,0 0-14272 16,1 1-2832-16</inkml:trace>
  <inkml:trace contextRef="#ctx0" brushRef="#br0" timeOffset="-196830.24">15085 10039 15663 0,'0'0'688'0,"-4"-5"144"0,3-2-656 0,0 1-176 0,-1-1 0 0,1 2 0 0,-1 1 5472 0,2 4 1056 16,0 0 224-16,0 0 32 0,0 0-3488 0,0 0-704 15,-4 6-144-15,-2 3-16 0,3 1-1040 0,-1 6-208 16,0 5-32-16,0 3-16 0,0 5-544 16,0 4-96-16,0-2-32 0,0 0 0 0,-1-1-160 0,2 0-48 0,2-4 0 0,0 0 0 15,1-1-256-15,0-3 128 16,0-2-128-16,0-2 0 16,1-1-464-16,0-3-208 0,1-2-32 0,-1-1-16 15,0-4-768-15,-1-7-160 0,0 0-16 0,0 0-16 16,3 7-1856-16,-3-7-368 0,0 0-80 0</inkml:trace>
  <inkml:trace contextRef="#ctx0" brushRef="#br0" timeOffset="-196596.88">14643 10024 17503 0,'0'0'768'0,"0"0"176"0,-7-3-752 0,7 3-192 0,0 0 0 0,0 0 0 16,0 0 7104-16,0 0 1376 0,13-5 288 0,2 0 48 0,2-2-6608 0,-1 3-1312 15,1-1-272-15,5-3-48 0,4 2 80 0,5-1 32 16,1-1 0-16,3 0 0 16,1 1-384-16,-1 0-80 0,2 1-16 0,-2-1 0 0,0-1-208 0,1 2 144 15,-5 0-144-15,3 3 128 16,0-1-688-16,-3 1-144 0,-4 0-16 0,1 2-16 16,-4 1-1712-16,-1 3-352 0,-2-1-64 0,-3 5-17424 15</inkml:trace>
  <inkml:trace contextRef="#ctx0" brushRef="#br0" timeOffset="-196372.39">15308 10318 25791 0,'0'0'1152'0,"0"0"224"0,0 0-1104 0,0 0-272 16,0 0 0-16,0 0 0 0,3 8 4240 0,-1 1 800 15,0-1 144-15,-2 4 48 0,0 1-2816 0,-2 1-560 16,1 0-128-16,0 1 0 0,1-1-1056 0,-1 0-208 0,-1-1-32 0,2 1-16 31,0-3-1024-31,2-2-208 0,0-1-32 0,-2-8-16 16,5 7-2528-16,2-1-512 0,1-4-112 0</inkml:trace>
  <inkml:trace contextRef="#ctx0" brushRef="#br0" timeOffset="-196191.07">15669 10146 43823 0,'0'0'1936'0,"0"0"416"0,0 0-1888 0,0 0-464 16,7-5 0-16,1 0 0 0,-3-1 608 0,3 1 32 0,0 0 0 0,-2 1 0 0,2 0-16 0,1 2 0 16,-1-4 0-16,1 5 0 0,0-3-624 0,2 3 0 15,-2 0-192-15,-9 1 64 16,0 0-2288-16,9 0-448 0,1 0-80 0</inkml:trace>
  <inkml:trace contextRef="#ctx0" brushRef="#br0" timeOffset="-196024.69">15637 10364 41631 0,'-11'4'1856'0,"11"-4"368"0,-5 1-1776 0,5-1-448 15,0 0 0-15,0 0 0 0,0 0 912 0,0 0 112 16,0 0 0-16,9-4 16 0,2-1-720 0,0 0-160 15,2-1-32-15,2 1 0 0,-1-1-304 0,4-1-64 16,2-1-16-16,0-1 0 16,2 0-2384-16,1 0-496 0,2 0-80 0</inkml:trace>
  <inkml:trace contextRef="#ctx0" brushRef="#br0" timeOffset="-195771.9">16221 9961 23951 0,'0'0'2128'0,"-5"0"-1696"0,5 0-432 0,0 0 0 16,0 0 4784-16,0 0 864 0,0 0 176 0,0 0 48 15,-4 5-3536-15,0 2-704 0,1 1-144 0,2 2-16 16,0 2-320-16,-1 1-48 0,2 1-16 0,0 2 0 0,2 5-592 0,-1-1-128 16,0 4-32-16,-1 1 0 0,0 1-64 0,2 1-16 15,-2-3 0-15,0 2 0 0,0-5-256 0,0-1-256 16,0 0 64-16,0-2 0 0,0-1 192 0,0-1 0 15,0-3 0-15,-2-1 0 16,1-2-1088-16,0-1-192 0,1-1-16 0,0-8-16 16,0 0-1232-16,0 0-240 0,0 0-48 0,0 0-16976 15</inkml:trace>
  <inkml:trace contextRef="#ctx0" brushRef="#br0" timeOffset="-195538.78">15827 9987 34095 0,'0'0'1504'0,"0"0"320"0,0 0-1456 0,0 0-368 16,0 0 0-16,0 0 0 0,0 0 4288 0,0 0 768 15,0 0 176-15,0 0 16 0,11-4-3680 0,4 0-736 16,2 0-160-16,5-1-32 0,2 0-336 0,4 0-80 0,2-2-16 0,2 1 0 16,0-1-80-16,2 1-128 0,0-2 176 0,0 0-176 15,-1-1 128-15,-1 0-128 0,3 1 0 0,-1 0 0 31,-1 2-640-31,-2-4-256 0,0 4-32 0,-2 2-16 16,-1 3-3040-16,-4 1-624 0</inkml:trace>
  <inkml:trace contextRef="#ctx0" brushRef="#br0" timeOffset="-195160">16435 10312 46015 0,'0'0'2048'0,"0"0"400"0,0 0-1952 0,0 0-496 0,0 0 0 0,0 0 0 0,7-3 1024 0,3 2 96 16,0-2 32-16,2-1 0 0,1 2-448 0,1-4-96 15,0 1-16-15,2 1 0 0,0 0-416 0,-1 0-176 16,-3 1 128-16,-1-1-128 0,-2 1 128 0,-1 2-128 16,-8 1 0-16,0 0 128 0,0 0 224 0,0 0 32 15,0 0 16-15,0 0 0 0,-3 10 256 0,-1-3 48 16,-1 1 16-16,-2 1 0 0,-3 1-304 0,-1 2-64 15,1-2-16-15,0 2 0 0,-1 0-112 0,1-1-32 16,1 1 0-16,-1 1 0 0,3-2-192 0,-1-1 144 16,1 1-144-16,2 0 128 0,1-3-128 0,2 0 0 15,-1 0 0-15,3 0 128 0,0-8-80 0,3 7-48 0,-3-7 0 0,6 7 0 16,2-2 0-16,0-1 0 16,1-1 0-16,1-1 0 0,2-2 0 0,2-2 0 15,1-1 0-15,2 0 0 0,-2 1 0 0,1-2 0 0,0 0 0 16,-1-1 0-16,1 0 0 0,-2 1 0 0,2 0 0 15,-2-2-160-15,-1 1 160 0,-1 1-160 0,-2 0 160 0,1 2-160 16,-2-1-528 0,0-1-96-16,-1 2-32 0,-2-1-16032 0,1 1-3216 0</inkml:trace>
  <inkml:trace contextRef="#ctx0" brushRef="#br0" timeOffset="-193872.92">17890 7475 12895 0,'0'0'1152'0,"0"-12"-928"0,0 0-224 0,0 2 0 16,0 1 1808-16,0 9 320 0,-2-11 64 0,0 5 16 0,2 6-416 0,0 0-96 15,-2-11-16-15,2 11 0 0,0 0 688 0,0 0 144 16,0 0 32-16,0 0 0 0,0 0-704 0,0 0-144 16,0 0-32-16,0 0 0 0,0 0-624 0,0 0-128 15,0 0-16-15,0 0-16 0,0 0-208 0,-1 8-32 16,0 1-16-16,1 4 0 0,1 4-176 0,-1 2-16 15,-4 5-16-15,3 2 0 0,1 3-32 0,0 2-16 16,-1 3 0-16,1 4 0 0,0 5-16 0,1 3 0 16,-1 2 0-16,1-12 0 0,0 2-96 0,1 5 0 15,-1 6-16-15,2 1 0 0,-1 3-96 0,2 4-16 16,-1 6 0-16,1 3 0 0,0 3-128 0,0 1 192 16,1 6-192-16,1-2 192 0,0 5-192 0,0 0 160 0,2 2-160 15,-2 5 160-15,0 0-32 0,-1-2 0 16,0-5 0-16,0-1 0 0,-1 0 32 0,0 1 0 0,0-5 0 0,-1-2 0 15,-1-6-32-15,1-3 0 0,-1-3 0 16,1-4 0-16,-2-1-128 0,1-2 160 16,-2-5-160-16,1 1 160 0,0-3-32 0,-2 0-128 0,1-3 192 0,-1-2-64 15,-1-2-128-15,1-5 192 0,0-2-192 0,-2-2 192 0,0-3-192 16,1 2 128-16,-1-5-128 0,-1-1 128 0,2-1-128 0,0 0 0 16,1-2 144-16,0-2-144 0,-2-5 0 0,3 4 0 15,0-5 0-15,0 0 0 0,-1 1 0 16,1 0 0-16,0-4 0 0,0 1 0 0,-1 1 0 15,-1-2 0-15,2-1 0 0,0 1 0 0,-1-3 0 0,1 0 0 16,0 0 0-16,0-6-128 0,-1 5-80 16,1-5-16-16,0 0 0 0,0 0 0 15,0 0-864-15,0 0-160 0,0 0-32 0,0 0-16 16,0 0-1760-16,0 0-336 0,0 0-80 0</inkml:trace>
  <inkml:trace contextRef="#ctx0" brushRef="#br0" timeOffset="-193003.02">17815 10686 28559 0,'0'0'2544'0,"0"0"-2032"15,0 0-512-15,0 0 0 0,0 0 2624 0,0 0 416 16,0 0 96-16,0 0 0 16,0 0-3136-16,13 0-768 0,2 0-96 0,-2 0-16 0,0-1 576 0,0 1 112 15,1 1 32-15,3 0 0 0,3 2 160 0,2-3 0 0,0-3 0 0,4 3-128 16,0 0 320-16,3-1 64 15,1-2 0-15,4 1 16 0,2 0-16 0,3 1 0 0,2 0 0 0,0 1 0 16,2 0-256-16,-1 0 160 0,-1-2-160 16,3 2 128-16,3-1-128 0,4 0 0 0,2 0 0 0,2-2 0 15,0 0 0-15,1 1 0 0,1 2 0 16,-1-2 0-16,-2 1 0 0,2 0 192 0,2 1-192 0,1-3 192 0,1 1 0 16,1 0 16-16,0 2 0 0,-2 0 0 15,-4 0-208-15,0 3 144 0,-2 1-144 0,3-3 128 0,2 2-128 16,-1-1 0-16,0 1 0 0,-1 0 0 15,0-2 128-15,-2 0-128 0,-5-1 0 0,0 0 128 0,-1 0-128 16,0-1 0-16,0 0 0 0,1-2 0 0,-1 0 0 0,-3 1 128 16,0-1-128-16,-4 2 0 0,-1 1 128 15,-4-3-128-15,-2 1 0 0,-1 0 128 0,-6 2-128 0,0 0 0 16,-1 0 0-16,1 0 128 0,-3 0-128 0,0 0 128 16,-1 0-128-16,-1 0 128 0,-1 0-128 0,-3 0 160 15,-2 0-160-15,0 2 160 0,-1-2 32 0,0 0 0 16,-4 0 0-16,0 1 0 0,-11-1 16 0,12 0 16 15,-12 0 0-15,11 0 0 0,-11 0 48 0,0 0 16 16,0 0 0-16,0 0 0 0,0 0-112 0,0 0-32 16,0 0 0-16,0 0 0 0,0 0-144 0,0 0 0 15,0 0 0-15,0 0 0 16,0 0-1728-16,0 0-384 0,0 0-80 0</inkml:trace>
  <inkml:trace contextRef="#ctx0" brushRef="#br0" timeOffset="-192092.68">20837 10733 22111 0,'0'0'1968'0,"0"0"-1584"15,0 0-384-15,-2-7 0 0,-2 1 3840 0,0-1 704 16,1 1 128-16,2-2 16 0,-2-1-3760 0,2 0-752 15,0-2-176-15,-1 1 0 0,0-2 1104 0,1 0 224 16,-2 1 32-16,2-2 16 0,1-2-400 0,0 1-80 0,0-2 0 0,0-1-16 16,-2-4-112-16,2 1-32 0,0-3 0 0,0 1 0 15,-1-4-64-15,1 0-16 0,0-1 0 0,0-1 0 16,-1-2-224-16,1-1-48 0,0-3-16 16,1-2 0-16,-1-1-160 0,3-5-16 0,-1 1-16 0,1-2 0 15,-1 0-48-15,1 0 0 0,-2-2 0 0,2 0 0 16,0 0 0-16,-1-3-128 0,1-4 192 0,-2 0-64 15,0 1 16-15,1-4 0 0,-2 2 0 0,2-24 0 16,1 9-16-16,-2 4 0 0,2 0 0 0,-1 0 0 16,2 2-128-16,0-7 160 0,0 1-160 0,0 0 160 0,1 2-32 0,1 0-128 15,-4 3 192-15,2-4-64 0,0-1-128 0,0-1 0 16,-2 1 0-16,-2 2 0 0,0 2 176 0,0 1-48 16,-1 0-128-16,1 4 192 0,-1 4-192 0,0 4 0 15,-2 0 0-15,2 3-160 0,-2 1 160 0,2 2 0 16,-2 3 0-16,2 2 128 0,0 2-128 15,-2 1 0-15,3 1 0 0,-1-3 128 0,1 1-128 0,-2 4 0 0,2 0 0 0,2 5 0 16,0-1 0-16,0 6 0 16,-2 0 0-16,0 1 0 0,2 2 0 0,-1-1 0 15,1 2 0-15,-2 3 128 0,-2 3-128 0,2-1 0 16,-1 4 0-16,1-2 128 0,0 1-128 0,0 1 0 16,-1 1 128-16,1 4-128 0,0 6 0 0,0 0 0 15,0 0 0-15,2-6 128 0,0 0-128 0,-1 1 0 16,0-2 0-16,-1 7 0 0,0 0 0 0,0 0 0 15,0 0 0-15,0 0 0 0,0 0 0 0,0-5 0 16,0 2 0-16,0 3 0 0,0 0 0 0,0 0 0 0,0 0 0 16,0 0 0-16,0 0 0 0,0 0 0 0,0 0 0 15,0 0-128-15,0 0 128 0,0 0 0 0,0 0-144 16,0 0 144-16,0 0-688 16,0 0-64-16,0 0-16 0,0 0 0 0,0 0-1488 0,6 18-304 15,0 3-64-15,-1-8-18960 0</inkml:trace>
  <inkml:trace contextRef="#ctx0" brushRef="#br0" timeOffset="-190243.57">18040 7763 13823 0,'0'0'1216'0,"0"0"-960"0,0-9-256 0,0 2 0 0,0 7 4240 0,0 0 816 15,0 0 144-15,1-6 48 0,-1 1-2576 0,0 5-512 16,0 0-112-16,0 0 0 0,0 0-288 0,0 0-48 16,0 0-16-16,0 0 0 0,0 9-768 0,0 2-160 15,-1 0-16-15,1 2-16 0,0 3-96 0,0 0 0 16,-2 3-16-16,1-1 0 0,1-1-304 0,0 2-48 15,0-3-16-15,0 1 0 0,1-1-256 0,1-1 0 16,-1 1 128-16,0 0-128 0,0-2 0 0,1-2 0 16,0-1-128-16,0 0 128 15,-1-2-560-15,0-1-16 0,-1-8 0 0,2 6 0 16,-2-6-1360-16,0 0-288 0,0 0-48 0,0 0-16 16,2 7-1488-16,-2-7-320 0</inkml:trace>
  <inkml:trace contextRef="#ctx0" brushRef="#br0" timeOffset="-189355.23">17957 7788 34847 0,'0'0'1536'0,"0"0"320"0,0 0-1472 0,0 0-384 0,0 0 0 0,0 0 0 0,8-4 688 0,1 1 64 15,0 1 16-15,2-1 0 0,1 0 512 0,-1 1 96 16,4 0 32-16,0-1 0 0,1-3-640 0,0 4-128 16,2 0-32-16,1 0 0 0,2-1-96 0,1 2 0 15,1-4-16-15,-1 3 0 0,0 2-112 0,1-1 0 16,2-2-16-16,-1 1 0 0,-3 1-128 0,1-1-32 16,0 1 0-16,0-2 0 0,0 1 0 0,2 0 0 15,0-3 0-15,4 4 0 0,-2-2-208 0,3 2 0 16,-1 0 128-16,1-1-128 0,0 2 0 0,-1 0 0 15,4 0 0-15,-1 0 0 0,-1-2 0 0,1-1 0 16,-1 2 0-16,0 0 0 0,-3-1 0 0,1 0 0 16,-2-1 0-16,0 2 0 0,1-1 0 0,2 2 128 15,0 0-128-15,-1 0 0 0,2-1 0 0,0 0 0 16,0 0 0-16,0 1 0 0,3 0 0 0,-3-2 0 16,0 1 0-16,0-2 0 0,-1 3 0 0,1 0 128 15,-3-1-128-15,-1 0 0 0,0-1 0 0,1 0 0 16,1 0 0-16,-1 1 0 0,1 0 0 0,-1-3 0 0,0 1 0 15,2 3 0-15,-2-2 144 0,1 2-144 16,-1-2 128-16,-1 1-128 0,0 0 160 0,-2 0-160 0,-2 1 192 0,0 0-192 16,0 0 256-16,0 0-48 0,2 1-16 0,-3-1 0 15,-2-1-192-15,0-1 0 0,-1 0 0 0,0 0 0 16,-1 2 0-16,0-1 0 0,0 0 0 0,0-1 0 16,-1 1 128-16,-2 0-128 0,0-1 0 0,1 1 0 15,-1 1 192-15,0 1-48 0,1 1-16 0,-2-2 0 0,0 0 80 0,0 0 16 16,0-2 0-16,0 1 0 0,-1 2-96 0,-1-1 0 15,1 0-128-15,1 0 192 0,-1 0-64 16,1 0 0-16,-1 2-128 0,1-2 192 0,-2-2-192 16,1 2 128-16,-2 0-128 0,1 0 0 0,-2 0 272 15,0 2-32-15,0-1-16 0,-1 0 0 0,-8-1-224 0,0 0 0 16,0 0 0-16,9-1 0 0,0 0 0 0,0 1 128 16,1 0-128-16,-3 0 0 0,-7 0 0 0,10 0-256 15,-1 0 48-15,0 0 16 0,-9 0 192 0,9-2 0 0,-1 1 0 0,-8 1 0 16,9 0 0-16,0 1 0 15,-1 1 0-15,0-2 0 0,-8 0 0 0,9-2 0 16,0 2 0-16,-1 0 0 0,-8 0 0 0,9-2 0 0,-1 2 0 16,-8 0 0-16,9-3 0 0,-3 6 0 15,-6-3 0-15,7 0 0 0,-7 0 0 0,0 0 0 16,0 0 0-16,0 0 0 0,0 0 0 0,0 0 128 0,8-4-128 16,-8 4 0-16,0 0 128 0,6 1-128 0,-6-1 0 0,8 0 0 15,-8 0 0-15,0 0 0 0,0 0 0 16,10 0 0-16,0-1 0 0,-10 1 0 0,7-1 0 15,1-1 0-15,-8 2 0 0,0 0 0 0,9 0 0 0,0-2 0 16,-1 0 0-16,-8 2-176 0,0 0 176 0,0 0-160 16,0 0 160-16,0 0-128 0,7 0 128 0,-7 0-128 15,5 0-48-15,-5 0 0 0,0 0 0 0,0 0 0 16,0 0-1120-16,0 0-240 16,0 0-32-16,0 0-16 0,0 0-2864 0,0 0-576 0</inkml:trace>
  <inkml:trace contextRef="#ctx0" brushRef="#br0" timeOffset="-189044.71">20725 7623 30927 0,'0'0'1360'0,"0"0"304"0,0 0-1344 0,0 0-320 15,0 0 0-15,0 0 0 0,0 0 2256 0,0 0 384 16,0 0 80-16,0 0 16 0,-4 11-496 0,2-3-112 15,-1 1-16-15,3-1 0 0,-1-2-992 0,-1 1-208 16,2-7-32-16,2 9-16 0,-1 3-480 0,2-2-80 16,-2 2-32-16,2-1 0 0,-2 1-144 0,1 1-128 15,0 0 192-15,-1 2-192 0,0 0 208 0,1 2-64 16,-1-1-16-16,-1 1 0 0,0-2-128 0,1 1 192 16,-1 0-192-16,0-2 192 0,0 0-192 0,0-1 0 0,0 0 0 15,0-2 0-15,0-1-128 0,-1 1-128 0,1 0 0 16,0-3-16-1,0 1-1760-15,1-1-336 0,1-1-80 0,0-1-11696 0,0-1-2320 0</inkml:trace>
  <inkml:trace contextRef="#ctx0" brushRef="#br0" timeOffset="-188531.69">20751 8018 15663 0,'0'0'1392'0,"0"0"-1120"0,-6-1-272 0,1 0 0 0,5 1 4560 0,-6-1 864 15,1-1 160-15,0 1 48 0,-2 0-3040 0,1 1-608 16,-1 0-112-16,1 0-16 0,6 0-336 0,-9 1-64 16,-2 0-16-16,0 2 0 0,-3-2-480 0,1 0-112 15,3 1-16-15,-3-1 0 0,-1-1-320 0,-1 4-64 16,1-4 0-16,-3 0-16 0,-1 0-272 0,-2 0-160 16,-1 0 192-16,-2 0-192 0,-1 0 128 0,0 0-128 15,-4 1 0-15,1 1 0 0,-3-1 128 0,1 1-128 16,1 0 144-16,-1 0-144 0,0 1 272 0,-1 0-32 15,-2-1-16-15,-1 1 0 0,4 1-96 0,-2 0-128 16,0 0 176-16,-2-1-176 0,1-1 192 0,-4 0-192 0,1 2 192 16,0-1-192-16,-3-3 128 0,3 3-128 15,1-3 0-15,-1 1 0 0,2 1 0 0,1 1 0 16,-2-2 0-16,1 1 0 0,1-2-208 0,-1 0 48 16,-1 0 16-16,-1 1 0 0,-2 2 144 0,-2-1 0 0,-5 1 0 0,2-1 0 15,-1 0 0-15,-1-1 0 0,0-1 0 0,-1 1 0 16,1 2 128-16,0 1-128 0,-1 1 160 15,1-2-160-15,0 1 160 0,-1-3-160 0,2 0 160 16,0 2-160-16,3-2 160 0,1 0-160 0,2 1 160 16,2-1-160-16,1 0 128 0,2 1-128 0,0-2 0 0,4 0 0 15,-1 1 128-15,1-1-128 0,1 0 0 0,1 0 144 16,1 0 32-16,2 0 0 0,1-1 0 0,-1 2 0 16,3-1 16-16,0 0 0 0,2-1 0 0,1 1 0 0,1 1-192 0,3 0 160 15,0 0-160-15,3-1 160 0,1-1-160 16,1 1 0-16,1 1 0 0,2-1 0 0,5 0 0 0,-4-1 0 15,4 1 0-15,0 0-176 16,0 0-736-16,0 0-160 0,0 0-16 0,0 0-16 16,0 0-2752-16,0 0-560 0</inkml:trace>
  <inkml:trace contextRef="#ctx0" brushRef="#br0" timeOffset="-187733.53">17987 8470 20271 0,'0'0'1792'0,"0"0"-1424"0,0 0-368 0,0 0 0 0,0 0 4016 0,0 0 720 16,-2 7 160-16,0 0 32 0,2-7-4144 0,-2 8-784 15,1 2-224-15,-1-3-16 0,2-7 240 0,0 9-144 16,0-1 144-16,0 1-128 16,2 1-2624-16,-1-1-528 0</inkml:trace>
  <inkml:trace contextRef="#ctx0" brushRef="#br0" timeOffset="-187554.48">18106 8896 17503 0,'0'0'1552'0,"-6"4"-1232"0,-2 2-320 0,1-2 0 16,-2 1 3280-16,1 2 608 15,0 1 112-15,1-2 32 0,-1 1-2560 0,0-2-496 0,1 2-96 0,2-2-10864 31,5-5-2176-31</inkml:trace>
  <inkml:trace contextRef="#ctx0" brushRef="#br0" timeOffset="-187412.83">18090 9329 12895 0,'-10'0'576'0,"6"5"112"0,-1 0-560 0,-2 2-128 0,1-1 0 0,-1 1 0 15,-1 0 3952-15,2 1 752 0,-1 0 160 0,2 0 16 0,0-2-4192 16,1 2-848-16,0 1-160 0</inkml:trace>
  <inkml:trace contextRef="#ctx0" brushRef="#br0" timeOffset="-187240.92">18073 9848 20271 0,'-10'14'1792'15,"5"-8"-1424"-15,-2 1-368 0,1 2 0 0,-1-1 3088 0,1 1 560 16,0-1 96-16,0 1 32 0,1 1-2864 0,1 1-560 16,0-2-112-16,3 0-32 0,-2-1-208 0,3-2 0 15,0-6 0-15,3 11-10176 16,-2-2-2128-16</inkml:trace>
  <inkml:trace contextRef="#ctx0" brushRef="#br0" timeOffset="-186728.81">18016 10243 11055 0,'-5'10'480'0,"5"-10"112"0,-4 5-464 0,4-5-128 0,-4 5 0 16,4-5 0-16,0 0 6144 0,0 0 1216 0,0 0 256 0,0 0 32 15,0 0-5632-15,0 0-1120 0,0 7-240 0,0-7-32 16,0 0-624-16,0 0 0 0,5 6 0 0,-5-6 0 16,0 0-1760-16,0 0-320 15,9 6-64-15,-1 0-16 0,-1 2-1232 0,1-1-256 16,-2-4-64-16,1 3 0 0,-7-6 1520 0,7 2 288 15,1 2 64-15,-1 0 16 0,-7-4 1680 0,6 4 336 0,-6-4 64 0,9 4 0 0,-1-1 2448 0,0-1 496 16,0 1 80-16,0 1 32 0,-1-4-976 16,3 0-192-16,-1 0-32 0,0 0-16 15,0 0-848-15,1 0-160 0,2 0-48 0,0 0 0 0,0 0-688 0,-1 1-144 16,1 2-16-16,-1-1-16 0,-1-1-336 0,0 1-64 16,2 2-16-16,-1-3 0 15,-2 0-2000-15,2 2-416 0,-1 1-80 0,1 1-16 16,0 0-144-16,-1 2-48 0,-2-2 0 0,-2 0 0 15,1 0 1920-15,-2 1 384 0,-5-6 80 16,4 6 16-16,-4-6 1888 0,4 8 384 0,0-1 80 0,-4-7 16 0,0 0 48 0,0 0 16 16,5 5 0-16,0 1 0 0,-5-6-752 0,0 0-160 15,0 0-16-15,8 4-16 0,-8-4 48 0,8 4 16 16,-8-4 0-16,10 1 0 0,0 1-272 0,1-2-48 16,0-2-16-16,-1 1 0 0,1 0-464 0,-2-1-80 15,2 0-128-15,2-1 176 0,-2 1-352 0,2 0-64 16,1 1-16-16,-1 0 0 15,-1 1-752-15,1 0-144 0,0-3-48 0,0 3 0 16,-2 0 432-16,2 0 64 0,-2 0 32 16,1 0 0-16,0-1 496 0,0 1 176 0,1 1 0 0,0 2-144 0,-2-3 464 0,1 0 112 0,0-3 16 15,1 2 0-15,-1 0 48 0,1-1 16 16,0 2 0-16,1-2 0 0,0 0-512 0,1 1 0 16,0 0 0-16,1-2-160 15,1 0-2464-15,0 2-480 0</inkml:trace>
  <inkml:trace contextRef="#ctx0" brushRef="#br0" timeOffset="-186589.75">19124 10396 13823 0,'15'2'1216'0,"-15"-2"-960"0,9 1-256 0,0-1 0 16,1 0 4672-16,1 0 880 0,0 0 176 0,1 0 32 16,0 0-3328-16,0 0-656 0,-2-1-144 0,0 1-32 15,2 0-736-15,0 0-160 0,0-2-16 0,-1 2-16 16,0-1-672-16,2 0 0 0,3 0 0 0,-1-1 0 16,3 2-1584-16,-1 0-336 0,0 0-80 0,3 0-9440 15,-2 0-1872-15</inkml:trace>
  <inkml:trace contextRef="#ctx0" brushRef="#br0" timeOffset="-186471.99">19720 10385 28559 0,'0'0'1264'0,"9"1"272"0,-1-1-1232 0,1 0-304 0,0 0 0 0,0 0 0 0,0 0 1664 0,2 0 288 15,-2 0 48-15,1 0 16 0,0 0-720 0,0 0-144 16,0 0-16-16,2 0-16 16,1 0-1536-16,2 0-304 0,-1-1-64 0,2 1-10544 15,2 0-2112-15</inkml:trace>
  <inkml:trace contextRef="#ctx0" brushRef="#br0" timeOffset="-186346.57">20208 10442 25791 0,'0'0'2304'0,"0"0"-1856"16,0 0-448-16,0 0 0 0,0 0 1872 0,0 0 288 0,9 3 48 16,1-1-11184-1,5 1-2240-15</inkml:trace>
  <inkml:trace contextRef="#ctx0" brushRef="#br0" timeOffset="-186162.93">20549 10481 6447 0,'-8'4'272'0,"4"-3"80"0,-1-1-352 0,5 0 0 0,-5 0 0 0,5 0 0 16,-4-1 9120-16,4 1 1760 0,0 0 336 0,0 0 80 0,0 0-8848 0,0 0-1760 16,0 0-368-16,0 0-64 0,0 0-256 0,0 0 0 15,0 0-208-15,8-4 80 16,1 0-816-16,-1 0-144 0,1 2-48 0,0-3 0 15,-2-1-1648-15,0 0-336 0,1-2-64 0,-2 0-16 0</inkml:trace>
  <inkml:trace contextRef="#ctx0" brushRef="#br0" timeOffset="-186024.62">20635 10031 30399 0,'-4'-4'2704'0,"-1"-2"-2160"16,0-2-544-16,1-1 0 0,0-1 1664 0,1-1 240 15,1-1 32-15,2 1 16 16,-1-2-2720-16,1 0-560 0,0 0-96 0,1 0-8800 16,0-2-1744-16</inkml:trace>
  <inkml:trace contextRef="#ctx0" brushRef="#br0" timeOffset="-185891.85">20637 9483 39455 0,'-12'-2'1744'0,"12"2"368"0,-7-4-1696 0,2 0-416 0,0-3 0 0,1 0 0 0,-1-1 576 0,1 0 16 16,3-1 16-16,-2-1 0 16,0-1-912-16,3-2-176 0,0-2-32 0,3 0-11520 15,2 2-2288-15</inkml:trace>
  <inkml:trace contextRef="#ctx0" brushRef="#br0" timeOffset="-185746.12">20650 8927 29199 0,'0'0'1280'0,"-3"-9"288"0,-2-3-1248 0,2-1-320 16,1-2 0-16,0 0 0 0,0 2 256 0,0-2 0 16,1 0 0-16,1 2 0 0,0-4-256 0,1 2 0 15,2-2 0-15,0 0-8864 16,-1 0-1824-16</inkml:trace>
  <inkml:trace contextRef="#ctx0" brushRef="#br0" timeOffset="-185633.13">20629 8441 3679 0,'0'0'160'0,"0"0"32"0,-5-5-192 0,-2-1 0 0,2 0 0 16,0 1 0-16,2-2 4576 0,-1 1 864 0,1-1 192 0,1 1 16 31,2-1-5200-31,-1 1-1056 0,1-1-208 0</inkml:trace>
  <inkml:trace contextRef="#ctx0" brushRef="#br0" timeOffset="-185477.14">20605 8178 8287 0,'0'0'736'0,"0"0"-592"0,0 0-144 0,0 0 0 0,0 0 2880 0,0 0 560 15,0 0 96-15,0 0 32 0,-6 2-1984 0,6-2-400 16,0 0-80-16,0 0-16 0,0 0-720 0,0 0-160 16,0 0-16-16</inkml:trace>
  <inkml:trace contextRef="#ctx0" brushRef="#br0" timeOffset="-185341.11">20029 8296 20271 0,'-9'1'1792'0,"-3"2"-1424"15</inkml:trace>
  <inkml:trace contextRef="#ctx0" brushRef="#br0" timeOffset="-185194.84">19566 8261 6447 0,'-19'-5'272'0,"10"3"80"0,-2 2-352 0,-1 0 0 0,-1 0 0 0,-1 0 0 16,0 2 1440-16,-1-4 224 0,-2 0 32 0,0 1 16 16,0 1 1664-16,-1 1 336 0,-1-1 64 0,-2 0 0 15,1-1-1952-15,2-1-400 0,-2 0-80 0,1-1-14336 16</inkml:trace>
  <inkml:trace contextRef="#ctx0" brushRef="#br0" timeOffset="-185073.03">18926 8270 23039 0,'-21'-4'1024'0,"11"3"192"0,-5 0-960 0,-2-3-256 0,-1 2 0 0,-1 1 0 0,-5-3 4848 16,2 3 912-16,-1 0 192 0,-1-1 48 0,2 0-4864 0,1 0-976 15,2 0-160-15,0 0 0 16,2 2-3376-16,2 0-576 0</inkml:trace>
  <inkml:trace contextRef="#ctx0" brushRef="#br0" timeOffset="-184895.28">18257 8354 30399 0,'-13'2'2704'0,"-1"-2"-2160"16,-3 0-544-16,0 0 0 0,0-4 2496 0,1 2 384 15,1-1 64-15,2 0 32 0,-2 2-1936 0,1 1-384 16,2 0-80-16,2-3 0 0,-1 1-128 0,2 1-32 15,0 1 0-15,3 0 0 16,-1 0-992-16,7 0-192 0,-6-3-32 0,6 3-16 16,0 0-816-16,0 0-160 0,0 0-48 0,0 0-9408 15,-8 3-1872-15</inkml:trace>
  <inkml:trace contextRef="#ctx0" brushRef="#br0" timeOffset="-183334.45">19000 7179 30399 0,'0'0'2704'0,"-6"-3"-2160"0,-1 1-544 0,7 2 0 0,0 0 3856 0,0 0 672 15,0 0 128-15,0 0 16 0,0 0-3312 16,0 0-656-16,0 0-144 0,0 0-32 0,0 0-144 0,0 0-16 15,9 2-16-15,2 1 0 0,1-2-352 0,-1 2 0 16,0-1 0-16,-1 2 0 0,2 0 0 0,0 0 0 16,-1 1 0-16,0 1 0 0,-2-1 0 0,-9-5 0 15,6 6 0-15,0-1 0 0,-4 3 0 0,-2 3 0 16,-1-1 0-16,-3 2 0 0,0 0 304 0,-2 1-16 16,-3 2 0-16,-1 0 0 0,1 0 160 0,0-3 16 15,0 1 16-15,3 0 0 0,-1-1-96 0,2-2 0 16,1-1-16-16,3-1 0 0,-1-1-240 0,2-7-128 0,4 6 160 15,1 1-160-15,2-3 0 0,1-2 0 16,2 0 0-16,3-1 0 0,0-1-336 0,3-1-16 16,1-3 0-16,1-2 0 15,0 0-672-15,1-1-144 0,-1 1-32 0,0-2 0 16,0 0-640-16,1-2-128 0,-2-1-16 0,-1 0-16 16,0-2-1056-16,0 0-208 0,-2 1-32 0,-1-1-16 15,0 0-432-15,-4 0-96 0,0-2 0 0,-3 1-16 16,-4 0 2240-16,0-3 448 0,-2 1 80 0,-3-1 32 0,-2 0 2304 0,-2-2 464 0,-2 2 80 0,-3 0 32 15,-3 0 1456-15,0 1 304 0,-2-2 48 0,2 2 16 16,-3 1-1232-16,-2 0-240 0,0 2-64 0,0 2 0 16,-3 1-448-16,0 1-112 0,-1 3-16 0,0 1 0 15,-4 1-576-15,1 4-112 0,0 0-16 0,-1 0-16 16,1 4-112-16,-2 2 0 0,-1 2-16 0,0 0 0 0,-1 3-112 16,0 2-32-16,-1 1 0 0,2 1 0 0,-1 3-160 0,2 3-48 15,2 1 0-15,2 3 0 0,3-3-48 16,2 3-16-16,5 1 0 0,2 0 0 0,2 2 16 0,5 0 0 15,3 1 0-15,5-2 0 0,1-2-96 16,7 1-32-16,1 0 0 0,5 0 0 0,2-1-160 0,4 0 0 16,3-2 0-16,3-2 128 0,0-4-128 0,3-1 0 15,5-4 0-15,0-1 0 0,2-3 0 0,0-1 0 16,1-2 0-16,0-2 0 0,0-3 0 0,0-2 0 16,0-2 0-16,-1 0 0 0,1-1 0 0,-2-1 0 15,-1-2 0-15,-2-3 0 0,-3-2-208 0,-2-2-80 16,-1-2-16-16,-5 1 0 0,-3-2 96 0,-2-2 16 15,-4-1 0-15,-3 2 0 0,-4-3 64 0,0-2 128 16,-2 1-208-16,-4-3 80 0,-3 2 128 0,-2 1 0 16,-4-3 0-16,-1 2 128 0,-3 3 16 0,-2 1 16 15,-4 0 0-15,-2 2 0 0,-3-3-160 0,-2 5 160 16,0-2-160-16,0 6 160 0,1 1-160 0,-3 3 0 16,4 0 0-16,1-1 0 15,2 2-672-15,2 1-160 0,1-1-48 0,3 3-14960 0,1 2-2992 16</inkml:trace>
  <inkml:trace contextRef="#ctx0" brushRef="#br0" timeOffset="-177553.15">22746 8327 14735 0,'0'0'640'0,"0"0"160"0,-3-3-640 0,1-1-160 16,2 4 0-16,0 0 0 0,-3-6 6096 0,3 6 1200 0,-4-1 224 0,4 1 48 15,-5 1-4800-15,-2 3-960 0,2 2-192 0,0 1-32 16,0 2-528-16,-2 5-96 0,0 0-32 0,-3 4 0 15,1-1-384-15,0 3-80 0,-1 0-16 0,-1 0 0 16,1 0 16-16,1-1 0 0,0-3 0 0,1-1 0 16,1 0-256-16,2-4-48 0,0-1-16 0,1-3 0 15,1 0-144-15,3-7 0 0,0 0 0 0,0 0 128 16,0 0-128-16,0 0 0 0,0 0-160 0,0 0 160 16,3-8-352-16,1-1 32 0,0-3 0 0,1-2 0 0,1-2-48 0,1 1 0 15,-1-4 0-15,4 1 0 0,0-1-16 0,0-2-16 16,0-1 0-16,-1 1 0 15,0 0 176-15,-1 3 32 0,0 1 16 0,-3 4 0 16,1 2 176-16,-2 5 0 0,-4 6 0 0,0 0 0 0,0 0 448 0,0 0 32 16,0 0 0-16,0 0 0 0,0 0 64 0,3 10 16 15,-1-2 0-15,1 2 0 0,0 2-240 0,-1-3-32 16,2 2-16-16,1-1 0 0,1 3-272 0,1-4 128 16,2 0-128-16,2 0 0 0,-1 1 0 0,2 0 0 15,-2-1 0-15,1 2 0 0,-2 2 0 0,-2-3 0 16,0 0 0-16,1 4 0 0,-1 0 0 0,-1 0 0 15,-3 1 0-15,1-2 0 0,-3 0 128 0,-1 0-128 16,-1-3 0-16,-1 1 0 0,0 0 160 0,-2 0-160 0,-3-5 128 0,1-1-128 16,-1 2 176-16,1-1-48 0,-2 0-128 0,-1-2 192 15,-2-2-64-15,1 2 0 16,1 0-128-16,-3 0 192 0,-1-3-192 0,0-1 128 0,0 0-128 0,1 2 0 16,-1-1 0-16,-1-1 0 0,0 0 0 15,-1 0 0-15,1-1 0 0,0 1-320 0,1 1 64 16,0-2 0-1,-2-1-1456-15,3 1-272 0,2 0-64 0,4-2-20576 0</inkml:trace>
  <inkml:trace contextRef="#ctx0" brushRef="#br0" timeOffset="-176572.82">23300 8091 42559 0,'0'0'1888'0,"0"0"384"0,0 0-1824 0,0 0-448 0,0 0 0 0,-4 7 0 0,-1-1 768 0,0 4 64 16,-2 3 16-16,2 2 0 0,1 4 400 0,1 0 80 16,1 5 16-16,1 3 0 0,-1 3-720 0,2 0-144 15,3 1-32-15,-1 1 0 0,2 0 0 0,2-2 0 16,0-3 0-16,3 0 0 0,2-4-256 0,0-2-64 15,2-3-128-15,-1-2 192 0,-1-3-192 0,0-3 0 16,2-2 0-16,0-3 0 0,-1-1-240 0,1-4 64 16,0 0 16-16,0-2 0 0,0-2-64 0,0-3-16 15,0-3 0-15,0-1 0 0,0-2 16 0,0-1 0 0,-1-2 0 0,0 1 0 16,0-4 48-16,-2-2 16 0,1 1 0 0,-1-5 0 16,0 0 160-16,1-2-192 0,-2-1 192 0,0 4-192 15,-1-6 192-15,1 2 0 0,-2 1 0 0,-1 2 0 16,1 2 0-16,-4 4 0 0,1 5 0 0,-1 5 0 15,-2 2 0-15,-1 7 144 0,0 0-16 0,0 0-128 16,0 0 448-16,-4 11 0 0,0 3-16 0,2 4 0 16,-2 5-224-16,1 0-32 0,-1 3-16 0,2 0 0 0,1 2-16 15,-1-2 0-15,2 0 0 0,0-2 0 0,3-1-144 16,-2-3 0-16,2-1 0 0,-1-1 0 0,1-2-144 0,0-2-112 16,-1-1-32-16,1-1 0 15,1-3-1440-15,0-1-304 0,-2-2-48 16,-2-6-16-16,0 0-1920 0,0 0-384 15</inkml:trace>
  <inkml:trace contextRef="#ctx0" brushRef="#br0" timeOffset="-176336.79">23112 8123 20271 0,'0'0'896'0,"0"0"192"0,0 0-880 0,0 0-208 0,0 0 0 0,7-4 0 16,1-1 5888-16,1 2 1120 0,0-2 224 0,1 0 64 15,2-2-5296-15,1-1-1040 0,0 0-224 0,3 2-32 16,-1-1-544-16,2 1-160 0,0-1 0 0,0 1 0 16,3-1-1152-16,-1 2-352 0,0-1-64 0,0-2-12032 15,2 1-2400-15</inkml:trace>
  <inkml:trace contextRef="#ctx0" brushRef="#br0" timeOffset="-176169.05">23661 7990 30399 0,'0'0'1344'0,"0"0"288"0,0 0-1312 0,0 0-320 0,0 0 0 0,0 0 0 0,0 0 3408 0,0 0 624 16,7-7 112-16,1 2 16 0,-1 0-2240 0,2 1-448 15,2 0-80-15,-1 0-32 0,3 1-992 0,0-2-208 16,2 1-32-16,0 2-128 15,2-2-640-15,2 1-256 0,1 1-32 0,0 0-16 16,0 1-2416-16,-1 1-480 0</inkml:trace>
  <inkml:trace contextRef="#ctx0" brushRef="#br0" timeOffset="-175933.81">23965 8249 27647 0,'0'0'2448'0,"0"0"-1952"0,0 0-496 0,0 0 0 16,0 0 4112-16,0 0 736 0,0 0 144 0,0 0 16 16,0 0-3216-16,0 0-656 0,6 0-128 0,4-1-32 15,0 0-320-15,2-2-64 0,1 2-16 0,0-1 0 16,1 1-576-16,2-3 0 0,-1 2 0 0,1-1 0 16,0 0-832-16,-2 2-224 15,-1-2-48-15,-1 3-16 0,0 0-992 0,-3 3-208 0,-1-3-48 16,-1 3 0-16,-1 1-1248 15,-1-1-256-15,-1 4-48 0</inkml:trace>
  <inkml:trace contextRef="#ctx0" brushRef="#br0" timeOffset="-175806.29">24091 8340 4607 0,'-9'4'400'0,"-1"2"-400"0,-2 0 0 0,0-2 0 0,1 3 5888 0,0-1 1104 15,2 1 224-15,3-1 32 0,-1 1-4112 0,7-7-816 16,-4 5-160-16,4-5-48 0,0 0-528 0,0 0-112 16,0 0-32-16,8 2 0 0,2 0-1088 0,2-2-224 15,1-2-128-15,3 0 160 16,1-2-1152-16,1 0-224 0,0 0-64 0,3-1 0 15,3 0-1712-15,-1-1-336 0</inkml:trace>
  <inkml:trace contextRef="#ctx0" brushRef="#br0" timeOffset="-175262.98">24730 8045 26719 0,'0'0'2368'0,"-2"-4"-1888"0,0-2-480 0,2 6 0 16,-2-4 3872-16,2 4 672 0,-7 0 144 0,2 0 32 15,1 2-1984-15,-1 3-400 0,-2 4-80 0,-2 3-16 16,0 5-944-16,-1 4-192 0,-3 2-32 0,1 2-16 15,0 2-416-15,-1 2-64 0,3 0-32 0,2-1 0 16,3 2-224-16,1 0-64 0,5-2 0 0,3-2 0 16,2-5-256-16,2-3 0 0,1 1 0 0,2-2 0 0,4-2-192 0,1-2-112 15,0 0-16-15,-1-4 0 16,2-1-64-16,0-2-32 0,2-2 0 0,1-3 0 0,0-1 32 16,0-2 16-16,-1-2 0 0,1-1 0 0,-3-3 48 0,0-1 16 15,1-3 0-15,0-1 0 0,-1-4 96 0,-1-2 16 16,-3-5 0-16,1 1 0 0,2-5 32 0,-1 1 16 15,0-3 0-15,0 1 0 0,0-1 144 0,-2-1 0 16,-2-2 0-16,0 2 0 0,-1-3 0 0,-1 4 0 16,-2 3 0-16,-2 3 0 0,-2 5 128 0,-2 3 48 15,-1 4 16-15,0 5 0 0,0 0 256 0,0 7 64 16,0 0 16-16,0 0 0 0,0 0-112 0,-1 9-32 16,-1 5 0-16,1 1 0 0,1 3-256 0,0 3-128 15,-1 1 128-15,1 2-128 0,1 0 0 0,0 2 128 16,2-1-128-16,0 0 0 0,-1 0 0 0,1-1 0 15,-1 3 0-15,1-1 0 0,-2 1-448 0,1 0 48 16,-2-3 0-16,0-2 0 16,0-1-1008-16,-2-3-192 0,1-1-32 0,0-3-16 15,1-1-1072-15,-2-2-224 0,0-2-32 0</inkml:trace>
  <inkml:trace contextRef="#ctx0" brushRef="#br0" timeOffset="-175044.22">24486 7952 30399 0,'0'0'2704'0,"0"0"-2160"0,0 0-544 0,0 0 0 0,0 0 4000 0,0 0 688 16,0 0 144-16,10-3 32 0,1-1-3728 0,2 2-752 15,3 1-128-15,2-1-48 0,3 0 112 16,3 0 0-16,0 0 16 0,1-1 0 0,0 0-544 0,1 2-112 15,1 0-32-15,-1-2 0 16,-1-1-3232-16,-1 2-640 0</inkml:trace>
  <inkml:trace contextRef="#ctx0" brushRef="#br0" timeOffset="-174901.11">24964 7945 15663 0,'0'0'688'0,"0"0"144"0,0 0-656 0,0 0-176 16,0 0 0-16,0 0 0 0,6-3 6256 0,2-1 1216 15,1 0 240-15,3-2 48 0,1 1-5456 0,2 0-1104 0,2 2-224 0,3-2-32 32,0 4-1584-32,-1 1-320 0,2 0-64 0,2 3-12288 0,2 0-2432 0</inkml:trace>
  <inkml:trace contextRef="#ctx0" brushRef="#br0" timeOffset="-174585.3">25322 8294 19343 0,'0'0'848'0,"0"0"192"0,0 0-832 0,0 0-208 0,0 0 0 0,0 0 0 16,0 0 5568-16,0 0 1056 0,0 0 224 0,11 2 32 0,-1 2-3936 15,0-3-800-15,0 2-160 0,-1 0-16 0,-9-3-1056 0,10 1-208 16,-10-1-32-16,9 5-16 0,0-2-240 0,-9-3-48 16,7 9-16-16,-2 0 0 0,-2 0 32 0,-2 2 16 15,-2-1 0-15,-3 0 0 0,0 2 48 0,-1-1 0 16,-2 2 0-16,1 0 0 0,-2 0-160 0,0 0-32 15,0-2 0-15,0 1 0 0,0-1-256 0,2-2 128 16,1 1-128-16,1-2 144 0,1 0-144 0,2-2 0 0,1-6 0 0,0 8 0 16,0-8 0-16,1 8 0 0,-1-8 0 0,5 6 0 15,-5-6 0-15,10 6 0 16,-1-5 0-16,0 2 0 0,1-2 0 0,2-1-240 16,0 0 80-16,1-3 16 15,0 1-864-15,1-5-160 0,0 1-48 0,1-1 0 16,2 1-1568-16,0-2-320 0,-2-1-64 0</inkml:trace>
  <inkml:trace contextRef="#ctx0" brushRef="#br0" timeOffset="-174368.36">25687 8248 33167 0,'0'0'2944'0,"0"0"-2352"0,0 0-464 0,0 0-128 16,0 0 3824-16,0 0 736 0,0 0 160 0,0 0 16 15,0 0-2480-15,9-1-496 0,2-1-96 0,-1 1-32 0,2 0-1104 0,0 1-208 16,1 0-64-16,0 0 0 0,0 0-256 0,0 0 0 16,1-2 0-16,3 1 0 15,-1 1-720-15,-1-3-208 0,1 1-32 0,0 1-16 16,-2-3-2592-16,2 2-512 0</inkml:trace>
  <inkml:trace contextRef="#ctx0" brushRef="#br0" timeOffset="-173727.77">26291 7991 3679 0,'-8'-6'160'0,"8"6"32"16,-3-4-192-16,3 4 0 0,-2-4 0 0,-1 1 0 0,3 3 9344 0,0 0 1808 0,0 0 368 15,0 0 80-15,-5 4-7552 0,0 3-1504 0,-1 0-304 0,-1 8-64 16,-1 3-1168-16,-1 3-240 0,0 4-32 0,-3-1-16 16,1 1-208-16,1 0-32 0,0 1-16 0,0 0 0 0,4-1-208 15,1-2-64-15,2-1 0 0,3 1 0 0,3 0-192 0,1-3 0 16,2-1 0-16,3-1 0 0,2-2-128 0,2-3-32 16,0-1 0-16,2-3 0 15,2 0-64-15,3-2-16 0,-1-5 0 0,1 0 0 16,0-2-64-16,-1-3-16 0,-1-1 0 0,1-2 0 0,-2-2 112 0,0 0 16 15,-2-3 0-15,0 0 0 0,-2-4 192 0,1 0 0 16,-4 0 0-16,2 0-144 0,-2-1 144 0,2-2 0 16,-1 0 0-16,-1-3 0 0,2-1 0 0,-2-2 0 15,1-2 0-15,0-4 0 0,-1-1 0 0,-3 3 0 16,1 2 0-16,-1 4 128 0,-1 4-128 0,-1 4 0 16,-1 2 128-16,-1 4-128 0,0-1 272 0,-3 9-16 15,0 0 0-15,0 0 0 0,0 0 16 0,0 0 0 16,0 0 0-16,0 9 0 0,0 4-112 0,-2 4-32 15,1 0 0-15,-3 4 0 0,1 1-128 0,1 1 160 16,-1 1-160-16,1-2 160 0,0-1-160 0,1-2 0 16,0 2 0-16,1 0 0 0,0 0 0 0,1 0-144 15,2-2 144-15,-2 1-208 16,0-3-528-16,1-1-96 0,-1-3-32 0,1-2 0 16,1-2-800-16,-2 1-176 0,-1-10-16 0,0 0-16 15,0 0-2160-15,0 0-448 0</inkml:trace>
  <inkml:trace contextRef="#ctx0" brushRef="#br0" timeOffset="-173528.52">26069 7952 49247 0,'0'0'2176'0,"0"0"448"0,0 0-2096 0,0 0-528 0,0 0 0 0,0 0 0 0,0 0 304 0,11-3-48 16,-1 2-16-16,4 1 0 0,1-3 80 0,3 3 32 15,1 0 0-15,4-2 0 16,-1-1-864-16,3 2-192 0,2 1-16 0,-1 0-16 16,-3-1-1984-16,4-1-400 0,1 0-80 0</inkml:trace>
  <inkml:trace contextRef="#ctx0" brushRef="#br0" timeOffset="-173366.11">26600 7869 17503 0,'0'0'1552'0,"0"0"-1232"0,0 0-320 0,0 0 0 0,0 0 6080 0,0 0 1152 15,0 0 224-15,0 0 48 0,0 0-4864 0,10 3-976 16,-1 1-192-16,2 0-32 0,-1-1-352 0,1-1-80 0,2 1-16 0,1 1 0 16,0-1-704-16,2 1-144 15,-3-1-16-15,3 4-128 16,-1-1-880-16,0 1-272 0,-2-2-64 0,0 3-16 16,0 2-2480-16,-2 1-480 0</inkml:trace>
  <inkml:trace contextRef="#ctx0" brushRef="#br0" timeOffset="-173165.44">26990 8402 15663 0,'0'0'1392'0,"-3"8"-1120"0,-1-1-272 0,0 3 0 16,4 0 6400-16,-1 2 1216 0,-3-2 240 0,-1 3 48 15,2 0-4720-15,0 2-944 0,2-1-192 0,0 2-48 0,-2-1-1056 0,3 1-224 16,0-2-32-16,0 0-16 15,-1 0-1648-15,0-1-336 0,3-2-64 0,1 1-21152 0</inkml:trace>
  <inkml:trace contextRef="#ctx0" brushRef="#br0" timeOffset="-172655.75">27426 8205 51135 0,'0'0'2272'0,"0"0"464"0,0 0-2192 0,0 0-544 16,8-4 0-16,0 0 0 0,1 0 320 0,2 2-32 15,-1-2-16-15,2 1 0 0,1-2 304 0,2 2 64 16,0 1 16-16,0-1 0 0,1 0-656 0,0 1 0 15,1-2-128-15,0 3 128 16,-1 1-1216-16,1 0-128 0,-1 0-32 0,-2 1 0 16,-1-1-2704-16,-1 0-528 0</inkml:trace>
  <inkml:trace contextRef="#ctx0" brushRef="#br0" timeOffset="-172499.76">27511 8308 47743 0,'0'0'2112'0,"-6"1"448"0,-1-3-2048 0,7 2-512 0,0 0 0 0,0 0 0 15,0 0 0-15,0 0-160 0,0 0 0 0,9-4 0 16,2-2 528-16,0 1 96 0,4 0 32 0,-1 1 0 16,0 3-1264-16,2-2-240 0,1 1-48 0,1-1-16 15,0 0-1728-15,2 2-336 0,1-2-80 0</inkml:trace>
  <inkml:trace contextRef="#ctx0" brushRef="#br0" timeOffset="-172151.11">28168 8408 38703 0,'0'0'3440'0,"0"0"-2752"16,0 0-560-16,0 0-128 0,0 0 2624 0,0 0 512 0,0 0 80 0,0 0 32 16,0 0-1520-16,0 0-288 15,0 0-64-15,3 9-16 0,-2 3-656 0,2-3-144 0,-1 3-32 0,1 0 0 16,-3-1-352-16,1 1-176 0,2 0 160 0,-1 0-160 31,0-1-256-31,0 1-128 0,3-4-48 0,1 0 0 16,0-2-1504-16,1-1-304 0,1-2-64 0,-1-2-12880 0,3-2-2576 0</inkml:trace>
  <inkml:trace contextRef="#ctx0" brushRef="#br0" timeOffset="-171761.29">28735 7969 46527 0,'0'0'2064'0,"0"0"432"16,-4-4-2000-16,0-3-496 0,4 7 0 0,-3-2 0 0,-4 1 1168 0,0 1 144 15,-2 0 32-15,2 3 0 0,-1 0 112 0,-1 2 16 16,-2 2 16-16,1 3 0 0,-1 5-912 0,1 3-176 16,-3 4-32-16,0 3-16 0,0 2-144 0,1 1-16 15,0-1-16-15,2 2 0 0,1-2-176 0,1 2 128 16,4-2-128-16,3 0 128 0,2-1-128 0,4 1 0 15,3-5 0-15,2 0 0 0,2-3 0 0,5-2 0 16,1-4-160-16,2-1 160 0,2-4-288 0,2-3 32 16,2-1 16-16,0-4 0 0,0-3 48 0,0 0 0 0,1-4 0 15,1-1 0-15,-1 0-16 0,-1 1 0 16,-4-6 0-16,0 0 0 0,-1-3 208 0,-1-1-144 16,-3-1 144-16,-3-2-128 0,-2 1 128 0,-3-4 0 0,0 3 0 0,-5-4 0 15,-4-2 128-15,-3 3-128 0,-2-2 128 16,-4 1-128-16,-1 0 160 0,-3 1-32 0,-2 3-128 15,-2-1 192-15,-2 2-192 0,-2 4 0 0,-1 2 0 16,-2 1 0 0,-1 3-528-16,1 1-112 0,-2 2 0 0,1 2-16 0,1 2-1072 15,2 2-224-15,1 3-32 0,2 2-12928 0,3 3-2592 0</inkml:trace>
  <inkml:trace contextRef="#ctx0" brushRef="#br0" timeOffset="-171558.83">28769 8334 35935 0,'0'0'3200'0,"0"0"-2560"16,0 0-512-16,0 10-128 0,0 0 2672 0,-1 0 512 16,1 0 96-16,1 2 32 0,-2-3-1760 0,2 0-336 15,0 0-80-15,2 1-16 16,1-1-1120-16,0 0-464 0,1-1 16 0,2 2 16 15,0-3-2304-15,4-6-464 0</inkml:trace>
  <inkml:trace contextRef="#ctx0" brushRef="#br0" timeOffset="-171255.32">29167 8368 24879 0,'0'0'1088'0,"0"0"256"0,0 0-1088 0,0 0-256 0,0 0 0 16,0 0 0-16,0 0 5296 0,0 0 992 0,0 0 208 15,8-1 32-15,-8 1-4112 0,10 1-832 0,2 0-176 0,-1 2-16 16,1-1-944-16,0 1-176 0,0 1-32 0,-1 1-16 16,1 2-224-16,-1-1 0 0,-5 1 0 0,-1 0 0 15,-1 3 160-15,0 0-160 0,-4 0 160 0,-1 2-160 16,-2 1 448-16,-1-1-16 0,-1 0 0 0,0 1 0 16,-3 1 32-16,0-1 16 0,0 0 0 0,1-1 0 15,0 0-176-15,2-2-48 0,1-1 0 0,0-1 0 16,0-1-256-16,4-7 160 0,0 0-160 0,0 0 128 0,0 0-128 15,0 0-144-15,8 5 144 0,1-1-208 16,3-3-336-16,0-1-64 16,1-1-16-16,2 1 0 0,3-6-592 15,3 3-128-15,-1-3-32 0,2-2 0 0,2 1-2048 0,0-6-416 16</inkml:trace>
  <inkml:trace contextRef="#ctx0" brushRef="#br0" timeOffset="-171083.18">29654 8241 34095 0,'0'0'3024'0,"0"0"-2416"16,0 0-480-16,0 0-128 0,0 0 3600 0,0 0 704 0,0 0 144 0,0 0 32 15,0 0-2592-15,9-1-512 16,1-3-96-16,0 2-32 0,3 2-800 0,0-3-176 16,4 2-16-16,0 1-16 0,4-2-496 0,0 1-112 15,1-2-16-15,3 2-15856 16,-1 0-3168-16</inkml:trace>
  <inkml:trace contextRef="#ctx0" brushRef="#br0" timeOffset="-170478.16">30026 8381 19343 0,'0'0'848'0,"0"0"192"0,0 0-832 0,0 0-208 0,0 0 0 0,0 0 0 15,0 0 6688-15,0 0 1296 0,6 6 256 0,-2 1 48 16,-1 1-5472-16,-2 1-1104 0,1 3-224 0,-1 1-32 16,-1 0-912-16,-1 0-176 0,1 1-48 0,1 0 0 0,1-1-320 0,1 0 0 15,0-1 0-15,1 0 0 16,0 0-1488-16,1-6-224 0,0-1-32 0,1-1-16 16,5 0-2720-16,-2-2-528 0</inkml:trace>
  <inkml:trace contextRef="#ctx0" brushRef="#br0" timeOffset="-169958.28">30356 7943 39615 0,'0'0'3520'0,"0"0"-2816"15,0 0-560-15,0 0-144 0,0 0 2688 0,-3 9 512 16,2-1 112-16,1 4 16 0,-1 2-1824 0,1 3-352 15,1 5-80-15,1 0-16 0,1 6-656 0,0-2-128 0,-1 1-16 0,1-1-16 16,1-1 144-16,-2-2 48 0,-2-1 0 0,3 1 0 16,1-3-288-16,1-1-144 0,0-2 160 0,1-2-160 15,-1-2 128-15,0-1-128 0,2-5 0 0,-1-1 0 16,-6-6 0-16,7 4 0 0,-7-4 0 0,9 1 0 16,-2-2 0-16,1-3 0 0,-1-2 0 0,1-1 0 15,-1 1 0-15,4-5-128 0,1 1 128 0,-1-2 0 16,-3-2-192-16,1-3 192 0,4-2-192 0,3-1 192 15,-3-1-208-15,3-1 64 0,-1-5 16 0,1 4 0 16,-2-3-80-16,-2 4-16 0,-3 4 0 0,-2 1 0 0,1 5 224 16,-2 4 0-16,-6 8 0 0,0 0 0 15,0 0 0-15,7 8 0 0,-1 4 0 0,-1 5 0 16,-1 1 224-16,0 3 144 0,1 1 16 0,1 0 16 0,-3-1-224 0,4 0-48 16,1 0-128-16,0-1 192 0,-1-1-64 15,3-2 0-15,-1-2-128 0,2 0 192 0,-1-4-192 0,0 0-128 16,0-2 128-16,1-3-208 0,-1 0 208 0,1-4 0 15,-1 0 0-15,1-2 0 0,-2-2 0 0,0 0 0 16,-1-5 0-16,-1 1 0 0,1-2 0 0,-1-1 240 16,-1-1-48-16,-2 0-16 0,-1-3-176 0,-2 0 0 15,3-1 144-15,0-2-144 0,0-1 0 0,0-4 0 16,0 0 0-16,0-1 0 0,0 0 0 0,-1-1-288 16,1-4 48-16,0 4 16 15,-2-3-608-15,0 4-128 0,1 1-32 0,-3 5 0 16,-3 2-2032-16,-1 1-416 0,0 2-80 0</inkml:trace>
  <inkml:trace contextRef="#ctx0" brushRef="#br0" timeOffset="-169780.34">30154 7926 47343 0,'-15'0'2096'0,"15"0"432"0,0 0-2016 0,0 0-512 0,0 0 0 0,0 0 0 16,0 0 480-16,0 0 0 0,12-1 0 0,4-2 0 0,3 0-80 0,3 1-16 15,1 0 0-15,4-1 0 16,4 0-1440-16,2 0-288 0,-2-2-64 0,6 3-12688 16,3-1-2544-16</inkml:trace>
  <inkml:trace contextRef="#ctx0" brushRef="#br0" timeOffset="-169615.25">30873 7879 13823 0,'0'0'608'0,"0"0"128"0,0 0-592 0,0 0-144 15,0 0 0-15,9-4 0 0,-1 1 7840 0,1-2 1536 16,1 4 304-16,1-4 64 0,2 1-6752 0,4 0-1360 16,0 0-272-16,1 3-48 0,2-1-928 0,1 2-192 15,1 2-48-15,1-2 0 16,0 1-1088-16,-1 2-208 0,0 0-64 0,-1 4-14080 16,2 0-2832-16</inkml:trace>
  <inkml:trace contextRef="#ctx0" brushRef="#br0" timeOffset="-169265.52">31134 8337 43487 0,'0'0'1920'0,"0"0"400"0,0 0-1856 0,0 0-464 0,0 0 0 16,12 2 0-16,-2-1 1152 0,2 2 144 0,1-3 32 0,0 1 0 15,-1 1-96-15,0 2-16 0,2-4 0 0,0 2 0 16,-1 2-640-16,-2-3-144 0,-11-1-32 0,9 6 0 15,-1-1 144-15,-4 3 32 0,-2 2 0 0,-1-2 0 16,-2 1-80-16,-3 1-16 0,-4 2 0 0,1 1 0 16,-1-1-144-16,-3 1-16 0,-2 0-16 0,0 0 0 0,0 0-224 0,3 0-80 15,-1-1 0-15,2 0 0 16,1 1 0-16,1-4 0 0,0 0 0 0,3-1 0 0,0-3 0 16,4-5 0-16,0 0 0 0,0 0 0 0,5 6 0 0,5-2 0 15,0 0 0-15,2-1 0 0,1-2 0 0,1-1 0 16,3 2 0-16,1-4 0 0,1-2 0 15,0 0 0-15,1-1 0 0,1 0 0 0,-1 0 0 0,3 0 0 16,-3-1 0-16,1 1 0 16,0 0-624-16,-4 2-112 0,1 1-32 0,2-2-16240 15,-3 2-3248-15</inkml:trace>
  <inkml:trace contextRef="#ctx0" brushRef="#br0" timeOffset="-168036.1">22251 9835 20271 0,'0'0'1792'0,"-2"-7"-1424"0,-2-1-368 0,2 2 0 0,0-1 5056 0,2 7 928 15,0 0 192-15,0 0 32 0,0 0-3200 0,0 0-656 16,0 0-128-16,0 0-32 0,0 0-656 0,-3 7-144 16,-1 2-32-16,0 3 0 0,0 2-816 0,0 3-160 15,0 1-48-15,0 0 0 0,1 2-160 0,0-2-48 0,0-1 0 0,0-4 0 31,2 0-512-31,0 0-96 0,2-2-32 0,-1-4 0 16,0-7-1552-16,1 7-320 0,-1-7-64 0,0 0-19664 0</inkml:trace>
  <inkml:trace contextRef="#ctx0" brushRef="#br0" timeOffset="-167885.23">22344 9557 25791 0,'0'0'2304'0,"-5"-3"-1856"0,0 2-448 0,5 1 0 15,0 0 3872-15,0 0 672 0,0 0 144 0,0 0 32 0,0 0-3488 0,0 0-688 16,0 0-144-16,0 0-16 16,4 6-1584-16,2 4-304 0,4 0-64 0,0 0-16 15,2 3-1424-15,3-3-304 16,4 0-48-16</inkml:trace>
  <inkml:trace contextRef="#ctx0" brushRef="#br0" timeOffset="-167602.7">22704 9563 18431 0,'0'0'1632'0,"0"0"-1312"15,-5-6-320-15,-1-2 0 0,-1 0 5888 0,-2 3 1120 16,0-2 224-16,-2 1 32 0,0-1-4016 0,-1 1-816 16,0 2-144-16,-1 1-48 0,1 2-976 0,2 1-208 15,-1 3-32-15,2 1-16 0,0 0-432 0,0 2-96 16,0 4-16-16,1 1 0 0,0 3-224 0,2 4-48 16,1 3-16-16,-2 4 0 0,3 2-176 0,2 1 128 15,-1-1-128-15,2 1 128 0,-1-1-128 0,2 0 0 16,0 1 0-16,0 3 128 0,-1-1-80 0,1 0-48 15,0 1 0-15,0 1 0 0,0-5 0 0,-1 2 0 16,-2-1 0-16,1 1 0 0,2-2 0 0,-3-1 0 0,-1-2 0 0,0-2 0 16,0-2-128-16,0-3 128 0,-1-2-192 15,0 0 192 1,0-4-832-16,-1-2-64 0,1-1-16 0,0-3 0 16,1-1-1264-16,4-4-256 0,0 0-64 0,-6 2-12384 0,-1-4-2480 15</inkml:trace>
  <inkml:trace contextRef="#ctx0" brushRef="#br0" timeOffset="-167434.23">22309 9973 6447 0,'0'0'272'0,"0"0"80"0,0 0-352 0,0 0 0 0,0 0 0 0,0 0 0 15,0 0 9600-15,0 0 1856 0,13-2 384 0,-1 1 64 0,2-1-8608 0,1-2-1712 16,0 0-352-16,1 1-64 0,1-2-512 0,2 1-96 16,2 0-32-16,-1 0 0 0,1 0-336 0,1 0-64 15,0 0 0-15,2 2-128 16,0-1-320-16,1 3-160 0,-1-1-32 0,0 0-16 15,1 1-2048-15,1-3-416 0,2 2-80 0</inkml:trace>
  <inkml:trace contextRef="#ctx0" brushRef="#br0" timeOffset="-167234.45">23176 9745 28559 0,'-8'-2'2544'0,"2"2"-2032"16,-2 0-512-16,3 3 0 0,0 2 5008 0,-1 2 912 15,0 0 176-15,-1 3 48 0,1 0-3760 0,-2 3-736 16,1 0-160-16,2 4-16 0,-1-1-880 0,-1 1-160 16,5 0-48-16,0-1 0 0,1 1-384 0,1-1 0 15,-1-3 0-15,3 0 0 16,2-1-1088-16,3-3-208 0,-1-2-48 0,2-1 0 16,1-5-2752-16,2-1-576 0</inkml:trace>
  <inkml:trace contextRef="#ctx0" brushRef="#br0" timeOffset="-167068.35">23287 9536 30399 0,'-7'0'2704'0,"1"0"-2160"16,-1 0-544-16,2 0 0 0,5 0 4160 0,0 0 704 0,-5 3 160 0,5-3 32 0,-4 7-4016 0,3 4-784 16,-1 1-256-16,5 1 128 15,0 2-1440-15,2 2-288 0,0 1-48 0,3 2-16 16,0 1-1920-16,0 0-400 0</inkml:trace>
  <inkml:trace contextRef="#ctx0" brushRef="#br0" timeOffset="-165982.53">23540 9733 7359 0,'0'0'656'0,"-4"-4"-528"16,-1 0-128-16,-2-1 0 0,1 3 7360 0,-2 2 1424 15,-2 0 304-15,-2 7 48 0,-3-2-4976 0,0 6-1008 16,-2 3-192-16,0-1-32 0,-1 4-1296 0,1 3-256 15,2-4-48-15,1 4-16 0,1-3-608 0,1 3-112 16,4-4-16-16,2 1-16 0,-1-2-352 0,5-2-64 16,2-1-16-16,2-2 0 0,2-2-352 0,3-3-80 0,2-1-16 15,1-1 0 1,1-3-240-16,3-4-48 0,2-3-16 0,3 1 0 16,2-5-224-16,1 2-48 0,1-3-16 0,-1 1 0 15,0-5 32-15,0 0 16 0,-1-1 0 0,-2-1 0 0,1-1 400 0,0-2 80 0,-5-1 0 0,0-2 16 16,-2-1 368-16,0 0 0 0,-3-1 0 15,-1 3 0-15,-1 1 448 0,-2 2 96 16,-2 2 32-16,-1 5 0 0,-2 0 320 0,-1 4 80 0,0 2 16 0,0 7 0 16,0 0-176-16,0 0-48 0,0 0 0 0,-6 7 0 15,-2 3-320-15,1 5-80 0,0 2-16 0,0 3 0 16,1 4-176-16,0 1-48 0,1-2 0 0,1 1 0 0,2-1-128 16,-1-2 0-16,2 1 0 0,-1-4 128 0,5 1-128 15,1-4 0-15,1 0 0 0,0-2-176 0,2-2-80 0,1-2-32 16,0 1 0-16,2-4 0 15,0-2-128-15,2 0-32 0,-1-3 0 0,0-1 0 16,2-1 0-16,-1-3 0 0,0 0 0 0,0-2 0 16,-1-4 112-16,2 0 16 0,0 0 0 0,-1-3 0 0,0-3 144 15,-2 2 48-15,-1-6 0 0,2 3 0 0,-1 0 128 16,-1-1 0-16,0-3 0 0,-1 0 0 0,-1 2 0 0,-2 2 0 16,-2 1 0-16,-2 3 0 0,-1 2 240 0,-1 5 16 15,-2-1 16-15,3 7 0 0,0 0 256 0,0 0 48 16,-6 0 16-16,0 3 0 0,1 4-240 0,1 0-48 15,-1 3-16-15,0 1 0 0,-2 4-160 0,2 0-128 0,1 3 192 0,1-2-192 16,1 0 0-16,2-1 0 16,1 0 0-16,0-1 0 0,2-1 0 0,1-1 0 15,0-2 0-15,2 2 0 0,2-4-240 0,3 0 0 16,0-3 0-16,2-1 0 0,3-2-128 0,1 1-16 0,0-3-16 0,1-3 0 16,2 0 48-16,-1-1 16 0,0-2 0 0,-1 0 0 15,0-2 144-15,-1-1 48 0,0-2 0 16,-3 0 0-16,1-1 144 0,-2-2 0 0,1-2 0 0,-2 3-128 15,-3-1 128-15,-1 1 0 0,-2 0 128 16,1 1-128-16,-5 3 192 0,0 1-48 0,-2 8 0 0,0 0 0 16,-8-1 400-16,-1 2 80 0,-2 4 16 0,1 2 0 0,-1 3-64 0,-3 2-16 15,0 0 0-15,-2-2 0 16,2 3-272-16,1-4-48 0,1 0-16 0,2 0 0 0,0-2-224 0,3 2 0 16,1-2 128-16,4-1-128 0,2-6 0 15,0 0-208-15,0 0 32 0,0 0 16 16,8 7-336-16,1-2-64 15,1-3-16-15,1 1 0 0,-1-3-64 0,2 0-32 0,0-3 0 16,-2 2 0-16,-1 0 224 0,2-1 32 0,-5 1 16 0,-6 1 0 0,0 0 400 0,7-4 0 16,0 0 0-16,-7 4 0 0,0 0 0 0,0 0 0 15,0 0 0-15,0 0 128 0,0 0 0 0,7 6 16 16,-1-3 0-16,0 4 0 0,-2-3-144 0,2 1 128 16,-6-5-128-16,7 7 128 0,0-2-128 0,1 0 0 15,-1-1 0-15,2-1 0 0,1-2 0 0,1-1 0 16,-1-1 0-16,2-2 0 0,0 0-144 0,1-1 144 15,0-2 0-15,1-1 0 0,2 1 0 0,-1-2-128 16,0-2 128-16,-1 1 0 0,-1-3 0 0,1 0 0 16,1-1 0-16,-1 0 0 0,-1-5 0 0,0-1 0 15,-1-1 0-15,0-3 0 0,-1 0 224 0,0 0-48 16,-2-1-16-16,0 1 0 0,-2 0 96 0,-1 3 0 16,-2 1 16-16,-1 4 0 0,-2 0 48 0,-1 5 0 0,-1-1 0 15,-2 6 0-15,3 5 144 0,-7 0 48 16,0 2 0-16,-2 5 0 0,-2 1-176 0,1 5-16 15,-2 3-16-15,1 1 0 0,-2 1-128 0,2 4-32 0,0 3 0 0,2 1 0 16,3 1-144-16,0-3 0 0,3-4 0 0,1 0 0 16,1 0 0-16,1-1-144 0,0-3 0 0,1 0 0 15,2-1-816 1,2 0-144-16,2-2-48 0,2-1 0 0,2-2-864 0,4-1-176 16,0-1-48-16,4-2-12160 0,3 0-2448 0</inkml:trace>
  <inkml:trace contextRef="#ctx0" brushRef="#br0" timeOffset="-164818.02">25004 9675 32831 0,'9'-16'1456'0,"-4"9"288"0,1 0-1392 0,-3-3-352 0,1 2 0 0,-1 2 0 0,-2 1 2944 0,-1 5 528 15,0 0 112-15,0 0 0 0,-6-3-1008 0,-3 3-208 16,-3 1-32-16,0 4-16 0,-1 3-1296 0,-1 1-272 16,-3 3-48-16,0 0-16 0,1 3-352 0,2-1-64 15,-2 0-16-15,1 1 0 0,2 0-256 0,2 0 160 16,2-4-160-16,0 1 128 0,2-1-128 0,3 1-144 15,3-1 144-15,0-2-208 0,1-9-128 0,0 0-32 16,5 7 0-16,0 1 0 16,2-1-320-16,1-2-64 0,-1-4-16 0,3 1 0 15,-1-2 0-15,0-3-16 0,1-1 0 0,1 2 0 16,-2-5 208-16,0 2 32 0,0-2 16 0,-1-1 0 0,2-1 256 0,1-1 48 16,-1-2 16-16,-1 0 0 0,0-1 208 0,1 0 0 15,-3-1 0-15,0 1 0 0,-2 1 0 0,-1 2 0 0,0-1 0 16,-1 4 160-16,-1 0 224 0,-2 7 64 15,0 0 0-15,0 0 0 0,0 0 240 0,0 0 48 16,0 0 16-16,-5 1 0 0,-2 2-256 0,2 3-48 0,1 1-16 0,0 2 0 16,-1 3-176-16,1 1-48 0,-1 0 0 15,0 3 0-15,0 1-208 0,-1 1 0 0,1 4 128 16,1 0-128-16,3 2 0 0,-2 2 0 0,1 1 0 0,0 3 0 16,2 0-128-16,0 3 128 0,0-3 0 15,-1 3 0-15,0 4-240 0,1-1 64 0,-3 0 16 0,1-2 0 16,-2-1-128-16,1-1-32 0,-2-4 0 0,-3 1 0 15,-2-3-176-15,-2-1-32 0,3-4-16 16,-2-3 0-16,0-2 272 0,-2-2 48 0,0-4 16 0,-2 0 0 0,0-5 208 0,2-1 256 16,-2-4-48-16,1 0-16 0,0-3-16 0,-1-1-16 15,2-2 0-15,1-3 0 0,3-2-160 16,1-2 0-16,1-4 0 0,1-2 0 0,5-2 0 16,1-1 0-16,4-2-224 0,3-2 80 0,3-4 16 0,3-1 0 15,1-3 0-15,3-1 0 0,3-1 128 0,2 0 0 16,1-2-144-16,2 2 144 0,-3-1 0 0,3 2 0 15,1 1 0-15,2-1 0 0,-2 2 0 0,1 2 0 16,-1 2 0-16,-2 5 128 0,-2-1 176 0,-1 4 16 0,-3 1 16 16,-2 6 0-16,-5-2 80 0,-3 6 16 15,-1 2 0-15,-2 3 0 0,-5 5 128 0,0 0 16 16,0 0 16-16,0 0 0 0,0 0-80 0,0 0-32 16,0 0 0-16,-1 12 0 0,-3 2-288 0,0 2-48 15,-3 1-16-15,1-1 0 0,-2 3-128 0,-1-1 0 16,0-4 0-16,1 2 128 0,1 0-128 0,3-2 0 0,0 0 0 15,2-2 0-15,-1-3 0 0,1-1 0 0,2-8 0 16,0 0 0-16,0 0 0 0,0 0-192 0,4 8 64 0,-4-8 128 16,7 5-256-16,1-5 64 0,0 0 0 0,1 0 16 15,0-4-16-15,2 2 0 0,-1-5 0 0,2 0 0 16,0-2 64-16,1-1 0 0,0 1 0 0,0-3 0 16,0-1 0-16,0-3 0 0,-2 2 0 0,3-3 0 0,-3 1 128 15,0 3 0-15,-2 3 0 0,-1-2-128 0,-3 3 128 16,1 1 0-16,0 3 0 0,-6 5 0 0,0 0 304 15,0 0 32-15,0 0 16 0,0 0 0 0,0 0-352 0,-3 8 144 16,2 1-144-16,-1 0 0 0,2 0 256 0,0 0-48 16,0-1-16-16,2 1 0 0,-1 0-320 0,2-1-80 15,0-1-16-15,3-1 0 0,0 0 224 16,1-3 0-16,1 0 0 0,-1-2 0 0,3 2 160 16,-1-4-32-16,0-2 0 0,1 0 0 0,3 0-128 0,-1-1 0 15,0-2 0-15,-1 0-176 0,0-1 176 0,-1 0 0 16,3-3 0-16,-1 0 0 0,-2-3 0 0,1-3 0 15,-1 2 0-15,2-6 0 0,-3 1 0 0,2-1 0 16,-2 2 0-16,1 0-128 0,-1-2 128 0,0 2 0 16,-1 2 0-16,-1 2-128 0,-3 4 128 0,0 0 0 15,-2 4 0-15,-2 6 0 0,0 0 0 0,0 0 0 16,0 0 0-16,0 0 128 0,0 0 48 0,0 0 16 16,0 0 0-16,0 0 0 0,-4 3-192 0,2 2 0 15,-1 1 144-15,2 3-144 0,-2-1 0 0,2 3 128 16,1-4-128-16,0 4 0 0,1-2 0 0,0 3 0 0,2 0 0 0,2 1 0 15,-2 0 0-15,2 0 0 16,2 1 0-16,-1-1 0 0,1 1 0 0,-2-1 0 0,1-1 0 16,0 0 0-16,-1 0 0 0,-1-1-240 0,0 1 48 0,0-2 0 15,-2 0 16-15,-1-3 16 0,-1 1 0 16,-1 0 0-16,1-8 160 0,-1 8-128 0,1-8 128 0,0 0-128 16,-4 6-16-16,4-6 0 0,-8 4 0 0,2-1 0 15,-1 0-640-15,-1-3-128 16,0 1-32-16,1-1 0 0,-2-1-2240 0,1 1-448 15</inkml:trace>
  <inkml:trace contextRef="#ctx0" brushRef="#br0" timeOffset="-164482.97">25966 9773 30399 0,'0'0'2704'0,"0"0"-2160"0,0 0-544 0,0 0 0 16,0 0 4352-16,0 0 752 15,-2 9 144-15,-1 1 48 0,0-3-3120 0,1 2-640 16,-1 1-112-16,0 1-16 0,1 1-336 0,-2 1-64 0,-1 0-16 0,-2 1 0 16,1 1-832-16,-1-1-160 0,1 2 0 0,-2-1 0 15,0 1 0-15,0-2 0 0,-1-1 0 0,0-1-128 16,1 0-2096-16,2-2-400 0,-9 5-96 16,1-5-16-16</inkml:trace>
  <inkml:trace contextRef="#ctx0" brushRef="#br0" timeOffset="-163665.35">26561 9519 33167 0,'0'0'2944'0,"0"0"-2352"0,6-6-464 0,-1-1-128 16,1 3 2784-16,-6 4 544 0,0 0 96 0,0 0 32 15,0 0-1920-15,0 0-384 0,0 0-80 0,5 9-16 0,0 4-160 16,-1 3-16-16,-1 0-16 0,-3 2 0 0,0 1-288 0,-2 1-48 16,0-1-16-16,-2-3 0 0,0 0-80 0,0-2-32 15,0-2 0-15,0-2 0 0,0-1-224 0,0-2-48 16,4-7-128-16,0 0 192 0,0 0-192 0,0 0 0 16,0 0 0-16,0 0 0 0,0 0 0 0,0 0-336 15,0 0 48-15,2-8 16 16,0-1-144-16,2-1-32 0,0-2 0 0,1 0 0 0,0-2 144 0,-1-2 32 15,-1-1 0-15,1 1 0 0,0 1 96 0,1 0 32 16,0-1 0-16,0 0 0 0,-1 2 144 16,-1 2 0-16,1 3 0 0,0 2 0 0,-4 7 0 0,0 0 256 15,0 0-64-15,0 0-16 0,0 0 304 0,0 0 64 16,0 0 16-16,0 0 0 0,0 0-160 0,9 5-16 16,0 1-16-16,-1-1 0 0,1 1-192 0,0 0-48 15,1 1 0-15,1-1 0 0,1 1-128 0,1 1 0 0,1 1 0 0,2 0 0 16,1 2 0-16,1-1 0 0,-1-1 0 0,0 2 0 15,-2 1 0-15,1-1 0 0,1 1 0 0,-3 0 0 16,-2-3-224-16,-1 0 80 0,-1 2 16 16,-2-5 0-16,-2 2 128 0,-2-2-160 15,-4-6 160-15,0 0-160 0,0 0 160 0,0 0 0 0,0 0 0 16,-5 7-128-16,1-2 128 0,-4-1 0 0,-2-1 0 0,-3 1 0 16,-3 2 0-16,-3-1 0 0,-4 0 0 0,0-2 0 15,-3 1 0-15,0-4 144 0,-2 3-144 0,2 1 0 16,2-2 0-16,0 2 0 0,-2-4 0 0,3 3 0 15,2-1-944 1,2 0-80-16,4-1-32 0,2 0 0 0,4 0-2288 16,9-1-464-16,0 0-96 0</inkml:trace>
  <inkml:trace contextRef="#ctx0" brushRef="#br0" timeOffset="-163411.59">27216 9372 23039 0,'0'0'1024'0,"0"0"192"0,0 0-960 0,0 0-256 16,-1-4 0-16,1 4 0 0,0 0 6624 0,0 0 1280 16,0 0 256-16,0 0 48 0,-4 6-5520 0,0 3-1088 15,2 2-240-15,-1 2-32 0,0 1-912 0,1 3-176 16,-3 3-48-16,2 2 0 0,-1 1-192 0,2 5 144 16,-1-2-144-16,0 3 128 0,1-1-128 0,-1 1 0 15,3-2 0-15,-1-2 0 0,-2-2 0 0,2 0-192 16,1-2 32-16,-1-5 16 15,-1 1-720-15,1-1-144 0,0-3-16 0,1-1-16 16,-2-2-944-16,2-2-176 0,0-8-32 0,-1 7-12496 16,1-1-2496-16</inkml:trace>
  <inkml:trace contextRef="#ctx0" brushRef="#br0" timeOffset="-163188.64">26867 9372 27647 0,'0'0'2448'0,"0"0"-1952"0,0 0-496 0,0 0 0 0,0 0 5408 0,0 0 992 16,0 0 192-16,0 0 32 0,9-2-4752 0,0-2-944 16,3 2-192-16,4-1-32 0,3 1 0 0,3 0 16 15,2 0 0-15,1-1 0 0,2 1-448 0,3-1-80 16,0-1-32-16,4 1 0 0,1 1-160 0,2-1 192 16,0-1-192-16,1 2 192 0,0 0-192 0,-2 0 0 15,-2-1 0-15,0 2 0 16,0-3-1808-16,-4 3-240 0,-2 1-64 0,-4 5-13616 15,1-1-2720-15</inkml:trace>
  <inkml:trace contextRef="#ctx0" brushRef="#br0" timeOffset="-162964.74">27615 9605 27647 0,'0'0'1216'0,"0"0"256"0,0 0-1168 0,0 0-304 0,0 0 0 0,8-1 0 16,1-1 5504-16,2 2 1056 16,0-5 208-16,0 4 32 0,-1-4-4560 0,2 2-928 0,1-1-176 0,3-1-48 15,-2 1-816-15,3 1-272 0,3-3 160 0,-2 2-160 32,-1 1-544-32,0-2-192 0,-3 4-32 0,0-3-16 15,-1 1-1568-15,-1 3-304 0,-3 2-64 0,-9-2-11488 0,7 5-2304 0</inkml:trace>
  <inkml:trace contextRef="#ctx0" brushRef="#br0" timeOffset="-162838.98">27666 9741 23039 0,'-12'5'2048'0,"12"-5"-1648"0,-3 4-400 0,3-4 0 0,0 0 4144 0,0 0 736 15,0 0 160-15,0 0 16 0,0 0-3296 0,7 6-672 16,1-3-128-16,5 0-16 0,3-3-688 0,3 0-128 16,2-4-128-16,3 1 192 15,2-4-3456-15,3 0-704 0</inkml:trace>
  <inkml:trace contextRef="#ctx0" brushRef="#br0" timeOffset="-162506.37">28352 9526 23039 0,'-12'3'1024'0,"6"-1"192"0,6-2-960 0,-9 0-256 16,-2 2 0-16,1 0 0 0,-2-1 6560 0,0 4 1264 15,-3 2 256-15,-4 1 48 0,0 2-5248 0,-1 3-1040 16,-1 1-224-16,1 3-32 0,0 3-1056 0,3-1-208 15,0 1-32-15,3 0-16 0,1-4-192 0,0 1-80 16,4-1 0-16,2 1 0 0,2-3 0 0,3-1 0 0,5 0 0 0,1 0 0 16,0-1 0-16,4-1 0 0,2-1 0 0,3-3 0 15,0 0 0-15,3 0-208 0,1-2 64 0,1-1 16 16,2-1-128-16,-2 1-32 0,1-4 0 0,1 0 0 16,0-3 32-16,-2 0 0 0,0-2 0 0,-1 0 0 15,0-2 112-15,0 0 144 0,-3 0-208 0,1-3 80 16,-4-1-16-16,0-2 0 0,-5-1 0 0,1-3 0 15,-1 0 144-15,-2-3 0 0,-1-1 0 0,-4-2 0 16,-2 1 0-16,-2-2 0 0,-2 1 0 0,-3 1 128 16,-3 1-704-16,-2 1-128 15,0 1-16-15,-1 1-15376 0,-3 1-3072 0</inkml:trace>
  <inkml:trace contextRef="#ctx0" brushRef="#br0" timeOffset="-161694.3">29030 9630 52703 0,'0'0'2336'0,"-9"0"480"0,2 0-2256 0,19 0-560 0,15 2 0 0,-4-2 0 16,-10 0 320-16,-4 2-64 0,-3-1 0 0,1 0 0 0,1-1 384 0,-1 0 80 15,2 0 16-15,2 0 0 16,6-1-464-16,2-2-80 0,2 1-32 0,1-1 0 0,2 1-160 0,2-1 0 15,4-1 0-15,3 2 0 0,0-1 0 0,3 0 128 16,-1-1-128-16,-1 0 128 0,-3 2-128 0,-1 1 0 16,-1-2 0-16,-3 0 0 0,-4 1-192 0,-1-1 192 15,-4 1-160-15,-2-1 160 16,0-1-160-16,-4 0 160 0,-1 1-160 0,-3-2 160 0,-1 1 0 16,-6 4-144-16,2-6 144 0,-2 6 0 0,0-8 0 0,-1 1 0 15,-2 1 0-15,-1 1 0 0,-1-3 0 0,0-1 0 16,-3 2 0-16,-1-1 0 0,-1 2 0 0,-2-1 0 15,0 1 0-15,0 1 0 0,1-2 144 0,-1 2-144 0,0 1 192 16,2 1-192-16,1 1 240 0,1 1-64 16,0 1-16-16,3 0 0 0,5 0-160 0,0 0 192 15,0 0-192-15,0 0 192 0,0 0-192 0,0 0 0 16,0 0 0-16,0 0 0 0,0 0 0 0,6 5 0 16,2 1 0-16,1 1 0 0,0 2 0 0,1-3 0 15,0 2 0-15,0 0 0 0,1 0 0 0,1 0 0 0,-2 0 0 16,0 1 0-16,1-3-144 0,-1 1 144 0,-1-1 0 0,1 1 0 15,-3-1-176-15,1 1 176 0,-3-1-160 0,-1 1 160 16,-4-7 0-16,2 9-144 0,-2-3 144 0,-2 2 0 0,-2 0 0 16,-1 0 0-16,0-2 0 0,0 2 128 0,-4 1-128 0,-1 1 192 15,-1-3-64-15,0 2 0 0,0-2-128 16,0 0 0-16,2-2 0 0,-1 3 128 16,0-5-512-16,3 1-80 0,-1 0-32 0,8-4 0 15,0 0-1360-15,0 0-288 0,0 0-48 0,0 0-16 16,12 5-2976-16,4-2-608 0</inkml:trace>
  <inkml:trace contextRef="#ctx0" brushRef="#br0" timeOffset="-161191.41">30264 9477 16575 0,'0'0'1472'0,"0"0"-1168"15,-7 4-304-15,0 1 0 0,2 2 7600 0,-3-1 1456 16,-1 1 288-16,-1 3 64 0,-1 6-6512 0,1 0-1296 15,-2 3-272-15,2 5-48 0,-1 1-512 0,1-1-112 16,-1-2-16-16,2 1 0 0,1-4-368 0,2-1-80 16,-1-3 0-16,3-1-16 0,0-2-176 0,2-3 0 15,1 0 144-15,1-9-144 0,0 0 0 0,0 0 0 16,0 0-160-16,0 0 160 0,6 7-320 0,-6-7 32 16,0 0 16-16,10-2 0 0,2 1-32 0,-1-3 0 15,-5-2 0-15,2-4 0 0,1 1 32 0,0-2 0 0,2-4 0 0,-1 0 0 16,2-1 16-16,0-1 16 15,-2-5 0-15,-1 2 0 0,2 1 96 0,-2 2 16 16,-3-1 0-16,1 2 0 0,-2 3 128 0,0 2 0 0,0 4 0 0,-1 1 128 16,-4 6 192-16,0 0 64 0,0 0 0 0,0 0 0 15,0 0 96-15,0 0 32 0,0 0 0 0,3 7 0 16,-1 1-256-16,1 1-64 0,1 1 0 0,-1 1 0 16,2-1-192-16,1 1 0 0,0 0 0 0,1 1 0 15,3 0 0-15,1-1 0 0,2 0 0 0,-1-1 0 0,0 2-160 16,1-1 32-16,-1-2 0 0,2 0 0 15,-2 0-64-15,-1 0 0 0,1-1 0 0,-4-2 0 0,-2 1 32 0,-6-7 0 16,6 6 0-16,-6-6 0 0,0 0 160 0,-3 7 0 16,-1-2 0-16,-1 2 0 0,-3-3 0 0,-2-1 0 15,-1 1 128-15,-1 0-128 0,-2 2 128 0,-3-4-128 16,2 3 128-16,-2 1-128 0,0-5 0 0,-2 3 0 16,1-2 0-16,-3 1 0 0,2 0 0 0,-2-1-192 15,-1-1 32-15,1 1 0 16,-1-2-1136-16,2 0-240 0,2-2-32 0,1 1-16 15,4 1-2448-15,2 1-512 0</inkml:trace>
  <inkml:trace contextRef="#ctx0" brushRef="#br0" timeOffset="-160679.64">30822 9378 12895 0,'-6'-4'1152'0,"2"3"-928"0,4 1-224 0,0 0 0 0,-4-3 8416 0,2 3 1632 16,2 0 336-16,0 0 64 0,-7 7-7536 0,2-2-1504 16,-2 6-320-16,1 3-48 0,-2 2-144 0,-1 4-48 15,-2 0 0-15,1 3 0 0,-2 4-496 0,0 0-96 16,1 2-32-16,-1-1 0 0,2 0-16 0,2-4 0 15,3-1 0-15,1-3 0 0,1 0-208 0,2-6 0 16,5 1 128-16,1-4-64 0,1 0-272 0,4-2-48 16,1-4 0-16,4-1 0 0,-2-3-112 0,1-1-16 15,0 0-16-15,2-1 0 16,0-2-16-16,-2 0 0 0,-1-1 0 0,1-3 0 0,1-2 144 16,0 0 16-16,1-2 16 0,0-2 0 0,-2-4 240 0,0 1-144 15,2-7 144-15,1 0-128 0,-1-1 128 0,0 1 0 16,1-3 0-16,0 0 0 0,0 1 0 0,2-1 0 15,-1-1 0-15,-1 4 0 0,-3 1 0 0,-1 5 0 16,-4 3 0-16,-1 4 0 0,-4 2 256 0,0 2-32 16,-4 6 0-16,0 0 0 0,0 0 272 0,0 0 48 15,0 0 16-15,-4 8 0 0,0 3-368 0,-1 2-64 16,-2 2 0-16,0 4-128 0,0 0 128 0,-1 1-128 0,0 2 0 16,2-1 0-16,-2 1 128 0,3 1-128 15,1-2 0-15,1 1 0 16,2 1-368-16,0-3-128 0,-1 0-16 0,1-3-16 15,2-3-816-15,1-1-144 0,-1-2-48 0,0-2 0 16,-1-9-2016-16,2 8-416 0</inkml:trace>
  <inkml:trace contextRef="#ctx0" brushRef="#br0" timeOffset="-160479.33">30577 9275 18431 0,'0'0'1632'0,"0"0"-1312"16,0 0-320-16,0 0 0 0,0 0 7296 0,10-1 1376 16,-1-3 288-16,5 1 48 0,3 1-7312 0,2 0-1456 15,4-1-240-15,1-1-160 16,1 0-544-16,1 0-128 0,0 0 0 0,2 1-13616 16,2-2-2704-16</inkml:trace>
  <inkml:trace contextRef="#ctx0" brushRef="#br0" timeOffset="-160347.23">31142 9244 38351 0,'0'0'1696'0,"0"0"352"0,8 1-1632 0,1-1-416 15,4-1 0-15,0 0 0 0,1-1 1296 0,2 0 176 0,0-1 48 0,0 2 0 16,1 0-384-16,2 1-80 16,0-3-16-16,2 2 0 15,1-1-2016-15,-3 2-416 0,0 0-80 0</inkml:trace>
  <inkml:trace contextRef="#ctx0" brushRef="#br0" timeOffset="-160164.23">31510 9456 28559 0,'0'0'1264'0,"0"0"272"0,0 0-1232 0,0 0-304 0,0 0 0 0,0 0 0 0,6 2 4016 0,1-2 736 15,0 0 160-15,3 0 16 0,1-2-3072 0,4 0-640 16,0-1-112-16,2 2-16 15,0-3-1408-15,1 1-288 0,3 1-48 0,-1 1-16 16,-1-2-2256-16,0 3-448 0,-1-3-80 0</inkml:trace>
  <inkml:trace contextRef="#ctx0" brushRef="#br0" timeOffset="-160024.34">31607 9526 35471 0,'-21'11'1568'0,"14"-6"336"0,0-1-1520 0,2 3-384 0,1-3 0 0,0 1 0 0,1 2 1440 0,2-2 224 16,1-5 32-16,0 0 16 0,4 6-256 0,1 1-48 0,2-2-16 0,3-1 0 15,1 0-1072-15,-1-2-192 16,2 0-128-16,0-2 128 16,-1 0-1664-16,2 0-336 0,2-2-64 0,0 2-16944 0</inkml:trace>
  <inkml:trace contextRef="#ctx0" brushRef="#br0" timeOffset="-159647.54">32121 9425 25791 0,'0'0'2304'0,"0"0"-1856"0,0-4-448 0,-1 0 0 16,1 4 4464-16,0 0 784 0,-3-2 176 0,-1 0 16 16,0 2-2608-16,-1 0-528 0,-3 3-96 0,-2 1-32 15,-3 1-880-15,0 3-176 0,-3 2-32 0,-1 1-16 16,-1 1-496-16,0 2-112 0,-1-1-16 0,1 3 0 16,1 1-448-16,3-1 0 0,1 1 0 0,2 0 0 0,2 0 0 0,3 0-160 15,2 0 32-15,1-1 0 0,3 0 128 0,3-2 176 16,1-1-48-16,4-1 0 0,2-2-128 0,4 0 0 15,3-3 0-15,4 0 0 0,3-1 0 0,0-2-192 16,2-1 32-16,0-2 16 0,-1-2-80 16,0 1-16-16,-3-3 0 0,0 0 0 0,-3-1-64 0,-2-1-16 15,-2 0 0-15,0-2 0 0,-5-3 320 0,2 0-160 16,-4 1 160-16,-1-5-128 0,0 1 608 0,-2-2 128 16,-2-2 32-16,-2-1 0 0,-2-1-640 0,-1 2-288 15,0 0 32-15,-2 2 0 0,0-2 400 0,-1 1 96 16,-3 2 16-16,-3-3 0 0,1-1-256 0,-3 2 0 15,1 2 0-15,2 1 0 16,-2 1-320-16,2 1-176 0,1 2-16 0,1 2-16 16,1 0-2208-16,1 4-432 0,6 3-96 0,0 0 0 0</inkml:trace>
  <inkml:trace contextRef="#ctx0" brushRef="#br0" timeOffset="-156644.35">22694 11365 10127 0,'0'0'896'0,"-7"11"-704"16,1-2-192-16,-2 5 0 0,-1 0 6544 0,-3 6 1280 15,-1 3 256-15,-1 2 48 0,-1 1-4736 0,0 2-960 16,-1-1-192-16,-1 2-48 0,0-1-400 0,-1 0-96 16,2-4-16-16,2-3 0 0,2-1-1152 0,2-3-224 15,2-3-48-15,0-3-16 0,3-4-240 0,2-1 0 16,3-6 0-16,0 0 0 15,0 0-464-15,0 0-96 0,0 0-16 0,9-6 0 16,2-1-320-16,-1-5-80 0,2 1-16 0,1-3 0 16,-1-2 176-16,0 2 48 0,-1-3 0 0,1 0 0 0,0-1 304 0,-1-2 64 15,1 1 16-15,0-1 0 0,-3 3 384 0,-1 2 0 16,-2 0 0-16,1 4 0 0,-1 1 400 0,0 4 112 0,-4 1 32 16,-2 5 0-16,0 0 544 0,0 0 96 0,0 0 32 15,0 0 0-15,0 0-304 0,0 0-48 0,4 6-16 16,1 1 0-16,-1 1-448 0,0 2-80 0,-1-1-32 0,2 2 0 15,0-1-288-15,2 3 128 0,1-2-128 16,-1 2 0-16,0-3 144 0,2 3-144 0,3 0 0 0,0 0 144 16,-1-2-144-16,1 2 0 0,1 0-160 15,-1 0 160-15,-3-2-176 0,-1 1 176 0,0-1-192 0,-3-2 192 16,0 1-192-16,-2-3 192 0,-2 0-192 0,-1-7 192 16,-3 7 0-16,-1-1 0 0,-1 1 0 0,-3-1 0 15,0 1 0-15,-3-2 0 0,-2 0 0 0,-2-1 144 16,1 0 32-16,-3 0 0 0,-1-1 0 0,1-1 0 15,-3 1-176-15,-2 0 192 0,0-3-192 0,-3 0 192 0,-1 0-192 16,-1 1-192-16,1 0 32 0,2 1 16 16,2 0-1136-16,3-2-208 0,3 0-48 0,3 0-16 15,4 0-2544-15,9 0-496 0</inkml:trace>
  <inkml:trace contextRef="#ctx0" brushRef="#br0" timeOffset="-156135.46">23232 11269 11967 0,'0'0'1072'0,"0"0"-864"0,-4-2-208 0,4 2 0 15,0 0 7952-15,0 0 1552 0,-6 2 304 0,2 2 64 16,-5 7-4256-16,5-2-3712 0,-1 4-48 15,-1 3-848-15,1 2-176 0,-1 2-16 0,0 3-16 16,0 2-432-16,1 2-96 0,-2 0-16 0,2 0 0 16,1-1-48-16,0-1-16 0,2 0 0 0,2-2 0 15,1-1-192-15,3 0 0 0,-2-2 0 0,5-2 0 0,1-1 0 0,0-3 0 16,1-2 0-16,0-1-160 0,1-4-80 0,3 0-16 16,0-4 0-16,3-3 0 15,0-3-192-15,1-2-64 0,1-2 0 0,0-2 0 16,-1-1 32-16,3-2 0 0,0-1 0 0,0-1 0 15,2-3 32-15,0-2 16 0,0 0 0 16,-1-3 0-16,0-3 240 0,0-1 32 0,0 1 16 0,-2-2 0 0,0-1 144 0,-4 1 0 16,0 1 0-16,-2 0 0 0,0 1 192 0,-4 3 0 15,-1 2 16-15,-2 5 0 0,1 3 240 0,-5 4 64 16,-2 8 0-16,0 0 0 0,0 0 560 0,0 0 112 16,0 0 32-16,0 0 0 0,0 8-1216 0,-1 2 0 15,-2 3-304-15,2 3 64 0,0 2 240 0,0 0 0 16,-1 2 0-16,1 1 0 0,0 1 0 0,-1 2 0 15,1-4 0-15,0 3 0 0,1-3 0 0,0 0-256 0,0 0 64 16,0-1 0 0,-2-5-688-16,2 2-128 0,0-6-16 0,0 1-16 15,0-2-1072-15,0-9-224 0,2 8-32 0,-2-8-19168 0</inkml:trace>
  <inkml:trace contextRef="#ctx0" brushRef="#br0" timeOffset="-155935.02">23071 11201 20271 0,'0'0'1792'0,"0"0"-1424"0,0 0-368 0,0 0 0 0,0 0 6848 16,0 0 1312-16,0 0 256 0,0 0 48 0,10 0-6384 0,2-1-1280 16,1-1-256-16,2 1-48 0,4-2-128 0,2 1-32 15,-1-1 0-15,3-1 0 16,0 0-1456-16,3 0-288 0,1 0-64 0,2 1-13568 15,-1 0-2688-15</inkml:trace>
  <inkml:trace contextRef="#ctx0" brushRef="#br0" timeOffset="-155784.39">23625 11210 44111 0,'0'0'1952'0,"0"0"416"0,0 0-1904 0,0 0-464 15,0 0 0-15,7-5 0 0,1 1 832 0,1 0 64 16,1-1 0-16,1-1 16 0,2 3-208 0,3 0-64 15,1-2 0-15,1 1 0 16,0 0-1664-16,2 0-352 0,-2 1-64 0,2 1-19200 0</inkml:trace>
  <inkml:trace contextRef="#ctx0" brushRef="#br0" timeOffset="-155600.15">24004 11373 22111 0,'0'0'976'0,"0"0"208"0,0 0-944 0,0 0-240 0,0 0 0 16,0 0 0-16,0 0 6512 0,0 0 1248 0,0 0 256 0,8 3 48 16,1-3-5440-16,3 0-1104 0,-1 0-224 15,4-3-32-15,3 3-656 0,0-1-128 0,-1-1-32 0,2 1 0 16,0-2-992-16,-1 2-208 16,-1 0-32-16,3-1-16 0,-6 2-1632 0,-1 0-336 0,0 2-64 0</inkml:trace>
  <inkml:trace contextRef="#ctx0" brushRef="#br0" timeOffset="-155438.11">24095 11532 41055 0,'0'0'1824'0,"-2"3"368"0,-4-2-1744 0,6-1-448 0,0 0 0 0,0 0 0 0,0 0 1760 0,0 0 272 16,0 0 48-16,0 0 16 0,0 0-896 0,0 0-176 16,14 1-48-16,1-1 0 0,2-1-976 0,1-2 0 15,1 1-192-15,1-1 32 16,3-3-1568-16,-1 0-304 0,1 1-64 0,1 1-11904 15,-2 0-2384-15</inkml:trace>
  <inkml:trace contextRef="#ctx0" brushRef="#br0" timeOffset="-155074.2">24725 11335 15663 0,'-9'-5'688'0,"6"2"144"0,-1 2-656 0,2-3-176 16,2 4 0-16,0 0 0 0,0 0 7104 0,-5-1 1376 0,-2 1 288 0,-2 1 48 15,1 3-5344-15,-1-3-1056 0,0 4-224 0,-3 3-32 16,-2 3-1104-16,-1 0-224 0,0 3-32 0,-3-1-16 16,-1 4-400-16,1-3-96 0,-2 3-16 0,3 1 0 15,2 2-192-15,2-1-80 0,4-1 0 0,2 1 0 16,2-2 0-16,2 0 0 0,1 0 0 0,3-2 0 16,4-2 0-16,4-1 0 0,3 0 0 0,4-2 0 15,-1-3 0-15,6-3 0 0,1-1 0 0,2 0 0 16,1-2 0-16,1-1 0 0,0-1 0 0,1-2 0 15,-2 0-128-15,-2 0-32 0,0-2 0 0,-1-2 0 0,-4-2 160 16,-1-1-128-16,-1-1 128 0,-2-1-128 0,-1-1 128 0,-1-1 0 16,-1-5 0-16,-1 0 0 0,-3 1 0 0,-1 0 0 15,-4 1 0-15,0 0 0 0,-2 0 0 0,-3 3 128 16,-4 1-128-16,0 1 0 0,-1-1 192 0,-4 2-48 16,-2 0 0-16,-3-2 0 0,-2 2-416 0,0 1-96 15,-2-1-16-15,-2 3 0 16,-3-1-1408-16,1 3-304 0,-1 2-48 0,1 1-16 0</inkml:trace>
  <inkml:trace contextRef="#ctx0" brushRef="#br0" timeOffset="-153942.34">25476 11394 43535 0,'0'0'1920'0,"0"0"416"0,-3-3-1872 0,3 3-464 0,-5-2 0 0,3-2 0 0,0 1 1792 0,1 0 272 16,1 1 48-16,3 1 16 0,-1-3-640 0,-2 4-128 15,11-3-16-15,-1-1-16 0,-2 1-848 0,2 3-160 16,2-3-48-16,1 0 0 0,3-1-272 0,1 3 0 16,1-2 0-16,0 2 0 15,-1 0-416-15,0-1-192 0,-1 1-32 0,3 0-16 16,1 1-1632-16,-3 0-320 0,-2-2-64 0,-2 2-18928 0</inkml:trace>
  <inkml:trace contextRef="#ctx0" brushRef="#br0" timeOffset="-153784.45">25438 11493 4607 0,'0'0'400'0,"-6"2"-400"16,-2 0 0-16,8-2 0 0,0 0 9728 0,0 0 1856 15,0 0 368-15,0 0 80 0,0 0-8976 0,0 0-1792 16,0 0-368-16,0 0-64 0,10-3-352 0,3 2-80 0,3 0-16 0,2 1 0 15,-1 0-384-15,4 0-320 0,1 0 48 0,2-3 16 32,0 0-2176-32,2 3-448 0,3 2-64 0</inkml:trace>
  <inkml:trace contextRef="#ctx0" brushRef="#br0" timeOffset="-153592.12">25997 11515 45439 0,'0'0'2016'0,"0"0"416"0,-5 4-1952 0,0 1-480 0,1 2 0 0,0 0 0 0,-1 1 1040 0,0 1 112 16,0 1 32-16,1 0 0 0,1 2-64 0,0-2-16 15,2 1 0-15,-2-1 0 0,2 0-1104 0,1 1-336 16,1-2-16-16,1-1 0 16,0 0-1952-16,2-2-400 0,2-1-80 0,-6-5-17712 15</inkml:trace>
  <inkml:trace contextRef="#ctx0" brushRef="#br0" timeOffset="-153181.49">26640 11117 47231 0,'0'0'2096'0,"0"0"416"0,0 0-2000 0,0 0-512 16,-5-2 0-16,5 2 0 0,-5 2 1200 0,5-2 144 15,-8 4 16-15,0 3 16 0,0 2-48 0,-1 4-16 16,0 4 0-16,-1 4 0 0,-3 4-784 0,0 2-144 0,-2-1-48 0,1 4 0 16,-2-3-80-16,2 2 0 15,2-2-16-15,2 1 0 0,1-2-176 0,2 0-64 0,1 0 0 16,2-4 0-16,2-1 0 0,4-4 0 0,2 0 0 0,3-1 0 16,2-3-128-16,4-3-32 0,2-2 0 0,2-2 0 15,1-2-160-15,2-2-16 0,-1-2-16 0,5-3 0 16,2-2-32-16,-2 0-16 0,3-2 0 0,-1-2 0 15,0-1 80-15,-2-1 32 0,0-2 0 0,-3-3 0 16,-2 2 288-16,-2-4 0 0,-2 0-128 0,-2-2 128 0,-3-1 0 0,-1 0 192 16,-2-2-16-16,-3-2-16 0,-2 0 48 15,-2 0 16-15,-2-4 0 0,-4 0 0 0,0 1-48 16,-2-2-16-16,-1 3 0 0,-3 2 0 0,-2 2-160 0,-2 2 128 16,-1 1-128-16,-1 3 128 0,-2 3-272 0,2 2-64 15,1 2-16-15,2 3 0 16,0 5-1152-16,2 2-224 15,2 2-64-15,0 5 0 0,1 3-2416 0,1 3-480 0,1 4-112 0</inkml:trace>
  <inkml:trace contextRef="#ctx0" brushRef="#br0" timeOffset="-152959.65">26648 11429 30399 0,'0'0'2704'0,"0"0"-2160"16,0 0-544-16,0 0 0 0,0 0 4160 0,0 0 736 0,-3 8 144 0,1 4 16 16,-1-3-2560-16,1 5-528 0,-1-1-112 0,0 3 0 15,-1-1-1120-15,2 2-224 0,-2 2-32 0,1-4-16 16,1 1-464-16,-1-1 128 0,2 0-128 0,1-2 0 16,0-1-1024-16,1-5-256 0,2 3-64 0,1-3 0 31,-4-7-2624-31,7 6-512 0</inkml:trace>
  <inkml:trace contextRef="#ctx0" brushRef="#br0" timeOffset="-152660.42">27026 11497 19343 0,'0'0'848'0,"0"0"192"0,0 0-832 16,0 0-208-16,0 0 0 0,0 0 0 0,0 0 6912 0,9-3 1328 15,-9 3 272-15,9-2 48 0,2 2-5776 0,-2-3-1152 16,-9 3-224-16,12-1-64 0,-2 2-832 0,2 2-160 15,-3-2-32-15,-9-1-16 0,9 5-80 0,-2 2-16 16,-2 0 0-16,-1 3 0 0,-3-1 80 0,-2 1 16 16,-3 1 0-16,-1 2 0 0,-1-2-32 0,-1 2 0 15,-3-1 0-15,1-2 0 0,0 2-192 0,1 0-80 16,0-2 0-16,3 1 0 0,0-5 0 0,2 2 0 16,1-1 0-16,2-7 0 0,0 0 0 0,2 8 0 15,-2-8 0-15,7 6 0 0,-7-6 0 0,10 4 0 16,2-3 0-16,1-1 0 0,2-1-224 0,0-2-32 15,1 1-16-15,2-1 0 16,3-3-784-16,-2-1-160 0,4-2-16 0,-1 0-16 16,3 0-3024-16,1 0-592 0</inkml:trace>
  <inkml:trace contextRef="#ctx0" brushRef="#br0" timeOffset="-152424.58">27618 11316 6447 0,'0'0'576'0,"0"0"-576"0,-8 0 0 0,2 0 0 0,6 0 10272 0,0 0 1952 15,0 0 384-15,0 0 64 0,0 0-9456 0,0 0-1888 16,13 0-384-16,2 0-80 0,0-2-320 16,3 0-64-16,1 0-16 0,4 1 0 0,-1 0-336 0,-1-1-128 15,-1 1 0-15,1 0 0 0,-2 0 0 0,-2 1 0 16,1-2 0-16,-1 0 0 15,-2 0-1296-15,2 1-304 0,0-3-64 0,3 1-21984 0</inkml:trace>
  <inkml:trace contextRef="#ctx0" brushRef="#br0" timeOffset="-151912.3">28210 11421 28559 0,'0'0'2544'0,"0"0"-2032"0,0 0-512 0,0 0 0 0,0 0 5040 0,0 0 912 15,0 0 176-15,0 0 32 0,0 0-4256 0,0 0-864 16,0 7-160-16,-1 0-48 0,1 1 96 0,0 3 16 16,1 0 0-16,0 3 0 0,-1-1-576 0,-1-3-112 15,0 3-32-15,-1 0 0 0,1-1-224 0,0 0 128 0,-1-2-128 0,2-1 0 31,0 0-688-31,2-1-224 0,-2-8-48 0,0 0-16 16,0 0-2224-16,0 0-432 0,7 1-80 0</inkml:trace>
  <inkml:trace contextRef="#ctx0" brushRef="#br0" timeOffset="-151384.25">28735 10909 42383 0,'0'0'3776'0,"0"0"-3024"0,0 0-608 0,0 0-144 0,4 10 2176 16,-3 3 416-16,-3 3 80 0,-1 2 16 0,-2 6-1184 0,0 4-224 15,-2 5-64-15,-1 3 0 16,-1 1-624-16,2 1-128 0,-1-2-16 0,1-2-16 0,1-3-144 0,0-2-32 16,4-4 0-16,-1-2 0 0,2-1-256 0,0-3 0 15,1-4 0-15,0-2-144 0,0-1 144 0,0-3 0 16,0-1 0-16,0-8-128 0,0 0 128 0,0 0-192 15,0 0 192-15,0 0-192 0,0 0 48 0,7-1 0 16,0-3 0-16,1-1 0 0,0-3 144 0,1-3-208 16,1-2 80-16,1-1 128 0,-1-3-176 0,2-2 176 15,2-5-128-15,0-1 128 0,2-1 0 0,1-1 0 16,1-1 0-16,-1 2 0 0,0 4 0 0,-1 4-160 16,-2 5 160-16,-2 1 0 0,-4 4 0 0,0 4 0 15,-2 2 128-15,-6 2-128 0,0 0 320 0,5 13-16 16,-2 1-16-16,-1 6 0 0,1 3-288 0,0 2 0 15,-2 1 0-15,2-1 0 0,-1-2 0 0,2-2 0 16,1-1 0-16,2-2 0 0,-1-1 0 0,2-3 0 16,0-1 0-16,1-1 0 0,0 0 0 0,2-3 0 15,-1-1 0-15,1-3 0 0,-2-1 176 0,-1-2 16 0,-1-2 16 16,1 0 0-16,-1 0-208 0,1-3-288 0,-2 1 64 16,1-2 16-16,-2-2 208 0,3-2 0 0,-2 2 0 0,1-6 0 15,-1 0 0-15,1-1 0 0,-1-3 0 0,3-2 0 16,-1-3 0-16,0-2 0 0,0-3 0 0,1-2 0 15,0 1 128-15,0-2 64 0,0 2 0 0,0 1 16 16,-1 1-592-16,-1 3-128 0,-2 2-32 16,-1 3 0-16,-2 2-1232 0,0 3-240 0,-2 3-48 15,-2 2-13584-15,2 7-2720 0</inkml:trace>
  <inkml:trace contextRef="#ctx0" brushRef="#br0" timeOffset="-151188.89">28589 10919 52351 0,'0'0'2320'16,"0"0"480"-16,0 0-2240 0,0 0-560 0,0 0 0 0,9-1 0 0,2 1 224 0,2-1-64 16,2-2-16-16,4 0 0 0,2 2 64 0,1-2 16 15,4 1 0-15,1-1 0 16,2-1-1360-16,1 0-272 0,0 2-48 0,1 2-13568 15,2 0-2704-15</inkml:trace>
  <inkml:trace contextRef="#ctx0" brushRef="#br0" timeOffset="-151024.27">29194 10862 27647 0,'0'0'1216'0,"0"0"256"0,0 0-1168 0,0 0-304 0,0 0 0 0,0 0 0 15,5-7 5104-15,3 2 960 0,1 0 192 0,3 1 32 16,1 0-4128-16,1 0-832 0,2 2-176 0,1-1-16 15,0 0-816-15,3 3-176 0,0 0-16 0,0 0-128 16,-1 0-560-16,0 0-208 0,-1 3-64 16,-1 1 0-16,-1 1-2944 0,-1 3-608 15</inkml:trace>
  <inkml:trace contextRef="#ctx0" brushRef="#br0" timeOffset="-150676.41">29408 11233 43247 0,'0'0'1920'0,"0"0"384"0,0 0-1840 0,0 0-464 0,0 0 0 0,0 0 0 0,10 0 1408 0,1 0 176 16,1 0 32-16,2 0 16 0,2 0-512 0,-1 2-96 15,1-1-32-15,-1 3 0 0,1-4-624 0,0 3-128 0,-3 0-32 0,-3 1 0 16,-2 0 464-16,-1 1 96 16,-2 1 0-16,-1 0 16 0,-4-6-304 0,-2 12-64 15,0-2-16-15,-3 2 0 0,-2 0-48 0,-2 1-16 16,-2-1 0-16,1-1 0 15,0 1-624-15,-2 0-128 0,-2 0-32 0,2-2 0 0,1 0 576 0,2 1 96 16,1-2 32-16,3-1 0 0,1-2-256 16,4-6 0-16,0 0 0 0,2 8 0 0,-2-8-160 0,5 8-80 15,1-3-16-15,5-1 0 0,1 0 576 0,1-1 96 16,1-3 32-16,2 0 0 16,-1-2-720-16,3 1-144 0,2-3-32 0,1 0 0 0,-2-1 448 0,2 1 0 15,0 0 0-15,0 2 0 0,-1-2 288 0,0 1 144 0,1 3 16 0,0-3 16 31,-3-1-1440-31,1 2-304 0,-2 1-48 0,2 1-23536 0</inkml:trace>
  <inkml:trace contextRef="#ctx0" brushRef="#br0" timeOffset="-147616.91">23653 12974 23039 0,'0'0'1024'0,"-5"-1"192"0,-1-1-960 0,0 1-256 0,2-3 0 0,4 4 0 16,0 0 6112-16,0 0 1184 0,-6 4 224 0,-2-1 48 15,-1 0-5280-15,0 4-1072 16,0 1-192-16,-2 2-64 0,4 2-640 0,-1 0-128 16,-1-1-16-16,-1 2-16 0,4 1-160 0,1-1-176 15,1 0 48-15,0-2 0 16,3-2-1536-16,1-1-320 0,0-8-48 0,0 0-16 16,6 7-2224-16,3-2-448 0</inkml:trace>
  <inkml:trace contextRef="#ctx0" brushRef="#br0" timeOffset="-147230.99">23995 12701 23039 0,'0'0'2048'0,"0"0"-1648"0,0 0-400 0,0 0 0 16,-3-6 4272-16,3 6 768 0,0 0 144 0,0 0 48 0,-9 0-2352 0,0 2-480 16,-1 5-96-16,-1 1 0 0,-1 2-800 0,2 6-160 15,0 3-16-15,-1 5-16 0,-1 1-512 0,2 2-96 16,-2 0-32-16,2 1 0 0,1-1-384 0,2 1-80 15,3-1-16-15,0-4 0 0,3 0-64 0,2-1-128 16,2-1 176-16,4-1-176 0,3-4 192 0,2 0-192 16,-1-3 192-16,4-1-192 0,3-3 0 0,3-3-304 15,4-2 48-15,1 0 0 0,2-4 96 0,2-3 32 16,0 1 0-16,0-3 0 0,0-2 128 0,-1 1-208 16,0-5 80-16,-3-1 128 0,-4 1-192 0,-1-4 192 15,-2-2-160-15,0-1 160 0,-2-1 0 0,-3-1 208 16,0-5-16-16,-2 0 0 0,-3-2-192 0,-2-3 0 0,-3-1 0 15,-3-2 0-15,0 2 0 0,-3 1-208 0,-4-3 16 16,0 5 0-16,-6 0 192 0,-1 4 160 0,-1-1-32 16,-5 4 0-16,-3-1-128 0,-1 3 192 15,-2 4-192-15,-1 0 192 0,-3 2-192 0,2 3-192 16,3 1 32-16,4 2 16 16,1 3-1280-16,2 2-256 0,4 2-48 0,4 6-14080 0,4 2-2816 0</inkml:trace>
  <inkml:trace contextRef="#ctx0" brushRef="#br0" timeOffset="-146941.66">24210 12918 51263 0,'0'0'1136'0,"0"0"224"0,0 0 48 0,0 0 16 0,0 0-1136 16,0 0-288-16,0 0 0 0,0 0 0 0,0 0 944 0,0 0 128 15,1 10 16-15,-1 2 16 0,0-2-80 0,-1 3 0 16,-2 0-16-16,1 2 0 0,-2 0-848 0,1 2-160 16,1-1 0-16,-1 1 0 0,0 1 0 0,0 1 0 15,-1-5 0-15,1 2 0 16,0-2-1008-16,2-1-112 0,0-4-32 0,1 1 0 15,0 0-1632-15,1-3-336 0,3 1-64 0</inkml:trace>
  <inkml:trace contextRef="#ctx0" brushRef="#br0" timeOffset="-146602.6">24450 13052 51135 0,'0'0'1136'0,"0"0"224"0,0 0 48 0,0 0 16 0,0 0-1136 0,0 0-288 0,0 0 0 0,8-3 0 15,0 1 960-15,1-1 128 0,1 2 16 0,2 1 16 0,1-3-432 0,0 3-96 16,0 0-16-16,1 0 0 0,2 0-384 0,0 3-192 16,-2-3 160-16,0 3-160 0,2 0 0 0,-4 0 128 15,-3 1-128-15,-1-1 0 0,-2 1 0 0,-1 1 144 16,-1 0-144-16,-4-5 128 0,-1 9 64 0,-2-1 0 16,-1 1 0-16,-1 1 0 0,-3 1-64 0,1-1 0 15,-3 2 0-15,3-2 0 0,-4 1-80 0,1-1-48 16,-1 1 0-16,2-2 0 0,3 0 0 0,0-2 0 15,1 0 0-15,1 0 0 0,4-7 0 0,0 0 0 16,0 0 0-16,0 0 0 0,4 6 0 0,-4-6 0 16,8 7 0-16,1-3 0 0,0-2 0 0,3 1 0 15,0-3 0-15,1 0 0 0,2 0 0 0,1-3 0 16,1 1 0-16,1-2 0 16,3-1-1728-16,1-2-272 0,3 2-64 0,1-3-14144 15,0-1-2832-15</inkml:trace>
  <inkml:trace contextRef="#ctx0" brushRef="#br0" timeOffset="-146374.08">25442 12785 51135 0,'0'0'2272'0,"0"0"464"0,0 0-2192 0,0 0-544 0,0 0 0 0,0 0 0 16,0 0 1056-16,9-4 96 0,3 0 32 0,1 1 0 15,-1 3-528-15,3-2-96 0,1 0-32 0,2 2 0 0,2 0-528 0,-2-1 0 16,2 2 0-16,-1 1 0 0,-2 0 0 0,1-2-144 16,-1 0-16-16,0 2 0 15,-2-1-1312-15,-1 0-272 0,-1 2-48 0,-1 0-13936 16,-3-1-2768-16</inkml:trace>
  <inkml:trace contextRef="#ctx0" brushRef="#br0" timeOffset="-146209.86">25452 12949 11967 0,'-11'5'528'0,"6"-3"112"16,-1-1-512-16,6-1-128 0,-4 3 0 0,4-3 0 0,0 0 7936 0,0 0 1568 15,0 0 304-15,0 0 64 0,0 0-6864 0,0 0-1392 16,10 3-272-16,1-3-48 0,6 0-944 0,0 0-192 16,3 0-32-16,2-2-128 15,1-1-832-15,3 1-288 0,2-2-48 0,0-2-21024 0</inkml:trace>
  <inkml:trace contextRef="#ctx0" brushRef="#br0" timeOffset="-145604.08">26160 12952 49823 0,'0'0'1088'0,"0"0"240"0,0 0 32 0,0 0 48 0,0 0-1136 0,0 0-272 0,0 0 0 0,0 0 0 15,0 0 736-15,0 0 96 0,0 11 0 0,-1 0 16 16,0 2-320-16,-2 1-64 0,-1 2-16 0,-1 1 0 16,0 0-448-16,0 1 0 0,-2 0 0 0,2-1 0 15,0-1 0-15,1-3 0 0,0-1-144 0,1-2 144 16,1 1-2032-16,0-5-304 0,2-6-64 0,0 0-12192 16,0 0-2432-16</inkml:trace>
  <inkml:trace contextRef="#ctx0" brushRef="#br0" timeOffset="-145354.34">26570 12570 14735 0,'0'0'1312'0,"0"0"-1056"16,0 0-256-16,0 0 0 0,0 0 7072 0,0 0 1360 15,0 0 272-15,0 0 48 0,0 0-6000 0,4 9-1216 16,0-1-224-16,-2 2-48 0,-1 3-320 0,2 3-64 15,0 2-16-15,-2 4 0 0,-1 3-528 0,-1 2-96 16,-1 2-32-16,0 1 0 0,-1 0-32 0,1-3-16 16,-1-1 0-16,2-2 0 0,-2-3-160 0,2 1 0 15,-2-5 0-15,2 0 0 16,0-2-960-16,-1 0-160 0,1-3-32 0,1-2-16 16,1-1-2080-16,1-1-400 0,-2-8-96 0</inkml:trace>
  <inkml:trace contextRef="#ctx0" brushRef="#br0" timeOffset="-145054.36">26877 12638 25791 0,'0'0'2304'0,"0"0"-1856"0,0 0-448 0,0 0 0 0,0 0 4448 0,0 0 800 15,0 0 144-15,0 0 48 0,0 0-2768 0,0 0-560 16,6 11-96-16,-2 2-32 0,-2 3-1136 0,1 3-224 15,-2 4-48-15,0 1-16 0,1 4 160 0,-1-1 48 16,2 1 0-16,-1-1 0 0,1-5-432 0,1 0-80 16,-2-1 0-16,2 0-16 0,0-4-240 0,0 0 0 15,0-3 128-15,1-1-128 0,-1-1 0 0,-1-2 0 16,-1 0 0-16,1-3 0 0,-3-7 0 0,3 7 0 16,-3-7 0-16,0 0 0 15,0 0-400-15,0 0-80 0,0 0-16 0,0 0 0 16,0 0-832-16,0 0-160 0,0 0-48 0,6 2 0 15,1-2-2736-15,-7 0-544 0</inkml:trace>
  <inkml:trace contextRef="#ctx0" brushRef="#br0" timeOffset="-144053.3">26503 12638 14735 0,'0'0'1312'0,"0"0"-1056"0,0 0-256 15,0 0 0-15,0 0 4176 0,0 0 784 16,0-7 160-16,0 7 16 0,0 0-2112 0,0 0-416 16,0 0-96-16,0 0-16 0,0 0-432 0,0 0-80 0,0 0-32 0,0 0 0 15,5 7-736-15,-1 2-128 0,0 2-48 0,0 5 0 16,-2-2-224-16,0 6-48 0,1 3-16 0,-2 5 0 15,-1 0-256-15,0 2-48 0,1-3-16 0,-1-1 0 16,0-2-224-16,2 1-32 0,0-3-16 0,1 0 0 16,-2 1-160-16,0-3 0 15,2-3 144-15,0 3-144 0,-1-4 0 0,2-1 0 0,0 0 0 0,1-1 128 16,-1-5-128-16,1 2 0 0,2-5 0 0,-7-6 0 16,0 0 0-16,6 4 0 0,-6-4 0 0,0 0 0 15,0 0 0-15,10 3 0 0,-10-3 0 0,7 0 0 0,3-3 0 0,-3-1-160 16,0-1 160-16,1-2 0 0,-2-2-128 0,2 0 128 15,0-4 0-15,1 0 0 0,9-17-128 16,-9 12 128-16,2-1 0 0,-1 3 0 0,1-4 0 16,-1 0 0-16,2 0 0 0,-2-3 0 0,1 1-128 15,-1 1 128-15,1 2 0 0,-2 1 0 0,1 2 0 16,-2 2 0-16,0 2 0 0,0 1 0 0,-2 1 0 16,1 2 0-16,-2 3 0 0,-5 5 0 0,5-4 0 15,-5 4 0-15,0 0 0 0,7 1 0 0,-1 3 0 16,1 1 0-16,-1 3 0 0,-1 1 160 0,1 4-160 15,-1 4 160-15,-1-1-160 0,0 2 128 0,0 2-128 16,-2-2 0-16,2 0 0 0,0 1 128 0,0-1-128 0,1-1 0 0,0 0 0 16,0-2 0-16,1 0 0 15,-2-1 0-15,1-1 0 0,0 0 0 0,0-1 0 16,0-2 0-16,1 1 0 0,-1-3 0 0,1-1 0 16,0 0 0-16,-6-7 0 0,5 5 0 0,-5-5 0 15,0 0 0-15,6 4 0 0,-6-4 0 0,0 0 0 16,8-3 0-16,-8 3 0 0,8-3 0 0,-1-1 128 0,-1-2-128 0,-1 0 0 15,-1-2 0-15,-1-1 144 0,2-2-144 0,0 1 128 16,-1-3-128-16,0 0 0 0,1-1 144 16,2-2-144-16,1-1 0 0,-1-1 128 0,1-3-128 0,0-3 0 0,0 0 0 15,1-4 0-15,0 1 0 0,2-3 128 0,-1 1-128 16,2 2 0-16,1-3 0 0,-1 0 128 0,-1 1-128 16,0 3 0-16,-2 3 0 0,-1 2 0 0,-2 3 0 15,-2 2-128-15,0 3 128 0,-1 2 0 16,-2 2-640-1,-1 3-32-15,0-1-16 0,0 7 0 0,0 0-2032 0,0 0-416 16,0 0-64-16</inkml:trace>
  <inkml:trace contextRef="#ctx0" brushRef="#br0" timeOffset="-143705.12">27099 12507 35007 0,'-10'0'3120'0,"-2"-1"-2496"0,0 1-496 0,2-3-128 15,-1 2 3744-15,2 0 736 0,3-1 128 0,6 2 48 16,0 0-2704-16,0 0-544 0,0 0-96 0,0 0-32 16,0 0-928-16,10 0-192 0,4 0-32 0,3 0-128 15,2 0 0-15,2 0 0 0,1-4 0 0,1 3 0 16,2 0-256-16,0-3 0 0,-3 3 0 0,0 1 0 16,-1 0-1280-16,-2 0-256 0,-2 0-48 0,-2 1-16 15,-2 3-2816-15,-2-3-576 0</inkml:trace>
  <inkml:trace contextRef="#ctx0" brushRef="#br0" timeOffset="-143534.7">26488 12605 16575 0,'-21'5'736'0,"12"-4"160"0,0-1-720 0,2 2-176 15,7-2 0-15,0 0 0 0,0 0 8144 0,0 0 1600 16,0 0 320-16,9 5 64 0,3-1-8032 0,5 0-1616 15,2 0-320-15,6 0-160 0,0-2 0 0,5 0-208 16,2-2 16-16,6 2 0 16,3 1-1872-16,0 1-368 0,4 1-80 0</inkml:trace>
  <inkml:trace contextRef="#ctx0" brushRef="#br0" timeOffset="-143151.93">27327 12881 12895 0,'0'0'1152'0,"0"0"-928"0,0 0-224 0,0 0 0 16,0 0 8272-16,0 0 1616 0,0 0 320 0,8 4 64 15,2-1-7360-15,1-1-1472 0,1 1-288 0,1-2-64 0,1 2-400 16,0-2-80-16,-1 1-16 0,0 1 0 0,0-1-416 0,-1 2-176 16,-1 0 128-16,-4 0-128 0,0-1 288 0,-2 4-32 15,-1-3 0-15,-4-4 0 0,-1 9 0 0,-2-3 0 16,1 2 0-16,-5 1 0 0,-1 1 0 0,-2 0 0 15,-2-1 0-15,-1 3 0 0,-1 0-256 0,-2-1 0 16,-1 2 0-16,1 0 144 0,1 0-144 16,2 0 0-16,1 1 0 0,2-1 0 0,2-3 0 15,3 0 0-15,1 0 0 0,1-1 0 0,4-2 0 16,2 1 0-16,1-1 0 0,1-1 0 0,2 0 0 16,2-3 0-16,1 0 0 0,2 0 0 0,0-1 0 0,1 0 0 15,2-1 0-15,0-1 0 0,-2-1 0 0,2-2 0 16,1 0 0-16,1 1 0 0,1-2 0 0,2 0 0 15,-1 0 0-15,1 1 0 0,-2 0 0 0,2-1 0 16,1 1 0-16,-2 0 0 16,-2-1-1104-16,-1 3-224 0,2-1-32 0,-1 0-23472 0</inkml:trace>
  <inkml:trace contextRef="#ctx0" brushRef="#br0" timeOffset="-133316.81">25897 13735 26543 0,'0'0'1168'0,"0"0"256"0,-4-4-1136 0,2-1-288 15,-1-3 0-15,3 0 0 0,-1 1 1376 0,1-1 224 0,-2 0 32 0,4 0 16 16,-1-1 160-16,2 0 48 16,-2 0 0-16,0 1 0 0,0 1-640 0,-1 7-128 0,0 0-32 0,0 0 0 15,2-6 96-15,-2 6 32 0,0 0 0 0,0 0 0 16,0 0 0-16,0 0 0 0,0 0 0 0,0 0 0 15,-4 6-512-15,0 4-96 0,1 0-32 0,1 0 0 16,0 2-272-16,1-1-48 0,1 2-16 0,1 1 0 16,2-1-208-16,1 0 128 0,2-1-128 0,2 0 0 15,1-1 0-15,3 0 0 0,0-2 0 0,3 0 0 0,2-3 0 16,0 1 0-16,-1-2 0 0,2-1 0 0,3 0 0 16,3-1 0-16,-1-3-128 0,3 0 128 0,0-2 0 15,3 0 0-15,1-2 0 0,-1-1 0 0,-3-2-128 0,0 1 128 16,0-1 0-16,-3 2 0 0,-2 0 0 0,-1 1 0 15,-2-2 0-15,-2 3 0 0,-3-1 0 0,-2 1 0 16,0 2 0-16,-2 1 0 0,-9 0 0 0,8 0 0 16,-8 0 0-16,0 0 0 0,0 0 272 0,0 0-32 15,6 4-16-15,-6-4 0 0,0 0 32 0,0 0 0 16,0 0 0-16,5 6 0 0,-5-6-256 0,4 7 176 16,-4-7-176-16,6 4 160 0,-1 1-160 0,1 0 0 15,-6-5 0-15,9 4 0 0,-1-1 0 0,1-2 0 16,-1-1-128-16,1 0 128 0,2 0 0 0,-1-1 0 15,-1-3 0-15,3 0 0 0,1 0 0 0,4 1 0 16,1-3 0-16,2-1 0 0,3-1-128 0,1 1 128 16,-1-1 0-16,1-3 0 0,0 2 0 0,1 1 0 15,-1 1 0-15,1 0 0 0,-3 2 0 0,0 2 0 0,0-1 0 16,-1 3 0-16,0 1 0 0,0 1 0 0,-1 3 0 0,1 0 0 16,0 1 0-16,1 1 0 0,-1-1 0 15,0 0 0-15,3 0 0 0,2 2 0 0,1-3 0 0,2 0 0 16,-1-2 0-16,1 1 0 0,-2-1 128 0,1-2-128 15,-2-1 0-15,0 0 0 0,-1-2 0 0,-2 1 0 16,-1 0 0-16,-1-3 0 0,-1-2 128 16,-1 1-128-16,0-2 0 0,0-1 128 0,1-1-128 0,-2-1 128 15,-1 1-128-15,-2-3 0 0,1 0 144 0,-3-2-144 16,-4 0 128-16,0 0-128 0,1 1 160 0,-3 0-160 16,-1 1 128-16,-1 2-128 0,-1-2 0 0,-2 3 0 15,0-1 0-15,-2 2 0 0,-2-1-176 0,1 1 176 16,-2 1-2464-1,2 1-368-15,1 7-80 0,7-9-16 0</inkml:trace>
  <inkml:trace contextRef="#ctx0" brushRef="#br0" timeOffset="-131994.83">25936 14439 43247 0,'0'0'1920'0,"0"0"384"0,-2-8-1840 0,-1 2-464 0,0-3 0 0,2 2 0 0,1 7 1056 0,0 0 112 15,0 0 32-15,0 0 0 0,0 0 336 0,0 0 80 16,-4 9 16-16,2 4 0 0,-1 3-992 0,0 2-192 15,1 1-32-15,0 1-16 0,0-3-80 0,0 3-32 16,2-3 0-16,0 0 0 0,2-3-96 0,0-1 0 16,0-1-16-16,0-3 0 0,1-1-176 0,-3-8 0 0,0 0 0 15,0 0 0-15,8 4-144 0,-8-4 144 0,9 0 0 0,0-1 0 16,-9 1-128-16,8-6 128 16,1 0 0-16,0-2 0 0,0-4 0 0,-1 2-128 15,0-3 128-15,0 0 0 0,-1-2 0 0,1 2 0 16,-2 0 0-16,0 0 0 0,1 0 0 0,0 1 0 15,0 3 0-15,-1 4 0 0,-6 5 0 0,0 0 0 0,0 0 0 16,8 3 0-16,1 2 0 0,-1 1 0 0,0 2 0 16,0 1 0-16,-2 1 0 0,2-1 0 15,0-1 0-15,1-1 0 0,0 2 0 0,2-3 0 16,-1-2 0-16,2 0 0 0,0-2 0 0,-1-1 0 0,1-1 0 16,1-1 0-16,-3-1 0 0,0-1 0 0,-3-1 0 0,3-1 0 15,-3-2 0-15,1 1 0 0,-3-2 0 0,-1 0 144 16,2 2-144-16,-3-4 128 0,0 0-128 0,0-2 128 15,-2-2-128-15,-1 1 0 0,0-4 0 0,1 1 0 16,2-1-832-16,-2 2-128 16,2 0-48-16,1 1 0 0,0 5-1136 0,0 2-224 0,1 1-64 15,1 1 0-15,1 2-400 0,2 2-96 0,1 1-16 0,2 1 0 16,0 0 1936-16,0 2 384 0,-1 1 80 0,0-3 16 0,-2 2 736 16,-1-1 160-16,-1 1 16 0,0 1 16 0,-7-4 1616 0,5 6 320 15,-5-6 64-15,3 10 16 0,-1-1-112 0,0 2-32 16,-2-1 0-16,0 0 0 0,-2 2-832 0,1 1-160 15,-1-2-48-15,-1 1 0 0,2-3-608 0,-1 2-128 16,0-1-32-16,0-1 0 0,2-9-304 0,-1 9-160 0,1-9 160 16,0 0-160-16,0 0 0 0,0 0 0 15,0 0 0-15,0 0 0 0,0 0 0 0,0 0 0 16,0 0 0-16,0 0-160 0,0 0-32 0,0 0 0 16,0 0 0-16,0 0 0 0,7-5 32 0,0-1 0 15,1-3 0-15,1-2 0 0,0-1 160 0,2-2-160 16,-1-2 160-16,1 3-160 0,-2-1 160 0,1 4 0 0,-1 0 0 15,1 4-128-15,-4 3 128 0,-6 3 0 16,0 0 0-16,0 0 128 0,0 0 128 0,7 7 16 0,-1-1 16 0,-3 4 0 16,-1 4 0-16,1-1 0 0,0 0 0 0,-3 0 0 15,1 0-128-15,0-1-32 0,0-1 0 0,1 0 0 16,-2-1-128-16,2-1 0 0,1-1 0 0,-3-8 0 16,0 0 0-16,0 0 0 0,5 7 0 0,-5-7 0 15,0 0 0-15,7 4 0 0,-7-4 0 0,9 0 0 16,0 0 0-16,0-2-192 0,-1-3 64 0,1 0 128 15,0-2 0-15,0 1 0 0,0-1 0 0,1-3 0 0,-1-3-256 16,1 0 64-16,1-4 0 0,-1-1 16 0,0-2 176 16,2-1-160-16,0 0 160 0,1 2-160 0,-3-1 160 0,1 3 0 15,-1 2-144-15,-1 3 144 0,-1 0 0 16,0 3 0-16,-3 3 0 0,0 2 0 16,-5 4 0-16,0 0 0 0,0 0 0 0,0 0 0 0,0 0 272 0,6 6-16 15,-1 3-16-15,0-1 0 0,-2 4-96 0,-1 1-16 16,0 3 0-16,-1 2 0 0,1-1-128 15,2 2 0-15,-1-2 144 0,0 0-144 0,-1 0 0 0,1-1 0 16,-1 0 0-16,2-2 0 16,0-1-496-16,3 0-160 0,-1-4-48 0,2 0 0 15,-1-1-1088-15,0-1-240 0,1-2-32 0,1 0-16 16,1-4-2128-16,1-1-416 0,0-1-96 0</inkml:trace>
  <inkml:trace contextRef="#ctx0" brushRef="#br0" timeOffset="-131772.92">27061 14292 35583 0,'0'0'1584'0,"0"0"320"0,-6 4-1520 0,-1-2-384 0,1 4 0 0,-3-1 0 16,1 1 3104-16,0 2 544 0,0 1 128 0,0 2 0 16,0 2-1920-16,2 0-384 0,-2 1-64 0,0 1-32 15,-1-1-560-15,1 2-112 0,1-1-32 0,0 0 0 16,0-2-352-16,2 0-80 0,1-2-16 0,0 0 0 16,2-1-224-16,1-1 0 0,1 0 128 0,1-2-128 15,0 1 0-15,3-2 0 0,1 1 0 0,2-2 0 16,2-1-752-16,0 0-192 0,0 0-32 0,2-2-16 15,2-2-352-15,1 0-80 0,2 0-16 0,1-1 0 16,2-2-944-16,2 0-192 16,1-3-48-16,4 1-10240 0,3-1-2064 0</inkml:trace>
  <inkml:trace contextRef="#ctx0" brushRef="#br0" timeOffset="-131394.77">27598 14384 10127 0,'0'0'896'0,"0"0"-704"16,0-6-192-16,0-3 0 0,-1 0 7184 0,0 1 1408 15,-1 1 288-15,-1 2 48 0,-3 0-5712 0,0 2-1136 16,6 3-224-16,-11 2-64 0,1 0-352 0,-3 7-80 16,-1 1-16-16,-2 4 0 0,-2 3-448 0,-2 1-112 15,1 3-16-15,0 0 0 0,0-2-608 0,2 1-160 16,1-1 0-16,4-3 0 0,3 0 0 0,3-3 0 16,2-1 0-16,4-1 0 0,1 1 0 0,3-4 0 15,0-2 0-15,4 0 0 16,2-3-752-16,3 0-176 0,-1-3-32 0,1-1-16 15,1-1-32-15,1-3 0 0,0 0 0 0,0-3 0 16,-2-1 368-16,0 0 64 0,-1-4 0 0,-1-1 16 0,0-2 384 0,-1-1 176 16,1-3-160-16,-1-3 160 0,-1-2 0 0,0 0 0 0,2-1 0 0,-2 0 0 15,0 1 320-15,-1 2 64 0,-3 1 16 0,0 4 0 16,-1 3 112-16,-1 5 0 0,-2 2 16 0,-1 8 0 16,0 0 224-16,0 0 32 0,0 0 16 0,-6 3 0 0,-1 3-304 15,0 3-64-15,2 2-16 0,1 2 0 0,0 2-416 16,3-2 0-16,1 3 0 0,1 0 0 0,2-1-192 0,2 0 0 15,3-1-16-15,1-1 0 16,0-1-1840-16,3-3-384 16,2 0-64-16,1-2 0 0,2-2-1616 0,0-1-320 15,1-2-64-15,0 1-6096 0,0-3-1216 0</inkml:trace>
  <inkml:trace contextRef="#ctx0" brushRef="#br0" timeOffset="-130715.58">27887 14418 16527 0,'14'-9'720'0,"-9"4"176"0,0-1-720 0,0-2-176 16,1 0 0-16,-4-1 0 0,1 1 3552 0,-3 8 672 15,0 0 144-15,0 0 32 0,0 0-592 0,-7-4-112 16,-2 3-32-16,0 2 0 0,0 2-1264 0,-1 2-256 15,-2 1-48-15,0 3-16 0,0 1-1072 0,2 0-224 16,0 2-32-16,-1 0-16 0,2-1-384 0,2 0-80 16,1-2-16-16,1 0 0 0,2-1-256 0,2 0 0 15,1-8 0-15,0 0 0 0,4 7-144 0,2 0-96 16,1-1-16-16,1-4 0 16,1 3-320-16,1-5-80 0,2 0-16 0,1 0 0 15,1 0-32-15,-1-4 0 0,0 1 0 0,0-3 0 0,-1 1 320 0,0-2 64 16,1-1 16-16,-1-1 0 0,1-1 304 0,-2-2 0 0,2 0-128 0,-2 2 128 15,-1-3 0-15,1 2 0 0,-3 2 0 16,-2 3 0-16,-1-1 384 0,0 3 0 0,-5 4-16 16,0 0 0-16,0 0 208 0,0 0 64 0,0 0 0 0,4 7 0 15,-1 1-112-15,0 0-16 16,1 1 0-16,-2 2 0 0,-1-1-304 0,1 0-64 0,-1 0-16 0,0 1 0 16,1-1-128-16,-1-1 0 0,0-1 0 0,2 0 128 0,-1 0-128 15,-2-8 0-15,0 0 0 0,4 9 0 16,-4-9 0-16,6 5 0 0,-6-5 0 0,0 0 0 0,0 0 0 0,7 3 0 15,1-2 0-15,-8-1-176 0,8-1 176 0,0-2 0 16,0-1-144-16,1-1 144 0,-1-1 0 0,1-2-176 16,-1 0 176-16,1-3-128 0,-1-2 128 0,1 0-160 15,0 0 160-15,1 0-160 0,-1 0 160 0,0 2-128 16,1 1 128-16,-3 1-128 0,-1 5 128 0,-6 4 0 16,0 0 0-16,0 0 0 0,0 0 160 0,0 0 16 15,0 0 0-15,1 8 0 0,-2 1 96 0,1 2 32 16,0 0 0-16,0 1 0 0,1-1-304 0,0-1 0 15,2-1 0-15,-1 0 0 0,4 0 0 0,0 1 0 16,1-3 0-16,2 0-144 0,0-1 144 16,3-2-128-16,-1 0 128 0,2-1-128 0,1-2 128 0,0-1-192 15,0-1 192-15,2 0-192 0,1-1 192 0,0 1-128 16,-2-6 128-16,1 2-128 0,-3-1 128 0,0-2 0 16,3-1-144-16,-3 1 144 0,0-4 0 0,1 0 0 15,-2-1-144-15,0 0 144 0,-1-4 0 0,0 2-160 0,-3 0 160 0,-2 4-128 16,-1 0 128-16,-1 3-208 0,-4 8 80 15,0 0 128-15,0 0 0 0,0 0 0 16,-8 0 0-16,-1 4 0 0,-1 3 272 0,-1 2-16 0,1 3-16 16,2 1 0-16,-1 0-240 0,3 0 144 0,0 0-144 0,2 0 128 15,1-1-128-15,1-1 0 0,4 1 0 0,1 0-176 16,3-2-544 0,1-1-112-16,4-1-32 0,1-1 0 0,1 1-992 15,1-1-192-15,0-3-32 0,3 0-16 0,0-1-1680 0,3-1-320 16</inkml:trace>
  <inkml:trace contextRef="#ctx0" brushRef="#br0" timeOffset="-129864.03">29210 13931 16575 0,'0'0'736'0,"-5"-1"160"0,-2-1-720 0,7 2-176 15,-5-1 0-15,0 2 0 0,1 2 7648 0,4-3 1504 16,-4 4 288-16,-1 4 64 0,1 3-6816 0,1 2-1376 16,0 2-272-16,1 3-48 0,-2 3-512 0,0-2-96 15,0 5-32-15,-1-1 0 0,0 3 32 0,-1 2 16 16,0-2 0-16,1 0 0 0,1 0-208 0,0-1-64 16,0-1 0-16,1 0 0 0,2-1-128 0,-2-2 0 15,1-1 0-15,-1-3 0 0,1-2 0 0,-1-4 0 16,2-1 0-16,-1-1 0 0,2-9 0 0,0 0 0 0,0 0 0 0,0 0 0 15,0 0-176-15,0 0-64 16,0 0-16-16,0 0 0 0,0 0 0 0,8-5 0 16,0 0 0-16,1-2 0 0,0 0 96 0,0-4 16 0,2-1 0 0,-1 1 0 15,2-2 144-15,0 1-160 16,1 2 160-16,0 0-160 0,1 0 160 0,1 1 0 0,-1 1 0 16,-1 2-128-16,-1 0 128 0,-2 4 0 0,-1 0 0 0,2 2-128 15,-11 0 128-15,10 3 0 0,-10-3 0 0,8 5 0 16,-2 0 0-16,-6-5 128 0,4 11-128 0,-1-2 128 15,-3 1-128-15,0 2 0 0,-3 0 128 0,-1 1-128 0,-1-3 0 16,-1 3 0-16,0 0 0 0,0 0 0 0,-2-1 0 16,0 0 0-16,0-4 0 0,2 0-192 0,-1-2-80 0,2-1-32 15,5-5 0-15,0 0 0 16,0 0-912-16,0 0-192 0,0 0-48 0,0 0 0 16,0 0 480-16,12-4 80 0,1-2 32 0,3-2 0 15,-1-1-16-15,2-2 0 0,1-2 0 16,1 0 0-16,0 0 304 0,0-2 64 0,-1 0 16 0,-1 2 0 0,-2 2 496 0,-3 1 0 15,0 4 0-15,-3 1 160 0,-9 5 592 0,0 0 112 16,0 0 32-16,0 0 0 0,0 0 848 0,0 0 176 16,1 9 48-16,1 0 0 0,0 0-1024 0,1 3-208 15,-1-3-32-15,2 0-16 0,2 0-464 0,0 0-96 16,1 0 0-16,2-1-128 0,1-1 192 0,1-3-192 0,0-2 192 16,4 1-192-16,2-3 0 0,1 0 0 15,-1-3 0-15,0 1 0 0,-2-2 0 0,2-1 0 0,0-1 0 16,0 0 0-16,-4-6 0 0,3 2 0 15,1-1 0-15,-1 1 0 0,-3-4 0 0,0-1 0 0,1 1 0 0,0 0 0 16,1-2-176-16,-1 0 176 0,0 2-192 16,-1 1 192-16,-1 0-128 0,-2 4 128 0,-2 1 0 0,-2 3 0 15,-6 5 0-15,0 0 0 0,0 0 128 0,0 0-128 16,1 9 544-16,-2 2 16 0,-2 4 0 0,-1-2 0 16,-1 4-112-16,-2 2-32 0,1 1 0 0,-1 3 0 15,1 1-96-15,-1 1-32 0,1 1 0 0,0 0 0 16,3-3-160-16,-1 1-128 0,0-1 192 0,1 2-192 15,1-2 144-15,-1-2-144 0,0 1 0 0,1-1 144 16,0 1-96-16,1-3-48 0,0-1 0 0,-1-2 0 16,1-2 0-16,0-1 0 0,-2-1 0 15,1-2 0-15,-1 1 0 0,2-4 0 0,1-7 0 0,0 8 0 16,0-8-496-16,0 0-80 0,0 0-32 0,0 0-16496 16,0 0-3312-16</inkml:trace>
  <inkml:trace contextRef="#ctx0" brushRef="#br0" timeOffset="-129148.42">30434 14216 31327 0,'0'0'2784'0,"0"0"-2224"0,0 0-560 0,0 0 0 0,0 0 4160 0,0 0 736 16,10 4 144-16,-2 1 16 0,-5 3-3840 0,-3 4-768 15,0-2-144-15,-1 7-48 0,-1 2 464 0,1 5 96 16,-3 2 16-16,1 3 0 0,1 6-464 0,-1-2-96 15,1-3-16-15,-1-4 0 0,0-3-112 0,2 1-16 16,-2-4-128-16,2-2 192 0,0-3-192 0,0-2 128 16,-2-2-128-16,2-2 0 0,1-9 0 0,0 0 0 15,0 0 0-15,0 0 0 0,0 0-320 0,0 0 32 16,0 0 16-16,-3-7 0 0,0 1-96 0,2-3-16 0,-1-3 0 0,0-1 0 16,1-1 176-16,0-2 16 15,1-2 16-15,0-3 0 0,2-3 176 0,2-2-160 0,1-2 160 0,2-1-160 16,2 0 160-16,1 1-160 15,1 2 160-15,2 1-160 0,1 1 160 0,3 6-160 0,0 2 160 0,-1 3-160 16,-1 4 160-16,1 0 0 0,0 4 0 16,-1 2-128-16,0 2 128 0,-2 1 0 0,0 1 128 0,-2 2-128 15,1 1 240-15,-3 1-32 0,-1 3 0 0,-1 0 0 16,-3 1 0-16,-2 1 0 0,0 1 0 0,-4 2 0 16,-2 2 16-16,-2 2 0 0,-2 0 0 0,-2 0 0 15,-2 0-32-15,-1 0-16 0,-3-3 0 16,-1 1 0-16,0-2-176 0,0 0 0 0,0-7 0 0,3 1 0 15,1-2-896 1,3-1-144-16,0-1-48 0,4-2 0 0,6-1-2256 0,0 0-464 16,0 0-96-16,6-7-14400 0</inkml:trace>
  <inkml:trace contextRef="#ctx0" brushRef="#br0" timeOffset="-128989.41">30796 14160 31839 0,'0'0'1408'0,"0"0"304"0,0 0-1376 0,0 0-336 0,0 0 0 0,0 0 0 0,0 0 3632 0,0 11 656 16,0-2 128-16,-1 4 16 0,0-3-2448 0,-1 3-480 15,1 0-96-15,0-1-32 0,0 0-864 0,-1 1-160 16,1-1-32-16,1 1-16 0,-1-2-304 0,2 2 0 16,0-3 0-16,2-3 0 15,-1 1-1840-15,-2-8-320 0,6 7-64 0,-6-7-12368 16,8 5-2464-16</inkml:trace>
  <inkml:trace contextRef="#ctx0" brushRef="#br0" timeOffset="-128867.02">30866 14089 40143 0,'0'0'1776'0,"-4"-6"368"0,0 0-1712 0,0 1-432 0,0-1 0 0,1 1 0 0,3 5 784 0,0 0 80 0,-2-4 16 15,2 4 0-15,0 0-416 0,0 0-80 0,0 0 0 0,0 0-16 32,0 0-3488-32,10 7-688 0,2-1-144 0</inkml:trace>
  <inkml:trace contextRef="#ctx0" brushRef="#br0" timeOffset="-128530.81">31117 14156 11967 0,'0'0'528'0,"0"0"112"0,0 0-512 0,0 0-128 0,0 0 0 0,0 0 0 0,0 0 7264 0,-6 0 1424 16,-1-2 272-16,-1 0 64 0,-1 2-5488 0,-1 0-1104 15,-2 2-208-15,0 0-48 0,1 1-1088 0,-3 1-192 16,0 0-64-16,0 0 0 0,-2 0-400 0,3 1-96 16,0-1-16-16,1 1 0 0,2 0-176 0,2 0-144 15,3 1 192-15,5-6-192 0,-4 6 0 0,1 1 0 16,3-7 0-16,-1 7 0 0,-2 1 0 0,3-8 0 15,0 0 0-15,4 9 0 0,2-1 0 0,1 1 0 16,4-2 0-16,1-1 0 0,-1-2-144 0,2 2 144 16,2-3-128-16,0 1 128 0,1 0 0 0,0 1-128 15,-2 1 128-15,0 0 0 0,1 1 0 0,-2-1 0 16,-2-1 0-16,0 2-128 0,-2-2 128 0,-3 2 0 16,-2-1 0-16,-1 2 0 0,-2 0 0 0,-2-2 0 15,-2 1 0-15,-1-1 0 0,-1 1 0 0,-1-1 0 16,-3 1 0-16,-2-1 0 0,1 1 0 0,-1-2-288 15,1 0 48-15,-1-3 16 16,2 0-1184-16,0 0-224 0,1-1-48 0,2-1-16 16,-1-1-1776-16,7 1-368 0,-5-3-64 0</inkml:trace>
  <inkml:trace contextRef="#ctx0" brushRef="#br0" timeOffset="-128313.78">31395 14009 21183 0,'5'-10'944'0,"-5"10"192"0,3-6-912 0,-3 6-224 0,2-2 0 0,-2 2 0 15,0 0 6432-15,0 0 1248 0,0 0 240 0,0 0 48 0,0 0-5088 0,0 0-1024 16,0 0-208-16,0 0-48 0,9 6-960 0,-2 2-192 16,-4 1-32-16,-1 4-16 0,-1 0-400 0,1 4 128 15,-2 3-128-15,-3-1 0 0,2 5 0 0,0-3 0 16,-1 1 0-16,0 1 0 16,-1-2-640-16,0 1-128 0,1-1 0 0,-1-1-16 15,1-2-704-15,-1-1-144 0,0-1-32 0,2-3 0 16,-2-2-1600-16,1 0-336 0,1-2-64 0,-2-1-14128 15</inkml:trace>
  <inkml:trace contextRef="#ctx0" brushRef="#br0" timeOffset="-127724.66">31319 14283 9215 0,'0'0'400'0,"0"-7"96"0,0 7-496 0,2-6 0 16,-2 6 0-16,5-8 0 0,0 0 7424 0,0 2 1408 16,3-1 256-16,1 2 64 0,2-2-5664 0,0 1-1136 15,4 1-240-15,-1-2-32 0,0 1-736 0,2-1-160 16,1 2-32-16,1 0 0 0,0-1-544 0,-1 4-112 15,-2-3-32-15,-2 2 0 0,-2 2-272 0,0 1-48 16,-2 2-16-16,-9-2 0 0,4 7 80 0,-4 1 16 16,-3 2 0-16,-2 2 0 0,-3 1-32 0,-1 1 0 15,0 2 0-15,-1 1 0 0,2 0-192 0,0 0 128 16,0-2-128-16,4 0 0 0,2-1 0 0,0-1 0 16,4-3 0-16,2 1 0 0,1-5-256 0,3 1-32 0,1-3-16 15,2 0 0 1,4-2-224-16,0-2-48 0,1-2-16 0,0-2 0 15,2-1 16-15,-2-1 0 0,-1 1 0 0,0-3 0 0,-2-3 272 0,0-1 64 0,0 0 16 16,-2 0 0-16,0 1 224 0,-3-2 0 0,-2 0 0 0,-1 1 0 16,1 1 400-16,-2 2-16 0,-2 2-16 0,1 0 0 15,-3 7 80-15,0 0 0 0,0 0 16 0,0 0 0 16,0 0-80-16,0 0-32 0,0 0 0 0,0 0 0 0,0 0-96 0,0 0-32 16,4 7 0-16,-2 0 0 0,2 1-224 0,-1 0 0 15,1 0 0-15,-2 1 0 0,0-1 0 0,0 1 0 16,2-3 0-16,-4-6 0 0,4 6 144 0,-4-6-16 15,7 5 0-15,-1-1 0 16,-6-4-128-16,8 2 0 0,0 0 0 0,0-2 0 0,-2-2 0 0,2 0 0 16,-2-1 0-16,2-1 0 0,0-1 0 0,1-2 0 15,2 0 0-15,0-1 0 0,2-1 0 0,2-3 0 16,0-1 0-16,2-1 0 0,-1-1 0 0,-3 5 0 16,4-6 0-16,1 2 0 0,0 1 0 0,1-2 0 15,-2 6 0-15,-3-2 0 0,0 4 0 0,1 1 0 16,-4 2 176-16,0 4-176 0,-3 1 352 0,-1 4-32 15,0 2 0-15,-2 2 0 0,-1 3-128 0,0 1-48 16,0 0 0-16,0 1 0 0,0 0-96 0,1-1-48 0,0 0 0 0,0 0 0 16,2-1 0-16,-1 1 0 0,0-1 0 0,-1 0 0 15,3-1 0-15,-2-1 0 0,2 0 0 0,1 0 0 32,2-3-576-32,2 2-128 0,-2 0 0 0,2-1-16 15,3 0-2160-15,1 0-416 0</inkml:trace>
  <inkml:trace contextRef="#ctx0" brushRef="#br0" timeOffset="-126100.9">23217 13875 27647 0,'0'0'2448'0,"0"0"-1952"15,-7 0-496-15,7 0 0 0,0 0 5664 0,0 0 1040 16,0 0 208-16,0 0 32 0,0 0-5200 0,4 8-1040 15,-4-8-192-15,8 7-64 0,1 1 160 0,3 0 32 16,1-1 0-16,1-1 0 0,0-1-416 0,3 1-80 16,0 1-16-16,3 1 0 0,2-1-128 0,0-1 0 15,2-2 0-15,-1 1 128 0,1 1-128 0,-2-1 0 0,0 1 0 0,-4-3 0 16,0 1 0-16,-2-3 0 16,-4 2-144-16,-3-1 144 0,-9-2 0 0,0 0 0 0,0 0 0 0,0 0 0 15,0 0 0-15,0 0 0 16,-7 4 0-16,-2 1 0 0,-2 1 192 0,-4-2-48 15,0 1-16-15,-2-1 0 0,-3 2 0 0,0 3 0 16,-2-5 0-16,0 3 0 0,1-1-128 0,0 1 128 0,1-1-128 0,0 2 128 16,2 0-128-16,2 1 0 15,3-1 0-15,0 0 0 16,3-2-400-16,2 1-64 0,1-1-16 0,3 2 0 16,3 1-1008-16,2 0-208 0,3-1-32 0,3 0-16 15,2 0-1856-15,3-2-368 0,3 1-80 0</inkml:trace>
  <inkml:trace contextRef="#ctx0" brushRef="#br0" timeOffset="-125800.49">24007 13976 10015 0,'0'0'448'0,"0"0"80"0,0 0-528 0,0 0 0 15,0 0 0-15,6-2-2864 0,-6 2-672 0</inkml:trace>
  <inkml:trace contextRef="#ctx0" brushRef="#br0" timeOffset="-125148.05">24142 13911 39279 0,'0'0'1728'0,"0"0"384"0,-1-6-1696 0,1-2-416 0,0 1 0 0,0 1 0 16,-3-1 1936-16,1 1 304 16,-2 1 64-16,0-1 16 0,-1 2-400 0,-2 1-64 0,1 0-32 0,-2 2 0 15,-1-1-800-15,-2 4-176 0,-2 0-16 0,-1 3-16 16,-2 3-416-16,-2 3-80 0,-3 3 0 0,0 2-16 16,0 1-112-16,1 2 0 0,-1-2-16 0,2 1 0 15,4 3-176-15,2-2 0 0,2 0 0 0,5-1 128 16,2 1-80-16,5-2-48 0,2-2 0 0,2 1 0 15,3-2 0-15,2-1 0 0,2-1 0 0,4-2 0 0,3-2 0 16,3-1 0-16,1-2 0 0,1-1 0 0,2-3-176 16,0-1 176-16,-1-1-160 0,0-2 160 15,0-1-144-15,-3-2 144 0,-3 1-128 0,0-3 128 0,-2-1 0 0,-3 1-160 16,-2-3 160-16,-1 4 0 0,-1-5 0 0,-4-1 0 16,-1-2 0-16,-2 2 0 0,-2 0 0 0,-2-1 0 15,-2-2 0-15,-1 2 0 0,-2 0 0 0,-1-2 128 16,0-2-128-16,-3 1 0 0,0 1 0 0,-2 1 128 15,-2 0-128-15,1 0 0 0,-1 0 0 16,-2 4 0-16,0 0-144 0,-1 2 144 16,3 0-1168-16,1 0-144 0,1 2-32 0,2 3-15104 15,2 0-3040-15</inkml:trace>
  <inkml:trace contextRef="#ctx0" brushRef="#br0" timeOffset="-122770.49">26269 15107 51311 0,'-15'-5'2272'0,"10"2"480"0,0 2-2208 0,5 1-544 0,-5-4 0 0,5 4 0 0,0 0 784 0,0 0 48 15,0 0 16-15,0 0 0 0,0 0-224 0,10-2-48 16,3 2-16-16,0 0 0 0,1 2-560 0,1-1 0 15,-1 2 0-15,0-1 0 0,2 1 176 0,0-1-176 16,1 1 160-16,-2 1-160 0,-2-1 192 0,-1 0-64 16,-1 3-128-16,-2-2 192 0,-1 0-192 0,-2 1 0 15,-1 0-144-15,0 0 144 0,-5-5 0 0,0 8 0 16,-2 1 0-16,-2 4 160 0,-3-2-32 0,0 2-128 16,-4 0 192-16,-1 1-64 0,2-1 128 0,-3 0 0 15,0-1 16-15,1 0 0 0,0-2-272 0,1 0 0 16,0 0 0-16,1-1 0 0,-1-2 160 0,2 0-32 0,1 1 0 0,2-3 0 31,-1 0-672-31,7-5-144 0,0 0-16 0,-3 7-16 16,3-7-1360-16,0 0-272 0,0 0-48 0,7 4-12832 0,4 2-2576 15</inkml:trace>
  <inkml:trace contextRef="#ctx0" brushRef="#br0" timeOffset="-122317.1">26952 15158 11055 0,'0'0'480'0,"-2"-6"112"0,0 1-464 0,1 1-128 0,-1 0 0 0,2 4 0 16,0 0 6592-16,0 0 1280 0,-1-5 272 0,1 5 48 0,0-6-4496 0,0 6-912 15,0 0-176-15,0 0-48 0,0 0-1392 0,0 0-272 16,-5 1-64-16,-1 2-16 0,0-1-32 0,-3 2 0 15,0 3 0-15,-2 0 0 0,1 3-208 16,-3 1-32-16,-2 4-16 0,0-1 0 0,-3 2-208 0,1 3-32 16,-2-2-16-16,2 3 0 0,2-3-96 0,2 0-32 15,0-2 0-15,5 0 0 0,1 0-96 16,5 1-48-16,2-1 0 0,2 0 0 0,2-2 0 0,5 0 0 16,4-3 0-16,3 1 0 0,4-2 0 0,2-1-160 15,0-3 160-15,1-1-192 0,2 0 192 0,1-2-192 16,0-2 192-16,-2 0-192 0,1-2 192 0,-2-5 0 15,-1 1-144-15,-1 0 144 0,-1-3 0 0,-1 0 0 0,-1-3 0 0,-3-1 0 16,-5-1 0-16,-2 0 0 16,0-2 0-16,-3-1 0 0,-2 0 176 0,-2-1 0 0,0-2 0 0,-2 2 0 15,-3-4-176-15,-1 1 0 0,-6 0 0 16,0 0 128-16,-2-2-80 0,-2 2-48 0,0 2 0 16,-1 0 0-16,0 1 0 0,-1 2 0 0,-2 2 0 0,2 1 0 15,0-1 0-15,3 2 0 0,1 0 0 0,1 3 0 31,3 0-1408-31,2 1-288 0,7 8-48 0</inkml:trace>
  <inkml:trace contextRef="#ctx0" brushRef="#br0" timeOffset="-104073.22">23844 11078 12895 0,'10'-21'1152'0,"-3"6"-928"0,-3-2-224 0,-1 1 0 0,1 2 688 0,0-3 80 15,-2-3 32-15,-2 1 0 0,0 2 336 0,-2 1 64 16,1 2 16-16,-2-4 0 0,-2 1-272 0,-3 2-48 16,-2 2-16-16,-2 3 0 0,-3-3-288 0,-5 2-48 0,-3 1-16 0,-5 2 0 15,-3 0-144-15,-7 0-48 0,-6 1 0 0,-6 1 0 16,-3 5-112-16,-6 4-32 0,-4 3 0 0,-3 3 0 15,-3 3-64-15,-4 0-128 0,-4-2 176 0,-3 6-176 16,2 3 176-16,0 5-176 0,2 3 160 0,2 1-160 16,0 2 256-16,-1 2-32 0,-1 1-16 0,4 1 0 15,5 2-64-15,7 2-16 0,6 1 0 0,4 2 0 16,4-2 112-16,10 4 16 0,9 2 0 0,8 1 0 16,8-2-64-16,8 7 0 0,6 7 0 0,11-4 0 15,9 1 128-15,10-3 32 0,6-4 0 0,8-1 0 16,5-1-96-16,8 0-32 0,7-3 0 0,3-3 0 15,0-1 80-15,3-2 16 0,2-5 0 0,2-2 0 16,2-4-64-16,2-2 0 0,1-5 0 0,0-4 0 16,-2-6-64-16,-3-5-32 0,-4-3 0 0,2-1 0 15,2 0-16-15,-4-4 0 0,-5-5 0 0,-3-4 0 0,-3-5-144 0,-5-4 192 16,-4-5-192-16,-3-3 192 0,-4-3-192 16,-3-4 192-16,-4-3-192 0,-3-1 192 15,-2 0-192-15,-7-6 160 0,-7-7-160 0,-4-2 160 0,-6-8-160 16,-5 0 128-16,-5-1-128 0,-6 0 128 0,-6-2-128 0,-6 1 0 15,-6-2 144-15,-3-1-144 0,-4 0 0 0,-3 0 0 16,-1 0 0-16,-2 6 128 0,1 7-128 0,-2 1 0 16,-4 1 128-16,-1 5-128 0,-1 8 144 0,-3 2-144 15,-3 1 192-15,-1 4-192 0,-1 4 128 0,1 5-128 16,2 4 0-16,-1 6 0 0,-1 4 0 0,1 5 0 16,-1 7 0-16,-1 5 0 0,-2 4 0 0,1 5 0 0,-3 5 0 15,3 5 0 1,5 3-1472-16,3 9-256 0,-1 2-64 0</inkml:trace>
  <inkml:trace contextRef="#ctx0" brushRef="#br0" timeOffset="-98831.28">26913 10211 6447 0,'-41'-9'576'0,"14"3"-576"0,-4-6 0 0,-1 3 0 0,2 1 1296 0,3 1 160 0,2 4 16 0,6-1 16 16,4 0 64-16,5 1 16 0,10 3 0 0,0 0 0 16,0 0 240-16,0 0 48 0,12-4 16 0,7 2 0 15,10-2-432-15,9 1-96 0,9 0 0 0,6 1-16 0,4-3-176 0,6-1-48 16,3 0 0-16,7-1 0 0,4 2-288 0,5 1-64 16,5 2-16-16,1-2 0 0,1-3-272 15,-4 5-48-15,-3-1-16 0,-1 3 0 0,-5 3-192 0,-4-2-32 16,-8-2-16-16,-7 1 0 0,-6 0-160 0,-8 0 0 15,-9 0 0-15,-8 0 128 0,-8 0-128 0,-7 0 0 16,-11 0 0-16,0 0 0 0,-13-3 160 0,-9 0-160 16,-10 2 192-16,-8 1-192 0,-10 0 128 0,-8-4-128 15,-9 2 0-15,-2 2 0 0,-2-3 0 0,-6 2 0 16,-6 1 0-16,-4 0 0 0,-4 0 0 0,-2 0 0 16,-1 0 0-16,3 0 0 0,3 0 0 0,7 0 0 0,6 0 0 15,9 0 0-15,6 0 0 0,12 0 0 16,9 0 128-16,9 1-128 0,7 2 128 0,8-1-128 0,4-1 0 15,11-1 0-15,0 0 128 0,0 0-128 0,19 7 0 0,8 0 0 16,8-4 160-16,9-1-32 0,7 0 0 0,7 0 0 16,3-1-128-16,7-1 128 0,5-1-128 0,6 1 128 15,6 2-128-15,0 1 0 0,-2-3 0 0,-1 0 0 16,-2 0 0-16,-2 0 0 0,-1 2 128 0,-5 1-128 16,-7-2 0-16,-10 2 0 0,-10 0 0 15,-8-3 128-15,-10 0-128 0,-6 0 0 0,-8 0 0 16,-13 0 0-16,0 0 0 0,0 0 0 0,-16 0 0 0,-7-3 128 15,-7 2 0-15,-8 1 0 0,-9 0 0 0,-5 0 0 16,-3 0-128-16,-2 4 0 0,0 0 0 0,-6 2 0 16,-3 1 128-16,-7-2 0 0,-7 0 0 0,0 2 0 15,0 2-128-15,-1-2 0 0,0 4 0 0,0-2 128 16,0 0-128-16,6-2 0 0,4 0 144 0,10 1-144 0,6 0 128 16,7 1-128-16,5 2 160 0,8 0-160 0,5 2 0 15,8 0 0-15,3-1 0 0,10 8-12080 16,7 7-2512-16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0T21:35:03.12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1304 748 47231 0,'-7'5'1040'0,"-5"-4"224"0,-4 2 32 0,-1-5 16 0,0 0-1056 0,0-2-256 0,-3 3 0 0,1-1 0 0,-2 2 272 16,0 0 0-16,-3 0 0 0,0 3 0 16,-2 1 368-16,-1 1 64 0,1 2 0 0,0-1 16 0,0 1-352 0,1 0-80 15,3 3-16-15,3-3 0 0,0 0-16 0,5-2 0 16,2-2 0-16,3 2 0 0,1 0-96 0,3 0-32 16,5-5 0-16,0 0 0 0,0 0-128 0,3 9 0 15,2 2 0-15,3-3 0 0,4-3 0 0,2 0 0 16,3 0 0-16,2 1 0 0,2 0 0 0,3 1 0 15,-2-2 0-15,1 1 128 0,2 1-128 16,1 2 0-16,2-1 0 0,-2 1 0 0,0 1 0 0,0 0 0 16,0 4 0-16,-1-1 0 0,-3 1 0 0,1 2 0 15,0-2 128-15,-4 3-128 0,-1 3 0 0,-2-1 0 16,-3 0 144-16,-3-1-144 0,-2 1 176 0,-3 2-48 16,-2 0 0-16,-4 0 0 0,-3-5 240 0,-1 1 32 0,-3-1 16 15,-3 1 0-15,-2-2-16 0,0-2 0 16,0-1 0-16,-4-2 0 0,-2 0-96 0,-1 0-32 0,2-1 0 0,-2-3 0 15,1-2-112-15,-3 0-32 0,1-4 0 0,-3 0 0 16,0 1-128-16,-1-2 0 0,0-4 0 0,0-2 0 16,-2-2 0-16,1-3-256 0,2-1 48 0,2-2 0 15,0-4-1232-15,4 0-240 16,2-3-48-16</inkml:trace>
  <inkml:trace contextRef="#ctx0" brushRef="#br0" timeOffset="365.6">1634 1268 44799 0,'0'0'1984'0,"0"0"416"0,0 0-1920 15,-3 6-480-15,-1 1 0 0,0-1 0 0,0 0 1312 0,4-6 160 16,0 0 48-16,0 0 0 0,0 0-992 0,0 0-192 16,4 6-32-16,-4-6-16 15,8 4-2576-15,1-1-512 0,0-1-96 0,2-2-16992 0</inkml:trace>
  <inkml:trace contextRef="#ctx0" brushRef="#br0" timeOffset="717.56">2210 784 31327 0,'0'0'2784'0,"0"-6"-2224"15,0-1-560-15,-2-1 0 0,1-1 3232 0,0 1 544 16,-2 2 96-16,1 1 32 0,2 5-1536 0,0 0-288 16,-6-7-64-16,0 2-16 0,-1 1-944 0,2 1-192 15,0 2-32-15,-2 1-16 0,0 1-304 0,-2 2-48 16,-1 1-16-16,-1 1 0 0,-1 2-176 0,0 2-32 15,0 1-16-15,-1 2 0 0,0 1-96 0,0 1 0 16,-2 2-128-16,-1 2 192 0,-1 2-192 0,1 3 176 16,1 2-176-16,-1 1 160 0,2 1-160 0,1-1 0 15,1 2 0-15,3-1 128 0,1-1-128 0,2 0 0 16,3-2 0-16,2-2 0 0,1-2 0 0,2-2 0 16,4 0 0-16,0 0 0 0,2 1 0 0,1-2 0 15,1-3 0-15,2-2 0 0,0-2-128 0,2-2 128 16,2-2-160-16,2 0 160 0,0-1-176 0,2-3 176 0,1 1-192 15,2-4 192-15,2-3-288 0,1-1 48 0,-2-2 16 0,0-1 0 32,1-2-976-32,1-2-192 0,-2-1-32 0,-1 1-14656 0,2 4-2928 15</inkml:trace>
  <inkml:trace contextRef="#ctx0" brushRef="#br0" timeOffset="924.24">2656 1186 36863 0,'0'0'3264'0,"-4"5"-2608"0,-1-3-528 0,5-2-128 0,-4 8 3792 0,1-1 736 16,3-7 144-16,-3 9 16 0,1-3-2960 0,2-6-608 16,0 0-112-16,0 0-32 0,-3 6-672 0,3-6-144 15,0 0-32-15,0 0 0 16,0 0-1760-16,8 5-352 0,1-1-80 0</inkml:trace>
  <inkml:trace contextRef="#ctx0" brushRef="#br0" timeOffset="1383.65">3254 728 53615 0,'-12'-1'2368'0,"12"1"512"0,-4 0-2304 0,-2 0-576 0,-1 0 0 0,0 1 0 16,-4 0 928-16,1 1 80 0,-1 0 16 0,0 0 0 16,0-1-688-16,-1 3-128 15,1 0-16-15,-4 1-16 0,0 1-176 0,-1 4 0 16,-2 1 144-16,2 2-144 0,-2-4 0 0,2 2 0 16,1 1 0-16,0 1 0 0,1 2 0 0,2-2 0 0,2 0 0 0,2 0 0 15,0 0 0-15,3 0 0 0,1-1 0 0,3 0 0 16,1 1 0-16,1-1 0 0,2-1 0 0,0 1 0 15,3-1 0-15,0 0 0 0,5-3 0 0,0 1-128 16,2 2 128-16,3-2 0 0,1-1 0 0,3 0 0 0,-1-1 128 16,2 1 96-16,0 1 32 0,0 0 0 0,0 1-256 15,-1-3 0-15,1 1 0 0,-1 1 0 0,-3 2 0 0,-2-1-256 16,1 2 48-16,-3 1 16 0,-2-4 192 0,-2 3 0 16,-2 1 0-16,-1 0 0 0,-1 1 176 0,-4 2-32 15,-1-2 0-15,-1 1 0 0,-3-1-144 0,0-1 128 16,-2 1-128-16,-1-1 128 0,-2 0-128 15,0-1 0-15,-4 0 0 0,0-2 112 0,-2-1-112 0,-2 2 0 16,-1 1 0-16,-1-5 0 0,-2 1 0 0,0-1 0 16,-1-2 0-16,2 0 0 15,1-1-1024-15,0-1-192 0,4 1-32 0,0-4-16 16,4 1-2112-16,2-1-416 0,2-1-96 0,3-6-16 0</inkml:trace>
  <inkml:trace contextRef="#ctx0" brushRef="#br0" timeOffset="1604.74">3683 1406 58175 0,'0'0'1280'0,"0"0"272"0,0 0 48 0,0 0 16 0,0 0-1296 15,0 0-320-15,0 0 0 0,0 0 0 0,0 0 256 0,0 0-32 0,0 0 0 0,0 0 0 0,0 0-160 0,0 0-64 16,0 0 0-16,0 0 0 16,0-3-1568-16,13 3-304 0</inkml:trace>
  <inkml:trace contextRef="#ctx0" brushRef="#br0" timeOffset="2308.59">4427 1148 53327 0,'0'0'2368'0,"0"0"480"0,0 0-2272 0,0 0-576 15,0 0 0-15,0 0 0 0,0 0 0 0,7-4-320 16,-7 4 32-16,8-7 16 0,5 2 832 0,4 1 160 16,4 0 48-16,5 2 0 0,4-1-560 0,5 1-208 0,4-1 176 0,1 0-176 15,5 1 208-15,0-1-48 0,4 1-16 0,1-1 0 16,1 0-16-16,3 1-128 0,2-2 192 0,-1 0-64 16,1-1-128-16,-3 1 0 0,-2 0 0 15,-3 0 0 1,-4 0-768-16,-3-1-256 0,-5 1-32 0,-2-1-16 0,-2-1-1504 15,-5 3-304-15,-4-3-64 0,-3 1-10848 0,-4 1-2160 0</inkml:trace>
  <inkml:trace contextRef="#ctx0" brushRef="#br0" timeOffset="2529.73">5459 988 43135 0,'0'0'1920'0,"0"0"384"0,0 0-1856 0,0 0-448 16,0 0 0-16,0 0 0 0,0 0 944 0,1 7 80 15,-1-7 32-15,4 7 0 0,-4-7 272 0,8 6 48 16,0 1 16-16,1-3 0 0,1 0-816 0,2 1-176 15,1-2-16-15,0 0-16 0,1 0-176 0,2 2-48 16,-2 0 0-16,2 1 0 0,-2-1-144 0,1 1 128 16,-4 0-128-16,1-1 128 0,-4 0-128 0,0 0 128 15,-2 0-128-15,-6-5 128 0,4 8 112 0,-3 0 16 16,-2 0 0-16,-2 2 0 0,-2-2-112 0,-3 4-16 16,-1-2 0-16,-4 3 0 15,-1 0-1056-15,-3 2-224 0,-1 3-32 0,-3 0-22352 0</inkml:trace>
  <inkml:trace contextRef="#ctx0" brushRef="#br0" timeOffset="3586.68">6794 671 2751 0,'-8'-9'128'0,"5"7"16"0,3 2-144 0,-5-5 0 0,1 0 0 0,-1 0 0 16,2 1 9328-16,3 4 1824 0,0 0 368 0,0 0 80 16,0 0-8064-16,0 0-1616 0,0 0-320 0,-1 9-64 15,0 1-608-15,1 6-128 0,0 5-32 0,1-2 0 16,-1 5-448-16,3 1-80 0,-1 5-32 0,2 2 0 16,0 3 0-16,0 2 0 0,-1 2 0 0,-1-1 0 15,1-3-208-15,1-2 144 0,-2-2-144 0,1-4 128 16,-2-1-128-16,0-2 0 0,1-2 0 0,-2-5 0 15,0-4-1184-15,-3 0-112 0,1-5-32 16,-1 0 0-16,0-2-1344 0,3-6-272 16,0 0-48-16,-7 3-9888 0,-1-2-1984 0</inkml:trace>
  <inkml:trace contextRef="#ctx0" brushRef="#br0" timeOffset="4072.95">6084 540 23039 0,'-13'-6'1024'0,"10"2"192"0,-3-1-960 0,4-2-256 0,0 1 0 0,4-1 0 0,2 1 3984 0,1-1 752 0,1 1 160 15,5 0 32-15,2 1-2560 0,2 1-512 0,8-2-112 0,3-1-16 16,1-2-544-16,6 3-112 0,2-1-32 0,1 1 0 16,2 0-288-16,1 1-64 0,0 0-16 0,2 0 0 15,1-1-336-15,1 1-64 0,0 1-16 0,1 3 0 16,2 1-256-16,-2 3 160 0,-2 2-160 0,-2 1 128 15,-2 3-128-15,-3 3 0 0,-4 4 0 0,-2 2 0 16,-4 3 0-16,-3 4 128 0,-4-2-128 0,-5 5 0 16,-4 3 144-16,-1-1-144 0,-5 0 160 0,-5 0-160 15,-1 0 304-15,-7-4-48 0,-3 1 0 0,-1-1 0 16,-3-2 16-16,-2-1 0 0,-5-1 0 0,-2 1 0 16,-3-3-48-16,-1 0-16 0,0 1 0 0,-2-5 0 0,-2-2-48 15,0-1-16-15,1-3 0 0,-1-1 0 0,1-2 0 16,1-2 0-16,0-2 0 0,-1-3 0 0,2-3-144 15,1-1 0-15,1-2 0 0,2-3 0 0,-1-3 0 16,6 1-176-16,5 1 48 0,4 1 0 0,4 0 128 0,1 0 0 16,6-2 0-16,3 1 0 0,2-1-240 15,3 1-16-15,3 0 0 0,3 0 0 0,2 4 256 0,2 1-192 16,2-1 192-16,3 4-192 0,0-5 192 0,1 5 0 16,-1-1 0-16,0 2 0 0,0 1 0 0,-1 0 0 15,3 1 0-15,-1 2 0 0,-1 1-208 0,1 1 48 16,1 1 16-16,1 2 0 15,-2-1-912-15,1 1-176 0,2 1-48 0,0 0 0 16,0 0-1568-16,1 1-320 0,1 3-64 0,1-2-16432 0</inkml:trace>
  <inkml:trace contextRef="#ctx0" brushRef="#br0" timeOffset="4546.6">7117 1158 21183 0,'0'0'1888'0,"0"0"-1504"0,0 0-384 0,0 0 0 16,0 0 5392-16,0 0 1008 0,0 0 208 0,0 0 48 15,0 0-3952-15,0 0-784 0,0 0-144 0,9 2-48 16,0-4-496-16,2 0-96 0,-1-2-32 0,-1 0 0 16,2 1-704-16,-1 2-144 0,-1-3-16 0,2 1-16 15,0 1-32-15,-1 1-16 0,-10 1 0 0,10-2 0 16,-10 2 16-16,0 0 16 0,9 2 0 0,-9-2 0 16,0 0 48-16,0 0 0 0,0 0 0 0,5 6 0 15,-1 1-96-15,-3 0-16 0,-1-7 0 0,-2 10 0 0,-2 0-96 0,-1-4-48 16,0 2 0-16,-2 0 0 15,1 0 0-15,-1 1 0 0,-1 1 0 0,2-2 0 16,-1 0 0-16,2 1 0 0,2-1 0 0,1-1 0 16,2-7 0-16,0 0 0 0,0 7 0 0,0 0 0 0,0-7 0 0,0 8 0 15,2-2 0-15,-2-6 0 0,0 0 0 0,8 5 0 16,1-1 0-16,0 0 0 0,2 0 0 0,1-1 0 16,-1-2 0-16,1 2 0 0,2-2 0 0,1 3 0 15,-1-3 0-15,0 4 0 0,-2-2 0 0,0 1 0 16,0 3 0-16,-2-4 0 0,-1 1 0 0,-1 2 0 15,-2-1 0-15,0 0 0 0,-6-5 0 0,4 8 0 16,-3 0 0-16,-2-1 0 0,-2 1 0 0,-2 0 0 16,-2 3 0-16,-2-4 0 0,-1 2 0 0,-2-1 0 0,-1-1 0 0,0 1 0 15,-4 1 0-15,0-1 0 0,0-3 0 16,0 0 0-16,0 2 0 0,2-5 0 0,0 2 0 16,3-1 0-1,-1-3-384-15,4 0-64 0,3 0 0 0,6 0-16 16,-4-7-1888-16,4-2-368 0,4-3-80 0,4-5-12496 0,1-5-2496 15</inkml:trace>
  <inkml:trace contextRef="#ctx0" brushRef="#br0" timeOffset="4703.53">7632 952 30399 0,'0'0'2704'0,"0"0"-2160"0,8-1-544 0,0-2 0 0,-1 1 4032 0,1 0 704 16,3 1 144-16,-1 0 32 15,1-2-2592-15,-1 2-512 0,-1-2-96 0,-1 3-32 0,2 0-976 0,2 0-192 16,0 0-32-16,-2-2-16 0,2 0-320 0,0 1-144 15,-2 0 128-15,3 1-128 16,2 0-1424-16,1 0-368 0,4 2-80 0</inkml:trace>
  <inkml:trace contextRef="#ctx0" brushRef="#br0" timeOffset="5236.47">8714 544 23951 0,'0'0'2128'0,"-6"-4"-1696"0,-1 2-432 0,0-3 0 15,0 1 3776-15,-1 0 688 0,0 1 128 0,0 2 16 16,0-1-3776-16,1 2-832 0,-4 2 0 0,3-1 0 15,2 2 160-15,6-3 128 0,0 0 32 0,-5 4 0 16,-1 0-320-16,6-4 0 0,0 0-208 0,0 0 80 16,-4 5 672-16,4-5 144 0,0 0 16 0,0 0 16 0,0 0-576 15,0 0-144-15,0 0 0 0,-5 4 2144 0,5-4 400 16,0 0 80-16,0 0 0 0,0 0-2096 16,-5 2-528-16,5-2 0 0,0 0 832 0,0 0 64 15,0 0 16-15,0 0 0 0,0 0-768 16,0 0-144-16,0 0 0 0,0 0 0 0,0 0 0 0,0 0 0 15,0 0 0-15,0 0 128 0,0 0-128 0,0 0 0 16,0 0 0-16,0 0-128 0,0 0 128 0,0 0 0 16,0 0 0-16,0 0 0 0,0 0 0 0,0 0 0 15,0 0-16640-15,0 0-3360 0</inkml:trace>
  <inkml:trace contextRef="#ctx0" brushRef="#br0" timeOffset="5667.61">7625 1132 26719 0,'0'0'2368'0,"0"0"-1888"16,0 0-480-16,0 0 0 0,3 7 4352 0,0-1 784 16,-1 1 160-16,-2-7 16 0,0 0-3488 0,7 5-704 0,-1-1-144 0,2-1-16 15,0-2-96-15,2-1-16 0,3 2 0 0,0-2 0 16,0 0-640-16,1 0-208 16,2-3 128-16,3 0-128 15,0 0-528-15,1 1-176 0,-1-2-16 0,2 0-16 16,1 0-2528-16,2-1-512 0</inkml:trace>
  <inkml:trace contextRef="#ctx0" brushRef="#br0" timeOffset="6177.06">8833 564 41631 0,'0'0'1856'0,"-3"-5"368"0,-1-6-1776 0,0 1-448 0,-1-2 0 0,0 0 0 0,0 3 736 0,-3-3 64 16,-1-1 16-16,0 0 0 0,-1 4 400 0,1-1 96 16,-1 2 16-16,-1 0 0 0,1 0-624 0,-2 3-128 15,1 1-32-15,1 2 0 0,-1-1 0 0,0 3 0 0,2 1 0 0,-1 3 0 16,-2 0-128-16,0 3-32 0,-1 2 0 0,0 1 0 16,0 3 32-16,1 3 0 15,2 2 0-15,0 2 0 0,0-1-48 0,3 3-16 16,0 2 0-16,3 1 0 0,2 1-48 0,0 1-16 0,2 2 0 15,0-2 0-15,2 2-288 0,-1-4 0 0,0 1 0 16,2 2-144-16,-2 2 144 0,2 2 144 0,-1 0-16 0,0 3-128 16,-2-2 128-16,0 2-128 0,2 0 0 0,-2 3 0 15,0-3 0-15,0 1-144 0,0-3-16 0,-1-1 0 16,0-4 304-16,-2-3 64 0,0-3 16 16,1-1 0-16,-1-1-160 0,-1-2-64 0,0-1 0 0,2-3 0 15,-2-3-528 1,-1 1-112-16,1-5 0 0,0 1-16 15,0-1-1264-15,1 0-240 0,-1-3-48 0,4-4-13232 0,-6 3-2656 0</inkml:trace>
  <inkml:trace contextRef="#ctx0" brushRef="#br0" timeOffset="6345.09">8230 1092 16575 0,'0'0'1472'0,"8"-4"-1168"0,-1 0-304 0,1 0 0 0,-1-1 5936 0,5 0 1120 15,1-1 240-15,4 0 32 0,1 1-5056 0,6-2-1008 16,2-1-208-16,3 1-32 0,1 0-256 0,1-1-64 15,3 0 0-15,1-1 0 0,1-1-496 0,0-1-208 16,-1-3 176-16,1 0-176 16,3-3-864-16,3 0-272 0,1 1-48 0,3-1-19616 0</inkml:trace>
  <inkml:trace contextRef="#ctx0" brushRef="#br0" timeOffset="6604.18">9348 522 16575 0,'0'0'1472'0,"-4"-3"-1168"15,-4-2-304-15,0 0 0 0,0 4 6528 0,0-3 1232 16,-1 1 256-16,0 3 48 0,0 0-4944 0,0 4-1008 0,-1 1-192 16,-1 3-32-16,-1 3-704 0,-1 2-144 0,-1 2-16 0,-2 6-16 15,-3 4-384-15,-1 2-80 0,1 3-16 0,0-1 0 16,0 1-208-16,2 1-64 0,0 2 0 0,1-2 0 16,2 0-256-16,2 2 0 0,2 0 128 0,2 2-48 15,1-1-80-15,5 1 0 0,2-5 0 0,2 1 0 16,4-2 0-16,2-2 0 0,1-1 0 0,2-1 0 15,2-1-384 1,2-2-64-16,2-4 0 0,1-2-16 0,2-3-560 16,0-3-96-16,1 0-32 0,1-3 0 0,2-3-1632 15,1-3-336-15,1-2-64 0,1-4-16 0</inkml:trace>
  <inkml:trace contextRef="#ctx0" brushRef="#br0" timeOffset="6875.58">9668 759 6447 0,'-11'-10'576'0,"7"7"-576"16,-1-3 0-16,-2-1 0 0,3-1 8912 0,1 3 1680 16,3 5 336-16,0 0 64 0,0 0-7408 0,0 0-1472 15,0 0-288-15,0 0-64 0,0 0-320 0,0 0-64 16,-1 8-16-16,1 4 0 0,1 1-1088 16,-2 1-272-16,2 3 0 0,1 3 256 0,-1 2-16 15,-1 1 0-15,1 2 0 0,1 2-240 0,-4 2 0 16,2-1 0-16,0 5 0 0,2 0 0 15,0-6 0-15,0-1 0 0,-1-2 0 0,-1-3 0 0,0-3 0 0,0-2 0 32,0-3-832-32,0-2-128 0,0-11 0 0,-1 7-16 15,1-7-848-15,0 0-160 0,0 0-48 0,0 0 0 16,0 0-1632-16,-7-1-336 0,2-5-64 0</inkml:trace>
  <inkml:trace contextRef="#ctx0" brushRef="#br0" timeOffset="7304.34">9293 698 43135 0,'0'0'1920'0,"0"0"384"0,0 0-1856 0,0 0-448 0,1-6 0 0,-1 6 0 16,0 0 1280-16,8-4 176 0,2 0 16 0,0 0 16 15,0 1-32-15,2 1-16 0,3-2 0 0,4 1 0 0,0 2-736 0,3 1-128 16,1-4-48-16,3 3 0 0,1-1-144 0,0 2-16 16,-2 2-16-16,0 0 0 0,0 1-160 0,-2 1-48 15,-1 1 0-15,-1 1 0 0,-1 1-144 0,-3 2 160 16,-2 3-160-16,0 1 160 0,-4 0-160 0,0 1 0 15,-3 3 144-15,-2 1-144 0,-1 1 0 0,1 0 0 16,-3 2 0-16,0 1 128 0,-4 0-128 0,-2 1 0 16,-1-1-128-16,-1 0 128 0,0-3-208 0,-3 0 32 15,-2-2 16-15,-2-2 0 0,-4 0-80 0,-2-4-16 16,0-1 0-16,-3-1 0 0,-1-3-16 0,-2-1-16 0,-1-1 0 16,1-1 0-1,-1-3-112-15,1-3-32 0,4 2 0 0,-1 0 0 0,1-3 256 0,5-1 176 0,1-3-208 0,5 0 80 16,2-3 128-16,3 1 128 15,4-2-128-15,2 2 176 0,3-2-176 0,3 0 0 16,4 1 0-16,1 3 0 0,0-1 128 0,3 4-128 16,-1 1 128-16,2 1-128 0,-2 2 272 0,0 1-16 0,1 1-16 15,0 0 0-15,-3 2 192 0,1 1 32 0,-2 1 16 0,-1 3 0 16,0-2-480-16,-2 1-160 0,-1 2 0 0,0 0 0 16,-1 3 160-16,0-3-160 0,1 3 160 0,0-2-160 15,-2 2-96-15,1-3-32 0,-2 0 0 0,0 3 0 16,0-3-2176-1,2 1-432-15,-1 0-96 0</inkml:trace>
  <inkml:trace contextRef="#ctx0" brushRef="#br0" timeOffset="7474.54">9940 1191 53039 0,'0'0'2352'0,"-2"8"480"0,1-2-2256 0,1 2-576 0,1 2 0 0,1 0 0 0,-2 0 896 0,0 2 80 16,0 1 16-16,1-1 0 0,0-2-352 0,0-4-64 15,1 2 0-15,0 1-16 0,1 1-560 0,0-3-352 16,0 3 48-16,3-5 16 16,-6-5-1904-16,6 8-384 0</inkml:trace>
  <inkml:trace contextRef="#ctx0" brushRef="#br0" timeOffset="7928.4">10354 1131 23951 0,'0'0'1056'0,"0"0"224"0,0 0-1024 0,-1 6-256 0,-2 2 0 0,2 3 0 0,0 2 5312 0,1 1 992 15,0 2 208-15,0 2 32 0,0 0-4096 0,0 2-816 16,0-1-160-16,0 1-48 0,1-2-880 0,0 0-176 0,1-1-48 0,-1-1 0 16,0-2-320-16,0-1 0 15,1-2 0-15,0-3 0 16,-2-8-1600-16,7 5-384 0,1 0-64 0,2-5-19808 0</inkml:trace>
  <inkml:trace contextRef="#ctx0" brushRef="#br0" timeOffset="8216.91">10964 572 33167 0,'0'0'1472'0,"0"0"304"16,0 0-1424-16,0 0-352 0,0 0 0 0,0 0 0 0,0 0 4144 0,-1 9 752 0,-3-3 160 0,1 5 16 15,1 2-2976-15,1 2-608 0,-1 5-112 0,1 2-32 16,0 3-704-16,1 1-160 0,0 1-32 0,0 1 0 0,0 0-256 0,-2 2-64 16,2 3-128-16,2 1 192 0,-1-2-192 0,2 0 0 15,-2-2 128-15,0-2-128 0,-1-2 0 0,0 1 0 16,0-5 0-16,0-1 0 0,1-3 0 0,-2-3-192 15,-1 0 192-15,-1-2-208 16,2 0-768-16,-1-4-160 0,0-1-16 0,2-8-16 16,0 0-1360-16,0 0-272 0,0 0-48 15,0 0-18208-15</inkml:trace>
  <inkml:trace contextRef="#ctx0" brushRef="#br0" timeOffset="8690.1">10555 557 27647 0,'0'0'1216'0,"0"0"256"0,0 0-1168 0,0 0-304 16,0 0 0-16,6-2 0 0,1-2 4416 0,2 0 816 0,1 1 160 0,6 1 48 15,1-1-3232-15,1 2-640 0,3 1-128 0,1 0-32 16,3 0-576-16,1 1-112 0,0 0-16 0,2 3-16 16,0-2-208-16,2 0-32 0,2 1-16 0,-1 3 0 15,-2-2-224-15,-1 4-32 0,1 0-16 0,0 2 0 16,-2 2-160-16,-1 1 0 0,-2 3 144 0,-4 2-144 15,-3 3 128-15,-2 0-128 0,-4 2 128 0,0-1-128 16,-6 0 0-16,-2 1 0 0,-3-1 0 0,-4 1 0 0,-4 3 0 16,-1-4 0-16,-2 1 0 0,-3-3 128 15,-2 1-128-15,1-2 144 0,-5 0-144 0,-1-2 160 16,0-1 16-16,-2-1 0 0,-2-3 0 0,2-1 0 16,-2-1-176-16,2-2 0 0,-1-2 144 0,1-3-144 0,-2-2 0 15,0-1 0-15,2-1 0 0,-1-2 0 0,1-1 0 16,2-2 0-16,1-1 0 0,3 1-128 0,2-2 128 15,4 0 0-15,3 0 0 0,4 2-128 0,2-5 128 16,1 2 0-16,3 0-144 0,5 1 144 0,2-2-128 16,3 2 128-16,-1 2-160 0,10-5 160 0,3 3 0 15,-5 2 0-15,1 1 0 0,-1 1-144 0,2 1 144 16,-1 0-128-16,-1 2 128 0,1 1 0 0,-1 0 0 16,1 0 0-16,-2 1 0 0,0 2-160 0,1 0 160 15,-1-1-192-15,0 2 192 16,-2 0-1088-16,-1 1-96 0,0-1-32 15,-2 1 0-15,-3 2-800 0,-1 1-160 0,-1 1-48 0,-1 1-12048 0,-1 3-2432 16</inkml:trace>
  <inkml:trace contextRef="#ctx0" brushRef="#br0" timeOffset="9056.1">11149 1237 22111 0,'0'0'976'0,"0"0"208"0,0 0-944 0,0 0-240 0,0 0 0 0,10 2 0 16,0 1 5200-16,0-2 1008 0,0-1 192 0,0 0 32 16,0 0-3568-16,2-1-720 0,0-1-144 0,0 1-16 15,2 0-992-15,0 0-192 0,-1-1-32 0,0 1-16 16,0 0-272-16,-1-1-48 0,0 1-16 0,-2 0 0 0,-2-1-208 0,1 4-32 16,-4-1-16-16,-5-1 0 0,0 0 64 0,0 0 16 15,0 0 0-15,2 7 0 0,-4 3-16 0,1-2 0 16,-3 2 0-16,0 2 0 0,-1 1-224 0,-1-3 0 15,-4 2 128-15,1 0-64 0,0 0-64 0,1 1 0 16,1 1 0-16,0-4 0 0,2 0 0 16,1-1 0-16,1-2 0 0,3 1 0 0,0-8 0 0,3 8 0 15,1-1 0-15,1-2 0 0,2-1 0 0,0-2 0 16,2-2 0-16,2 0 0 16,1 0-448-16,1-1-16 0,1-2-16 0,2 0 0 15,1-4-576-15,2-2-112 0,5-2-32 0,0-3 0 16,2 0-2512-16,3-2-512 0,25-23-112 0,-7 6-16 0</inkml:trace>
  <inkml:trace contextRef="#ctx0" brushRef="#br0" timeOffset="9373.86">11792 386 23951 0,'-22'-9'1056'0,"13"7"224"0,-3-2-1024 0,3-1-256 0,2 2 0 16,4 2 0-16,3 1 5120 0,0 0 960 0,0 0 192 0,0 0 32 15,0 0-3488-15,0 0-704 0,6 10-144 0,3 3-32 16,2-4-1040-16,0 6-192 0,4 0-64 0,2 2 0 16,1 3-320-16,3 1-64 0,-3-4 0 0,0 2-16 0,4 2-112 0,2 2 0 15,1 2-128-15,1 0 192 0,-1 2-192 0,-1 5 176 16,2 0-176-16,0 0 160 16,4 9-160-16,-1 0 160 0,-4 0-160 0,-4 1 160 0,-2 0-32 15,-3-2-128-15,-4-1 192 0,-3-2-64 0,-4 2 0 16,-2-2 0-16,-3-2 0 0,-4-3 0 0,-3 0-128 15,-1-4 160-15,1-2-160 0,-3-1 160 0,-3-4-112 0,0-1-48 16,0-2 0-16,-1-3 0 0,0 0 0 16,-1-1 0-16,0-3 0 0,0-2 0 15,0-2 0-15,2 0 0 0,0 0 0 0,1-4 0 16,-1 0-1408-16,1 0-256 0,3-1-64 16</inkml:trace>
  <inkml:trace contextRef="#ctx0" brushRef="#br0" timeOffset="10915.03">4674 3174 18431 0,'0'0'1632'0,"-8"-1"-1312"0,-2-5-320 0,-2 2 0 16,0 0 3952-16,0 1 720 0,1-1 128 0,-2 1 48 15,0 0-1520-15,1 2-288 0,0 0-64 0,3 0-16 16,0 1-800-16,4 0-176 0,5 0-16 0,0 0-16 0,0 0-976 0,0 0-192 16,0 0-32-16,0 0-16 0,9-4-448 0,1 1-96 15,2 3 0-15,4-3-16 0,1 2-48 0,3 0 0 16,4 0 0-16,1-3 0 15,6 1-128-15,1 3 160 0,2-3-160 0,0 2 160 0,-1-2-160 0,2 2 0 16,2 0 144-16,0 0-144 0,1-1 0 0,0 1 0 16,0-2 0-16,-2 2 128 0,1 0-128 0,-1 1 0 15,-2 0 0-15,0 1 0 0,-1-1 0 0,-2 0-192 16,-1 0 64-16,-1 3 0 16,-3-2-976-16,-1-1-192 0,-2-1-48 0,-1-2 0 15,-1 0-1472-15,-1 1-320 0,-3-2-48 0,-3 0-16960 0</inkml:trace>
  <inkml:trace contextRef="#ctx0" brushRef="#br0" timeOffset="11183.85">5521 3024 23951 0,'-14'0'1056'0,"14"0"224"0,-8 3-1024 0,8-3-256 16,0 0 0-16,0 0 0 0,-5 0 5792 0,5 0 1104 0,0 0 208 0,0 0 64 16,0 0-4928-16,0 0-960 0,0 0-208 0,0 0-48 15,0 0-304-15,0 0-64 0,0 0-16 0,0 0 0 16,6 6-368-16,4 2-80 0,0 1 0 0,0-3-16 15,-1-2-176-15,3 2 192 0,0-2-192 0,1 2 192 16,1 1-192-16,1-2 0 0,-1 0 0 0,-1-1 0 16,-1 2 0-16,0 1 0 0,-5-2 0 0,1 3 0 15,-1-4 0-15,-7-4 0 0,5 5 128 0,-5-5-128 16,1 8 0-16,-1 0 128 0,0-8-128 0,-2 8 128 16,-2-1 0-16,-2 3 0 0,0-3 0 0,-2 1 0 0,-1 0-128 0,-1 0 128 15,-2 0-128-15,0-1 128 16,-1 1-448-16,3 0-112 0,1-1-16 0,-1 0 0 15,1 3-2176-15,1-3-432 0</inkml:trace>
  <inkml:trace contextRef="#ctx0" brushRef="#br0" timeOffset="11960.2">6584 3131 34095 0,'0'0'3024'0,"0"0"-2416"0,-4-8-480 0,0-1-128 0,0 2 2736 0,4 7 528 16,0 0 96-16,0 0 32 0,-6-6-1088 0,0 5-224 15,6 1-32-15,0 0-16 0,-5 3-1024 0,1 7-208 16,2 3-32-16,-1 4-16 0,2-1-416 0,-1 4-80 15,1 1 0-15,2 1-16 0,2 2-240 0,1-4 176 16,1 3-176-16,3-5 160 0,1 0-160 0,1-2 0 16,1-3 0-16,-1-3 0 0,2 1 0 0,1-4 0 15,0 0 0-15,3-2 0 0,-1-1-176 0,1-4-112 16,0-3-32-16,-1 0 0 16,0-3 112-16,-1 0 16 0,0-2 0 0,-1-1 0 0,-1-2 16 0,-1 0 16 0,-2-4 0 15,0 0 0-15,0-4 160 0,0 0 0 16,-1-1 0-16,0-3-128 0,0-3 128 0,-1 1 0 15,1-4 0-15,0 3 0 0,-3 2 0 0,0 0 0 0,-1 4 0 16,0 6 0-16,-1 4 128 0,-2 2-128 0,-1 8 128 16,0 0-128-16,0 0 352 0,0 0 0 0,0 0 0 0,0 0 0 15,0 10-128-15,0 6-32 0,1 2 0 0,-1 4 0 16,-1 2-192-16,1 1 144 0,0-1-144 0,1 1 128 16,2 3 0-16,1-5 0 0,0 0 0 0,1 0 0 15,0-4-128-15,1-1 0 0,-1-2 0 0,1-2 0 16,1-2-176-16,1-1-64 0,-1-2-16 0,3-1 0 15,-1-2-704 1,-1-2-160-16,-2-1-32 0,2-1 0 0,0 0-1120 16,1-2-224-16,0-2-64 0,1 0-18400 0</inkml:trace>
  <inkml:trace contextRef="#ctx0" brushRef="#br0" timeOffset="12167.58">7247 3094 29487 0,'0'0'2624'0,"0"0"-2112"0,0 0-512 0,0 0 0 0,0 0 4624 0,0 0 816 15,0 0 176-15,0 0 16 0,0 0-3648 0,0 0-752 16,9 0-144-16,-1 0-16 0,0 0-400 0,0 0-80 16,1 0-16-16,0 2 0 0,0-1-448 0,0-1-128 15,3 0 0-15,0 3 0 0,1-2 0 0,0 1-160 16,-1-2 160-16,2 2-208 16,-1-1-1056-16,0 2-208 0,0 1-32 0,0-1-16 15,-2 1-1360-15,0 3-256 0,2-1-64 0,-3 1-15744 0</inkml:trace>
  <inkml:trace contextRef="#ctx0" brushRef="#br0" timeOffset="12323.27">7349 3261 14735 0,'-8'7'1312'0,"-2"-1"-1056"0,-3 2-256 0,1-5 0 16,2 1 5152-16,0-1 976 15,1 1 192-15,2 0 32 0,1-1-3136 0,6-3-624 0,-5 4-128 0,5-4-32 16,0 0-976-16,0 0-208 0,0 0-32 0,0 0-16 16,0 0-848-16,8 4-160 0,1-2-48 0,1 0 0 15,1-1-144-15,1-1-224 0,1-3 48 0,2 2 16 16,5 0-832-1,1-1-160-15,2 0-48 0,2-3 0 0,2-1-2128 0,1-1-416 16</inkml:trace>
  <inkml:trace contextRef="#ctx0" brushRef="#br0" timeOffset="12749.23">8019 3000 41407 0,'0'0'1840'0,"0"0"368"0,0 0-1760 0,0 0-448 0,-4-1 0 0,4 1 0 0,-5 3 2176 0,0 2 368 16,0 1 64-16,-2 2 16 0,-1 4-1104 0,-1 5-224 15,0 0-32-15,1 4-16 0,0 2-592 0,1 2-112 16,1-3-32-16,5 2 0 0,1 0-176 0,3 1-32 16,1-1-16-16,2-2 0 0,2-1-288 0,0-3 0 15,1-2 0-15,3-3 0 0,-1-2-160 0,2-2-96 16,0-2 0-16,2-2-16 15,0-2-432-15,1-3-64 0,-2-1-32 0,1-2 0 16,-2-1 96-16,0 0 0 0,0-5 16 0,-3 0 0 16,1-2 384-16,-2 1 80 0,-3 0 16 0,0-3 0 0,-1-2 208 0,1 0 0 15,-1-1 0-15,-2-1 0 0,1 0 0 0,-1 0 0 0,-1-3 0 0,1 4 0 16,-3-4 272-16,1 6-48 0,0 2-16 16,-1 1 0-16,0 2 304 0,-1 3 48 0,1 6 16 0,0 0 0 15,0 0 80-15,0 0 32 0,0 0 0 0,0 0 0 0,3 8-448 16,1 1-96-1,0 0-16-15,-1 1 0 0,1 3-128 0,0 0 192 0,-2 3-192 0,3-3 192 16,1 1 0-16,1 2 0 0,-1 0 0 0,6 5 0 16,0-4-640-16,1-1-128 15,0 0-32-15,1-2 0 0,2-2-2480 0,1-3-496 0,19 7-112 16,-6-7-16-16</inkml:trace>
  <inkml:trace contextRef="#ctx0" brushRef="#br0" timeOffset="13293.42">9196 2703 29487 0,'-9'-5'1296'0,"3"2"288"0,-2-1-1264 0,-1-1-320 0,-6 0 0 0,2 0 0 0,4 1 3952 0,0-1 720 15,4 1 160-15,0 1 32 0,-6-1-2496 0,1 3-480 16,-1 0-96-16,1-1-32 0,-2 2-768 0,2 2-160 16,-2-1-16-16,0 4-16 0,-1 2-320 0,0 3-64 15,-2 3-16-15,-1 5 0 0,-2 2-144 0,-2 5-16 16,-1 3-16-16,2 2 0 0,-1-1-224 0,3 5 144 15,0 2-144-15,2 2 128 0,-2 1-128 0,4 3 160 16,1 1-160-16,4 0 160 16,3-1-112-16,2 0-48 0,2-1 0 0,2-2 0 0,5-3 0 0,0-4 0 15,2-2 0-15,1-1 0 0,0-3 0 0,3-1 0 16,1-3 0-16,1-1 0 0,1-4-288 0,-2 0 48 16,1-2 16-16,0 0 0 15,2-8-1136-15,-3 3-240 0,-1 0-32 0,1-5-16 16,1-5-2784-16,3-1-560 0</inkml:trace>
  <inkml:trace contextRef="#ctx0" brushRef="#br0" timeOffset="13540.45">9452 2897 35007 0,'0'0'3120'0,"0"0"-2496"0,0 0-496 16,0 0-128-16,0 0 3712 0,0 0 704 0,0 0 160 0,-1 7 32 15,-1 1-2672-15,2 2-528 0,0 2-96 0,-1 2-32 0,2 2-672 0,1 1-144 16,-1 2-16-16,0 5-16 0,-1 3-304 0,0 3-128 16,2 0 0-16,-1-1 128 0,-1-2-128 0,0 1-272 15,0-4 64-15,0 3 16 0,0-5 192 0,0 0 0 16,-1-1 0-16,-1-4 0 16,1-3-1104-16,0-1-288 0,-1-4-48 0,1-1-16 15,0-1-1680-15,1-7-352 0,0 0-64 0,0 0-16048 16</inkml:trace>
  <inkml:trace contextRef="#ctx0" brushRef="#br0" timeOffset="13747.3">9126 2909 16575 0,'-16'-5'1472'0,"11"2"-1168"16,0-1-304-16,1 2 0 0,4 2 7936 0,0 0 1520 15,0 0 304-15,0 0 64 0,10-1-7728 0,4-1-1552 0,0 1-304 0,4-2-64 16,2 1 656-16,1-1 144 15,5 0 32-15,1 2 0 0,3-1-752 0,3 0-128 16,3 1-128-16,1 0 144 0,0-2-144 0,1 0 0 16,-1 1-160-16,-2 1 160 0,-1-1 0 0,-3 2 0 15,2 0 0-15,-2 2 0 16,0-2-1792-16,-3 3-272 0,-4 3-48 0,-3 3-20752 0</inkml:trace>
  <inkml:trace contextRef="#ctx0" brushRef="#br0" timeOffset="13950.57">9885 3193 23039 0,'0'0'2048'0,"0"0"-1648"0,1 10-400 0,0-4 0 15,-1-6 3776-15,4 10 656 0,-1 1 144 0,0 1 32 16,-2 1-1712-16,0 1-336 0,0-1-64 0,1 3 0 0,-1 2-1072 0,0-1-208 16,-1-3-32-16,0 1-16 0,0 0-752 0,0 0-160 15,-1-1-16-15,0-1-16 16,-1-3-768-16,2 2-160 0,0-4-16 0,0 0-16 15,2 0-3168-15,-1-1-640 0,-1-7-128 0,0 0-32 0</inkml:trace>
  <inkml:trace contextRef="#ctx0" brushRef="#br0" timeOffset="14235.17">10149 3093 43599 0,'0'0'1920'0,"0"0"416"0,0 0-1872 0,0 0-464 15,0 0 0-15,0 0 0 0,6 10 1792 0,-2 1 256 0,-1-1 48 0,1 2 16 16,0 1-576-16,0 1-96 16,0 2-32-16,1 2 0 0,2 1-736 0,-1-1-160 0,2 0-16 0,1-1-16 15,2 0-320-15,-2-3-160 16,-1-2 160-16,0-2-160 0,-1 1 144 0,1-3-144 0,0-3 128 0,0-2-128 16,1-1 0-16,-1-1 0 0,-8-1 0 0,8-1 0 15,-8 1 0-15,7-2 0 0,0-2 128 0,-1-2-128 16,1 0 128-16,-1-2-128 0,0-1 0 0,-2-1 128 15,-2-1-128-15,2 1 0 0,0-3 0 16,-1 0 0-16,-1 0 0 0,2-4 128 0,-1 0-128 0,-1 0 112 16,1 1-816-1,1 0-144-15,0 1-32 0,0-3 0 0,-2-2-1648 16,4 0-336-16,-1 1-64 0</inkml:trace>
  <inkml:trace contextRef="#ctx0" brushRef="#br0" timeOffset="14573.16">10418 2530 14735 0,'0'0'1312'0,"0"0"-1056"0,0 0-256 0,0 0 0 0,0 0 7728 0,8 6 1488 16,0 1 288-16,2-1 64 0,3 1-6368 0,1 3-1280 15,3 3-256-15,2 3-64 0,2 2-592 0,1 3-128 16,2 4-32-16,0-2 0 0,-1 5-592 0,2 0-128 15,1 2-128-15,-1-1 176 0,-2-2-32 0,2 0 0 16,-4-3 0-16,1 5 0 0,-2-6-144 0,1 4 0 16,-3 0 0-16,1 3 0 0,0 0 0 0,-4 2 0 15,0 0 0-15,-2 0 0 0,-2 7 0 0,-3-2 0 16,-4-4 0-16,-1 0 0 0,-4 0 0 0,-2-3 0 0,-4 3 0 16,-2-6 112-16,-4-1-112 0,-1 0 0 0,1-1 0 0,0 1 0 15,-3-3 0-15,-1 0 0 0,0-4 0 0,-1 1 0 0,1-2 0 16,1-2 0-16,1-2 0 0,3-1 0 31,2-1-576-31,1-2-128 0,2-3 0 0</inkml:trace>
  <inkml:trace contextRef="#ctx0" brushRef="#br0" timeOffset="44925.46">4982 5403 19343 0,'-20'3'1728'0,"7"-3"-1392"0,-3 0-336 0,-1-2 0 16,2 1 3840-16,0 1 688 0,4 0 144 0,-1 0 16 16,-1 0-1888-16,2 0-384 0,11 0-80 0,0 0-16 0,-10 0-384 0,10 0-80 15,0 0 0-15,0 0-16 0,0 0-912 0,0 0-176 16,12 0-48-16,1 0 0 0,2 0-336 0,4 0-80 15,3 0-16-15,4 0 0 0,4-4-16 0,5 2-16 16,7-1 0-16,2 0 0 0,2-2-112 16,-1 0 0-16,0-1-128 0,-2 0 192 15,0 4-192-15,0-5 128 0,0 1-128 0,-13 2 0 0,2 0 128 0,2 0-128 16,0 0 0-16,3-1 0 0,-1 0 0 0,1 1-128 16,-2-3-16-16,12-1 0 15,-9 3-1264-15,-7 1-240 0,-4 2-48 0,-5-1-16 16,-3 2-752-16,-5-2-160 0,-1 6-16 0,-3-3-16 15,1-3-480-15,-11 3-80 0,0 0-32 16,0 0 0-16,0 0 1456 0,0 0 272 0,0 0 64 0,0 0 16 16,0 0 736-16,-12-3 128 0,0 2 48 0,2-1 0 0,-3 0 1728 0,3 2 336 15,-1 4 80-15,11-4 16 0,0 0 1024 0,0 0 208 16,0 0 32-16,0 0 16 0,-8 0-384 0,8 0-80 16,0 0-16-16,0 0 0 0,0 0-704 0,0 0-160 15,0 0-32-15,0 0 0 0,0 0-656 0,0 0-144 0,0 0-32 16,7 4 0-16,-7-4-416 0,9 4-96 0,0 1 0 15,0-2-16-15,0-1-176 0,2 1 0 0,-1 0 0 16,2-1 0-16,0 0 0 0,-2 0 0 0,1 1 0 0,-2 1 0 16,-2-3 0-16,0 4 0 0,-7-5 128 0,5 7-128 15,-5-7 0-15,4 5 192 0,-4 3-192 0,-1 2 192 16,-2-2 64-16,-2 2 0 0,-3 3 16 0,0 0 0 16,-1 1-128-16,-1-1-16 0,-2 2-128 0,0-3 192 15,1 1-1120-15,1 0-224 16,4 0-64-16,-1 0-22880 0</inkml:trace>
  <inkml:trace contextRef="#ctx0" brushRef="#br0" timeOffset="45579.64">6610 5700 23039 0,'0'0'2048'0,"0"0"-1648"16,0 0-400-16,0 0 0 0,6-5 4000 0,1-1 720 15,-1-1 144-15,1-1 16 0,-2-1-2240 0,0 0-448 16,-1 1-80-16,1-2-32 0,1-1-544 0,-2 0-128 0,-2-2 0 0,2-2-16 16,1 0-800-16,1-2-144 15,-1 0-48-15,1-3 0 0,1-1-272 0,-1-1-128 16,1-4 0-16,-1 1 128 0,0 1-128 0,0-9 0 0,-2 7 0 0,-1 2 0 16,-3 4 0-16,0 5 0 0,-2 5 0 0,2 10 0 15,-5-7 0-15,5 7 0 0,-9 2 0 0,4 4 0 0,-2 5 144 0,-1 4-144 16,-2 9 160-16,1 0-160 0,-2 6 128 0,2 2-128 15,1-1 0-15,3 0 144 0,1-1-144 0,3 0 0 16,1-5 0-16,1 0 0 16,3-2 144-16,1-1-144 0,2-3 160 0,2-2-160 0,3-2-176 15,0-4-128-15,3-2-16 0,1-3-16 16,1-3-240-16,1-3-32 0,2-4-16 0,0-2 0 16,3-4-32-16,0-1-16 0,-1-5 0 15,-1-1 0-15,-1-1 288 0,1-2 48 0,-3-3 16 0,-3-2 0 0,0 0 320 0,-3-5 0 16,-2 0-144-16,-1 0 144 0,-2 4 0 0,-1 0 0 15,-1 4 0-15,1 2 0 0,-4 5 496 0,1 2 0 16,-1 2 0-16,0 5 0 0,-2 6 384 0,0 0 80 16,0 0 0-16,0 0 16 0,0 0-400 0,0 0-64 15,6 8-32-15,1 2 0 0,-1 3-288 0,3 1-64 16,2 5-128-16,1-2 192 0,1 2-192 0,1-1 0 16,-1 2 0-16,0-2 0 0,1-1 0 0,2-4 0 15,0 0 0-15,1 0 0 0,-2-1 0 0,1-2-336 16,-1 1 48-16,1-3 16 15,-2-2-1152-15,-2 1-240 0,-1-5-32 0,-1 1-16 16,-1 0-608-16,-1-2-128 0,-1-1-32 0,0 0 0 16,1 0-1856-16,-1-3-368 0</inkml:trace>
  <inkml:trace contextRef="#ctx0" brushRef="#br0" timeOffset="45783.9">7288 5294 22111 0,'-15'2'1968'0,"9"2"-1584"0,-2-1-384 0,0 2 0 16,-1 0 5776-16,1 3 1072 0,1 1 224 0,-3 4 32 0,0 4-4480 15,1 0-896-15,-2 4-176 0,1 1-32 0,-2 0-656 0,0 2-128 16,-1-1-32-16,2-3 0 0,2-1-432 0,-1-2-80 16,0 0-32-16,1-2 0 0,1 0-160 0,2 0 0 15,0-2 0-15,4-2 0 16,-2 0-1136-16,1-3-256 0,2-2-48 0,1-6-16 16,1 8-2832-16,4 0-560 0,3-4-112 0</inkml:trace>
  <inkml:trace contextRef="#ctx0" brushRef="#br0" timeOffset="46159.35">7708 5312 16575 0,'0'0'1472'0,"0"0"-1168"0,0 0-304 0,0 0 0 0,0 0 7024 0,-8-1 1344 16,-4-1 272-16,0 2 48 0,-1 3-5392 0,-1 2-1072 15,-3 2-224-15,-3 3-32 0,1 4-1024 0,-2 5-208 16,-1 2-32-16,1 1-16 0,3-1-416 0,1-2-80 0,2-1 0 0,4-1-16 15,2 2-176-15,3-4 0 16,4 0 0-16,2-2 0 0,1-2-256 0,2 0-48 16,1-2 0-16,2-1 0 15,3-2-800-15,4 1-176 0,-1-6-16 0,1 0-16 16,-1-1 480-16,1-1 80 0,-1 0 32 0,1-4 0 16,-2-1-128-16,2 0-32 0,-1-5 0 0,0 2 0 15,0-2 320-15,-1 0 64 0,0-2 16 0,-1 0 0 0,-1-1 336 0,-1-2 144 0,-1 0-128 0,-2 2 128 16,-4 2 160-16,2 2 112 0,1 2 32 0,-2 2 0 15,-2 6 576-15,0 0 112 0,0 0 32 0,0 0 0 16,0 0 64-16,0 0 0 0,0 0 16 0,0 0 0 16,0 0-592-16,2 7-128 0,-1 1-32 0,0 3 0 0,-1 0-352 15,3 1 144-15,1-1-144 0,1 0 0 0,1-2 0 16,4 3 0-16,-1 0 0 0,2-2-144 16,2-2-1312-16,0 0-256 15,0 0-48-15,2-2-16 0,-1-2-2512 0,1 1-496 16</inkml:trace>
  <inkml:trace contextRef="#ctx0" brushRef="#br0" timeOffset="46926.66">7949 5295 32255 0,'0'0'1424'0,"0"0"304"0,-8 5-1392 0,3 0-336 16,1 2 0-16,4-7 0 0,-1 8 4496 0,1 2 832 0,0-1 176 0,1 3 16 15,0 1-3616-15,2 1-736 0,1 2-144 0,0 1-16 16,1-1-624-16,0-1-128 15,1 0-32-15,0-1 0 0,-1 0-96 0,0-2-128 16,0-2 176-16,1 0-176 0,-1-1 160 0,-1-3-160 16,-4-6 128-16,4 5-128 0,-4-5 128 0,0 0-128 0,0 0 0 0,0 0 128 15,0 0-128-15,0 0 0 0,0 0 0 0,0 0 0 16,0 0 0-16,5-3 0 0,-5 3 0 0,6-7 0 16,0-1-240-16,0-4 80 0,-1-2 16 0,2-1 0 15,1-4 0-15,-1 0 0 0,1-2 0 0,0 3 0 16,-1 1 144-16,-1 2 0 0,-1 4-144 0,-1 1 144 15,1 4 0-15,-5 6 0 0,0 0 0 0,0 0 0 0,0 0 0 16,0 0 208-16,8 6-16 0,-1 4-16 0,-1 0-32 16,0 2 0-16,-1-1 0 0,-1 2 0 15,2 3-144-15,1 0 0 0,-2 1 144 0,0-4-144 0,3-1 0 0,0-1 0 16,-2-4 0-16,2 1 0 0,0-2 0 0,0-1 0 16,1-1 0-16,-9-4 0 0,0 0-144 0,0 0 0 15,9 0 0-15,-1 0 0 0,-8 0 144 0,0 0-208 16,8-5 80-16,-1 0 128 0,0-3-224 0,-3-1 80 15,1-3 16-15,0-1 0 0,-1 0-32 0,0 0 0 16,0-1 0-16,0-1 0 0,1 1 160 16,0 1-128-16,1 3 128 0,-2 2-128 0,-2-1 128 0,-2 9 0 15,0 0 0-15,0 0 0 0,0 0 0 0,0 0 0 16,0 0 0-16,0 0 128 0,4 9 16 0,0-1 16 16,0 2 0-16,1 2 0 0,0-2-160 0,2 1 0 15,-1-1 0-15,2-1 0 0,0 0 0 0,1-1 0 16,2-3-160-16,0 0 160 15,1 1-1216-15,2-2-160 0,3-2-32 0,0-2 0 16,-1 0-576-16,1-4-112 0,1-1-16 16,0-1-16-16,1-1-576 0,-2-1-112 0,0-1-32 0,-3-3 0 15,-1-1 1312-15,-1 0 272 0,-2-1 48 0,-1-2 16 16,-2 2 832-16,-2 0 176 0,0 1 16 0,-1 0 16 0,-1 1 1888 0,-2 3 368 16,0-2 80-16,-1 5 0 0,0 6 544 0,0 0 96 0,0 0 32 0,0 0 0 15,0 0-560-15,-5 8-112 0,-1 1-32 0,0 2 0 16,2 4-1152-16,2 3-224 0,-1 2-64 0,1 3 0 0,-1 3-448 15,2 0-112-15,1 0-16 0,1 0 0 16,2 0-128-16,0 2 0 0,1-1 0 16,0 1 0-16,2 0 0 0,-1 1 128 0,-1-2 0 0,1-1 0 15,0-2-128-15,0-3 0 0,-1-2 0 0,0-1-176 0,-1-2-144 0,-1-3-16 16,0-1-16-16,-1-2 0 16,-1-10-736-16,0 0-160 0,0 0-32 0,0 0 0 15,0 0-768-15,0 0-144 0,0 0-48 0,3-6 0 16,-1-6-1440-16,1-2-288 0</inkml:trace>
  <inkml:trace contextRef="#ctx0" brushRef="#br0" timeOffset="47159.98">8676 5300 40655 0,'0'0'1792'0,"0"0"384"0,0 0-1728 0,0 0-448 16,2-6 0-16,0-1 0 0,-1 1 1632 0,5 0 240 16,-6 6 48-16,9-5 16 0,1 0-1088 0,5 1-208 15,-1 0-64-15,3-2 0 0,-3 0-368 0,4 3-80 16,-1 0 0-16,4 0-128 0,0 1 0 0,0 2 0 15,-1 1 0-15,-2 2 0 0,-3 1 128 0,-3 2-128 16,0 3 0-16,-3 2 0 0,0 2 192 0,-4 0-192 16,-3 2 192-16,-4 4-192 0,-2 1 288 0,-3 3-48 15,-2-1-16-15,-2-1 0 0,-2-1 32 0,-1-1 16 0,-2-2 0 16,0-2 0-16,1 0-144 0,0-4-128 16,1 0 192-16,1-1-192 15,3-5-992-15,-1 1-304 0,1-4-64 0,1 1-16 16,-1-2-2064-16,4-1-400 0,6 0-96 0</inkml:trace>
  <inkml:trace contextRef="#ctx0" brushRef="#br0" timeOffset="47527.52">9088 5055 5519 0,'4'-6'496'0,"-4"6"-496"0,0 0 0 0,0 0 0 16,0 0 7904-16,0 0 1488 0,0 0 288 0,0 0 64 16,0 0-5488-16,1 10-1104 0,1 4-208 0,-1 5-64 15,-1-2-1472-15,3 2-288 0,-2 3-64 0,0 2-16 0,1 1-592 0,0-1-112 16,1 1-16-16,2 0-16 0,2 0-176 0,0-2-128 15,2-1 144-15,2-1-144 0,-1-3 0 0,2-2 0 16,0-3 0-16,1-3 0 0,1 0 0 0,-1-4 0 16,0-2 0-16,0-1 0 0,3-3-240 0,-2-2-80 15,-1 0-32-15,0-4 0 0,2-1 96 0,-2-4 0 16,1-2 16-16,0-1 0 0,-1-2 64 0,0-2 16 16,-1 0 0-16,-1-3 0 0,-2 0-48 0,-1 1-16 15,-2 3 0-15,-2 3 0 0,-3 1 224 0,-2 4-176 16,-3 2 176-16,-1 4-160 0,-3 3 496 0,-2 2 112 15,-2 5 0-15,-1 2 16 0,-1 3 64 0,2 3 16 16,1 0 0-16,2 1 0 0,0 1-176 0,1 2-48 16,3 0 0-16,2-1 0 0,2 1-320 0,2-1 0 0,1 0 0 15,2-3 0-15,2 0 0 0,2-4-128 16,4-1 0-16,2-1 0 16,3 0-720-16,1-2-144 0,2-3-32 0,1-3 0 15,0-2-1248-15,3-2-256 0,2-1-48 0,2-1-18352 0</inkml:trace>
  <inkml:trace contextRef="#ctx0" brushRef="#br0" timeOffset="47709.55">9863 5013 51839 0,'-19'2'2304'0,"19"-2"448"0,-6-2-2192 0,6 2-560 0,-5-1 0 0,1 1 0 0,4 0 912 0,0 0 80 15,0 0 16-15,0 0 0 0,0 0-624 0,0 0-128 16,0 0-32-16,0 0 0 15,0 0-1232-15,0 0-240 0,6 7-48 0,1 0-16 16,-1 0-3376-16,1 2-688 0</inkml:trace>
  <inkml:trace contextRef="#ctx0" brushRef="#br0" timeOffset="47844.4">9934 5298 8287 0,'-5'17'368'0,"3"-8"80"0,-2-2-448 0,0 4 0 0,0 1 0 0,2 1 0 0,1-4 10176 15,1 0 1968-15,0-1 384 0,3-2 80 0,-3-6-9296 16,1 8-1856-16,2-1-368 0,-2-2-80 0,-1-5-560 0,0 0-96 15,0 0-32-15,0 0 0 0,0 0-320 0,0 0 0 16,0 0 0-16,12 0 0 16,-1-3-2864-16,-1-2-640 0</inkml:trace>
  <inkml:trace contextRef="#ctx0" brushRef="#br0" timeOffset="48544.87">13282 4075 42383 0,'0'0'3776'0,"-8"-3"-3024"16,1-1-608-16,1 0-144 0,3-1 2160 0,3 5 400 0,0 0 64 0,0 0 32 15,-6-3-1680-15,6 3-336 0,0 0-64 0,-6 3 0 16,-1 4 16-16,-1 4 16 0,-1 2 0 0,-1 6 0 15,-1 1-336-15,0 4-64 0,-1 1-16 0,0-1 0 16,2 0-192-16,1-1 128 0,0 1-128 0,1-6 0 16,1 0 128-16,2-5-128 0,0-1 0 0,1 0 0 0,1-6 0 0,3-6 0 15,0 0 0-15,0 0 0 0,0 0 0 0,0 0 0 16,0 0 0-16,0 0-160 0,0 0 32 0,7-10 0 16,-1-3 0-16,3-3 0 0,2-1 128 0,1-4-208 15,-1-2 80-15,2-3 128 0,0-3-160 0,2 1 160 31,-1 0 0-31,-1 5-144 0,-1 2 144 0,-2 4 0 0,-1 4 0 0,-1 4 0 0,-1 5 0 0,-7 4 128 16,0 0-128-16,8 4 176 0,-2 2-48 0,1 7 0 16,-1 2 0-16,1 4 0 0,0 2-128 15,3 1 0-15,-1 2 144 0,1-1-144 0,3 2 0 0,-1-2 0 16,1 1 0-16,1-6 0 16,1 0-736-16,-1-3-160 0,-1 0-48 0,-1-2 0 15,-1-1-1680-15,0 0-352 0,-2-2-64 0,-1-1-10928 16,-2-6-2192-16</inkml:trace>
  <inkml:trace contextRef="#ctx0" brushRef="#br0" timeOffset="49015.36">13157 4273 47103 0,'0'0'2096'0,"0"0"416"0,0 0-2000 0,0 0-512 16,0 0 0-16,0 0 0 0,0 0 576 0,0 8 32 15,1 2 0-15,2 2 0 0,0 1 160 0,1 4 16 0,-1 2 16 0,3 2 0 16,0 3-304-16,2 4-64 0,0 2-16 0,1 6 0 16,0 4-288-16,0 7-128 0,2 5 128 0,-1 5-128 15,-1 6 128-15,0-2-128 0,2 2 0 0,-2 3 128 16,0 6-128-16,1 2 0 0,3 5 0 0,4 38 128 16,-1-14-128-16,1-5 0 0,-1-7 0 0,1 0 0 0,-2 2 0 0,2-1 128 15,-2-2-128-15,-1 3 0 0,-2-2 0 0,-1 7 0 16,-3-2 0-16,1 0 0 0,-2-5 0 0,-1 3 0 15,-2 2 0-15,1 3 0 0,-1 2 0 0,-1-9 0 16,1-2 128-16,-2 3-128 0,1 2 208 0,1 3 16 16,0-1 0-16,1-3 0 0,0-5 0 15,2 1 0-15,-1 6 0 0,1-3 0 0,-1 1-96 0,2-2 0 16,0-2-128-16,0 3 192 0,0 2-48 0,0-4-16 16,-2-2 0-16,1-3 0 0,-2 0 16 0,1-1 0 15,1-2 0-15,2-1 0 0,1-3-144 0,1-8 128 0,1-4-128 16,1-5 128-16,1 1-128 0,0-4 0 15,2-3 0-15,-2-4 128 0,1-4-128 0,0-1 0 16,0-3 144-16,0-5-144 0,0-6 0 0,-4-4 0 16,2-3 0-16,0-3 128 0,-2-1-128 0,-1-2 0 0,-2-7 0 0,0 1 0 31,1 2-320-31,0-8-64 0,-1-2-32 0,2-2 0 16,2-1-1440-16,4-3-304 0,1-4-48 0,2-3-13200 0,2-2-2640 0</inkml:trace>
  <inkml:trace contextRef="#ctx0" brushRef="#br0" timeOffset="49934.23">14021 10046 3679 0,'0'0'320'0,"0"0"-320"0,0 0 0 0,-3-9 0 16,-1-3 4576-16,1 1 848 0,-2 2 160 16,0 1 48-16,-1 2-3824 0,6 6-752 0,-4-8-160 0,4 8-16 15,-6-5 1840-15,6 5 368 0,0 0 80 0,0 0 16 16,0 0-1008-16,0 0-208 16,0 0-48-16,0 0 0 0,0 0-912 0,0 0-192 0,4-5-48 0,2 1 0 0,4 0-272 0,1 3-64 15,-2-5-16-15,3 5 0 0,1-4-128 0,2 1-32 16,0 0 0-16,5 0 0 0,3 0-48 0,2 0-16 15,1-1 0-15,5 2 0 0,6 1-16 16,3 1-16-16,3 1 0 0,5-3 0 0,5 2-32 16,1-2 0-16,5 3 0 0,2-3 0 0,5 3-128 0,4 0 0 15,7 0 144-15,4 0-144 0,3 3 0 0,2-3 0 16,-1-3 0-16,8 3 0 0,5 0 0 0,2 0 0 16,-1-2 0-16,4 1 128 0,1-2-128 0,7 2 0 15,5-1 128-15,-2 0-128 0,-2-1 256 0,5 0-32 16,7 2 0-16,-2 0 0 0,-2 0-48 0,3 1-16 15,2 0 0-15,-1-2 0 0,0 2-16 0,5 3 0 16,5-1 0-16,-2 1 0 0,-6 0-144 0,5-1 192 16,6-3-192-16,-3 2 192 0,-4 1-192 15,2 2 0-15,1-4 144 0,-3 1-144 0,-2 0 0 0,0-1 128 16,1 0-128-16,-4 1 0 0,-4 2 160 0,-1-3-32 0,-5 0-128 16,0 3 192-16,-2 1 0 0,-3-3 0 15,-5 0 0-15,1 2 0 0,-1-1 0 0,-2 2-16 0,-4 0 0 16,-2 1 0-16,-5 1-176 0,2-2 0 0,3-2 144 0,-6 2-144 15,-5-1 0-15,-5 1 144 0,-3-2-144 0,-4 1 0 16,-2-1 128-16,-4 0-128 0,-3-1 0 0,-5 0 0 16,-5-1 128-16,-7 2-128 0,-5 0 0 0,-4 1 0 15,-5-3 160-15,-1 0-160 0,-5 0 128 0,-11 0-128 16,-2 0 144-16,-4 0-144 0,1-1 160 0,-1-1-160 0,-11 2 128 16,0 0-128-16,0 0 0 0,0 0 0 0,0 0 0 0,0 0 0 15,0 0 0-15,0 0 0 16,0 0-1072-16,0 0-144 15,0 0-48-15,0 0-23280 0</inkml:trace>
  <inkml:trace contextRef="#ctx0" brushRef="#br0" timeOffset="50329.28">21672 9816 24879 0,'-12'-9'1088'0,"12"9"256"0,-7 0-1088 0,0-1-256 0,7 1 0 0,0 0 0 0,-7 0 5584 0,7 0 1072 16,0 0 192-16,0 0 64 0,0 0-4352 0,0 0-880 15,0 0-160-15,0 0-48 0,0 0-880 0,0 0-176 16,0 0-32-16,0 0-16 0,5 8-224 0,1-1-144 16,0 0 192-16,2 0-192 0,2-1 176 0,2-1-176 15,1 0 160-15,0 2-160 0,1 0 0 0,2-1 0 16,1 1 0-16,1-1 0 0,1-1 0 0,-1 2 128 15,-1-1-128-15,0 0 0 0,-3 3 0 0,-1-3 0 16,-2 1 0-16,-5-1 0 0,-6-6 0 0,3 8 0 0,-2 0 0 0,-2 0 0 16,-3-2 0-16,-4 2 176 0,-3 0-176 0,-2 0 160 15,-1 2 112-15,-4-2 32 0,-3 0 0 0,-1 1 0 16,0 0-304-16,-1 0 128 0,0 0-128 0,0 0 0 0,0-1 128 16,4 0-128-16,-1 0 0 0,2 1 0 15,0-3 0-15,3 1 0 0,2-2 0 0,3 0 0 16,2-1-960-16,8-4-128 15,0 0-48-15,1 8 0 0,5 3-2832 16,4-2-576-16,3 2-128 0,3 2-8640 0,3-1-1744 0</inkml:trace>
  <inkml:trace contextRef="#ctx0" brushRef="#br0" timeOffset="50680.82">22026 10489 8287 0,'-11'-5'368'0,"5"3"80"0,0 0-448 0,-1-1 0 0,1-1 0 0,2 2 0 0,0-2 8208 0,4 4 1568 0,0 0 304 16,0 0 64-16,0 0-6432 0,0 0-1280 16,0 0-256-16,0 0-48 0,0 0-832 0,3 10-160 15,2 2-48-15,0 2 0 0,0 3-512 0,2 2-96 16,-1 0-32-16,2 3 0 0,0 0-192 0,0 2-64 16,1-1 0-16,0 1 0 0,-1-1-192 0,1-2 144 15,0-3-144-15,0-2 128 0,0-2-128 0,-1-2 0 0,-1-3 0 0,-1-1 112 16,-1-1-112-16,-5-7 0 0,0 0 0 15,0 0 0-15,0 0 0 0,0 0 0 0,0 0 0 0,0 0 0 16,0 0 0-16,8-3 0 0,-3-2 0 0,1 0 0 16,-4-3 0-16,2-1 0 0,0-3 0 0,1-1 0 15,0 0 0-15,1-5 0 0,0-3 0 0,1-1 0 16,-1-1 0-16,2 0 0 0,1-2 0 0,0 0 0 0,-1 1 0 16,0-1 0-16,0 1 0 0,-2 3 0 0,1 3-224 15,-2 0-32-15,-2 2-16 0,1 2 0 16,-2 2-2032-16,3 3-384 15,2 3-96-15</inkml:trace>
  <inkml:trace contextRef="#ctx0" brushRef="#br0" timeOffset="51453.02">11994 4745 44223 0,'0'0'1968'0,"-2"-8"400"0,-1-4-1904 0,3 3-464 16,3 0 0-16,1 2 0 0,1-2 1072 0,-5 9 112 15,6-7 32-15,-6 7 0 0,0 0 128 0,0 0 16 0,0 0 16 0,0 0 0 16,12 5-480-16,-2 4-112 0,-2 4-16 0,0 4 0 16,0 2-400-16,-2 7-96 0,1 1-16 0,-2 3 0 15,2-3-128-15,0 3-128 0,0 0 144 16,-1-1-144-16,1-6 0 0,0-1 128 0,-2 0-128 0,0-2 0 16,0-4 0-16,-2-3 0 0,-3-3 0 0,1 3 0 15,-1-4-816-15,0-9-48 16,0 11-16-16,0-11 0 0,0 0-1056 0,0 0-224 15,0 0-32-15,0 0-16 0,0 0-1984 0,-9 5-400 0,-1 0-80 16</inkml:trace>
  <inkml:trace contextRef="#ctx0" brushRef="#br0" timeOffset="51647.65">11689 4664 47807 0,'-13'-7'2112'0,"7"1"448"0,-1-1-2048 0,3 1-512 15,3-1 0-15,1 7 0 0,0 0 1376 0,8-6 176 16,-1-2 48-16,4 0 0 0,2-1-576 0,3 0-96 15,2 0-32-15,4 0 0 0,1-2-496 0,7 1-96 16,4 1-32-16,4-2 0 0,3 0-96 0,-2-1-32 16,2-1 0-16,2 4 0 0,3 0-144 0,-3 1 0 15,-5 0 144-15,-4 3-144 0,-3 1 0 0,-5 1 0 16,-4-1 0-16,-1 2 0 16,0-1-416-16,-3 0-96 0,-1 0-32 0,-1 0 0 15,-2 3-2624-15,1-3-528 0</inkml:trace>
  <inkml:trace contextRef="#ctx0" brushRef="#br0" timeOffset="53230.68">14938 9149 19343 0,'-3'5'1728'0,"-1"0"-1392"16,-1 0-336-16,-1-1 0 0,1-1 5680 0,1 1 1056 16,4-4 224-16,0 0 32 0,0 0-4960 0,0 0-1008 15,0 0-192-15,0 0-32 0,0 0 368 0,0 0 80 16,0 0 16-16,0 0 0 0,-3-11-304 0,3 2-64 16,0-2-16-16,0-1 0 0,-1-1-352 0,-1-3-64 15,0 2-16-15,0-14 0 0,2 2-208 0,-1 0-48 16,-1-4-16-16,-1-1 0 0,0-6-176 0,2 1 128 15,-3-2-128-15,3 2 128 0,-2 2-128 0,2-1 0 16,-2-2 0-16,2 3 128 0,-2-5-128 0,1 0 128 0,2 1-128 16,0-5 128-16,0-4-128 0,0 2 0 0,0-1 144 15,1 2-144-15,2 1 0 0,1 2 128 0,-2 2-128 0,3 0 0 16,1-5 0-16,0-2 0 0,1-1 0 0,1-2 0 16,-1-5 0-16,1 2 0 0,-1 1 0 0,1 3 128 15,1 1-128-15,0 0 0 0,-1-1 0 0,-1-1 0 16,3-1 0-16,-1-1 0 0,1-8 0 0,2 2 0 15,0-1 0-15,-1 4 0 0,2 0 0 0,-1-2 0 16,0-5 0-16,-2-4 0 0,1-7 0 0,-1 0 0 16,1-2 0-16,0 2 0 0,1 3 0 0,0 3 0 0,-1-1 0 15,1-2 0-15,0-3 0 0,0 2 0 0,2 2 0 0,-2 6 0 16,-3 3 0-16,1-2 0 16,1-1 0-16,-1 2 0 0,-1 0 0 0,3-1 0 0,0-3 0 0,1 4 0 15,0 2 0-15,0 3 0 0,0 3 0 0,1-3 0 16,2 0 0-16,0-3 0 0,-1 0 0 0,2 2 0 15,1 3 0-15,1 3 0 0,-1 2 0 0,0 4 0 16,0 1 0-16,2-2 0 0,2 4 0 0,0 0 0 16,0 2 0-16,2 1 0 0,-2 0 0 0,2 2 0 0,0-2 0 0,2 5 0 15,0 3 0-15,3 2 0 0,2 4 0 0,1 3 0 16,-2 2 0-16,1 2-128 0,-1 0 128 0,3 0-128 16,-2 4 128-16,-1 0 0 0,0 0-144 0,1 3 144 15,-1 2 0-15,-1 1 0 0,-2 2 0 0,1 1 0 16,-1 1-128-16,2 2 128 0,2 0 0 0,0 2 0 15,6 3 0-15,-2 4 0 0,0-2 0 0,2 4 0 16,0-1 0-16,1 0 0 0,-3 1 0 0,3 3 0 16,-1 4 0-16,-3 1 0 0,-2-2 0 0,5 2 0 15,2-1 0-15,1 3 0 0,-1 3 0 0,3 3 0 16,-2 2 0-16,3 2 0 0,0 1 0 0,1 2 0 16,-1-2 0-16,-3 2 0 0,0 0 0 0,2 3 0 15,-1-1 0-15,2 0 0 0,1-1 0 0,-1 1 0 16,3-4 0-16,0 6 0 0,3 2 0 0,-4 3 0 0,0 2 0 15,0 2 0-15,0-2 0 0,0 2 0 0,2-1 0 16,0 2 0-16,0-4 0 0,3 0 0 0,0-4 0 0,1 6 0 16,0-1 0-16,-1 4 0 0,-1 2 0 0,1 1 0 15,1 1 0-15,-1 0 0 0,3-1 0 0,1-2 0 16,2-2 0-16,0 3 0 0,1 2 0 0,-1 0 0 16,0 3 0-16,2 1 0 0,1 0 0 0,4 0 0 15,0-3 0-15,7 1 0 0,-1-3 0 0,0 1 0 16,0 1 0-16,1 6 0 0,-1 1 0 0,3 3 0 15,2 2 0-15,1-4 0 0,-1-4 0 0,-1-3 0 16,-1-1 0-16,-1 5 0 0,1 4 0 0,2 0 0 0,2-1 0 16,-3-5 0-16,-5 0 0 0,0-3 0 0,-5-4 0 15,1-1 0-15,-1-5 0 0,0 3 0 0,2 2 128 16,0-1-128-16,-5 1 0 0,-3-2 0 0,-2 0 0 0,-4-1 0 16,-3-5 0-16,0-3 0 0,-1-5 0 15,0 0 0-15,1-2 0 0,-1-2 0 0,-2 1 128 0,-4-3-128 16,-3-1 0-16,-4 0 0 0,-3-6 0 0,-1 1 0 15,-2-2 0-15,-2-1 0 16,-3-1 0-16,-2-3 0 0,-3-4 0 0,-2-1 0 16,-3-3-224-16,0 0 80 15,-4-1-1488-15,-1-2-288 0,0 0-64 0,-8-2-21648 0</inkml:trace>
  <inkml:trace contextRef="#ctx0" brushRef="#br0" timeOffset="55623.47">6579 6779 9215 0,'-13'-16'400'0,"7"9"96"0,-2 0-496 0,1-5 0 0,-1-1 0 0,1 0 0 0,2 1 8896 0,2 0 1696 16,1 3 336-16,1 3 64 0,-1 0-7696 0,2 6-1536 15,0 0-304-15,0 0-64 0,0 0-432 0,0 0-96 0,4 8-16 0,3 4 0 16,1 4-480-16,1 6-112 15,0 5 0-15,3 5-16 0,1 4-48 0,0 1-16 16,-2-4 0-16,0 0 0 0,0-3-48 0,1-1-128 16,0-3 192-16,-2-4-64 0,2-3-128 0,-1-3 128 15,-2-4-128-15,-2-2 128 0,-1-2-80 0,-6-8-48 16,0 0 0-16,0 0 0 0,0 0 0 0,0 0 0 16,0 0 0-16,0 0 0 0,0 0 0 0,0 0 0 15,4-9 0-15,1-1 0 0,-1-2 0 0,0-3 0 16,0-1 0-16,1-3 0 0,-1-3 0 0,0-1 0 0,-3-3 0 0,3-2 0 15,1 0 0-15,0 0 0 0,-1 3 0 0,1 3 0 16,1 5-144-16,-2 6 144 0,-1 3 0 0,-3 8-144 16,0 0 144-16,0 0 0 0,8 10 0 0,0 4-128 15,0 6 128-15,0 3 0 0,0 4 0 0,2 1 0 16,0 4 0-16,2-5 0 0,0-2 0 0,0-2 128 0,1-2-128 16,0-3 0-16,1-1 0 0,0-5 0 15,-1 0 0-15,0-4 0 0,2-2 0 0,-2-1 0 0,-1-5 0 0,-1 0 0 16,0 0 0-16,-2-4 0 0,-1 2 0 15,-1-5 0-15,0 1 0 0,-2-3 0 0,0-1 0 16,-1 1 0-16,-2-2 0 0,-1-2 0 0,-1-2 0 16,0-3 0-16,0 0 0 0,0-6 128 0,0-1-128 0,-1-2 0 15,-1-3 0-15,1-1 0 0,0 0 0 0,-1 3 0 16,0 3 0-16,1-5-128 16,1 6-256-16,0 8-64 0,-2 6 0 0,2 10 0 15,0 0 0-15,0 0-16 0,0 0 0 0,0 0 0 16,0 0-896-16,0 0-176 0,9 13-48 0,0 0 0 15,-1 0 48-15,3-2 0 0,-2 1 0 0,5-3 0 16,3-4-256-16,-1-1-64 0,-2-1 0 0,0-2 0 16,2-2 768-16,0-2 160 0,-1-2 32 0,-4 1 0 0,1-1 544 0,-1-1 112 15,0-2 32-15,-2 0 0 0,0-1 1024 0,-1 0 208 16,-2-2 32-16,-2 6 16 0,-4 5 1008 0,0 0 208 16,0 0 32-16,0 0 16 0,-6 6 96 0,-3 5 32 0,-3 6 0 0,-1 4 0 15,-2 6-1280-15,0 0-256 0,-1 2-48 16,2 1-16-16,3 0-416 0,1-4-96 0,0-1-16 0,2-3 0 15,2-2-240-15,4-6-96 0,1-1 0 0,2-3 0 16,1 0 0-16,2-3 0 0,-4-7 0 16,0 0 0-16,11 2 0 0,-1-4-160 0,3-3 160 0,2-1-192 0,-1-1 0 15,0-2 0-15,1-4 0 0,-2-1 0 16,0 1 16-16,0-4 0 0,-3 1 0 16,1-2 0-16,-2-2 176 0,-1-2-192 0,-2-1 192 0,-1 0-192 0,-1 3 192 15,0-1-128-15,-1 2 128 0,-1 3-128 0,1 1 128 16,0 3 0-16,-1 3 0 0,-1 3 0 0,-1 6 0 0,0 0 144 15,0 0-144-15,0 0 160 0,0 0 0 0,0 0 0 16,0 0 0-16,4 9 0 0,0 0-160 0,3 0 0 16,1 2 0-16,-1-4 0 0,3 4 0 0,0 1 0 15,3-3-128-15,0 0 128 0,1-1-192 0,2-2 16 16,0-1 16-16,1 1 0 0,-3-2-96 0,0-2-32 16,1-2 0-16,4-4 0 15,0 2-112-15,-3-5-32 0,0 1 0 16,-5-1 0-16,-2-1 96 0,0-1 16 0,0-1 0 0,0-2 0 0,0 0 128 0,-1-1 16 15,-3-1 16-15,-1-4 0 0,-1-1 160 0,-1 1-192 16,1-4 192-16,0-2-192 0,-1-2 192 0,1-4-160 0,-2 0 160 16,0 3-160-16,1-2 160 0,-4 5 0 15,2 1 128-15,-1 6-128 0,0 2 432 0,1 4 16 16,0 4 0-16,0 7 0 0,0 0 320 0,0 0 80 16,0 0 16-16,-4 10 0 0,0 0-432 0,1 5-96 0,1 3-16 15,0 3 0-15,1 4-320 0,1-1 128 16,3 3-128-16,-1-5 0 0,1 0 0 0,0 0 0 15,0-1 0-15,3 0 0 0,0 0 0 0,1-2 0 0,-1-2 0 16,1 1-128-16,-1-2-176 0,1 0-16 0,-2-3-16 0,3 4 0 31,-3-4-976-31,-1-3-192 0,-4-10-32 0,0 0-16 0,0 0-1312 16,0 7-256-16,0-7-48 0,0 0-10064 0,-7 4-2000 0</inkml:trace>
  <inkml:trace contextRef="#ctx0" brushRef="#br0" timeOffset="56193.24">7552 6696 46703 0,'0'0'2064'0,"0"0"432"0,0 0-1984 0,0 0-512 0,0 0 0 0,0 0 0 0,0 0 1056 0,10 4 112 16,-1-1 32-16,1 0 0 0,2-3-240 0,1 0-64 15,3-3 0-15,-1 0 0 0,2-2-416 0,0 0-96 16,4-4 0-16,2 1-16 0,1-1-144 0,2-2-32 16,-1 0 0-16,-2-1 0 0,1 2-192 0,-2 0 128 15,0 0-128-15,-2 1 0 0,-5 1 0 0,-2-1 128 16,-2 1-128-16,-4 4 0 0,-7 4 0 0,0 0 0 15,0 0 0-15,0 0 0 0,0 0 0 0,-1 12 144 16,-3 4-144-16,0-1 128 0,-3 2-128 0,-1 1 160 16,0 2-160-16,0 0 160 0,3 0-160 0,1 3 0 15,1-4 0-15,3-1 128 0,3-2-128 0,0-3 0 0,-1-1 0 16,5 2 0 0,0-1-704-16,4-6-80 0,-1-2-16 0,1-4 0 15,-2-2-1088-15,3-3-224 0,1-3-32 0,0 0-16 16,0-6-784-16,0 1-176 0,1-2-16 0,-2-3-16 15,-2 0-384-15,1-6-80 0,-2 0-16 0,-3 1 0 16,0 0 2224-16,-3 1 448 0,1 3 96 0,-2 5 16 0,-1 1 2448 16,-1 1 480-16,0 4 96 0,0 7 32 0,0 0 1888 0,0 0 384 0,0 0 80 0,0 0 16 15,0 0-1440-15,0 0-304 0,0 0-48 0,4 10-16 16,0 0-1552-16,0 1-320 0,0 1-64 0,0 1-16 16,2 0-400-16,2 1-80 0,0 2-16 0,0-2 0 15,-3-1-112-15,3 1-16 0,-1-1-16 0,-1 0 0 0,0 0-48 16,1-1 0-16,-2-1 0 0,-1-2 0 0,-4-9-128 0,0 0 128 15,0 0-128-15,0 0 128 0,0 0-128 0,0 0 160 16,0 0-160-16,0 0 160 0,0 0-112 0,0 0-48 16,0 0 0-16,0 0 0 0,0-8 0 0,0-3 0 15,0 0 0-15,0-4 0 0,0-3 0 0,0-1 0 16,2-4 0-16,2 3 0 0,3-4 0 0,-1-1 0 16,1-2 0-16,1 0 0 0,1 1 0 0,1-2 0 15,2 5 0-15,0 1 0 0,2-1 0 0,2 4 0 16,-2 1 0-16,2 1 0 0,-1 0-192 0,0 2-16 15,3 2-16-15,0-1-17120 16,4 0-3408-16</inkml:trace>
  <inkml:trace contextRef="#ctx0" brushRef="#br0" timeOffset="58777.97">15014 7140 28559 0,'0'0'1264'0,"0"0"272"0,0 0-1232 0,-2-9-304 0,4 1 0 0,2 1 0 0,1 1 3424 16,1 1 624-16,1-1 128 0,1 1 32 0,2-1-2656 0,0 2-528 16,1-3-96-16,-1 3-32 0,-1 3-400 0,-1 0-96 15,-8 1-16-15,8 1 0 0,-8-1 176 0,7 5 16 16,-2 2 16-16,-3 1 0 0,0-1 64 0,-2 2 16 15,0 2 0-15,-2-1 0 0,0-2-144 0,-1 0-16 16,-1-2-16-16,-1 1 0 0,-1 0-96 0,-1-2-16 16,-1-1 0-16,0 0 0 0,-1-1-112 0,0 1-16 15,0 0-16-15,0-2 0 0,-2-2-64 0,1-2-16 16,0 2 0-16,0-1 0 0,1-2-160 0,2-1 192 16,-1-1-192-16,1-1 192 0,1 2-192 0,0-1 0 15,1-3 0-15,3 0 128 0,0 0-128 0,1 0 0 16,1-1 0-16,1 0 0 0,2 1 0 0,1-1 0 15,1 1 0-15,2 0 0 0,-1-1-128 0,1 0 128 16,0 3 0-16,3-1 0 0,0 1 0 0,0 0 0 0,1 1 0 16,1 1 0-16,-1 2 0 0,1-1 0 15,0 2 0-15,0 1 0 0,-2 1 0 0,0 2 0 0,-2 1 0 0,1 1 0 16,-1 3 0-16,-1 1 0 0,-2 1 0 0,-1 1 0 16,-3-2 0-16,0 1 128 0,-1 1-128 0,-1 0 0 15,-2 1 128-15,0-1-128 0,-3-2 128 16,0 1-128-16,-2 2 128 0,0 0-128 0,-1-2 0 0,-1-1 128 15,-2 0-128-15,-1-2 128 0,0 1-128 0,0-3 128 16,-2-1-128-16,1-2 0 0,0 0 0 0,1-2 128 0,-2 0-128 16,2 0 0-16,-1-3 0 0,2-1 0 0,3-1 0 15,1 0 0-15,2-2 0 0,2 1-176 0,0-2 176 0,3-1-192 16,1 0 192-16,4-2-192 0,1-1 192 0,3 1 0 16,1 0-144-16,1-2 144 0,3 1-176 0,-1 2 48 15,0 0 0-15,1-1 0 0,0 2 128 0,0 3 0 16,0 0 0-16,0 4 0 0,0-4 0 0,0 5 0 15,0 1 0-15,-1 0 0 0,-1 0 0 0,1 1 0 16,1 2 128-16,-1 0-128 0,0 3 0 0,-2 2 144 16,-2 0-144-16,0 1 0 0,-2 0 128 15,0 2-128-15,-4 0 0 0,-1 1 0 0,-1 0 0 0,-1-2 128 16,-4 3-128-16,1-2 0 0,-1 0 176 0,-2 0-176 16,-2-1 160-16,0-1-160 0,1 0 144 0,-1-1-144 15,-1 0 128-15,-1 1-128 0,-1-6 128 0,1 1-128 16,2-3 0-16,-3 0 128 0,0-1-128 0,2-1 0 15,-1 0 0-15,2-4 128 0,0 1-128 0,1 0 0 16,0-4 0-16,2 0 0 0,1 2-192 0,1-2 192 16,1 1-160-16,2-3 160 0,1 1-160 0,1-2 160 0,2 0-160 0,1-1 160 15,1 1-160-15,1 0 160 0,4-1-160 16,-3 1 160-16,2 2-144 0,2 2 144 0,1-1-128 0,-1 0 128 16,4 1 0-16,-1 2 0 0,2 1 0 0,-1-1-128 15,2 4 128-15,0-3 0 0,1 1 0 0,-2 3 0 16,-2 1 0-16,0 5 0 0,-4-4 0 0,0 4 0 15,-2-1 0-15,-1 3 0 0,-3 1 0 0,-4-1 0 16,0-1 0-16,-2 1 144 0,-2 1-144 0,-1 2 160 16,-1-1-32-16,-3 2 0 0,-4 0 0 0,-1-2 0 0,1-1-128 0,0-1 160 15,-1-2-160-15,0 0 160 0,2 0-160 16,-2-3 0-16,-1 1 0 0,1-3 128 0,1 2-400 0,0-1-96 16,0-4-16-16,1 0 0 15,0 0-1536-15,6-1-304 0,6 3-64 0</inkml:trace>
  <inkml:trace contextRef="#ctx0" brushRef="#br0" timeOffset="59195.28">14639 6170 17503 0,'0'0'768'0,"0"0"176"15,0 0-752-15,0 0-192 0,-3-5 0 0,3 5 0 0,0 0 7424 0,0 0 1440 0,0 0 288 0,0 0 64 16,0 0-6336-16,0 0-1280 0,0 0-256 0,0 0-64 16,0 0-784-16,0 10-176 0,1 2-16 0,0 2-16 0,0 2-288 0,-1 2 0 15,-2-1 128-15,-1 2-128 0,1 1 0 0,-1 0 0 16,-1-2 0-16,0 0 0 0,0 0 0 0,0 1 0 16,0-2 0-16,1-1 0 15,-1-1-528-15,0-2-176 0,1-3-16 0,1-1-16 16,-1 1-1216-16,2-3-240 0,1-7-48 0,0 0-16 15,0 0-2544-15,0 0-512 0</inkml:trace>
  <inkml:trace contextRef="#ctx0" brushRef="#br0" timeOffset="59622.69">14650 5953 27647 0,'-9'-6'2448'0,"1"-2"-1952"16,0 0-496-16,2 3 0 0,-2 0 3584 0,0 1 640 15,-1-3 112-15,1 1 16 0,-4 1-2192 0,-1 1-448 16,-1 0-96-16,0 1-16 0,-1 2-512 0,0 2-128 16,-1 2 0-16,0 2-16 0,-1 3-352 0,-1 5-64 15,0 0-16-15,0 4 0 0,-1 2-192 0,1 5-32 16,-2-2-16-16,2 5 0 0,-1 3-144 0,2 2-128 16,1 3 192-16,3 1-192 0,3 3 192 0,3 1-64 0,3-1 0 0,3 0-128 15,5 1 256-15,4-1-64 0,2-1-16 0,3-4 0 16,1-4-176-16,5-3 0 0,-2-3 144 0,2-2-144 15,2-1 0-15,3-3 128 0,0-2-128 16,2-3 0-16,2-1 0 0,0-5 0 0,4 0 0 16,-1-3 0-16,2-3 0 0,-2-2 0 0,-1-4 0 0,1-2 0 15,0 1 0-15,-1-5 0 0,2 1 0 0,-2-3 0 16,-3-3 0-16,0-1 0 0,-3-1 0 0,-2-2 0 0,-2-2 0 16,-2-4 0-16,-2-3 0 0,-3 1 0 0,-3-1 0 15,-1-1 0-15,-2-1 0 0,-1-2 0 0,-5-1 128 16,-1 3-128-16,-2-2 128 0,-3 5-128 0,-4 2 144 0,-2 3-144 15,-2 0 192-15,-1 3-192 0,-2 2 208 0,-2 1-64 16,-2 3-16-16,-1-2 0 0,-1 2-128 0,0-2 0 16,-3 3 0-16,4 1 128 15,3 1-640-15,0 0-144 0,0 2-32 0,-1 1-16144 16,5-2-3216-16</inkml:trace>
  <inkml:trace contextRef="#ctx0" brushRef="#br0" timeOffset="60367.69">15128 7265 8287 0,'0'0'736'0,"0"0"-592"0,-4-3-144 0,4 3 0 16,0 0 4672-16,0 0 912 0,-2-1 176 0,-2 1 48 16,4 0-2416-16,0 0-496 0,0 0-80 0,0 0-32 0,0 0-864 15,0 0-192-15,0 0-16 0,0 0-16 0,-3 7-992 0,2-1-208 16,1-6-48-16,-1 9 0 0,1 0-256 0,0-1-64 15,1 1-128-15,-1 2 192 0,1-1-192 0,1 2 0 16,-1 0 0-16,2 1 0 16,-2 1-672-16,1 2-176 0,0-1-48 0,0 3 0 15,2 3-2592-15,0 3-528 0,1 25-96 0,-1-11-32 16</inkml:trace>
  <inkml:trace contextRef="#ctx0" brushRef="#br0" timeOffset="60566.36">15124 7996 40479 0,'0'0'1792'0,"-5"8"384"0,1 0-1744 0,0 1-432 16,0 1 0-16,1 1 0 0,-1-2 976 0,0 1 112 15,0-2 32-15,1 4 0 0,1-2-64 0,0 3-16 16,0 1 0-16,0-4 0 0,1 0-784 0,0 1-256 16,2 1 160-16,-1-3-160 0,-1 1 0 0,1 2 0 0,0 0 0 0,0-1 0 31,0 1-1216-31,1 1-288 0,0 0-48 0,3 1-16 15,0 2-2336-15,0-2-480 0</inkml:trace>
  <inkml:trace contextRef="#ctx0" brushRef="#br0" timeOffset="60699.49">15106 8618 22111 0,'-15'13'976'0,"9"-6"208"0,1 3-944 0,1 3-240 0,-1-2 0 0,1 0 0 16,0 4 3616-16,2-5 672 0,-2 1 144 0,2-1 32 0,1 2-2400 0,1-3-464 15,0 0-112-15,0 3-16 0,1-3-1136 0,1 3-336 16,0-1 144-16,1 1-144 15,-2 0-1872-15,2-3-448 0,5 3-96 0,-2 1-14544 16</inkml:trace>
  <inkml:trace contextRef="#ctx0" brushRef="#br0" timeOffset="60814.99">15105 9103 27935 0,'-7'14'1232'0,"5"-6"256"0,0-1-1184 0,1 3-304 16,0 2 0-16,0 2 0 0,1-3 1376 0,-2 0 224 15,2 4 32-15,2-5 16 0,-2 2-672 0,1 2-128 16,1-3-16-16,2 2-16 15,0 0-1968-15,0 0-400 0</inkml:trace>
  <inkml:trace contextRef="#ctx0" brushRef="#br0" timeOffset="60961.24">15164 9659 29487 0,'-12'19'1296'0,"7"-8"288"0,-2 0-1264 0,1 1-320 0,2 1 0 15,-2-3 0-15,1 3 4352 0,0 1 800 16,1-5 160-16,1 1 48 0,1 1-3664 0,1-4-736 15,1 2-128-15,1-1-48 0,0 0-784 0,0 0-192 16,1-2-32-16,0 1 0 16,2-1-2240-16,2 1-448 0,-1 0-96 0</inkml:trace>
  <inkml:trace contextRef="#ctx0" brushRef="#br0" timeOffset="61406.56">15130 9617 2751 0,'0'0'256'0,"0"0"-256"0,0 0 0 0,0 0 0 0,-6-4 6864 0,6 4 1328 16,-6-1 272-16,6 1 48 0,0 0-3776 0,0 0-752 15,0 0-144-15,0 0-48 0,-4 2-1424 0,0 3-272 16,0 1-64-16,0 1-16 0,2 4-912 0,-1-2-176 0,0 1-32 0,2 5-16 16,0 2-432-16,0 1-64 0,1 2-32 15,0 3 0-15,0-2-352 0,0 4 144 0,1 2-144 0,0 0 144 16,-1 3-144-16,0 2 0 15,0-1 0-15,1 2 0 0,1-2 0 0,0 0 0 0,1-1 0 0,0 0 0 16,-1-4 0-16,1 0 0 0,-3-2 0 0,0-2 0 16,1-4 0-16,0-1 0 0,-1-3 0 0,0-2 0 15,0-3 0-15,2-2 0 0,-2-7 0 16,0 0 0-16,0 0 0 0,0 0-192 0,0 0 192 0,0 0-208 16,5-3-896-16,1-6-176 0,2-3-48 0,0-3-15232 15,1-5-3040-15</inkml:trace>
  <inkml:trace contextRef="#ctx0" brushRef="#br0" timeOffset="62107.89">14576 10794 14735 0,'0'0'1312'0,"-2"-8"-1056"0,0 0-256 0,0 2 0 0,2 6 4864 0,0-7 896 15,0 7 192-15,0 0 48 0,0 0-2080 0,0 0-400 16,0 0-96-16,0 0-16 0,0 0-1168 0,6 11-256 16,-1-1-32-16,0 6-16 0,2 2-1024 0,0 4-208 15,1 4-32-15,-1 4-16 0,2 2-288 0,0 3-64 16,-1 1-16-16,1 0 0 0,0-1-208 0,-1-3-80 15,0-2 0-15,-1-4 0 0,0-2 0 0,-2-3 0 16,0-3 0-16,1-1 0 0,-2-4 0 0,-2-4 0 16,-1 0 0-16,2-2 0 0,-3-7 0 0,0 0 0 15,0 0 0-15,0 0 0 0,0 0 0 0,0 0 0 16,0 0 0-16,0 0 0 0,0 0 0 0,0 0 0 16,3-11 0-16,-1-2 0 0,0-1 0 0,-1-6 0 15,0-3 0-15,0-4 0 0,1-5 0 0,-1-2 0 16,2-2 0-16,-2-1 0 0,2 1 0 0,1 1 0 0,-1-1 0 15,1 4 0-15,0 2 0 0,0 1 0 0,0 2 0 0,0 3 0 16,-1 3-128-16,-1 6-32 0,1-1 0 0,-2 4 0 16,3 5-1056-1,-4 7-192-15,0 0-64 0,8 2-14944 0,2 3-2992 0</inkml:trace>
  <inkml:trace contextRef="#ctx0" brushRef="#br0" timeOffset="62343.32">14977 10962 50847 0,'0'0'2256'0,"0"0"464"0,0 0-2176 0,0 0-544 0,0 0 0 0,0 0 0 0,0 0 1264 0,0 0 144 16,0 0 16-16,5-5 16 0,-5 5-720 0,6-5-144 16,-1 0-16-16,3 1-16 0,-1-2-416 0,3 1-128 15,-1 1 0-15,0 2 0 0,0-1 0 0,1 1 0 16,1-1 0-16,-1 0 0 15,1 2-256-15,-2 0-144 0,-1-1-48 0,1 1 0 16,-1 0-976-16,-1 1-208 0,-7 0-32 0,0 0-16 16,0 0-1616-16,7 5-320 0,-1 2-64 0</inkml:trace>
  <inkml:trace contextRef="#ctx0" brushRef="#br0" timeOffset="62527.01">14984 11156 32255 0,'-4'6'2864'0,"-2"-1"-2288"16,0 1-576-16,2-2 0 0,4-4 4368 0,0 0 768 0,0 0 160 0,0 0 16 15,0 0-3248-15,0 0-656 16,0 0-128-16,0 0-16 0,9 3-848 0,2-3-160 0,-2-4-48 16,1 1 0-16,2-2-64 0,0 0-16 15,1 0 0-15,0-2 0 0,0 1-128 0,-2 1 0 0,3-1 144 16,-3 2-144-16,1-2 0 0,-2-2 0 0,2 2-160 0,-1 0 160 16,0 0-1776-1,2 2-240-15,0-3-48 0,0 2-21168 0</inkml:trace>
  <inkml:trace contextRef="#ctx0" brushRef="#br0" timeOffset="65540.03">15360 10845 34847 0,'0'0'1536'0,"0"0"320"0,-4-7-1472 0,2 1-384 15,2 6 0-15,0 0 0 0,-1-7 2480 0,1 7 416 16,0 0 96-16,0 0 16 0,0 0-704 0,0 0-144 15,0 0-32-15,0 0 0 0,6 6-976 0,1 0-192 16,-1 3-32-16,2 2-16 0,1 2-528 0,-1 2-128 16,-2 1 0-16,1 5-16 0,-1 2-48 0,0 3-16 15,-1-2 0-15,0 2 0 0,-1 0-48 0,1-1-128 16,-1-3 192-16,0-1-64 0,0-2-128 0,0 0 0 16,-2-4 0-16,2 0 128 0,-1-4-128 0,0-2 0 15,-1-2 0-15,1 1 128 0,-3-8-128 0,0 0 0 16,0 0 0-16,0 0 128 0,0 0-128 0,0 0 0 15,0 0 0-15,0 0 128 0,0 0-128 0,5-5 0 16,-1-3 0-16,1-1 0 0,-1-3 0 0,0-2 0 16,0-3 0-16,0-2 48 0,0-3-48 0,0-3 0 15,0-5 0-15,1-1 0 0,3 0 0 0,-1-2 0 0,1 1 0 0,0 0 0 16,1 1-192-16,0 1 0 0,0 1 16 16,2 3 0-1,-2 3-1056-15,0 3-224 0,-1 6-32 0,0 4-16 16,0 4-2976-16,-1 8-576 0</inkml:trace>
  <inkml:trace contextRef="#ctx0" brushRef="#br0" timeOffset="65927.74">15771 11286 16575 0,'0'0'1472'0,"1"-8"-1168"0,1-1-304 0,-1-1 0 0,0 0 4608 15,2-2 848-15,1-1 176 0,-3 0 48 0,-1 0-2720 0,1 0-528 16,1-1-128-16,0 1 0 0,0-2-720 0,-2 2-144 16,0 0-32-16,0 3 0 0,0 3-576 0,0-2-128 15,-2 3-32-15,2 6 0 0,-1-7-64 0,1 7-16 16,0 0 0-16,0 0 0 0,-7-4-208 0,2 3-32 16,5 1-16-16,-6 1 0 0,-2 1-144 0,1 3-48 15,1-3 0-15,-1 4 0 0,1 0-144 0,1 2 192 16,-2 0-192-16,2 2 192 0,0 1-192 0,1 2 160 15,-1 0-160-15,1 2 160 0,1 2-160 0,2 0 0 16,-2 2 0-16,2-1 0 0,0 1 0 0,1 1 0 16,1 0 128-16,-1-1-128 0,0-1 0 0,1 1 0 15,0-2 144-15,1 1-144 0,-1 0 0 0,0 0 0 16,1 1 0-16,-1-4 128 0,-1 2-128 0,0 0 0 16,0 0 0-16,0-1 0 0,0-1 0 0,0 0-192 15,0-1 64-15,0-1 0 16,-1 0-1104-16,1-4-224 0,0-1-32 0,0 0-16 15,0-8-2592-15,1 6-512 0</inkml:trace>
  <inkml:trace contextRef="#ctx0" brushRef="#br0" timeOffset="66142.31">15547 11413 26719 0,'0'0'2368'15,"0"0"-1888"-15,0 0-480 0,0 0 0 0,0 0 5696 16,0 0 1056-16,0 0 208 0,6-1 32 0,2-3-4864 0,1 2-976 15,3-4-192-15,1 2-32 0,0-1-368 0,1 0-80 16,-1 0-16-16,2 0 0 0,-1-1-336 0,2 2-128 16,1 0 0-16,0 1 0 0,0 0 0 0,0-4 0 15,-3 2 0-15,3 0 0 16,-1 1-848-16,-1-1-224 0,1 1-32 0,-2-3-16 16,2 2-2720-16,-2 0-528 0</inkml:trace>
  <inkml:trace contextRef="#ctx0" brushRef="#br0" timeOffset="67768.08">14254 12123 35247 0,'0'0'1552'0,"2"-7"336"0,1-1-1504 0,-1 2-384 0,2-3 0 15,0 2 0-15,-4 7 1792 0,0 0 304 0,0 0 48 0,0 0 16 16,0 0 144-16,0 0 16 0,0 0 16 0,4 9 0 16,-3 4-1040-16,1 2-208 0,-2 4-32 0,0 6-16 15,0 4-480-15,0 3-112 0,0 3 0 0,0-1-16 16,1-1-176-16,0-2-16 0,2-2-16 0,1-3 0 16,-2-3-224-16,2-2 176 0,2-3-176 0,0-1 160 0,-1-2-160 15,2-4 0-15,-1-1 0 0,1-4 0 16,-2-1 0-16,3-2 0 0,0 1 0 0,1-7 0 0,-1 1-288 0,1-2 64 15,-1-3 16-15,-1-1 0 16,1-1-48-16,0-1-16 0,1-2 0 0,-2-1 0 16,-1-3 48-16,1 1 16 0,1-2 0 0,-2-3 0 0,-2 1 208 15,0-3-192-15,0-3 192 0,1-3-192 0,-2 1 192 0,-1 2 0 16,0-1 0-16,1 0 0 0,0 0 0 0,-2 3 0 16,1 2 0-16,-1 1 0 0,0 6 0 0,1 2 0 15,0 3 0-15,-2 9 0 0,0 0 240 0,0 0-16 16,0 0 0-16,0 0 0 0,0 0 96 0,2 13 32 15,-2 3 0-15,0 3 0 0,0 1-32 16,1 3 0-16,0 3 0 0,0 4 0 0,2-2-320 0,0 0 0 16,-1-2 0-16,1-1 128 0,-1 0-128 0,2-3 0 0,3-2 0 15,-2-2 0 1,0-1-432-16,-1 0-96 0,0-4-32 0,1 0 0 16,2-3-1040-16,-1-2-224 0,0-3-32 0,0-2-13680 15,3-3-2720-15</inkml:trace>
  <inkml:trace contextRef="#ctx0" brushRef="#br0" timeOffset="68242.02">14828 11296 11055 0,'0'0'976'0,"0"0"-784"15,0 0-192-15,0 0 0 0,0 0 6064 0,-3 4 1168 16,-1 1 224-16,0 2 48 0,0 0-3984 0,0 0-816 0,-1 1-144 0,1 1-48 15,0 0-944-15,-1 1-192 0,1-2-32 0,1 1-16 16,1 2-960-16,-1-1-192 0,2 2-48 0,-1-2 0 16,1 1-128-16,1-1-144 0,0 1 144 0,1-1-208 31,2-1-2800-31,0-1-576 0,0 0-96 0</inkml:trace>
  <inkml:trace contextRef="#ctx0" brushRef="#br0" timeOffset="68782.63">14693 12529 12895 0,'0'0'1152'0,"0"0"-928"0,0 0-224 0,0 0 0 15,0 0 6144-15,0 0 1168 0,0 0 240 0,0 0 64 0,-5 0-3776 0,5 0-736 16,-4 4-160-16,1 1-16 0,-1 2-1232 0,3 1-240 16,-2 1-48-16,2 1-16 0,1 3-848 0,0 0-160 15,-3 0-48-15,2 0 0 0,2-2-192 0,1 1-144 16,-2-1 192-16,0 0-192 16,1-2-608-16,2-1-224 0,1-2-64 0,-4-6 0 15,6 5-2112-15,-6-5-448 0,8 4-64 0</inkml:trace>
  <inkml:trace contextRef="#ctx0" brushRef="#br0" timeOffset="69091.86">14951 12274 38127 0,'0'0'1680'0,"0"0"368"0,0 0-1648 16,0 0-400-16,0 0 0 0,0 0 0 0,0 0 2368 0,0 0 384 0,0 0 64 0,0 0 32 16,0 0-1104-16,8 2-208 0,0 0-64 0,-1-2 0 15,1-2-912-15,0 1-192 0,-8 1-48 0,11-1 0 16,-1-3-320-16,0 1 0 0,1 1 0 0,-1-1 128 15,1-1-128-15,-1 0-192 0,2 0 64 0,-2 0 0 16,-1 0-1440-16,1 1-288 16,-3-1-48-16,1 1-16 0,0 2-2688 0,-3 2-560 0</inkml:trace>
  <inkml:trace contextRef="#ctx0" brushRef="#br0" timeOffset="69258.19">14931 12426 24879 0,'-11'7'2208'0,"7"-5"-1760"0,0 1-448 0,4-3 0 0,-5 3 4672 0,5-3 832 15,0 0 192-15,0 0 16 0,0 0-3904 0,0 0-784 16,0 0-144-16,10 0-48 0,3-3-560 0,2 0-112 16,-1 1-32-16,3-2 0 0,0 1-368 0,1-1-80 15,0-1 0-15,2-1-16 16,-3 0-1680-16,0 0-336 0,0-1-64 0,0 0-16 16,0-1-1840-16,-1-1-368 0</inkml:trace>
  <inkml:trace contextRef="#ctx0" brushRef="#br0" timeOffset="69684.27">15280 12203 12895 0,'0'0'1152'0,"0"0"-928"16,0 0-224-16,0 0 0 0,0 0 5248 0,0 0 1024 15,0 0 192-15,0 0 32 0,0 0-2640 0,0 0-528 16,0 0-96-16,0 0-32 0,0 0-1056 0,-4 10-224 0,0 1-32 0,1 5-16 16,1 2-976-16,-1 3-208 0,-2 4-48 0,2-2 0 15,-1 5-192-15,2-4-64 0,0 1 0 0,2 0 0 16,-1 0-208-16,2-2-48 0,2-1-128 0,-1-2 192 15,1-2-192-15,0-1 0 0,2-1 0 0,0-3 0 0,0-3 0 16,3-2 0-16,1-3 0 0,-1-1-160 16,1-3-80-16,2-1-16 0,-1-2 0 0,2-3 0 0,-3-1 0 0,1-1 0 15,1-3 0-15,-2 1 0 0,0-2 0 16,-1-1 0-16,-2-4 0 0,1 1 0 0,-1-2 80 0,1-3 16 16,-2-1 0-16,0-1 0 0,1 0 160 0,-2-3 0 15,-1-2-144-15,1-3 144 0,0 1 0 0,0 2 0 16,-1-1 0-16,-1 4 0 0,1-3 0 0,0 4 0 15,-1 5 0-15,1-1 0 0,-2 5 208 0,0 4 16 16,1 3 0-16,-2 7 0 0,0 0 128 0,0 0 32 16,0 0 0-16,0 0 0 0,0 0-96 0,1 11-16 15,-1 3 0-15,0 2 0 0,1 2-272 0,1 3 128 16,-2-2-128-16,2 5 0 0,1 1 0 0,1-1 0 16,-2 0 0-16,1-1 0 0,0-2 0 0,1 0 0 15,1-3 0-15,-1 0-192 16,0-1-704-16,-1-1-144 0,1-2-32 0,0-2 0 15,0-1-1920-15,4-1-384 0,0 0-80 0</inkml:trace>
  <inkml:trace contextRef="#ctx0" brushRef="#br0" timeOffset="70075.99">15853 12403 11967 0,'0'0'1072'0,"0"0"-864"0,0-7-208 0,0 1 0 15,0-1 7280-15,0-4 1408 0,0-4 272 0,-1 1 64 16,-2 2-5920-16,1 2-1184 0,-1-1-256 0,0 2-32 0,0 1-304 0,-1 1-64 16,-2 0-16-16,1 2 0 0,5 5-672 0,-5-4-128 15,5 4-16-15,0 0-16 0,-8-3-80 0,2-1-16 16,6 4 0-16,-8-2 0 0,1 2-320 0,7 0 0 16,-8 0 0-16,1 2 128 0,-1 2-128 0,8-4 176 15,-7 7-176-15,2-2 192 0,0 3-192 0,1 2 160 16,0-1-160-16,0 3 160 0,0 2-160 0,2 1 160 15,0 0-160-15,2 0 160 0,0-1-160 0,2 0 0 16,-1 2 0-16,0 0 128 0,1-1-128 0,-1 2 0 16,0-1 0-16,0 1 0 0,3-1 0 15,0 2 128-15,-1-1-128 0,0 2 128 0,-1 1-128 0,-1-2 0 16,1 0 0-16,-1-2 0 0,-1 1 0 16,1-1 0-16,1-1 0 0,0 1 0 0,-2-4-160 0,0 1 160 15,2-2 0-15,-2 0-144 16,0-2-496-16,0-1-80 0,0-8-32 0,0 0 0 15,0 0-1072-15,0 0-224 0,0 0-32 0,0 0-16 16,0 0-1808-16,0 0-384 0,0 0-64 0</inkml:trace>
  <inkml:trace contextRef="#ctx0" brushRef="#br0" timeOffset="70251.13">15673 12631 16575 0,'0'0'1472'0,"0"0"-1168"15,0 0-304-15,0 0 0 0,0 0 7872 0,0 0 1536 16,0 0 288-16,0 0 64 0,0 0-6944 0,0 0-1376 0,0 0-288 0,13 1-48 15,2-2-432-15,-1 0-96 0,0-1 0 0,3 0-16 16,-1-1-352-16,0-1-64 0,1 0-16 0,-1 0 0 16,1-1-128-16,2 0 0 0,0 0 144 0,-1 0-144 15,-1-1-416-15,2 1-160 0,-1 1-16 0,-1 0-16 16,0 0-3008-16,-2 1-608 0</inkml:trace>
  <inkml:trace contextRef="#ctx0" brushRef="#br0" timeOffset="72246.08">13580 7335 31327 0,'0'0'2784'0,"-6"-5"-2224"0,1 1-560 0,5 4 0 16,0 0 3840-16,0 0 672 0,0 0 128 0,0 0 32 15,0 0-3552-15,-1-4-704 0,-1-4-144 0,2 8-16 16,0 0 416-16,0 0 96 0,11-6 0 0,-11 6 16 15,12-5-592-15,-2 2-192 0,3 2 128 0,-4-3-128 0,0 3 0 0,3-1 0 16,1 0 0-16,0 2-144 16,3-2-1024-16,1 2-208 0,0 0-32 0,2-1-16 15,1 1-1648-15,-1 0-336 0,4 1-64 0</inkml:trace>
  <inkml:trace contextRef="#ctx0" brushRef="#br0" timeOffset="72405.94">14175 7294 17503 0,'0'0'1552'0,"0"0"-1232"0,0 0-320 0,0 0 0 0,0 0 4480 0,8-2 848 16,0 0 176-16,0 0 16 0,-8 2-3408 0,8-2-672 0,1-1-144 0,0 1-16 15,-9 2-448-15,10 1-96 16,1 0-16-16,0 2 0 0,1-3-720 0,0 0 0 16,-2 0-160-16,3 0 32 15,0 0-2400-15,3 1-480 0,2-1-80 0</inkml:trace>
  <inkml:trace contextRef="#ctx0" brushRef="#br0" timeOffset="72549.17">14669 7244 19343 0,'0'0'1728'0,"0"0"-1392"0,0 0-336 0,0 0 0 15,10-1 4608-15,-1 1 864 0,-1-4 160 0,1 1 48 16,0 1-3088-16,-3-1-608 0,-6 3-128 0,9-3-32 16,1-1-816-16,0 2-176 0,0-1-16 0,1-1-16 0,1 2-800 0,1-1 0 15,0 2 0-15,-2 0 0 16,2-1-2736-16,2 0-496 0,0 2-96 0</inkml:trace>
  <inkml:trace contextRef="#ctx0" brushRef="#br0" timeOffset="72716.25">15205 7210 15663 0,'0'0'688'0,"0"0"144"0,0 0-656 0,0 0-176 0,5-4 0 0,2 0 0 0,-7 4 5200 0,9-1 1008 15,0 1 208-15,-1 0 48 0,-1-4-4096 0,2 1-832 16,1 1-144-16,2-1-48 0,1 1-1056 0,1 0-288 15,2 0 0-15,-2 0 0 16,3 0-2560-16,3 3-624 0,1 2-112 0,1-2-32 0</inkml:trace>
  <inkml:trace contextRef="#ctx0" brushRef="#br0" timeOffset="72867.42">15868 7159 40367 0,'0'0'1792'0,"0"0"368"0,0 0-1728 0,9 2-432 0,-9-2 0 0,9-2 0 15,1 4 1280-15,1 0 192 0,-1-2 16 0,2 0 16 16,1-2-832-16,3 0-160 0,2 1-48 0,0 1 0 31,2-1-2080-31,0-1-432 0,4 2-64 0,-1-1-10672 0,2-2-2128 0</inkml:trace>
  <inkml:trace contextRef="#ctx0" brushRef="#br0" timeOffset="72997.85">16407 7133 33855 0,'0'0'1504'0,"0"0"304"0,0 0-1440 0,8 2-368 0,1-1 0 0,0 0 0 0,0-1 2176 0,1 0 352 16,-3 0 80-16,3 0 16 0,-1 0-1136 0,0-1-208 16,0-2-64-16,1 1 0 0,2 0-768 0,1 1-176 15,1 0-16-15,2 1-16 16,-2-8-2448-16,3 3-480 0,2 1-112 0</inkml:trace>
  <inkml:trace contextRef="#ctx0" brushRef="#br0" timeOffset="73195.25">16959 7065 44575 0,'0'0'1984'0,"0"0"384"0,0 0-1888 16,0 0-480-16,9 2 0 0,0-1 0 0,-9-1 1216 0,9 0 160 16,0-1 32-16,0 1 0 0,-1 1-256 0,1-1-32 15,2-1-16-15,-1 1 0 0,1 0-720 0,0-2-128 16,2 0-48-16,-1 1 0 15,-12 1-608-15,13 0-128 0,3 0-32 0,1 0-23056 0</inkml:trace>
  <inkml:trace contextRef="#ctx0" brushRef="#br0" timeOffset="73910.75">17514 7105 43647 0,'0'0'1936'0,"0"0"400"0,-6 0-1872 0,-1 0-464 0,7 0 0 0,0 0 0 0,-5 0 896 0,2-4 96 15,1 1 16-15,-1 2 0 0,-1 1 400 0,2 0 64 16,2 0 32-16,0 0 0 0,0 0-1056 0,0 0-192 16,7 0-64-16,1 0 0 0,3 0-192 0,0 1 0 15,2 0 0-15,2 1 0 0,-1-2 0 0,2-2 0 16,1 1 0-16,2 0 0 16,1 1-992-16,1 0-144 0,-2 1-16 0,5-1-16 15,4-1-1360-15,0 1-272 0,-1-3-48 0,-1 6-16096 0</inkml:trace>
  <inkml:trace contextRef="#ctx0" brushRef="#br0" timeOffset="74104.44">18324 7090 30399 0,'0'0'1344'0,"0"0"288"0,0 0-1312 0,0 0-320 0,0 0 0 0,0 0 0 16,0 0 3776-16,6-4 704 0,1 2 128 0,1-2 16 15,-8 4-2368-15,9-2-464 0,0 1-112 0,1 1-16 16,2-1-1088-16,1 0-240 0,-1-1-32 0,2 1-16 0,0 0-288 0,2-1 0 15,0 0 0-15,1 0 0 16,0 1-1104-16,0 0-176 0,1 1-48 0,0-1 0 16,0-1-1904-16,2 0-384 0,1 0-80 0,-2 1-16 0</inkml:trace>
  <inkml:trace contextRef="#ctx0" brushRef="#br0" timeOffset="74248.48">19055 7008 31327 0,'0'0'2784'0,"0"0"-2224"0,0 0-560 0,0 0 0 0,7-3 2592 0,0 2 416 16,1-3 64-16,1 2 32 0,2-2-1984 0,-1 0-400 15,3 0-80-15,3 1 0 16,1 1-3520-16,2 2-704 0,4-4-144 0</inkml:trace>
  <inkml:trace contextRef="#ctx0" brushRef="#br0" timeOffset="74379.67">19570 6964 7359 0,'0'0'320'0,"0"0"80"16,0 0-400-16,0 0 0 0,0 0 0 0,0 0 0 0,0 0 8848 0,5-3 1696 16,1 1 336-16,-1-2 64 0,0 2-7984 0,3 1-1584 15,1-2-320-15,1-1-64 16,3 3-1264-16,3-3-256 0,1-1-48 0,3 2-16 16,2 2-3120-16,2-4-640 0</inkml:trace>
  <inkml:trace contextRef="#ctx0" brushRef="#br0" timeOffset="74497.19">20081 6909 22111 0,'0'0'976'0,"0"0"208"0,0 0-944 0,0 0-240 0,0 0 0 0,0 0 0 0,0 0 3968 16,12-1 768-16,0-2 128 0,-1 0 48 0,2 2-3360 0,6-4-656 15,0 1-144-15,6 0-19168 16</inkml:trace>
  <inkml:trace contextRef="#ctx0" brushRef="#br0" timeOffset="74679.67">20670 6910 11967 0,'0'0'1072'0,"0"0"-864"0,6-1-208 0,-1-2 0 0,3 2 8480 0,3 0 1648 16,4-2 336-16,0-2 64 0,2 1-7968 0,2 1-1584 16,0 2-320-16,3-3-64 0,2 0-400 0,1 2-64 15,1-1-128-15,2 0 176 16,4 2-2928-16,0-1-592 0,1 0-112 0,-2 1-16320 0</inkml:trace>
  <inkml:trace contextRef="#ctx0" brushRef="#br0" timeOffset="78016.83">11577 7502 28383 0,'-13'-8'1264'0,"6"3"256"0,0 1-1216 0,-2 0-304 0,-2-2 0 0,3 2 0 15,0 0 3136-15,2 0 560 0,1 1 112 0,5 3 32 16,-8-1-1008-16,8 1-192 0,0 0-32 0,0 0-16 16,0 0-1136-16,-4 7-240 0,0 2-32 0,3 0-16 0,1 3-656 0,0 2-128 15,0 3-16-15,1 4-16 0,2 1-224 16,1 3-128-16,-2 1 160 0,2 2-160 0,0 2 0 0,-1 2 128 15,-1 0-128-15,1 2 0 0,-2 0 0 0,0 0 0 16,1-3 0-16,-1-1 0 0,0-1 0 0,-1-3 0 16,-1-1 0-16,0-3 0 0,-1-1-128 15,1-3-80-15,-1-2-16 0,-1-3 0 16,-1-4-1056-16,1-1-192 0,-1-2-64 16,4-6 0-16,0 0-2080 0,0 0-416 0,0 0-96 0</inkml:trace>
  <inkml:trace contextRef="#ctx0" brushRef="#br0" timeOffset="78249.36">11265 7494 46127 0,'0'0'2048'0,"0"0"416"0,0 0-1968 0,0 0-496 16,0 0 0-16,0 0 0 0,0 0 1184 0,0 0 144 15,0 0 16-15,12-2 16 0,2-1-304 0,2 2-64 16,0-4-16-16,1 1 0 0,2 0-560 0,3-1-112 15,2-1-32-15,2-1 0 0,-3-3-128 0,5 1-16 0,1 0-128 0,2-1 192 16,-1-1-192-16,-2 2 128 0,1 3-128 0,-1-1 0 16,-2 1 0-16,-2 2 0 0,0 1 0 0,-2 3 0 15,-1 1-1824-15,0 3-256 16,-3 3-48-16,2 3-13136 0,-5 1-2624 0</inkml:trace>
  <inkml:trace contextRef="#ctx0" brushRef="#br0" timeOffset="78468.33">11855 7879 24879 0,'0'0'2208'15,"0"0"-1760"-15,0 0-448 0,0 0 0 0,0 0 4864 0,0 0 880 16,1 8 176-16,0 0 32 0,1 1-3072 0,-1 2-608 16,0 0-128-16,-1 2-32 0,0 1-1328 0,-1 3-272 15,1 1-48-15,0 1-16 0,0-1-256 0,0-1-48 16,0 0-16-16,0-1 0 15,1-1-464-15,-1-1-112 0,0 0 0 0,2-4-16 16,0-2-1712-16,-2-8-352 0,7 5-64 0,-7-5-18976 0</inkml:trace>
  <inkml:trace contextRef="#ctx0" brushRef="#br0" timeOffset="78666.39">12132 7652 24879 0,'0'0'1088'0,"0"0"256"0,0 0-1088 0,0 0-256 0,0 0 0 0,0 0 0 16,0 0 6352-16,0 0 1216 0,0 0 240 0,0 0 64 16,8 1-5488-16,0-2-1088 0,0-2-208 0,1 1-64 15,0-2-768-15,0 1-256 0,2 1 160 0,0-1-160 16,1 2 0-16,0-3 0 0,1 1 0 0,-1 1 0 16,-2 0-768-16,-1 1-128 0,-1 1-16 0,0 0-16 15,0-1-2224-15,2 2-448 0,-1 0-96 0</inkml:trace>
  <inkml:trace contextRef="#ctx0" brushRef="#br0" timeOffset="78824.42">12157 7832 18431 0,'-5'4'1632'0,"5"-4"-1312"0,0 0-320 0,0 0 0 0,0 0 6320 0,0 0 1184 16,0 0 240-16,0 0 64 0,0 0-4992 0,0 0-1008 16,0 0-192-16,10-4-32 0,2 1-1088 0,0-3-224 15,1 1-32-15,1-1-16 0,2 1-224 0,0-1 0 16,0-2 0-16,3-1 0 15,-2 0-1280-15,2 0-208 0,-1 1-48 0,-1 0 0 16,0-3-2016-16,0 2-416 0,2 2-64 0</inkml:trace>
  <inkml:trace contextRef="#ctx0" brushRef="#br0" timeOffset="81700.39">12600 7296 23039 0,'0'0'2048'0,"-7"-1"-1648"0,-1-2-400 0,1 1 0 0,1-2 5616 0,6 4 1040 16,0 0 192-16,0 0 64 0,0 0-5200 0,0 0-1040 15,0 0-208-15,0 0-32 0,0 10 656 0,1 2 128 16,0 2 16-16,2 2 16 0,1 1-544 0,0 1-96 16,1 2-32-16,0 3 0 0,-1 3-208 0,0 2-48 0,-1 0-16 0,-2 2 0 15,0 0-144-15,-1-1-32 16,0-2 0-16,-1-1 0 0,0-3 0 0,1-1 0 0,-3-1 0 0,0-1 0 16,1-3-128-16,-1 0 0 0,1-1 0 0,-1-3 0 15,0-1-208-15,1-2 80 0,-1-1 128 0,1 0-208 16,2-9-976-1,0 0-192-15,0 0-32 0,0 0-16 0,0 0-944 0,0 0-176 16,0 0-32-16,-4-9-11376 0,1-1-2256 0</inkml:trace>
  <inkml:trace contextRef="#ctx0" brushRef="#br0" timeOffset="81914.75">12261 7408 49695 0,'0'0'2208'0,"0"0"448"0,0 0-2128 0,0 0-528 0,0 0 0 0,0 0 0 0,7-4 688 0,1 2 16 15,1-3 16-15,1 1 0 0,3 0 288 0,2 0 48 16,-1 0 16-16,4 0 0 0,3 0-624 0,1 0-128 16,2 0-32-16,3-2 0 0,2-1-128 0,1 1-32 15,-1-2 0-15,3 0 0 0,2 0-128 0,1 2 0 16,-1-1 0-16,0 2 0 0,-3 0 0 0,1 1 0 16,-4 1 0-16,1-1 0 15,-2 3-464-15,-1 1-176 0,-2 1-48 0,-2 3 0 16,-1-2-2112-16,-2 3-416 0,0 1-96 0</inkml:trace>
  <inkml:trace contextRef="#ctx0" brushRef="#br0" timeOffset="82273.73">12731 7824 48143 0,'0'0'2128'0,"0"0"448"0,0 0-2064 0,0 0-512 0,0 0 0 16,6-5 0-16,2 0 480 0,0 1-16 0,1 0 0 0,0-3 0 15,3 2 528-15,1 0 96 0,1 0 32 0,1 0 0 16,0-1-608-16,0 2-128 0,-2 1-32 0,0 0 0 16,-2 0-32-16,0 2-16 0,-1 1 0 0,-2 4 0 15,-8-4-16-15,5 4 0 0,1 4 0 0,-6-1 0 16,-3 4 32-16,-2-1 0 0,-2 3 0 0,-2 3 0 0,0 1-144 0,-3 1-32 16,1 0 0-16,-3 2 0 15,0 0-144-15,0 0 0 0,-1 0 0 0,1 0 112 0,1-2-112 16,1 0 0-16,2-1 0 0,2-1 0 0,3-5 0 15,1 1 0-15,0-1 0 0,3-4 0 0,1-7 0 16,1 9 0-16,-1-9 0 0,5 7 0 16,2-4 0-16,2 1 0 0,1-3 0 0,2 0 0 0,0-1 0 15,2 0 0-15,2-1 0 0,-1-3 0 0,2 0 0 0,2-3 0 16,1 1 0-16,1-1 0 0,-1 1 0 0,1-2 0 16,-3 0 0-16,3 0 0 15,0 1-832-15,-2-1-176 0,-3 0-16 0</inkml:trace>
  <inkml:trace contextRef="#ctx0" brushRef="#br0" timeOffset="84274.41">19607 6957 34271 0,'0'0'1520'0,"0"0"304"0,0 0-1456 0,0 0-368 0,0 0 0 0,0 0 0 0,0 0 832 0,0 0 112 15,0 0 16-15,0 0 0 0,0 0 432 0,0 0 80 16,0 0 32-16,0 0 0 0,0 0-432 0,4 8-96 15,-3 1-16-15,0-2 0 0,-1 1 96 0,-1 1 16 16,0-2 0-16,-2 1 0 0,-1-1-256 0,0-1-48 16,-1 1-16-16,0-2 0 0,-1-1-240 0,6-4-64 15,-5 5 0-15,5-5 0 0,0 0-192 0,-6 0-64 16,-1 0 0-16,1-2 0 0,-1 0-64 0,7 2-128 16,0 0 176-16,-5-4-176 0,5 4 160 0,-4-5-160 15,1-1 128-15,3 6-128 0,0-7 0 0,0 1 0 0,2-2 0 0,0-1 0 16,4 0 0-16,-1-2 0 15,-1 1-176-15,1-3 176 0,3 2-160 0,1 1 160 0,1-1-192 0,1 2 192 16,2-1-144-16,0 2 144 16,1 1 0-16,0 1-144 0,-1 1 144 0,-1 1 0 0,1 4-144 15,-2-2 144-15,-2 2 0 0,0 2 0 0,-3-1 0 0,1 2 0 16,-1 1 0-16,0 2 0 0,-6-6 0 0,4 7 0 16,0-1 192-16,-3 3-32 0,-1 0-16 0,-1 3 0 15,-2 1-16-15,0-1 0 0,-1 1 0 0,-1 0 0 16,-1-1 0-16,-2-1 0 0,-1 1 0 0,0-1 0 15,-2-1 0-15,1-1 0 0,-1 0 0 0,1-2 0 16,-2-2 0-16,0-1 0 0,-1-1 0 0,2-1 0 0,-1 1-128 0,1 1 0 16,2-4 0-16,-1 0 0 0,-2-4 0 15,0 1 128-15,2-1-128 0,0 0 0 0,0 0 0 0,1 1 0 16,2-4 0-16,0 0 0 0,2 0 0 0,1-1 0 16,0-1-160-16,1-2 160 0,5 2-192 0,-1-1 192 15,0-1-208-15,2 2 80 0,1-3 128 0,4 2-208 16,-1 2 80-16,3 2 128 0,0-5-192 0,0 3 192 15,1 1-160-15,-1-1 160 0,2 1 0 0,0 2 0 16,2 1-128-16,2 0 128 0,-1 3 0 0,1 1 0 16,0 0 0-16,-1 1 0 0,0 3 0 0,-2-1 0 15,-2 2 0-15,0 1 160 0,-2 4-160 0,-1-1 0 16,0 1 0-16,-3 3 0 0,-1-1 128 0,-2 1-128 16,0 0 192-16,-2 1-64 0,-2 1-128 0,1-1 128 0,-3-1-128 15,0 0 128-15,-1-2 0 0,-2-2 0 16,1 0 0-16,-2-1 0 0,-1 1 0 0,0-3 0 0,-2 1 0 15,1-2 0-15,-2-2-128 0,-1-1 0 0,0-1 0 16,-1 1 0-16,0-2 0 0,1-2 160 0,1 2-160 0,-1-1 160 16,-2-3-160-16,2 0 0 0,0-1 0 0,2 1 0 15,-1-2 0-15,1-1 0 0,4 1 0 0,-1-1 0 16,0-2-208-16,3-1 80 0,1-1 128 0,3 1-208 16,-1-2 48-16,4 0 16 0,1 1 0 0,3-1 0 15,0-1 16-15,2 1 0 0,1 2 0 0,2-1 0 16,-1 2 128-16,2 0-160 0,-2-1 160 0,4 0-160 0,1 3 160 15,0 0 0-15,1 3 0 0,0-2 0 0,-1 2 0 16,1 1 0-16,0 0 0 0,-2 3-128 0,-1 2 128 16,0-1 0-16,-1 0 0 0,-2 2 0 0,-1 1 0 0,1 1 0 15,-3 2 128-15,1 2-128 0,-3 0 128 0,-1 1-128 16,-1 2 128-16,-2 1-128 0,-1 0 128 0,-1 0-128 16,-2-2 160-16,1 2-160 0,-2 0 192 0,-1 0-48 15,-2-2-16-15,-1 1 0 0,-1-5 0 0,0-1 0 16,-1-2 0-16,-1 1 0 0,1 1 0 0,-1-3 0 15,1 3 0-15,-2-6 0 0,0 0-128 0,1 0 0 16,-1 0 0-16,1-3 0 0,1 2 128 0,0-2-128 16,0 1 192-16,3-2-64 0,-2-3-128 0,2 1-192 15,0-1 32-15,1 1 16 0,1-1-48 0,1-1-16 16,1 2 0-16,1-5 0 16,0 2-1152-16,4-3-240 0,2 2-32 0,1-2-14432 15,1 1-2896-15</inkml:trace>
  <inkml:trace contextRef="#ctx0" brushRef="#br0" timeOffset="87857.41">19813 6088 21183 0,'-8'-11'1888'0,"4"7"-1504"0,-1 2-384 0,-1-2 0 0,1-3 6592 0,1 2 1264 15,2 0 240-15,2 5 48 0,-3-7-6224 0,3 7-1264 16,0 0-240-16,5-4-48 0,1-2 272 0,0-1 48 16,2 2 16-16,1 1 0 0,1 0-576 0,2 0-128 15,0 1 0-15,0 0 0 0,-1 3 0 0,2 1 0 16,-1 1 0-16,-1-1 0 0,-2 0 0 0,0 3 0 15,-1 0 0-15,-2 1 0 0,-6-5 144 0,0 0-144 16,0 0 160-16,1 9-160 0,-2 4 240 0,0-1-48 16,-4 0-16-16,-3 1 0 0,-3 1-48 0,0 2 0 15,-2 2 0-15,-2-1 0 0,1 0-128 0,0-1 160 0,-1 1-160 16,4-2 160-16,0 1-160 0,2-2 128 0,1-1-128 0,3-1 128 16,2-2-128-16,3 1 0 15,2-2 0-15,2-1 128 0,1 0-128 0,3-2 0 0,1-2 0 16,2 0 0-16,0-1 0 0,1-1 128 15,1 1-128-15,1-3 0 0,2 0-176 0,1-2-112 0,1 1-32 0,1-1 0 16,-2-4-896 0,2 1-192-16,0-3-48 0,2 0 0 15,0-3-1552-15,2-1-304 0,-1-1-64 0,1-1-15552 0</inkml:trace>
  <inkml:trace contextRef="#ctx0" brushRef="#br0" timeOffset="88281.97">20274 5801 38175 0,'-17'-12'1696'0,"8"6"352"0,-3-5-1648 0,-1-1-400 0,-1-1 0 0,-2 0 0 0,-1 2 896 0,-1-1 112 16,-5 1 16-16,-2 2 0 0,-1 3 544 0,-2-1 112 16,-3 5 32-16,-3 0 0 0,-2 2-592 0,-3 2-112 15,-3 2-32-15,0 2 0 0,-1 3-176 0,0 3-32 16,0 2-16-16,1 1 0 0,2 3-240 0,2 3-64 16,3 1 0-16,1 3 0 0,1 1-256 0,3 4-48 15,3 4-16-15,2 2 0 0,2 2-128 0,5 2 0 16,1-2 0-16,6 1 0 0,5 0 0 0,4 2 160 15,6-1-160-15,5 2 160 0,6-3-160 0,3 1 0 16,2 0 0-16,3-4 0 0,2-2 0 0,3-3 0 16,5-5 0-16,2-2 0 0,2-3 0 0,2-4 0 15,4-3 0-15,3-2 0 0,0-4 176 0,3-5-48 16,-1 0-128-16,0-6 192 0,-3 0-192 0,-1-4-160 16,0-2 32-16,2-3 0 0,-1-4 256 0,1 0 48 0,-3-8 16 0,-1-1 0 15,-2 1-416-15,-3-5-80 0,-5-1-16 16,-3-3 0-16,-3-1 320 0,-4 0-192 0,-3-2 192 0,-3-1-160 15,-3 0 160-15,-3-1 144 0,-4-3-16 0,-3 2-128 16,-6 3 288-16,-2 1-48 0,-3 1-16 0,-4 0 0 16,-2-1-80-16,-3 1-16 0,-1 1 0 0,-3 2 0 15,-3 1-128-15,0 4 0 0,-2-2 0 0,0 4 0 0,-2-1 0 16,1 3-256-16,1 1 48 0,-2 4 0 16,2 3-928-16,4 2-176 0,0 1-32 0,2 5-16 15,3 1-2816-15,2 2-560 0</inkml:trace>
  <inkml:trace contextRef="#ctx0" brushRef="#br0" timeOffset="91668.88">15077 7266 25791 0,'0'0'2304'0,"0"0"-1856"16,0 0-448-16,0 0 0 0,0 0 2960 0,0 0 496 0,0 0 112 0,0 0 16 16,0 0-2560-16,0 0-512 0,0 0-112 0,7-2-16 15,-7 2 832-15,8-4 176 0,-2 0 16 0,1 1 16 16,-7 3-560-16,9-1-112 0,-1-2-32 0,0 1 0 16,-1-1-224-16,-7 3-48 0,8 0-16 0,0-1 0 15,0-2-48-15,0 1 0 0,0-2 0 0,-1 1 0 0,1 2-64 0,0-2-32 16,-8 3 0-16,9-1 0 0,0-2-64 0,2 1-16 15,-1 0 0-15,-1 2 0 0,-1-2-48 0,1 2-16 16,2 0 0-16,-1 0 0 0,1-2-144 16,-1 2 160-16,2-1-160 0,-1 1 160 0,1 0-160 15,-1 1 128-15,-1-1-128 0,0 2 128 16,1 0-128-16,-1-2 0 0,1 2 0 0,-2 0 0 0,-1-1 0 16,1 1 128-16,0-2-128 0,0 0 0 0,1 1 128 0,1 2-128 15,-1-2 128-15,2 0-128 0,0-2 128 0,0 0-128 16,-1-1 128-16,1 2-128 0,1 2 144 0,0-1-144 15,0-1 160-15,0 0-160 0,0-1 160 0,0 1-160 16,0 0 160-16,-1 0-160 0,-2 1 144 0,1-1-144 16,-1 0 128-16,1 0-128 0,-1 1 128 0,1-1-128 15,-1 0 128-15,0 2-128 0,1-1 0 0,-1 0 128 16,-1-1-128-16,2 0 0 0,1 2 128 0,-1-1-128 16,0 0 0-16,-1-1 128 0,-1-1-128 0,3 1 0 15,0 0 0-15,0-1 0 0,-1 1 0 0,1 0 128 0,0 0-128 0,-2 0 0 16,2-2 128-16,1 1-128 0,0 0 0 0,0 1 128 15,-1 0-128-15,-1 1 0 16,2 0 144-16,1-1-144 0,-1-1 0 0,0 0 144 0,0-1-144 16,0 2 0-16,0 0 128 0,0 0-128 0,0 0 0 15,1 0 0-15,0-1 128 0,1 0-128 0,0-2 0 0,0 2 0 16,-1 1 0-16,0-2 0 0,1 1 128 0,-1 0-128 16,-1-2 0-16,0 3 0 0,0-2 128 0,2 0-128 15,0 1 0-15,1 0 0 0,-3 1 0 0,1-3 0 16,1 3 0-16,0 0 0 0,1 3 0 0,-2-3 0 15,2 0 0-15,0 0 0 0,-2-3 0 0,2 3 0 16,-1 3 0-16,1-3 0 0,-1 2 0 0,1 0 0 0,1-2 0 16,0 0 0-16,0 0 0 0,-1 2 0 0,-1-2 0 0,1 3 0 15,-2-1 0-15,1 0 0 0,0-2 0 0,1 0 0 16,1 1 0-16,-2 0 0 0,0-1 0 0,0 2 0 16,0 0 0-16,0 0 0 0,0-2 0 0,0 0 0 15,1 0 0-15,0 1 0 0,1 0 0 0,0-1 0 16,-3 0 0-16,2 2 0 0,-1-1 0 0,1 0 160 15,-2-1-160-15,3 3 128 0,-1-6-128 0,2 3 128 16,-1 0-128-16,1 0 128 0,-1 3-128 0,1-3 0 16,1 1 0-16,-1-1-176 0,0 0 176 0,0 0 0 15,2-1 0-15,0 1 0 0,-2 0 0 0,1 0 0 16,0 1 0-16,-1-1 0 0,-1-1 0 0,0 1 0 16,1-3 0-16,0 2 0 0,1 1 0 0,0 0 0 15,2-1 0-15,0-1 0 0,-2 1 0 0,1-2 0 16,1 1 0-16,0 0 0 0,-1 2 0 0,1 0 128 0,-2-2-128 0,1 0 0 15,3 0 0-15,-1 1 0 16,-1-1 0-16,0 2 0 0,-2-4 0 0,2 2 0 16,1-2 0-16,0 1 0 0,-1 1 0 0,0 0 0 15,-1 0 0-15,-1-1 128 0,-1-1-128 0,2 0 0 16,-1 0 0-16,1 0 0 0,0 3 128 0,0 0-128 0,0 1 128 0,1-1-128 16,1-3 0-16,-1 0 128 0,0 0-128 0,0 3 0 15,-1-1 0-15,1 2 0 0,-1 0 0 0,1 0-128 16,0-2 128-16,-1-1 0 0,1 0 0 0,0 1 0 15,0 2 0-15,0-2 0 0,1 1 0 0,-1-1 0 0,0-1 0 16,-2 2 128-16,0-2-128 0,0 2 0 16,1 1 0-16,1-3 0 0,2 2 0 0,-1 0 0 0,-2-1 176 15,-1 2-48-15,2 0 0 0,1 0 0 0,0 0-128 0,1 0 0 16,-1 0 0-16,1 0 0 0,1 2 0 0,-1-1 0 16,1 0 0-16,-1-1 0 0,-1-1 0 0,2 0 0 15,-1 1 0-15,1-2 0 0,-1 2 0 0,-1 0 0 16,-1 0 0-16,0-2 0 0,-1 0 0 0,-1 1 0 15,1 0 0-15,-1 1 0 0,0 0 0 0,-1 0 0 16,1 0 0-16,1 0-176 0,-1-3 176 0,0 2 0 16,-1-1 0-16,1 1 0 0,1 0 0 0,-2 0 0 15,1-1 0-15,-1 1 128 0,0 0-128 0,0 1 0 16,1 0 0-16,-1 0 0 0,-3-2 0 0,1 1 0 16,0 0 0-16,1 1 0 0,-3 1 0 0,2-1 0 15,-2 0 0-15,-1 0 0 0,-1-1 176 0,0-2-48 16,-1 1 0-16,1 0 0 0,-2 2-128 0,1 0 0 15,-1 0 0-15,1 0 0 0,-2 0 0 0,1-4 0 16,1 2 0-16,-1 2 0 0,1 0 0 0,-2 0 0 16,-2 1 0-16,3-1-176 0,-1-4 176 0,0 3 0 0,0 0 0 15,-1-1-128-15,1 2 128 0,0 0 0 16,-1 0 0-16,-8 0 0 0,8 0 0 0,-8 0-192 16,0 0 192-16,6-2-192 15,-6 2-1168-15,0 0-240 0,0 0-64 0,0 0-22336 0</inkml:trace>
  <inkml:trace contextRef="#ctx0" brushRef="#br0" timeOffset="92218.82">17548 6983 48607 0,'0'0'2160'0,"0"0"432"0,0 0-2080 0,0 0-512 16,0 0 0-16,0 0 0 0,0 0 448 0,5-2-32 15,0-4 0-15,2 3 0 0,1 0 560 0,0 2 112 0,1-3 32 0,1 2 0 16,3 2-400-16,0 0-80 16,2 0 0-16,-1 0-16 0,-1 0-496 0,0 2-128 15,0-1 0-15,0 2 0 0,0-1 0 0,0 2 176 0,0 0-176 0,2 0 192 16,-1 0-192-16,-1 1 0 0,-1-1 0 0,-1 1 128 15,0 0-128-15,-2 2 0 0,0-1 0 0,-1 1 0 16,-2-2 0-16,1 0 0 0,-2 3 0 0,-1-1 0 16,-4-7 0-16,3 8 0 0,-1-1 128 15,1 3-128-15,-4-1 0 0,-2 0 0 0,-1 1 0 16,-1 1 0-16,-2 2 128 0,-1 0-128 0,-1-2 0 0,-1 4 128 16,-3 0-128-16,-1 4 192 0,-3-2-192 0,0 0 192 0,-2 0-192 15,0 0 192-15,-1 1-192 0,1-3 192 0,-1 2-192 16,1 0 160-16,-1-1-160 0,2 0 160 15,0-2-160-15,1 0 0 0,0-1 0 0,0-1 0 0,0 0 0 0,1-2 0 16,2-1 0-16,2 0-176 16,2 2-2112-16,2 1-416 0,3-1-96 0</inkml:trace>
  <inkml:trace contextRef="#ctx0" brushRef="#br0" timeOffset="92901.49">19564 7084 2751 0,'0'0'128'0,"0"0"16"0,0 0-144 0</inkml:trace>
  <inkml:trace contextRef="#ctx0" brushRef="#br0" timeOffset="93717.82">19554 7038 40431 0,'0'0'1792'0,"0"0"368"0,0 0-1728 0,0 0-432 0,0 0 0 0,0 0 0 16,0 0 800-16,0 0 80 0,0 0 16 0,0 0 0 16,0 0 320-16,0 0 64 0,0 0 0 0,0 0 16 15,-1 9-928-15,0-2-192 0,1-7-48 0,-1 8 0 0,-1 2-128 0,2 2 0 16,0-3 0-16,0 1 0 0,-1 2 0 0,1 1 0 15,1 1-176-15,1 1 176 16,-2-2-1440-16,0 1-208 0,0 2-32 0,0 1-11680 16,1 2-2320-16</inkml:trace>
  <inkml:trace contextRef="#ctx0" brushRef="#br0" timeOffset="93887.28">19553 7869 35935 0,'-13'7'1600'0,"7"-4"320"0,-2-2-1536 0,0 2-384 0,1-1 0 0,1 1 0 0,-2 0 1984 0,8-3 320 16,-8 2 64-16,2 2 0 0,1 0-1200 0,-1 1-240 15,6-5-48-15,-4 6-16 0,4-6-864 0,-4 6 0 16,4-6-176-16,-1 8 32 16,4 0-2528-16,-1 0-496 0,1 2-96 0</inkml:trace>
  <inkml:trace contextRef="#ctx0" brushRef="#br0" timeOffset="94066.13">19521 8466 30399 0,'-13'13'1344'0,"7"-7"288"0,1 1-1312 0,-1 3-320 16,-1 1 0-16,1 0 0 0,-1 4 3392 0,2-2 624 0,-2 0 112 0,3 1 32 0,2 2-2880 16,-1 1-576-16,2-2-128 0,1 2 0 15,1 0-1520-15,3 1-288 0,-1 2-64 0,1 0-16 16,1 2-1536-16,1-1-304 0,1 2-64 0,-1-1-12528 15</inkml:trace>
  <inkml:trace contextRef="#ctx0" brushRef="#br0" timeOffset="94165.11">19502 9171 28799 0,'-5'13'1280'0,"2"-5"256"0,-2 2-1232 0,0 2-304 0,0 0 0 0,2 1 0 0,1 0 640 0,0 0 64 16,1 0 0-16,1 0 16 15,1 0-1504-15,1-1-304 0,0-1-64 0</inkml:trace>
  <inkml:trace contextRef="#ctx0" brushRef="#br0" timeOffset="94333.64">19538 9677 30399 0,'0'0'2704'0,"-6"6"-2160"16,1 0-544-16,1-1 0 0,0 0 3008 0,0 3 512 16,-1 3 80-16,1 1 32 0,2-1-1888 0,-1-1-368 15,0 1-80-15,2 0-16 0,0 2-480 0,-1 0-96 16,1 0-32-16,1-1 0 0,0-1-544 0,0-1-128 0,0 0 0 0,1 1 0 31,-1-2-912-31,2 0-176 0,0 0-16 0,1-1-13168 0,1-1-2640 0</inkml:trace>
  <inkml:trace contextRef="#ctx0" brushRef="#br0" timeOffset="95356.56">18719 10336 23951 0,'0'0'2128'0,"0"0"-1696"0,0 0-432 0,0 0 0 16,0 0 4864-16,0 0 880 0,0 0 176 0,0 0 32 0,0 0-3568 0,0 0-720 15,1 8-128-15,0 3-48 0,2 2-464 0,1 4-112 16,0 4-16-16,0 3 0 15,0 6-480-15,1 4-96 0,0-1-32 0,2 2 0 16,-2 2-16-16,3-2 0 0,-2-3 0 0,2-2 0 0,0-5-80 0,0-3 0 16,-2-4-16-16,2-1 0 0,-2-2-48 0,0-2 0 15,-1-5 0-15,0-1 0 0,0-1 0 0,-5-6-128 16,0 0 192-16,0 0-64 0,0 0 0 0,0 0-128 16,0 0 192-16,8-2-64 0,-1-3-128 0,-1-1 192 15,-1-2-192-15,1 0 192 0,-1-4-192 0,1-2 160 16,1-3-160-16,-1-4 160 0,1-2-160 0,1-5 0 15,1 0 0-15,0-4 0 0,-1-7 0 16,2 3 0-16,1-2 0 0,-1 1 0 16,-1 2-560-16,0 4-80 15,-1 3-32-15,-1 5 0 0,1 5-1360 0,-2 5-272 0,-1 5-48 16,-5 8-12848-16,0 0-2576 0</inkml:trace>
  <inkml:trace contextRef="#ctx0" brushRef="#br0" timeOffset="95716.81">19020 10898 26719 0,'0'0'2368'0,"0"0"-1888"15,0 0-480-15,0 0 0 0,0 0 4912 0,0 0 880 16,0 0 176-16,6-6 48 0,2 2-4112 0,0 1-816 16,1-3-176-16,2 1-16 0,-1-1-368 0,2 2-64 0,0-1-16 0,-1 1 0 15,0-1-192-15,-1 1-32 0,-1 2-16 0,0-2 0 16,-1 1 0-16,0 2 0 0,-8 1 0 0,0 0 0 15,0 0 96-15,0 0 16 0,0 0 0 0,-4 6 0 16,-1 1 128-16,-3 1 48 0,-1 1 0 0,-3 3 0 16,-1 2-240-16,-1-1-64 0,0 1 0 0,0 3 0 0,3 3-16 15,-1-2-16-15,-1 0 0 0,3-1 0 0,-1 0-160 16,3 1 0-16,2-3 0 0,1-1 0 0,2 0 0 16,2-3 0-16,1-1 0 0,1-1 128 0,2-1-128 0,2 0 0 15,-5-8 0-15,8 7 0 0,-2-2 0 0,3-1-144 16,2-2 144-16,0 1 0 0,2-2-304 0,2-1 48 15,-1-1 16-15,2 0 0 16,1-3-976-16,0-2-208 0,1 0-48 0,3-4 0 16,-2-1-1664-16,5-2-320 0,2-3-80 0</inkml:trace>
  <inkml:trace contextRef="#ctx0" brushRef="#br0" timeOffset="95926.59">19479 10639 36863 0,'0'0'1632'16,"0"0"336"-16,-8 0-1584 0,8 0-384 0,0 0 0 0,0 0 0 0,0 0 3872 0,0 0 688 0,0 0 144 0,0 0 32 16,0 0-3168-16,0 0-624 0,0 0-128 0,10-4-32 15,2 0-624-15,1 3-160 0,-1-2 0 0,1 1 0 16,-3 0 0-16,2-2 0 0,0 3 0 0,0 0 0 16,1-2-624-1,0 2-48-15,-2 0-16 0,1-1 0 0,-1 2-1104 16,0-2-208-16,1 2-48 0,0 0-16 0,0 0-2480 0,-1 2-480 0</inkml:trace>
  <inkml:trace contextRef="#ctx0" brushRef="#br0" timeOffset="96116.33">19534 10825 45615 0,'-11'2'2016'0,"11"-2"416"0,0 0-1936 0,0 0-496 0,-4 4 0 0,4-4 0 0,0 0 1152 0,0 0 128 15,0 0 16-15,0 0 16 0,0 0-720 0,9 3-144 16,2 0-16-16,1 0-16 0,-1-3-416 0,4 0-192 15,-2-2 0-15,2 0 16 16,2-2-1024-16,0 0-208 0,0-1-32 16,0 1-16-16,-1-3-1536 0,-1 2-304 0,2-1-64 0,0-1-13696 0</inkml:trace>
  <inkml:trace contextRef="#ctx0" brushRef="#br0" timeOffset="96417.5">19956 10587 17503 0,'0'0'1552'0,"0"0"-1232"0,0 0-320 0,0 0 0 15,-3-3 5856-15,3 3 1120 16,0 0 208-16,0 0 48 0,0 0-3904 0,0 0-800 0,0 0-160 0,0 0-16 16,3 8-912-16,-2 2-176 0,1 2-48 0,-1 4 0 15,0-1-656-15,-1 6-144 0,3-1-32 0,-1 3 0 16,1 1-176-16,-2-1-32 0,3-1-16 0,1 1 0 16,1-3-160-16,-1 0 128 0,3-2-128 0,1-2 128 15,-3-2-128-15,3-1 0 0,1-2 0 0,-3-2 0 0,3-1 0 0,0-2 0 16,-1-1 128-16,2-2-128 15,-11-3 0-15,9 0 160 0,-9 0-160 0,9-1 160 16,0-1-112-16,-1-3-48 0,1 0 0 0,0-2 0 16,-2 0 0-16,2-1 0 0,-3-1 0 0,3-2 0 0,-1 1 0 15,1-2 0-15,-1-2 0 0,-1-2 0 0,0-2 0 16,0-3 0-16,-1-4 0 0,1-2 0 0,1-7-320 0,0-1-64 16,-1-3-16-16,1-1 0 15,1-2-1184-15,1 2-224 0,-1 3-48 0,1 4-14080 16,2 8-2800-16</inkml:trace>
  <inkml:trace contextRef="#ctx0" brushRef="#br0" timeOffset="97007.97">20475 10864 29423 0,'0'0'1296'0,"0"0"288"0,6-2-1264 0,2-3-320 15,-1 1 0-15,-1 0 0 0,-1-4 2128 0,1 1 368 0,-2 1 80 0,1-1 16 16,-1 0-480-16,-2 0-112 0,0 1-16 0,-2 6 0 16,0 0-560-16,0 0-112 15,-3-6-32-15,3 6 0 0,-6-1-16 0,-2 2-16 0,-4 2 0 0,-1 5 0 16,0 0-512-16,-3 3-96 0,-2 0-32 0,1 2 0 16,0 1-320-16,0 1-64 0,0 0-16 0,3-1 0 15,2 0-208-15,0 0 128 0,5-4-128 0,1 2 0 16,1-3 0-16,4 0 0 0,1-1 0 0,0-8 0 15,0 0-384-15,6 7 16 0,3-2 16 0,1-1 0 16,0-2-288-16,2-2-64 0,-1-2-16 0,1-1 0 16,0-1 160-16,1 0 48 0,-1-2 0 0,-1-1 0 0,0 1 288 15,-1-2 64-15,-1-1 16 0,1 0 0 0,-1 1 144 0,-3 1 0 16,-1-2 0-16,-1 3 0 0,-4 6 224 16,0 0-32-16,0 0 0 0,0 0 0 0,0 0 320 0,0 0 64 15,0 0 16-15,0 0 0 0,0 0-16 0,0 0-16 16,0 0 0-16,0 0 0 0,0 0-320 0,0 0-64 15,0 0-16-15,-5 6 0 0,1 3-160 0,2-2 192 16,0 2-192-16,1 1 192 0,1 2-192 0,0 1 0 16,1 2 0-16,2 0 0 0,1 2 0 0,0 1 0 0,0 1 0 15,1-1 0-15,0 1 0 0,0 0 0 0,1 2 0 0,-1-1 0 16,-1 0 0-16,0 0 0 16,-1-1 0-16,0-1 0 0,-2-1 0 0,1-1 0 0,-2-2 0 0,0-1 0 15,-2 0 0-15,0-2 0 0,-1-3 0 0,-1-1 128 16,0 1-128-16,-2-1 160 0,1-2-160 0,-2-2 160 15,-2 0-160-15,0 1 192 16,0-1-192-16,-2-2 192 0,0 1-192 0,-2-1 128 0,-1 2-128 0,1-3 128 16,-1 0-128-16,0-3 0 0,-3 2 0 0,1-1 0 31,-1 1-480-31,0-3-80 0,2 1-16 0,0 1 0 16,0-2-1792-16,2 0-352 0</inkml:trace>
  <inkml:trace contextRef="#ctx0" brushRef="#br0" timeOffset="98100.32">18780 11807 13823 0,'0'0'1216'0,"0"0"-960"0,-5-4-256 0,0-2 0 16,-1 2 6912-16,6 4 1344 0,-5-2 272 0,5 2 48 0,0 0-5600 0,0 0-1120 15,-4 7-240-15,2 2-32 0,-1 3-240 0,0 3-64 16,1 2 0-16,1 4 0 0,-1 3-704 16,1 2-160-16,0 4-32 0,1 1 0 0,0 0-48 0,1-1-16 15,0-1 0-15,2 0 0 0,1-5-192 0,1 1-128 16,1-4 160-16,2-1-160 0,0-3 0 0,1-4 0 16,2-3 0-16,-1-2 0 0,1-3 0 0,0-2 0 15,2-3 0-15,0-3-160 0,-1-2 0 0,1 0 0 16,0-3 0-16,-1-1 0 0,0-3 0 0,-1 0 0 15,0-3 0-15,-1-2 0 0,1-3 0 0,0-2 0 16,0-3 0-16,-2-1 0 0,0-1 160 0,-1-1 0 16,-2 1-144-16,0 2 144 0,-1 0 0 0,-1 5 0 15,0 1 0-15,-3 6 0 0,0 4 0 0,1 3 0 16,-2 6 0-16,0 0 128 0,0 0 160 0,0 0 32 16,-4 7 0-16,0 5 0 0,0 3-128 0,0 1-32 15,0 4 0-15,-1 3 0 0,1 2-160 0,0 3 160 0,1 0-160 0,2 0 160 16,0-1-160-16,1-1 0 15,0 0 0-15,1-4 0 0,2 2 0 0,-1-2 0 16,0-1 0-16,0-3 0 16,1-2-960-16,-1-4-64 0,2-1 0 0,2-3-16 15,0 0-2048-15,2-3-416 0,1-2-80 0</inkml:trace>
  <inkml:trace contextRef="#ctx0" brushRef="#br0" timeOffset="98455.27">19188 12196 28559 0,'0'0'2544'0,"0"0"-2032"0,0 0-512 0,0 0 0 16,0 0 4592-16,0 0 816 0,0 0 160 0,0 0 48 16,9-2-3712-16,0 2-752 0,0-4-128 0,2 2-48 15,-1-1-256-15,1 1-48 16,-1 0-16-16,2 0 0 0,-2 0-416 0,-1 2-96 0,-1 0-16 0,-1 2 0 0,-7-2 48 0,6 4 0 16,1 1 0-16,-3 1 0 0,-3 1 80 0,-1 2 0 15,-1 0 16-15,-1 3 0 0,0 1 48 0,-3 0 0 16,-2 1 0-16,-1 2 0 0,0 1-64 0,-1 0-16 15,-1 0 0-15,0 0 0 0,-2-2-240 16,1 0 144-16,1-1-144 0,1 0 128 0,0-1-80 16,1-4-48-16,1 1 0 0,1-3 0 0,2 0 0 0,4-7 0 15,0 0 0-15,0 0 0 0,3 6 0 0,-3-6 0 16,6 4 0-16,3-1 0 0,2-2 0 0,0 1 0 16,1-2 0-16,1 0 0 0,0-2 0 0,0 1 0 15,0-2-128-15,3 1 128 0,-1-1-240 0,1-1 16 16,0 0 0-16,2-2 0 15,-2-1-1056-15,1 1-224 0,-2-1-32 0,1-1-16 16,0 1-1808-16,-1-1-352 0,1 0-80 0</inkml:trace>
  <inkml:trace contextRef="#ctx0" brushRef="#br0" timeOffset="98738.62">19780 11993 17503 0,'0'0'1552'0,"0"0"-1232"0,-5-1-320 0,5 1 0 16,0 0 7424-16,0 0 1408 0,0 0 304 0,0 0 48 16,0 0-6496-16,0 0-1280 0,5-5-272 0,2 1-48 15,0 1-304-15,2 1-48 0,2-1-16 0,-1 1 0 0,1-1-720 0,0 0 0 16,1 1 0-16,1-1-160 0,2 3 160 0,-1-2 0 15,0 0-144-15,1 1 144 16,-2 0-992-16,0-2-128 0,-2 2-32 0,0-1 0 16,-1 1-1248-16,-1 1-256 0,-1 0-48 0,0 1-11184 15,-1 1-2240-15</inkml:trace>
  <inkml:trace contextRef="#ctx0" brushRef="#br0" timeOffset="98904.73">19933 12076 27647 0,'-21'5'2448'0,"13"-1"-1952"16,-1 0-496-16,1 0 0 0,0-2 4304 0,2 2 768 15,0-1 160-15,6-3 16 0,-4 2-3136 0,4-2-640 16,0 0-128-16,0 0-32 0,0 0-672 0,0 0-144 16,8 2-32-16,3 0 0 0,0-4-640 0,4-1-128 15,-1-1-16-15,0 0-16 16,2 0-704-16,0-1-144 0,1-3-32 0,0 2 0 16,1-3-1296-16,1 1-272 0,1 0-48 0,2 0-15392 0</inkml:trace>
  <inkml:trace contextRef="#ctx0" brushRef="#br0" timeOffset="99353.78">20292 11861 43247 0,'0'0'1920'0,"0"0"384"0,0 0-1840 0,0 0-464 0,-5 1 0 0,5-1 0 0,0 0 1808 0,-5 5 272 16,0 2 48-16,1 2 16 0,0 0-608 15,0 3-128-15,0 1-32 0,0 4 0 0,-1 1-592 16,1 3-112-16,0 1-32 0,0 1 0 0,2 2-640 0,0 0 0 15,1-2 0-15,2 1 0 0,2-3 0 0,1-2 0 16,0-1 0-16,2-2 128 0,1-2-128 0,2-2 0 16,-1-3 0-16,1-2-176 0,0-1 48 0,0-4 0 15,2 0 0-15,-1-3 0 0,2-2 0 0,-1-1 0 16,0-2 0-16,1-2 0 0,1-1-192 0,-3 0-16 16,0-2-16-16,1-2 0 0,1-2 176 0,-1-2 48 15,1-2 0-15,0-1 0 0,0-3 128 0,-2 0 0 16,-1-4-144-16,0-1 144 0,-1 2 0 0,1 0 0 15,-1 0 0-15,0 3 0 0,0 2 0 0,-2 0 0 16,-2 5 0-16,1 4 0 0,-2 5 256 0,-2-1-16 16,-1 8-16-16,0 0 0 0,0 0 224 0,0 0 64 0,0 0 0 0,-2 8 0 15,-1 1-320-15,0 2-48 0,1 3-16 0,-1 1 0 16,1-1 0-16,0 3 0 0,2 2 0 16,0 2 0-16,0-1-128 0,0 3 0 0,0-1 0 15,2 1 0-15,-1 1 0 0,1-1 0 0,0-1 0 16,0-1 0-16,2-1 0 0,0-1-176 15,0 0 48-15,1-3 0 16,1 3-432-16,0-6-80 0,2 0 0 0,1-1-16 16,3-3-1408-16,0 0-288 0,-1-5-48 0,2-2-16 15,0 0-1808-15,4-4-384 0,2-2-64 0</inkml:trace>
  <inkml:trace contextRef="#ctx0" brushRef="#br0" timeOffset="99839.74">20900 12197 37487 0,'0'0'1664'0,"0"0"336"0,0 0-1600 0,0 0-400 0,0 0 0 0,0 0 0 0,0 0 2512 0,0 0 432 16,-3-7 64-16,3 7 32 0,-4-5-1264 0,4 5-256 15,-5-4-48-15,0-2-16 0,0 2-672 0,-2 1-128 16,-2 2-16-16,1 3-16 0,0 1-160 0,-1 1-16 16,-1 1-16-16,-2 2 0 0,-1 1-176 0,0 1-16 15,0 1-16-15,0 1 0 0,0 0-48 0,1-2-16 16,2 2 0-16,2-1 0 0,1-1-160 0,2-1 0 16,0 0 0-16,2-1 0 0,3-7 0 0,0 0-176 15,0 0 176-15,7 5-192 0,1 1-128 0,1-3-48 16,-1-2 0-16,2 2 0 0,1-3-16 0,-1 0-16 15,0-3 0-15,1 1 0 0,-1-2 192 0,1 0 32 16,-2 0 16-16,0 1 0 0,0-3 160 0,-1 1 0 16,0-1 0-16,-2 1 0 0,-6 5 0 0,5-5 0 15,-5 5 0-15,0 0 128 0,4-5 32 0,-4 5 16 16,0 0 0-16,0 0 0 0,0 0 160 0,0 0 48 0,0 0 0 0,0 0 0 16,0 0-160-16,0 0-32 0,0 0 0 0,0 9 0 15,0 0-48-15,0 1-16 0,0 1 0 16,2 2 0-16,-2-1-128 0,1 2 0 15,0 2 0-15,2-2 0 0,0 3 0 0,0-3 0 0,3 2 0 16,-1 2 0-16,3 2 0 0,-2-1 0 0,-1 3 0 0,1 0 0 16,-1 1 0-16,0-1 0 0,-1 0 0 0,0-1 0 15,-3 0 0-15,0-2 0 0,-1 0 0 0,-1-3 0 16,0 1 0-16,-3-4 0 0,0-1 0 0,-1 0 128 16,-3 0-128-16,0-2 0 0,-1-2 144 0,-3 0-144 0,-1-2 128 15,-1 1-128-15,-3-3 128 0,-1 0-32 16,-2-2-96-16,-1-1 0 0,-1 1 0 0,0-2 0 0,0-2 0 15,0 1 0-15,-3-1 0 0,1-1 0 0,1-2 0 0,2-2-240 16,0-1 80-16,3 2 16 16,2-3-2064-16,5-2-416 0</inkml:trace>
  <inkml:trace contextRef="#ctx0" brushRef="#br0" timeOffset="112418.13">24303 9520 11055 0,'0'0'976'0,"-8"-7"-784"16,-3-5-192-16,2 0 0 0,3 0 9120 0,2 4 1776 15,4 8 368-15,0 0 64 0,0 0-8576 0,0 0-1696 16,0 0-352-16,0 0-64 0,0 0 80 0,0 0 16 16,5 17 0-16,-1-4 0 0,0 6-416 0,2 7-96 15,2 6-16-15,1 6 0 0,-1 1-16 0,1 0 0 16,0-3 0-16,-1 0 0 0,0 5-48 0,-1-5-16 16,-1-2 0-16,1-1 0 0,-2-3-128 0,0-3 160 15,-1-4-160-15,0-2 160 0,0-3-160 0,1-2 0 0,-1-5 0 0,0-2 0 16,-4-9 0-16,0 0 0 0,0 0 0 0,0 0 48 15,0 0-48-15,10-3 0 16,-2-1 0-16,1-4 0 0,0-3 0 0,-1-2 0 0,0-6 0 16,1-2 0-16,0-2 0 0,0-4 0 0,3-3 0 0,1 0 0 15,0-3 0-15,0-3 0 0,0-7 0 0,2-1 0 16,-1-4 0-16,0 3 0 0,-1 0 0 0,0 4 0 16,0 4-768-16,-1 8-160 0,-2 6-32 15,0 10 0-15,-3 2-1600 0,-7 11-336 0,8 4-64 0,0 9-11696 16,1 4-2352-16</inkml:trace>
  <inkml:trace contextRef="#ctx0" brushRef="#br0" timeOffset="112918.77">24823 9973 33055 0,'0'0'1472'0,"0"0"288"0,6-9-1408 0,2-1-352 16,-3 1 0-16,2-1 0 0,-2-2 2448 0,-1 3 432 15,0-3 64-15,-2 2 32 0,1-1-784 0,-2 2-144 16,-1 3-48-16,-1 1 0 0,1 5-624 0,-4-3-128 15,-1 3-32-15,-2 4 0 0,-2 2-384 0,0 4-96 16,-3 0-16-16,1 4 0 0,-2 5-448 0,0-2-80 16,-2 2-32-16,4 1 0 0,-1-1-160 0,3-1 0 15,2-1 0-15,3-1 0 0,0-2 0 0,3 1 0 16,1-4 0-16,3 0 0 0,1-3-272 0,2-2-48 16,1-2 0-16,2-1 0 15,1-3-128-15,2-3-48 0,0-1 0 0,-1-1 0 0,1-3 112 0,0 0 32 0,0-1 0 0,-1 0 0 16,-2-4 208-16,1 1 144 0,-3 1-192 0,1-1 192 15,-1-1 0-15,-3 1 0 0,-2-1 128 16,1 0-128-16,-2 4 384 0,0 1 0 0,-1 8-16 0,0 0 0 16,0 0 112-16,0 0 32 0,0 0 0 0,0 0 0 15,-6 1-160-15,1 5-32 0,1-2 0 0,0 3 0 16,1 1-192-16,2 3-128 0,1-1 128 0,1 3-128 16,2 1 0-16,1 2 0 0,1 1 0 0,2 3 0 0,-1 2 0 15,2 1 0-15,1 2 0 0,-1 1 0 16,1 1 0-16,0-1 0 0,0-1 0 0,-2 0 0 15,-2 0-128-15,-1-2 128 0,-3 1-128 0,0-1 128 0,-1 1-160 0,-1-2 160 16,0 0-192-16,-3-1 192 0,-3-2-128 0,0-2 128 16,-2-2 0-16,-2-1 0 0,-2-1 0 0,0-1 0 15,0-2 0-15,-1 1 0 0,-1-2 0 0,0-4 0 16,-2 0 0-16,0-1 0 16,0-3-448-16,-1-1-48 0,1-2 0 0,0-2 0 15,1-1-1280-15,3-3-256 0,1-5-48 0,4-4-20816 0</inkml:trace>
  <inkml:trace contextRef="#ctx0" brushRef="#br0" timeOffset="113235.66">25413 9536 32255 0,'0'0'2864'0,"0"0"-2288"15,0 0-576-15,0 0 0 0,-4 5 4544 0,4-5 784 16,-2 7 176-16,2-7 16 0,0 0-3536 0,0 8-720 15,0-8-144-15,1 7-32 0,2 2-512 0,-1-2-96 16,2 1-32-16,3 1 0 0,1-3-304 0,-1 2-144 0,3 0 128 0,-1 0-128 16,2-2 0-16,1 1 0 15,-3-4 0-15,2 2 0 0,-2 1 0 0,1 1 0 0,1-2 0 0,-2 2 0 16,0-1 0-16,-9-6 0 0,0 0 0 0,8 5 128 16,-2 2-128-16,-3-1 0 0,-3-6 0 0,1 7 0 15,-1-7 0-15,-1 9 0 0,-3-3 0 0,-1 2 0 16,-3 0 0-16,0-1 0 0,-1 0 0 0,0 1 0 15,1 0 0-15,-2 1 0 0,-3 0 176 0,0 1-176 16,2-1 0-16,-1 0 0 16,1-1 0-16,0 2 0 0,2-2-304 0,4 1-144 0,0-1-48 15,1 0 0-15,1-1-1536 0,3 0-304 16,0-7-64-16,8 6-20272 0</inkml:trace>
  <inkml:trace contextRef="#ctx0" brushRef="#br0" timeOffset="113644.87">25923 9575 16575 0,'0'0'736'0,"0"0"160"0,-5-5-720 0,1 1-176 0,4 4 0 0,0 0 0 0,0 0 7472 0,0 0 1456 0,0 0 288 0,0 0 64 15,0 0-6016-15,0 0-1200 16,0 0-240-16,0 0-48 0,0 10-960 0,0 6-192 15,1 2-48-15,1 4 0 0,-1 2-352 0,0 2-80 16,1 1-16-16,-2 2 0 0,2 1-128 0,1-3 0 16,-1 1 0-16,1 0 112 0,1 1-112 0,0-1 0 15,1-5 0-15,0-1 0 0,-1-1 0 0,0-1 0 0,1-6 0 16,0-2 0-16,-1-5 0 0,2 0 0 0,-6-7 0 0,0 0 0 16,0 0 0-16,0 0 0 15,7 3 0-15,-7-3 0 0,0 0 0 0,8-4 0 0,1-4 0 16,-1-1 0-16,-1 0 0 0,1-3 0 0,-1-2 0 0,0-3 0 15,-1-7 0-15,1-1 0 0,2-1 0 0,1-1 0 16,2 0 0-16,1-3 0 0,0-7 0 0,-1 1 0 16,1-1 0-16,1 2 0 0,1 0 0 0,-1 1 0 15,-1 0-176-15,0 4-16 0,0 2-16 0,0 5 0 32,-1 3-1328-32,-2 7-272 0,1 3-48 0,-2 7-16 0,0 6-3248 0,-1 5-656 0</inkml:trace>
  <inkml:trace contextRef="#ctx0" brushRef="#br0" timeOffset="114008.68">26522 10001 17503 0,'0'0'768'0,"0"0"176"0,3-6-752 0,1-1-192 16,2 1 0-16,-3-3 0 0,-1-3 6992 0,2 2 1376 15,0-5 272-15,-2 2 48 0,0 1-5616 0,-1-1-1136 16,0-1-208-16,0 1-64 0,1-3-768 0,-2 3-176 0,-2 3-16 0,1-1-16 15,1 2-688-15,-1 2-320 16,-3 0 16-16,-1 1 16 0,5 6 416 0,0 0 64 16,-8-3 32-16,0 3 0 0,0 3-48 0,-1-2-16 0,1 1 0 0,0 2 0 15,1 2 0-15,-1-3 0 0,3 4 0 16,-1 1 0-16,0 0-32 0,1-1-128 0,-1 3 192 0,3 0-64 16,-1 3-128-16,1 0 0 0,0 0 144 0,2 4-144 15,1 1 0-15,-1 2 0 0,-1 1 0 16,1 1 0-16,1 0 0 0,0 0 0 0,1 2 0 0,-1 0 0 0,2 1 0 0,-2 0 144 15,1 0-144-15,0-2 144 0,-1-1-144 16,0-1 0-16,0-1 0 0,2 1-160 16,-2-3 160-16,0 0 0 0,0-3-144 0,0 0 144 15,-2-1-784-15,1 0-96 16,0-3-16-16,-1 0 0 0,2-1-912 16,-2-1-192-16,-2-1-48 0,0-1 0 0,4-7-2048 0,0 0-432 0</inkml:trace>
  <inkml:trace contextRef="#ctx0" brushRef="#br0" timeOffset="114205.95">26236 10279 24879 0,'0'0'2208'0,"0"0"-1760"0,0 0-448 0,0 0 0 0,9 0 6208 0,0 0 1152 15,0-1 224-15,2-1 48 0,2 1-5184 0,0 1-1040 16,1-4-192-16,3 2-64 0,-1-1-384 0,-1 0-96 16,2 2-16-16,-1-3 0 0,0 2-528 0,1-2-128 15,-2 0 0-15,2 0 0 0,0 0 0 0,1 0 0 16,-1 0 0-16,-1 0 0 0,-2 2-192 0,2-4 0 15,0 3-16-15,2-1 0 16,0 0-2480-16,-1 0-480 0,-1-1-96 0</inkml:trace>
  <inkml:trace contextRef="#ctx0" brushRef="#br0" timeOffset="139405.74">24243 11376 26719 0,'-4'-6'2368'0,"1"0"-1888"0,2-5-480 0,1 0 0 0,0-2 4128 0,1 0 736 15,2 0 128-15,-1 1 48 0,0 1-3328 0,-1 2-672 16,2 1-128-16,-1 3-16 0,-2 5 320 0,0 0 64 16,0 0 0-16,0 0 16 0,0 0-544 0,0 0-112 15,8 8-32-15,-2 2 0 0,0 5-256 0,-1 2-48 16,-1 2-16-16,-2 5 0 0,0 1-112 0,-1 5-32 16,-1-1 0-16,0 0 0 0,0 1-144 0,-1-1 160 0,-1 0-160 15,1-1 160-15,1-3-160 0,0-2 0 0,1 0 144 16,2-4-144-16,-2-2 0 0,2-3 0 0,-2-2 0 0,2-1 128 15,-1-6-128-15,-2-5 0 0,0 0 0 0,0 0 0 16,0 0 0-16,0 0 0 0,10-5 0 0,-1-2 0 16,-1-3 0-16,-1-2-192 0,1-2 192 0,1-3-192 15,0-3 192-15,1-5 0 0,0 1-144 0,2-4 144 16,-1-3-144-16,-1 0 144 0,-1-2-192 0,-1 3 192 0,1-4-208 0,-2 3 64 16,3 0 16-16,-3 1 0 0,1 1 128 0,-1 4 0 15,-1 3-144-15,1 2 144 16,-1 5 0-16,0 3 0 0,-4 3 0 0,2 2 0 0,-4 7 0 0,0 0 192 15,0 0-64-15,0 0 0 0,8 11 0 16,-2 4 0-16,0 4 0 0,-2 3 0 0,1 3-128 16,0 2 0-16,-1-2 0 0,0 1 128 0,0 3-128 0,0-3 0 15,0 2 0-15,-1 1 0 0,1 0 0 0,-1-2 0 16,0-1 0-16,-1-2 0 16,1-2-448-16,-1-1-112 0,1-2-16 0,0-2-16 15,1 0-1232-15,-1-3-240 0,3-2-48 0,1-3-12736 0,4-2-2528 16</inkml:trace>
  <inkml:trace contextRef="#ctx0" brushRef="#br0" timeOffset="139950.71">24883 11538 19343 0,'0'0'1728'0,"0"0"-1392"16,-3-6-336-16,-1-2 0 0,0 0 6032 0,0 2 1136 0,3-1 240 0,-2 1 32 15,0 1-4880-15,-1-2-960 0,4 7-208 0,-6-5-48 16,1 1-320-16,5 4-64 0,-6 0 0 0,-1 3-16 15,-2 0-496-15,0 4-112 0,-1 2-16 0,-2 3 0 16,0 1-80-16,0 1-32 0,1 2 0 0,0-1 0 16,3 1-80-16,3 1 0 0,0-3-128 0,1 2 192 15,1-2-192-15,2-1 0 0,1 0 0 0,3-1 0 16,1-3-128-16,1 2-32 0,0-3 0 0,2-5 0 16,0 1-208-16,3-1-32 0,0 0-16 0,0-3 0 15,1-3-32-15,-2 2 0 0,0-2 0 0,0-1 0 16,-1-1 192-16,-1-2 48 0,-1 1 0 0,-1-2 0 0,0 2 208 0,-1-4 0 15,0 1 0-15,-1 0 0 16,-2 1 0-16,0 1 208 0,1-4-64 0,-2 3-16 0,0 0 128 0,-2 5 0 16,2 3 16-16,0 0 0 0,0 0 48 0,0 0 16 15,0 0 0-15,0 0 0 0,0 0 0 0,0 0 0 16,0 0 0-16,0 0 0 0,0 0-208 0,0 0-128 16,0 0 128-16,0 0-128 0,2 5 0 0,0 3 0 15,1 2 0-15,1-1 0 0,1 2 0 0,2 2 0 16,-1 4 0-16,2 0 128 0,1 2-128 0,-1 2 0 15,1 1-176-15,0-2 176 0,-1 1 0 0,0-2 0 16,-2 1-128-16,-3-2 128 0,-2 0 0 0,1-2 0 16,0 1-160-16,-1 0 160 0,-2 0 0 0,-3-3 0 15,0 0 0-15,-2 1 0 0,-2-2 0 0,-2-2 0 16,-2 2 0-16,-1-1 0 0,0-1 160 0,0-1-160 16,-3-1 192-16,-1 0-192 0,0-2 128 0,-1-2-128 15,-2-1 0-15,1 0 0 0,1-3 0 0,-2-1-320 16,2 0 32-16,1-1 16 15,1-2-1328-15,4-2-272 0,2-1-48 0,4-2-16 16,4-4-2176-16,6-1-432 0</inkml:trace>
  <inkml:trace contextRef="#ctx0" brushRef="#br0" timeOffset="140407.53">25351 11357 17503 0,'-16'-1'1552'0,"11"-2"-1232"16,1 1-320-16,-1-1 0 0,0 2 5568 0,5 1 1072 15,-3 0 208-15,3 0 32 0,0 0-3712 0,0 0-736 16,0 0-160-16,0 0-32 0,0 0-704 0,0 0-160 16,0 0-32-16,0 0 0 0,0 0-880 0,9 5-176 15,2 0-32-15,-1 0-16 0,3-1-240 0,0 0 0 16,-3-1 0-16,2 0 0 0,0-2 0 0,0 1 0 16,1 1 0-16,-2 1 0 0,2-3 0 0,-1 3 0 15,0 0 0-15,-3 0 0 0,-9-4 0 0,0 0 0 16,0 0 0-16,0 0 0 0,0 0 0 0,0 0 0 15,9 7 0-15,-9-7 0 0,3 7 176 0,-3-7-16 16,-2 8 0-16,0 0 0 0,-3-2 32 0,-1 1 0 16,1 0 0-16,-1-1 0 0,-3 1-192 0,1-1 192 0,-1 2-192 0,2 1 192 15,-2-2-192-15,1 0 0 0,0 2 0 0,2-1 0 16,-1 0-496 0,3-1-128-16,1-2-16 0,3-5-16 15,-2 6-1248-15,2-6-240 0,2 10-48 0,1-4-16 0,4-3-2720 0,2 1-560 16</inkml:trace>
  <inkml:trace contextRef="#ctx0" brushRef="#br0" timeOffset="141161.21">25874 11273 36111 0,'0'0'1600'0,"-3"-8"320"0,0-1-1536 0,2 1-384 0,1 1 0 0,0 7 0 16,-1-6 2288-16,1 6 368 0,-3-5 80 0,3 5 16 15,0 0-640-15,0 0-112 0,-4 6-16 0,-1 4-16 16,2 2-1008-16,1 4-192 0,-1 2-32 0,1 2-16 0,0 0-240 0,1 4-48 16,-2-2-16-16,3 3 0 0,2 0-256 15,-1 1-160-15,2 1 192 0,-1 0-192 0,2-2 160 0,1 0-160 16,3-5 128-16,-1-1-128 0,-1-1 0 0,2-2 0 16,0-2 128-16,0-2-128 0,-2-1 0 0,2-5 0 15,-8-6 0-15,9 1 0 0,0 1 0 0,0-4-192 16,-1 1 64-16,-1-4 128 0,-1-2-176 0,1 0 176 15,-1-3-128-15,1 0 128 0,-2-2 0 0,2-2 0 16,-2 0 0-16,-1-6-128 0,1-1 128 16,0-1 0-16,-1-2 0 0,1 1 0 0,0-3 0 0,1 0 0 15,-2-1 0-15,-2-2 0 0,-1-1 0 0,2 2 0 16,-2 0 128-16,2 2-128 0,0 1 0 0,-1 3 0 0,-1 2 0 16,2 5 0-16,0 2-128 0,-1 3-112 15,1 1-16-15,-3 9 0 0,0 0 256 0,0 0 0 16,0 0 0-16,0 0 0 0,0 0 0 0,6 9 0 15,-2 2 128-15,0 6-128 0,-1 2 0 0,-1 4 0 16,0 0 128-16,-1 3-128 0,-1 0 176 0,1-1-32 16,1 1 0-16,-2 0 0 0,0-1-144 0,1 0-176 0,0-1 48 0,1 1 0 15,-2-3 128-15,1-1-192 16,0-3 192-16,1-1-192 16,-1-1-704-16,1-2-128 0,4-1-48 0,-2-2 0 15,-1-2-1152-15,3 0-224 0,0-2-48 0,2-4-11584 0,1 1-2304 16</inkml:trace>
  <inkml:trace contextRef="#ctx0" brushRef="#br0" timeOffset="141491.7">26497 11518 20271 0,'0'0'1792'0,"1"-8"-1424"16,0 0-368-16,1-1 0 0,-2 1 4416 0,1-2 832 16,-1-1 144-16,0 1 48 0,0-2-2624 0,0 2-528 15,-1-1-112-15,-2 2 0 0,0 0-960 0,1 1-192 16,-2 0-48-16,0 2 0 0,-1 1-336 0,0 1-64 15,-2 1 0-15,2 3-16 0,-2 0-32 0,1 0 0 16,-1 3 0-16,1 1 0 0,-1-1 48 0,2 4 16 16,-1 1 0-16,0 0 0 0,0-1-80 0,-1 4-32 15,1 1 0-15,1 1 0 0,-1 1-688 0,2 2-144 16,1 1-32-16,-1 1 0 0,0 0 384 0,1 2 0 16,2 0 128-16,1 3-128 0,0-1 0 0,1 3 0 15,2-1 0-15,-1 4 0 0,0 0 0 0,-1 1 0 16,0-3 0-16,-1 0-176 0,0-1 176 0,-1-2-192 15,1 0 192-15,-1-3-192 16,-1-1-704-16,0-2-128 0,-2 0-48 0,1-4 0 16,-1-3 112-16,2 1 32 0,-1-2 0 0,-1-3 0 15,0-3-1456-15,-1 1-304 0,5-4-48 0,-5 2-16 16,5-2-688-16,-7 0-144 0,-1-1-16 0</inkml:trace>
  <inkml:trace contextRef="#ctx0" brushRef="#br0" timeOffset="141685.43">26173 11815 33855 0,'-11'-1'1504'0,"4"1"304"0,1-2-1440 0,-2 2-368 0,1 0 0 0,2 0 0 16,0 0 3072-16,5 0 528 0,0 0 112 0,0 0 32 16,0 0-1504-16,0 0-320 0,0 0-48 0,0 0-16 15,0 0-1024-15,12 0-192 0,-1 0-64 0,5-1 0 16,2-2-336-16,3 1-80 0,3-1-16 0,0 3 0 0,1-5-144 0,0 1 0 16,-3 1 0-16,-1 2 0 0,0-2 0 0,0 1-192 15,-3 1 32-15,-2-1 16 16,-1 1-1632-16,1 1-320 0,-1-1-64 0,2-1-20592 15</inkml:trace>
  <inkml:trace contextRef="#ctx0" brushRef="#br0" timeOffset="151582.29">24456 5358 13823 0,'0'0'608'0,"6"-8"128"0,-1-3-592 0,1 0-144 0,1-2 0 0,2 0 0 16,1-1 4784-16,0 3 912 0,-3 0 192 0,1 2 48 16,0 0-2800-16,0 5-544 0,-8 4-112 0,0 0-32 15,0 0-656-15,0 0-128 0,0 0-16 0,4 8-16 0,-3 2-352 0,-1 5-80 16,-4 2-16-16,-1 4 0 0,-3 3-496 0,-1 5-112 15,-1 1 0-15,-1 0-16 0,-2-1-160 0,3-2-16 16,-1-2-16-16,1-2 0 0,1 1-368 0,2-5 144 16,3 0-144-16,0-1 0 0,0-5 0 15,2-1 0-15,-1-3 0 0,2-3 0 0,1-6 0 0,0 0 0 16,0 0 0-16,0 0 0 0,0 0 0 0,0 0-176 16,0 0 176-16,-3-8-208 0,2-1 16 0,1-1 16 15,1-2 0-15,1-1 0 0,-2-5-16 0,2-2 0 16,2-5 0-16,1-1 0 0,2-2 0 0,1-1-16 15,1-1 0-15,0 3 0 0,1 3 48 16,1 1 16-16,-2 3 0 0,0 3 0 0,-1 4 144 0,-2 4 0 16,0 1 0-16,-1 3 0 0,-5 5 0 0,0 0 192 15,0 0 0-15,0 0-16 0,6 4 80 0,1 1 32 16,-1 2 0-16,1-1 0 0,-1 1-112 0,2 1-32 16,0 1 0-16,1-2 0 0,2 4-144 0,2 1 0 15,2 1 0-15,1-3 0 0,0 2 0 0,1 0 0 16,1-2 0-16,-1 2 0 0,-2 1 0 0,4 0 0 0,-2 1-176 15,-2-1 176-15,-2-2-192 0,0 0 64 0,-2 0 0 16,-2-1 0-16,-3 1 128 0,0-1 0 0,-2-1 0 16,-2 0-128-16,-2-1 128 0,0-1 0 0,0-7 0 15,-6 7 0-15,-2 1 160 0,-3 0-32 0,-2 1-128 0,0-2 192 16,-2-1-16-16,-4 1-16 0,0-1 0 0,-5 1 0 16,-2-3-16-16,-1 0 0 0,-2 0 0 0,1 0 0 15,-2 1-144-15,1-1 0 0,1 0 0 0,4 1 0 0,0-3-192 16,3 2-64-16,2-2 0 0,3-1-16 15,3 0-1200-15,4 2-256 16,1-3-32-16,8 0-16 0,0 0-2864 0,0 0-576 16</inkml:trace>
  <inkml:trace contextRef="#ctx0" brushRef="#br0" timeOffset="152098.89">25185 4921 23951 0,'0'0'2128'0,"0"0"-1696"0,-1-7-432 0,1 7 0 0,0 0 5392 0,0 0 1008 15,0 0 192-15,0 0 32 0,0 0-4192 0,-7 6-848 16,2 3-176-16,0 2-16 0,-2 5-336 0,1 5-64 16,-1 4-16-16,0 5 0 0,-1 2-544 0,0 6-112 15,1 4-32-15,2 2 0 0,0 0-96 0,2 2 0 16,2 1-16-16,1-4 0 0,3-4-176 0,1-2 0 15,1-3 144-15,1-5-144 0,1-2 0 0,1-3 0 16,2 0 0-16,1-5 0 0,-1-3 0 0,2-4-128 0,-1-3 128 0,2-1-192 16,2 0-16-16,0-5-16 15,0-1 0-15,-1-2 0 0,0-3 32 0,1-1 0 0,0-4 0 0,0-1 0 16,-1-5 192-16,-1-2-144 0,0-3 144 0,0-3-128 16,0-3 368-16,0-1 80 0,0-4 0 0,2-5 16 15,-2-3-592-15,1 1-112 0,0-2-16 0,-1 0-16 16,-2-3 400-16,1 4 0 0,-1 2 0 0,-2 2 0 0,2 4 0 15,-2 3 0-15,-1 2 0 0,0 3 0 0,0 4 0 16,-3 3 176-16,0 3-48 0,-1 5 0 0,0 0 128 0,-4 7 0 16,0 0 16-16,0 0 0 0,0 0-64 0,0 0-16 15,5 7 0-15,-2 2 0 0,-1 2-192 0,1 5 176 16,-2 1-176-16,-1 7 160 0,-1 2-160 0,-1 4 0 16,0 1 144-16,1 1-144 0,-1 4 0 0,0-4 0 15,-1 2 0-15,2-1 0 0,-1-1 176 0,1 0-48 16,0-2 0-16,0-4 0 0,-1-3-128 0,1-2-176 15,1-1 48-15,0-2 0 16,1-3-256-16,1-1-64 0,-2-3 0 0,2-3 0 16,1 0-896-16,-3-8-192 0,0 0-48 0,0 0 0 15,8 2-2448-15,-1 0-480 0</inkml:trace>
  <inkml:trace contextRef="#ctx0" brushRef="#br0" timeOffset="152315.75">24960 4874 47279 0,'0'0'2096'0,"0"0"432"0,0 0-2016 0,0 0-512 0,0 0 0 0,0 0 0 16,0 0 880-16,0 0 80 0,11 0 0 0,5-1 16 15,2-1-672-15,4 0-144 0,3-1-32 0,4-1 0 16,1 2-912-16,1-4-192 0,2 2-48 15,1-1-13552-15,2 1-2704 0</inkml:trace>
  <inkml:trace contextRef="#ctx0" brushRef="#br0" timeOffset="152465.76">25548 4870 22111 0,'0'0'976'0,"0"0"208"0,0 0-944 0,0 0-240 16,0 0 0-16,0 0 0 0,0 0 6544 0,6 6 1264 15,-6-6 256-15,8 3 64 0,2-2-5616 0,3-1-1104 16,2-2-240-16,0-2-32 0,4-1-512 0,0-1-112 15,2 0 0-15,3 2-16 16,2-4-1728-16,-2 3-352 0,2-2-64 0,-1 4-14288 16,1-1-2880-16</inkml:trace>
  <inkml:trace contextRef="#ctx0" brushRef="#br0" timeOffset="152939.46">26116 5199 21183 0,'0'0'1888'0,"0"0"-1504"0,0 0-384 0,0 0 0 0,0 0 6576 0,0 0 1232 0,5-6 256 15,0 1 64-15,2 0-5296 0,1 0-1040 16,2-1-224-16,2 3-32 0,2 0-1088 0,3 2-224 16,2-5-32-16,0 4-16 0,3-1-176 0,-1 2 0 15,0 0 0-15,-1-1 0 16,0 1-960-16,0-2-128 0,0 2-32 0,-4 1 0 15,-1 3-2416-15,-2 1-496 0,-3 2-80 0</inkml:trace>
  <inkml:trace contextRef="#ctx0" brushRef="#br0" timeOffset="153080.37">26173 5347 43487 0,'0'0'1920'0,"0"0"400"0,0 0-1856 0,0 0-464 0,0 0 0 0,0 0 0 15,8 4 1280-15,-1-1 176 0,-1-2 16 0,5 0 16 16,2-1-432-16,5 0-96 0,3-1 0 0,4-2-16 15,-1-1-1392-15,5 2-288 0,0-3-48 0,2-2-21632 16</inkml:trace>
  <inkml:trace contextRef="#ctx0" brushRef="#br0" timeOffset="153527.57">26713 5505 14735 0,'0'0'1312'0,"7"-4"-1056"0,-1 0-256 0,3-1 0 15,-3-2 4880-15,1 2 928 0,-3 1 176 0,1 0 32 16,-5 4-2496-16,0 0-496 0,11 4-96 0,-11-4-32 15,5 4-528-15,-1 1-128 0,-1 2 0 0,-2 2-16 16,0 1-1216-16,-1 5-240 0,-1-2-64 0,0 0 0 0,-2 0-400 0,2 1-96 16,-3 1-16-16,1-1 0 0,-1 0-64 0,2 1-128 15,0-2 176-15,0 4-176 16,-1-2-512-16,2-2-192 0,1-1-64 0,2-2 0 16,0 1-1200-16,2-5-240 0,0 1-48 0,3-3-12880 15,6-2-2576-15</inkml:trace>
  <inkml:trace contextRef="#ctx0" brushRef="#br0" timeOffset="153960.84">27437 5092 25791 0,'0'0'2304'15,"-2"-7"-1856"-15,2-2-448 0,0 2 0 0,0 1 4848 0,0 6 864 16,-1-5 176-16,1 5 48 0,-2-6-3200 0,-1 4-640 16,3 2-128-16,-7 0-32 0,1 2-768 0,-2 4-144 15,-2 4-48-15,-3 4 0 0,-3 6-560 0,-2 6-112 16,-6 3-32-16,-1 5 0 0,-2 2-144 0,1 2-128 16,3 0 144-16,2 1-144 0,2-1 0 0,2-2 0 0,4-6 0 0,4-4 0 15,3-1 0-15,3-3 0 0,3-2 0 0,3-2 0 16,-1-2 0-16,6-2 0 15,3-2 0-15,3-2 0 0,4-2 0 0,3-3 0 16,3-1 0-16,0-1 0 0,2-3 0 0,2-3 0 0,-2-1 0 16,0-1 0-16,0 0 0 0,0-2 0 0,0-4 0 15,-4-3 0-15,-2-1 0 0,-2-2-160 0,-1-1 32 0,-1-5 0 16,-2-1 128-16,-2-5 0 0,-2-1 0 0,-1-1 0 16,-2-1 0-16,-2 1 192 0,-2-3-64 0,-2 2 0 15,-2-2-128-15,-3 1 0 0,-1 3 0 0,-3 4 0 0,-3-3-144 16,-2 6 0-16,-1 1 0 0,-3 4 0 15,-1-3-256-15,-2 5-48 0,-1 2-16 0,0 3 0 16,1 7-1072-16,-1 4-224 0,1 3-32 0,1 6-13904 16,2 5-2784-16</inkml:trace>
  <inkml:trace contextRef="#ctx0" brushRef="#br0" timeOffset="154175.32">27359 5382 5519 0,'0'0'496'0,"0"0"-496"16,0 0 0-16,0 0 0 0,0 11 9600 0,-2-1 1808 0,2 1 368 0,0 0 80 16,-1 4-7840-16,0-2-1584 15,-1 1-304-15,1 2-64 0,0 1-1120 0,-1 0-240 16,0 0-32-16,0-2-16 0,1 0-528 0,0-2-128 0,0 0 0 0,1 0 0 16,2 1-176-16,1-1-64 0,-1-1-16 0,2 0 0 31,2-2-1104-31,0-1-240 0,1-1-32 0,2-2-16 0,2 1-2784 0,2-3-560 0</inkml:trace>
  <inkml:trace contextRef="#ctx0" brushRef="#br0" timeOffset="154486.72">27658 5489 10127 0,'0'0'896'0,"0"0"-704"16,0 0-192-16,0 0 0 0,8 0 7424 0,-1-2 1440 16,1 0 288-16,-1 1 64 0,0-3-5568 0,2 3-1136 15,0 0-208-15,0-1-64 0,2 2-816 0,-1-2-160 16,2-1-48-16,0 3 0 0,-2 1-688 0,0 3-144 15,0 0-16-15,-3 0-16 0,1-1-144 0,-8-3-16 16,5 6-16-16,-1 2 0 0,-2 1 64 0,-2 2 16 16,-3 0 0-16,0 0 0 0,-3-1-256 0,-3 2 176 15,-2 0-176-15,0 1 160 0,-1 2-160 0,0-2 0 16,0 2 0-16,2-2 112 0,1-2-112 0,1 1 0 16,3 0 0-16,0-2 0 0,-1-3 0 0,4 1 0 15,0 1 0-15,2-9 0 0,0 0 0 0,6 6 0 16,-1 1 0-16,3-3 0 0,1 0 0 0,1-2 0 15,1 1 0-15,0-2 0 0,2-1 0 0,1-1 0 16,1-3 0-16,5-1 0 16,-1 1-448-16,3-3-64 0,2 1-32 0,1-3 0 15,1 2-2016-15,2 1-384 0,1-1-96 16</inkml:trace>
  <inkml:trace contextRef="#ctx0" brushRef="#br0" timeOffset="155095.41">28295 5325 18431 0,'0'0'1632'16,"0"0"-1312"-16,-6 1-320 0,6-1 0 0,0 0 6400 0,0 0 1216 0,0 0 256 0,0 0 32 0,0 0-4656 0,0 0-944 0,0 0-176 0,0 0-32 0,0 0-1024 0,7-1-208 15,1 0-32-15,2 1-16 0,2-3-608 0,2 2-208 16,3-2 144-16,1 1-144 0,2-1 0 0,1 0 0 15,1 1 0-15,0 2 0 16,2-3-1280-16,0 2-128 0,0 0-16 0,-1-1-14704 16,1 2-2944-16</inkml:trace>
  <inkml:trace contextRef="#ctx0" brushRef="#br0" timeOffset="155357.56">28847 5373 31327 0,'0'0'1392'0,"-1"5"272"0,1-5-1328 0,-1 8-336 0,-1 0 0 0,1 1 0 16,1 4 5312-16,0 0 1008 16,-1 4 192-16,0 0 32 0,-3-1-4560 0,1 2-896 0,0 0-192 0,1 1-48 15,-3-2-528-15,2 1-128 16,0 0 0-16,1 0-16 0,-1-2-176 0,1-2 0 0,-1-1 0 0,2 0 0 31,-1 0-336-31,1-2-112 0,-2-3 0 0,2-2-16 16,1-6-928-16,0 0-176 0,0 0-32 0,0 0-16 0,0 0-2352 0,0 0-448 0</inkml:trace>
  <inkml:trace contextRef="#ctx0" brushRef="#br0" timeOffset="155886.19">29077 5042 20271 0,'0'0'1792'0,"-4"-4"-1424"0,-3 0-368 0,3 0 0 0,4 4 6640 0,0 0 1248 16,0 0 256-16,0 0 48 0,0 0-5392 0,0 0-1088 15,0 0-224-15,0 0-32 0,-1 9-448 0,0 4-96 16,0 2-16-16,-2 4 0 0,-2 5-624 0,2 3-128 16,2 3-16-16,0 2-128 0,-2 0 192 0,0 1-192 15,3 3 192-15,0-3-48 0,0-2-144 0,2-2 0 16,-1-4 0-16,2-2 0 0,0-1 0 0,1-5 0 0,0-4 0 0,0-1 0 15,1-2 0-15,1-2 0 16,-1-1 0-16,0-3 0 0,3-2 0 0,0-2 0 16,-8 0 0-16,9-2 0 0,-1-4 0 0,-1 1 0 15,1-3 0-15,0-1 0 0,0-1 0 0,0-3 0 16,1-6 0-16,-1 1 0 0,-1-7 0 0,3 1 0 0,0 0 0 16,2-3 0-16,0-2 0 0,-1-1 0 0,4 0 0 15,-1 1 0-15,-1 3 0 0,-1 3 0 0,-3 3 0 16,0 5 0-16,-3 3 0 0,1 4 0 0,-3 3 0 15,-4 5 0-15,0 0 0 0,0 0 0 0,4 12 0 0,-2 2 0 16,1 3 0-16,-2 5 0 0,1 4 0 0,-2 2 0 16,0-1 0-16,1 2 0 0,0-3 0 0,3 2 0 15,1 0 0-15,1-1 0 0,3-3 0 0,1-2 0 16,1-3 0-16,-1-2-128 0,0-2 128 0,2-4-160 0,0-1 160 0,-2-3 0 16,-1-3 160-16,1 0-32 0,-1 0-128 15,0-3 0-15,0-1 0 0,0-2 0 0,-1-2 0 0,0-1 0 16,0-2 0-16,1-1 0 0,0-1 0 0,1-4 0 15,-1-4 0-15,0-2 0 0,2-4 0 16,-1-1 0-16,-1-4 0 0,2 1 0 0,-3-3 0 0,2-1 0 16,1-5 0-16,-1 4 0 0,-1-1 0 0,-1 5 0 15,-2 2 0-15,0 2 0 16,-1 2-640-16,-1 2-80 0,-2 2-16 0,0 1 0 16,-1 4-2224-16,-1 0-448 0</inkml:trace>
  <inkml:trace contextRef="#ctx0" brushRef="#br0" timeOffset="156101.79">28956 4833 52863 0,'0'0'2352'0,"0"0"464"0,0 0-2240 0,0 0-576 0,0 0 0 0,0 0 0 15,0 0 864-15,11 4 64 16,2 0 16-16,2 0 0 0,2 0-320 0,3 0-64 0,1-1-16 0,4 1 0 31,2-4-848-31,3 1-160 0,0 0-48 0,2-1 0 16,-1 0-144-16,2-1-48 0,-1 0 0 0,1-2 0 0,-3-1-2048 15,2 1-400-15,0 1-96 0</inkml:trace>
  <inkml:trace contextRef="#ctx0" brushRef="#br0" timeOffset="156252.98">29657 4789 28559 0,'0'0'2544'0,"0"0"-2032"0,0 0-512 0,8-2 0 15,0-2 4320-15,-1 1 768 0,1-1 160 0,0 1 16 0,0 0-2752 0,2 0-544 16,1 2-112-16,0-1-32 0,3 0-912 0,0 0-176 16,2 1-32-16,-1-1-16 0,-1-2-512 0,1 1-176 15,-1 0 0-15,6 3 144 16,-2 0-992-16,-1 3-208 0,-1 0-32 0,-3 3-15088 16,0 3-3008-16</inkml:trace>
  <inkml:trace contextRef="#ctx0" brushRef="#br0" timeOffset="156732.34">29790 5427 33167 0,'0'0'2944'0,"0"0"-2352"0,0 0-464 0,0 0-128 15,8-2 4368-15,0 1 864 0,-2-2 160 0,1 1 48 16,2-1-3376-16,0-1-656 0,0 2-144 0,3-4-32 15,3 1-752-15,4-1-160 0,-1 2-16 0,0 0-16 16,0 3-144-16,-3-1-16 0,-2 2-128 0,0 0 192 16,-3 2-64-16,-1 0-128 0,0 3 176 0,-1-2-32 15,-4 0-144-15,-4-3 0 0,0 6 0 0,2 1 0 16,-2-7 0-16,-3 10 0 0,-2 1 0 0,-2-1 0 16,-1 2 0-16,-2-3 0 0,-3 3 0 0,-3-1 0 15,1 2 0-15,-4-1 0 0,2 4 0 0,0-6 0 16,1 2 0-16,0-2 0 0,5-2 0 0,1 1 0 0,-2 2 0 15,3 2 0-15,0-4 0 0,2 0 0 16,0-2 0-16,0 0 0 0,3 0 0 0,0-2 0 0,2 0 0 16,2-5 0-16,0 0 0 0,0 0 0 0,0 0 0 0,2 4 0 15,4 0 0-15,0 0 0 0,2-3 0 0,2-1 0 16,3-1 0-16,4 0 0 0,4-2 0 0,3 1 0 16,0-1 0-16,8 0 0 0,-4 1 0 0,1-2 0 15,-4 4 0-15,-3-4 0 0,1 4 0 0,-3 0 0 16,-2-1 0-16,-2 2 0 0,-3-1 0 15,0 0 0-15,-4 1 0 0,0 2 0 0,-4-3 0 0,1 1 0 16,0 0 0-16,-1 3 0 0,-5-4 0 0,6 2 0 16,-2 0 0-16,1 1 0 15,1-2-1232-15,-2 2-240 0,-1 2-64 0</inkml:trace>
  <inkml:trace contextRef="#ctx0" brushRef="#br0" timeOffset="159405.35">23185 6686 10127 0,'-11'-12'448'0,"5"8"96"0,0-1-544 0,-2 0 0 16,3 1 0-16,0 0 0 0,-1 3 8048 0,0 2 1488 16,-3 3 320-16,1 3 48 0,0 0-6512 0,0 8-1280 0,0 3-272 0,-1 8-48 15,3 3-960-15,-1 6-176 0,-1 4-32 0,3 7-16 16,3 3-208-16,0-1-32 0,2-3-16 0,3-2 0 16,1-3-144-16,1-2-16 0,0-3-16 0,3-2 0 15,1-4-176-15,2-3 0 0,-1-4 0 0,2-3 0 16,1-2 0-16,0-6 0 0,1-2 0 0,1-3 0 15,-1-3-128-15,0-3 128 0,2-1-160 0,0-3 160 16,-1-3 0-16,0-2-144 0,-1-3 144 0,-1-2 0 16,-3-2 0-16,2-1-128 0,0-2 128 0,-3-2 0 0,1-2 0 15,1-2 0-15,1-3 0 0,-1-4 0 0,0-6 0 0,0-2 0 16,1-3 0-16,1-2 0 0,0 0 0 16,-1-1 0-16,0 2 0 0,-2 3 0 15,-1 5 0-15,0 6 0 0,-2 4 0 0,-2 7 0 0,-1 8 0 16,-1 2 0-16,-1 2 0 0,-2 7 0 0,0 0 0 0,0 0 0 15,2 13 0-15,-2 1 0 0,0 6 0 0,-2 6 0 16,1 3 0-16,0 5 128 0,1 0-128 0,0 5 0 16,-2 0 0-16,2 1 0 0,0-1 0 0,0-2 0 15,0-2 0-15,0-4 0 0,2-1 0 0,-2-4 0 16,0 0 0-16,1-1 0 16,0-1-992-16,1-2-160 0,-1-3-48 0,1 0 0 15,2-2-2160-15,2-3-432 0,3-1-96 0</inkml:trace>
  <inkml:trace contextRef="#ctx0" brushRef="#br0" timeOffset="159756.38">23622 7286 28559 0,'0'0'2544'0,"0"0"-2032"0,0 0-512 0,0 0 0 16,0 0 4896-16,3-7 880 0,1 1 176 15,1 1 48-15,1-1-3760 0,2 1-768 0,0-1-128 0,1-2-48 16,3 0-800-16,1 0-176 0,0 2-16 0,0-1-16 15,1-1-288-15,-1 2 0 0,2-2 0 0,-1 3 0 16,-4 1 0-16,2 1 0 0,0 2 0 0,-3 1 0 16,-9 0 0-16,0 0 0 0,0 0 128 0,0 0-128 15,-1 9 176-15,-2 0-32 0,-1 2 0 0,-2 2 0 0,-2 0 128 0,-3 2 32 16,-2 2 0-16,0 3 0 0,0-2-64 0,-1 2-16 16,0-1 0-16,1 1 0 0,0-2-96 0,1-1 0 15,1 0-128-15,4-3 192 0,-1 2-192 0,1-2 0 16,1-2 128-16,3-2-128 0,2-1 0 0,1 1 0 15,1-4 0-15,3-1 0 0,3-1 0 0,-1 0 0 16,2-1 0-16,1-1 0 0,3-2-176 0,-1 0 176 16,2-2-160-16,1 0 160 15,-3 0-704-15,2-1-64 0,2-1 0 0,0-1 0 16,1 0-768-16,-2 0-144 0,2-2-48 0,1-1 0 16,0-1-2448-16,2 0-496 0</inkml:trace>
  <inkml:trace contextRef="#ctx0" brushRef="#br0" timeOffset="160724.6">24244 6896 18431 0,'-13'5'816'0,"8"-2"160"0,-2-2-784 0,1 0-192 16,-1 1 0-16,1 0 0 0,0 1 7296 0,6-3 1424 16,0 0 288-16,0 0 48 0,0 0-5920 0,0 0-1200 0,0 0-224 15,0 0-48-15,0 0-1056 0,0 0-208 0,0 0-32 0,8 3-16 16,-8-3-352-16,13 0 0 0,2-2 0 0,-1 0 128 15,3-2-128-15,0-2-128 0,0 1 128 0,4 0-192 32,1 1-928-32,1-4-192 0,-2 2-32 0,1-2-16 15,3 0-2448-15,-1-1-480 0,0 1-112 0</inkml:trace>
  <inkml:trace contextRef="#ctx0" brushRef="#br0" timeOffset="161211.47">24702 6621 42271 0,'0'0'1872'0,"0"0"384"0,0 0-1808 0,0 0-448 0,0 0 0 0,0 0 0 0,0 0 2080 0,0 0 320 16,0 0 64-16,-3 8 16 0,2 1-832 0,-3 4-176 15,0 5-16-15,0 2-16 0,-1 7-864 0,-1 3-160 16,0 4-32-16,1 4-16 0,0 2-128 0,1 3-32 16,1-2 0-16,2-2 0 0,1-3-64 0,0-6-16 15,1-2 0-15,2-2 0 0,-1 0-128 0,3-5 0 16,2-4 0-16,-1-2 0 0,1-2 0 0,-1 0 0 15,1-5 0-15,0-1-176 16,0-4 176-16,1 0 0 0,1-3 128 0,0 0-128 0,1-1-144 16,0-2-112-16,-2-1 0 0,0-2-16 0,-1-3 272 0,3-1-160 0,-4 0 160 15,3-2-128-15,-1-2 128 0,1-2 176 16,0-2-48-16,0-5 0 0,2-7-128 0,-1-2 0 16,-1 0 0-16,3-3 0 0,1-3-144 0,2-1-112 0,-4-3-32 15,1 0 0-15,-4 3 288 0,1-1-192 0,1 1 192 0,-2 5-160 16,1 4 160-16,-1 2 0 0,-1 4 0 15,-3 3 0-15,-1 2 0 0,0 6 0 0,-3 6 0 0,1 1 0 16,-1 6 0-16,0 0 192 0,0 0-64 0,0 0 0 16,-1 12-128-16,-2 2 144 0,1 3-144 0,-2 6 160 15,0-1-160-15,-1 5 0 0,0 4 0 0,1 2 0 0,0 3 0 16,1 1 0-16,1 1 0 0,-1 1 0 0,0 0 0 16,2 1 0-16,1 0 0 0,0-4 0 0,0-5 0 0,0-1 0 15,0-2 0-15,0-4 0 0,1-1 0 0,2-4 0 16,0-3-160-16,-1-2 160 15,2-2-832-15,0-2-80 0,-1-2-16 0,1-1 0 16,-4-7-1200-16,7 2-240 0,-7-2-64 16,9 2-12112-16,1-2-2432 0</inkml:trace>
  <inkml:trace contextRef="#ctx0" brushRef="#br0" timeOffset="161550.75">25209 7171 20271 0,'0'0'1792'0,"0"0"-1424"0,0 0-368 0,0 0 0 16,0 0 5136-16,0 0 960 0,4-4 192 0,-4 4 48 15,0 0-3008-15,0 0-576 0,0 0-128 0,0 0-32 16,0 0-1024-16,7 4-208 0,-7-4-32 0,7 7-16 16,-2 0-720-16,-1 2-144 0,-1 3-16 0,-2-1-16 15,0 2-256-15,-1 0-160 0,0 0 192 0,2 1-48 16,-2 2-144-16,0-2 0 0,-2-1 0 0,2 0 0 16,0-1 0-16,0-2 0 0,0 1 0 0,0-2 0 15,2-1-336-15,-1-2-64 0,-1-6-16 0,0 0 0 16,0 0-2032-16,9 4-416 0,4 0-80 0</inkml:trace>
  <inkml:trace contextRef="#ctx0" brushRef="#br0" timeOffset="162296.21">25875 6745 42447 0,'0'0'1872'0,"0"0"400"0,-5-5-1824 0,1 1-448 15,4 4 0-15,0 0 0 0,0 0 2032 0,0 0 304 16,0 0 64-16,0 0 16 0,0 0-704 0,6-4-144 16,1 1-32-16,1 3 0 0,1-3-912 0,1 3-192 15,1 3-48-15,0-2 0 0,4 2-256 0,-1 1-128 0,0-1 128 0,2 0-128 16,-2 3 0-16,1-1 128 16,-2 0-128-16,0 0 0 0,-2-2 0 0,3 2 0 0,-3-2 128 0,1 1-128 15,-2 0 144-15,-2-1 0 16,0 1 0-16,-8-4 0 0,7 7-144 0,-7-7 0 0,2 8-160 0,-2 2 160 15,-2-2 0-15,-2 1 0 16,-4 0 0-16,0 2 160 0,-1 2-112 0,0-4-48 0,0 1 0 0,-2 1 0 16,-1-1 0-16,1 2 0 15,0 2 0-15,1-1 0 0,-2-1 0 0,0 0 0 16,1 1 0-16,0-3 0 0,2 1 0 0,1-1 0 0,3-2 0 16,0 0 0-16,0-1-192 0,1 1-16 15,1 0-16-15,3-8 0 16,0 0-1520-16,0 0-304 0,5 9-64 0,3-4-13856 0,1 2-2768 0</inkml:trace>
  <inkml:trace contextRef="#ctx0" brushRef="#br0" timeOffset="162752.2">26610 6717 28559 0,'0'0'1264'0,"0"0"272"0,-1-5-1232 0,-2-1-304 15,1-1 0-15,-1 1 0 0,3 6 4992 0,0 0 960 16,0 0 176-16,0 0 32 0,-9 1-3536 0,0 0-704 16,0 3-128-16,-2 3-48 0,0 2-976 0,-3 2-208 15,0 3-48-15,0 2 0 0,-2 4-384 0,0 1-128 16,1 4 0-16,-1-2 80 0,2 3-80 0,1 4 0 16,2-2 0-16,1 0 0 0,1 0 0 0,2-1 0 15,5-4 0-15,2 0 0 0,0-3 0 0,4 0-240 16,1-2 80-16,3-1 16 0,-1-1 144 0,5-2 192 15,3-3-32-15,0-1-16 0,2-1-96 0,3-1-48 0,-1-3 0 16,2-1 0-16,-1-1 0 0,-1-2 0 0,5-1 0 16,-1-1 0-16,1-6 0 0,-1-3 0 0,1 2 0 0,-2-1 0 15,0 0 0-15,0-3 0 0,-1-1 0 0,-2-1 0 16,0-6 0-16,-4-1 0 0,0-4 0 0,-4 1 0 16,0-2 0-16,-3 0 0 0,-4-2 0 0,-2 2 0 15,-3 1 0-15,-3 3 0 0,-3-1 0 0,-2-1 0 16,-2 2 0-16,-4 1 0 0,-2 2 0 0,-1 2 0 0,-1 1 0 15,-2 2 0-15,-4 1 0 0,1 1 0 16,0 4 0-16,2 2 0 0,1 0 0 0,1 2 0 0,2 2-304 16,1-1-48-16,3 1-16 0,2 2 0 31,3 1-2032-31,2 3-416 0,3 2-64 0</inkml:trace>
  <inkml:trace contextRef="#ctx0" brushRef="#br0" timeOffset="166749.04">27691 7137 12895 0,'0'0'576'0,"1"-4"112"0,-1-2-560 0,0-1-128 16,0 1 0-16,0 6 0 0,0 0 6848 0,0 0 1328 16,0 0 272-16,0 0 48 0,0 0-5168 0,0 0-1024 15,0 0-192-15,7 5-64 0,-3 3-832 0,0 0-160 16,-3 2-32-16,0 3-16 0,-2 3-528 0,1 1-96 15,-1-2-32-15,-2 2 0 0,0 0-224 0,2 0-128 16,0 0 160-16,1-1-160 0,0-3 0 0,0-2 0 16,0-1-208-16,1-3 64 15,-1-7-1664-15,0 0-336 0,0 0-64 0,8 6-16 16,1-5-2240-16,3-2-448 0</inkml:trace>
  <inkml:trace contextRef="#ctx0" brushRef="#br0" timeOffset="167124.35">28312 6677 45791 0,'0'0'2032'0,"-7"0"400"0,-1-1-1936 0,2 1-496 0,-1 0 0 0,-1 4 0 16,-1 2 1552-16,0 3 224 0,-3 3 32 0,1 4 16 16,0 1-544-16,-1 3-128 0,-2 5 0 0,0 1-16 15,-2 3-560-15,0 3-128 0,2 6 0 0,1-1-16 16,3-1-240-16,2-2-64 0,3-1 0 0,2-5 0 15,3-1-128-15,3-4 0 0,2-2 0 0,4 0 0 0,3-4 0 16,2-3 0-16,2-2 0 0,3-3-176 0,3-3-16 0,4 0-16 16,2-2 0-16,1-3 0 15,-1-2 48-15,2-3 16 0,-1-2 0 0,1 0 0 0,-4-2 144 16,-3 0-208-16,0-2 80 0,-3-2 128 0,-1-2-144 16,-2-2 144-16,-3-3 0 0,-1-2 0 0,-5 0 0 0,-2-4 272 15,-2-1-16-15,-1-3-16 0,-4-2-240 0,-3 0 0 16,-2-1 0-16,-1 1 0 0,-2-1 0 0,-5 2 128 15,-1 2-128-15,-2-1 144 0,-4 2-144 0,-1-2 0 16,-3 1 0-16,-2 6 0 16,-1 2-896-16,0 3-48 0,-2 4-16 0,2 1 0 15,4 6-1216-15,0 4-240 0,-1 4-48 0,4 6-12016 16,3 3-2416-16</inkml:trace>
  <inkml:trace contextRef="#ctx0" brushRef="#br0" timeOffset="167341.53">28319 7020 47167 0,'0'0'1040'0,"0"0"224"0,0 0 32 0,0 0 16 0,7-3-1056 0,-7 3-256 0,0 0 0 0,0 0 0 16,8 4 1760-16,-2 3 288 0,-1 0 64 0,1 5 16 0,-1 4-1296 0,0 1-272 15,-1 1-48-15,0 0-16 0,0 1-352 0,-2-1-144 16,1-1 128-16,0 0-128 0,-2 0 0 0,2 0 0 15,-1-2 0-15,2 0 0 16,1-1-816-16,-1 0-144 0,0-5-16 0,3 2-16 16,0-5-1952-16,5 0-400 0,0-3-80 0</inkml:trace>
  <inkml:trace contextRef="#ctx0" brushRef="#br0" timeOffset="167656.92">28724 7086 47855 0,'0'0'2112'16,"0"0"448"-16,0 0-2048 0,0 0-512 0,0 0 0 0,0 0 0 0,0 0 1264 0,0 0 144 16,7-2 16-16,1-1 16 0,1 2-480 0,0 1-112 0,2 1-16 0,-3 2 0 15,-1-3-384-15,1 0-96 16,-8 0-16-16,8 1 0 0,-1 4-336 0,-1 2 0 16,-6-7 0-16,5 6 128 0,-2 3-128 0,-2 2 144 0,-1-1-144 0,-1 1 160 15,-2-1 16-15,-1 3 0 0,-1 1 0 0,-1 1 0 16,-2 2-32-16,0-3 0 0,-1 2 0 15,0-2 0-15,1 0-144 0,0 1 128 0,2-5-128 0,2 1 128 16,4-1-80-16,-2-1-48 0,1 0 0 0,1-2 0 16,0-7 0-16,3 8 0 0,-3-8 0 0,8 6 0 15,1-2 0-15,2 1-240 0,2-5 80 0,2 0 16 16,-1 0-528-16,3-4-96 16,3 2-32-16,-1-3 0 0,2-2-1312 0,3-1-272 0,2-1-48 15,1 1-19840-15</inkml:trace>
  <inkml:trace contextRef="#ctx0" brushRef="#br0" timeOffset="168037.63">29382 6689 21183 0,'0'0'944'0,"-5"0"192"0,-4-6-912 0,2 3-224 16,7 3 0-16,0 0 0 0,0 0 7744 0,0 0 1520 15,0 0 288-15,0 0 64 0,0 0-7120 0,7 3-1408 16,2 3-304-16,0-1-48 0,1 0-528 0,3 2-208 16,2 0 176-16,-2 0-176 0,0-2 0 0,1 0 128 0,0 1-128 0,1 0 0 15,0 1 0-15,1 0 0 16,-4 1 0-16,-1 0 0 0,1-4 0 0,0 1 0 16,-2 0 0-16,1 1 0 0,-3-1 0 0,-1 0 128 15,1 2-128-15,-1-3 128 0,-7-4-128 0,6 5 0 16,1 0 0-16,-7-5 0 0,0 0 0 0,0 0 0 0,1 8 0 0,-1 0 0 15,-3-2 0-15,-2 1 0 16,-1 0 0-16,-2 3 0 0,0 0 0 0,-1 0 0 0,0 2 0 0,1-1 0 16,-2 0 0-16,-1 1 0 0,-2 0 0 0,3 0 0 15,1-2 0-15,-1 2 0 0,-1-1 0 0,2 1 0 16,1-5-128-16,0 0 128 0,4 1-192 0,1-1 192 16,3-7-1712-16,0 0-224 0,4 8-48 15,5-2-14176-15,6 1-2832 0</inkml:trace>
  <inkml:trace contextRef="#ctx0" brushRef="#br0" timeOffset="168422.53">30139 6673 13823 0,'-4'-1'1216'0,"2"-1"-960"16,-1 1-256-16,3 1 0 0,-4-4 7680 0,-1 5 1504 15,-1 2 288-15,-1 0 64 0,-1 2-5952 0,-2 3-1184 16,1 1-240-16,-2 3-48 0,-3 5-1120 0,0 3-224 15,-3 4-32-15,0 3-16 0,-2 2-432 0,1 0-96 16,1 2 0-16,2 0-16 0,3-1-176 0,0 0 0 0,4 0 0 0,3-4 0 16,2-2 0-16,3-5 0 15,2 0 0-15,2-4 0 0,3-1 0 0,4 1 0 16,1-1 0-16,2-3 0 0,2-1 0 0,2-3 0 16,1-4 0-16,2 0 0 0,0-2 0 0,1-2 0 15,3 0-128-15,0-3 128 0,0-1 0 0,-1-2 0 16,1-1 0-16,-1-1 0 0,-1-1 0 0,1-3 0 0,-1-4 128 15,-2 0-80-15,-4-3-48 0,0-2 0 0,-2-3 0 0,0 1-160 16,-3-3 160-16,-3 1 0 0,-3 0 0 0,-1 0 128 16,-2-1-128-16,-4-1 0 0,-6 1 0 0,-1 1 0 15,-2 1 0-15,-3 3 0 0,-4 1 0 0,-3-1 0 16,0 1 0-16,-3 2 0 0,0 2 0 0,-2 1 0 16,-1 3 0-16,3 1 0 0,0 3 0 0,1 0 32 15,1 0-1248 1,3 2-256-16,1 2-32 0,3 5-23200 0</inkml:trace>
  <inkml:trace contextRef="#ctx0" brushRef="#br0" timeOffset="172824.37">27477 10523 25791 0,'-18'0'1152'0,"10"0"224"0,0-1-1104 0,0-1-272 16,2 1 0-16,-3 0 0 0,9 1 5296 0,0 0 992 16,0 0 208-16,0 0 32 0,0 0-4352 0,0 0-864 0,0 0-176 0,14 1-48 15,0-2-256-15,2-1-64 0,1 4-16 0,3-1 0 16,-1-1-400-16,5 0-80 0,2 0-16 0,2 0 0 15,4 0-128-15,-11 0-128 0,2-1 192 0,3 1-192 16,1 0 0-16,3 0 0 0,2 0 0 0,-1 0 0 16,2-2 0-16,-1 0-176 0,1-2 0 0,-1 1 0 15,1-1-1296 1,0 2-272-16,-2-5-48 0,-1 3-16 0,-1 0-1360 0,-3 0-272 16,-3 1-48-16,-3-1-16 0,-1 0-1040 0,-2-3-224 0,-4 2-32 0,-2 0-16 15,-4 1 2656-15,-1-1 544 0,-6 5 96 16,2-8 32-16,-3 1 3280 0,0 2 640 0,1 5 144 0,-4-4 32 0,-1 0 1872 0,5 4 368 15,-6-1 80-15,6 1 0 0,0 0-2016 0,0 0-416 16,0 0-64-16,0 0-32 0,0 0-1120 0,0 0-208 16,0 0-48-16,0 0-16 0,0 0-560 0,0 0-96 15,0 0-32-15,9 5 0 0,-9-5-176 0,8 7-144 16,1-3 192-16,-2 2-192 0,-7-6 128 0,5 8-128 16,-2 4 0-16,-2-3 0 0,-2 1 0 0,-2 1 160 15,-2-2-160-15,-3 1 128 0,-2 1-128 0,1-1 0 16,1 1 0-16,-1 0 0 15,-4-2-768-15,1 2-96 0,3-1-16 0,1-2 0 16,1 0-1568-16,5-2-320 0,2-6-64 0,0 0-17776 0</inkml:trace>
  <inkml:trace contextRef="#ctx0" brushRef="#br0" timeOffset="173019.52">28644 10412 15663 0,'0'0'1392'0,"0"0"-1120"0,0 0-272 0,0 0 0 16,0 0 7168-16,0 0 1360 0,0 0 288 0,0 0 48 15,0 0-5744-15,0 0-1152 0,0 0-240 0,-3 5-32 16,1 2-624-16,0 1-128 0,1 1-32 0,-1 0 0 16,2 1-640-16,1 1-128 0,0-1-16 15,3 1-128 1,0-1-480-16,0-1-208 0,1-2-32 0,0 0-16 0,2 0-1568 16,-1-2-320-16,-6-5-64 0,8 4-11904 0,0-1-2384 0</inkml:trace>
  <inkml:trace contextRef="#ctx0" brushRef="#br0" timeOffset="173524.78">29035 9742 20271 0,'4'-16'1792'0,"-3"11"-1424"0,-1-1-368 0,0-1 0 0,0-1 6400 0,2 2 1216 16,-2 6 256-16,0 0 32 0,0 0-4736 0,0 0-944 16,0 0-192-16,0 0-48 0,0 0-1024 0,0 0-224 15,4 10-32-15,-3 4-16 0,1 2-448 0,1 5-96 16,-2 2-16-16,1 6 0 0,-1 5-128 0,2 3 0 15,-1 0 0-15,1 5 128 0,-2-4-80 0,2 1-48 16,-1 0 0-16,2-2 0 0,-1-3 0 0,2-5 0 16,0-1 0-16,0-3 0 0,-3-7 0 15,2 0 0-15,0-5 0 0,1-2 0 0,-1-4 0 0,1 0 0 16,-5-7 0-16,6 5 0 0,-6-5 0 0,0 0 0 0,0 0 0 0,10-4 0 16,-3-1 0-16,1-3 0 0,-1-2 0 0,1-3 0 15,-1-4 0-15,1-4 0 0,3-5 0 0,-1-3 0 16,0-3 0-16,4-4 0 0,0-1 0 15,3-3 0-15,-2 1 0 0,0 3 0 0,2-1 0 0,-3 7 0 16,2 7 0-16,-3 5 0 0,-3 3 0 0,1 6 0 16,-4 4 0-16,-7 5 0 0,8 5 0 0,-1 6 0 15,-3 4 0-15,1 7 0 0,-1 6 0 16,0 3 0-16,0 3 0 0,2 1 0 0,2 0 0 0,1 1 0 16,0 0 0-16,2-6 0 0,0-1 0 0,1-4 0 15,0-3 0-15,0-4 0 0,-2-1 0 0,0-4 0 16,0-4 0-16,0-2 0 0,-2-2 0 0,-2-3 0 0,-6-2 0 15,7 0-240-15,-7 0 80 0,6-4 16 0,0 1 144 16,-1-4 192-16,-1-2-32 0,1-3-16 16,-1-1-96-16,1-6-48 0,-1-2 0 0,3-3 0 0,-2-4 0 15,0-2 0-15,0 0 0 0,2-6 0 16,-1-1-576-16,1-2-96 0,-1-2-32 0,-2 1 0 16,1 1-2288-16,-2-1-464 0,-3-40-80 0,-10 27-32 0</inkml:trace>
  <inkml:trace contextRef="#ctx0" brushRef="#br0" timeOffset="173726.85">28847 9557 52703 0,'0'0'2336'0,"0"0"480"0,0 0-2256 0,0 0-560 0,0 0 0 0,9-1 0 16,5 1 576-16,-1-2 0 0,1 1 0 0,4-3 0 15,3 1-112-15,1 1-16 0,2-2 0 16,2 0 0-16,1 1-448 0,3-1 0 0,3-2 0 0,2 2 0 31,3-1-480-31,1 1-192 0,-1 1-32 0,2 2-16 16,2 0-2736-16,-1 2-528 0,0 3-112 0,-2 4-32 0</inkml:trace>
  <inkml:trace contextRef="#ctx0" brushRef="#br0" timeOffset="174038.32">29703 10003 33167 0,'0'0'2944'0,"0"0"-2352"0,0 0-464 0,0 0-128 0,0 0 2944 0,0 0 576 16,0 0 128-16,10 1 0 0,0-1-1712 0,3 0-336 16,3-1-80-16,0-1-16 0,-1 1-992 0,4 1-192 15,-1 0-32-15,1 1-16 0,-2 1-272 0,-1-1 0 16,-3 3 0-16,-2 0 0 0,-4 0 0 0,-1 4 0 16,-4-2 0-16,-3 3 0 0,-3 2 560 0,-3 2 0 15,-2 1 0-15,-2 2 0 0,-4 1 80 0,1 1 32 16,1 0 0-16,0 0 0 0,-2 1-272 0,2-1-48 15,3 0-16-15,1-2 0 0,0-1-160 0,2 0-48 16,3-2 0-16,3-1 0 0,1-3-128 0,1 0 0 16,3 0 0-16,3-1 0 0,2-2 0 0,-3 1 0 0,2-2 0 15,1 0 0-15,3-1 0 0,1-1 0 16,0-1 0-16,0 0 0 0,3-1 0 0,0-1-144 16,-1-1 144-16,2-2-160 15,1 2-912-15,1-5-176 0,-1 5-32 0,0-5-16 16,3 0-1520-16,0 0-288 0,0-1-64 0</inkml:trace>
  <inkml:trace contextRef="#ctx0" brushRef="#br0" timeOffset="174996.82">30244 9728 37775 0,'0'0'3360'0,"0"0"-2688"0,0 0-544 0,0 0-128 0,0 0 3248 0,0 0 608 0,0 0 128 0,0 0 32 16,0 0-2608-16,0 0-512 0,0 0-96 0,0 0-32 0,10 2 256 0,0 0 64 15,2-1 0-15,1-1 0 16,3-1-1232-16,0-1-240 0,-1 1-64 0,3-2 0 0,3 2 448 0,0 1 0 16,0 0 0-16,0 0-128 15,-2-3-1328-15,0 2-256 0,-2-2-48 0,-2 3-14128 16,-2 2-2832-16</inkml:trace>
  <inkml:trace contextRef="#ctx0" brushRef="#br0" timeOffset="175129.42">30313 9918 21183 0,'0'0'944'0,"0"0"192"0,-5 5-912 0,5-5-224 16,0 0 0-16,0 0 0 0,0 0 6016 0,0 0 1168 16,3 5 240-16,4 1 32 0,1-2-5216 0,0-2-1024 15,-1-1-224-15,5-1-32 0,2-1-704 0,5 1-128 0,2-1-128 0,1 1 192 32,1 0-2016-32,3 0-400 0,4-1-80 0</inkml:trace>
  <inkml:trace contextRef="#ctx0" brushRef="#br0" timeOffset="175941.66">31321 9254 6447 0,'-17'-39'576'0,"11"26"-576"0,2 0 0 0,1-1 0 15,-4 1 8208-15,2-2 1536 0,0 2 304 0,-2 0 64 16,1 2-6992-16,-2 0-1408 0,-1 3-288 0,1 2-48 16,0-1-96-16,0 2 0 0,2 1-16 0,6 4 0 15,-8 0-480-15,1 2-80 0,-2 1-32 0,0 7 0 0,-1 3-160 0,-2 4-48 16,0 3 0-16,0 5 0 0,-1 3-160 0,2 5-48 16,-1 8 0-16,3 6 0 0,1 6-64 0,1 6 0 15,3 5-16-15,3 0 0 0,2-3-176 0,2 2 160 16,1 0-160-16,1 3 160 0,0 0-160 0,2-1 0 15,-1 3 144-15,0-7-144 0,-1-2 0 16,-1-4 0-16,-3-4 0 0,-1-2 128 0,-1 1-128 0,-2-5 0 16,-1 0 0-16,-2-6 0 0,-2-1 128 15,-2-2-128-15,-2-2 160 0,-1-3-160 0,-2-1 0 0,1-5 0 16,0 0 0-16,-2-4 0 0,0-3 0 0,2-2 0 16,0-5 0-16,-1-3 0 0,4 1-176 0,0-4 176 15,2-2-160-15,0 0 160 16,-1-1-816-16,0-2-64 0,3-2-16 15,0-2 0-15,7 4-1280 0,-2-9-272 0,2-3-48 16</inkml:trace>
  <inkml:trace contextRef="#ctx0" brushRef="#br0" timeOffset="176508.85">30514 11111 27647 0,'0'0'2448'15,"0"0"-1952"-15,0 0-496 0,0 0 0 0,0 0 3776 0,0 0 672 16,0 0 128-16,0 0 32 0,0 0-1808 0,6 0-368 16,-6 0-64-16,7 2 0 0,-1 4-1040 0,2 0-208 15,-2 3-32-15,1 3-16 0,-1 4-432 0,1 2-96 16,-1 0-16-16,1 3 0 0,1 3-320 0,-3-1-64 15,-1 0-16-15,-1 1 0 0,3-2-128 0,-1 0 0 16,-1 0 0-16,0-1 112 0,0-1-112 0,0 2 0 16,-1-2 0-16,-1-1 0 0,1-1 0 0,-1-2 0 0,1-2 0 15,0-1 0-15,-1-1 0 0,2-1 0 16,-4-11 0-16,0 0 0 0,0 0 0 0,0 0 0 16,0 0 0-16,0 0 0 0,0 0 0 0,0 0 0 15,0 0 0-15,7-7 0 0,0-2 0 0,1-2 0 0,0 1 0 0,0-6 0 16,-2 1 0-16,4-3 0 15,0-2 0-15,0-2 0 0,1-2 0 0,1-2 0 0,-1-2 0 0,2-2 0 16,0-3 0-16,0 0 0 0,-1 2 0 16,-1 2 0-1,-1 1-432-15,-1 4-80 0,-2 3 0 0,-1 3-16 0,-1 4-1088 16,-1 3-224-16,-2 1-32 0,-1 3-13904 16,-1 7-2784-16</inkml:trace>
  <inkml:trace contextRef="#ctx0" brushRef="#br0" timeOffset="176726.68">30390 11352 19343 0,'-7'0'1728'0,"7"0"-1392"0,0 0-336 0,0 0 0 0,0 0 7936 0,0 0 1536 16,0 0 288-16,0 0 64 0,7-3-7344 0,0 1-1472 15,5-1-304-15,3 1-48 0,0-1-416 0,5 0-96 16,-1 1-16-16,3 0 0 0,1-1 64 0,0 0 0 0,3-2 0 0,0 1 0 31,-1 0-1040-31,1 1-208 0,-1 1-32 0,1 0-16 16,-3 1-1456-16,-2 0-304 0,-2 1-48 0,-3 1-18272 0</inkml:trace>
  <inkml:trace contextRef="#ctx0" brushRef="#br0" timeOffset="176908.12">30897 11419 29487 0,'0'0'1296'0,"0"0"288"0,0 0-1264 0,0 0-320 0,1 7 0 0,-1 2 0 15,0 1 5312-15,0 0 1024 0,0 0 192 0,1 4 32 16,-1-1-4384-16,0-2-864 0,2 2-176 0,0 0-48 16,0 2-752-16,-1-1-144 0,0-1-48 0,2-2 0 15,-1 2-144-15,4-4 0 0,-2 0 0 0,-1 0 0 16,1 0-832-16,-1-2-128 0,-3-7-48 0,0 0 0 16,0 0-1360-16,0 0-256 0,7 0-64 0,-1 0-18576 15</inkml:trace>
  <inkml:trace contextRef="#ctx0" brushRef="#br0" timeOffset="177527.18">30829 8389 31327 0,'0'0'2784'0,"0"-8"-2224"0,-1-3-560 0,1 2 0 0,1 2 2688 0,-1 7 448 16,0 0 64-16,0 0 32 0,0 0-1024 0,0 0-208 15,0 0-32-15,0 0-16 0,7 5-736 0,0 6-128 16,0 8-48-16,1 3 0 0,0 3-400 0,-2 5-64 16,-1 4-32-16,-1 2 0 0,1 3-112 0,1-2-32 15,0 0 0-15,2 0 0 0,1-1-240 0,0 0-160 16,2-2 192-16,-1-3-192 0,2-2 128 0,0-3-128 16,-2-4 0-16,2-4 0 0,-1-4 192 0,0-3-192 15,-2-3 192-15,0-3-192 0,-1-3 176 0,0 1-176 16,-8-3 160-16,6-4-160 0,2-2 192 0,-3-5-48 15,0-2-16-15,1-1 0 0,-1-4-128 0,1-2 160 16,1-1-160-16,-1-1 160 0,0-3-112 0,0-1-48 16,2-1 0-16,-1 1 0 0,2 2 0 0,0-3 0 0,0-1 0 0,-1 1-160 15,0 0-48-15,-1 1-16 0,0 2 0 16,-1 1 0 0,1 3-1024-16,-2 2-208 0,-1 4-32 0,1 3-16 15,1 1-2096-15,-1 3-432 0,1 2-64 0</inkml:trace>
  <inkml:trace contextRef="#ctx0" brushRef="#br0" timeOffset="177753.67">30860 8588 45551 0,'-14'0'2016'0,"9"-2"416"0,-2 0-1936 0,7 2-496 0,0 0 0 0,0 0 0 15,0 0 1264-15,0 0 144 0,0 0 48 0,0 0 0 16,0 0-352-16,8-5-64 0,4 1-16 0,2-2 0 0,2 0-704 0,5 1-160 15,6-1-32-15,0-1 0 0,2 1-128 0,0-1 160 16,-2 1-160-16,0-1 160 0,1 2-160 0,-3 0 0 16,-1 1 0-16,1 1 0 15,0-2-1536-15,0 4-352 0,-3-3-64 0,0 2-16 16,-2 2-2256-16,-1 0-448 0,16 7-80 0,-10-1-32 16</inkml:trace>
  <inkml:trace contextRef="#ctx0" brushRef="#br0" timeOffset="178073.47">31163 8707 39103 0,'0'0'1728'0,"0"0"368"0,0 0-1680 0,0 0-416 16,0 0 0-16,0 0 0 0,0 0 1344 0,0 0 192 15,0 0 48-15,0 0 0 0,0 0-432 0,9 1-64 16,-3-1-32-16,2 0 0 0,1 0-496 0,2 0-112 16,-2 0 0-16,0 0-16 0,-9 0-32 0,9 3 0 15,0-1 0-15,-1 0 0 0,-8-2-32 0,0 0-16 16,5 4 0-16,-5-4 0 0,0 0 64 0,2 9 16 15,-4 0 0-15,-2 3 0 0,-2 1 48 0,-2 0 16 0,-1 1 0 16,0 0 0-16,0 1-144 0,0 2-32 0,-1-2 0 16,5 0 0-16,0-1-112 0,1 0-16 15,0-3-16-15,2 0 0 0,2 0-48 0,1-1 0 0,-1-2 0 0,0-8 0 16,4 7-128-16,1-1 0 0,0-1 0 0,3-1 0 16,1-1 0-16,2-2 0 0,-1 2 0 0,2-3 0 0,1-3-176 15,1-1-64-15,2 2-16 0,-1-1 0 16,2-1-1216-16,-1 2-256 0,1 0-64 15,1 2 0-15,0 2-1936 16,-1 1-400-16,-2 3-80 0</inkml:trace>
  <inkml:trace contextRef="#ctx0" brushRef="#br0" timeOffset="178360.93">31524 9510 35007 0,'0'0'3120'0,"0"0"-2496"16,0 0-496-16,0 0-128 0,0 0 3280 0,0 0 640 16,-3 8 128-16,1 0 32 0,-1 2-1904 0,3 0-384 15,-3 5-80-15,2 4-16 0,1 3-928 0,1 3-176 16,1 4-32-16,-1 0-16 0,2-1-320 0,1 2-64 16,-3-2-16-16,0 0 0 0,-1 1-144 0,1-2 192 0,-1-1-192 0,0 1 192 15,0-4-192-15,-1-1 0 16,-1-2 0-16,-1-2 0 0,0 0 0 0,-1-3 160 15,1-2-160-15,0-4 160 0,-1-1-160 0,1-2 0 0,3-6 0 0,-2 7-176 32,2-7-656-32,0 0-128 0,0 0-16 0,0 0-16 15,-5 1-1120-15,5-1-240 0,0 0-32 0,-4-8-12512 0,0-1-2496 0</inkml:trace>
  <inkml:trace contextRef="#ctx0" brushRef="#br0" timeOffset="178669.47">31405 9423 28559 0,'-6'-6'2544'0,"3"4"-2032"0,-2 0-512 0,2-4 0 0,2 2 4880 0,1 4 880 16,0 0 192-16,7-3 16 0,-2-2-3936 0,3 1-800 16,1 2-144-16,1 0-48 0,-1 1-208 0,4 0-64 15,3-2 0-15,2 2 0 0,3 1-448 0,2 0-112 16,1 1-16-16,2 0 0 0,1 2-64 0,-1 0 0 16,-1 1-128-16,-1-1 192 0,-2 1-192 0,0 3 0 15,3-1 128-15,-4 0-128 0,-4 0 0 0,0 2 0 16,-3-1 0-16,0 3 0 0,-1-1 0 0,-1 1 128 15,-3 1-128-15,-2-2 0 0,-2 3 0 0,-4 1 0 16,-2-1 0-16,-3 1 0 0,0 1 192 0,-2 2-48 16,-4-2-16-16,0 2 0 0,-3-1-128 0,-1 0 0 15,-1-1 0-15,0-1 0 0,-2-3 0 0,-2-1 0 0,0-1 0 16,-5-1-176-16,5-1 176 0,-1 0 0 0,1-1 0 16,-1 0 0-1,-1-4-496-15,2 2-16 0,-1-1 0 0,5 0 0 16,-4-2-1152-16,6 1-224 0,4 0-48 0,9-1-13584 0,0 0-2720 0</inkml:trace>
  <inkml:trace contextRef="#ctx0" brushRef="#br0" timeOffset="179183.89">32025 9945 36799 0,'0'0'1632'0,"0"0"336"0,0 0-1584 0,7-1-384 0,1-2 0 0,-1 1 0 0,-2-1 2048 0,0 1 320 16,2-1 64-16,-2 0 0 0,0-1-576 0,-1 1-112 16,-1-3-16-16,-1 1-16 0,-1-1-752 0,1-1-160 15,-1 1-32-15,-2-1 0 0,-2 1-208 0,1-4-48 16,-4 3-16-16,0-1 0 0,-5 0-176 0,-2 4-16 16,2 0-16-16,-2 3 0 0,-3 1-80 0,-2 1-16 15,-2 3 0-15,-1 3 0 0,0 0-192 0,1 5 144 16,0 0-144-16,2 2 128 0,0 2-128 15,3-1 0-15,2 0 0 0,3 0 0 0,2 1 0 16,1 2 0-16,3-2-144 0,4 0 144 16,4-2-512-16,3-2 16 0,2-3 0 0,0-1 0 15,3-3-208-15,1-3-64 0,3-2 0 0,-1-1 0 16,1-1 96-16,1-2 16 0,0-3 0 0,0-1 0 0,-4-1 336 0,-2 1 64 16,0-2 0-16,-1-2 16 0,1-2 240 0,-2-2 0 15,1-2 0-15,1-2 0 0,-1 0 128 0,2-10 0 16,-2 1 16-16,-1 2 0 0,2-3 112 0,-2-3 0 0,0-1 16 0,0 0 0 15,-1 3 32-15,-1 1 0 0,-2 4 0 0,-3 5 0 16,0 3 112-16,-1 3 32 0,-1 5 0 0,0 1 0 16,-1 4 16-16,1 5 16 0,0 0 0 0,0 0 0 15,-3 6-272-15,1 6-48 0,0 6-16 0,1 3 0 16,-2 0-144-16,1 1 0 0,0 3 0 16,2 0 0-16,3-2-176 0,1-1 48 0,0 2 0 0,0-1 0 31,2 1-704-31,1-4-128 0,-2 3-16 0,0-3-16 0,2-3-1120 15,-1-1-240-15,2-3-32 0,0-3-11760 0,1 2-2336 0</inkml:trace>
  <inkml:trace contextRef="#ctx0" brushRef="#br0" timeOffset="179570.31">32378 9539 7359 0,'-4'-7'656'0,"3"2"-528"15,1 5-128-15,0 0 0 0,-4-4 8976 0,-2 0 1776 16,6 4 336-16,0 0 80 0,-5 0-7248 0,5 0-1440 15,0 0-304-15,-2 8-48 0,0 2-1088 0,1 6-208 16,1-2-64-16,3 5 0 0,-1 4-512 0,3 0-96 16,-1 1-32-16,2 2 0 0,-1 4 0 0,3 0 0 15,-1 1 0-15,3 1 0 0,-1-5-128 0,-1 2 0 16,1-5 0-16,-3 0 0 0,-1-2 0 0,1-2 0 16,0-3 0-16,-2-2 112 0,0-3-112 0,-3-2 0 15,2-2 0-15,-2-3 0 0,-1-5 0 0,0 0 0 16,0 0 0-16,0 0 0 0,0 0 0 0,0 0 0 15,0 0 0-15,5-7 0 0,-1-1 0 0,2-1 0 16,-4-4 0-16,3 0 0 0,-1-4 0 0,1-2 0 0,2 1 0 16,-1-5 0-16,2-2 0 0,3 0 0 15,-1-5 0-15,2-1 0 0,1-3 0 0,3-3 0 0,3-2 0 0,1-1 0 16,1-1 0-16,-3 1 0 0,-3 1 0 0,1 2 0 16,-3 4 0-16,-2 3 0 0,-6 2 0 0,1 3 0 15,1 6-448 1,-3 3-96-16,-4 3-16 0,0 5 0 0,0 2-1264 0,0 6-256 15,0 0-48-15,0 0-16 0,-7 15-2464 0,-1 5-512 16</inkml:trace>
  <inkml:trace contextRef="#ctx0" brushRef="#br0" timeOffset="179834.5">32357 9773 15663 0,'-18'-1'1392'0,"3"-2"-1120"16,5-1-272-16,-2 1 0 0,-2-1 8624 0,7 1 1664 16,7 3 336-16,0 0 64 0,-1-4-7776 0,2 1-1552 15,6-2-304-15,1 3-64 0,1 0-576 0,1 0-112 16,1-1-32-16,0-1 0 0,5 0-272 0,2-1 160 16,3-1-160-16,4-1 128 15,4 1-128-15,5-2-176 0,2 0 48 0,4 1 0 0,3 0 128 0,-5 0 0 16,-5 2 0-16,-6 0 0 0,-6 1 0 0,-4 0 0 15,-3 0 0-15,-1 1 0 16,-1 2-368-16,1-2-32 0,2 2-16 0,0 1 0 16,2 0-2048-16,1 0-416 0</inkml:trace>
  <inkml:trace contextRef="#ctx0" brushRef="#br0" timeOffset="184777.73">29454 12669 40943 0,'-16'5'1808'0,"9"-4"384"15,0-1-1744-15,-3-1-448 0,3-2 0 0,0 1 0 0,2-1 1504 0,5 3 224 16,0 0 32-16,0 0 16 0,0 0-48 0,0 0 0 15,9-4 0-15,3 0 0 0,1 0-1152 0,4 2-224 16,1-1-48-16,3 1-16 0,2-2-288 0,1 0 160 16,-1 1-160-16,2-1 128 0,0 0-128 0,0 0 0 15,-1 2 0-15,0-3 0 16,-1 1-512-16,1 0-144 0,1 1-32 0,-2 1 0 16,-2-1-1296-16,-2 2-256 0,0-1-48 0,-5 2-16 15,-1 2-2400-15,-4-1-480 0</inkml:trace>
  <inkml:trace contextRef="#ctx0" brushRef="#br0" timeOffset="184919.78">29574 12760 10127 0,'-28'10'896'0,"16"-6"-704"0,-2 0-192 0,1 2 0 16,1-1 7920-16,2 0 1552 0,1-1 304 0,1 0 64 15,8-4-7216-15,0 0-1456 0,0 0-272 0,0 0-64 16,0 0-128-16,10 6-32 0,2 0 0 0,4-5 0 31,2 1-992-31,3-2-192 0,2 0-32 0,2 0-16 0,1-2-1888 0,2-2-384 0,-1 0-80 0,2 1-15920 16</inkml:trace>
  <inkml:trace contextRef="#ctx0" brushRef="#br0" timeOffset="185189.91">30146 12497 12895 0,'0'0'1152'0,"0"0"-928"15,0 0-224-15,0 0 0 0,0 0 7552 0,0 0 1456 16,0 0 288-16,0 0 64 0,-5 2-6288 0,5-2-1280 15,-4 8-240-15,2 4-48 0,2 2-576 0,0 4-112 16,3 5-32-16,0 3 0 0,-1 2-336 0,2 5-80 0,0 3-16 0,1 5 0 16,-1-3-160-16,-2 0-48 15,1-2 0-15,0-1 0 0,-2-3-144 0,1-3 0 16,-2-1 144-16,0-2-144 0,0-3 0 0,-2 1 0 0,0-5 0 16,-2-2-128-16,-1-1-208 0,-1-6-48 0,1 4 0 0,0-8 0 31,1 1-688-31,-1-4-144 0,-2-1-16 0,1-2-16 15,-2-2-736-15,1 0-128 0,2-2-48 0,0-5 0 16,0-3-1632-16,0-5-336 0</inkml:trace>
  <inkml:trace contextRef="#ctx0" brushRef="#br0" timeOffset="185463.85">30021 12426 41471 0,'-9'-13'1840'0,"6"7"368"0,-1-1-1760 0,0 1-448 0,2-1 0 0,0 3 0 0,2-2 2368 0,2-2 384 15,-2 8 64-15,0 0 32 16,6-4-1344-16,3 0-272 0,3 0-48 0,1 0-16 0,3-1-640 15,-1 1-128-15,1 0-16 0,1 0-16 0,2 0-128 0,2 1-32 16,1 0 0-16,2 0 0 0,-1 1-208 0,3-1 0 16,2 3 0-16,-1 1 0 0,-2 2 0 0,2 2 0 15,1 0 0-15,-2 3 0 0,1 0 0 0,-2 4 0 16,-4-2 0-16,-2 3 0 0,-2-1 0 0,-4 1-160 16,-5 1 32-16,-3 2 0 0,-3 0 0 0,-5 1 0 15,-3 0 0-15,-4 1 0 0,-3 1 128 0,-4 2-128 16,-2 0 128-16,-3-1-128 0,1 2-16 0,-4-3 0 15,-1 1 0-15,0 0 0 16,0 0-928-16,0 0-176 0,-2-2-32 0,4 2-16 16,-2-1-1888-16,1 2-368 0,4-3-80 0</inkml:trace>
  <inkml:trace contextRef="#ctx0" brushRef="#br0" timeOffset="185837.18">30448 12862 18431 0,'0'0'1632'15,"0"0"-1312"-15,0 0-320 0,0 0 0 0,0 0 6368 0,-5-2 1200 0,5 2 240 16,-6-2 64-16,-5 1-4448 0,-1 1-880 0,1 0-176 0,-1 3-48 16,0 0-1280-16,-1 2-256 0,-1 0-48 0,1 2-16 15,-2 0-384-15,2 0-80 0,2 2 0 0,0-2-16 16,1 1-112-16,3 1 0 0,1-3-128 0,1 2 192 16,1-1-128-16,1-1-64 0,3-6 0 0,1 9 0 15,2-2 0-15,1 1 0 0,1-2 0 0,2 1 0 0,2-1 0 0,1 1 0 16,2-2 0-16,0 0 0 0,-3 1 0 0,4-1 0 15,1 0 0-15,-1 0 0 0,2-1 0 16,-1 1 0-16,-1 0 0 0,0 2 0 0,-1-3 0 16,-2 1 0-16,-1 2 0 0,-2 0 0 0,-7-7 0 15,2 8 0-15,1 1 0 0,-4 1 0 0,-2-3 0 16,-2 3 0-16,-2-1 0 0,-2 0-160 0,-1-1 160 0,-2 2 0 16,-1-1 0-16,0 2 128 0,4-5-96 0,-3 2-32 15,-1-2 0-15,1 0 0 16,3-1-848-16,1 0-176 0,1-2-16 0,7-3-16 15,0 0-1424-15,0 0-272 0,0 0-64 0,0 0-16 16,7-6-2640-16,5-1-528 0,14-16-96 0,0 4-32 0</inkml:trace>
  <inkml:trace contextRef="#ctx0" brushRef="#br0" timeOffset="186138.27">30687 12923 13823 0,'0'0'1216'0,"0"0"-960"16,0 0-256-16,0 0 0 0,-7 1 6768 0,1 2 1296 15,-2 1 272-15,-1 2 48 0,-3 1-4608 0,-1 1-944 16,-1 3-176-16,-2 0-32 0,-1 1-1376 0,0 1-272 15,0 1-48-15,2 0-16 0,0-1-496 0,4 0-96 0,0 0-32 0,3 0 0 16,3-2-288-16,1-1 0 0,3-1 0 0,2 1 0 16,3-4-224-16,3 1-96 0,0-2-32 0,4-3 0 31,1 0-352-31,1-2-80 0,1-3-16 0,0 1 0 16,1-1-64-16,0-1-16 0,0-1 0 0,-2-2 0 15,-2 1 304-15,0-1 48 0,-1-1 16 0,-1 1 0 0,-1-3 320 0,0 1 192 0,0 0-192 0,-2 0 192 16,-2 0 0-16,0 0 0 0,-1 1 0 0,-1 2 0 15,-2 6 256-15,0 0-64 0,0 0 0 0,0 0 0 0,0 0 144 0,0 0 32 16,0 0 0-16,0 0 0 0,0 0-368 0,0 0 0 16,0 0 0-16,4 6 128 15,-4-6-1024-15,4 8-192 0,1 1-32 0,2-3-16 16,0 2-1616-16,0-1-336 0,1-1-64 0,1 0-14336 16</inkml:trace>
  <inkml:trace contextRef="#ctx0" brushRef="#br0" timeOffset="186359.63">30901 12692 23039 0,'0'0'1024'0,"0"-4"192"0,-4 0-960 0,2 2-256 0,2 2 0 0,0 0 0 0,0 0 5728 0,0 0 1104 16,0 0 208-16,0 0 64 0,0 0-4480 0,0 10-896 0,2 1-192 0,-1 3-16 15,2 2-944-15,-2 2-176 16,2 1-32-16,-2 2-16 0,2 3-224 0,-1-1-128 15,-2-1 128-15,1 2-128 0,-1-3 0 0,-1 1 0 16,1-3-160-16,-1 1 160 16,1 0-1024-16,0-2-112 0,0-1-16 0,0-2 0 15,-1 0-1152-15,1-2-224 0,-2-1-48 0,1-2-17520 0</inkml:trace>
  <inkml:trace contextRef="#ctx0" brushRef="#br0" timeOffset="186523.03">30710 12983 42207 0,'0'0'1872'0,"-2"-3"384"0,2 3-1808 0,0 0-448 16,0 0 0-16,0 0 0 0,5-7 1200 16,3 0 144-16,1 2 16 0,4 0 16 0,1-2-832 0,2 1-160 15,3-2-48-15,2 1 0 0,3 1-336 16,2-2-208-16,4-1 16 0,0-2 16 16,2 1-2400-16,4-2-496 0,1 0-80 0</inkml:trace>
  <inkml:trace contextRef="#ctx0" brushRef="#br0" timeOffset="186784.71">31440 12434 21183 0,'0'0'1888'0,"0"0"-1504"16,0 0-384-16,-3-4 0 0,3 4 5632 0,-7-2 1072 16,7 2 208-16,-9 0 32 0,-2 0-3968 0,1 5-800 15,-2 0-144-15,1 5-48 0,-4 5-784 0,0 0-176 16,-4 8-16-16,0 1-16 0,-3 5-432 0,-1 2-96 15,1 3-16-15,1 3 0 0,2 2-256 0,2 0-64 16,1-1-128-16,3-2 192 0,4-2-128 0,3-3-64 16,0-1 0-16,5-3 0 0,1-1 0 0,1 1 0 15,6-4 0-15,1 2 0 0,1-4-208 0,1-3-48 16,1-1 0-16,2-2 0 16,2-2-784-16,2-3-176 0,2-2-16 0,0-2-16 15,-2 0-992-15,3-4-192 0,-1 0-32 0,2-4-11920 0,1-2-2384 0</inkml:trace>
  <inkml:trace contextRef="#ctx0" brushRef="#br0" timeOffset="187171.78">31575 12488 44751 0,'0'0'1984'0,"0"0"400"0,0 0-1904 16,0 0-480-16,0 0 0 0,0 0 0 0,0 0 1744 0,0 0 256 15,0 9 48-15,1 2 16 0,2 2-560 0,-1 6-112 16,1 3-32-16,-1 3 0 0,2 3-848 0,-1 2-160 16,0 4-32-16,-1 1-16 0,2 1-80 0,0-1-16 15,0-1 0-15,1-3 0 0,0-2-208 0,1-3 0 0,-3-3 0 0,1-2 0 16,-1-3 0-16,2-2 0 16,-1-3 0-16,-1-1 0 0,-1-3 0 0,-2-9 0 0,2 6 0 0,-2-6 128 15,0 0-128-15,0 0 0 16,0 0 0-16,0 0 0 0,0 0 0 0,0 0 0 15,0 0 0-15,6-6 0 0,1-2 0 0,-1-1 0 0,1-1 0 0,-1-2 0 16,1-3 0-16,1-3 0 16,-1 0 0-16,1-3 0 0,-1-5 0 0,-1-4 0 0,2-3 0 15,3-2 0-15,-2-1 0 16,2-2 0-16,2-1 0 0,0 1 0 0,0 1 0 0,2 4 0 0,-1 0 0 16,2 4 0-1,-1 1-576-15,1 3-48 0,1 1-16 0,-1 4 0 0,-1 1-1856 16,0 9-368-16,-2 1-80 0,0 4-19264 0</inkml:trace>
  <inkml:trace contextRef="#ctx0" brushRef="#br0" timeOffset="187638.5">31854 12935 11055 0,'0'0'976'0,"0"0"-784"15,1 2-192-15,0 1 0 0,-1-3 7104 0,0 0 1360 16,2 0 288-16,0 0 48 0,-2 0-5360 0,0 0-1072 15,0 0-224-15,0 0-32 0,0 0-928 0,8-3-176 16,0 1-48-16,1 0 0 0,0-1-432 0,0 0-80 16,3 0-32-16,1 1 0 0,-1-1-192 0,-2 2-32 15,-1 0-16-15,-1-2 0 0,0 2-48 0,0 1-128 16,2 1 192-16,-1 0-64 0,-9-1 32 0,0 0 0 16,0 0 0-16,0 0 0 0,0 0-32 0,0 0 0 15,12 2 0-15,-3-2 0 0,-9 0-128 0,0 0 160 16,8 2-160-16,-3-1 160 0,-5-1-32 0,0 0-128 15,5 4 192-15,-2 2-64 0,-3-6-128 0,0 0 160 16,0 0-160-16,-4 5 160 0,-1 1-160 0,1-1 0 0,-1-1 144 0,0 3-144 16,-3-1 128-16,0 2-128 15,0-3 128-15,-2 3-128 0,-1 0 0 0,2 0 144 0,0 0-144 0,0 0 0 16,-2 1 0-16,0 0 0 0,2 0 0 16,-1-1 0-16,1 0 128 0,-2 2-128 0,0 0 0 0,3-2 80 15,2 0-80-15,1-1 0 0,1-1 0 0,4-6 0 16,0 7 0-16,0-7 0 0,2 8 0 0,4-2 0 15,0 1 0-15,3-4 0 0,0 1 0 0,2 0 0 0,-2-1 0 16,1-1 0-16,3 1 0 0,0-2 0 0,-1-1 0 16,0 0 0-16,1-1 0 0,0-2 0 0,0 1 0 15,-1-1 0-15,2-1 0 0,-1 0 0 16,0 1-816-16,4-7-144 16,-1 1-48-16,-1-1 0 0,4 2-1856 0,-1-2-368 0,-4 0-80 0</inkml:trace>
  <inkml:trace contextRef="#ctx0" brushRef="#br0" timeOffset="187869.9">31364 12714 39615 0,'0'0'3520'0,"0"0"-2816"15,0 0-560-15,0 0-144 0,0 0 3488 0,10 3 672 16,3 0 128-16,1-2 16 0,-1 0-3216 0,7-1-656 15,3-1-128-15,5 0-32 0,3-1-80 0,2 0 0 16,-1-1-16-16,1 1 0 0,-3-1-176 0,1-1 0 16,0 1 0-16,1-1 0 15,-2 2-960-15,-2-1-192 0,0-1-16 0,0 0-16 16,-3 1-2208-16,0 0-448 0,-2 0-96 0</inkml:trace>
  <inkml:trace contextRef="#ctx0" brushRef="#br0" timeOffset="188055.85">32221 12695 28559 0,'13'1'1264'0,"-9"2"272"0,0-3-1232 0,0 2-304 0,0-2 0 0,1 0 0 0,3 0 5008 0,1 2 944 15,-2-2 192-15,-1 1 48 0,2-1-3888 0,1-1-768 16,0 1-144-16,0-2-48 16,3 0-928-16,0-1-192 0,1 2-32 0,0-3-16 15,3 1-512-15,-1-2-112 0,2 0 0 0,-1 0-16 16,1-2-1776-16,-3 2-368 0,1 0-64 0,-2 1-18928 0</inkml:trace>
  <inkml:trace contextRef="#ctx0" brushRef="#br0" timeOffset="188422.53">32573 12385 32255 0,'0'0'2864'16,"0"0"-2288"-16,0 0-576 0,0 0 0 0,0 0 4224 0,0 0 752 15,0 0 144-15,-1 7 16 0,0 1-2752 0,-1 0-544 16,2 1-112-16,0 4-32 0,-2 3-928 0,2 5-176 16,1 2-32-16,2 3-16 0,-1 0-416 0,2 2-128 0,0 0 0 15,1 4 0-15,1-2 0 0,-1-2 0 16,0 0 0-16,0-2 144 0,0-3-144 0,1 1 0 0,-4-5 0 0,1-3 0 16,0-3 0-16,-1-3 0 0,-1 0 0 0,1-4 0 15,-2-6 0-15,0 0 0 0,0 0 0 0,0 0 0 16,0 0 0-16,0 0 0 0,0 0 0 0,0 0 0 15,5-6 0-15,1-2 0 0,1-1 0 0,0-3 0 16,-1-1 0-16,1-2 0 0,-1-1 0 0,2-3 0 16,1-2 0-16,0-2 0 0,-2-3 0 0,2-3 0 0,0-2 0 15,1 0 0-15,-2-1 0 0,3 2 0 0,-2-2-160 16,2 2 32-16,0 0 0 0,2 0 0 0,0 0 128 16,-1 0 192-16,1 0-32 0,-2 5-16 15,1 2-752-15,0 4-160 0,-4 2-16 16,0 6-16-16,-2 3-1344 0,-2 3-272 0,-4 5-48 0</inkml:trace>
  <inkml:trace contextRef="#ctx0" brushRef="#br0" timeOffset="188661.4">32483 12628 29487 0,'0'0'2624'0,"0"0"-2112"0,0 0-512 0,0 0 0 0,0 0 4496 0,0 0 800 16,0 0 144-16,0 0 48 0,7-4-3184 0,2 2-640 16,3-2-128-16,0 1-32 0,1-2-752 0,1 0-160 0,2 0-16 0,-1-1-16 15,3-1-352-15,1 0-64 0,-1-1-16 0,0 2 0 16,-1-1-256-16,3 1-64 0,-2 2-16 0,2-1 0 31,-4 1-896-31,4 4-176 0,-2-2-48 0,1 6 0 16,-3-1-2576-16,0 3-528 0,-2 4-112 0</inkml:trace>
  <inkml:trace contextRef="#ctx0" brushRef="#br0" timeOffset="188875.54">32872 12854 30399 0,'0'0'2704'0,"0"0"-2160"0,0 0-544 0,-3 6 0 0,2 1 4192 0,0 1 736 15,-2 1 128-15,1-3 48 0,-2 2-2464 0,0 1-480 16,0 1-112-16,1 0 0 0,1-2-1216 0,0 0-256 15,1-1-32-15,0 1-16 0,1-8-528 0,-2 9 0 16,2-9 0-16,3 9 0 16,-3-9-640-16,0 0-256 0,5 8-32 0,-5-8-16 15,8 6-1488-15,0-1-320 0,1-3-48 0</inkml:trace>
  <inkml:trace contextRef="#ctx0" brushRef="#br0" timeOffset="189221.86">33140 12035 27647 0,'0'0'2448'16,"0"0"-1952"-16,0 0-496 0,0 0 0 0,0 0 4992 0,0 0 896 0,0 0 176 0,0 0 32 15,7 9-3760-15,2 3-752 0,3 4-160 0,1 1-16 16,1 4-672-16,3 3-128 0,3 5-32 0,-1 2 0 15,1 1-192-15,-2 0-32 0,-1-1-16 0,-1 1 0 16,-1-2-128-16,0 0-16 0,-1-3-16 0,-1 0 0 16,-2 1-176-16,-1-2 0 0,-1 1 144 0,-1 6-144 15,-3-2 0-15,-1 6 0 0,0 0 0 0,-3 4 128 16,-3-5-128-16,-1 1 0 0,0-3 0 0,-1-3 0 0,-2-1 0 16,-2-3 0-16,0-2 0 0,-1 0 0 0,-3-5 0 0,1-1 128 15,0-2-128-15,-2 0 96 0,-2-4-96 16,-1 0 0-16,0-1 0 0,1-2 0 0,-1-2 0 15,2 0 0-15,1-3 0 0,1 0 0 16,2 1-352-16,0-4-64 16,3 2-16-16,0-3 0 0,7-1-2736 0,0 0-544 0</inkml:trace>
  <inkml:trace contextRef="#ctx0" brushRef="#br0" timeOffset="190628.72">27699 12954 44751 0,'0'0'1984'0,"0"0"400"0,0 0-1904 0,0 0-480 16,0 0 0-16,0 0 0 0,0 0 912 0,2 9 96 15,-2-2 16-15,0 6 0 0,-1 3 128 0,-2 2 48 16,1 3 0-16,-1 1 0 0,-1 4-816 0,0-3-176 0,1 1-16 0,0-2-16 16,2-1-176-16,1-3-192 0,0-1 32 0,2-1 16 31,0-2-2432-31,0-2-496 0,2-2-80 0,1-2-17168 0</inkml:trace>
  <inkml:trace contextRef="#ctx0" brushRef="#br0" timeOffset="191138.39">28029 12720 37775 0,'0'0'3360'0,"0"0"-2688"0,0 0-544 0,0 0-128 0,0 0 2752 0,0 0 528 16,0 0 112-16,-2 7 0 0,2 4-1600 0,0 3-336 16,3 4-64-16,0 6-16 0,0 3-736 0,1 2-128 15,-1 2-48-15,1 1 0 0,0-1-208 0,0 1-64 16,0 2 0-16,0 0 0 0,-1 1-192 0,1-5 128 15,2-2-128-15,-1-3 0 0,-1-3 128 0,1-3-128 16,-1-3 0-16,0-3 0 0,0-3 176 0,-2 0-176 16,-2-10 192-16,0 0-192 0,0 0 0 0,0 0 0 15,0 0 0-15,0 0 0 0,0 0 0 0,8-6 0 16,-1 0 0-16,-1-3 0 0,1-3 0 0,-2-1 0 16,1-4 0-16,1-3 0 0,-2-3 0 0,4-3-176 15,0-1 176-15,0-3-160 0,-1-2 32 0,0 1 0 16,3 1 0-16,0 0 0 0,0 1 128 0,0 6 0 15,1 2 0-15,-3 5 0 0,0 6-160 0,-1 3 160 0,-8 7-192 16,9 2 192-16,-2 3 0 0,1 4 0 0,0 5 0 0,-1 6 0 16,1-1 224-16,0 5-48 0,0-2-16 15,0 3 0-15,-1 0-160 0,3 1 192 0,-1 0-192 16,0-1 192-16,1-2-192 0,1-2 0 0,-2-2 0 0,3-2 0 16,-3-1 0-16,0-6 0 0,-1-2 0 0,-1-1 0 0,1-2 0 15,-1-2 0-15,-1-2 0 0,-6-1 0 0,7 3 0 16,-1-6 128-16,1 0-128 0,-1-2 0 15,-2-1 176-15,2-4-48 0,0 0-128 0,1-6 192 0,-2-1-192 0,1-2 128 16,2-2-128-16,0-2 0 0,1-2 0 0,0-3 0 16,-1 0 0-16,0-4 0 0,0 0 0 0,-1-1-208 15,1-1 32-15,-1 2 16 16,-1 0-1168-16,0 4-224 16,-3 2-48-16,0 5-14592 0,0 4-2928 0</inkml:trace>
  <inkml:trace contextRef="#ctx0" brushRef="#br0" timeOffset="191346.4">27806 12644 24879 0,'0'0'1088'0,"0"0"256"0,0 0-1088 0,0 0-256 0,0 0 0 0,8-1 0 15,5 1 6592-15,1 0 1280 0,2 0 240 0,2-2 48 16,3 1-6160-16,2-1-1232 0,2-1-240 0,2-1-48 15,2 1-336-15,1-3-144 0,1 1 128 0,2-1-128 32,1 0-320-32,1-1-128 0,0 0-48 0,3 1 0 15,0-3-2304-15,0 3-464 0,2 1-80 0</inkml:trace>
  <inkml:trace contextRef="#ctx0" brushRef="#br0" timeOffset="191535.47">28617 12572 23951 0,'0'0'1056'0,"0"0"224"15,0 0-1024-15,0 0-256 0,4-7 0 0,1 1 0 0,1 1 5760 0,1 0 1104 16,-2 0 224-16,4-1 32 0,2 1-4496 0,-1 0-896 16,3 0-176-16,-1-2-32 0,1 3-976 0,1-2-192 15,4 1-32-15,2-2-16 0,2 1-304 0,0-1 0 16,0-1 0-16,-1 4 0 16,0-1-1744-16,0 4-416 0,-1-2-80 0,-2 6-20464 15</inkml:trace>
  <inkml:trace contextRef="#ctx0" brushRef="#br0" timeOffset="191980.64">28819 13225 51263 0,'0'0'2272'0,"0"0"464"0,0 0-2192 0,0 0-544 0,0 0 0 15,0 0 0-15,-2-6 1200 0,2 6 128 0,3-7 16 0,2 1 16 16,2-1-576-16,1 2-112 0,1 0-32 0,2 0 0 16,2 0-512-16,0-1-128 0,1 1 0 0,-1 0 0 15,1 1 0-15,-1 1 0 0,1 1 0 0,-3 0 0 0,-2 4 128 0,-1-1 0 16,-1 3 0-16,-7-4 0 15,0 0-128-15,2 7 0 0,-2 0 0 0,-3 2 0 0,-2 2 0 0,-3 2 0 16,-1 3 0-16,-3 1 112 0,-2-1-112 0,-2 4 0 16,-1 1 0-16,2 1 0 0,-2-5 0 0,1 3 0 15,0-1 0-15,1-2 0 0,2-1 0 0,4-2 0 16,0-1 0-16,1-2 0 0,1-1 0 0,3-1 0 16,3-2 0-16,1-7 0 0,0 0 0 0,0 0 0 15,6 6 0-15,2 1 0 0,1-5 0 0,3 0 0 16,0-2 0-16,2-2 0 0,2 1 0 0,1 0 0 15,0 1 0-15,1-4 0 0,0 1 0 16,1-2 0-16,-1 4 0 0,0-5 0 0,2 0 0 0,-1 1 0 16,3-2 0-16,-1 1-17504 15,1-5-3456-15</inkml:trace>
  <inkml:trace contextRef="#ctx0" brushRef="#br0" timeOffset="193268.76">30215 14038 10127 0,'0'0'896'0,"0"0"-704"0,0 0-192 0,0 0 0 0,0 0 9584 0,0 0 1872 16,0 0 384-16,0 0 80 0,12-3-9040 0,-1 2-1824 16,2 1-352-16,-1 0-80 0,3 0 80 0,0 0 0 15,2 0 16-15,3 2 0 0,-3 2-512 0,3-1-208 16,4-2 176-16,2 3-176 0,0 0 0 0,1 0 128 16,1 0-128-16,-3 0 0 0,-2 0 0 0,-3 0 0 15,-2 1 0-15,-4-1 0 0,-2 0 0 0,-3 0 128 0,-2 1-128 0,-7-5 0 16,0 0 192-16,0 8-48 15,-4-1-16-15,-3 4 0 0,-2-3-128 0,-1 3 0 0,-3 2 0 0,-3 0 128 16,-2 2-80-16,-2-2-48 16,-1 0 0-16,2 0 0 0,-1-1 0 0,2-1 0 0,0 1 0 15,3 0 0-15,4-2 0 0,1-1 0 0,3-1 0 0,0-1 0 32,2-2-864-32,5-5-160 0,0 0-48 0,0 0-15760 0,12 0-3136 15</inkml:trace>
  <inkml:trace contextRef="#ctx0" brushRef="#br0" timeOffset="193656.64">31330 13825 24879 0,'0'0'2208'0,"0"0"-1760"0,0 0-448 0,0 0 0 16,0 0 5984-16,-4-2 1120 0,0-1 208 0,4 3 48 0,-5 3-4624 0,-2 2-944 15,-2 1-176-15,0 5-32 0,0-1-848 0,0 7-160 16,-4 4-48-16,-2 4 0 0,1-2-384 0,-2 3-144 15,1 0 0-15,-1 2 0 0,0 0 0 0,3 1 0 16,3 0 0-16,2-3 0 0,1-1 0 0,5-3 0 16,2-1 0-16,4-3 0 0,4-1 0 0,2-4 0 15,2-1 0-15,2-3 0 0,2-3 0 0,3 0 0 16,5-3 0-16,1-1 0 0,2-4 0 0,2 0 0 16,3-2 0-16,2-3 0 0,3-3 0 0,0 0 0 15,1-1 0-15,-1-1 0 0,-3-3 0 0,-3 0 0 16,-2 2 0-16,-5-5 0 0,-4 0 0 15,-3 0 0-15,-3-1 0 0,-5 1 0 0,-3 0 0 0,-6-2 0 0,-3-1 0 16,-5 2 0-16,-4-1 0 0,-2-2 0 16,-4 1 0-16,-3-3 0 0,-4 0 0 0,-1 2 0 15,-4 0 0-15,1 1 0 0,3 1 0 0,-1 2 0 16,0 4 0-16,2-3 0 16,3 4-512-16,2 0-80 0,4 2-32 0,5 2-16464 0,3 1-3312 15</inkml:trace>
  <inkml:trace contextRef="#ctx0" brushRef="#br0" timeOffset="199964.15">27695 8076 14735 0,'0'0'1312'0,"0"0"-1056"0,0 0-256 0,-7 1 0 0,7-1 7488 15,0 0 1456-15,0 0 272 0,-5 5 64 0,3 3-7040 0,-1 1-1408 16,-1 3-272-16,1-3-64 0,1 3 272 0,0 4 64 16,0-2 16-16,1 3 0 0,1-2-656 0,1 1-192 15,0 1 0-15,0-3 0 0,-1 3 0 0,2-1-160 16,-1-3 16-16,2 0 0 15,1-5-1392-15,0 2-288 0,-1-2-48 0,3-1-16 16,-6-7-1680-16,7 4-336 0,1-4-64 0</inkml:trace>
  <inkml:trace contextRef="#ctx0" brushRef="#br0" timeOffset="200434.52">27945 7958 24879 0,'0'0'2208'0,"0"0"-1760"15,0 0-448-15,-2 7 0 0,2 1 4976 0,0 1 912 16,0 4 176-16,2 0 32 0,1 4-4144 0,2 3-832 16,-2 3-160-16,1-1-48 0,1 3 176 0,1 1 48 15,1-3 0-15,-1 4 0 0,2-3-672 0,0 1-128 16,1-1-16-16,0-5-16 0,0-1-144 0,2-2-32 0,-2-3 0 16,0 0 0-16,-1-4-128 0,0-1 128 0,-1-3-128 0,1-1 128 15,3-1-128-15,-3-2 0 0,-8-1 0 0,7-4 0 16,0-1 0-16,-1-2 0 0,1 0 0 0,-2-3 0 15,0-1 0-15,1-1 0 0,-3 2 0 0,1-5 0 16,-1 0 0-16,2-2 0 0,0-2 0 0,1 1 0 16,-2 0 0-16,-1-2 0 0,4-1 0 15,-1 1 0-15,0-1 0 0,-2 2 0 0,-2 4 0 0,1 2 0 16,-1 5 0-16,0 1 0 0,-2 7 0 0,0 0 0 0,0 0 128 16,5 7-128-16,1 1 128 0,0 4-128 0,-1 1 240 15,1 1-48-15,0 2 0 0,1 1 0 0,1 1-48 16,1 0-16-16,1-1 0 0,0-1 0 0,-1-3-128 15,3 0 0-15,1-2 0 0,0-1 0 16,0-4 0-16,0 1 0 0,1-5 0 0,-1 2 0 0,0 0 0 16,0-3 0-16,-1-2 0 0,-1 0 0 0,-1-2 0 0,-1 0 0 15,-2 1 0-15,-1-2 0 0,1 0 0 0,-1-2 0 16,-2-4 0-16,0 3 0 0,-1-3 128 0,-1 1-128 16,2-2 0-16,0-2 128 0,-1-3-128 0,-1-1 0 15,2-4 0-15,0-2-176 16,1-2-720-16,1-2-160 0,-1-3-32 0,0 2 0 15,0 3-2880-15,2 2-576 0</inkml:trace>
  <inkml:trace contextRef="#ctx0" brushRef="#br0" timeOffset="200636.19">27900 7910 35007 0,'0'0'3120'0,"-8"0"-2496"0,1-1-496 0,7 1-128 15,0 0 4160-15,0 0 800 0,0 0 160 0,0 0 48 16,0 0-4032-16,11-3-816 0,2 1-144 0,2-1-48 16,2 1 32-16,4-1 0 0,3 0 0 0,0-1 0 15,1 0-720-15,3-1-144 16,-1 0-16-16,3 0-16 0,1-3-2208 0,2 1-432 0,1 2-80 0</inkml:trace>
  <inkml:trace contextRef="#ctx0" brushRef="#br0" timeOffset="200772.39">28542 7832 22111 0,'0'0'1968'0,"0"0"-1584"0,0 0-384 0,0 0 0 0,0 0 5792 0,0 0 1072 16,0 0 224-16,8-3 32 0,-1-2-5120 0,0 1-1024 15,3 0-208-15,0 0-32 0,2-2 16 0,1 1 0 16,1 1 0-16,-1 1 0 16,3 2-1360-16,1-3-272 0,2 3-48 0,0 1-14240 15,-1 0-2832-15</inkml:trace>
  <inkml:trace contextRef="#ctx0" brushRef="#br0" timeOffset="201071.09">28690 8188 18431 0,'0'0'1632'0,"0"0"-1312"16,0 0-320-16,0 0 0 0,0 0 6928 0,0 0 1328 0,0 0 256 0,0 0 48 16,6 5-5968-16,3-1-1184 15,2-1-256-15,0-2-32 0,1 0-656 0,1 1-128 0,3-1-16 0,-1 0-16 16,1-1-304-16,-2 1 128 0,-2-1-128 0,0 3 0 15,-2 1 208-15,-2 3-64 0,-1-1-16 0,-3 1 0 16,-2 0 336-16,0 3 64 0,-4 0 16 0,0 2 0 16,0-1 16-16,-2 1 0 0,-1 0 0 0,0 0 0 15,1-1-416-15,1 1-144 0,1-1 0 0,1-2 0 16,1-2 0-16,0-7 0 0,0 0 0 0,7 7 0 16,4-2 0-16,1-1 0 0,2-4 0 0,3 0 0 15,1-3-864 1,2 0-160-16,2-3-48 0,-1 1 0 0,1-1-1600 15,3 0-320-15,1 0-64 0,-3-2-16 0</inkml:trace>
  <inkml:trace contextRef="#ctx0" brushRef="#br0" timeOffset="201386.96">29386 7824 52927 0,'0'0'1168'0,"0"0"240"0,0 0 64 0,0 0 0 0,0 0-1184 0,0 0-288 0,0 0 0 0,0 0 0 0,0 0 992 0,0 0 144 16,0 0 16-16,8 7 16 0,2-1-656 0,2 1-128 16,0-2-16-16,1 0-16 0,0 0-352 0,0 2 0 15,0-3 0-15,0 1 0 0,0 0 0 0,0 0 0 16,-1 1 0-16,-1-1 128 0,0 0-128 0,-2 0 0 0,0 2 0 0,-1-2 0 16,-2 0 0-16,2 0 0 15,-8-5 0-15,4 6 0 0,0 0 0 0,-1 1 0 0,-3-7 0 0,0 8 128 16,-2-1-128-16,1 1 144 0,-3 1-144 0,0 0 160 15,-1 1-160-15,0 0 0 0,-2 0 0 0,-1 1 128 16,-2-1-80-16,-1 1-48 0,1 0 0 0,0 0 0 16,-1-1 0-16,1 1 0 0,1-2 0 0,1 0 0 15,3-1 0-15,1-2-240 0,0 0 80 0,4-6 16 16,0 0-2288-16,1 7-464 0,4 3-96 0,4-7-12512 16,6 0-2512-16</inkml:trace>
  <inkml:trace contextRef="#ctx0" brushRef="#br0" timeOffset="201752.01">29984 7807 26719 0,'0'0'2368'0,"0"0"-1888"0,0 0-480 0,0 0 0 0,0 0 5440 0,0 0 976 15,0 0 208-15,0 0 32 0,-8 5-3952 0,1 2-784 16,-4 3-176-16,1 0-16 0,-1 3-928 0,-2 2-176 15,0 3-48-15,0-1 0 0,0 3-448 0,1 3-96 16,1 0-32-16,0 1 0 0,-1 1 0 0,2 0 0 16,1 1 0-16,4-3 0 0,1 1 0 0,2-2 0 15,5-1 0-15,0-3 0 0,-1-2 0 0,5-2 0 16,1 1 0-16,3-5 0 0,4-1 0 0,2-2 0 16,2-3 0-16,2-2 0 0,3-1 0 0,-1-1 0 0,-1-2-160 15,0-2 160-15,2-3-192 0,-3 0 64 0,-4-4 0 16,-2-1 0-16,0 1 128 0,-1-1 0 0,-1-2-144 0,-3-3 144 15,-3-4 0-15,-1-1 0 16,0-2 0-16,-4 2 0 0,-3-3 0 0,-2 3 0 0,1 0 176 16,-3 1-176-16,-5 1 0 0,-1 1 128 15,-1 2-128-15,-1 0 0 0,-1-1 0 0,-2 3 0 0,-2 0 0 0,2 2-160 32,2 2-1440-32,-1 3-304 0,4 2-48 0</inkml:trace>
  <inkml:trace contextRef="#ctx0" brushRef="#br0" timeOffset="-202946.52">21002 6948 16575 0,'0'0'1472'0,"0"0"-1168"0,2-4-304 0,2-2 0 15,1 0 2736-15,1 1 480 0,0 0 112 0,1 0 0 16,0 1-528-16,1 1-112 0,-8 3-32 0,8-2 0 0,-1-1-560 0,-7 3-112 16,0 0-32-16,9 1 0 15,-9-1-736-15,0 0-160 0,0 0-32 0,5 6 0 0,-5-6-128 0,3 7-16 16,-3 1-16-16,-3 0 0 0,-1-1-192 0,0-2-32 16,-1 0-16-16,0-1 0 0,-2 0-288 0,-1-2-48 15,0 1-16-15,-1 0 0 0,-2-6-80 0,1 3-32 16,1-1 0-16,0-1 0 0,1 0-32 0,2-1 0 15,-1 1 0-15,2-4 0 0,1 1-128 0,2-4 0 16,-1 0 144-16,2-1-144 0,2-2 0 0,2 0 0 16,1 0 0-16,2 1 0 0,2-2 0 0,2-1 0 15,1 3 0-15,2-1 0 0,1 2 0 0,0-2-160 16,1 4 160-16,0 0 0 0,0 0 0 0,0 2-128 16,1 1 128-16,0 2 0 0,-1 3 0 0,1 1 0 15,0 3 0-15,-3 0 0 0,1 1 0 0,-1 5 0 16,-2-3 0-16,-1 4 0 0,-1-1 144 0,-1 3-144 15,-2-2 128-15,0 0-128 0,-4 1 176 0,0-1-48 16,-2-1-128-16,-2 2 192 0,-3-1-16 0,1 0-16 16,-2-3 0-16,0 0 0 0,0 1 16 0,-2-3 0 0,-2-2 0 15,-2 0 0-15,-1 0-48 0,-2-1-128 16,2-2 192-16,0 0-64 0,-1-2 16 0,0 0 0 0,-1-2 0 0,1 0 0 16,0-1-144-16,-1 0 0 0,2 1 0 0,2-4 0 15,-1-1 0-15,3 0 0 0,1 1 0 0,3-3 48 16,2 3-48-16,4-4 0 0,1 3 0 15,0-2 0-15,2-2 0 0,3 0 0 0,2 2 0 16,1 0 0-16,2-2-128 0,1 0 128 0,1 2 0 0,1 1 0 16,0 2-128-16,2-1 128 0,0 4 0 0,0 3 0 15,-2 2 0-15,-1 1 0 0,-1 0 0 0,-1 3 0 16,-1 2 0-16,0 2 0 0,-1-1-144 0,-1 4 144 0,-2 1 0 16,-2 1 0-16,-4-1 0 0,2 1 0 0,-2-1 160 15,-1 1-160-15,-1-1 128 0,-2 0-16 0,0 0-112 16,-3 0-160-16,1-4 160 0,-1 1-192 0,0 1 192 15,0-5 0-15,-1 1 0 0,1-5 0 0,-3 2 0 0,-2 0 0 16,0-1 0-16,-1-2 128 0,0-1-128 0,2-1 0 16,-2-2 128-16,1 1-32 0,1-2-96 0,1 0 0 15,1-2 0-15,2 3 0 0,0-4 0 0,2-1 0 16,1 0 0-16,1 3 0 0,1-1 0 0,1-1 0 16,0-1 0-16,1 2 0 0,2-1 0 0,1 1-240 15,1-1 80-15,3 1 16 16,4-1-1328-16,2 1-272 0,5-2-48 0</inkml:trace>
  <inkml:trace contextRef="#ctx0" brushRef="#br0" timeOffset="-202398.34">21115 7004 43247 0,'0'0'1920'0,"0"0"384"16,0 0-1840-16,0 0-464 0,0 0 0 0,0 0 0 0,0 0 448 0,1 7 0 15,-1-7 0-15,-1 6 0 0,-2 1 208 0,2 1 48 16,0 1 0-16,-2-2 0 0,1 1-576 0,-1 0-128 15,0 0 0-15,2 1 0 16,-2 2-304-16,1 0-80 0,1 1-32 0,-1 2 0 16,1 1-2384-16,-2 2-464 0,1 0-112 0,0 5-8192 0,2-1-1632 0</inkml:trace>
  <inkml:trace contextRef="#ctx0" brushRef="#br0" timeOffset="-202277.43">21025 7618 17503 0,'-4'9'1552'0,"0"2"-1232"0,-1 0-320 0,1 3 0 16,-1 0 3200-16,1 2 576 0,-1 0 112 0,2 1 16 15,-1-4-3120-15,0 0-624 0,0 1-160 0,2 1 0 16,-2 1-1728-16,1 2-384 0</inkml:trace>
  <inkml:trace contextRef="#ctx0" brushRef="#br0" timeOffset="-202153.02">20934 8185 21183 0,'-3'16'944'0,"2"-7"192"15,0 2-912-15,-2 2-224 0,2-2 0 0,-1 2 0 0,1 2 4256 0,-2-2 800 16,1 2 176-16,-1 1 16 0,1-2-3648 0,0 2-720 15,1-2-160-15,1 2-16 16,0 1-1040-16,0 0-208 0,0 1-32 0,0-1-16 16,1 3-3184-16,1-1-624 0</inkml:trace>
  <inkml:trace contextRef="#ctx0" brushRef="#br0" timeOffset="-202004.56">20891 8968 34607 0,'-7'15'1536'0,"5"-6"320"0,-1 4-1488 0,0 4-368 0,2-2 0 0,0 2 0 16,0 0 560-16,-1 1 32 0,1-1 16 0,-2 2 0 15,3 1-304-15,2-1-64 0,-1 2-16 0,2 3 0 32,0 1-2672-32,3 1-544 0,0 0-96 0,2 1-10512 0</inkml:trace>
  <inkml:trace contextRef="#ctx0" brushRef="#br0" timeOffset="-201895.29">20944 9599 19343 0,'-1'33'1728'0,"0"-17"-1392"0,-2 2-336 0,-1 2 0 0,0 1 5216 16,0 1 976-16,-1 0 192 0,0 0 32 15,-3-1-3360-15,-1 0-688 0,0 0-128 0,0-2-16 0,0 1-1040 0,-2-2-208 16,1 0-32-16,1-1-16 0,-2 0-736 0,2-1-192 15,0-2 0-15,0 1 0 16,2-1-1392-16,2 0-304 0,0 1-64 0,2-2-13104 16,3 0-2624-16</inkml:trace>
  <inkml:trace contextRef="#ctx0" brushRef="#br0" timeOffset="-201077.35">21385 6024 47391 0,'-11'-9'2112'0,"6"5"416"0,-1-3-2016 0,-1 1-512 0,2 2 0 0,0-3 0 0,1-1 992 0,1 1 96 16,2 1 32-16,1-3 0 0,1 1 96 0,2-1 32 15,2 1 0-15,3 2 0 0,1-1-688 0,3 2-144 16,1-1-32-16,1 1 0 0,2-2-144 0,-1 2-48 16,1 1 0-16,0-1 0 0,-2 1-192 0,-1 1 0 15,0 2 0-15,-1 1-160 0,-2-3 160 0,1 3 0 16,-1 0 128-16,-1 3-128 0,-1-2 0 0,-8-1 0 16,8 5 0-16,-8-5 0 0,6 4 0 0,-6-4 0 15,4 8 0-15,-2 0 0 0,-2-8 0 0,-3 10 0 0,-1 3 0 16,-1-2 0-16,-2-1 0 0,0 2 144 0,-3 0-144 15,0-1 0-15,0 0 144 0,-1-1-144 16,-1-1 0-16,2 1 144 0,1-1-144 0,1 0 0 0,0-1 0 16,3 1 0-16,5-9 0 0,-3 6 0 0,2 1 0 0,1-7 0 15,4 6 0-15,1 1 0 0,2-1 0 0,1 1 0 16,1-2 0-16,2 0 0 0,1-2 0 0,0 1 0 0,4 0 0 16,-2 1 0-16,0-2 0 0,1 0 0 0,-1 1 0 0,0 2 0 15,-1 1 0-15,-1-3 0 0,-3 2 0 16,-1-1 0-16,-3 1 0 0,-1 1 0 0,-4-7 0 0,1 8 0 15,-1-1 0-15,-2 1 0 0,-2 0 0 16,-3 2 0-16,1 1 176 0,-3-1-176 0,-2-1 128 16,-2 1-128-16,-1-3 0 0,-2 3 0 0,-1 0 0 0,0-2 0 15,-1 1 0-15,-1-1 0 0,-2-2 0 16,1 1 0-16,1-2 0 0,0 0-160 16,2-1-480-16,2-1-80 0,2-2-32 0,1-1 0 15,3-1-1264-15,2-3-256 0,7 4-48 0,-1-5-16 16,4-5-2064-16,3-5-400 0</inkml:trace>
  <inkml:trace contextRef="#ctx0" brushRef="#br0" timeOffset="-200648.47">21656 5667 16575 0,'-5'-7'1472'0,"-2"-2"-1168"16,-2 0-304-16,-1 0 0 0,-2-2 6048 0,-1 1 1152 16,-1-2 224-16,-1 4 64 0,-2-1-4576 0,-1 4-912 0,-1 1-176 0,-4 0-32 15,0 0-480-15,-3 2-96 16,-3 3 0-16,-1 3-16 0,-1-2-544 0,-2 5-96 15,-1 2-32-15,1 3 0 0,-3 2-96 0,2 3-32 0,1 3 0 16,0 2 0-16,2 4-176 0,2 4-32 0,3 4-16 16,2 5 0-16,4 5-176 0,1 2 128 15,4 1-128-15,3 0 128 0,3 1-128 0,4 1 0 0,2 0 144 0,4 2-144 16,4 2 0-16,5-1 144 0,3-1-144 0,4-7 0 16,2-1 128-16,5-4-128 0,3-2 0 0,6-4 0 0,3-4 0 15,3-1 0-15,3-3 128 0,1-4-48 0,1-2-80 0,1-6 0 16,-2-2 0-16,0-4 0 0,-2 0 0 15,1-2 0-15,0-5 0 0,0-5 0 0,-1-3 0 0,0-4 0 16,-4-2 0-16,3-3 0 0,-3 0 0 0,-1-2 0 16,-4-4 0-16,-1-4 0 0,-2-6 0 0,-4-3 0 15,-3-3 0-15,-4-2 0 0,-3 0 0 0,-4-2 0 16,-4-3 0-16,-3 3 0 0,-3 0 0 0,-3 3 0 16,-5 0 0-16,-2 1 0 0,-4 1 0 0,-5 2 0 15,-2 1 0-15,-2 2 0 0,-2 5 0 0,-2 1 0 16,-1 4 0-16,0 2 0 0,-1 2 0 0,1 0 0 15,-1 4 0-15,2 2 0 0,2 2 0 0,0 3 0 16,2 2 0-16,1 2 0 16,2 3-1280-16,0 2-208 0,2 3-48 0,0 1-23104 0</inkml:trace>
  <inkml:trace contextRef="#ctx0" brushRef="#br0" timeOffset="-191529.31">21424 14766 17503 0,'0'-23'1552'0,"1"10"-1232"0,1-4-320 0,-2 0 0 0,0 3 3456 0,2-1 640 16,1 1 128-16,1 1 32 0,-2 0-1824 0,0 4-384 15,-2 9-64-15,0 0 0 0,1-9 128 0,-1 9 48 16,0 0 0-16,0 0 0 0,0 0-784 0,0 0-160 16,-7 9-16-16,1 9-16 0,-3 9-416 0,-2 7-96 15,-2 6-16-15,-1 4 0 0,0 4-144 0,-1 2-16 16,4-1-16-16,0-1 0 0,3-3-256 0,3-1-48 15,2-1-16-15,5-1 0 0,2-2-160 0,2-2 0 0,3-4 0 16,3-3 128-16,1-1-128 0,0-6 192 0,-1-3-192 16,1-5 192-16,1-3-192 0,1-1 0 0,-1-4 0 0,0-3 0 15,2-3 0-15,-2-4 0 16,1-2 0-16,0-2 0 0,2-3 0 0,1-4-144 0,1-4 144 0,-1-5-208 16,0 1 208-16,2-8 0 0,-1-2 0 15,1-4 0-15,-1-6 0 0,1-3 0 0,1-2 0 16,0-3 0-16,-2-4 0 0,0 1 0 0,-3 4 0 0,0 2 0 15,-3 7 0-15,-2 5 0 0,-5 4 0 0,1 8 0 16,-2 5 0-16,-1 6 0 0,-2 3 0 0,-2 8 0 16,0 0 160-16,0 0-160 0,0 0 128 0,0 0-128 0,4 13 0 0,-2 4 0 15,-1 5 0-15,0 5 0 0,-1 5 0 16,1 1 0-16,1 3 128 0,0 0-128 0,1 1 0 16,0-2 0-16,-1-3 0 0,2 2 0 0,1 2 0 0,2-4 0 15,-1 2 0-15,1-1 0 0,-2-3 0 0,0-3 0 16,1-3 0-16,-3-2 0 0,0-4-336 0,0 0 0 15,-2-5 0-15,0 0 0 16,-1-13-1152-16,0 12-240 0,0-12-32 0,0 0-16 16,-4 8-1888-16,4-8-384 0,0 0-80 15</inkml:trace>
  <inkml:trace contextRef="#ctx0" brushRef="#br0" timeOffset="-191281.08">21127 14640 33167 0,'0'0'1472'0,"0"-9"304"0,-2-2-1424 0,5 2-352 0,-3 9 0 0,9-10 0 16,4 1 2960-16,4 1 528 16,4 1 96-16,2 1 32 0,2-3-2128 0,3 2-416 0,2 1-96 0,0 1-16 15,0 2-448-15,1 0-80 0,-1 3-32 0,0-1 0 16,1 0-400-16,2-1 0 0,1 2-224 0,0 0 80 31,-3-2-1632-31,1 1-320 0,1-2-64 0,0 6-11536 0,0 2-2304 0</inkml:trace>
  <inkml:trace contextRef="#ctx0" brushRef="#br0" timeOffset="-191149.05">21922 14617 18431 0,'0'0'1632'0,"0"0"-1312"0,0 0-320 0,0 0 0 0,0 0 4720 0,12-6 864 16,-2 0 176-16,2 1 48 0,0-2-4912 0,-1 2-896 15,1 1-368-15,1 0 32 0,1 3 560 0,1 1 112 16,0 1 32-16,1 3 0 16,1 4-2864-16,1 4-560 0,3 4-112 0</inkml:trace>
  <inkml:trace contextRef="#ctx0" brushRef="#br0" timeOffset="-190675.15">22221 15338 33343 0,'0'0'1472'0,"0"0"320"0,0 0-1440 0,0 0-352 15,0 0 0-15,0 0 0 0,0 0 2432 0,0 0 432 16,0 0 80-16,0 0 0 0,0 0-912 0,0 0-192 16,5-8-48-16,3 1 0 0,3 2-704 0,-2 0-160 15,2-2-32-15,5 1 0 0,-1 2-384 0,-4 1-96 16,-1-1-16-16,2 2 0 0,-1-2-144 0,0 1-16 0,-3 1-16 0,-8 2 0 15,8-2 16-15,-8 2 0 0,0 0 0 0,0 0 0 16,0 0 16-16,0 0 16 0,0 0 0 0,-3 5 0 16,-2 1-64-16,-2 0-16 0,-1 2 0 15,-1 0 0-15,0 0-192 0,-3-1 0 0,2 1 0 0,1 0 0 16,0 1 0-16,1-1 0 0,1 1 0 0,7-9 0 0,-4 9 0 0,4-9 0 16,-1 11 0-16,2-1 0 15,-1-10 0-15,7 11 0 0,2-4 0 0,0 1 0 0,-1-1 0 16,0-2 0-16,4 0 0 0,-1 2 0 15,2-1 0-15,2 1 0 0,-1-2 0 0,0 1 0 0,2 2 0 0,-2 0 0 16,-2 0 0-16,0 0 0 0,-2 0 0 0,-1 1 0 16,-2-3 0-16,-2 3 0 15,-2-2 0-15,-2 1 0 0,-1-2 0 0,-3 1 0 0,0 1 0 0,-4-1 0 16,-2 0 0-16,-2 1 0 0,0 0 128 0,-4-1-128 16,0 1 0-16,-9 0 144 0,3-3-144 0,2 2 0 15,-1-5 0-15,2 4 0 0,0-4 0 0,2 1 0 16,3-3 0-16,1-3 0 15,2-1-832-15,10 4-240 0,-7-5-48 0,7 5-16 16,0 0-2128-16,4-10-416 0,4-2-96 0</inkml:trace>
  <inkml:trace contextRef="#ctx0" brushRef="#br0" timeOffset="-190490.98">22693 15117 34095 0,'0'0'3024'0,"2"-6"-2416"0,-2 6-480 0,8-8-128 16,0 0 3248-16,-2 2 624 0,1 2 128 0,-1-3 32 15,3 3-2208-15,4-2-432 0,1-1-96 0,-3 5-16 16,5-2-688-16,6 0-144 0,-2 1-16 0,-6 3-16 16,2-3-416-16,2 2 0 0,0 0-224 0,3 1 80 15,0 0-1712-15,10 0-352 0,-2-1-64 0,-2 3-12432 16,3 3-2480-16</inkml:trace>
  <inkml:trace contextRef="#ctx0" brushRef="#br0" timeOffset="-189873.99">23245 14674 43535 0,'0'0'1920'0,"0"0"416"0,0 0-1872 0,0 0-464 16,0 0 0-16,0 0 0 0,-5-4 1616 0,5 4 240 15,0 0 32-15,0 0 16 0,0 0-624 0,0 0-112 16,0 0-16-16,0 0-16 0,0 0-704 0,0 0-144 15,0 0-32-15,0 0 0 0,0 0 64 0,0 0 0 16,0 0 0-16,0 0 0 0,0 0-96 0,0 0-16 16,4 8 0-16,0-2 0 0,-4-6-32 0,0 0-16 15,4 12 0-15,-4-12 0 0,2 8-160 0,1 1 160 16,-2-1-160-16,2 5 160 0,-3-1-160 0,1-3 128 16,1 2-128-16,-2 10 128 0,0 2-128 0,0-8 0 15,-2 6 144-15,1 4-144 0,-2 1 0 0,1 0 144 0,-1 0-144 16,2 4 0-16,-1 0 160 0,1-1-160 15,1-2 128-15,0 0-16 0,0 2-112 0,3 9 0 0,1-3 0 16,0-14 0-16,0 1 0 0,2-1 0 0,1-3 0 16,0-1 0-16,3-1 0 0,1 5 0 0,-2-7 0 0,-1-5 0 15,3-2 0-15,3 1 0 0,0-3 0 0,-1-1 0 16,-1-2 0-16,-3-3 0 0,2-3 0 0,4-4 0 16,0-2 0-16,0-2 0 0,1-2 0 0,0-3 0 15,-1-3 0-15,2-7 0 0,0-2 0 0,0-5 0 0,0-2 0 16,0-2 0-16,1 0 0 0,-1-5 0 0,0-3 0 15,-1 2 0-15,-2-1 0 0,-1 1 0 0,-2 7 0 16,-6 15 0-16,0-2 0 0,0-6-160 16,-2 7 160-16,-3 4 0 0,-3 8 0 0,2 8 0 0,1 3 0 0,0 0 0 15,0 0 0-15,-5 8 0 0,-1 4 0 0,1 5 0 16,-1 6 0-16,1 3 0 0,-1 4 0 16,2 0 0-16,2 4 0 0,-1 14 0 0,1-7 0 0,2-14 0 15,1 3 0-15,3-1 0 0,-2 1 0 0,2 9 0 16,2-3 0-16,-1-2 0 0,-1-7 0 0,0-3 0 15,-1-4 0-15,1-4 0 0,0-1 0 0,-1-6 0 16,1-1 0-16,1 2 0 16,-5-10-560-16,0 0-16 0,0 0-16 0,0 0 0 15,0 0-816-15,0 0-176 0,0 0-16 0,0 0-16 16,8-10-2016-16,-4-5-400 0</inkml:trace>
  <inkml:trace contextRef="#ctx0" brushRef="#br0" timeOffset="-189690.15">23112 14654 31327 0,'0'0'2784'0,"-2"-6"-2224"0,2 6-560 0,0 0 0 15,0 0 3872-15,4-5 672 0,2 1 128 0,3 0 16 16,2 0-3200-16,0 1-640 0,4 2-128 0,10-4-16 16,1 0-48-16,1 2 0 0,3-1 0 0,1 1 0 0,2 0-656 0,1-1 0 15,4 0 0-15,1 0 0 16,0 0-1920-16,-1 0-352 0,-3 0-80 0,-1 3-18800 15</inkml:trace>
  <inkml:trace contextRef="#ctx0" brushRef="#br0" timeOffset="-189533.86">23692 14594 15663 0,'0'0'1392'0,"0"0"-1120"16,0 0-272-16,0 0 0 0,0 0 6560 0,0 0 1248 16,0 0 256-16,0 0 64 0,3-7-5440 0,4-1-1072 15,0 3-208-15,4 2-64 0,1-2-576 0,1 2-112 16,1 2-16-16,3 1-16 0,0 1-624 0,-4 2 0 15,3-1 0-15,10 4 0 16,0-1-1760-16,-3 1-272 0,-2 3-48 0,0 4-12000 16,-2 0-2416-16</inkml:trace>
  <inkml:trace contextRef="#ctx0" brushRef="#br0" timeOffset="-189147.09">23814 15293 9215 0,'0'0'400'0,"0"0"96"0,0 0-496 0,5 11 0 0,-5-11 0 0,10 10 0 16,1-3 6016-16,-1-2 1120 0,2-1 224 0,2-2 32 16,2 0-3088-16,1-1-608 0,1-1-128 0,2 0-32 0,1 0-1456 0,1-1-288 15,0-2-64-15,0 2-16 0,0-3-752 0,-1 1-160 16,-3 3-32-16,-2-2 0 0,-3 0-304 0,-1 2-64 15,-12 0-16-15,0 0 0 0,0 0-384 0,0 0 0 16,0 0 128-16,4 11-80 16,-4 0-48-16,-4 1 0 0,-5 1 0 0,-2 2 0 0,-1 3 0 0,-1 0 0 15,-2-1 0-15,0 1 0 0,2-2 0 16,2 1 0-16,2-3 0 0,2 1 0 0,3-4 0 0,3 1 0 16,1 0 0-16,4-3 0 0,1-1 0 0,3-1 0 15,1 1 0-15,1 0 0 0,3 1 0 0,0-5 0 16,2 0 0-16,0 0 0 0,1 0 0 0,1 0 0 15,1-2 0-15,0 0 0 16,2-2-816-16,0-3-144 0,0-1-48 0,4 0 0 16,1-2-2048-16,1-6-400 0</inkml:trace>
  <inkml:trace contextRef="#ctx0" brushRef="#br0" timeOffset="-188823.67">24606 14871 27647 0,'0'0'1216'0,"0"0"256"0,-2-7-1168 0,2 7-304 0,0 0 0 0,0 0 0 16,0 0 5760-16,11-2 1088 0,0 0 208 0,2 4 48 15,1 3-4928-15,5 1-976 0,0 4-208 0,1-3-32 16,-1 2-640-16,1 2-128 0,1-1-32 0,-2 2 0 16,-1-4-160-16,1 2 0 0,-2-2 144 0,0 3-144 15,-2-5 0-15,1 2 0 0,-3-3 0 0,-1 2 128 16,-3-2-128-16,-1 0 0 0,-8-5 0 0,9 4 0 0,-9-4 0 15,0 0 0-15,5 6 0 0,-5-6 128 0,0 0-128 16,0 0 0-16,0 0 0 0,-1 12 0 0,-3 0 128 0,-4 0-128 16,-4-1 160-16,-2 2-160 0,-3 3 176 0,1-3-176 15,2 0 192-15,0 2-192 0,-2-2 128 0,3 1-128 16,0-1 0-16,1 3 0 0,2-1 0 0,1 1 0 16,1-2 0-16,3-1 0 15,-1 0-1088-15,2-1-112 0,4-12-16 0,-1 13-16 16,2-3-1520-16,-1-10-288 0,7 11-64 15,5-5-17664-15</inkml:trace>
  <inkml:trace contextRef="#ctx0" brushRef="#br0" timeOffset="-188432.48">25426 14971 18431 0,'-2'-6'1632'0,"0"-1"-1312"15,1-1-320-15,-1 3 0 0,2 5 7648 0,-6-4 1456 16,0-1 304-16,-1 2 48 0,1 2-6336 0,6 1-1264 0,-11 3-256 15,6 1-64-15,-3-2-1056 0,-1 3-224 0,-1 5-32 0,-2 3-16 16,-1 0-208-16,0 1 128 0,-1 3-128 0,-2 2 128 16,0 4-128-16,2 0 0 0,0 1 0 0,1 2 0 15,0-2 0-15,-6 22 0 0,6-7 0 0,5-8 0 16,6-2 0-16,4-2 0 0,5-3 0 0,3-2 0 16,2-2 0-16,3-3 0 0,0-3 0 15,3-1 0-15,3 0 0 0,0-3 0 0,-1-3 0 0,-1-3 0 16,1-2 0-16,1-2 0 0,1-2 0 0,0-2 0 0,0-1 0 15,2-2 0-15,0-3 0 0,1-3 0 0,-1-4 0 16,0-1 0-16,0-1 0 0,-3 0 0 0,-2-5 0 16,-8 11 0-16,-2-4 0 0,0-2 0 15,-1-3 0-15,-2-1 0 0,-2 1 0 0,-1-1 0 16,-2-3 0-16,-2-17 0 0,-4 10 0 0,-5 3 0 0,-1 3 0 0,-2 2 0 16,-3 0 0-16,-1 4 0 0,0 2 0 0,-1 2 0 15,0 4 0-15,2 2 0 16,2 4-576-16,1 1-96 0,0 5-32 0,1 4-16336 15,1 1-3280-15</inkml:trace>
  <inkml:trace contextRef="#ctx0" brushRef="#br0" timeOffset="-145003.22">11230 2522 5519 0,'-23'-38'496'0,"7"8"-496"15,-2-6 0-15,-2-1 0 0,-2 6 5232 0,-1 2 944 16,-1 1 192-16,-1 3 32 0,-1 4-5088 0,-2 1-1024 16,-2 2-288-16,-6 0 0 0,-4-2 0 0,-8 1-256 0,-10-5 32 0,-4 2 0 15,-7-1-16-15,-3 2 0 0,-2 1 0 0,-10-2 0 16,-11 1 240-16,-7 0-192 0,-4 2 192 0,-7 3-192 15,-4 4 192-15,-7 1 0 0,-7-5 0 0,-4 7-144 16,0 6-192-16,-5 1-48 0,-6-5 0 0,0 5 0 31,-2 7-112-31,2-1-16 0,1-3-16 0,-2 4 0 0,-3 4 304 0,4 0 64 16,3-1 16-16,-4 4 0 0,-9 4 144 0,4 3 0 0,5 2-144 0,-4 6 144 16,-7 5 0-16,3 4 0 0,2 1-144 0,6 2 144 15,4 1 0-15,8 3 0 0,10 6 0 0,11 0 0 16,7 3 0-16,15 3 0 0,14 4 0 0,14 2 0 15,12 0-192-15,10 7 32 0,9 5 0 0,9 3 0 16,8 2 160-16,10 4 0 0,6 4 0 0,10 0-128 16,9-3 128-16,8 4 0 0,8 2 0 0,13 1 0 15,10-2 128-15,15-2 48 0,12-5 16 0,10-6 0 16,6-4-16-16,17-5 0 0,13-5 0 0,9-3 0 0,5-5-176 0,16-8 128 16,15-8-128-16,13-3 128 0,8-1-128 0,9-6 0 15,5 2 0-15,1-6 0 0,-3-3 0 0,5-3-224 16,1-7 32-16,3-1 0 0,-1-3 192 0,-1-1 0 15,0-4 0-15,-4 1 0 0,-6-2 0 0,-10-6 0 16,-4-4 0-16,-2-4 160 0,-2-5 240 0,-5 0 48 16,-6-3 16-16,-10-3 0 0,-9-3 592 15,-6-2 112-15,-6-2 32 0,-10-5 0 0,-12-6-176 0,-10 2-16 16,-7 0-16-16,-8-4 0 0,-6-6-160 0,-15-3-16 16,-11-1-16-16,-10 1 0 0,-6 0-192 0,-9 0-32 0,-9-6-16 15,-7 0 0-15,-6 0-224 0,-8 0-32 16,-7 0-16-16,-6 4 0 0,-8-4-80 0,-7 4-16 0,-5-3 0 15,-8 3 0-15,-6-2 0 0,-9 5-16 16,-8 3 0-16,-8 2 0 0,-9 1-176 0,-6 2 0 0,-4 2-192 0,-9 5 192 31,-7 8-576-31,-5 0 16 0,-4 0 0 0,1 3 0 16,2 4-2624-16,0 4-528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0T21:41:15.85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1636 844 44975 0,'0'0'992'0,"0"0"208"0,0 0 32 0,0-6 32 0,-1 0-1008 0,1 6-256 0,0 0 0 0,0 0 0 0,0 0 656 0,0 0 96 16,0 0 16-16,-1 11 0 0,-1 4-304 0,1 5-48 15,-2 5-16-15,-1 5 0 0,1 4-16 0,-3 1-16 16,2 1 0-16,-2 2 0 0,-1-1-16 0,1-1 0 15,-1-5 0-15,1-3 0 0,1-3-160 0,2-5-16 16,-2-1-16-16,1-4 0 0,1-2-160 0,2-2 0 16,0-2 144-16,1-9-144 0,0 0 128 0,0 0-128 15,0 0 128-15,0 0-128 0,0 0 0 0,0 0 0 16,0 0 0-16,1-9 0 0,0-3 0 0,2-2-208 16,-1-5 16-16,2 0 16 0,-1-7-48 0,1-2-16 0,0-1 0 0,4-17 0 15,-1 4-16-15,1 0 0 0,-3 5 0 16,2 1 0-16,0 0 112 0,-2 7 16 15,-3 8 0-15,1 6 0 0,-2 4 128 0,-1 2 0 0,0 9 0 0,0 0 0 16,0 0 144-16,0 0 112 0,0 0 32 0,0 0 0 16,0 0-48-16,0 0-16 0,2 11 0 0,-1 0 0 15,0-2-96-15,3 2-128 0,1-1 176 0,3 6-176 16,-1-2 256-16,3 2-64 0,3 0-16 16,1-2 0-16,-1-1-176 0,1 0 0 0,0-1 144 0,1 1-144 15,4-1 0-15,-8-3 0 0,5 0 0 0,1 0 0 16,1 1 0-16,1 1 0 0,-1 0 0 0,-1 1 0 15,-2-3 0-15,0 0 0 0,-1 2 0 0,-1-3 0 0,0 0 0 16,-2-2 0-16,-2-1 0 0,-3 2 0 0,-1-1 0 16,-1 0 0-16,-4-6 0 0,0 0 0 0,-1 6 0 15,-2 1 0-15,-2 0 160 0,-1 1-160 0,-5-3 272 16,0 2-32-16,-4-3-16 0,-2 1 0 0,-2 0 96 0,-2-1 0 16,-4 1 16-16,0 2 0 0,-1-3-112 0,-1 1-32 15,-3 0 0-15,1 0 0 0,2 1-192 0,-2 0 176 16,-1 3-176-16,1-2 160 0,2-2-160 0,1 2 0 15,1-1 0-15,4 2 0 0,2-4 0 16,2 0 0-16,3-2 0 0,2 2 0 16,3 2-704-16,3-3-128 0,6-3-32 0,0 0-15200 15,12 7-3024-15</inkml:trace>
  <inkml:trace contextRef="#ctx0" brushRef="#br0" timeOffset="846.75">2420 711 39615 0,'0'0'1760'0,"0"0"352"0,0 0-1680 0,0 0-432 0,0 0 0 0,0 0 0 16,0 0 1136-16,0 0 144 0,0 0 16 0,0 0 16 15,0 0 80-15,0 0 16 0,-6 8 0 0,3 2 0 16,0 1-768-16,-1 4-128 0,-1 6-48 0,-3 8 0 16,1 10-80-16,0 9-32 0,-1 6 0 0,3-14 0 15,-2 3 16-15,1 4 0 0,0-3 0 0,2 0 0 0,2-4-144 0,2-2-32 16,2-6 0-16,2 0 0 15,2-1-192-15,0-2 0 0,2-5 0 0,0-1 0 16,1-4 0-16,0-2 0 0,0-3 0 0,2-3 0 0,0-3-144 0,1-3 144 16,-2-3-208-16,1-2 80 0,-1-3-64 0,3-4 0 15,0 0 0-15,0-3 0 0,-1-3 64 0,1-5 0 16,-1 0 0-16,0-5 0 0,-1 2 128 0,2-3 0 16,2-5 0-16,-2-4 0 0,-1-7 0 0,6-20 0 15,-3 4 0-15,4 0 0 0,-2 0 0 0,-2 2 0 16,-3 7 0-16,1 7 0 0,-1 9 0 15,-3 7 0-15,-4 6 0 0,0 6 0 0,-1 1 0 0,-4 11 192 16,0 0-32-16,0 0-16 0,0 0 240 0,0 0 64 16,0 0 0-16,4 11 0 0,-4 1-192 0,-2 8-48 15,2 6 0-15,-2 8 0 0,0 6-208 0,0-10 144 16,1 4-144-16,0 2 128 0,1 1-128 0,0-1 0 16,0-4 0-16,1 0 0 0,2 0 0 0,-1-5 0 0,1-5 0 15,-1-1 0-15,2-1-224 0,0-4-32 16,0-1 0-16,1-2 0 15,2-1-1168-15,-2-3-240 0,-5-9-64 0,7 5 0 16,-1-1-1616-16,-6-4-336 0,7 2-64 0</inkml:trace>
  <inkml:trace contextRef="#ctx0" brushRef="#br0" timeOffset="1074.38">2189 716 45087 0,'0'0'2000'0,"0"0"416"0,0 0-1936 0,0 0-480 0,0 0 0 0,0 0 0 0,0 0 512 0,0 0 16 16,12-5 0-16,1-1 0 0,0-6-80 0,2 1 0 16,5 2-16-16,-6 4 0 0,-1-1-432 0,6-2 0 15,1-1-192-15,3-1 192 16,1 1-3024-16,2 0-496 0,4-1-80 0</inkml:trace>
  <inkml:trace contextRef="#ctx0" brushRef="#br0" timeOffset="1233.47">2708 609 33167 0,'0'0'2944'0,"0"0"-2352"16,0 0-464-16,0 0-128 0,0 0 2128 0,0 0 416 16,0 12 80-16,0-12 0 0,0 0-752 0,6 12-144 0,-6-12-48 0,12 9 0 15,1-5-544-15,0-1-112 16,-13-3-32-16,21 0 0 0,2 1-672 0,-8-1-128 15,-1 1-16-15,3 2-16 0,0-3-720 0,3 1-144 16,0 0-16-16,3 1-16 16,-1 0-2288-16,3 0-464 0,-1 3-96 0</inkml:trace>
  <inkml:trace contextRef="#ctx0" brushRef="#br0" timeOffset="1469.37">3228 961 11055 0,'-20'3'480'0,"14"-2"112"0,6-1-464 0,0 0-128 0,0 0 0 0,0 0 0 0,0 0 8320 0,0 0 1664 16,0 0 320-16,0 0 64 0,0 0-7152 0,0 0-1424 15,6-5-272-15,1 1-64 0,2 0-896 0,2 0-176 16,-1-1-48-16,3 0 0 0,0-2-336 0,3 2 0 16,-3-1 0-16,4 2 0 0,1-1 0 0,-4 1 0 15,-1 0-160-15,-1 0 160 16,-2 4-1088-16,2-3-96 0,-1 2-32 0,-4 1 0 15,-7 0-1376-15,10 1-288 0,-10-1-48 0</inkml:trace>
  <inkml:trace contextRef="#ctx0" brushRef="#br0" timeOffset="1618.06">3172 1160 33167 0,'0'0'1472'0,"-4"5"304"0,4-5-1424 0,0 0-352 0,0 0 0 0,0 0 0 0,0 0 3392 0,0 0 592 15,0 0 128-15,10 4 32 0,1-3-2640 0,2-2-528 0,4-1-96 16,-1-4-32-16,2 2-608 0,3 0-240 0,3-1 176 0,2-2-15360 16,1 0-3072-1</inkml:trace>
  <inkml:trace contextRef="#ctx0" brushRef="#br0" timeOffset="2121.73">4139 1171 43247 0,'0'0'1920'0,"-4"9"384"0,0-2-1840 0,1 3-464 0,0 1 0 0,-1 2 0 16,0 1 1472-16,0 2 208 0,0 1 48 0,0 2 0 15,-1 4-320-15,0 0-48 0,-2-2-16 0,2 2 0 16,1-1-864-16,0 2-176 0,2-1-48 0,1-2 0 15,1-2-256-15,0-5 0 0,1 2 0 0,1-3 0 32,1-4-896-32,1 0-224 0,0-3-48 0,2 0-16 0,1-6-1888 15,6-4-384-15,1-4-80 0</inkml:trace>
  <inkml:trace contextRef="#ctx0" brushRef="#br0" timeOffset="2501">4524 720 42095 0,'0'0'1856'0,"-7"0"400"0,2-1-1808 0,5 1-448 0,0 0 0 0,-6 3 0 0,-1-1 1664 0,1 1 224 15,-1 1 48-15,1 1 16 0,-1 3-352 0,-2 6-80 16,2 4-16-16,1 3 0 0,-1 9-848 0,1 5-160 16,-5 8-48-16,8-9 0 0,-1 5-64 0,0 4 0 15,0 4-16-15,1-1 0 0,3-3-112 0,3-3-32 0,1-2 0 0,1-3 0 16,0-1-224-16,3-2 128 15,0-2-128-15,2-4 0 0,1-3 0 0,2-1 0 16,1-3 0-16,3-6-160 0,1-2 160 0,2-3 0 0,1-4 0 0,-1-3-128 16,1-2 128-16,-1-3-128 15,-1-5 128-15,0-1-128 0,-1-2 128 0,-2-3 0 16,-2-4 0-16,-1-1-128 0,0-2 128 0,0-3 0 0,-4-1 0 16,-1-4 0-16,0-4 0 0,-2-3 0 0,-3-4 0 0,-2-3 128 15,-1-8-128-15,-1 0 0 0,-3 1 128 0,-1 4-128 16,-2 4 0-16,-2 4 144 0,-1 2-144 0,-3 3 0 15,-3 3 0-15,-1 4 0 0,-1 1 0 0,0 2 0 16,-1 3-352 0,0 3-128-16,2 4-32 0,1 3 0 15,2 1-1216-15,1 6-240 0,0 3-48 0,2 5-13456 0,2 3-2688 0</inkml:trace>
  <inkml:trace contextRef="#ctx0" brushRef="#br0" timeOffset="2766.31">4622 1145 35935 0,'0'0'1600'0,"0"0"320"0,0 0-1536 0,0 9-384 15,-2-1 0-15,2 4 0 0,2 0 2880 0,-2 3 512 16,1 2 112-16,-1 2 16 0,0 0-1760 0,0 1-352 0,-1 0-64 0,1 1 0 15,0 2-896-15,1 0-160 0,0-1-32 0,1 0-16 16,-1-1-240-16,2 0 0 0,-1-1 0 0,2-2 0 31,1-1-1152-31,2-3-160 0,-1-1-32 0,1-1-16 16,-1-3-1744-16,3-1-352 0,6-3-64 0</inkml:trace>
  <inkml:trace contextRef="#ctx0" brushRef="#br0" timeOffset="3083.79">4920 1353 31327 0,'0'0'2784'0,"0"0"-2224"0,0 0-560 0,0 0 0 16,0 0 2592-16,0 0 416 0,0 0 64 0,7-4 32 0,-7 4-1120 15,8-3-240-15,1 0-32 0,0 1-16 0,0 1-480 0,1-3-80 16,0-2-32-16,-4 4 0 16,-6 2-576-16,10-2-112 0,1-3-32 0,-3 4 0 0,1-2-128 0,-9 3-48 15,9 3 0-15,-9-3 0 0,8 3 112 0,-8-3 0 16,2 7 16-16,1 4 0 0,-3-1 32 0,-3 3 0 15,-2 2 0-15,-1 2 0 0,-3 2-112 0,-1 2-32 16,1-1 0-16,0-1 0 0,-3 2-96 16,2-1 0-16,1-1-128 0,2-3 192 0,1-1-192 0,2 0 0 15,3-4 0-15,-1 0 0 0,2-2 0 0,2-1 0 16,-2-8 0-16,5 6 0 0,3 1-128 0,1-2 128 16,0-4-192-16,0 1 192 0,-1-2-256 0,2-2 48 15,2 1 16-15,2-4 0 16,2-2-896-16,2-1-192 0,2-1-16 0,1-2-16 15,2-4-2240-15,3-2-448 0</inkml:trace>
  <inkml:trace contextRef="#ctx0" brushRef="#br0" timeOffset="3278.69">5481 1094 43311 0,'0'0'3840'0,"0"0"-3072"0,0 0-608 0,0 0-160 16,0 0 1856-16,0 0 320 0,0 0 80 15,0 0 16-15,0 0-672 0,9 2-144 0,3-1-32 16,1-1 0-16,0-1-976 0,2-1-208 0,5 0-48 0,1-1 0 16,1-1-320-16,1-1-80 0,2-1-16 0,3 0-16624 15,3 4-3328-15</inkml:trace>
  <inkml:trace contextRef="#ctx0" brushRef="#br0" timeOffset="3710.66">6030 1190 35007 0,'-13'3'3120'0,"13"-3"-2496"0,0 0-496 0,0 0-128 16,-3 7 2880-16,0 1 576 0,0 1 96 0,0 3 32 16,0 2-1600-16,1 3-320 0,-1-3-64 0,2 3-16 15,1 2-832-15,0 0-176 0,0 1-16 0,1 0-16 16,2-1-368-16,-1 0-176 0,0 0 160 0,2-1-160 0,1 0 0 0,0-1 0 16,0-4 0-16,-1-4 0 15,0 0-1360-15,1-2-176 0,3-2-16 0,-1-1-16 16,-7-4-1792-16,7-1-352 0,3-2-80 0</inkml:trace>
  <inkml:trace contextRef="#ctx0" brushRef="#br0" timeOffset="4269.97">6290 714 5519 0,'-11'-7'496'0,"11"7"-496"15,0 0 0-15,0 0 0 0,-4-1 8720 0,4 1 1648 16,0 0 336-16,0 0 64 0,0 0-7040 0,0 0-1408 15,-2 9-272-15,2 1-64 0,2 5-688 0,0-1-128 16,1 3-16-16,0 5-16 0,-2 4-528 0,2 4-96 16,-1 6-32-16,3 1 0 0,1 5-160 0,-1 2-48 0,0-1 0 0,0 2 0 15,0-4-144-15,1-7-128 0,0-1 144 0,1-6-144 16,-2-1 0-16,0 0 128 16,-1-5-128-16,0-2 0 0,0-5 0 0,1-2 0 15,-1-2 0-15,1-2 0 0,-1-2 0 0,-4-6 0 0,5 7 0 0,-5-7 0 16,0 0 0-16,0 0 0 0,7 0 0 0,-7 0 0 15,0 0 0-15,5-4 0 0,0-3 0 16,0-3 0-16,1-3 0 0,-1-3 0 0,0-2 0 16,0-4 0-16,1-5-128 0,0-3 128 0,1-7 0 0,2-2 0 15,1-5-144-15,1-2 144 0,-1-4 0 0,2 6-144 16,-1 4 144-16,-1 6 0 0,-1 6 0 0,-1 6-128 16,-3 4 128-16,0 6 0 0,-1-1 0 0,-2 7 0 15,-2 6 0-15,0 0 0 0,0 0 0 0,6 6 0 16,-2 5 0-16,0 7 144 0,-2 7-144 15,2 5 0-15,-1 5 144 0,1 3-144 0,2 0 0 16,1-1 144-16,-1 2-144 0,1-2 0 0,-1-3 0 0,1-2 128 0,0-5-128 0,1-3 0 16,0-4 0-16,1-2 0 0,2-1 0 0,-1-1 0 15,1-6 128-15,-1-1-128 0,-1-1 0 0,0-3 0 16,0 1 0-16,0-5 0 0,1 0 0 0,-1-1 0 16,-1-1 128-16,-1 0-128 0,1-6 0 0,-1 2 0 15,-2-3 144-15,0-1-48 0,0-3-96 0,1-4 0 16,-3-3 0-16,3-3 0 0,-2-2 0 0,1-3 0 15,0-4 0-15,-1-2 0 0,-1-2 0 0,-2-3 0 16,0 0 0-16,-1 2 0 0,0 2-208 0,0 2-48 16,-1 4 0-16,-2 4 0 15,1 0-880-15,-1 3-176 0,-1 1-32 0,2 3-15040 16,0 2-3008-16</inkml:trace>
  <inkml:trace contextRef="#ctx0" brushRef="#br0" timeOffset="4510.95">6103 559 33167 0,'-9'0'2944'0,"-1"0"-2352"0,-3 0-464 0,7 0-128 16,-1 0 3552-16,7 0 688 0,0 0 144 0,0 0 32 15,0 0-2384-15,0 0-480 0,0 0-80 0,0 0-32 16,0 0-1056-16,13-2-224 0,3-2-32 0,4 2-128 15,3-2 0-15,3 1 0 0,2-2 0 0,0 0 0 0,1-2 0 0,1 1 0 16,0-1 0-16,2-2 0 16,1 3-1120-16,0-1-176 0,-1 1-48 0,3-1-13984 15,2 2-2800-15</inkml:trace>
  <inkml:trace contextRef="#ctx0" brushRef="#br0" timeOffset="4684.34">6841 473 34095 0,'0'0'3024'0,"-6"0"-2416"15,6 0-480-15,0 0-128 0,0 0 2912 0,0 0 560 16,0 0 112-16,0 0 32 0,0 0-1312 0,0 0-272 0,0 0-48 0,0 0-16 16,0 0-1120-16,10-2-208 0,0 2-64 0,3 0 0 15,1-4-384-15,3 2-192 16,2-5 160-16,1 2-160 0,1 0 0 0,1 0 0 0,1-1 0 0,-1 0 0 31,0 3-1024-31,1-1-160 0,1 2-32 0,-2 2 0 16,-2 1-1904-16,-1 4-384 0,1 2-80 0</inkml:trace>
  <inkml:trace contextRef="#ctx0" brushRef="#br0" timeOffset="5139.95">7075 1260 44175 0,'0'0'1952'0,"0"0"416"0,0 0-1904 0,0 0-464 0,0 0 0 0,0 0 0 16,0 0 1888-16,0 0 288 0,0 0 48 0,0 0 16 0,12 3-832 0,1-3-144 16,0-2-48-16,0 1 0 0,1-4-704 0,2 1-128 15,1 0-48-15,0-3 0 0,3 2-128 0,-1-1-16 16,-1 0-16-16,-1 4 0 0,-1 1-48 0,-3 2 0 16,-3 1 0-16,0 1 0 0,-10-3-128 0,0 0 0 15,6 5 0-15,-2 2 0 0,-4-7 0 0,0 10 0 16,-1 2 0-16,-3-2 0 0,-3 1 0 0,-3 1 0 15,-2-1 0-15,-1 1 0 0,-3 5 0 0,1-3 0 16,-1 2 0-16,2 2 0 0,-1 2 0 16,1-2 0-16,-2 0 0 0,3 2 0 0,2 2 0 0,0-4 0 15,1 1 0-15,1-3 0 0,3-1 0 0,1-2 0 16,1 0 0-16,2-1 0 0,2-2 0 0,1-1 0 0,2 2 0 0,2-4 112 16,1 0-112-16,2-2 0 15,3 0 0-15,0 1 0 0,2-5 0 0,3 0 0 16,1-1 0-16,3-1 0 0,2 0 0 0,1-5 0 0,1 1 0 0,-1 0 0 15,2 0 0-15,0 1 0 16,-3-1 0-16,-1-1 0 0,0 1 0 0,-2 3 0 0,1-5 0 16,-1 3 0-16,-1 2 0 0,1-1 0 0,-1 0 0 0,0 2 0 31,0 0-1104-31,1 1-176 0,-2 1-16 0</inkml:trace>
  <inkml:trace contextRef="#ctx0" brushRef="#br0" timeOffset="7872.87">8466 1088 41759 0,'0'0'1856'0,"9"-3"368"0,2-1-1776 0,2 0-448 0,3 1 0 0,1-1 0 16,-1 0-160-16,1-1-112 0,0-1-32 0,2 2 0 15,1 0 304-15,3 1 128 0,1-1-128 0,5 0 192 32,2 0-3296-32,-6 1-672 0</inkml:trace>
  <inkml:trace contextRef="#ctx0" brushRef="#br0" timeOffset="8111.75">9358 633 30399 0,'0'0'2704'0,"0"0"-2160"0,0 0-544 0,-3 5 0 0,3-5 3328 0,-1 11 544 16,1 0 112-16,0 4 32 0,0 3-2528 0,0 3-496 16,0 2-96-16,-1 5-32 0,0 2 128 0,-1 5 32 15,2 4 0-15,0 3 0 0,-1 1-672 0,1 0-128 16,0-2-32-16,0 0 0 0,0-5-192 0,0-2 0 0,0-1 128 0,0-3-128 31,0-4-832-31,0-3-192 0,-1-1-64 0,1-3 0 16,-3-4-2400-16,-1-2-480 0</inkml:trace>
  <inkml:trace contextRef="#ctx0" brushRef="#br0" timeOffset="8320.93">9276 654 35007 0,'0'0'1552'0,"0"0"320"0,0 0-1488 0,0 0-384 0,5-7 0 0,2 1 0 16,-1-2 3392-16,3 0 624 0,0 0 112 0,3 0 32 15,4-1-2704-15,2-1-544 0,4 1-96 0,3-4-32 16,1-2-512-16,1 2-96 0,2 2-32 0,0 0 0 16,0 1-144-16,2 3-144 0,-3 1 144 0,0 3-208 15,-5 3-1840-15,2 3-352 0,-5 3-80 0,-3 1-11696 16,0 4-2336-16</inkml:trace>
  <inkml:trace contextRef="#ctx0" brushRef="#br0" timeOffset="8599.79">9374 1141 10127 0,'0'0'896'0,"0"0"-704"0,0 0-192 0,0 0 0 0,0 0 7680 0,0 0 1520 15,0 0 288-15,6-4 64 0,2-2-6928 0,2-1-1376 16,4-4-288-16,1 0-48 0,2 1-144 0,1-2-16 15,2-1-16-15,-1-3 0 0,2 2-288 0,-1 1-48 16,-1 4-16-16,-2 0 0 0,-1 2-16 0,-2 3-16 0,-1 2 0 16,-2 2 0-16,-3 2 192 0,1 5 32 0,-3 1 16 0,0 3 0 15,-1 2-96-15,-1 4-32 0,-2 3 0 0,0 3 0 16,0 1-208-16,-1 2-32 16,-1-3-16-16,3 2 0 0,-3 0-208 0,1-5 144 0,1-1-144 15,-1-2 128-15,2 0-128 0,-2-4 0 0,0-1 0 0,2-1 0 31,-2-4-624-31,2 1-96 0,-1 0-32 0,1-2 0 16,-3-6-1296-16,0 0-272 0,0 0-48 0,6 1-12544 0,0-3-2496 0</inkml:trace>
  <inkml:trace contextRef="#ctx0" brushRef="#br0" timeOffset="8745.84">9765 821 44751 0,'0'0'1984'0,"0"0"400"0,0 0-1904 0,0 0-480 0,0 0 0 0,0 0 0 0,0 0 352 15,0 0-32-15,0 0 0 0,0 0 0 16,0 0-320-16,0 7 0 0,1 1 0 0,3 3 128 16,3 4-3760-16,-1-2-736 0</inkml:trace>
  <inkml:trace contextRef="#ctx0" brushRef="#br0" timeOffset="9026.25">9861 1104 27647 0,'0'0'2448'15,"0"0"-1952"-15,0 0-496 0,2 9 0 0,-2-2 4224 0,1 4 736 16,0 2 160-16,1 1 16 0,-2 5-2256 0,0-1-448 16,1 0-80-16,0 0-32 0,0 1-1088 0,-1-3-208 15,0-1-64-15,2-2 0 0,-1-1-544 0,0-1-112 0,-1-2-32 0,2-1 0 16,-2-8-192-16,4 8-80 0,-4-8 0 0,0 0 0 16,0 0 0-16,0 0 0 0,0 0 0 0,7 1 0 15,-7-1 0-15,8 0 0 0,-8 0 0 0,8-3 0 16,0-4 0-16,-2 0 0 0,0-2 0 0,-1-1 0 15,1-1 0-15,2-4 0 0,0-1 0 0,0-2 0 16,1-3 0-16,1-1-240 0,2 0 80 0,1 0 16 31,0 1-912-31,3 1-176 0,-1 2-48 0,2 1 0 0,2 1-1632 16,0 2-336-16,-1 4-64 0,2 2-10640 0,1 1-2144 0</inkml:trace>
  <inkml:trace contextRef="#ctx0" brushRef="#br0" timeOffset="9333.43">10294 985 35823 0,'0'0'1584'0,"0"0"336"0,0 0-1536 0,0 0-384 0,0 0 0 0,0 0 0 0,0 0 2928 15,-5 5 512-15,0 0 96 0,0 1 32 0,-1 1-1520 0,-2 0-320 16,-1 1-48-16,2 0-16 0,-5 1-864 0,0 0-176 16,0 0-48-16,1 1 0 0,0-1-176 0,-1 2-32 15,2-2-16-15,1 0 0 0,0 0-176 0,1 0-48 16,0-2 0-16,3-1 0 0,1 1-128 0,4-7 0 16,0 0 0-16,0 6 0 0,0-6 0 0,4 8 0 0,1-1 0 0,2-2-176 15,0-1 304-15,4-1 48 16,-1 0 16-16,2-1 0 0,0 0-368 0,2 0-64 15,0-1-16-15,2 0 0 0,0-1 256 0,-1 2 0 16,1-1 0-16,-2 0 0 0,-2 2 0 0,2-1 0 16,-1 1 0-16,-1 1-144 0,0 0 144 0,-3 1 0 0,-2 2 0 0,-2-1 0 15,-1 2 0-15,-3 1 0 0,-1-1 0 0,-3 1 0 16,-2 1 128-16,-1 1-128 0,-2-1 160 0,0 2-160 16,-1-2 0-16,-2 3 0 0,2-2-128 0,-1 1 128 31,-1-3-704-31,2-1-48 0,-1-3 0 0,2 0 0 15,-1 2-1680-15,1-2-320 0,8-5-80 0</inkml:trace>
  <inkml:trace contextRef="#ctx0" brushRef="#br0" timeOffset="9567.5">10542 677 26719 0,'0'0'2368'0,"0"0"-1888"0,0 0-480 0,0 0 0 15,0 0 4928-15,0 0 880 0,0 0 176 0,0 0 32 0,0 0-2832 16,0 0-576-16,5 8-112 0,-1 0-32 0,-1 2-1680 0,-2 1-336 15,0 2-64-15,-1 2 0 0,0 2-384 0,0 3 0 16,0 2 0-16,0 3 128 0,0 1-128 0,0 4 0 16,0 2 0-16,0 2 128 0,0-4-128 0,2 0 0 15,-2-1 0-15,0 2 0 0,0-3 0 0,0-2 0 16,0-3 0-16,0-1 128 16,-2-1-880-16,2-4-160 15,0-2-48-15,0-4 0 0,-1 1-1008 0,0-2-208 0,-1-3-32 0,2-7-16 16,0 0-3088-16,0 0-640 0</inkml:trace>
  <inkml:trace contextRef="#ctx0" brushRef="#br0" timeOffset="9715.36">10363 1162 27647 0,'0'0'2448'0,"0"0"-1952"16,0 0-496-16,0 0 0 0,9 5 0 16,-9-5 0-16,12 3 0 0,2-2 5232 0,5-1 944 0,3-1 192 0,1-2 32 15,6-3-5024-15,1-1-1008 0,3 0-208 0,-1-3-32 31,2 0-544-31,1 0-96 0,3-1-32 0,-1-1 0 16,-2-3-3104-16,0-2-640 0</inkml:trace>
  <inkml:trace contextRef="#ctx0" brushRef="#br0" timeOffset="10028.04">11376 542 9215 0,'0'0'400'0,"-5"2"96"0,5-2-496 0,-5 0 0 0,5 0 0 0,-5 7 0 0,-1-1 9472 0,1 2 1792 0,-1 4 352 0,-1 2 80 0,2 4-8064 0,-2 3-1616 16,1 3-320-16,-1 1-64 0,1-1-1040 0,1 1-208 15,-2 1-32-15,1 3-16 0,-1-2-176 0,1 3-32 16,-1 1-128-16,1 3 192 0,0-2-192 0,1 0 128 16,0-2-128-16,0 0 128 0,-1-1-128 0,3 1 0 15,-1-7 0-15,1 1 0 0,2-2 0 0,1 1 0 16,-2-3 0-16,4-2 0 0,0-2 0 0,4-3 0 15,-1-3 0-15,1-1 0 0,2-1 0 0,1-1 0 16,3-1 0-16,0 0 0 0,1-5 0 0,1-1-192 16,0-1 192-16,1-2-208 0,2-1-128 0,2-1-32 15,3-3 0-15,3-2 0 16,3-3-1504-16,3-2-304 0,1-2-64 0,5-1-20960 0</inkml:trace>
  <inkml:trace contextRef="#ctx0" brushRef="#br0" timeOffset="10443.62">11968 946 3679 0,'0'0'320'0,"-4"-4"-320"16,-4-3 0-16,2 2 0 0,1 1 9856 0,-2 2 1920 0,-1-1 368 0,0 2 80 15,-2 1-8208-15,-2 2-1648 0,-1 2-320 0,-2 3-64 0,-4 2-832 16,1 1-160-16,-1 6-32 0,-4 2-16 16,3 2-592-16,-1 2-112 0,1-1-32 0,2 0 0 15,0-1-144-15,3 1-64 0,2-1 0 0,3-1 0 16,1 0 0-16,4-1 0 0,1-1 0 0,2-1 0 15,1-3 0-15,4-3 0 0,2 0 0 0,1-3 0 16,1-2-400-16,2 0-80 0,3-2-16 0,1-2 0 16,0 1 48-16,0-4 0 0,0-2 0 0,0-1 0 0,1 0 64 0,-1-4 0 15,-1-2 16-15,0 0 0 16,-1-1 368-16,0-1 0 0,-1-1-144 16,2-2 144-16,-3-5 0 0,0 3 0 0,-1 1 0 0,-1 0 144 0,-2 0-144 0,0 1 160 15,-1 1-160-15,0 3 160 0,-3 3 80 0,1 1 16 16,-2 8 0-16,0 0 0 0,0-7 208 0,0 7 48 15,0 0 16-15,0 0 0 0,0 0-256 0,0 0-48 16,-4 7-16-16,1 1 0 0,0 1-16 0,-1 3 0 16,1 2 0-16,1 0 0 0,2 2-192 0,2 0 0 15,-1-1 0-15,1 1 0 0,2 0-176 0,0 1 176 0,2-2-160 16,-1 0 160 0,1-5-608-16,2 0-32 0,0 0 0 0,1-3 0 15,-1 0-1184-15,4-2-240 0,2-1-48 0,-2-1-16 16,-1-2-2480-16,1-1-512 0,-3-3-80 0,2-1-32 0</inkml:trace>
  <inkml:trace contextRef="#ctx0" brushRef="#br0" timeOffset="10928.95">12114 964 18431 0,'0'0'1632'0,"0"0"-1312"0,0 0-320 0,0 0 0 16,0 0 6448-16,0 0 1216 0,-5 3 240 0,0 2 48 16,-1 3-4640-16,1 2-944 0,-1 3-176 15,-1 1-32-15,2 2-1072 0,0 2-192 0,0 1-64 0,2-1 0 16,0 0-512-16,3 0-128 0,2 2 0 0,0 0-16 0,2-4-176 0,1 0 0 15,1-2 0-15,1-3 0 0,1-1 0 0,1-2 0 16,-1-3 0-16,3 1 0 0,-1-1 0 0,1 0-192 16,0-5 64-16,1 0 128 15,-2-3-224-15,1-1 80 0,-2-2 16 0,1-3 0 0,1 0 128 16,-1-2 0-16,-2 0 0 0,0-4 0 0,2 1 0 0,-1-3-128 16,1 0 128-16,-1-1-128 0,-1 2 128 0,-1 3 0 15,-1 1 0-15,-1 3 0 0,-4 3 0 0,-1 6 0 16,0 0 160-16,0 0-160 0,0 0 352 0,0 0-32 15,0 0 0-15,1 10 0 0,-3 2-192 0,0 2-128 16,1 2 128-16,1 1-32 0,0 1-96 0,1 0 0 16,1 0 0-16,2 1 0 0,0-4 0 0,1 1 0 0,3 1 0 15,-1-5 0-15,1-1 0 0,3 0 0 16,2-2 0-16,0-2 0 0,0-2 0 0,-1 0 0 0,3-5 0 16,0 0 0-16,-1 0 0 0,2 0 0 0,-2-4 0 15,0 1 0-15,1 0 0 0,-1-1 0 16,-2-3 0-16,1-1 0 0,-3-3 0 0,1-3 0 15,-2-2 0-15,0-1 0 0,-1-3 0 0,-2-2 0 16,2-2 0-16,0-4 0 0,-2-2 0 0,1-2 0 16,-3-1 0-16,0-1 0 0,-3 0 0 0,-1 2 0 0,-1 5 0 15,-2 2 0-15,-1 4 0 0,0 3 0 0,0 3 0 0,-1 0 0 16,0 5 0-16,1-2 0 0,0 2 0 0,0 2 0 16,2 1 0-16,-2 2-208 0,0 0 64 0,2 0-17264 15,2 5-3440-15</inkml:trace>
  <inkml:trace contextRef="#ctx0" brushRef="#br0" timeOffset="13441.08">3004 2828 43423 0,'0'0'1920'16,"0"0"400"-16,0 0-1856 0,0 0-464 0,0 0 0 0,0 0 0 0,0 0 512 0,0 0 0 15,0 0 0-15,0 0 0 0,0 0 784 0,0 8 176 16,0 1 16-16,0 3 16 0,-2 2-672 0,1 6-128 15,-3-1-16-15,2 5-16 0,-1 2-176 0,-1 3-48 16,0 2 0-16,0 2 0 0,2 0-224 0,-1-3-48 16,2-1-16-16,1-1 0 0,1-2-160 0,0-3 0 15,2-2 0-15,1-3 0 0,1-2 0 0,2-3-256 16,2-4 64-16,0-1 16 16,1-3-1312-16,3-2-272 0,2-5-48 0,0-3-16 15,4-5-1328-15,3-3-272 0,0-3-48 0,1 0-14416 0</inkml:trace>
  <inkml:trace contextRef="#ctx0" brushRef="#br0" timeOffset="13673.29">3276 3086 15663 0,'0'0'1392'0,"-6"7"-1120"0,-1-3-272 0,1 1 0 16,0 2 6272-16,1-2 1216 0,1 1 224 0,4-6 48 15,-4 7-4768-15,2-1-960 0,2 1-192 0,0 1-48 16,0 0-736-16,2-1-160 0,-2-7-16 0,6 10-16 16,0-4-544-16,2 1-96 0,1-1-32 0,2 1 0 15,2-2-192-15,-2 0 0 0,2-1 0 0,2 0 0 16,-1 1 0-16,0-4 0 0,-2 2 0 0,-1 0 0 15,-1-1 0-15,-1 2 0 0,-9-4 0 0,9 7 0 16,-2-1 0-16,-2 1 0 0,-2 0 0 0,-2 3 0 0,-1 0 128 0,-3-1-128 16,-2 3 0-16,-1 4 144 15,-4-2-144-15,1 2 128 0,-1-2-128 0,-1 2 128 16,0-1-128-16,-1 2 0 0,2-3 0 0,-1 2 128 16,2-3-1936-16,1 1-400 0,4 2-80 0</inkml:trace>
  <inkml:trace contextRef="#ctx0" brushRef="#br0" timeOffset="14652.99">4168 3089 42623 0,'0'0'1888'0,"-4"4"384"0,-1-4-1824 0,0 4-448 0,2 2 0 0,0 2 0 0,0 1 1232 0,-3 2 160 16,1 2 16-16,1 2 16 0,0 5 16 0,3-3 0 15,0 3 0-15,-1-2 0 0,1 0-800 16,0-4-176-16,-1 2-16 0,1-3-16 0,1-4-432 0,0-1 0 16,0-8-144-16,0 0 144 0,0 0 0 0,0 0 0 15,0 0 192-15,0 0-48 0,0 0-144 0,0 0 0 16,0 0 0-16,1-6 0 0,-1-2 0 0,-1-1-176 15,0-2 176-15,-2 1-128 0,1 1 128 0,-2-2 0 16,-2 1 0-16,1-1-128 0,0 1 128 0,-1 2 0 16,-4-2 0-16,1 3 0 0,-2 2 0 0,-1 2 128 15,-1 3-128-15,-2 3 0 0,1 2 160 0,-3 6-32 16,2-1-128-16,0 7 192 0,1 5 0 0,1 3 0 16,-2 1 0-16,2 3 0 0,4-3-16 0,1 0-16 15,2-3 0-15,2 1 0 0,4-1-160 0,4-3 128 16,2-2-128-16,2-1 128 0,0-1-128 0,5-2 0 15,3-2 0-15,2-3 0 0,3-4-304 0,1-2 64 16,2-3 16-16,-1-3 0 0,0-2-48 0,1-3-16 16,1 0 0-16,-2-2 0 0,2-2 80 0,-3-1 16 0,-1-1 0 0,-1-2 0 15,-1-1 64-15,-2 0 128 16,-3-1-208-16,-1 0 80 0,-2-5 128 0,-2 0 0 16,-1-2 0-16,-2 0 0 0,0 1 0 0,-3 1 0 15,-1 4 0-15,-1 3 0 0,0 3 0 0,-1 4 0 0,-1 3 128 0,1 6-128 16,0 0 320-16,0 0-16 0,0 0 0 15,0 0 0-15,-6 6-48 0,-1 2 0 0,0 4 0 0,2 2 0 16,0 4-256-16,1 3 128 0,2-3-128 0,-1 2 0 0,2-2 128 0,2 0-128 16,2 1 0-16,0-4 0 15,0 0 0-15,1-5 0 0,1 0 0 0,2 0 0 16,-1-3 0-16,2 1-176 0,1-1 176 0,0-2-208 16,0-2-96-16,2-2-16 0,-1-2 0 0,2-1 0 0,1 2 64 15,1-1 16-15,-2-3 0 0,-1 0 0 0,0-2 48 16,1-4 16-16,-3 1 0 0,2 0 0 0,-1 0 176 15,0-4 0-15,-2-4-144 0,1 0 144 0,-1-1 0 16,0-2 0-16,-3 0 0 0,0 0 0 0,-1 3 0 0,0 0 0 16,0 0 0-16,-1 4 0 0,-2 0 144 0,-1 3 0 15,0 2 0-15,0 8 0 0,0 0 240 0,0 0 32 16,0 0 16-16,0 0 0 0,0 8 16 0,0 2 16 16,-1 4 0-16,-1 6 0 0,1 3-176 0,0 6-32 15,1 1-16-15,0 0 0 0,0 1-112 0,-1 2 0 0,2 2-128 16,0-1 192-16,-1 5-192 0,0-2 0 15,1 0 128-15,1 0-128 0,-1-2 0 0,0-1 0 0,-1-1 0 16,2-2 0-16,-1-2 0 0,-1-2 0 16,0-4 0-16,1-2-160 15,1-1-640-15,0-4-128 0,1-3-32 16,-1-3 0-16,2-1-1392 0,2-2-272 0,-6-7-64 0,10 0-11664 16,2-7-2336-16</inkml:trace>
  <inkml:trace contextRef="#ctx0" brushRef="#br0" timeOffset="15542.86">4899 3282 13823 0,'-6'-13'1216'0,"6"13"-960"0,-3-4-256 0,1 0 0 16,-2 2 5520-16,4 2 1072 0,0 0 192 0,-5-3 64 15,-1 2-3088-15,1 1-624 0,5 0-112 16,0 0-16-16,-6 5-1424 0,-1 1-288 0,1 4-48 0,-1 3-16 0,-1 0-544 16,3 4-112-16,-2 2-32 0,2 1 0 0,1 1-272 0,0-1-48 15,1 1-16-15,0 0 0 0,0-4-208 16,3 0 0-16,2 0 0 0,0-3 0 0,1 1 0 0,2-5 0 15,3 0-128-15,0-2 128 16,-1-2-512-16,3-4 0 0,0-2 0 0,2-4 0 16,0-1-96-16,1-3-16 0,1-4 0 0,-1 1 0 15,1-2-48-15,-1 0-16 0,2-7 0 0,-1 1 0 16,-1-2 192-16,1-3 48 0,-1-2 0 0,-2-3 0 16,1-2 272-16,-2-1 176 0,0-5-192 0,-2 2 192 0,0 0 0 0,0 2 0 15,-2 3 0-15,-3 5 0 16,0 4 336-16,-2 6 32 0,-2 4 0 0,-1 5 0 0,-2 1 496 0,4 5 96 15,-5-2 32-15,0 6 0 0,-2 4-144 0,1 5-16 16,-2 4-16-16,0 7 0 0,0-1-432 0,2 4-96 0,1 2-16 0,0 1 0 16,-2 0-128-16,4 1-16 0,2-1-128 0,2-1 192 15,1-4-192-15,2-2 0 0,1-6 128 16,1 0-128-16,2-3 0 0,1-1-128 16,2-1 128-16,0-1-208 0,1-2-96 0,1-1-16 0,2-2 0 0,3 1 0 15,0-7 0-15,0 0 0 0,1-4 0 16,-2 1 0-16,-2-2 96 0,1-2 16 15,-2 0 0-15,0-4 0 0,0-2 208 0,0-4-192 0,-2-2 192 16,-1-1-192-16,1-1 192 0,0-1 0 0,1-4 0 16,-3 1 0-16,-1-2 0 0,-1 1 0 15,0 0 0-15,-1 3 0 0,-2 4 0 0,-1 2 0 0,-3 4 0 0,0 4 0 16,-1 9 288-16,0 0 0 0,0 0 0 0,0 0 0 16,0 0 208-16,-6 8 32 0,-2 3 16 0,0 5 0 0,0 0-272 0,0 5-48 15,1 3-16-15,1 2 0 0,1 3-208 16,1-4 144-16,2 0-144 0,0-2 128 0,1-1-128 15,2-1 0-15,3-5 0 0,2-1 0 0,0 0 0 16,2-4 0-16,2-1 0 0,1-4 0 0,-1-2-224 0,2-1 32 16,0-2 0-16,1-1 0 0,-2-4-48 15,4-1 0-15,-1-2 0 0,0-1 0 0,1 1 80 0,-1-3 16 16,-3 0 0-16,-2-3 0 0,1-3 144 0,1-2 0 16,-1-1 0-16,-1-4 0 0,0 0 0 0,-1-2 0 15,0 0 0-15,0-1 0 0,-2-1 0 0,2 0 0 16,-1 2 0-16,-2 4 0 0,-1 5 0 15,-2 3 128-15,-2 3-128 0,2 3 128 0,-2 7 112 0,0 0 16 16,0 0 16-16,0 0 0 0,0 0 128 0,0 0 32 16,0 0 0-16,0 0 0 0,0 8-240 0,1 0-64 15,-1 1 0-15,2 2 0 0,1-1-128 0,1 2 0 16,0-2 0-16,1 2 0 0,2 1 0 0,0 0 0 16,1-1 0-16,1 1 0 0,1 0 0 0,0 1 0 15,2-2 0-15,-1 1 0 0,1 0 0 0,1 0 0 16,-1-1 0-16,-2-1 0 0,0 1 0 0,-1 0-272 0,-3 0 64 0,-1-3 16 15,-1 0 192-15,-1 0-144 0,-1 0 144 0,0-1-128 16,-2-2 128-16,0-6 0 0,-2 8 0 0,0 0 0 16,-1-1-128-16,-3 0 0 0,-2 1 0 0,-1 0 0 15,-2-1-192-15,0 0-48 0,-2 1 0 0,-3 0 0 16,-1 1-688-16,-1-1-144 16,-2 1-16-16,2 0-16 0,0-1-1584 0,1-1-320 15,4-1-64-15</inkml:trace>
  <inkml:trace contextRef="#ctx0" brushRef="#br0" timeOffset="15758.68">6170 3013 32255 0,'0'0'2864'0,"0"0"-2288"0,0 0-576 0,0 0 0 0,0 0 3808 0,0 0 656 16,0 0 128-16,0 0 16 0,0 0-2416 0,0 0-480 15,0 0-112-15,0 0 0 0,-1 8-784 0,1 0-160 16,0-8-16-16,-1 8-16 16,1-8-944-16,0 8-192 0,0-8-48 0,0 11 0 15,1-1-2688-15,2 0-528 0,-1 0-128 0</inkml:trace>
  <inkml:trace contextRef="#ctx0" brushRef="#br0" timeOffset="15908.51">6225 3259 46191 0,'0'0'2048'0,"-5"5"416"0,-1 1-1968 0,0 0-496 0,6-6 0 16,-5 6 0-16,0 1 1888 0,0 0 288 16,-1 1 48-16,1-1 16 0,0 1-864 0,1-2-160 0,1 1-48 0,3-7 0 15,0 0-928-15,0 0-240 0,0 6 0 0,0-6 0 16,0 0-1616-16,0 0-368 16</inkml:trace>
  <inkml:trace contextRef="#ctx0" brushRef="#br0" timeOffset="19559.09">7176 3161 38127 0,'0'0'1680'0,"0"0"368"0,-4-5-1648 0,0-1-400 16,0 0 0-16,1-2 0 0,-1 2 544 0,0-4 32 15,1 3 0-15,-1 0 0 0,-3 1 912 0,1-1 192 0,-3 0 48 0,-1 4 0 16,3 0-688-16,-3 0-128 16,0 1-16-16,0 0-16 0,-1 4-240 0,-1-1-32 0,-1 2-16 0,2 1 0 15,-2-1-112-15,-2 4-32 16,1 0 0-16,0-1 0 0,1 1-192 0,1-1-64 16,1 1 0-16,1 0 0 0,0 0-192 0,2 1 144 15,1-2-144-15,3 1 128 0,-1-1-128 0,5-6 0 0,0 0 0 0,0 0 0 16,-1 8 0-16,1-8 0 0,1 8 0 0,3 0 0 15,1 0-160-15,0-2 160 0,2 1 0 0,1-1-144 16,2-1 144-16,1 1 0 0,0-1 0 0,2 0 0 16,2 2 0-16,0-4 0 0,1 3 0 0,0 0 0 15,1 1 0-15,1 1 0 0,-1-1 0 0,-2 1-128 16,0 0 128-16,-1 0 0 0,-2 0 0 0,1 2 0 0,0 3 0 16,-1-2 0-16,-3 2 0 0,0 0 0 15,-1-2 0-15,-3 2 0 0,-1 0 0 0,-3 0 0 0,-1 0 128 16,-1 1-128-16,-2-1 160 0,-1 0-160 0,-1 0 256 0,-1-2-64 15,-2 0 0-15,0-1 0 0,-1 1 48 0,0-1 0 16,-2-2 0-16,1 0 0 0,-2 0-80 0,-2-2-16 16,-2-1 0-16,-1 1 0 0,0-3-144 0,0 3 192 15,-2-5-192-15,-2 2 192 0,0-1-192 0,0-2 0 16,2 0 0-16,0-2 0 16,0-1-384-16,1-1-144 0,2 0-48 0,3-1 0 15,1-2-1280-15,3 2-272 0,2-5-48 0,7-1-12688 16,7 1-2544-16</inkml:trace>
  <inkml:trace contextRef="#ctx0" brushRef="#br0" timeOffset="20255.74">7366 3498 46527 0,'0'0'1024'0,"0"0"224"0,0 0 32 0,0 0 16 0,0 0-1040 0,0 0-256 0,0 0 0 0,0 0 0 15,0 0 832-15,0 0 128 0,0 0 0 0,9-3 16 16,-1-1-64-16,1-3-16 0,0-2 0 0,0-1 0 15,0-1-640-15,2-2-256 0,1-1 176 0,-1-2-176 16,1-2 0-16,0 0 128 0,0-2-128 0,-1 0 0 16,0 1 0-16,-1-1 0 0,-2 1 128 0,-2 2-128 15,0 3 0-15,-2-1 128 0,-3 6-128 0,-1 0 0 0,0 9 192 0,0 0-64 16,-7-3-128-16,1 5 192 0,-3 4 0 0,-2 7-16 16,0 4 0-16,-4 7 0 0,-2 4-176 0,0 4 160 15,2-2-160-15,-1-2 160 0,2 1-160 16,1 0 0-16,2-3 0 0,3-2 0 0,3 0 0 15,4-3 0-15,2 0 0 0,3-4 0 16,3 0-1024-16,2-2-128 0,1-4-16 16,5-2-16-16,0-4-480 0,3-2-80 0,2-3-32 15,1-3 0-15,0-2-448 0,0-3-80 0,-2-3-32 0,-1-2 0 16,-2-1 704-16,0-2 144 0,-2 0 16 16,-1-1 16-16,0 0 112 0,-2-3 0 0,-4 3 16 0,-1-2 0 0,-1-1 1328 0,0 0 256 15,-1 0 48-15,0 1 16 0,-3 4 1280 0,2 0 272 16,-2 4 48-16,0 1 16 0,1 4 416 0,-2 6 80 15,0 0 0-15,0 0 16 0,0 0-368 0,0 0-80 16,0 9-16-16,1 2 0 0,0 2-848 0,-1 1-176 0,3 0-48 0,-1 2 0 16,1 1-400-16,0 1-96 15,-1-1-16-15,0 3 0 0,0-5-144 0,1 2-48 0,-1 0 0 0,1-4 0 16,0 0-208-16,-1-1 176 0,1-2-176 0,-1-2 160 16,-2-8-160-16,0 0 0 0,0 0 0 15,0 0 128-15,7 5-128 0,-7-5 0 0,8-1 0 0,0-1 0 16,-1-4 0-16,3 0 0 0,-1-2 0 0,1-4 0 15,2-3 0-15,0-2 0 0,2-2 128 0,-1 1-128 16,0-3 0-16,0-1 0 0,3-5 0 0,-1-1 0 16,0 1 0-16,-1 2 0 0,2 2-144 0,-3 3 144 15,-3 6-128-15,-1 3 128 0,0 5 0 0,-1 2 0 16,-1 4 0-16,-1 4 192 0,-1 4 0 0,-1 3 0 16,0 6-192-16,-2 3 0 0,-1 2 0 0,0-2 0 0,0-2 208 0,1 0 0 15,-1 0 0-15,2-1 0 0,-2-1-208 0,2 0 128 16,-1-2-128-16,2-2 0 15,1-2-384-15,1-2-192 0,0-2-16 0,1 1-16 16,-1-2-736-16,1 0-160 0,-7-5-32 0,6 6 0 16,1-6-1248-16,-1 1-256 0,-6-1-48 0,7-1-15856 0</inkml:trace>
  <inkml:trace contextRef="#ctx0" brushRef="#br0" timeOffset="20622.13">8159 3145 14735 0,'-9'7'1312'0,"9"-7"-1056"15,-6 6-256-15,1 2 0 0,1-4 6784 0,2 1 1312 0,-1 3 256 0,2 0 48 16,-1 0-5680-16,1-1-1136 16,1 3-240-16,1-4-32 0,1 3-736 0,2 2-128 0,-1 0-48 15,1 1 0-15,3 0-400 0,2 0 0 16,1-5 0-16,2 4 0 16,-1 1-384-16,-1-2-64 0,1-1-16 0,0-2 0 15,1-3-496-15,0-1-112 0,1 0-16 0,0-3 0 16,0-1-192-16,-1-2-32 0,-2-2-16 0,2 0 0 15,-2-1 352-15,1 0 64 0,-1-2 16 0,-1-1 0 0,-1-1 608 0,0-2 128 0,-2 0 32 0,1 0 0 16,-2 1 128-16,0 2 176 0,-2-3-48 0,-2 3 0 16,0 1 512-16,-1 8 80 0,0 0 32 0,0 0 0 15,0 0 912-15,-7 1 192 0,-1 3 48 0,-1 4 0 16,0 5-624-16,-2 4-128 0,-1 2-32 0,1 2 0 0,-1 0-288 16,2 1-48-16,-1-1-16 0,1 1 0 15,1-1-304-15,2-1-64 0,3-2-16 0,3-1 0 0,2-1-384 0,3-2 0 16,1-1 0-16,3-3 0 15,2-2-1120-15,4-3-160 0,0 1-16 16,3-6-16-16,1 0-848 0,3-4-160 0,4 1-48 0,1-3 0 16,4-4-2144-16,-3-1-432 0,25-15-96 0,-17 6-16 0</inkml:trace>
  <inkml:trace contextRef="#ctx0" brushRef="#br0" timeOffset="20939.73">8762 3204 4607 0,'12'-20'192'0,"-7"12"64"0,0 1-256 0,1-1 0 15,-4 1 0-15,1 1 0 0,-2-2 7616 0,-1 8 1472 16,0 0 288-16,-4-4 64 0,-1-2-4992 0,0 3-992 15,5 3-208-15,-8 3-48 0,-1-2-1600 0,0 1-320 16,-2 2-64-16,1 2 0 0,-2-1-624 0,0 1-112 16,2 2-32-16,0 3 0 0,0-4-208 0,1 2-48 15,3 2-16-15,-1-1 0 0,2-1-176 0,0 2 0 16,1 1 0-16,3-1 0 0,-1 0 0 0,2-1 0 16,2 1 0-16,0-1 0 0,3-1 0 0,2-1 192 0,1 0-32 0,0-2 0 31,-1 1-576-31,4-1-112 0,1 1-32 0,1-2 0 0,0-1 368 0,-2 3 192 0,2-4-192 0,2 3 192 15,-1-2 0-15,-1 1 0 0,-1 0 0 0,-2 2 0 16,-3 0 0-16,-1 0 0 0,-6-7 0 0,4 9 0 16,-1 1 208-16,-3 1 0 0,-3 1 0 0,-2-3 0 15,-3 1 176-15,-1 1 48 0,-1 2 0 0,-1-4 0 16,1 0-432-16,-2 0 0 0,-1 0 0 0,3 0 0 16,-1-1-496-16,1 0-16 0,1-2-16 0,1 0 0 15,0-2-1600-15,8-4-320 0,0 0-64 0,0 0-16 0</inkml:trace>
  <inkml:trace contextRef="#ctx0" brushRef="#br0" timeOffset="21557.55">9264 3229 47567 0,'0'0'2112'0,"-4"5"432"0,4-5-2032 0,-5 6-512 15,1 1 0-15,-1 1 0 0,-3 1 768 0,0 0 64 16,0 1 16-16,1 2 0 0,0 0 288 0,1 0 48 15,0-2 16-15,1 0 0 0,0 0-960 0,1-3-240 16,0 1 0-16,2-1 0 0,2-7-128 0,-2 6-80 16,2-6-16-16,0 0 0 15,0 8-400-15,0-8-80 0,0 0 0 0,0 0-16 16,0 0-320-16,0 0-64 0,0 0-16 0,8 0 0 16,-8 0 64-16,8-4 16 0,1-2 0 0,0-1 0 15,-1-3 48-15,0-2 16 0,0-2 0 0,-1 1 0 16,0 0 304-16,-1 2 64 0,0-2 16 0,-2 4 0 0,-3 1 384 0,0 2 80 0,-1 6 128 0,0 0-208 15,0 0 688-15,0 0 144 0,0 0 16 0,0 0 16 16,0 0-48-16,0 0-16 0,0 0 0 0,0 7 0 16,2 1-368-16,0 0-80 0,-2-8-16 0,8 4 0 15,-2 0 80-15,4 1 16 0,-10-5 0 0,13 0 0 16,1-4-224-16,2 2-128 0,2-5 128 0,0-2-208 16,2-2 336-16,-1 1 64 0,2-4 0 0,0-1 16 15,0 2-208-15,0-2 0 0,-2-4-192 0,2 0 192 16,0 1 0-16,1-5 0 0,-2-3 0 0,-1-1 0 0,-2 0 0 0,-1-2 0 15,-2-1 144-15,2 1-144 0,-6-1 0 0,-2 3 0 16,-3-3 0-16,-1 0 0 0,0 3 384 16,-3 2 32-16,-1 1 16 0,-2 5 0 0,-2 2 224 0,0 2 48 15,-3 4 16-15,1 3 0 0,-1 3-64 0,0 2-16 16,-1 2 0-16,0 3 0 0,0 4-208 0,0 3-48 16,-1 2-16-16,1 5 0 0,1 4 0 0,0 3 0 15,0 5 0-15,0 2 0 0,-2 3 16 0,-1 1 0 16,1 5 0-16,0 1 0 0,-1 3 32 0,1 3 16 15,-1 7 0-15,1 1 0 0,0 2-48 0,-1 1-16 16,-1-1 0-16,-2-6 0 0,2 0-112 0,-1-2-32 16,0 2 0-16,0-3 0 0,1-4-64 0,0 0-16 15,1-3 0-15,-1-2 0 0,1-4-144 0,1-3 0 0,0-2 0 0,1-4 0 16,-1-3 0-16,2-4 0 16,3-4 0-16,0-2 0 15,-1-3-816-15,3-2-80 0,2-7-32 0,0 0-15808 16,0 0-3168-16</inkml:trace>
  <inkml:trace contextRef="#ctx0" brushRef="#br0" timeOffset="22260.05">10494 2983 35007 0,'-6'2'1552'0,"2"-1"320"0,1-1-1488 0,0 1-384 16,3-1 0-16,-1 6 0 0,-2 1 3328 0,0 6 576 16,-2 1 128-16,0 6 32 0,0 8-2064 0,-3 4-400 0,0 6-96 0,0 5-16 15,-1 3-816-15,3-2-160 0,0-2-48 0,-1-3 0 16,-1 0-256-16,1-4-48 0,1 0-16 0,-1-2 0 15,1-3-144-15,2-3 0 0,1 0 0 0,-1-5 128 16,-1-7-304-16,1 0-64 0,0-2-16 0,2-5 0 31,-1-2-912-31,3-6-192 0,0 0-48 0,0 0 0 16,0 0-640-16,0 0-128 0,1-10-16 0,-1-5-16 0,0-3 96 16,2-3 32-16,-1-2 0 0,0-3 0 0,1-3 848 0,-1-1 160 0,0-4 48 15,-2-1 0-15,0-3 704 0,1 0 160 0,0 2 32 0,0-1 0 16,0 2 960-16,1 2 192 0,3 6 32 0,-2 1 16 0,2 5 480 15,0 3 112-15,-1 1 0 0,1 3 16 16,0 1-128-16,0 2-16 0,5 2-16 0,1 1 0 0,3 0-656 16,2 3-128-16,3 0-32 0,1 1 0 0,2-1-256 15,3 1-48-15,-1 0-16 0,2 1 0 0,-2 2-224 16,0 2-160-16,-3 2 192 0,1-2-192 0,-3 4 160 0,-2 2-160 16,-3 0 128-16,-1 3-128 0,-4 3 240 0,-3 1-48 15,-2 5 0-15,-3 1 0 0,-4 3 336 0,-4 1 64 16,-1 5 16-16,-3-3 0 0,-4 2-48 0,-1-2-16 15,0-2 0-15,0 0 0 0,-1-2-352 0,0-2-64 16,0-4 0-16,-1-1-128 0,1-5 0 0,1-2 0 16,3-1 0-16,1-1 0 15,2 1-1936-15,4-6-304 0,0 0-48 0,7-1-13104 16,0 0-2624-16</inkml:trace>
  <inkml:trace contextRef="#ctx0" brushRef="#br0" timeOffset="22774.32">10784 3090 9215 0,'0'0'816'0,"0"0"-656"0,0 0-160 0,0 0 0 15,0 0 6352-15,0 0 1248 0,0 0 240 0,0 0 48 16,0 0-4160-16,9 10-832 0,-2 0-160 0,-3 3-48 16,1 1-768-16,-1 3-144 0,-1 2-48 0,-1 1 0 15,0 3-800-15,-2-3-160 0,1 3-48 0,0-3 0 16,-1 0-320-16,-1 0-64 0,1-5-16 0,0 1 0 16,0-4-144-16,0-2-48 0,0-2 0 0,0-8 0 15,0 0-128-15,0 0 128 0,0 0-128 0,0 0 128 16,0 0-128-16,0 0 0 0,0 0 0 0,0 0 128 15,0 0-128-15,8-4 0 0,1-3 0 0,1 0 0 0,-1-6 0 0,3-1 0 16,0-2 0-16,1-3 0 0,0 1 0 0,0-4-176 16,3 0 176-16,2 0-128 0,-1-2 128 0,2 1-160 15,0 0 160-15,-1 7-160 0,-1 0 160 0,-3 3-160 16,-1 0 160-16,-2 4-160 0,-5 1 160 0,-6 8 0 16,0 0 0-16,0 0 0 0,0 0 0 0,0 0 0 15,4 9 128-15,-3 4-128 0,-1-1 192 0,-2 3-16 16,-3 4-16-16,-1 0 0 0,0 2-32 0,-1-1 0 15,1 3 0-15,-1-2 0 0,1-2-128 0,0 1 0 16,3-6 0-16,-1 1 0 0,4-1 0 0,0-1 0 0,1-1 0 16,2 0 0-16,0-6 0 0,3 2 0 15,-6-8 0-15,9 5 0 0,0-1-176 0,1-1-64 16,1-2-16-16,-1-1 0 0,1-4 64 0,-1-1 0 16,1 0 0-16,-1-5 0 0,2 3 192 0,-1-1-144 0,-1 0 144 15,-3-2-128-15,1-3 128 0,0-3-160 0,-3-1 160 0,0 0-160 16,1 0 160-16,-2-2 0 15,-1 2-144-15,-1-2 144 0,-1 1-256 0,-1 2 32 16,-1 2 0-16,-2 2 0 0,1 2-96 0,-4 2 0 0,0 0-16 0,-2 2 0 31,0 1-704-31,0 2-144 0,1 2-32 0,1-1 0 16,6 2-1552-16,0 0-320 0,0 0-64 0,0 0-9696 0,9 6-1936 16</inkml:trace>
  <inkml:trace contextRef="#ctx0" brushRef="#br0" timeOffset="24274.96">11447 3032 7359 0,'0'0'656'0,"0"0"-528"0,7-4-128 0,-7 4 0 16,0 0 6944-16,0 0 1360 0,0 0 272 0,0 0 48 16,0 0-4320-16,7 8-848 0,-4 1-192 0,-3 2-16 15,-3 5-1392-15,-4 2-256 0,-2 3-64 0,-4 11-16 0,2-1-1216 16,0-1-304-16,3-1 0 0,-1-2 592 0,3-2 64 16,0-3 16-16,4-1 0 0,1-3-544 0,2-1-128 15,1-3 0-15,2-2 0 0,0-3-176 0,3-2-16 16,1-5 0-16,1 2 0 0,4-4-32 0,0 0-16 15,-1 0 0-15,-1-5 0 16,4-2-400-16,0-2-96 0,0-2-16 0,0 0 0 0,0-2 368 0,-1-1 80 16,-1-2 16-16,1-5 0 0,1-1 288 0,-1-1-192 15,-1-3 192-15,0-1-160 0,0 0 160 0,-1 1 0 16,0 3 0-16,-3 2 0 0,-1 5 0 0,-3 4 0 16,-1 3 0-16,-2 3 128 0,-2 6 192 0,0 0 32 15,0 0 16-15,0 0 0 0,-5 5 64 0,0 5 16 16,-2 3 0-16,1 3 0 0,-1 1-224 0,2 1-32 15,0 3-16-15,1-4 0 0,1 3-176 0,2-1 0 0,1-1 144 16,1 1-144-16,3-1 0 0,3-3 0 0,-1 0 0 0,3-3 0 16,1-2 0-16,1-1 0 15,0-6 0-15,0-1 0 0,2 0-144 0,0-4 144 0,1-2-160 0,1-1 160 16,0-3-144-16,-1 1 144 0,0-3-128 0,-1 0 128 16,2 0 0-16,-2-6 0 0,-2 2 0 0,2-5-128 0,-1 1 128 15,1-4 0-15,1 1-144 0,0-4 144 16,0-2-160-16,-1 0 160 0,0-1-208 0,-1 3 80 15,-3 5-16-15,0 0 0 0,-1 3 0 0,-2 4 0 16,-2 3 144-16,0 2 0 0,-1 1 0 0,-3 7 0 16,0 0 272-16,0 0 48 0,0 0 0 0,0 0 0 0,0 0-48 15,0 0 0-15,0 0 0 0,0 0 0 16,1 9-272-16,-2 3 160 0,1 1-160 0,0 0 128 16,0-1-128-16,0 1 128 0,1 1-128 0,0 6 128 0,2 1-128 15,0-3 0-15,-1-1 0 0,1-1 0 16,-1-1 0-16,1 1 0 0,0-1 0 15,0 0 0-15,1-2 0 0,-1-1 0 0,0-1 0 0,-1 0-160 0,3-1-64 16,-1 1-16-16,0-5 0 0,-4-6 384 0,5 8 80 16,-1-3 16-16,-4-5 0 0,0 0-240 0,8 4 0 15,-1-4 0-15,-1 0 0 0,-6 0 0 0,9 0 0 16,-1-4 0-16,0 0 0 0,0-2 0 0,0-2 0 16,-1 0 0-16,1 2 0 0,1-5 0 0,-1 1 0 15,0-3 0-15,0-2 0 0,0-3 0 0,1 0 0 16,1 0-160-16,-1-5 160 0,1 3 0 0,-1-5 0 15,0 1 0-15,0 2 0 0,0 0 0 0,-1 1 0 0,0 2 0 0,-1 2 0 16,-1 1 0-16,-2 3 0 0,0 2 128 0,-2 2-128 16,-1 2 0-16,1 0-320 0,-2 7 64 0,0 0 16 15,0 0 496-15,0 0 80 0,0 0 32 0,0 0 0 16,0 0-368-16,0 0 0 0,0 0 0 0,0 0 128 16,0 0-128-16,0 0 192 0,0 0-64 0,0 0 0 15,0 0-128-15,0 0 0 0,0 0 0 0,0 0 0 16,0 0 0-16,0 0 0 0,0 0 0 0,0 8 0 0,1 1 0 15,0-3-128-15,-1-6 128 0,3 10-128 16,0-1 128-16,-1-1 0 0,1-1 0 0,-1 1 0 16,1 1 0-16,0 2 0 0,1 0 0 0,-2-1 0 15,1 0 0-15,1 2 0 0,-2 0 0 0,0 1 0 0,-1 1 0 16,-1-1 0-16,0-1 0 0,0 2 0 0,1-2 0 0,-2 1 0 16,0 0 0-16,-1 0 0 0,1-1 0 0,0-1 0 15,-3 1 0-15,1-3 0 0,2 0 0 0,0-1 0 16,-2-1 144-16,3-7-144 0,-1 7 0 0,-2 1 0 15,3-8 0-15,-4 8 0 0,1-1 0 0,3-7 0 16,-5 6 0-16,1-1 0 0,4-5-176 0,0 0 16 16,0 0 0-16,-4 7 0 0,1-1 160 0,3-6 0 15,-4 7 160-15,4-7-160 0,-4 6 0 0,4-6 0 16,-2 7-176-16,2-7 176 0,0 0 0 0,0 0 0 16,2 9 0-16,-2-9 0 0,0 0 0 0,0 0 0 15,9 3 0-15,0-1 0 0,3 1 192 0,-2-3 16 0,-1-1 0 0,2-2 0 16,0-1-208-16,1-1 0 15,0-2 0-15,1 0 0 0,0-3-160 0,1 0-80 16,1 0-16-16,0-5 0 0,1 0 256 16,1-2 0-16,-1-2 0 0,-1-2 0 0,2-2 0 0,-1 0 0 15,-1-2 0-15,2 1 0 0,-1 3 0 0,1 2 0 16,-3-1 0-16,-1 3 0 0,-4 2 0 0,-1 2 0 0,-3 4 0 0,-3 2 0 16,-2 7 0-16,0 0 0 15,0 0 128-15,0 0-128 0,-5-1 0 0,-2 2 160 0,-3 3-160 0,-1 5 128 16,1 5-128-16,-1-1 0 0,1 3 0 0,1 1 128 0,0 1-128 15,1 2 0-15,1-2 0 0,2 3 0 16,4-4 0-16,1 0 0 0,2-1 0 0,4-5 0 16,0 2 0-16,2-1-224 0,1-4 48 0,4-2 16 15,1-2-80-15,3-2-16 0,3-2 0 0,0-3 0 16,0-1 256-16,1-2 0 0,-1-4 0 0,1 1 0 0,-2-1 0 16,1-2 0-16,-3-1 160 0,1-3-160 0,-4 3 0 0,2-2 0 15,0-3 0-15,-2-2 0 0,2 0 0 0,-2 1 0 16,-2-3 0-16,-1 0 0 0,1 2 0 0,-1 0 0 15,-5 1 144-15,-1 3-144 0,-1 4 128 0,-1 2-128 16,-1 1 128-16,1 2-128 0,-3 4 256 0,0 3-32 16,0 0 0-16,0 0 0 0,0 0-48 0,0 0-16 15,0 0 0-15,0 0 0 0,3 10-32 0,-1-1 0 16,2 3 0-16,1 0 0 0,2-1-128 0,1 1 0 16,0 0 0-16,1 1 0 0,1 1 0 0,1 2-176 15,-1 1 48-15,0-2 0 0,-1 4 128 0,2-1 0 16,-3 0 0-16,0 2 0 0,-1-2 0 0,-1 0 0 15,-2-3 0-15,-3-2 0 0,1 2 0 0,0 1 0 0,-4-4 0 0,0-1 0 16,-1 1 0-16,-3-3 0 0,-1 0 128 0,-1 0-128 16,2-2 0-16,-2-1 0 0,-2 1 0 0,-3-3 128 15,0 1-128-15,-1-1 0 0,0 0 0 0,-7-1 0 32,2-2-1024-32,3-1-192 0,2 1-16 0</inkml:trace>
  <inkml:trace contextRef="#ctx0" brushRef="#br0" timeOffset="26100.96">13788 2952 15663 0,'0'-5'1392'0,"1"-2"-1120"15,-1-2-272-15,2 2 0 0,0-4 6320 0,2 2 1200 16,-1 0 240-16,-3 9 48 0,0 0-5120 0,0 0-1040 15,0 0-208-15,0 0-32 0,0 0-112 0,0 0-16 16,0 0 0-16,4 5 0 0,0 3-608 0,0 5-128 16,-3 3-32-16,1 7 0 0,-2 3-288 0,2 4-64 15,-1 4-16-15,-1-3 0 0,1-1-16 0,2 2 0 16,-2-8 0-16,3 1 0 0,0-1-128 0,0-5 0 16,1-2 0-16,0-1 0 0,-1-5 0 0,0 0 0 0,-1-3 0 0,1 0 0 15,1-5 0-15,-5-3 192 0,0 0-192 0,0 0 192 16,8 0-192-16,0-2 0 0,-2-1-160 0,1-2 160 15,-1-3 0-15,1-1-144 0,-2-1 144 0,0-3 0 16,2-3 0-16,-1-1-128 0,2 0 128 0,0-3 0 16,-2-2 0-16,1 1-160 0,1 1 160 0,0 1 0 15,-1 5-144-15,0 1 144 0,-2 3 0 0,0 4-144 16,-5 6 144-16,0 0-128 0,0 0 128 0,4 9-128 16,-1 4 256-16,1 4 48 0,-2 3 16 0,1 2 0 0,1 2-192 0,0-1 0 15,1 1 0-15,0-2-176 0,-1 1 176 16,1-2 0-16,2-5 0 0,1-2 0 0,-2-1 0 0,1-4 0 15,1-1 0-15,-1-3 0 0,1-1 0 0,-8-4 0 16,8 3 0-16,1-3 0 0,-1-2 0 0,-8 2 0 16,8-3 0-16,-2-3 0 0,2-2 0 0,-1 1 0 15,-2-2 0-15,-1-2 128 0,-2-2-128 0,2 0 0 16,0-3 0-16,1 2 0 0,1-7 0 0,-4-1 0 16,2-1 0-16,0-2 0 0,-1-3 0 0,1 1 0 15,-2 0-160-15,2-1 160 16,0 1-720-16,1 2-48 0,0 3 0 0,-1 1 0 15,3 2-1024-15,-1 0-192 0,1 1-64 0,1 2 0 16,0 5-2240-16,1 2-448 0,0 2-80 0,0 2-10672 0</inkml:trace>
  <inkml:trace contextRef="#ctx0" brushRef="#br0" timeOffset="26902.26">14342 2824 6447 0,'0'0'272'0,"0"0"80"0,0 0-352 0,0 0 0 16,0 0 0-16,0 0 0 0,8 7 6304 0,-1-2 1184 0,-1 2 256 0,-1 2 32 16,-1 1-3936-16,0 3-768 0,-1 3-176 0,-1 0-16 15,1 1-880-15,-2 2-160 0,-1 3-48 0,0 3 0 16,2 2-768-16,-2 2-144 0,-2 0-48 0,1-1 0 15,0 0-320-15,-1-2-64 0,2 0 0 0,0 0-16 16,0-5-240-16,0 1-32 0,0-5-16 0,0-1 0 16,2-3-144-16,-1-3 160 0,0 1-160 0,1-5 160 15,-2-6-160-15,2 7 0 0,-2-7 0 0,0 0 0 16,0 0 0-16,9 0-176 0,-1-6 48 0,0 1 0 16,0-3-64-16,0-2 0 0,1-2 0 0,0-3 0 0,1-5 0 15,3-2-16-15,0-3 0 0,2-1 0 0,0-3-32 16,0-1 0-16,-1 0 0 0,0 3 0 15,-1 2-16-15,-1 4 0 0,-1 7 0 0,-2 0 0 0,-3 4 48 0,-1 4 0 16,-5 6 0-16,0 0 0 0,0 0 208 0,4 6 0 16,-1 5 0-16,-2 5 0 0,2 3 384 0,-2 3-48 15,0 2 0-15,1 1 0 0,-1-2-160 0,2-2-48 16,-1 1 0-16,2-1 0 0,1-3-128 0,2-1 0 16,2-3 0-16,0-1 0 0,2-1 0 0,-1-4 0 15,-1-1 0-15,3-4-176 0,0 0 16 0,1-2 0 16,1-2 0-16,-1-2 0 0,0-2-16 0,0-1 0 0,-1-2 0 0,0 0 0 15,-2 2 176-15,0-5-128 16,0-1 128-16,-1-1-128 0,-2 0 128 0,0-1 0 0,-2-3 0 0,0 0 0 16,-1 0 0-16,0 1-160 0,1 1 160 0,-2 2-160 15,-2 1 160-15,-1 3 192 0,-1 2-32 0,1 7-16 16,0 0 80-16,0 0 16 0,-6 3 0 0,-1 4 0 16,1 3 64-16,-1 3 16 0,0 0 0 0,2 4 0 15,1-1-320-15,2 2 128 0,-1 0-128 0,2 0 0 16,1 1 0-16,1-2 0 0,2 0-160 0,1-3 160 31,1 0-704-31,0 1 0 0,0-6-16 0,3 0 0 16,1-3-848-16,0 0-160 0,0 0-48 0,1-5 0 15,1 2-864-15,-2 0-176 0,1-3-48 0,0-3 0 0,2 0-1168 0,-2-2-256 16,2-1-32-16,-2-2-16 0,-1 0 1952 0,2-2 384 16,-2-3 80-16,0-3 0 0,-2-2 256 0,1-1 32 0,1 1 16 0,-4 0 0 0,-3 1 2656 0,1 3 544 15,0 2 96-15,1 4 32 0,-4 2 2128 0,0 6 448 16,0 0 64-16,0 0 32 0,0 0 96 0,-3 7 32 15,0 5 0-15,3 0 0 0,-2 1-1936 0,0 1-384 16,2 2-80-16,2 2 0 0,-1-2-1184 0,2 1-224 16,-1 0-64-16,2 0 0 0,0-6-288 0,1 2-64 15,-1-1-16-15,0-4 0 0,-1 0-128 0,-1-2-16 16,-2-6-128-16,0 0 192 0,0 0-192 0,0 0 0 16,0 0 0-16,0 0 0 0,0 0 304 0,0 0 16 15,0 0 0-15,0 0 0 0,0 0-160 0,4-6-32 16,0-2 0-16,0 0 0 0,-1-4-128 0,1-1 0 15,1-1 144-15,0-2-144 0,0-1 0 0,2-1 0 0,-1-1 0 16,1-5 0-16,3 2 0 0,1 0-128 0,-1-2 128 16,2 2-192-1,0 1-400-15,-1 3-96 0,0 1-16 0,0 3 0 16,1 3-864-16,-3 3-176 0,0 3-48 0,1 4 0 16,-10 1-2688-16,9 3-528 0</inkml:trace>
  <inkml:trace contextRef="#ctx0" brushRef="#br0" timeOffset="27167.6">15373 3315 21183 0,'0'0'1888'0,"0"0"-1504"0,10-7-384 0,0-2 0 16,0 0 1920-16,2-4 320 0,0-2 64 0,0 1 16 15,1-1-1264-15,0-1-256 0,1 2-48 0,2-3-16 16,-3-3 608-16,1-1 128 0,0 0 32 0,3-1 0 16,-2-1-832-16,-1-2-160 0,0 1-48 0,-2 4 0 15,-4 3 96-15,-2 4 16 0,0 3 0 0,-4 4 0 16,-2 6 672-16,0 0 144 0,0 0 16 0,-10 3 16 0,-2 2 176 0,-1 4 16 15,-1 4 16-15,-2 3 0 0,-2 2-720 0,1 1-144 16,0 2-16-16,3 1-16 0,1-1-256 0,1 0-48 16,3 0-16-16,1-1 0 0,3-2-256 0,3 0-160 15,4-1 192-15,3-1-192 0,1-3 0 0,5-2 0 16,2-1-240-16,3-4 80 16,3 1-1584-16,2-6-320 0,2-1-64 0,3-4-20768 0</inkml:trace>
  <inkml:trace contextRef="#ctx0" brushRef="#br0" timeOffset="28301.92">16544 2837 19343 0,'0'0'1728'0,"0"0"-1392"0,1-6-336 0,1-4 0 16,-2 0 4480-16,2 0 832 0,1 1 176 16,0 2 16-16,-3 7-3088 0,0 0-624 0,0 0-128 0,0 0-32 15,0 0 80-15,0 0 16 0,0 0 0 0,0 0 0 0,4 7-816 0,-1 2-144 16,0 3-48-16,-2 6 0 15,-1 3-336-15,-1 5-80 0,0 4-16 0,-1 2 0 0,0 5-288 0,-1 1 128 16,-1 0-128-16,2 2 0 0,-1-6 0 0,0 1-144 16,2-2-16-16,0-1 0 0,0 0 160 0,-1-2 0 15,1-7 0-15,0 0 0 0,-1-3-336 0,2-4-48 16,-1-3 0-16,0-2 0 16,-1 0-1888-16,1-2-384 0,1-1-80 0,0-8-11360 15,0 0-2288-15</inkml:trace>
  <inkml:trace contextRef="#ctx0" brushRef="#br0" timeOffset="28969.43">16200 3090 44687 0,'0'0'1984'0,"-4"7"400"0,-2-3-1904 0,3 4-480 16,3 2 0-16,3 1 0 0,-1-2 256 0,3 0-64 15,1-1 0-15,1-1 0 0,4 3 656 0,2-4 128 0,0 1 32 0,4-2 0 16,2-3-256-16,1 0-48 0,0-4-16 0,2 0 0 15,0-3-336-15,3-2-64 16,1-2-16-16,0-3 0 0,0-1-80 0,0-2-32 0,0-4 0 0,-3 1 0 16,2-2-32-16,0 1-128 0,-2-2 192 0,0 1-64 15,-1 4-128-15,-3 0 0 0,0 2 144 0,-4 3-144 16,-2 3 0-16,-2 3 128 0,-2 2-128 0,-9 3 0 16,0 0 224-16,6 8-32 0,0 5 0 0,-4 6 0 15,2 5 208-15,-3 6 48 0,-1 3 0 0,0 1 0 16,0 1-240-16,0-2-32 0,2 1-16 0,0-4 0 15,1-2-160-15,1 0 128 0,0-4-128 0,1-3 128 16,0-4-128-16,2-3 128 0,1-3-128 0,-1-2 128 0,2-2-128 16,2-1 0-16,-1-5 0 0,-1-1-176 0,1-1 176 0,-3-3 0 15,4-2-144-15,1-2 144 0,-2-3 0 0,2 0 0 16,-2-2 0-16,-1-4 0 0,0-3-192 0,2-2 192 16,-1-2-160-16,-1 1 160 0,1-3-128 0,-1 0 128 15,0-2 0-15,-1 5-144 0,-4 0 144 0,1 6 0 16,-1 4 0-16,-2 3 0 0,0 4 0 0,-2 6 0 15,0 0 0-15,0 0 0 0,0 0 0 0,-2 10 176 16,0 6-48-16,-1 0 0 0,0 5 0 0,2 1 0 16,0 2 0-16,1 3 0 0,0-1-128 0,4 0 128 15,1 1-128-15,1-6 128 0,2-3-128 0,1-1 0 16,4-5 0-16,0 0 0 0,2-2-288 0,0-2 64 16,1-2 16-16,0-2 0 0,-1-4 208 0,2 0 0 0,0-2-160 0,2-4 160 15,-2 0 0-15,-1-2 192 0,0-1-32 0,1-1 0 16,0-5-160-16,0 0 0 15,-4-5 0-15,3 0 0 0,1 0 0 0,-3-4 0 16,-2-1-144-16,-1 1 144 0,1 0 0 0,-1 5 0 16,-2-1 0-16,-3 2 0 0,-1 3 0 0,-1 5-128 15,-2 3 128-15,-2 7 0 0,0 0 0 0,0 0 0 0,-6 7 0 0,1 2 0 16,1 3 176-16,-1 2-176 0,-1 2 192 0,0 2-192 16,1 0 0-16,3 2 0 0,2 2 0 0,2-4 0 15,3 1 0-15,2-3-176 0,2 0 32 0,4-2 0 31,3 0-1248-31,5-4-240 0,2-1-48 0,3-5-16 0,1-4-2016 0,6-1-384 0,4-2-96 16</inkml:trace>
  <inkml:trace contextRef="#ctx0" brushRef="#br0" timeOffset="30054.8">18141 2970 11055 0,'-5'-13'976'0,"5"13"-784"15,0 0-192-15,0 0 0 0,-4-2 7872 0,-1 1 1520 16,0 1 304-16,-1 2 64 0,-1 1-6112 0,0 3-1216 15,1 3-240-15,-1 3-48 0,1 2-1168 0,-1 6-224 16,-1 1-48-16,2 1-16 0,0 3-240 0,3 1-32 16,-1 0-16-16,2 0 0 0,2-3-256 0,2 1-144 15,-1-2 160-15,4 2-160 0,2-5 0 0,-1-1 0 16,2-5 0-16,1-1 0 0,0 0 0 0,0-4 0 16,1-3 0-16,0-1-160 0,-1-2-32 0,2 0 0 0,-1-4 0 0,0 0 0 15,0-5 192-15,-1-1 0 16,2-1 0-16,-1-2 0 0,-1-2-224 0,0-3-16 0,0-1 0 0,3 0 0 15,-1-4 240-15,0 0 0 16,-1-2 0-16,1 2 0 0,0 1 0 0,-2 5 208 16,-1 0-16-16,-2 5 0 0,-3 4-192 0,-3 6 0 15,0 0 0-15,0 0 0 0,0 0 160 0,0 0-160 16,0 9 160-16,-1 5-160 0,-1-1 256 0,0 3-32 0,2 1-16 16,2 0 0-16,0 0-208 0,2-1 0 0,1 0 128 0,2 1-128 15,-1-3 0-15,2 2 0 0,1-3 0 0,3-5 0 16,-2 0-208-16,1-4-48 0,-1-3 0 0,2 2 0 15,0-3 416-15,-1-3 80 0,0 0 16 0,-1-1 0 16,-1-2-256-16,1-1 0 0,-3 0 0 0,0-4 0 16,-3 1 0-16,0 1 0 0,1-3 128 0,-1 0-128 15,0-1 0-15,0-3 0 0,-2-1 0 0,1-2 0 0,-2-3 0 16,1-2 0-16,-2 1 0 0,0 1 0 16,0 3-352-16,0 2-160 0,0 2-48 0,0 2 0 15,0 1-944-15,0 2-192 0,0 3-32 0,0 7-16 16,0 0-1072-16,0 0-192 0,7 1-64 0,5 1 0 15,1-4 944-15,3 1 176 0,1 0 32 0,1-1 16 16,3 2 48-16,1 0 16 0,1 0 0 0,0 0 0 16,-1 0 560-16,-1 0 96 0,-3 0 32 0,-2 0 0 0,-3 3 2432 0,-3 2 512 15,-2 2 80-15,-3 2 32 0,-4-1 1648 0,1 4 336 16,-4 1 64-16,0 3 16 0,-3 3-1088 0,-1 2-224 16,1 1-32-16,-1-1-16 0,-1-1-1248 0,1 1-240 15,0-1-48-15,1-2-16 0,1-1-688 0,2 0-144 16,0-1-32-16,1-5 0 0,1-1 48 0,1-4 0 15,-1-6 0-15,0 0 0 0,4 7-240 0,-4-7 0 16,0 0 128-16,7 1-128 0,-1-1-192 0,2-1-64 0,0-2-32 0,-2-1 0 16,1-2 288-16,1-4 0 0,-2 0 0 0,2 0 0 15,0-3 0-15,2-3 0 0,-1 2 0 0,2-5 0 16,-1 1 0-16,1-3 0 0,-1 3 0 0,1-3 0 16,-2-1 0-16,1 1 0 0,-1 1 0 15,2 1 0-15,-2 2-288 0,0 4 0 0,-1-1 0 0,0 2 0 16,1 1 144-16,-1 2 144 0,-3 3-208 0,0 2 80 15,-5 4 128-15,0 0-208 0,0 0 80 0,0 0 128 16,0 0 0-16,0 0 0 0,5 8 0 0,0 1 0 16,-2 1 0-16,0 3 0 0,1 4 0 0,-1 2 128 0,0-5-128 0,0 1 0 15,-1 2 0-15,1 0 128 0,1-1-128 0,1-2 0 16,0 2 0-16,0-2 0 0,2-2 0 16,-1-1 0-16,0-4 0 0,0 0 0 0,1-1-144 0,-1-2 144 15,-6-4 0-15,9 3 0 0,-1 0-128 0,1-3 128 16,0-3 0-16,1 2 0 0,-1-2-128 0,1-2 128 15,-1-3 0-15,0 0 0 0,1-1 0 0,0-1-128 16,-1-3 128-16,3 0 0 0,1-3 0 0,0 2 0 16,1-6-128-16,1 0 128 0,-2 0 0 0,0 0-128 15,0-1 128-15,0 0 0 0,0 0 0 0,0 1-128 16,0-3 128-16,-3 3 0 0,1 0 0 0,-2 2 0 16,0 1 0-16,-1 2 0 0,0 0 0 0,-2 3 0 15,-1 3 0-15,2 2 0 0,-3-2 240 0,0 4-48 0,-4 5-16 16,0 0 0-16,0 0 16 0,0 0 16 15,0 0 0-15,7 5 0 0,0 4-16 0,-4 2-16 16,-1 3 0-16,-1 4 0 0,-1 1 16 0,0 3 0 0,-1 1 0 0,1 1 0 16,-4-1-192-16,3 2 0 15,0 1 144-15,1-1-144 0,-2 0 0 0,2-2 0 16,0-1 0-16,0-1 0 16,0 0-464-16,0-5-112 0,0-2-32 0,2-1 0 15,-4 0-896-15,2-4-176 0,0 0-48 0,0-1 0 16,0-8-2432-16,0 0-480 0,3 5-96 0</inkml:trace>
  <inkml:trace contextRef="#ctx0" brushRef="#br0" timeOffset="30453.7">19670 2918 24879 0,'0'0'2208'16,"0"0"-1760"-16,-5-2-448 0,0 2 0 0,0 4 4864 0,-3 3 880 16,0-3 176-16,-1 3 32 0,-1-1-3152 15,-1 4-640-15,2 0-128 0,-3 3-32 0,-1 3-992 0,0 2-208 16,3 3-32-16,-1 1-16 0,2-4-384 0,0-1-80 15,1-1-16-15,3 2 0 0,3-4-272 0,0 2 160 16,2-2-160-16,2-1 128 0,0-2-128 0,3-2 0 16,4-3-192-16,1 0 192 0,0-2-448 0,0-2 48 15,2-1 0-15,-1-2 0 16,2-1-48-16,0-2-16 0,0-3 0 0,1-1 0 0,0-1 192 0,1-3 32 16,0-1 16-16,1-1 0 0,-2-2 224 0,2-1-144 0,0-2 144 15,-1-2-128-15,2-1 128 0,0 1 0 16,-1 1 0-16,-2 1 0 0,-2 5 0 0,-2 4 0 0,-2 0 0 0,-3 4 0 15,-1 0 192-15,-4 6 80 0,0 0 16 0,0 0 0 16,0 0 272-16,0 0 48 16,3 9 16-16,-2 2 0 0,-1 1-336 0,0 2-64 15,-1 2-16-15,0 1 0 0,-2 1-208 0,0 1 144 0,2 0-144 0,0-2 128 16,2-1-128-16,0 0 0 16,1-3 0-16,0-1 0 15,1 0-512-15,0-2-64 0,0-3-32 0,4-1 0 16,-7-6-1136-16,0 0-240 0,10 1-32 0,3-2-13056 0,3 0-2608 0</inkml:trace>
  <inkml:trace contextRef="#ctx0" brushRef="#br0" timeOffset="31170.58">20024 2811 12895 0,'0'0'1152'0,"0"0"-928"16,-5-4-224-16,5 4 0 0,0 0 7552 0,0 0 1456 16,-4-2 288-16,4 2 64 0,0 0-7056 0,0 0-1424 15,0 0-288-15,0 0-48 0,0 0-544 0,7 6-192 16,1-2 0-16,-1 3 0 15,1 2-720-15,1-1-144 0,0 1-32 0,0-1 0 16,-1-2 288-16,0 1 48 0,0-1 16 0,-2 3 0 0,-1 2 896 0,0-2 176 16,1 3 48-16,-2-1 0 0,-3 2 1152 0,1 1 224 15,0-1 48-15,-2 1 16 0,0 2-128 0,0 2-32 16,1 1 0-16,0 0 0 0,-1-6-800 0,0-2-160 16,0 1-48-16,0-1 0 0,2-1-384 0,-1-1-80 15,-1-2 0-15,0-7-16 0,0 0-176 0,0 0 128 16,0 0-128-16,0 0 128 0,0 0-128 0,0 0 0 15,0 0 0-15,0 0 0 0,0 0 0 0,9-2 0 16,0 1 0-16,0-3 0 0,-1-4 0 0,1-1 0 16,2 0 0-16,0-4 0 0,3 0 0 0,0-1 0 0,-1-1 0 0,3 0 0 15,-1-1 0-15,1 0-144 16,-2 2 144-16,1 4 0 0,-2 2-160 0,-3 3 160 16,-1 2-128-16,-1 0 128 0,-8 3 0 0,0 0-160 0,0 0 160 0,4 7 0 15,-4-7 0-15,1 10 0 0,-2 2 0 0,1 1 0 16,0 0 0-16,0 1 128 0,0 2-128 0,1 1 0 15,2 0 0-15,1 0 0 0,1 0 0 0,4-2 0 16,0-1 0-16,3 0 0 0,0-1-128 0,2-3 128 16,2-1-336-16,-1-1 32 0,2-1 16 0,1-3 0 15,-2-2 80-15,2 1 16 0,-2-3 0 0,0-1 0 0,-1-2 192 16,1-1-176-16,-2-1 176 0,-1 0-160 0,6-4 160 16,-3-2 0-16,0-1 0 0,0-1 0 15,-2-1 0-15,0-2 0 0,-1-3 0 0,1-1 0 0,-3 2 0 16,1-4 0-16,-2 1 0 0,0-1 0 0,-3 4 0 0,-1 2 0 15,-4 2 128-15,0 2-128 0,-4 3 320 0,1 2-16 16,-2 2 0-16,3 5 0 0,0 0-64 0,0 0-16 16,0 0 0-16,0 0 0 0,0 0-64 0,-5 6-16 15,1 2 0-15,3 4 0 0,0 5-144 0,1 1 0 16,0 4 0-16,1 4 0 0,1 4 0 0,2 4 0 16,0 3 0-16,0 5 0 0,1 2 0 0,1 3 0 15,-2 1 0-15,-2-1 0 0,-1-1 0 0,-1 1 0 16,0-3 0-16,-2 0 0 0,-1-1 144 0,-2-1-144 15,-1-3 160-15,-4 0-160 0,0-2 128 0,-2-3-128 0,-1-1 0 0,-1-3 144 16,-2-1-144-16,-1-5 0 0,2-2 0 16,-4-4 0-16,0-4 0 0,1-3 0 15,-3-3 0-15,0 1 112 0,-1-5-112 0,-3-2 0 16,-2-2-160-16,-1-4 160 16,-2-2-1152-16,-1-2-160 0,0-4-32 0,1-6-23424 0</inkml:trace>
  <inkml:trace contextRef="#ctx0" brushRef="#br0" timeOffset="31805.02">21948 2608 14735 0,'0'0'1312'0,"0"0"-1056"0,1-6-256 0,-1-1 0 0,2 0 3968 0,0 1 752 15,0-1 144-15,-1 0 16 16,0-1-1824-16,1 1-368 0,-1-1-80 0,-1 1-16 16,-1-3-832-16,-3 4-160 0,1-1-48 0,-1 5 0 15,-2-3-464-15,-4 3-80 0,1 0-32 0,0 0 0 16,-1 1-224-16,-1 0-48 0,0 2-16 0,-1 4 0 16,-1 2-176-16,-3 2-16 0,2 3-16 0,-1 3 0 15,0 2-176-15,1 4-48 0,2 3 0 0,0 3 0 0,0 3-48 16,1 4-16-16,0 2 0 0,2 2 0 0,1 0-192 0,2 0 176 15,0 1-176-15,3 0 160 0,-1 1-160 0,0 3 160 16,1-2-160-16,2 1 160 0,-2-1-160 0,1 1 0 16,-1-4 0-16,0-2 128 0,1 0-128 0,-2-5 128 15,0-2-128-15,1-3 128 0,-2-2-352 0,0-3-80 16,0-3-16-16,-1-1 0 16,3-2-1056-16,-3-3-224 0,1-2-32 0,0-1-16 15,0-2-1536-15,2 0-304 0,3-7-64 0,0 0-15312 0</inkml:trace>
  <inkml:trace contextRef="#ctx0" brushRef="#br0" timeOffset="32705.42">21307 3051 40479 0,'0'0'1792'0,"0"8"384"0,0 0-1744 0,1 1-432 0,3 1 0 0,1 1 0 16,3 1 1152-16,1 2 160 0,0-1 32 0,3-3 0 15,2 0 64-15,2 0 0 0,1-7 16 0,2 1 0 16,2-2-720-16,1-2-128 0,2-1-48 0,-1-4 0 15,2-3-208-15,0-1-64 0,0-3 0 0,1-2 0 16,-2-3 0-16,4 1-16 0,-1-2 0 0,1-1 0 16,0-4-112-16,1 0-128 0,0-1 176 0,-1 2-176 15,1 0 144-15,0-2-144 0,-2 0 0 0,-2-3 144 16,0 0-144-16,-3 1 0 0,-3 1-160 0,-2 3 160 16,-1 1 0-16,-2 4 160 0,-3 3 0 0,-2 3 0 15,-3 5-160-15,-6 6 160 0,0 0-160 0,0 0 160 0,0 0 128 0,0 10 32 16,-1 5 0-16,-3 4 0 0,-1 5 48 0,-2 2 16 15,1 0 0-15,-1 3 0 0,0-1-256 16,0 2-128-16,1 0 128 0,-1 0-128 0,2 0 0 0,1-1 128 16,1 0-128-16,2-2 0 0,1-2 0 0,1-3 0 15,1-4 0-15,0-1 128 0,2-3-128 0,1-2 0 16,2-1 0-16,-1-4 0 0,1-1 0 0,1-2 0 16,1-3-160-16,0-1 160 0,0-1-224 0,0-3 64 15,-1-3 16-15,1-1 0 0,0-1 144 0,0-3-160 16,1-2 160-16,-1-4-160 0,-2-3 160 0,3-2-128 0,-1-6 128 0,0 3-128 15,0 1 128-15,0-1-128 0,0 2 128 0,-1 1-128 16,-1-2 128-16,0 3 0 0,0 1 0 0,-2 4 0 16,-1 6 0-16,-3 3 0 15,-1 8-144-15,0 0 144 0,0 0 0 0,0 0 0 0,0 0 0 0,-2 11 0 16,-1 2 128-16,1 2-128 0,-2 3 128 0,1 2-128 16,2 0 128-16,-1-3-128 0,0 3 128 0,2-3-128 15,2 2 0-15,0-2 0 0,2 0 128 0,1-1-128 16,1-4 0-16,1-1 0 0,-2-3 0 0,3 0 0 15,0-1 0-15,2-2 0 0,2-3 0 0,0 0 0 16,1-2 0-16,0-3 0 0,0-1 0 0,0-1 0 16,-2-1-144-16,1-4 144 0,0 1-192 0,1-1 192 15,-1-1-128-15,1 1 128 0,0-6 0 0,0 2 0 16,0-3 0-16,1 0 0 0,-2 1 0 0,-2-2 0 16,1 3-176-16,-2 2 176 0,-3 2-160 0,0 2 160 15,-2 2 0-15,-1 1 0 0,-3 6 0 0,0 0 0 16,0 0 0-16,0 0 128 0,0 0 0 0,-2 10-128 15,-1 1 240-15,-1 1-64 0,0 1-16 0,2 1 0 0,-2 3-160 16,3 0 0-16,-2 0 144 0,2 1-144 0,1-4 0 0,0 2 0 16,1-2 0-16,2-1 0 0,1-1 0 0,2-1 0 15,-1-4 0-15,0 0 0 0,2-2 0 0,1-1-208 16,0-3 80-16,-1 1 128 0,1-4-224 0,3 1 80 16,-2-2 16-16,0-1 0 0,-1-1 128 0,1-3-128 15,-1-1 128-15,1-1-128 0,-1-2 128 0,1-1 0 16,-1-1 0-16,1-2-128 0,0 0 128 0,0 0 0 0,-1 0 0 0,0 2 0 15,-1-1 0-15,0 3 0 16,0 3 0-16,-2 3 0 0,-5 6 0 0,0 0 0 16,0 0 0-16,0 0 0 0,0 0 0 0,1 9 128 0,0 0-128 0,1 3 176 15,-1 0-48-15,-1 1-128 0,0 1 192 0,0 0-64 16,-1 1-128-16,1-1 0 16,0-1 0-16,1 0 128 0,0-1-256 0,1-1-64 0,-2-1-16 15,1-3 0 1,-1-7-1536-16,0 0-304 0,0 0-64 0,6 6-16 15,1-4-2960-15,-1-2-592 0</inkml:trace>
  <inkml:trace contextRef="#ctx0" brushRef="#br0" timeOffset="32855.91">22874 2661 7359 0,'0'0'656'0,"0"0"-528"0,0 0-128 0,-2-6 0 15,2 6 7488-15,0 0 1472 0,-1-7 304 0,1 7 48 16,0 0-6752-16,0 0-1344 0,0 0-256 0,0 0-64 0,0 0-624 0,0 0-112 15,7 4-32-15,-1 0 0 16,1 5-2608-16,-1 2-528 0,-1 4-96 0,2 5-13568 16</inkml:trace>
  <inkml:trace contextRef="#ctx0" brushRef="#br0" timeOffset="33372.17">23206 3100 12895 0,'0'0'1152'0,"5"-6"-928"15,2 0-224-15,-1-2 0 0,0-2 4256 0,-1-1 800 16,-1 2 176-16,0-3 16 0,0 2-2048 0,-2-1-432 16,1 1-80-16,-2 0 0 0,-2-4-848 0,1 3-176 0,-2-1-16 0,1 2-16 15,-1 0-432-15,-2 4-96 16,-2 1-16-16,-1 1 0 0,-2 1-272 0,-3 3-64 16,-3 3-16-16,-3 2 0 0,-3 5-224 0,-2 2-32 0,-5 4-16 0,1 1 0 15,-2 1-208-15,1 2-32 16,2 0-16-16,4 1 0 0,1-1-80 0,5-3-128 0,4 0 176 0,6-2-176 15,1 0 0-15,5-2 0 0,2-1 0 0,3-2 0 16,2-1-320-16,3 2 16 0,3-5 16 0,4-2 0 31,2-1-96-31,0-2-32 0,2-1 0 0,0-1 0 0,0-2 48 0,0-1 16 0,1-2 0 0,-3-4 0 16,0 1 80-16,-1-1 16 0,-1-2 0 0,-2-4 0 16,1 0 0-16,1-7 16 0,-3 2 0 0,2-5 0 15,-2 2 240-15,2-2-192 0,0-1 192 0,-3-4-192 16,-3-1 192-16,2-4 0 0,-2-1 0 0,2-3 0 15,0 0 0-15,-1 1 192 0,0 0-64 0,-2 2-128 0,-1 1 288 0,-3 3-48 16,0 3-16-16,0 7 0 0,-2 3 160 0,-3 6 16 16,0 3 16-16,0 4 0 0,-1 0 128 0,1 7 32 15,0 0 0-15,-4 5 0 0,-1 3-160 0,-2 8-32 16,-2 2 0-16,0 8 0 0,-2 5-160 0,1 6-32 16,1 3-16-16,1 3 0 0,-1 0-16 0,1-2 0 15,0-1 0-15,2-2 0 0,1-3-160 0,1-2 192 16,1-2-192-16,2-1 192 0,1-3-192 0,1 0 0 15,2-3 0-15,-2-2 128 0,0-5-128 0,2-1 0 16,1-2 0-16,0-2 0 16,0-3-448-16,-2-1-80 0,-2-8-16 0,0 0 0 15,7 7-1760-15,-1-3-336 0,3-3-80 0</inkml:trace>
  <inkml:trace contextRef="#ctx0" brushRef="#br0" timeOffset="38158.07">24063 2910 30399 0,'0'0'2704'0,"0"0"-2160"15,0 0-544-15,0 0 0 0,0-3 3616 0,0 3 608 16,-4-3 128-16,4 3 32 0,0 0-3184 0,0 0-640 15,0 0-128-15,4 10-32 0,-2 3 704 0,0 3 144 0,-2 2 32 0,1 2 0 16,-1 2-560-16,0 2-96 16,-1 0-32-16,-1 2 0 0,0 0-208 0,-1 1-64 0,-1-7 0 0,2 3 0 15,-1-7-80-15,2 0-32 0,-1-3 0 0,1-2 0 16,0-4-48-16,1-7-16 16,0 0 0-16,0 0 0 0,0 0 32 0,0 0 0 0,0 0 0 0,0 0 0 15,0 0-176-15,4-9 0 0,1-1 144 0,1-2-144 16,2-4 0-16,3 0 0 0,0-8 0 0,2 1 0 15,2-3 0-15,0-2 0 0,2-1 0 0,2 1 0 16,-1-2 0-16,3 0 0 0,-3 0-160 16,2 2 160-1,-5 4-1280-15,1 3-160 0,-2 3-32 0,-1 6 0 16,-1 4-1184-16,-2 5-240 0,-2 5-48 0,-1 4-16 0,1 6-2304 16,-5 6-464-16,-1 28-96 0,-5-7 0 0</inkml:trace>
  <inkml:trace contextRef="#ctx0" brushRef="#br0" timeOffset="38626.4">24274 3209 33343 0,'0'0'1472'0,"0"0"320"0,0 0-1440 16,0 0-352-16,6-4 0 0,2 2 0 0,0-6 1024 0,1 1 128 16,3-1 16-16,0 1 16 0,-1-7-32 0,4 0 0 15,-1-4 0-15,2-2 0 0,-3 2-560 0,1 0-112 16,-1-3-32-16,3 0 0 0,-2 2-160 0,-1 0-32 16,0 2-16-16,-2 2 0 0,-4 0 16 0,0 5 0 15,-4 3 0-15,-3 7 0 0,0 0 368 0,0 0 80 16,-7 3 0-16,-2 4 16 0,-4 4 336 0,1 5 64 15,0 3 16-15,1 1 0 0,-2 1-576 0,1 2-112 16,2 1-32-16,0-1 0 0,3-2-80 0,1 0-16 0,2-4 0 16,4 0 0-16,3-1-320 0,2-3 0 15,3-2 0-15,3-2-192 0,-1-2 0 0,4-2-16 16,5-2 0-16,0-3 0 0,3-3-112 0,2-1-32 0,0-1 0 16,3-1 0-16,-1-4 144 0,0 0 16 0,-3-3 16 0,1-1 0 15,-2-3 176-15,0-2-160 16,-1 0 160-16,1-5-160 0,-2-2 160 0,-2-2 0 0,-3-4-144 0,1 1 144 15,0-2 0-15,-1-2 0 0,0-3 0 0,-1 2 128 16,-1-3-128-16,-1 4 0 0,-2 2 0 0,-1 6 0 16,-2 3 256-16,-4 6 32 0,-2 4 0 0,-1 3 0 15,-1 5 256-15,1 6 48 0,0 0 16 0,-7 2 0 16,2 3 96-16,0 5 0 0,1 1 16 0,-2 2 0 16,0 6-544-16,-1 3-176 0,0 5 0 0,0 2 0 15,1-2 0-15,0 2 0 0,2 0 0 0,0 1 0 16,-1 6 0-16,1 2 0 0,2 0 0 0,0 0 0 0,0-6-192 15,1-1-64-15,-1-2 0 0,0-3 0 16,0-2-352-16,1-2-80 0,0-3-16 0,1 1 0 16,-3-4-1104-16,2-6-240 0,-2-1-32 0,2-2-16 15,1-7-2448-15,0 0-512 0</inkml:trace>
  <inkml:trace contextRef="#ctx0" brushRef="#br0" timeOffset="39107.79">24584 2998 35007 0,'-5'1'3120'0,"0"0"-2496"16,5-1-496-16,0 0-128 0,-3 7 3056 0,3-7 592 16,0 0 112-16,4 9 16 0,1 2-2320 0,3-4-480 15,1-1-80-15,6-1-32 0,3 0-320 0,0-4-64 16,0 2-16-16,3-3 0 0,0-1-272 0,1-2-48 16,0 0-16-16,1-2 0 0,0-3 0 0,-1 1 0 15,0 0 0-15,2-3 0 0,-1 0-128 0,1 0 160 16,-5-2-160-16,2 2 160 0,0 1-160 0,0 2 0 0,-3 2 144 0,-1-2-144 15,-3 5 0-15,-2 2 128 16,-1 2-128-16,-4 0 0 0,-7-2 160 0,6 8-32 0,-4 2-128 0,-2 4 192 16,0 3 128-16,-1 2 32 0,-2 1 0 0,1 1 0 15,0 0-192-15,1 0-32 0,0-3-128 0,1 1 192 16,1-3-192-16,2-1 0 0,-1-2 0 0,1-1 0 16,1-5 0-16,2 0 0 0,2-3-144 0,0-2 144 15,0 1-240-15,0-6 48 0,1 1 16 0,0-3 0 16,1-2 176-16,1-1 0 0,-1 0 160 0,1-2-160 0,-1-3 0 15,0-1-320-15,0-2 64 0,1 0 0 0,1-2 256 0,-2 0 0 16,1 1 0-16,-1-1 0 0,2-1 0 0,-3 4 0 16,-2 2 0-16,-2 4 0 0,0 2 0 0,-5 7 0 15,0 0 0-15,0 0 0 0,0 0 224 0,0 0 0 16,0 0 0-16,3 10 0 0,-2 1-32 0,2 2-16 16,-3 0 0-16,1 0 0 0,0 4-176 0,1 0 0 15,1-1 0-15,0 1 0 0,-2-4 0 0,2 0 0 16,2-2 0-16,0 0 0 15,1-3-1008-15,0-2-128 0,1-1-16 0,2 1-16 16,-1-4-1120-16,-1-1-208 0,0-1-64 0,1 0 0 16,1-1-2480-16,0-1-496 0</inkml:trace>
  <inkml:trace contextRef="#ctx0" brushRef="#br0" timeOffset="39692.26">25565 2925 2751 0,'5'-11'256'0,"-5"11"-256"15,0 0 0-15,0 0 0 0,0 0 6992 0,0 0 1360 0,0 0 272 0,1 10 48 16,-1 0-3936-16,-1-2-768 15,0 5-176-15,-2 2-16 0,-1 4-1856 0,0 0-352 0,0 0-80 0,0 0-16 16,2 2-624-16,-1-2-128 0,0 1-16 0,1-2-16 16,1-2-384-16,-1-2-80 0,2-2-16 0,0-3 0 15,2 0-208-15,0-1 144 0,-2-8-144 0,0 0 128 16,0 0-128-16,8 5 0 0,-8-5 0 0,9 2-176 16,-1-2 336-16,2-2 64 0,1-2 16 0,-1-1 0 15,1-3-592-15,0 1-112 0,4-4-32 0,-1-1 0 16,-1-2 352-16,3-2 144 0,2-2-128 0,2-1 128 15,0-4 0-15,0 1-128 0,-1 0 128 0,0 0 0 0,0 5 0 0,-2-1 0 16,-2 2 0-16,-4 3 0 0,1 3 0 0,-4 3 0 16,-2 3 0-16,-6 4 0 0,0 0 0 0,0 0 144 15,0 0 0-15,4 7 0 0,-1-1 96 0,0 3 16 16,-2 2 0-16,-1 2 0 0,0 2-112 0,-1 4-16 16,1-1 0-16,-2 3 0 0,-2 4-128 0,2-2 0 15,-1 1 144-15,3-5-144 0,-1-1 128 0,-1-1-128 16,1-1 128-16,1-3-128 0,0-1 0 0,1-3 0 15,-1-1 0-15,0-8 0 0,0 0-144 0,0 0 144 16,3 6-160-16,-3-6 160 0,0 0-176 0,0 0 176 16,5 1-192-16,1-2 192 0,-1-1-176 0,1-2 176 0,2-2-160 0,0-1 160 15,2-5-160-15,2-1 160 16,0-2-160-16,1-1 160 0,-1-4-128 0,2-2 128 16,0 0 0-16,2-1-144 0,3-5 144 0,2 3 0 15,-1 2 0-15,-1 3 0 0,-2 2 0 0,0 3 0 16,-2 0 0-16,-2 4-128 0,-2 5 128 0,-3 2 0 0,-8 4 0 0,0 0 0 15,8 1 176-15,-8-1-48 16,4 8 0-16,-1 4 0 0,-3 3 192 0,-2 1 16 16,0 4 16-16,-2 0 0 0,-1 0-352 0,-1 4-160 0,2-1 16 0,2 0 0 15,-2 0 144-15,1-3 0 0,2 0 0 0,1-2 0 16,-1-2 0-16,2-2-192 0,2-2 64 0,1-3 0 31,-1-1-800-31,3-2-160 0,0 0-16 0,5-4-16 0,-1 0-992 16,3-4-192-16,3-2-32 0,2-2-11760 0,4-2-2352 0</inkml:trace>
  <inkml:trace contextRef="#ctx0" brushRef="#br0" timeOffset="40025.32">26636 2832 40367 0,'0'0'1792'0,"0"0"368"0,-5 2-1728 0,0-1-432 16,5-1 0-16,-5 1 0 0,5-1 2496 0,-7 1 400 16,-2 2 96-16,0 0 16 0,0-1-1392 0,-2 2-272 15,1 1-48-15,-2-2-16 0,0 2-672 0,1 2-144 16,-2 1-16-16,0-1-16 0,0 3-240 0,2 0-64 15,-2-1 0-15,1 2 0 0,2-1-128 0,-2 0 0 16,3 0 0-16,1-3 0 0,2 2 0 0,2-2 0 16,1 1 0-16,3-8 0 0,-1 8 0 0,1-8-144 15,5 7 144-15,3 0-208 0,1-3 208 0,1 0 0 16,2-2 0-16,0 1-144 0,1-2-96 0,3 2-16 0,1 0 0 0,0-3 0 16,-1 1 256-16,0 0 0 15,-2 2-160-15,-1 1 160 0,-1-2 0 0,-1 2 0 0,-2 1 0 0,-3 2 0 16,0-1 0-16,-6-6 0 0,2 8 0 0,-2 0 0 15,-1 2 0-15,-2 1 0 16,-1-2 0-16,-1 0 0 0,0 0 0 0,-3 3 0 0,-2-4 128 0,-1 1-128 31,-1 1-400-31,2 0-112 0,-3-3-32 0,4 0 0 16,0-1-1232-16,2 0-240 0,2-2-48 0,5-4-12832 0,0 0-2560 0</inkml:trace>
  <inkml:trace contextRef="#ctx0" brushRef="#br0" timeOffset="40243.36">27283 2646 47391 0,'0'0'2112'15,"0"0"416"-15,0 0-2016 0,0 0-512 0,0 0 0 0,0 0 0 0,0 0 1344 0,0 0 192 16,0 0 16-16,0 0 16 0,-1 10-512 0,-3 3-96 16,-2 2-32-16,0 3 0 0,-2 4-592 0,-1 3-112 15,0 2-32-15,0-1 0 0,-2-1-192 0,2 0 144 16,0-2-144-16,1 2 128 15,0 2-448-15,2-2-112 0,-1 0-16 0,2-3 0 16,1 0-1312-16,-1-1-272 0,1 1-48 0,0-3-16 16,-1-2-1920-16,2-4-384 0,-2 1-80 0</inkml:trace>
  <inkml:trace contextRef="#ctx0" brushRef="#br0" timeOffset="40609.68">27030 3071 15663 0,'0'0'1392'0,"0"-7"-1120"16,0-1-272-16,1 2 0 0,2-2 5552 0,2 2 1040 15,-1-3 224-15,4 2 32 0,0-3-3984 0,2 0-816 0,2 1-144 0,2-1-48 16,2 2-544-16,1 0-112 0,5-1-32 0,3 3 0 16,-1-1-720-16,4 2-160 15,-1-2-32-15,1 3 0 0,-1 4-48 0,-4 0-16 0,-2 0 0 0,-2 2 0 16,-5 3 128-16,-2-1 32 0,-5 2 0 0,-1 2 0 16,-5 1 224-16,-1 2 64 0,-3 0 0 0,-2 3 0 15,-1 0-272-15,-2 2-48 0,-1-1-16 0,0 1 0 16,-2-3-144-16,5-1-32 0,0-1 0 0,4 0 0 15,0-2-128-15,4 0 0 0,0-2 0 0,5 0 0 0,2 0-320 0,3-2 16 16,1-1 0-16,1-1 0 16,2-3-144-16,-1 0-48 0,2-4 0 0,0-2 0 15,-1 0 64-15,-3-1 16 16,-1 4 0-16,-2-7 0 0,-2-1 256 0,-1-2 160 0,-2 0-192 0,-1 0 192 0,-2-1 0 0,0-1 0 16,-2 1 0-16,-2-3 144 0,-2 0-16 0,-1 1 0 15,-3-4 0-15,0 5 0 0,1 0-128 0,-1 2 192 16,0 3-192-16,0-2 192 0,0 3-336 0,2 3-64 15,2-1-16-15,4 7 0 16,0 0-1824-16,0 0-384 0,0 0-64 0,12 1 0 16,2 1-1760-16,3 2-352 0</inkml:trace>
  <inkml:trace contextRef="#ctx0" brushRef="#br0" timeOffset="40826.05">28102 2811 28559 0,'0'0'2544'16,"0"0"-2032"-16,0 0-512 0,0 0 0 0,0 0 4624 0,0 0 832 0,0 0 176 0,0 0 16 16,-4 8-3184-16,-1 4-640 0,-2-3-128 0,-1 5-32 15,-2 2-896-15,1 5-192 0,-2-2-48 0,1 2 0 16,-1-1-528-16,1 1 0 0,1 0 0 0,0-1 0 31,0-1-608-31,2 0-224 0,2-2-64 0,0-1 0 16,1-3-1648-16,1-1-336 0,0-3-64 0,2-1-17920 0</inkml:trace>
  <inkml:trace contextRef="#ctx0" brushRef="#br0" timeOffset="41135.47">28173 2740 16575 0,'7'-20'736'0,"-3"11"160"0,1-3-720 0,0-1-176 0,2-1 0 0,1 1 0 0,1-3 4256 0,1 3 816 15,2 1 176-15,0 2 16 0,1 0-4304 0,2 0-960 16,2 3 0-16,1-1 0 15,1 0-3136-15,2 0-544 0,1 0-112 0,1 2-32 16,1 1 448-16,-5-1 96 0,-3 2 16 0,-3 1 0 0,-3-1 3504 0,-3 1 704 16,-7 3 144-16,0 0 16 0,0 0 4496 0,0 0 896 15,0 0 176-15,0 0 48 0,-5 8-2768 0,-2 2-560 16,-1-1-96-16,2 3-32 0,-2 1-1600 0,-1 3-336 0,0 1-64 0,-2 4-16 16,1 2-608-16,-1 2-112 15,1-2-16-15,1 3-16 0,0 2-320 0,0-2-176 0,-1-1 192 0,3-1-192 16,-1 0 0-16,-1-1 0 15,1 0-240-15,0-3 80 16,0 0-992-16,0-2-208 0,1 0-48 0,-1-3 0 16,1-1-1424-16,1 0-304 0,-1 0-48 0,1-5-9904 15,2-2-1984-15</inkml:trace>
  <inkml:trace contextRef="#ctx0" brushRef="#br0" timeOffset="41526.82">28214 2904 37023 0,'0'0'1648'0,"0"0"336"0,-2-9-1600 0,2 1-384 0,3 1 0 0,1 2 0 15,2 1 1744-15,2 0 272 0,1 1 48 0,4 0 16 16,3-4-960-16,1 2-192 0,3 0-32 0,3 1-16 16,3 1-608-16,2 1-112 0,0-1-32 0,1 2 0 0,-3-3-128 15,-1 1 160-15,0 1-160 0,-3 1 160 0,-3-1 128 0,-2 4 32 16,-2-1 0-16,-2 1 0 0,-4-2 256 0,-1 2 48 16,-8-2 16-16,0 0 0 0,0 0 208 0,0 0 48 15,0 0 16-15,-3 6 0 0,-2 1-192 0,-2-2-32 16,-2 0-16-16,-1 0 0 0,-2 2-400 0,1-1-80 15,0 1 0-15,0-1-16 0,1 0-176 0,-1-1 0 16,2-5 0-16,1 4 128 0,2 1-128 0,1 0 0 16,0 0 0-16,5-5 0 0,0 0 0 0,0 0-192 15,0 0 64-15,3 8 128 0,4 1-304 0,2-2 64 16,3-1 16-16,0 1 0 0,-1-2 224 0,2 0-192 16,3 2 192-16,0-1-192 0,-1 1 192 0,2 1 0 15,-4-2-160-15,0 2 160 0,-1 0 0 0,-2 0 0 0,0-2 0 0,-4 2 0 16,-1 3 0-16,1-1 0 15,-5 0 176-15,-1 2-176 0,-3 0 336 0,-3 0-16 0,-3-1-16 0,-3 0 0 16,0 1-32-16,-2-5 0 0,-3 1 0 0,0 0 0 16,-1-2-272-16,-1 1 0 0,0 0 0 15,-1-4 0 1,1 4-512-16,-1-2-48 0,-2 0-16 0,1-2-16512 0,0 1-3328 0</inkml:trace>
  <inkml:trace contextRef="#ctx0" brushRef="#br0" timeOffset="42510.82">29609 2938 11967 0,'0'0'1072'0,"0"0"-864"0,0 0-208 0,0 0 0 16,2-7 5984-16,0 1 1152 0,-1-1 224 0,-1 7 64 16,-3-5-4208-16,1 0-832 0,-2 1-160 0,-1 1-48 15,-2 1-256-15,-1 0-64 0,-1 2-16 0,-3 4 0 0,-2 3-864 0,-3 2-160 16,-2 1-48-16,-2 3 0 0,-1 2-400 0,-1 0-96 16,0 1-16-16,1 1 0 0,1 0-64 0,3 1-32 15,3 0 0-15,4-3 0 0,1 0-160 0,5-4 0 16,4-1 0-16,1 1 0 0,4-3-192 0,4-2-64 15,3-1 0-15,5 1-16 16,2-5-256-16,2-1-48 0,2-1-16 0,3-5 0 16,1 1-16-16,-1-1 0 0,-1-1 0 0,0-2 0 15,-2-1 32-15,0-4 16 0,-1 3 0 0,0-1 0 0,-4-5 304 0,-2 0 64 16,-1 1 16-16,-3-2 0 0,0 3 176 0,-2 0 0 16,-1 1 128-16,-2 1-128 0,-2 0 368 0,0 2 0 15,-1 2 0-15,-2 3 0 0,-1 6 240 0,0 0 48 0,0 0 16 16,0 0 0-16,0 0-128 0,0 0-32 15,0 0 0-15,0 0 0 0,0 0-224 0,-1 9-48 16,-1 1-16-16,1 1 0 0,-2 0-224 0,2 0 176 0,0 3-176 0,1 2 160 16,0 0-160-16,0 0 0 0,0 0 144 0,1-2-144 15,0 1 0-15,2-2 0 16,-2 0 0-16,3-3 0 0,-3-2 0 0,-1-8 0 16,3 8 0-16,-3-8 128 0,0 0-128 0,0 0 0 0,0 0 0 0,0 0 0 15,8 1 0-15,0-3 0 0,0-4 0 16,-1 0 0-16,4-2 0 0,-1-1 0 15,1-3 0-15,2-2 0 0,1-2 0 0,3 1 0 0,3-1 0 16,-1-4 0-16,2 1 0 0,1 1 0 0,2-1 0 0,-2 2 0 16,-1 3 0-16,-3 2 0 0,-2 3 0 0,-3 3 0 15,0 0 0-15,-4 4 0 0,-9 2 0 0,0 0 0 16,6 4 192-16,-2 2 32 0,-4 3 0 0,0 2 0 0,-1-1 32 0,-2 5 0 16,-2 0 0-16,0 2 0 0,0 3-256 0,-1-1 144 15,0 1-144-15,1-1 128 0,-1 1-128 0,3-3 0 16,-4-1 0-16,3-3 0 0,1-2 0 0,2 0 0 15,1-2 0-15,0 0 0 16,0-9-816-16,0 0-80 0,0 0-32 0,0 0 0 16,0 0-784-16,8 0-144 0,-1-5-48 0,0-2 0 15,1-1-1616-15,1-2-336 0,3 0-64 0,0-3-8016 16,1-4-1600-16</inkml:trace>
  <inkml:trace contextRef="#ctx0" brushRef="#br0" timeOffset="42644.75">30231 2751 26255 0,'2'-22'1152'0,"1"14"256"0,-1-1-1120 0,0 0-288 16,-2 1 0-16,0 3 0 0,-2 0 3280 0,2 5 608 15,0 0 112-15,0 0 32 0,0 0-1760 0,0 0-352 16,0 0-64-16,-7 5 0 0,-1 2-1344 0,1 0-256 16,2 3-48-16,1 0-16 15,0 2-1664-15,2 3-320 0,0 0-80 0,4 2-11248 0,0 1-2240 16</inkml:trace>
  <inkml:trace contextRef="#ctx0" brushRef="#br0" timeOffset="43194.7">30336 2935 21183 0,'0'0'1888'0,"0"0"-1504"0,8-1-384 0,-3-3 0 16,-5 4 3728-16,5-5 688 0,2 0 128 0,-7 5 16 0,0 0-2080 0,0 0-432 16,0 0-64-16,0 0-32 0,0 0-528 0,0 0-96 15,-7 1-32-15,1 2 0 0,-1 0-464 0,0 0-80 16,-1 1-32-16,1 0 0 0,3-2-208 0,-1 2-64 16,-3-1 0-16,2 1 0 0,-1 1-192 0,2 2-64 15,0 0 0-15,0 0 0 0,-1 1-32 0,2-2-16 16,1 1 0-16,0 2 0 0,0-1-144 0,5 4 0 15,-1-2 144-15,2 3-144 0,-2-3 0 0,1 5 0 16,4 0 0-16,-1 1 128 0,0 1-128 0,2 0 0 16,-1 1 0-16,2 0 128 0,0 1-128 0,1 2 0 15,1-3 128-15,2 4-128 0,0 0 0 0,-2 0 144 16,-2-1-144-16,-3 0 0 0,2 2 128 0,-2 0-128 16,-1-2 0-16,-1-1 0 0,-3 1 0 0,-2 0 0 15,0-1 0-15,-4-2 0 0,-3 0 128 0,0 0-128 16,-4 1 0-16,-1-6 0 0,-2 0 192 0,2-2-64 15,-1-1 0-15,2-4-128 0,-1-1 192 0,1-1-192 16,1-1 192-16,2-3-192 0,-3-3 0 0,1-1 0 16,2-1 0-16,1-1 0 0,-1-2 0 0,3 0-192 15,0-2 0-15,3-2 0 0,3-3-32 0,2-2 0 0,2-1 0 0,3-3 0 16,3-2-16-16,3-2 0 0,1-5 0 0,3 0 0 16,2-2 96-16,2-2 16 0,-1 1 0 15,2-2 0-15,1 2 128 0,2-1 0 0,-1 2 0 0,2 3-128 16,0 4 128-16,-3 2 0 0,1-1 0 0,0 5 128 15,-5 5 64-15,-1 0 32 0,-4 4 0 0,-3 5 0 16,-1 2 32-16,-9 3 16 0,8 4 0 0,-8-4 0 16,7 8 80-16,-3-2 16 0,-2 5 0 0,-1 2 0 15,-2 1-144-15,0 2-32 0,-2 1 0 0,1 0 0 0,0-2-192 16,0 0 144-16,-2-2-144 0,1 0 128 0,2 0-128 0,0-1 0 16,-1-3-160-16,1-1 160 15,1-8-1360-15,0 0-176 0,0 0-48 0,0 0 0 16,0 0-2752-16,8 1-544 0</inkml:trace>
  <inkml:trace contextRef="#ctx0" brushRef="#br0" timeOffset="44146.77">30760 2805 17503 0,'-14'-8'768'0,"14"8"176"0,0 0-752 0,0 0-192 16,-6-4 0-16,6 4 0 0,0 0 6592 0,0 0 1296 15,0 0 256-15,0 0 48 0,0 0-5792 0,0 0-1168 16,8 4-224-16,0 1-48 0,-1 0-464 0,0 3-96 15,0 1-16-15,-1 3 0 0,0 1 0 0,-1 3-16 16,-3 1 0-16,1 0 0 0,-3 2 240 0,-1 3 48 16,-1-1 16-16,0 3 0 0,-2-2-176 0,-1 1-48 0,-1 1 0 15,3-2 0-15,-1-5-160 0,0-1-32 16,0-2-16-16,3-1 0 0,1-5-240 0,0 0 144 0,0-8-144 0,0 0 128 16,0 0-128-16,0 0 0 0,0 0 0 0,0 0 0 15,0 0 0-15,0 0 0 0,7 0 0 0,0-2 0 16,-1-2 0-16,2-2 0 0,1-3-144 0,0-3 144 15,-1-1-144-15,3-3 144 0,0-1-208 0,4-2 80 16,-1-3-224-16,3 0-32 0,0-1-16 0,0 3 0 16,1 0 400-16,0 2 0 0,-1 1 192 0,0 2-64 0,-2 2-320 15,-2 2-48-15,-3 2-16 0,-2 2 0 0,-1 4 80 0,-7 3 16 16,0 0 0-16,0 0 0 0,0 0-16 0,0 0 0 16,0 0 0-16,2 13 0 0,1-1 368 15,-2 3 64-15,-2-1 0 0,1 2 16 0,1 0-272 0,0-1 0 16,1 0 0-16,2 2 0 0,2 0 0 0,1-1 0 15,0 0-128-15,5-2 128 0,1-4-384 0,3 1 0 16,1-2 16-16,1-1 0 0,2-2 32 0,0 0 0 16,0-5 0-16,0 0 0 0,-1-2 80 0,-1 0 32 15,-1-3 0-15,2-2 0 0,-4 0 224 0,1-2 0 16,-2-1 0-16,3-2 0 0,1 0-208 0,-1-2 0 16,-1-2 0-16,0 2 0 0,-2 0-48 0,-2 0 0 15,-1 0 0-15,-3 3 0 0,-3 2 256 0,-2 1 0 16,-4 1 0-16,1 6 0 0,-8-4 192 0,-1 4 144 15,-2 1 32-15,-2 5 0 0,-2-1 160 0,-2 3 48 16,-1 2 0-16,-1 2 0 0,1-1-208 0,0 3-48 16,1 0 0-16,1 2 0 0,2-3-128 0,2 1-48 15,3-1 0-15,1-1 0 0,3-2-288 0,2 1-64 16,2-1-16-16,4-1 0 16,1-1-352-16,2-2-80 0,1-2-16 0,-1-1 0 15,2 0-80-15,1-3-16 0,0-3 0 0,0 0 0 16,2 2 0-16,-1-5-16 0,1-1 0 0,-1-3 0 15,0 0 240-15,2 1 48 0,1-1 16 0,0-1 0 0,-1 1 224 0,1-3 64 0,0-1 0 0,-1 2 0 16,-2 1 48-16,1 0 16 0,-4 3 0 0,0 1 0 16,-7 7 128-16,0 0 0 0,0 0-144 0,0 0 144 15,-7 4 448-15,1 4 176 0,-1 1 16 0,1 3 16 0,1 1-16 16,1-1-16-16,-1-1 0 0,2 1 0 16,3 1-432-16,1-1-192 0,1-4 160 0,1 1-160 0,4-1 0 0,2-2-160 15,0 1 0-15,3-2 0 0,2-5 160 0,2 0-192 16,1-3 192-16,0 1-192 0,1 1 64 0,0-6 0 15,-1-1 0-15,0-1 0 0,-1-1 128 0,0 0 0 16,-2-1 0-16,-1 0-128 0,-1 0 128 0,1-4 224 16,1 1-48-16,-1-3-16 0,0-4 96 0,1-1 32 15,1-2 0-15,-1 0 0 0,0-4-32 0,1-2 0 16,-1-1 0-16,1-2 0 0,0 0-64 0,1 0 0 16,-3 0-16-16,-1 3 0 0,-3 2 64 0,-3 4 16 15,-1 5 0-15,-2 4 0 0,-3 6 352 0,-3 4 80 16,3 5 16-16,-5 1 0 0,-3 5-32 0,-2 3 0 15,-3 4 0-15,-3 6 0 0,-1 5-432 0,0 4-96 16,-1 2-16-16,-3 8 0 0,3 0 96 0,4-3 16 16,2 0 0-16,2-1 0 15,2-1-1216-15,2-1-240 0,4-4-64 0,2-2 0 16,0 0-1024-16,2-4-192 0,4-1-64 0,0-4-11456 16,5-1-2288-16</inkml:trace>
  <inkml:trace contextRef="#ctx0" brushRef="#br0" timeOffset="44561.75">32539 2719 27647 0,'0'0'2448'0,"-5"-1"-1952"0,-3-2-496 0,1 0 0 16,0 1 5568-16,-1 0 1008 0,-1 2 208 0,0 0 32 0,0 0-4608 0,0 2-928 16,0-1-176-16,-2 2-32 0,-1-1-528 0,1 2-96 15,-2 1-32-15,-2 3 0 0,0 0-288 0,-1 2-128 16,-1 0 128-16,1 1-128 0,1 1 0 0,-1 0 0 15,1-1 0-15,2 1 0 0,-1 1 0 0,3 0 0 16,-1-1 0-16,3-2 0 0,1 0 0 0,2-3 0 16,2 1 0-16,1 0 0 0,2 0-144 0,2 0-16 15,3 0 0-15,2-1 0 0,2-1-160 0,3 0-16 16,0-1-16-16,4 1 0 0,-1 0 112 0,3-1 32 16,1 0 0-16,-1 2 0 0,0-1 80 0,-1-2 128 15,-3-1-208-15,-1 0 80 0,-3 1 128 0,-1-1 0 16,-2 4 0-16,-6-7 0 0,0 0 0 0,1 6 144 15,-2 1 0-15,-1 1 0 0,-4 0 224 0,1 1 32 16,-4-1 16-16,-1-1 0 0,-4 0-192 0,0 1-32 16,-2 1-16-16,1 0 0 0,1-2-176 0,-1-2 0 15,1 3 0-15,1-2 0 16,0-1-512-16,1 1-64 0,2-3-32 0,-1 0 0 16,2-2-992-16,1-1-208 0,8 0-48 0,0 0 0 15,0 0-2752-15,0 0-544 0,-6-14-112 0,11 0-32 0</inkml:trace>
  <inkml:trace contextRef="#ctx0" brushRef="#br0" timeOffset="44762.19">32546 2720 20271 0,'18'-14'1792'0,"-10"7"-1424"0,1-2-368 0,0 0 0 15,-1 0 4848-15,0 2 896 0,-2 2 176 0,-6 5 32 0,0 0-2320 0,7-1-480 16,-7 1-80-16,0 0-32 0,7 4-1408 0,-7-4-288 16,3 6-48-16,0 3-16 0,-2 3-816 0,-1 2-160 15,-1 3-48-15,-2 3 0 0,1 2-256 0,-3 3 128 16,-5-2-128-16,3 1 0 0,0 2 0 0,-1-1 0 15,-1 2 0-15,0 0 0 0,-1-6-272 0,1 1-16 16,1 3 0-16,-1-3 0 16,-2-2-992-16,1-2-192 0,2 0-32 0,-1-2-16 15,1-3-1168-15,0-2-256 0,3-1-32 0,-2-3-17024 0</inkml:trace>
  <inkml:trace contextRef="#ctx0" brushRef="#br0" timeOffset="45228.78">32490 3004 15663 0,'0'-9'688'0,"0"9"144"0,0-5-656 0,0 5-176 16,0 0 0-16,5-5 0 0,-1 0 7056 0,3-1 1392 16,-1 2 256-16,-6 4 64 0,7-3-5792 0,3-1-1168 0,0 2-224 0,4 1-48 15,0-3-704-15,2 0-144 16,0 2-32-16,3-1 0 0,0 3-272 0,0 0-48 0,-1-4-16 0,-1 3 0 31,-3 1-80-31,-1 0-32 0,-2 0 0 0,-2 2 0 0,-9-2-16 0,5 7 0 0,-5-7 0 0,0 10 0 16,-3 1 48-16,-3 2 0 0,-3 1 0 0,-3 0 0 15,-1 2-112-15,-2 0 0 0,0 2-128 0,-1-2 192 16,3-1-128-16,3 0-64 0,1-1 0 0,2-1 0 16,2-3 0-16,2-2 0 0,3 0 0 0,0-8 0 15,2 8 0-15,-2-8-240 0,0 0 80 0,6 4 16 0,2-3 0 0,1-1 0 16,0-1 0-16,2-3 0 0,-1 0 144 16,2-4-192-1,-1 0 192-15,3 1-192 0,-1-5 192 0,0 0 0 0,0-2 0 0,0-2-128 0,0 0 128 0,0 1 0 16,0-1 0-16,0 1 0 0,0-2 0 0,-1 2 0 15,-2 3 0-15,-1 2 0 0,-1 1 0 0,-1 2 0 16,-7 7 0-16,0 0 0 0,0 0 0 0,0 0 0 16,0 0 0-16,0 0 128 0,0 8-128 0,-2 1 144 15,1 2-144-15,-2 2 160 0,-1 0-160 0,0 3 0 16,1 0 0-16,-1 1 0 0,1 0 0 0,0 0 0 16,1 0 0-16,1-1 0 0,1 0 0 0,1-2 0 15,0-1 0-15,2-3 0 0,-1-1 0 0,2-2-320 16,-4-7 48-16,8 7 16 15,0-6-768-15,1 0-128 0,0-2-48 0,2 0 0 16,-1-6-1040-16,2 0-192 0,1 1-64 0</inkml:trace>
  <inkml:trace contextRef="#ctx0" brushRef="#br0" timeOffset="45646.15">33404 2827 6447 0,'0'0'576'15,"0"0"-576"-15,-3-6 0 0,3 6 0 0,0 0 8688 0,0 0 1616 16,-5-3 336-16,5 3 64 0,-5-4-6992 0,5 4-1392 0,-7 1-272 0,-1 3-64 15,1 1-832-15,-1 3-176 0,-1 3-16 0,0 2-16 16,-2 1-512-16,-1 3-112 0,-3 3 0 0,-1 0-16 16,-1 0-176-16,0 0-128 0,0 0 144 0,2 1-144 15,0 0 0-15,2 1 128 0,3 0-128 0,1 2 0 0,2-1 0 0,2 0 0 16,2-3 0-16,3 0 0 16,2-3 0-16,0-1 0 0,2-3 0 0,3-3 0 0,1-2-176 0,1-2 176 15,0 0-160-15,3-4 160 0,2-1-208 0,0-2 48 16,1-1 16-16,0-4 0 0,2 0 144 0,0-2-208 15,-1-1 80-15,1-3 128 0,0-1-144 0,0-1 144 16,-2-2 0-16,1-1 0 0,-2 2-160 0,1-4 160 16,0 1-128-16,1 0 128 0,-2 1 0 0,-1 2-128 15,-2 0 128-15,-4 3 0 0,0 3 0 0,-3 0 0 16,-3 1 0-16,-1 8 0 0,0 0 0 0,-5-4 128 16,-2 3-128-16,0 2 176 0,-1 2-48 0,-1 2-128 15,-3 1 192-15,0 4-64 0,-1 0-128 0,-1 3 0 16,-1 1 144-16,2 2-144 0,0 1 0 0,2 1 0 0,-1 2 0 15,3 1 0-15,2 0 0 0,2-1 0 16,1 3 0-16,4-5 0 0,3 0-288 0,1-1 32 0,1-1 0 0,1-3 0 31,4-2-784-31,0-1-160 0,-1-3-16 0,0 0-16 16,0-2-1264-16,2-5-240 0,-1 0-48 0</inkml:trace>
  <inkml:trace contextRef="#ctx0" brushRef="#br0" timeOffset="45881.51">33084 2986 11055 0,'-17'-5'480'0,"12"4"112"0,0-2-464 0,5 3-128 16,0 0 0-16,0 0 0 0,0 0 9024 0,0 0 1776 0,8 0 352 0,1 0 80 0,3 0-8432 0,2 0-1696 15,4 0-336-15,4 1-64 0,3 1-304 0,3 1-64 16,0-1-16-16,9 0 0 0,-2 0-320 0,-2-1 144 15,-3-1-144-15,-4 1 0 0,-3 1 128 0,-1-1-128 16,-1 0 0-16,-1-1 0 16,-2-1-320-16,0 0-160 0,-1-1-32 0,0 1-16 15,0 0-2560-15,0 1-512 0</inkml:trace>
  <inkml:trace contextRef="#ctx0" brushRef="#br0" timeOffset="52255.47">5399 5089 32703 0,'-17'-9'1456'0,"6"5"288"0,0 1-1392 0,-1-1-352 16,3 1 0-16,0 0 0 0,-1 2 1856 0,3-2 320 16,0 0 48-16,7 3 16 0,0 0 128 0,0 0 16 15,-4-5 16-15,4 5 0 0,0 0-944 0,0 0-192 16,0 0-48-16,9-5 0 0,2-2-544 0,2 2-112 15,2 3-32-15,4-1 0 0,0 0-224 0,3 2-48 0,2 1-16 0,2 0 0 16,3-2-48-16,-6 0-16 0,4 0 0 0,9 2 0 16,3 0-16-16,3 0 0 0,1 1 0 0,0-1 0 15,0-1-160-15,0-3 160 16,2 1-160-16,3 0 160 0,2 1-160 0,1 1 0 0,-2-5 144 16,2 4-144-16,0 0 0 0,-3 0 0 0,-2-2 0 0,-3 1 128 15,-1 2-128-15,-3 0 0 0,-3-1 0 0,-3 1 0 16,-4-2 0-16,-3 2-128 15,-2 1 128-15,-3 0-128 0,-2-1-144 0,-4 0-32 0,-2 1 0 0,-2-3 0 32,-11 3-1088-32,0 0-208 0,0 0-64 0,0 0 0 15,0 0-1056-15,0 0-224 0,0 0-32 0,0 0-10320 0,0 0-2064 0</inkml:trace>
  <inkml:trace contextRef="#ctx0" brushRef="#br0" timeOffset="52605.02">6551 4939 13823 0,'0'0'608'0,"-8"0"128"15,-1 0-592-15,1-3-144 0,1 1 0 0,0 1 0 0,2 1 7152 0,5 0 1392 16,0 0 288-16,0 0 48 0,0 0-5888 0,0 0-1184 15,0 0-224-15,0 0-48 0,0 0-512 0,0 0-112 16,0 0-16-16,0 0 0 0,0 0-352 0,0 0-80 16,0 0-16-16,0 0 0 0,0 0-176 0,0 0-32 15,9 3-16-15,0 0 0 0,-1-3-224 0,4 3 144 16,2 1-144-16,2-3 128 0,-1 0-128 0,1-1 0 16,0 0 0-16,1 0 128 0,-1 1-128 0,3-1 128 15,-1 2-128-15,-1-2 128 0,0-2-128 0,0 2 0 16,-2 2 0-16,0-1 0 0,-2-1 0 0,-4 1 0 15,0 1 0-15,-9-2 0 0,0 0 0 0,0 0 0 16,8 4 0-16,-8-4 0 0,0 0 128 0,0 0 0 0,0 0 0 16,0 0 0-16,-4 6 112 0,-3 1 16 15,-2-2 0-15,0 0 0 0,0 2-256 0,-3-1 0 0,-1-1 0 0,0 2 128 16,-1-1-128-16,0 2 0 0,-1 0 0 0,0-1 0 16,-1-2 0-16,2 3 0 0,-1-2 0 0,2 1 0 15,2-1 0-15,-1-1 0 16,1-1 0-16,2 0 0 0,1 1-256 0,2 1-64 0,2 0 0 0,0-2 0 31,4-4-1312-31,-1 8-272 0,-1 0-48 0,4 2-21792 0</inkml:trace>
  <inkml:trace contextRef="#ctx0" brushRef="#br0" timeOffset="56578.32">8342 4784 16575 0,'0'0'736'0,"0"0"160"0,6-9-720 0,-1-2-176 16,0 1 0-16,0 0 0 0,1-1 4128 0,-3 2 800 15,-1 0 144-15,0 1 48 0,0-2-1696 0,-2 0-336 16,-2 1-64-16,0 2-16 0,-2-3-864 0,-1 3-176 16,-3-3-48-16,0 3 0 0,-1-1-736 0,-2 1-160 15,-2 1-16-15,0-1-16 0,-1-1-416 0,-3 2-96 16,-2-1-16-16,-2 3 0 0,0 2-256 0,-1 1-48 15,1-1-16-15,-1 1 0 0,-3 1-144 0,0 0 0 16,-2 0 144-16,-2 1-144 0,0 2 0 0,1 1 128 16,-2 1-128-16,1-4 0 0,0 2 0 0,2 1 0 15,0 0 0-15,-1 0 0 0,6 0 0 0,1 1 144 16,3 0-144-16,1 1 144 0,0-3-144 0,5 1 0 16,2 0 0-16,1 0-160 0,0 0 160 0,2 0 0 15,7-4 0-15,0 0 0 0,0 0 0 0,1 7 0 0,2 1 0 16,2 0 0-16,2-1 0 0,2-1 0 0,0 2 0 0,5-2 128 15,5 1-128-15,3 0-128 0,4-1 128 0,1 1-192 16,3-2 192-16,0 0 0 0,1 2 0 16,1-1 0-16,0-2 0 0,1 1 0 0,-2 0 0 0,2 1 0 15,-3 0 0-15,-2 1 0 0,0-1 0 0,-3 1 0 16,-3-1 0-16,-3 2 0 0,-2-1 128 0,-4-1-128 16,-4 3 0-16,-1 0 128 0,-3 3-128 0,-2-3 96 15,-4 0-96-15,-2 2 0 0,1 0 0 0,-5 2 0 0,-2 2 0 0,-3 0 0 16,-2 0 0-16,0 0 0 0,-3 1 0 0,-2-2 0 15,2 2 0-15,-4-2 0 0,-1 3 0 0,-1 2 0 16,-1-4 0-16,0 2 0 0,-1-1 0 0,0 2 0 16,-2-2 0-16,-1 2 0 0,1 0 0 0,1-1 0 15,0 0 0-15,1-1 0 0,3-1 0 0,1 1 0 16,3-2 0-16,1-1 0 0,-1-1 0 0,1 0 0 16,2 1 0-16,4-1 0 0,-2-1 0 0,2 1 0 15,2-3 0-15,2 0 0 0,0-1 0 0,0 0 0 16,3-3 0-16,4-5 0 0,-2 8 0 0,-1-1 0 15,3-7 0-15,0 0 0 0,0 0 0 0,0 0 0 16,0 0 0-16,5 6 0 0,3-2 0 0,1 0 0 16,2-3 0-16,0 1 0 0,2-2 0 0,2-2 0 15,3-2 0-15,3 2 0 0,2-1 0 0,3 1 0 16,2 0 0-16,-1 0 0 0,4-2 0 0,1 0 0 16,0-1 0-16,1 1 0 0,1-4 0 0,2 3 0 15,3-1 0-15,2 1 0 0,-2-1 0 0,1-1 0 0,1 1 0 16,-1 0 0-16,-1 1 0 0,-1 0 0 0,-1 0 0 0,-4 2 0 15,-1-1 0-15,-4 4 0 0,-2-1 0 16,-2 0 0-16,-4 1 0 0,-2 0 0 0,-3 1 0 0,-2 0 0 16,-2-1 0-16,-2 2 0 0,-2 0 0 0,-7-2 0 15,0 0 0-15,0 0 0 0,0 0 0 0,0 0 0 16,0 0 0-16,0 0 0 0,0 0 0 0,0 0 0 16,0 0 0-16,0 0 0 0,0 0 0 0,0 0 0 15,0 0 0-15,0 0 0 0,0 0 0 0,0 0 0 0,0 0-320 16,0 0-64-16,0 0-16 0,5-6-16832 15,3 2-3376-15</inkml:trace>
  <inkml:trace contextRef="#ctx0" brushRef="#br0" timeOffset="57614.67">7636 5914 25791 0,'0'0'2304'16,"0"0"-1856"-16,0 0-448 0,-4-4 0 0,0-3 3984 0,0 1 704 15,0 1 144-15,0 0 32 0,-1 0-3328 0,0-1-672 16,-2 4-128-16,2-3-32 0,0 1 544 0,0 1 96 16,-2 2 32-16,-1 1 0 0,-1 1-544 0,-1 4-96 15,-3-1-32-15,0 5 0 0,0 0-112 0,0 6-16 16,0 2-16-16,0 1 0 0,0 3-208 0,0-3-32 0,-1 0-16 0,1-1 0 16,4 3-144-16,3-2-32 15,1 0 0-15,2-5 0 0,2-1-128 0,1 0 0 16,2-4 0-16,4 0 0 0,0-3-144 0,3-1-16 0,0-3 0 0,3-1 0 15,2-1-192-15,1-2-32 16,0 0-16-16,1-3 0 16,1-3-64-16,0-2-16 0,-3 0 0 0,1-1 0 0,-2 0 96 0,0 0 0 15,-2-1 16-15,0 0 0 0,-2-4 176 0,0 4 48 0,-1-4 0 16,-3 4 0-16,-1 0 144 0,0 2 0 0,0 1 0 0,-2 3 0 16,-2 7 128-16,0 0 16 0,0 0 0 0,0 0 0 15,0 0 432-15,0 0 96 0,0 0 16 0,0 0 0 16,-2 6-304-16,-1 3-64 0,1 2-16 0,0 0 0 15,1 0-160-15,0 1-16 0,1-1-128 0,1 1 192 16,2 0-192-16,-1 1 0 0,0-5 0 0,1 1 0 16,3 0 0-16,0 1 0 0,2-2 0 0,-1-1 0 0,-7-7 0 0,7 5-128 15,-7-5 128-15,11 4-160 0,-2-2-64 0,1 1-16 16,1-2 0-16,-1-1 0 0,-1-2-16 0,0-2-16 16,-1-1 0-16,0-1 0 0,0 3 112 0,-2 0 32 15,0-2 0-15,0-2 0 0,1-2 128 0,-1-3 0 16,-1-1 0-16,1 0-128 0,0 0 128 0,-1 0 0 15,1 0 0-15,-1 1 0 0,0-1 0 0,-1 0 0 16,-1 4 0-16,-1 3 0 0,-2 6 0 0,0 0 128 16,0 0 0-16,0 0 0 0,0 0 272 0,0 0 64 15,0 7 16-15,0 5 0 0,-1 1-160 0,0 4-48 16,-1 3 0-16,1 1 0 0,0-2-16 0,-2 1 0 16,0-1 0-16,1 2 0 0,-1 1-256 0,2 0 0 15,0 2 0-15,-1-3 0 0,0 0 128 0,0-2-128 16,1 1 0-16,0-2 0 0,1-1 0 0,0-3 0 15,0 2 0-15,0-6 0 16,1 1-1392-16,0-2-224 0,-1-9-48 0,0 0-16 16,0 0-1792-16,8 3-368 0,1-2-64 0,2-4-14848 0</inkml:trace>
  <inkml:trace contextRef="#ctx0" brushRef="#br0" timeOffset="58179.86">8140 5889 41119 0,'0'0'1824'0,"0"0"368"0,-5 0-1744 0,0 0-448 0,5 0 0 0,-5 0 0 0,-2 2 1456 0,1 2 208 16,-1 0 32-16,-1 2 16 0,1 1-208 0,-3 2-32 16,1 1-16-16,0 3 0 0,1 3-816 0,2-3-176 15,1 1-16-15,-1 2-16 0,1-2-192 0,1 2-48 16,3-4 0-16,1-1 0 0,3 0-192 0,1-2 0 16,1-1 0-16,0-2 0 0,1-1-224 0,2-1-32 15,1-2-16-15,3-2 0 16,0-3-1008-16,1-1-208 0,1-2-48 0,1-2 0 15,-1-1-192-15,2-2-64 0,-1 0 0 0,1-1 0 16,0-1 768-16,-2 0 160 0,-5-2 32 0,1-2 0 16,0 0 176-16,-1 2 32 0,-3-5 16 0,2 1 0 0,-1-1 608 0,-4-1 240 15,1 0-16-15,0 3 0 0,-1 3 672 0,-3 3 128 16,0 0 16-16,-1 3 16 0,-2 2 528 0,-1 2 96 16,4 5 32-16,0 0 0 0,-6 2-192 0,0 1-48 15,1 4 0-15,0 1 0 0,0 2-704 0,1 3-160 16,1 2-32-16,1 0 0 0,-1 2-192 0,0 1-64 15,2 1 0-15,1 0 0 0,1 1-144 0,1-1-48 0,-2 1 0 16,1-3 0-16,2-1-128 0,2-3 0 0,1-2 0 0,2 0 0 16,0-1 0-16,2-2-176 0,2-2 176 15,1-2-192-15,0-2-144 0,1-2-48 0,2-2 0 0,-2 0 0 32,0-2-64-32,-1-1 0 0,0-2-16 0,0-1 0 0,0-1 160 0,0-1 48 0,0-2 0 0,-2 0 0 15,0-1 256-15,-1-1-160 0,-1-2 160 0,-1-1-128 16,-1 0 128-16,1 0 0 0,-3 0 0 0,-1 4 0 15,0 4 0-15,-2 0 0 0,-2 9 0 0,0 0 0 16,-2-6 288-16,2 6 32 0,0 0 16 0,0 0 0 0,-7 5 176 0,1 0 48 16,-1 3 0-16,1 2 0 0,-1 2-352 0,2 2-64 15,1 1-16-15,1-1 0 0,3-2-128 0,0 1 0 16,2-4 0-16,0 1 0 16,2 1-832-16,1-2-128 0,2 0-48 0,2-2 0 15,3-5-1808-15,3 0-352 0,4-5-80 0</inkml:trace>
  <inkml:trace contextRef="#ctx0" brushRef="#br0" timeOffset="58913.55">9387 4933 41055 0,'0'0'1824'0,"0"0"368"0,0 0-1744 0,0 0-448 0,-2 9 0 0,0-3 0 15,-2 1 1920-15,0-1 320 0,-1 2 48 0,0 2 16 16,-1 5-448-16,-1 0-64 0,-4 2-32 0,1 2 0 0,-1-2-928 0,1 0-176 16,-1 0-32-16,1-1-16 0,0 1-352 0,0 0-80 15,3 2-16-15,-3-4 0 0,3-2-160 16,-1-1 0-16,1-3 144 0,1 0-144 0,1-1 144 0,1-1-144 16,0-1 192-16,4-6-48 0,0 0-144 0,0 0 0 15,0 0-160-15,0 0 160 0,0 0 0 0,0 0-128 16,0 0 128-16,0 0 0 0,0 0-176 0,0-6 176 15,1-2-208-15,2-1 80 0,1-7-64 0,-1 0 0 16,4-1 0-16,1-2 0 0,2-2 64 0,1-1 0 16,-1 0 0-16,1 2 0 0,0 2-16 0,0 2 0 15,-1 3 0-15,-1 1 0 0,-2 1 144 0,-3 2 0 16,0 2 0-16,-4 7 0 0,0 0 160 0,0 0 16 16,0 0 0-16,0 0 0 0,0 0 16 0,0 0 16 15,0 0 0-15,9 1 0 0,-9-1-208 0,10 7 144 16,-2 1-144-16,1 0 128 0,0-2-128 0,0 3 0 15,0 0 0-15,2 2 0 0,-1-1 0 0,1 3 0 16,1 0 0-16,1 2 0 0,1-2 0 0,0 1 0 16,2 2 0-16,1-5 0 0,-2 2 0 0,1 0 0 15,-2 0 0-15,1-1 0 0,-2-1 0 0,0-1 0 0,-1-1 0 16,-2 0 128-16,-1-1-128 0,-2 1 0 0,-1-4-192 16,1 1 192-16,-2-1-144 0,-5-5 144 0,0 0 0 0,0 0 0 15,0 0 0-15,0 0-128 0,0 0 128 0,0 0 0 16,0 0 0-16,0 0 0 0,-7 4 0 0,0-2 0 15,-3 0 128-15,1-1 0 0,-2 2-128 0,-2-3 192 0,-2 0-192 16,0 0 0-16,-2 0 0 0,-3 0 0 0,-1 0 0 16,-1 1 0-16,-1 0 0 0,-2 1 0 0,0 1 0 15,-1 0-128-15,0 0 128 0,1-2 0 16,2 0-928-16,3 1-80 0,1 0-16 0,3-2-23744 16</inkml:trace>
  <inkml:trace contextRef="#ctx0" brushRef="#br0" timeOffset="59998.04">9972 4755 30399 0,'0'0'1344'0,"0"0"288"0,-6-2-1312 0,0-1-320 15,6 3 0-15,0 0 0 0,0 0 3520 0,0 0 640 16,-1-6 128-16,1 6 32 0,0 0-2592 0,0 0-528 16,0 0-112-16,0 0 0 0,0 0-384 0,0 0-64 15,0 0 0-15,0 0-16 0,0 0-112 0,7 2-32 16,-1 5 0-16,-1-1 0 0,-1 1-16 0,-1 0 0 16,-1 1 0-16,0 1 0 0,-1 1-240 0,-1 0-48 15,0-2-16-15,-1 1 0 0,-1-1-160 0,4 0 128 16,-2-8-128-16,0 7 128 0,0-7-128 0,0 10 0 15,0-10 0-15,0 0 128 0,0 0-128 0,0 6 128 16,0-6-128-16,0 7 128 0,0-7-128 0,0 7 0 16,0 0 0-16,0 2 0 0,0-1 0 0,0 2 0 15,-2 2 176-15,2 1-176 0,0 0 144 0,0 1-144 16,0 2 128-16,0 0-128 0,0-1 192 0,0 2-64 0,-1 2 0 0,1-4 0 16,1 1-128-16,2 0 0 0,0-2 0 0,-1-1 0 15,0 0 0-15,-1-1 0 0,2-2 0 0,-2-2 0 16,-1-8 0-16,2 8 0 0,-2-8 0 0,0 0-176 31,0 0-784-31,0 0-144 0,0 0-48 0,0 0 0 0,0 0-1072 0,0 0-208 0,0 0-64 0,0 0-18624 16</inkml:trace>
  <inkml:trace contextRef="#ctx0" brushRef="#br0" timeOffset="60514.85">9623 4621 23039 0,'0'0'1024'0,"0"0"192"0,-4-5-960 0,4 5-256 15,2-8 0-15,4 0 0 0,1-1 5616 0,4 0 1072 16,1 0 224-16,2 0 32 0,3 1-4800 0,0 0-960 16,2 1-192-16,5 1-32 0,1-1-128 0,2 3-32 15,0 1 0-15,3 0 0 0,2-1-304 0,2 1-64 16,1 3-16-16,0 0 0 0,-2 3-224 0,-1 2-32 15,-2 3-16-15,-1 4 0 0,-3 3-144 0,-1 4 0 16,-2 2 0-16,-1 2 0 0,-5 3 160 0,-2 3 0 16,-4 1 0-16,0 0 0 0,-5 0 160 0,-2-2 16 15,-2 1 16-15,-1-3 0 0,-4-2-352 0,-1-3 0 16,-2-2 0-16,-5-2 0 0,-3-1 0 0,0-1 0 16,-5-2-128-16,-3-1 128 0,-5-1 0 0,-2-4 0 0,-1-1 0 0,-2 0 176 15,-4-3-176-15,-1 1 0 0,-3 0 144 0,3-2-144 16,-1-2 0-16,1-2 128 0,0-1-128 0,0-1 0 15,1-4 0-15,0-1 0 0,1 0 0 0,5-2 128 16,0-2-128-16,7 0 0 0,3-1 0 0,5-2 0 16,3 1 0-16,4 0 0 0,4 1-144 0,3 1 144 15,1 0 0-15,4 3-144 0,2 0 144 0,5 4 0 0,0-1 0 16,4 4-128-16,0-3 128 0,2 5 0 0,2-2 0 0,0 3 0 16,2 3 0-16,1-2 0 0,-1 2 0 0,0 2 0 15,0 2 0-15,1 2 0 0,0 0 0 0,-1 1 0 16,0 2 0-16,-2-3 0 0,0 0 0 0,-1 3 0 15,-1 0 0-15,-3 0 0 0,0-2 0 0,-1 2 144 16,-1-1-144-16,-3 0 128 0,-2-3-128 0,-1-1-176 16,0 1 48-16,-1-1 0 15,-1-1-784-15,-4-6-160 0,0 0-16 0,5 7-16 16,-5-7-2896-16,0 0-576 0</inkml:trace>
  <inkml:trace contextRef="#ctx0" brushRef="#br0" timeOffset="61831.09">10826 4866 23951 0,'-12'0'2128'0,"6"-3"-1696"15,-3 1-432-15,1 1 0 0,3-2 6336 0,5 3 1200 16,0 0 224-16,0 0 48 0,0 0-5968 0,0 0-1200 16,0 0-256-16,0 0-32 0,0 0 256 0,0 0 48 0,7-1 16 15,3-1 0-15,-1 1-416 0,-1 1-96 16,2-3-16-16,3 2 0 0,1 0-144 0,2 1 0 0,1-1 0 0,1 1 0 31,0 0-368-31,3 0-144 0,1 0-48 0,1-2 0 16,1 4-1440-16,1-2-304 0,0 0-48 0,0 1-12304 15,1 1-2480-15</inkml:trace>
  <inkml:trace contextRef="#ctx0" brushRef="#br0" timeOffset="62014.61">10830 5068 35935 0,'-7'0'3200'0,"1"0"-2560"0,-2-1-512 0,3 0-128 15,5 1 3696-15,0 0 720 0,0 0 128 0,0 0 48 16,0 0-3200-16,0 0-640 0,0 0-128 0,0 0-32 15,0 0-400-15,8-4-64 0,2 0-128 0,3 1 176 16,2-3-176-16,3 0-272 0,5 1 64 0,2 0 16 16,4-2-960-16,3 1-192 0,4-2-48 0,4-1 0 15,3-3-2208-15,4 3-448 0</inkml:trace>
  <inkml:trace contextRef="#ctx0" brushRef="#br0" timeOffset="62364.92">11632 4802 14735 0,'0'0'1312'0,"-7"-1"-1056"15,-2-2-256-15,0 2 0 0,0 0 6848 0,0-1 1328 16,-2 2 256-16,1 2 48 0,-1 0-5728 0,1 2-1136 16,-2 1-224-16,-1 5-48 0,-1-1-64 0,1 4 0 15,-3 2 0-15,1 5 0 0,-2 3-496 0,0 2-96 0,0 1-32 0,1 2 0 16,2-4-208-16,-1 2-64 16,2-1 0-16,3-1 0 0,3-1-384 0,2-2 0 15,4 1 0-15,2-4 0 0,4 1 0 0,5 0 0 16,1-2 0-16,2-4 0 0,3-1-192 0,5 0 16 0,1-5 16 0,3-1 0 15,1-2-48-15,1-2-16 16,5-2 0-16,0-2 0 0,3-4 48 0,1 1 16 16,-3-4 0-16,0 0 0 0,-3-2 16 0,-1 1 0 15,-2-3 0-15,-3 0 0 0,-4-1 144 0,-1-2 0 16,-5-1 0-16,-1 0 0 0,-3 0 0 0,-2 2 0 0,-3-2 0 0,-2 0 176 16,-3-3 16-16,-1 1 0 0,-3-2 0 0,-3 1 0 15,-2-2 16-15,-3 1 16 0,-2-1 0 0,-2 1 0 16,-2-1-224-16,-1 1 0 0,-3 0 0 0,-3 3 0 15,-3 2 0-15,0 1-128 0,-1 0 128 0,-1 2-208 16,1 2-752-16,2-3-128 0,1 5-48 0,2 2-15120 16,1 0-3008-16</inkml:trace>
  <inkml:trace contextRef="#ctx0" brushRef="#br0" timeOffset="63165.74">13018 5073 30399 0,'0'0'1344'0,"0"0"288"0,-6-4-1312 0,6 4-320 0,-5-7 0 0,1 0 0 15,3 2 4720-15,2 1 864 0,4 0 176 0,2 0 48 16,2-1-3776-16,3 0-752 0,4 2-160 0,3-2-32 15,-2 1-448-15,3 1-112 0,4 2-16 0,4-3 0 16,0 4-320-16,4-1-64 0,0 0 0 0,1-3-128 16,-1 2 0-16,0 0 0 0,-1 2 0 0,0-2 0 15,5 0-512-15,-4 3-224 0,-2-1-32 0,-3 0-16 16,-2 1-1520-16,-4 1-320 0,-4-1-48 0,-4 6-11904 16,-2 2-2384-16</inkml:trace>
  <inkml:trace contextRef="#ctx0" brushRef="#br0" timeOffset="63335.12">13121 5244 48671 0,'-16'0'2160'0,"11"0"432"0,5 0-2080 0,0 0-512 15,0 0 0-15,0 0 0 0,0 0 320 0,0 0-64 16,0 0 0-16,8 3 0 0,-8-3 384 0,13 1 64 16,2-1 0-16,2 0 16 0,4-3-544 0,3 2-176 15,-2 1 0-15,4-4 0 0,2-1 0 0,2 0 0 16,3-2 0-16,1 1-192 15,1-1-1408-15,0-1-288 0,1 1-48 0,0-3-12288 16,1 0-2464-16</inkml:trace>
  <inkml:trace contextRef="#ctx0" brushRef="#br0" timeOffset="63633.43">13791 4994 46127 0,'-13'-3'2048'0,"13"3"416"0,-6 0-1968 0,6 0-496 0,0 0 0 0,0 0 0 0,-6-1 736 16,6 1 48-16,0 0 16 0,0 0 0 0,0 0 448 0,0 0 96 15,0 0 0-15,0 0 16 0,0 0-816 0,5 9-160 16,0-1-48-16,5 0 0 0,0-2-192 0,2 1-144 16,2-2 192-16,2 1-192 0,2 4 0 0,1-4 0 15,2 2 0-15,-1 0 0 0,1-2 0 0,0 2 0 16,-2-4 0-16,-1 5 0 0,-1-4-192 0,-2 2 16 16,-4-1 0-16,0 1 0 0,-2-1 176 0,0 1 0 15,-4 1-144-15,-1-2 144 0,-4-6 0 0,2 8 0 16,-1 1 0-16,-2-1 0 0,-3 1 0 0,-2-1 160 15,0 1-32-15,-3-2-128 0,-2-1 256 0,0 2-48 16,-2 1-16-16,0-1 0 0,-3 0-192 0,-1 0 0 16,-1-1-192-16,-2 1 192 15,-1 0-1296-15,0 1-160 0,2-1-16 0,-2 2-21632 0</inkml:trace>
  <inkml:trace contextRef="#ctx0" brushRef="#br0" timeOffset="65200.19">15766 4498 8287 0,'0'0'368'0,"0"0"80"0,4-7-448 0,1-1 0 0,-1-3 0 0,4 2 0 0,-3 3 6208 0,1 0 1168 16,0 0 240-16,-4 1 32 0,1 0-4320 0,-2-1-848 16,-1 2-176-16,0-2-48 0,-1-1-384 0,-2 1-80 15,-1-1 0-15,-2 0-16 0,-3-1-672 0,-2 1-128 16,0 1-16-16,-2 0-16 0,-2 1-384 0,0 1-80 15,-2 2-16-15,-4 0 0 0,-4 0-272 0,-1 2-48 16,-2 0-16-16,-1 2 0 0,-4 0-128 0,-1 3 0 16,-1 1 0-16,0 1 0 0,-2 3 0 0,1-3 0 15,-1 1 0-15,2 1 0 0,1 0 0 0,0 1 0 16,2-2 0-16,0 1 0 0,4-1 0 0,1 0 0 16,4-1 0-16,3 0 0 0,4 0 0 0,4-1 0 15,1 0 0-15,5-1 0 0,1-1 0 0,5-4 0 16,1 8 0-16,4-2 0 0,3 1-128 0,5-2 128 15,4 0-160-15,2 0 160 0,4 0-128 0,1-3 128 16,4 0 0-16,4 1-144 0,5 0 144 0,3 0 0 16,3-1 0-16,3 0 0 0,1 2 0 0,-1-1 0 0,-3 1 0 0,-3 0 0 15,-1 1 0-15,-5 1-128 0,-5 1 128 16,-5-1 0-16,-1 4 0 0,-5-3 0 0,-4 1 0 0,-3 1-128 16,-5 2 128-16,-2 1 0 0,-4 1 0 0,-1 0 0 15,-6 1 0-15,-3-1 176 0,-5 1-176 0,-4 3 192 16,-5 3-64-16,-2 2-128 0,-4-2 192 0,-4 3-64 15,1-2 32-15,-4 1 0 0,-1-1 0 0,-1 0 0 16,0 1 32-16,0 0 16 0,0-1 0 0,2 0 0 16,3-3-16-16,2 0-16 0,-1-2 0 0,3 0 0 15,3-1-176-15,2 0 192 0,2-6-192 0,2 1 192 16,3 1-192-16,3-2 0 0,2 1 0 0,4-2 128 0,2-2-128 0,4 0 0 16,3-6 0-16,0 6 0 0,0-6 0 0,5 8 0 15,1-1 0-15,3-4 0 0,2 1 0 0,3-1 0 16,2-2 0-16,3-1 0 0,5-2 0 0,3-2 0 15,3-3 0-15,4 1 0 0,3-2 0 0,4-1 0 16,4-3 0-16,4 2 0 0,3 0 0 0,3 1 0 16,0 0 0-16,-2 1 0 0,-1 2 0 0,1 1 0 15,-3-1 0-15,3 3 0 0,-3-1 0 0,0 1 0 16,-4 0 0-16,-1 3 0 0,-2 2 0 0,-4 0 0 16,-2 1 0-16,-4-2 0 0,-3-1-224 0,-6 0 32 15,-2 2 0-15,-2-1 0 16,-4 0-960-16,-3 3-176 0,-3-1-32 0,-2 1-16 15,-3-2-1888-15,-5-2-368 0,3 7-80 0</inkml:trace>
  <inkml:trace contextRef="#ctx0" brushRef="#br0" timeOffset="66084.67">14834 5702 39391 0,'0'0'1744'0,"0"0"368"0,5-5-1696 0,-5 5-416 16,0 0 0-16,0 0 0 0,0 0 1184 0,0 0 160 15,0 0 16-15,0 0 16 0,0 0 720 0,0 0 144 16,0 0 16-16,0 0 16 0,0 0-1360 0,0 0-272 16,0 0-48-16,0 0-16 0,0 0-256 0,-3 6-48 15,3-6-16-15,0 0 0 0,0 0-256 0,0 0 160 16,0 0-160-16,0 0 128 0,0 0-128 0,0 0 0 0,0 0 0 0,0 0-176 16,-6 0-16-16,6 0-16 0,-7-4 0 0,1 2 0 15,-1-1 32-15,1 0 16 0,-1 1 0 0,-1-1 0 16,-1-1 160-16,0 2 0 15,0 0-144-15,0 4 144 0,-2-1 0 0,1 3 0 0,-4 2 0 0,1 0 0 16,-2 3 176-16,1 2 0 0,0 2 0 0,-1 3 0 16,1 2-16-16,2 3 0 0,-2-1 0 0,1-1 0 15,2 1 0-15,5-1 0 0,1 1 0 0,2-3 0 16,2 0-160-16,3-3 192 0,4 2-192 0,0-3 192 16,2-3-192-16,2-1 0 0,2-2 0 0,2-1 0 15,2 0-368-15,1-1 0 0,3-4 0 0,0-1 0 16,3-1-48-1,0-6-16-15,-1 1 0 0,2-1 0 0,-1 1 48 0,1-2 16 0,-4-1 0 0,1-4 0 16,-1 0 80-16,-1 0 16 0,-2-2 0 0,0 1 0 16,2-2 16-16,-5 1 16 0,-2-1 0 0,-2-1 0 15,-1 0 240-15,-1 2 0 0,-1 2 0 0,-2 1 0 0,-1 3 0 0,-2 1 0 16,-2 0 0-16,0 8 160 0,0 0 336 0,0 0 64 16,0 0 16-16,0 0 0 0,-6-1-48 0,1 2 0 15,-1 4 0-15,2 2 0 0,1-1-240 0,-1 5-48 16,0 0-16-16,1 0 0 0,2-1-224 0,1-1 144 15,0 3-144-15,1-1 128 0,2-1-128 0,1-1 0 16,1 0 0-16,1-1 0 0,1 0 0 0,1-2 0 16,0 1 0-16,1-3-176 0,1 0-16 0,2-3 0 15,-2-1 0-15,1-1 0 0,-1 0-64 0,-1-1 0 16,-1 0-16-16,0-2 0 0,-2-2 48 0,3 0 16 16,-1-2 0-16,0 0 0 0,-1-3 32 0,0 0 16 0,1-1 0 15,0-1 0-15,-1 0 160 0,0-2-192 16,3 0 192-16,-3 2-192 0,0 2 192 0,-1 0 0 0,1 3 0 15,-3 3 0-15,-4 5 192 0,0 0 64 0,0 0 0 0,0 0 16 16,0 0 240-16,0 0 64 0,-1 9 0 0,1 4 0 16,0 0-240-16,-2 2-32 15,1 3-16-15,-2 1 0 0,-1 2-144 0,2 1-16 0,-1 2-128 0,1-1 192 16,-1 0-192-16,2-3 0 0,1 0 0 0,0 1 0 16,0-5 0-16,1 0-160 0,0 1 0 0,2-5 0 31,0 0-1264-31,2-6-256 0,0 1-48 0,-5-7-16 0,6 6-1472 0,-6-6-304 15,11 0-48-15,-1 0-14832 0</inkml:trace>
  <inkml:trace contextRef="#ctx0" brushRef="#br0" timeOffset="66654.71">15538 5682 21183 0,'0'0'944'0,"-3"-6"192"0,3 6-912 0,-5-4-224 16,5 4 0-16,-5-4 0 0,-1-1 5936 0,1 2 1136 15,0 2 224-15,0 1 64 0,-2 2-4656 0,-1 2-912 16,1 3-192-16,-1-1-48 0,0 3-832 0,0 3-160 15,-1 1-48-15,1 3 0 0,0-2-192 0,2 3-64 16,-1-1 0-16,3-2 0 0,1-1-96 0,1 0-32 16,1-1 0-16,2 0 0 0,1-3-128 0,1 0 0 15,3-1 0-15,0-2 0 0,2 1-208 0,2-3 16 16,3-2 16-16,2 1 0 0,-1-6-144 0,2 2-16 16,1-2-16-16,1-3 0 0,-1-1-32 0,1 1 0 15,-1-2 0-15,1-1 0 0,-2-2 32 0,0 0 0 0,-2-2 0 0,2-2 0 16,-3 0 128-16,-2 0 32 0,1-4 0 0,-1 2 0 15,-2-4 192-15,-1 3 0 0,-2 1 0 0,-1 2-144 16,-1 4 144-16,-1 2 0 16,-1 1 0-16,-2 8 128 0,0 0 304 0,0 0 64 15,0 0 16-15,0 0 0 0,-6 1 80 0,-1 4 32 0,0 3 0 16,0 1 0-16,1 2-304 0,-1 0-64 0,0 4-16 0,2 2 0 16,0 1-112-16,1 0 0 0,2 0-128 15,0-1 192-15,2 0-192 0,3-2 0 0,-1-1 0 0,2 0 0 16,3-1 0-16,1 0 0 0,2-1 0 0,2 0 0 15,0-6 0-15,-1 1-128 16,4-2-16-16,0 0 0 0,2-5-80 0,-1 0-16 0,2-2 0 0,-1-2 0 16,0-1 32-16,-1-1 0 0,-1 0 0 0,1-1 0 15,-2-2 64-15,1 0 16 0,-2 0 0 0,-2-3 0 16,2-2 128-16,-1-2 0 0,-1 1-144 0,-2-1 144 0,-1 0 0 0,-2 3-144 16,-1 0 144-16,-1 3 0 0,-2-1 0 0,-2 4 0 15,-3 0 0-15,-4 3 0 0,1 3 256 0,-1 2 64 16,1 2 16-16,-2 2 0 0,0 0 64 0,2 4 16 15,-1 0 0-15,1 2 0 0,0 1-176 0,3 1-48 16,0 0 0-16,2 0 0 0,1-2-192 0,1 0 0 16,0-1 0-16,3 1 0 0,0-2 0 0,3 0 0 15,2 0-176-15,2-1 176 16,1-2-1152-16,3-2-128 0,0-1 0 0,2 1-16 16,3-4-1968-16,1 0-384 0,1-3-64 0</inkml:trace>
  <inkml:trace contextRef="#ctx0" brushRef="#br0" timeOffset="67752">16809 4730 36799 0,'0'0'1632'0,"2"-9"336"0,-2 0-1584 0,2 0-384 15,0 3 0-15,1-2 0 0,-2-1 1520 0,1 2 208 16,-2 7 64-16,0 0 0 0,0 0 432 0,0 0 80 15,0 0 32-15,0 0 0 0,0 0-1088 0,0 11-224 16,0 0-32-16,-2 4-16 0,0 0-400 0,-2 4-96 16,0-3-16-16,-1 4 0 0,-2 0-176 0,3-1-32 15,0-2-16-15,0 0 0 0,2-3-112 0,-1 1 0 16,1-1-128-16,-1-5 192 0,2-2-192 0,1-7 0 16,0 0 0-16,0 0 0 0,0 0 0 0,0 0 0 15,0 0 0-15,0 0 0 0,0 0 0 0,0 0 0 16,0 0-208-16,0 0 64 0,0 0-80 0,4-8-16 15,1-3 0-15,-1 0 0 0,0-2-16 0,1-2 0 16,0 0 0-16,0-1 0 0,2-4 48 0,1 4 0 16,-1-5 0-16,1 1 0 0,0 2 208 0,0 2-192 15,-2 2 192-15,1 2-192 0,-2 3 192 0,0 3 0 16,1 0 0-16,-6 6 0 0,0 0 160 0,0 0 32 16,0 0 0-16,9 6 0 0,-9-6 32 0,9 6 16 15,1 3 0-15,2 2 0 0,0-1-112 0,-3 0 0 0,4 3-128 0,0-2 192 16,1 2-192-16,1 0 0 0,-1 0 0 0,2 0 0 15,0 0 128-15,1-1-128 0,0 0 0 0,0-3 144 16,-1 2-144-16,-2 0 0 0,-1-1-160 0,-2-1 160 16,-2 1-160-16,-1-4 160 0,-3 1-160 0,-5-7 160 15,0 0 0-15,3 6 0 0,-3 1-128 0,0-7 128 16,0 0 0-16,-7 2 0 0,-2 0 0 0,-2 0 0 0,-3 2 0 16,-1-1 0-16,-5 1 0 0,-1-2 0 0,-1-1 0 15,-3 2 0-15,-2 1 0 0,-2 1 0 16,-1-1 0-16,0 3 0 0,0-2 0 0,1 0 0 0,3-1-192 0,2 0-64 15,1 1 0-15,4-2 0 16,2-1-1104-16,5 1-240 0,4-2-32 0,8-1-16 16,0 0-2368-16,0 0-464 0,11-1-112 0,4-2-12864 0</inkml:trace>
  <inkml:trace contextRef="#ctx0" brushRef="#br0" timeOffset="68218.77">17583 4530 11055 0,'0'-12'480'0,"0"12"112"0,-1-5-464 0,0 0-128 0,1-2 0 0,0 7 0 16,0 0 8080-16,0 0 1600 0,0 0 320 0,0 0 64 15,0 0-6480-15,-4 5-1312 0,-1 2-256 0,-1 3-48 16,0 6-1024-16,-2 3-208 16,1 4-32-16,0 1-16 0,-3 5-288 0,3 1-48 15,-1 0-16-15,3 0 0 0,1 1-144 0,4 1-16 0,0-1-16 0,4-1 0 16,1 0-160-16,4-2 0 0,1-1 0 0,3-5 0 15,2-4 0-15,-1-2 0 0,2-3 0 16,1-3 0-16,0-2-224 0,1-3 80 0,0-2 16 0,0-2 0 16,-1-2-160-16,0-2-32 0,-1-1 0 0,2-2 0 15,-2-3 80-15,-1-2 16 0,0-1 0 0,-1-1 0 16,-2-4 224-16,-2-1-144 0,1-3 144 0,-1 0-128 16,2-3 128-16,-2-2 0 0,-1 0 0 0,1 1 0 0,-1-1 0 15,-3 1 0-15,1 0 0 0,-1 3 0 0,0-1 0 0,-1 3 128 16,-1 3-128-16,-3 4 128 0,0 1 64 0,1 3 0 15,-2 1 16-15,0 8 0 0,0 0-16 0,0 0 0 16,0 0 0-16,0 0 0 0,0 0-64 0,-2 8 0 16,0 3-128-16,0 2 192 0,1 1-192 0,0 3 0 15,-1 1 0-15,1 3 0 0,0 2 0 0,1 1 0 16,0-1 0-16,1 1 0 0,0-2 0 0,1 0 0 16,0-1 0-16,1 0 0 0,0-2 0 0,0 1-128 15,1-4 128-15,2-3-208 16,-1-4-864-16,0-1-160 0,0-2-48 0,0-2 0 15,-5-4-1056-15,0 0-224 0,0 0-32 0,0 0-11520 16,0 0-2304-16</inkml:trace>
  <inkml:trace contextRef="#ctx0" brushRef="#br0" timeOffset="68437.73">17324 4419 51887 0,'0'0'2304'0,"0"0"464"0,0 0-2208 0,0 0-560 0,0 0 0 0,0 0 0 16,0 0 576-16,0 0 0 0,0 0 0 0,13 0 0 15,2-3 128-15,4 2 16 0,0-3 16 0,5 1 0 16,2 2-592-16,3-1-144 0,2 0 0 0,3 0 0 16,0-2-592-16,1-1-160 0,1-1-16 0,-1 2-16 15,1 0-1520-15,-2 1-288 0,-3 0-64 0,-1 0-18592 16</inkml:trace>
  <inkml:trace contextRef="#ctx0" brushRef="#br0" timeOffset="68620.07">17998 4405 39615 0,'0'0'3520'0,"0"0"-2816"16,0 0-560-16,0 0-144 0,0 0 1808 0,8 0 336 16,-1 0 64-16,3 0 16 0,-1 0-656 0,2 0-128 15,2 0-32-15,2-2 0 0,-1-2-704 0,4 0-160 16,1-1-32-16,0 1 0 0,2 3-336 0,1-2-176 15,0 3 160-15,2-4-160 16,1-1-384-16,-2 0-160 0,-1 0-32 0,0 1-16 16,-1 1-2560-16,-1 2-512 0,-2 1-112 0</inkml:trace>
  <inkml:trace contextRef="#ctx0" brushRef="#br0" timeOffset="69075.02">18708 4659 21183 0,'-5'1'1888'0,"1"0"-1504"16,-1-3-384-16,0 0 0 0,5 2 6496 0,0 0 1232 16,0 0 240-16,0 0 48 0,0 0-5232 0,0 0-1056 0,0 0-192 0,0 0-64 15,0 0-784-15,10-7-176 0,1 3-16 0,3 0-16 16,-1 1-480-16,4 2 0 16,0 0 0-16,1 1 0 0,2-3 0 0,1 0 0 15,-1 1 0-15,1 0 0 16,0 2-832-16,-1-2-224 0,-1 1-32 0,-2 1-16 15,-4 0-2384-15,-1 3-480 0,-2 1-80 0</inkml:trace>
  <inkml:trace contextRef="#ctx0" brushRef="#br0" timeOffset="69236.3">18686 4800 23951 0,'-15'5'1056'0,"8"-3"224"0,1 1-1024 16,0 0-256-16,6-3 0 0,0 0 0 0,0 0 5728 0,0 0 1088 0,0 0 224 0,0 0 32 15,9 4-5056-15,4-3-1008 0,3 0-208 0,2 0-32 16,3-2-560-16,4 0-208 0,2 1 176 0,2-1-176 15,1-3-128-15,1 1-128 0,-1-1-32 0,3 0 0 16,1-1-1920-16,2 0-384 0,-1 0-80 0,2-2-10960 16,1 0-2176-16</inkml:trace>
  <inkml:trace contextRef="#ctx0" brushRef="#br0" timeOffset="69606.78">19513 4622 30063 0,'0'0'1328'0,"5"-6"272"0,0-1-1280 0,-2 1-320 15,1-2 0-15,-2-1 0 0,1 1 2896 0,-3 1 512 16,0 7 112-16,0-5 0 0,0 5-816 0,-1-4-160 15,1 4-48-15,-6-2 0 0,-1 0-960 0,-3 4-208 16,0 0-48-16,-2 2 0 0,-1 5-592 0,-2 3-128 16,-4 2-32-16,0 3 0 0,-2 2-272 0,-1 1-48 0,-2-1-16 0,1 2 0 15,2-1-128-15,3 1-64 0,2 1 0 0,3 1 0 16,3-3 0-16,3 1 0 16,3 0 0-16,4 0 0 0,4-1 0 0,4-2 0 0,5 0 0 0,4-1 0 15,1-4 0-15,7-1 0 0,4 0 0 0,2-3 0 16,1 0 0-16,2-1 0 0,2-2 0 0,0-2 0 15,1-1 0-15,0-2 0 0,1-1 0 16,0-1 0-16,0-2 0 0,-2-3 0 0,0-2 0 0,-5 0 0 16,-3-3-192-16,-1 1 64 0,-4-4 128 0,-2-1-208 15,-5-2 208-15,-5 0 0 0,-2-2 0 0,-5-1-144 16,-4 2 144-16,-2-1 128 0,-6-1-128 0,-3-3 176 16,-2-1-176-16,-5 2 160 0,-4-3-160 0,-4 0 160 15,-4 1-112-15,-1 0-48 0,-2 2 0 0,3-2 0 16,1 6 0-16,5 3 0 0,1 0 0 0,4 4 0 0,2-1-192 15,1 1 0-15,1 2 16 0,2 3 0 16,2 2-864-16,2 0-176 0,1 0-48 0,0 4-15248 16,3 4-3040-16</inkml:trace>
  <inkml:trace contextRef="#ctx0" brushRef="#br0" timeOffset="74746.91">20594 5272 27647 0,'0'0'1216'0,"0"0"256"0,0 0-1168 0,0 0-304 16,0 0 0-16,0 0 0 0,0 0 3120 0,0 0 560 15,5 5 112-15,-1 3 32 0,-3 1-1984 0,-2 4-400 16,-2 4-80-16,-1 2-16 0,0 5-592 0,-1-3-128 15,0 2-32-15,-2 0 0 0,1 1-592 0,-1-2 0 16,1-1-144-16,0-1 144 16,5-2-3520-16,-1-1-592 0,-2 14-112 0,8-15-32 0</inkml:trace>
  <inkml:trace contextRef="#ctx0" brushRef="#br0" timeOffset="75620.23">22157 4549 26719 0,'6'-11'1184'0,"-3"5"240"0,-1 1-1136 0,1 0-288 15,0-4 0-15,-1 1 0 0,1-1 3712 0,-1 1 672 16,-2 1 144-16,0-2 16 0,-2 2-2016 0,-1-1-416 16,-1-1-64-16,-1 2-32 0,-1 1-720 0,-2-1-144 15,-1 2-16-15,-3-2-16 0,-1 3-448 0,-1 0-96 16,-2 1 0-16,-1 0-16 0,-1 0-176 0,-3 1-16 16,-3 2-16-16,0 1 0 0,-2-1-208 0,-4 3-144 15,1 1 192-15,-2 1-192 0,-2 1 128 0,0-1-128 16,1 3 0-16,0 0 0 0,4-1 128 0,2-1-128 15,2 1 0-15,2-1 0 0,1 1 0 0,2-1 0 16,2-1 0-16,2 1 0 0,4-1 0 0,2-1 0 0,2 0 0 16,7-4 0-16,0 0 0 0,0 0 0 15,0 0 0-15,0 0 0 0,5 5 0 0,4 1-144 16,2-3 144-16,1 1-128 0,1 0 128 0,2 1 0 0,3-1 0 16,3 0-128-16,0-1 128 0,4-2 0 0,2 1 0 0,3 2 0 15,2 0 0-15,-1 1 0 0,0 1 0 16,0 0 0-16,-2 1 0 0,-3 1 0 0,-2-2 0 0,-6 3 0 15,-2 0 0-15,-3 2 0 0,-4 0 0 0,-3 0 0 16,-2 2 0-16,-4 0 0 0,-2 1 0 0,-6 2 0 16,-5 1 0-16,-3 2 0 0,-2 1 0 0,-3-2 176 0,-3 3-48 0,-2 0 0 15,-2-1 0-15,-2 0 0 0,-3 3-128 16,-1 0 192-16,0-3-192 0,-1 0 192 0,-1 0-192 16,0-3 0-16,-4-1 0 0,2 1 128 0,0-3-128 0,3 0 0 15,1 1 0-15,6-2 112 0,-1-2-112 0,4 1 0 16,4-3 0-16,4 2 0 0,6-4 0 0,2 3 0 15,1-7 0-15,8-3 0 0,0 0 0 0,0 0 0 16,0 0 0-16,10 6 0 0,4-2 0 0,3-2 0 16,4 0 0-16,3-2 0 0,3-2 0 0,3 1 0 15,1 0 0-15,3-3 0 0,3-3 0 0,3-1 0 16,6 1 0-16,2-3 0 0,4 3 0 0,3-4 0 16,2 2 0-16,-1 0 0 0,-2 1 0 0,-1-1 0 15,-2 1 0-15,0 2 0 0,-1-1 0 0,-4 2 0 16,-4 4 0-16,-1-3 0 0,-4 1 0 0,-4 0 0 0,-3 2 0 0,-4 1 0 15,-4 0-304-15,-5 0-48 16,-1 0-16-16,-4 0 0 16,-5-1-720-16,-7 1-128 0,0 0-48 0,0 0-15056 15,0 0-3024-15</inkml:trace>
  <inkml:trace contextRef="#ctx0" brushRef="#br0" timeOffset="76767.98">21391 5592 13823 0,'0'0'608'0,"0"0"128"0,0 0-592 0,0 0-144 0,0 0 0 0,0 0 0 0,0 0 1792 0,0 0 336 16,0 0 64-16,0 0 16 0,0 0-1056 0,0 0-224 15,0 0-32-15,0 0-16 0,0 0 336 0,0 0 64 16,0 0 0-16,0 0 16 0,6-6 1296 0,-6 6 256 16,0 0 48-16,0 0 16 0,0 0-672 0,1-7-128 15,-1 7-16-15,-4-5-16 0,-1 1-560 0,0 3-112 16,-2 1-32-16,1 0 0 0,-4 0-448 0,0 0-96 16,0 2 0-16,-2 2-16 0,-3 3-256 0,1 1-48 15,-2 1-16-15,1 4 0 0,-1-1-304 0,1 1-48 16,-1 1-16-16,2 2 0 0,-1 2-128 0,2 0 160 15,0 0-160-15,3-3 160 0,2 0-160 0,3-2 0 16,1-1 0-16,4 0 0 0,2-3 0 0,5-1 0 16,2-2 0-16,3-1 0 0,-1-1-240 0,3-1 32 15,2-2 0-15,4-1 0 0,1-2-48 0,1-1-16 0,0-2 0 0,0 0 0 16,1-2-48-16,-3-1 0 0,1-1 0 0,-1-1 0 16,-2-1 0-16,-1 2 0 0,-1-3 0 0,-1 1 0 15,-2-2 176-15,-1 0 144 0,-3-2-208 0,0 4 80 16,0 3 128-16,-3-1 0 0,-4 1 0 0,-2 8 0 15,0 0 128-15,0 0 16 0,0 0 0 16,0 0 0-16,0 0 592 0,0 0 112 0,0 0 32 16,-8 0 0-16,2 2-688 0,-1 2-192 0,2 3 0 15,0-1 0-15,0 1 0 0,1 1 0 0,1 0 0 0,2 1 0 16,1 1 0-16,0-1-288 0,0 0 48 0,1-1 16 16,2 1 96-16,1-2 128 0,0-1-208 0,1 1 80 15,1-2-192-15,2 0-48 0,1-1 0 0,1 0 0 0,-1 1 224 16,0-3 144-16,-1 0-192 0,-1 1 192 15,1-3-480-15,0 0 16 16,-8 0 0-16,9-3 0 0,0 1 224 0,2-2 48 0,-2-3 16 0,1-1 0 0,-2-1 32 0,3-1 0 16,0-3 0-16,2-2 0 0,-1 0 144 0,0-1-128 15,-2 2 128-15,1-3-128 0,-4 3 128 0,3 2 0 16,-4 0 0-16,1 4 0 0,-5 2 0 0,-2 6 176 16,0 0-48-16,0 0 0 0,0 0 432 0,0 0 80 15,0 0 0-15,-4 6 16 0,-1 5 176 16,0 2 16-16,0 2 16 0,-2 5 0 0,-1 3-864 0,1 2 0 15,-3 1-208-15,3 0 32 0,-1 0 176 0,3 0 176 0,-2 0-48 16,2-1 0-16,1-1-128 0,1-2-192 16,3-1 32-16,0-3 16 15,2-4-1328-15,0-1-272 0,1-5-48 0,2 0-16 16,2-1-3088-16,0-4-608 0</inkml:trace>
  <inkml:trace contextRef="#ctx0" brushRef="#br0" timeOffset="77302.84">22050 5586 21183 0,'-7'2'1888'0,"-2"0"-1504"0,-3-2-384 0,2 2 0 15,0 1 6464-15,-4 2 1232 0,1 3 240 0,-1 1 64 16,-2 0-5552-16,1 3-1104 0,-2 1-208 0,1 3-48 16,2-1-496-16,0 3-80 0,1 1-32 0,1-1 0 15,3-1-32-15,1-1 0 0,4-2 0 0,3 0 0 16,1-1-768-16,4-1-144 0,1-2-48 0,1-2 0 15,3-1-128-15,3-3-48 0,1-3 0 0,2-1 0 16,-1-1-256-16,3-2-48 0,2-2-16 0,1 0 0 16,-2-2 48-16,0-2 0 0,1-3 0 0,-1-1 0 0,-1 0 528 0,0-1 112 15,0-2 32-15,0-1 0 0,-6-4 288 0,2 1 0 16,1-1 0-16,-1-1 0 0,-2-1 0 0,0 4 192 16,-3-1-48-16,-1 3-16 0,-1 4 272 0,-3 4 48 15,-1 1 16-15,-2 8 0 0,0 0 608 0,0 0 112 16,0 0 32-16,-7-1 0 0,2 2-192 0,-3 3-16 15,0 3-16-15,1 3 0 0,-1 1-576 0,0 4-112 16,-1 1-32-16,0 1 0 0,1 0-144 0,1-3-128 16,2 2 144-16,1-1-144 0,0 1 0 0,3 0 0 15,1-1 0-15,3 0 0 0,-1-4-160 0,3 0-128 16,2-2-32-16,1-1 0 16,0-2-176-16,-1-2-32 0,3-1-16 0,-1-2 0 15,1-2 32-15,1-2 16 0,0-1 0 0,2-1 0 0,3-3 208 0,-2-1 32 0,-3-3 16 0,2-1 0 16,1-1 240-16,-1-2-144 0,1 1 144 15,1-2-128-15,-2 0 128 0,-1 3 0 0,-5 2 0 16,1 1 0-16,-3 4 0 0,-5 7 128 0,0 0-128 0,0 0 128 16,0 0 448-16,-7 1 80 0,-3 4 32 0,0 4 0 0,-3 3-128 15,1 2-32-15,1 3 0 0,3 0 0 16,3-1-400-16,1-3-128 0,2 1 0 0,1-2 0 16,1-2-384-16,1-2-192 0,5-1-48 15,3-1 0-15,2-3-2176 0,5-3-432 0,2-4-96 0</inkml:trace>
  <inkml:trace contextRef="#ctx0" brushRef="#br0" timeOffset="77931.67">23144 4491 36863 0,'0'0'1632'0,"0"0"336"0,0 0-1584 0,0 0-384 15,0 0 0-15,0 0 0 0,0 0 2896 0,-6 7 496 16,0 0 112-16,-2 5 16 0,-2 3-1648 0,-2 2-320 16,-4 3-64-16,-2 3-16 0,-2 6-784 0,0-2-176 0,-3 1-16 0,3-1-16 15,0 0-160-15,3-3-48 0,0-1 0 0,3 0 0 16,2-4-144-16,2-2-128 0,0-3 144 0,4-2-144 15,1-3 0-15,1-4 0 0,4-5 0 0,0 0 0 16,0 0 0-16,0 0-288 0,0 0 64 0,0 0 16 16,0 0-192-16,8-6-48 0,-1-3 0 0,3-2 0 15,0-2 80-15,2-1 16 0,1-3 0 0,0-1 0 16,1-3 160-16,1 1 16 0,-1-2 16 0,0 0 0 0,-1-1 160 0,2 2 0 16,-4 1-144-16,1 3 144 0,-2 3 0 0,0 2 0 15,-3 3 0-15,-1 3 0 0,-2 0 432 0,-3 2 0 16,-1 4 0-16,0 0 0 0,0 0 32 0,0 0 16 15,0 0 0-15,0 0 0 0,0 0-256 0,0 0-48 16,8 7-16-16,-2 1 0 0,-1 0-160 0,2 1 0 16,-1 0 144-16,2 1-144 0,-1 2 0 0,1 0 0 15,-1 1 0-15,3 0 0 0,-1 0 0 0,0 2 0 16,-1 1 0-16,-1-2 0 0,1 1 0 0,1-1 0 16,-2 0 0-16,-2 1 0 0,0-1-144 0,1 1 144 15,-4-2-160-15,2-3 160 0,-3 3-176 0,1-4 176 16,-2 0-192-16,-2 0 192 0,1 1 0 0,0-4-128 15,1-6 128-15,-4 7 0 0,-1-4 0 0,-1 3 0 16,-1-1 0-16,-3 1 0 0,-1-3 0 0,-2 0 0 16,-2 1 0-16,-3-1 0 0,-3 1 128 0,-2 2-128 15,-3-3 0-15,-2 1 144 0,0-2-144 0,-2-1 0 16,-2 0 0-16,2 1 128 0,3 3-128 0,1-3-144 0,1 1 144 0,4-3-208 31,6 0-1008-31,2 0-192 0,2 0-32 0,5 0-14512 0,6 0-2912 16</inkml:trace>
  <inkml:trace contextRef="#ctx0" brushRef="#br0" timeOffset="78248.75">23625 4309 30399 0,'0'0'1344'0,"-6"2"288"0,0-1-1312 0,6-1-320 16,0 0 0-16,0 0 0 0,0 0 4288 0,0 9 800 15,0 0 160-15,0 3 16 0,1 2-3424 0,1 3-688 16,-1 3-144-16,0 1-32 0,0 1-464 0,-1 1-80 16,2 2-32-16,-1 2 0 0,2 3-208 0,-1 2-64 15,1 2 0-15,1-3 0 0,-3-1-128 0,0-1 0 16,1-2 144-16,-1-1-144 0,0-3 0 0,-1-2 0 15,-1 2 0-15,0-8 128 0,1-2-368 0,-2-2-64 16,1-4-16-16,0 1 0 16,-2-1-1344-16,3-7-288 0,0 0-48 0,0 0-16 15,0 0-2320-15,0 0-464 0</inkml:trace>
  <inkml:trace contextRef="#ctx0" brushRef="#br0" timeOffset="78599.25">23357 4268 21183 0,'0'0'944'0,"-6"0"192"0,-1-2-912 0,7 2-224 0,0 0 0 0,0 0 0 15,0 0 6080-15,0 0 1184 0,0 0 224 0,0 0 64 16,8 2-5312-16,1-1-1072 0,0 3-208 0,3-3-32 16,4 4-288-16,3-1-64 0,2 2-16 0,7-1 0 0,2 1-160 0,2 1-16 15,2-1-16-15,1 1 0 0,-1-1-192 0,0 1-48 16,-3-1 0-16,2 1 0 0,-2-3-128 0,-1 2 0 15,-1 1 0-15,-3 1 128 16,-5 3-128-16,-3-3 0 0,-2 1 0 0,-5 0 0 0,0-1 0 16,-5 1 0-16,-2 1 0 0,-2 0 0 0,-6 2 0 0,-1-1 0 15,-3 4 0-15,-5 0 128 0,-4-2 64 0,-3 2 0 16,-3 0 0-16,-1 1 0 0,1 0 16 0,-3-1 16 16,-3 2 0-16,-1-1 0 0,-1-3-224 0,-1-3 128 15,-3 3-128-15,1-2 0 0,2-1 0 0,2-1-256 16,2-2 16-16,5-1 16 15,3 1-1520-15,5-4-304 0,3-2-64 0,12-1-20912 0</inkml:trace>
  <inkml:trace contextRef="#ctx0" brushRef="#br0" timeOffset="78768.86">24046 4605 37775 0,'0'0'3360'0,"5"0"-2688"16,-5 0-544-16,9-4-128 0,3 0 3360 0,1-1 640 0,1 0 128 0,-1 0 32 15,0-2-2816-15,0 2-544 0,0 1-112 0,2-1-32 16,-1 0-240-16,3 0-48 0,0 2-16 0,0-2 0 16,0 1-352-16,0 1 144 0,0-1-144 0,1 2 0 31,0-1-1152-31,0 2-320 0,-1 1-80 0,-2 1-14256 0,0 3-2864 0</inkml:trace>
  <inkml:trace contextRef="#ctx0" brushRef="#br0" timeOffset="78933.13">24128 4787 44111 0,'-11'2'960'0,"11"-2"208"0,0 0 48 0,0 0 32 0,0 0-992 0,0 0-256 15,0 0 0-15,0 0 0 0,10-2 368 0,0 2 16 16,0-4 16-16,3 1 0 0,1 0-48 0,5 1-16 16,3 0 0-16,3-1 0 15,1 0-1584-15,3-1-320 0,1-2-64 0,4-1-17504 0</inkml:trace>
  <inkml:trace contextRef="#ctx0" brushRef="#br0" timeOffset="79316.7">24991 4489 21183 0,'0'0'1888'0,"0"0"-1504"16,-3-2-384-16,-1 0 0 0,-2 1 6080 0,-1 0 1152 15,-2 2 240-15,1 0 32 0,1 2-4720 0,-4 2-944 0,-2 2-192 0,0 4-48 16,-4 0-512-16,-1 2-96 0,-2 1-32 0,0 2 0 15,0 3-464-15,0-2-112 0,0 3 0 0,-5 5-16 16,1 0-368-16,5-5 144 0,2 3-144 0,5-3 144 16,6 1-144-16,0-1 0 0,4 1 0 0,3 0 0 15,4-3 0-15,3 0 0 0,4-1 0 0,2 0 0 16,3-1 0-16,1-2-240 0,-1-5 80 0,2-1 16 16,1-3-48-16,1 2-16 0,1-5 0 0,1 1 0 15,-1-1 16-15,-1-2 0 0,-1-1 0 0,1-2 0 16,4-4 192-16,1-1-144 0,-8 0 144 0,1-4-128 0,2 1 128 0,-2-2 0 15,1-4 0-15,-2 1 0 16,-2-1 0-16,-2 0 0 0,-2-4 0 0,-2 2 0 0,-1-6 0 0,-2 1 0 16,-6 1 0-16,-4 2 128 0,-3 2-128 0,-6-2 176 15,2 5-176-15,-3 0 192 0,-3 2-192 0,-2 1 128 16,0-3-128-16,-1 3 128 0,1 2-128 0,-2 1 0 16,0-1 0-16,0 2 0 15,2 1-528-15,1 1-48 0,1 1 0 0,2-1 0 16,2 3-2288-16,0 0-464 0</inkml:trace>
  <inkml:trace contextRef="#ctx0" brushRef="#br0" timeOffset="80017.45">25910 5214 22111 0,'0'0'1968'0,"0"0"-1584"0,0 0-384 0,0 0 0 0,0 0 4704 0,0 0 864 16,0 0 160-16,0 0 32 0,0 0-4544 0,-5 9-928 15,-2 3-288-15,1 4 160 16,-2-1 896-16,0 6 176 0,0-1 48 0,2 3 0 0,-1 3-720 0,2-1-144 16,0-2-32-16,0 0 0 0,2-4-384 0,2-1-176 15,-1 1 16-15,4-5 0 16,2-2-3232-16,4-2-656 0,2-2-128 0</inkml:trace>
  <inkml:trace contextRef="#ctx0" brushRef="#br0" timeOffset="80713.81">27090 4365 33167 0,'0'0'2944'0,"0"0"-2352"15,-3-5-464-15,2 0-128 0,0 0 3696 0,1 5 720 16,0 0 128-16,0 0 48 0,-4-7-3264 0,0 3-656 0,0-2-128 0,-1 2-32 16,0 1 368-16,-2 2 64 0,-1 1 16 0,0 0 0 15,-1 1-592-15,-4 1-112 0,-1-2-32 0,-2 2 0 16,-2 2 16-16,-3 1 0 0,-2 2 0 0,-3-1 0 16,-2 1-48-16,-2-1-16 0,0 1 0 0,-1 1 0 15,0 1-176-15,1-3 160 0,1 1-160 0,2-1 160 16,1 1-160-16,2 1 0 0,3-3 144 0,3 0-144 0,4 0 0 15,2 2 144-15,3-1-144 0,1 0 0 0,3-1 128 0,5-5-128 16,0 0 0-16,1 8 0 0,2-2 0 0,3 2 0 16,5 0 0-16,2 1 0 0,1 1 0 0,4 0 0 15,3 1 0-15,3 1 0 0,2-2 0 0,2 1 0 16,4-2 0-16,-1 1 0 0,-1 1 0 16,-3-1 0-16,-2 1 0 0,-2 0 0 0,-3 0 0 0,-3-2 0 15,-4 1 0-15,-3-2 0 0,-2 1 0 0,-4 2 0 16,-3 1 0-16,-2 1 0 0,-1-2 0 0,-5 5 0 15,-5-2 0-15,-2 3 160 0,-3 2-32 0,-4 0-128 16,-4 1 192-16,-1 1-64 0,-1-1-128 0,-2 3 192 16,1-4-192-16,-1 1 192 0,0-3-192 0,2 0 0 15,1-1 0-15,1 1 128 0,0-1-80 0,3 0-48 0,3 2 0 0,0-2 0 16,2-5 0-16,3 1 0 0,1-3 0 0,3 2 0 16,2-4 0-16,2-1 0 0,1-2 0 0,5-4 0 15,0 0 0-15,0 6 0 16,0-6 0-16,0 0 0 0,7 7 0 0,2-3 0 15,0-1 0-15,3 0 0 0,3-2 0 0,4 1 0 16,2-1 0-16,2-1 0 0,4-4 0 0,6 0 0 0,3-1 0 0,5-2 0 16,12 0 0-16,-3-4 0 0,-2 2 0 0,0 1 0 15,2 0 0-15,-2 1 0 0,-1-3 0 16,0 3 0-16,-1 0 0 0,-1 2 0 0,-2 0 0 0,-2 1 0 16,-6-1 0-16,-1 2 0 0,-4 2 0 0,-3-1 0 15,-3 1-400 1,-5 0-80-16,-1-2-16 0,-1 3 0 0,-4-5-912 15,0 4-192-15,-2-5-48 0,-2 6 0 0,-2 3-2992 0,-7-3-608 16</inkml:trace>
  <inkml:trace contextRef="#ctx0" brushRef="#br0" timeOffset="82091.67">26288 5747 34847 0,'0'0'1536'0,"0"0"320"0,4-6-1472 0,0-1-384 0,-4 7 0 0,0 0 0 16,0 0 2112-16,0 0 368 0,0 0 64 0,0 0 16 16,0 0-144-16,-3 8-32 0,-2 3 0 0,0 0 0 15,-2 2-1296-15,0 2-272 0,-1 0-48 0,0-2-16 16,-1 2-336-16,1-1-64 0,-1 0-16 0,2-1 0 15,2-1-144-15,1-1-48 0,0-4 0 0,2 1 0 16,2-8-16-16,0 0 0 0,0 0 0 0,0 0 0 0,0 0-256 0,0 0-64 16,0 0-16-16,0 0 0 0,0 0-48 15,8-2-16-15,1-4 0 0,0-1 0 0,0-4 0 0,1-1 0 16,1-1 0-16,-1-2 0 0,2-2 64 0,-2-1 16 16,2-1 0-16,-1-3 0 0,-1 1 192 0,0-1 0 15,0 3 0-15,-3 2-144 0,0 2 144 0,-1 4 0 16,-2 0 0-16,-1 3 0 0,-3 8 352 0,0 0 0 15,0 0 0-15,0 0 0 0,0 0 112 0,0 0 32 16,0 0 0-16,0 0 0 0,0 0-304 0,0 0-48 16,0 0-16-16,0 0 0 0,0 0-128 0,4 8 0 15,1-1 0-15,0-1 0 0,-1 1 0 0,0-1 0 0,0 1 0 16,1-1 0-16,-5-6 0 0,7 8 0 16,1 0 0-16,1 0 0 0,-3 1 0 0,2-1 0 0,0-1 0 15,0 1 0-15,-1-1 0 0,1-1 0 16,-1 0 0-16,1-3 0 0,-1 1-160 0,1 0 160 15,-1 0 0-15,-1-1-144 0,1-2 144 0,-2 0 0 16,-5-1-144-16,0 0 144 0,0 0 0 0,7 2 0 0,-7-2-144 0,0 0 144 16,0 0 0-16,6-2 0 0,-6 2 0 15,0 0 0-15,0 0 0 0,5-5 0 0,-5 5 0 0,4-5 0 16,-4 5 0-16,4-5 0 0,-1 0 0 0,-3 5 0 16,0 0 0-16,0 0 0 0,0 0 0 0,0 0 0 15,0-6 0-15,0 0 0 0,0 6 0 0,0 0 0 16,0 0 0-16,0 0 0 0,0 0 0 0,0-7 0 15,0 7 0-15,-2-6 0 0,2 6-128 0,-1-5 128 0,1 5 0 16,-1-7-192-16,0 2 192 0,1 5-160 16,0 0-32-16,-3-5-16 0,3 5 0 0,-4-4 0 15,0 0 208-15,4 4-192 0,0 0 192 0,0 0-192 0,-6-3 192 0,-1 1 0 16,1 0 0-16,-2 1-144 0,0 0 144 0,-1 1 0 16,0 0 0-16,-1 1 0 0,-3 0 0 0,-1 2 128 15,0 1-128-15,-2 2 128 0,-1 1-128 0,0 1 144 16,0 1-144-16,-1 1 160 0,-2 1-160 0,-2-1 160 15,1 3-160-15,1 0 160 0,0 1 32 0,0 1 16 16,4-2 0-16,1-1 0 0,1 2-48 0,3-2-16 16,4 1 0-16,0-2 0 0,2 0-144 0,1-2 0 15,4-1 0-15,3 1 0 0,2 1 0 0,1-2-176 16,5 0 48-16,3-1 0 0,3-4 128 0,4 1 0 16,2-1 0-16,2-2 0 0,-1-2-192 0,-1 0 0 0,2-1 0 0,-2-2 0 15,1-2 64-15,-1 1 0 0,-3-2 0 0,-1-1 0 16,0 2 128-16,-1-5-192 15,0 1 192-15,0 1-192 0,-1-4 192 0,-1 1-208 0,0-2 80 0,3-5 128 16,-2 4-208-16,-3-3 80 0,1 1 128 0,-3 2-208 16,-2-2 208-16,0 2-176 0,-2 0 176 0,-3 2-160 15,1 0 160-15,-2 2 0 0,-2 1 0 16,-1 4 0-16,-1 6 0 0,0 0 0 0,-2-3 0 0,2 3 0 16,-4-5 128-16,4 5 0 0,-7-1 0 0,1 2 0 15,-1 2-128-15,0 1 0 0,-1 2 128 0,0 2-128 16,0 1 0-16,2 0 128 0,-2 3-128 0,1 0 0 15,1 1 0-15,2 0 0 0,0 0 0 0,3 0 128 16,-1 1-128-16,4-1 0 0,-1-2 0 0,0-2 0 0,4 1 0 0,2 1-128 16,2-2 128-16,1 0-128 0,2-4-128 0,1 0-32 15,0-1 0-15,0-1 0 16,0-2-112-16,2-1-32 0,-1-1 0 0,0 0 0 0,-1-3 96 16,2-2 16-16,-4 0 0 0,1-1 0 15,0 1 128-15,0-5 48 0,-1 1 0 0,1 1 0 0,-1-4 144 0,-1 1 0 16,2 0 0-16,-2 1-128 0,-1-1 128 0,-1 1 0 15,0 4 0-15,-3 0 0 0,-1 2 0 0,-4 5 144 16,0 0-16-16,0 0-128 0,0 0 592 0,0 0 16 16,0 0 0-16,0 0 0 0,-6 8-208 0,0 2-32 15,0 3-16-15,-1 3 0 0,-1-1-112 0,1 4-32 16,-1 2 0-16,-3 1 0 0,-2 0-208 0,2 3 128 0,-1-1-128 16,0 1 0-16,-1 0 0 0,1-2 0 15,-2 0 0-15,2-3 0 0,2-1-368 0,1-4-16 16,1-2 0-16,3 0 0 15,1-1-1792-15,3-3-352 0,1 0-80 0,0-9-18720 0</inkml:trace>
  <inkml:trace contextRef="#ctx0" brushRef="#br0" timeOffset="82636.02">27147 5629 16575 0,'0'0'1472'0,"0"0"-1168"0,0 0-304 0,0 0 0 16,-4-3 6464-16,-2 1 1248 0,-2 2 240 0,0 2 48 15,0 2-4992-15,1 1-992 0,-4 2-208 0,1 3-32 16,-1 2-880-16,1 2-192 0,-1 2-16 0,1 0-16 16,0-1-368-16,0 2-80 0,3-1-16 0,3-2 0 0,0-1-208 0,1-1 128 15,2-2-128-15,2-1 0 0,1-1 0 0,3-1-160 16,-1-1 0-16,2-2 0 0,2 0-176 0,1-3-48 16,2-1 0-16,0-2 0 15,2-2-112-15,0-3-16 0,0 0-16 0,2-3 0 0,-1 1 160 0,-1-4 48 16,3-1 0-16,1-2 0 0,0-3 320 0,-2-1-144 15,2-2 144-15,1 0 0 0,1-2 0 0,0 0-128 16,-2-1 128-16,0 1 0 0,-1 2 0 0,-3 4 0 16,-3 4 0-16,-2 3 0 0,-3 3 256 0,-1 2 0 15,-4 6 0-15,0 0 0 0,-6 1 592 0,-2 6 128 16,-3 6 32-16,0-2 0 0,-2 3-432 0,0 1-96 0,0 3-16 0,1 3 0 16,0-2-208-16,2 0-32 15,2 1-16-15,1-1 0 0,3-1-208 0,2-1 144 0,2-2-144 16,4-2 128-16,2 0-128 0,2-4-144 0,3 0 144 15,0-2-208-15,2-2-64 0,2-1-16 0,0-4 0 16,1 0 0-16,1-3 16 0,1 0 0 16,-2 0 0-16,1-4 0 0,0-1 112 0,1-2 32 15,-2-1 0-15,-1 0 0 0,1-2 128 0,1-2-160 0,-3 0 160 0,1-2-160 16,-2-2 160-16,0 4 0 0,-2-1-144 0,-3 4 144 16,-1 3 0-16,-3 3 0 0,-4 6 0 0,0 0 0 15,0 0 0-15,0 0 0 0,-7 2 192 0,-1 5-64 16,-1 2 128-16,0 1 32 0,-1 5 0 0,-1-2 0 15,-1 1-112-15,3 2-32 0,3-3 0 0,1 1 0 16,1-1-144-16,5-1 0 0,0-2 0 0,3 1 0 16,3-5-544-16,2 1-192 0,3-2-32 15,2-1-16-15,3-3-1424 0,4-2-288 0,2-4-48 16</inkml:trace>
  <inkml:trace contextRef="#ctx0" brushRef="#br0" timeOffset="83202.5">28421 4449 33167 0,'0'0'1472'0,"0"0"304"0,-6 1-1424 0,-1 0-352 0,3 5 0 0,-2 0 0 16,-2 2 3456-16,-4 2 608 15,-2 5 128-15,-3 3 32 0,-2 6-2016 0,-1 4-400 16,-3 5-80-16,1 2 0 0,-1-1-1040 0,1-2-208 0,1 0-32 0,3-2-16 16,1-3-256-16,2 1-48 0,2-6-128 0,3-1 192 15,1-5-192-15,2-1 0 0,1-3 128 0,3-3-128 16,0-1 0-16,3-8 0 0,0 0 0 0,0 0 0 16,0 0-384-16,0 0 16 0,0 0 16 0,4-6 0 31,-1-3-80-31,2 0-16 0,3-5 0 0,0-2 0 0,1-1 176 0,1-2 16 0,1-1 16 0,1-2 0 15,-1 0 240-15,1 0-144 0,-3-3 144 16,0 1-128-16,0 2 128 0,0 4 0 0,-1 2 128 0,-1 4-128 16,-2-1 336-16,0 4 0 0,-1 3 0 0,-4 6 0 15,0 0 112-15,0 0 32 0,0 0 0 0,0 0 0 16,0 0-224-16,7 4-64 0,1 1 0 0,-1 1 0 16,1 4-192-16,0 0 144 0,1 2-144 0,2 1 128 0,-1 1-128 0,2 2 0 15,-1-1 0-15,0 1 0 0,1 1 0 0,1-4 0 16,-2 1 0-16,2 2 0 0,-1 0 0 0,0-2 0 15,-3 0 0-15,-1-1 0 0,-3 0 0 0,-1-1-176 16,-1-1 176-16,-2-1-192 0,-2 0 192 0,-3 1 0 16,-3-2 0-16,-2-1-128 0,-3 0 128 0,-1-1 0 15,-1 0 0-15,-2-1 128 0,-2 0-128 0,-2-2 144 16,1-2-144-16,-1 1 160 0,-1-1-160 0,2 1 128 16,-1 0-128-16,1-2 128 0,-1-1-128 0,1-1-192 0,0-2 32 15,4 0 16 1,0 2-1216-16,2-1-240 0,3-1-64 0,2-1 0 15,3 1-2512-15,2-2-512 0</inkml:trace>
  <inkml:trace contextRef="#ctx0" brushRef="#br0" timeOffset="83595.25">28682 4429 28559 0,'0'0'1264'0,"0"0"272"0,-2-4-1232 0,2 4-304 0,0 0 0 0,0 0 0 16,0 0 4768-16,0 0 896 0,0 0 176 0,0 0 48 15,0 0-3520-15,3 10-704 0,0 3-144 0,-1 4-32 16,-2 3-784-16,0 6-144 0,0 2-48 0,0 3 0 16,-2 3-240-16,0 3-48 0,0-1-16 0,0 2 0 15,2 1-16-15,2-1 0 0,-1-3 0 0,2-2 0 0,-1-10-192 0,2-1 0 16,0-1 0-16,1-4 0 16,1-1 0-16,-1-3 0 0,0-2 0 0,0-1 0 15,2-3 0-15,-1 0 0 0,-6-7 0 0,7 2 0 0,-7-2 0 0,8 3 128 16,-8-3-128-16,7-5 0 0,-1-3 192 0,-1-1-64 15,1-3-128-15,2-2 192 0,0-2-128 0,1-3-64 16,2-4 0-16,2-1 0 0,1-4 0 0,0-2 0 16,3-4 0-16,1-1 0 0,1-3 0 0,-1 1 0 15,-1-1 0-15,0 4 0 0,-1 0 0 0,-2 3 0 16,-1 1 0-16,-1 4 0 0,-2 2 0 16,-1 3 0-16,-1 2 0 0,0 1 0 0,0 2 0 0,-1 2 0 15,1 1 0-15,0 1-160 16,-1 3-352-16,0 1-80 0,1 0-16 0,0 1 0 15,-3 2-752-15,3 1-160 0,0 4-16 0,-8 0-14320 16,9 4-2848-16</inkml:trace>
  <inkml:trace contextRef="#ctx0" brushRef="#br0" timeOffset="83805.1">28606 4714 24879 0,'-14'-2'2208'0,"9"1"-1760"0,-1-2-448 0,1 2 0 15,5 1 5808-15,0 0 1072 0,0 0 224 16,0 0 32-16,0 0-5120 0,0 0-1024 0,12 1-208 0,1-1-32 16,3 0-112-16,1 0-32 0,5 0 0 0,1 0 0 15,3-1-432-15,2-3-176 0,3 1 128 0,3-3-128 16,-6 3 0-16,2-1 0 0,3 1-224 0,1-1 80 16,1-2-1456-16,0 3-272 0,1-4-64 0,-3 0-16 15,8 2-2608-15,-5-1-528 0</inkml:trace>
  <inkml:trace contextRef="#ctx0" brushRef="#br0" timeOffset="83987.25">29361 4605 40655 0,'0'0'1792'0,"0"0"384"0,0 0-1728 0,7-2-448 16,0-1 0-16,2 2 0 0,2-1 1040 0,-1 1 128 16,2 0 32-16,1 0 0 0,1-1 128 0,2 1 16 15,2 1 16-15,2-3 0 0,1 3-848 0,1 0-192 16,0 0-16-16,2 0-16 15,0 0-848-15,1-1-160 0,-1 0-48 0,-2 1 0 16,-3 2-3040-16,-2 1-608 0,11 2-128 0,-15-5-32 0</inkml:trace>
  <inkml:trace contextRef="#ctx0" brushRef="#br0" timeOffset="84136.24">29365 4750 27647 0,'0'0'1216'0,"0"0"256"0,0 0-1168 0,0 0-304 15,8 0 0-15,2 0 0 0,2 0 2080 0,2 0 352 0,2 0 80 0,3 0 16 16,4 0-1552-16,1 0-304 0,4-3-64 0,0 3-16 31,4-1-1440-31,0 0-304 0,1-3-48 0,1 0-9584 0,2-1-1920 0</inkml:trace>
  <inkml:trace contextRef="#ctx0" brushRef="#br0" timeOffset="84511.13">30358 4505 10127 0,'0'0'896'0,"0"0"-704"15,-4-5-192-15,4 5 0 0,-6-2 7120 0,-2 2 1392 16,-1 0 288-16,-1 0 48 0,-1 2-5344 0,-2 3-1072 16,-3-1-224-16,-2 4-32 0,-3 2-752 0,-3 2-144 15,-5 5-16-15,-1 1-16 0,-1 3-416 0,-3 1-96 16,-1 3-16-16,2 1 0 0,4 1-304 0,3-1-64 16,4-1-16-16,2 0 0 0,6 1-208 0,4 0-128 15,2 0 160-15,4-2-160 0,4-1 0 0,4-3 0 16,5-1 0-16,3-2 0 0,3 0 0 0,5-3 0 15,3 1 0-15,3-4 0 0,1-1 0 0,0-3 0 16,2 0-128-16,-1-2 128 0,0-1 0 0,-2-1-128 0,-2 1 128 0,1-4 0 16,0-6 0-16,-2 1-128 15,0-1 128-15,-1-1 0 0,-1-5 0 0,0 1 0 16,-2-2 0-16,1-4 0 0,-1-4 0 0,-2-1 0 16,-3-2 0-16,-2 1 0 0,0-2 128 0,-4-1-128 15,-3-2 0-15,-2 1 144 0,-5 1-16 0,0-3 0 16,-4 2 0-16,0 0 0 0,-6 1-128 0,-1-1 0 15,-1 0 0-15,-3 4 0 0,-4 2 0 0,-1 1 0 0,-3 2 128 16,-1 1-128-16,-1 1 0 0,1 1 0 0,0 2 0 16,2 4 0-1,4 2-480-15,4 4-80 0,0-1-16 0,4 8-16480 0,4 3-3296 0</inkml:trace>
  <inkml:trace contextRef="#ctx0" brushRef="#br0" timeOffset="108320.55">5515 8154 35935 0,'0'0'3200'0,"-7"-3"-2560"15,-1 2-512-15,8 1-128 0,0 0 3136 0,0 0 592 16,0 0 128-16,0 0 32 0,0 0-2352 0,0 0-448 16,0 0-112-16,0 0-16 0,0 0-144 0,11-6-48 15,3 0 0-15,-2 5 0 0,1-2-480 0,3 2-96 16,6 0-32-16,4 1 0 0,4 1-160 0,4 0 0 15,3 1 144-15,3-4-144 0,3-1 144 0,2-1-144 16,2 0 192-16,4 0-192 0,4-1 192 0,1-2-192 16,1 1 192-16,-1 0-192 0,-2 1 128 15,-3 1-128-15,-2-1 0 0,-2 1 0 0,-4-1 0 0,-3 1 0 0,-2 1 0 0,-4 2 0 16,-5 0 0-16,-6-1 0 16,-2 2 0-16,-3 0 0 15,-2 2-864-15,-3-1-80 0,-2 0-16 0,-4-1 0 16,-7 0-1056-16,0 0-224 0,0 0-32 0,0 0-12368 0,0 0-2464 0</inkml:trace>
  <inkml:trace contextRef="#ctx0" brushRef="#br0" timeOffset="108583.42">6590 7952 12895 0,'0'0'576'0,"-5"4"112"0,0-2-560 0,5-2-128 0,0 0 0 0,0 0 0 16,0 0 7744-16,0 0 1536 0,0 0 288 0,0 0 64 15,0 0-6880-15,0 0-1360 0,2 8-288 0,-2-8-48 0,8 7-448 0,0-1-96 16,1 0 0-16,2-1-16 0,-2 0-304 0,1-1-64 15,1 0-128-15,0 1 192 0,2 0-192 0,-1 2 0 16,1-2 128-16,-1 1-128 0,0 1 0 0,-2-2 0 16,-2 2 128-16,-3 1-128 0,-1-2 176 0,-4-6-16 15,0 0 0-15,-1 11 0 0,-2 0 256 0,-2 1 48 16,-3 1 16-16,-2-4 0 0,-2 2-80 0,-2-1-16 16,-2 0 0-16,0 1 0 0,-1-1-224 0,0 2-160 15,-3-3 192-15,0 3-192 16,2-2-528-16,1 2-224 0,2-2-32 0,4 0-24112 0</inkml:trace>
  <inkml:trace contextRef="#ctx0" brushRef="#br0" timeOffset="109350.8">7798 7965 36687 0,'0'0'1616'0,"0"-9"352"0,-3-2-1584 0,2 1-384 15,-1 1 0-15,1 1 0 0,0 2 1872 0,1 6 304 16,0 0 48-16,0 0 16 0,0 0-176 0,0 0-16 0,0 0-16 0,0 0 0 15,5 6-1072-15,0 6-224 16,-1 5-32-16,0 8-16 0,0 7-96 0,1 6-16 0,2 2 0 16,-1 2 0-16,1-2-224 0,-1 2-48 15,-1 0-16-15,2-2 0 0,-1-1-80 0,1-2-16 16,-1-3 0-16,2-3 0 0,-1-4-192 0,-1 0 128 16,2-7-128-16,-1-1 0 0,-1-2 0 0,1-7 128 0,-1-1-128 0,-1-2 0 15,-5-7 0-15,6 2 0 16,-6-2 0-16,0 0 0 0,7-2 0 0,0-4 0 0,-1-1 0 15,0-4 0-15,-1-2-128 0,0-4 128 0,2-2 0 0,0-6 0 16,1-4 0-16,1-2-128 0,1-4 128 16,-1 0 0-16,0-2 0 0,1-2 0 0,1 1 0 15,-1 2 0-15,1 3 0 0,-1 3 0 0,-1 7 0 0,-1 6 0 16,-4 5 0-16,1 5 0 0,-5 7 0 0,0 0 0 16,5 10 0-16,0 5 0 0,1 6 0 0,-1 2 0 15,-3 4 144-15,4 3-16 0,0 1 0 0,1 1 0 0,-1 1-128 16,1-3 0-16,1-3 0 0,-1-1 0 0,4-1 0 15,-1-4 0-15,1-5 0 0,-1-3 0 0,-1-2 0 0,2-1 0 16,-1-4 0-16,1-3 0 0,-1-2-144 0,0-1 144 16,0-3 0-16,0 2 0 15,-2-4 0-15,1-2 0 0,0-2 0 0,-1-2 0 0,0-5 0 16,1-2 0-16,-3-2 0 0,2-3 0 0,0-2 0 0,-1 0 0 16,-1-2 0-16,-1-1 0 0,0 0 0 0,-1-2 0 15,0-3 0-15,0-1 0 0,1 0 0 0,-1 3 0 16,-2 1-144-16,0 0 144 15,0 1-896-15,-1 3-96 0,-1 1-16 0,-1 6 0 16,-1 1-1680-16,-2 6-320 0,3 0-80 0</inkml:trace>
  <inkml:trace contextRef="#ctx0" brushRef="#br0" timeOffset="109572.54">7679 7777 39615 0,'-8'-1'3520'0,"2"0"-2816"0,6 1-560 0,0 0-144 16,0 0 3024-16,0 0 576 0,0 0 112 0,0 0 32 15,0 0-2608-15,10-4-528 0,6 0-96 0,2 0-32 16,3 0-480-16,2 1 128 0,2-3-128 0,1 1 0 16,0-1 0-16,0 3 0 0,2-1 0 0,-1 1 0 15,2 0-1056-15,-1 3-208 0,1-2-32 0,-2 1-16 16,-1-2-2528-16,-1 3-496 0</inkml:trace>
  <inkml:trace contextRef="#ctx0" brushRef="#br0" timeOffset="109721.69">8281 7863 32255 0,'0'0'2864'0,"0"0"-2288"16,0 0-576-16,0 0 0 0,0 0 2848 0,0 0 464 16,0 0 80-16,9-5 32 0,0-1-1440 0,2-1-272 15,2-1-64-15,1 0-16 0,3 1-976 0,0-1-192 16,1 0-32-16,2 1-16 0,2-2-416 0,3 1 0 0,-2 1 0 15,2 3 0 1,-1 4-2736-16,-1 4-528 0,-2 3-96 0</inkml:trace>
  <inkml:trace contextRef="#ctx0" brushRef="#br0" timeOffset="110305.48">8632 8280 21183 0,'0'0'944'0,"0"0"192"0,0 0-912 0,0 0-224 0,0 0 0 0,0 0 0 16,0 0 5888-16,0 0 1152 0,0 0 208 0,0 0 48 16,0 0-4032-16,3 11-832 0,-2 1-144 0,-2 3-48 15,-2 5-1280-15,0 1-256 0,1 0-48 0,-1-1-16 16,0 0-304-16,2-2-64 0,0-1-16 0,0 0 0 16,-2-5-256-16,2 1 0 0,1-1 128 0,1-5-128 15,-1-7 0-15,0 0 0 0,0 0 0 0,0 0 0 0,0 0 0 0,0 0 0 16,0 0 0-16,0 0 0 0,0 0 0 0,0 0 0 15,8-3 0-15,-2-4 0 0,1-1 0 0,-1-1 0 16,0-3-160-16,-1-2 160 0,1-3 0 0,1-2-144 16,1-2 144-16,-2-2 0 0,2 1-144 0,1 1 144 15,-1 1 0-15,1 3-144 0,-1 4 144 0,-2 3 0 16,1 4 0-16,-2 2 0 0,-5 4 0 0,0 0 0 16,0 0 0-16,0 0-128 0,0 0 128 0,7 9 0 15,-3 4 0-15,-1 2 0 0,1-1 0 0,0 2 0 16,-2 1 0-16,1 1 128 0,4 0-128 0,0-1 0 15,0-1 0-15,1-2 0 0,0-1 0 0,2-1 0 16,2-2 0-16,1-3 0 0,0-2-160 0,2-1 160 16,-2-3-192-16,1-1 192 0,0-3-224 0,-1 1 64 15,0-2 16-15,2 0 0 0,-4-4 16 0,1 0 0 16,0-1 0-16,1-1 0 0,-3-2 128 0,1-4-128 16,-2 1 128-16,0-1-128 0,-2-1 128 0,-2 2 0 0,-1-4 0 15,1 4-128-15,-2 0 128 0,-1 5 0 0,-1-1 0 0,-2 4 0 16,-1 0 0-16,-1 2 0 0,-2 2 128 0,-2 3-128 15,1 2 192-15,-1 2-16 0,-1 2-16 0,-1 1 0 16,-1 3-32-16,1 3 0 0,0 0 0 0,1 3 0 16,1 2-128-16,2 2 0 0,0-1 0 15,2-1 0-15,2 1 0 0,2-1 0 0,0 0 0 0,5-4 0 16,1 1-880-16,4-1-48 0,2-3-16 0,4-1 0 16,0-1-1184-16,1-2-240 0,2-3-64 0,3-2-12176 15,1-2-2448-15</inkml:trace>
  <inkml:trace contextRef="#ctx0" brushRef="#br0" timeOffset="110521.7">9440 8055 28559 0,'-5'-1'2544'0,"0"-1"-2032"16,-2 1-512-16,2 0 0 0,-3 1 5248 0,2 1 960 16,-1 0 192-16,2 3 48 0,0 1-3888 0,-2 2-768 15,2 2-144-15,1 3-48 0,0 3-960 0,0 0-192 16,-1 2-32-16,2 1-16 0,1 2-400 0,1 0 0 15,1 4 0-15,0 1-176 0,-2-1 176 0,4 4 0 16,-1-1 0-16,1 2 0 0,0 0-320 0,0-3-16 16,2-2-16-16,-1 0 0 15,0-2-576-15,-1-1-112 0,-1-2-32 0,1 0 0 16,-4-2-1040-16,2-4-224 0,0-2-32 0,0-1-12080 0,2-3-2400 0</inkml:trace>
  <inkml:trace contextRef="#ctx0" brushRef="#br0" timeOffset="110724.11">9228 8400 24879 0,'0'0'2208'0,"0"0"-1760"0,0 0-448 0,0 0 0 15,0 0 5520-15,0 0 1024 0,0 0 208 0,0 0 32 16,8-2-4608-16,1-1-944 0,1 1-176 0,2-4-32 0,1 1-416 0,1-1-80 16,4-1-16-16,3 1 0 0,1-1-352 0,2 1-160 15,-1 0 128-15,2 1-128 0,0 0 0 0,-2 0 0 16,1 1 0-16,-1 1-176 15,0 1-2320-15,0 2-480 0,3 1-96 0,-4 0 0 0</inkml:trace>
  <inkml:trace contextRef="#ctx0" brushRef="#br0" timeOffset="111341.24">10279 8245 22111 0,'0'0'1968'0,"0"0"-1584"0,-8-4-384 0,8 4 0 16,0 0 6528-16,0 0 1232 0,0 0 240 0,0 0 64 15,0 0-5760-15,11-6-1152 0,1-1-240 0,1 2-32 16,3 3-432-16,2-4-64 16,2 1-32-16,-5 2 0 0,1 0-352 0,1 0 0 0,2 0 0 0,2 2 128 15,0-4-128-15,1 1 0 0,-1 0 0 0,-1 1 0 31,-1 3-992-31,0 0-272 0,-3 0-48 0,1 0-16 16,-1-1-2256-16,0 1-464 0,-1 1-96 0</inkml:trace>
  <inkml:trace contextRef="#ctx0" brushRef="#br0" timeOffset="111525.23">10302 8380 18431 0,'0'0'1632'0,"0"0"-1312"15,-8 6-320-15,8-6 0 0,0 0 6528 0,0 0 1248 16,0 0 240-16,0 0 48 0,0 0-5872 0,12 4-1168 15,0-1-256-15,3-2-32 0,4-1-288 0,-8 0-48 16,5-1-16-16,1-2 0 0,4-1-240 0,2-2-144 16,1-1 160-16,3 1-160 15,0-1-464-15,3 3-192 0,0-2-48 0,2 0-14208 16,-1 1-2864-16</inkml:trace>
  <inkml:trace contextRef="#ctx0" brushRef="#br0" timeOffset="112357.47">12135 7758 50799 0,'-10'-8'2240'0,"10"8"480"0,-6-5-2176 0,2 1-544 0,4 4 0 0,-3-7 0 0,-3 1 736 0,0-1 32 15,-2 2 16-15,-1 0 0 0,2 1 128 0,-2 0 32 16,1 1 0-16,1 1 0 0,-1-1-496 0,-1 2-112 16,-3 0-16-16,-2 2 0 0,-7 1-176 0,-3 4-144 15,1-1 192-15,-3 3-192 0,-2 1 176 0,0 0-176 16,-4 1 160-16,2 3-160 0,-1-2 128 0,0 2-128 15,-2 0 0-15,3 1 144 0,2-1-96 0,1-1-48 16,7 0 0-16,-1-1 0 0,2 1 0 0,4 0 0 16,2-4 0-16,5 0 0 0,1-2 0 0,5 2 0 15,2-8 0-15,4 6 0 0,1 1 0 0,4-1 0 16,3 1 0-16,3-2-160 0,5 0 160 0,5-3 0 16,2-1 0-16,3 0-128 0,4 2 128 0,0-3 0 15,1 0 0-15,3 0 0 0,1-3 0 0,0 3-160 0,0-1 160 16,-2 1 0-16,-5 1 0 0,-2 2 0 15,-2 1 0-15,-6 0 0 0,-3 1 0 0,-4-1 0 16,-5 2 0-16,-5 4 0 0,-6 1 0 0,-5 4 0 0,-6 2 0 16,-4 1 0-16,-5 4 0 0,-2-2 0 0,-4 0 0 0,-3 4 0 15,0 1 0-15,-4 2 128 0,-3-2-128 16,-1 1 0-16,-1-4 0 0,-1 1 144 0,-1 1-144 0,2-1 128 16,3 1-80-16,2-2-48 0,3-1 0 0,2-2 0 15,4 0 0-15,3-1 0 0,4-2 0 0,3-5 0 0,4 0 0 16,4-1 0-16,2 1 0 0,4-1 0 15,2-2 0-15,4 0 0 0,4-2 0 0,3 1 0 0,0-2 0 0,6-2 0 16,4-1 0-16,4-1 0 0,2-2 0 0,3-1 0 16,3-2 0-16,0-3 0 0,1 1 0 0,1-1 0 15,2-3 0-15,0 1 0 0,1-1 0 0,2 3 0 16,-2-5 0-16,1 3 0 0,0 1 0 0,1 0 0 16,-2-1 0-16,-1 1 0 0,-3 2-320 0,-2-1-64 15,-5 1-16-15,-2 2 0 16,-2 1-752-16,-5-1-160 0,0 2-32 0,-5 0 0 15,-2 1-2688-15,-3 0-560 0,5-2-96 0,-14 3-32 0</inkml:trace>
  <inkml:trace contextRef="#ctx0" brushRef="#br0" timeOffset="113257.35">12666 7874 47167 0,'0'0'2096'0,"0"-7"416"0,0 2-2000 0,0 5-512 0,0 0 0 0,1-5 0 16,-1 5 1424-16,0 0 192 0,0 0 48 0,0 0 0 15,0 0-416-15,6 5-80 0,0 3-16 0,0 4 0 16,1 3-704-16,-1 5-160 0,1 3-32 0,-1 6 0 16,1 3-48-16,1 2-16 0,-1 2 0 0,1-3 0 15,0-1-192-15,1-2 0 0,-2-2 0 0,-1 0 128 16,-1-1-128-16,1 1-240 0,-1-5 80 0,0-1 16 16,0-4 144-16,-1-2 0 0,0-3 0 0,0-1 0 15,1-3 0-15,-1-1 0 0,-1-3 0 0,-3-5 0 16,0 0 0-16,0 0 192 0,6 0-32 0,-6 0-16 0,0 0-144 15,7-5-192-15,-1 0 32 0,1-6 16 0,-2-2 144 16,3 0 0-16,-2-5 0 0,1-2 0 0,1-1 0 0,0 1 192 16,-1-4-32-16,2-1-16 0,2-3-96 0,-1-2-48 15,-1 1 0-15,1-1 0 0,-1 0 0 16,-1 5 0-16,-1 7 0 0,0 1 0 0,-2 5 0 16,-1 4 0-16,-4 8 0 0,0 0 0 0,0 0 0 0,0 0 0 15,5 8 0-15,0 5 0 0,1 3 0 16,0 5 0-16,1 2 0 0,-1 2 0 0,1-3 0 0,-1 3 0 15,2-4 0-15,3 2 0 0,0 2 0 0,1 1 0 16,0-1 0-16,-2-3 0 0,3-2 0 0,0-3 0 16,2 0 0-16,-2-6 0 0,0 0 0 0,0-2 0 15,-2-3 0-15,1 0 0 0,-1-4 0 0,-2 0 0 16,0-2 0-16,0-2 0 0,-1 0 0 0,-2-4 0 16,1-1 0-16,-1-3 0 0,0-1 0 0,0-2 0 15,1-3 0-15,-1 0 0 0,1-3 0 0,-1-2 0 16,1-2 0-16,-1-1 0 0,1-1 0 0,-1-2 0 15,1-4 0-15,-2-2 0 0,-2-1 0 0,-1 3 0 0,1 1 0 16,-3 2 0-16,-2 5-144 0,0 0-32 0,-3 4 0 16,-1 2 0-1,-1 2-864-15,0 3-176 0,-1-1-48 0,0 4-15264 0,1 2-3056 0</inkml:trace>
  <inkml:trace contextRef="#ctx0" brushRef="#br0" timeOffset="113491.8">12449 7794 27647 0,'0'0'1216'0,"0"0"256"0,0 0-1168 0,0 0-304 16,0 0 0-16,0 0 0 0,0 0 5888 0,4-5 1104 15,4 0 240-15,4 1 32 0,3 1-5456 0,2 1-1088 16,4-2-208-16,4 0-64 0,4 0-320 0,1 1-128 15,2-1 0-15,2 2 0 0,1 0 0 0,2 1 0 16,1 0 0-16,-1-2 0 16,2 1-2816-16,-1 0-576 0,-1 0-96 0</inkml:trace>
  <inkml:trace contextRef="#ctx0" brushRef="#br0" timeOffset="113673.93">13254 7759 48383 0,'0'0'2144'0,"0"0"432"0,0 0-2064 0,7-1-512 0,1-1 0 0,1-2 0 15,3 2 1248-15,1-5 144 0,1 1 16 0,2 1 16 16,0 2-336-16,2 0-80 0,2 0-16 0,2 0 0 16,1-4-592-16,2 3-112 0,1-1-32 0,1 1 0 15,-1 0-256-15,1 2 0 0,-4-1 0 0,1 2 0 16,-1-3-432-16,-1 1-144 0,-2-1-16 0,-1 2-16 16,-2-1-2704-16,-1 6-528 0</inkml:trace>
  <inkml:trace contextRef="#ctx0" brushRef="#br0" timeOffset="114860.43">15252 8154 39615 0,'-10'-6'3520'0,"1"-4"-2816"0,0-1-560 0,2-1-144 16,2 1 3072-16,0 0 576 0,-2 2 112 0,1 1 16 0,-2 1-2752 0,-1 2-576 16,-1 2-96-16,1 3-32 0,-1 0 256 0,-2 2 64 15,-1 3 0-15,-1 5 0 0,-3 5-320 0,-1 3-64 16,-2 2-16-16,2 3 0 0,0 2-112 0,1 0 0 16,1-2-128-16,3 1 192 0,2-2-192 0,5-1 0 15,1-2 0-15,3-2 0 0,5-1 0 0,4-3 0 16,2-3 0-16,2-2 0 0,2-3-224 0,2-1 16 15,-1-1 0-15,2-5 0 0,-1 1-64 0,4-5-16 16,-1-2 0-16,0-3 0 0,-3 0-16 0,-2-2 0 16,-2 0 0-16,0-2 0 0,-2 0 128 0,-1-1 32 15,-1 2 0-15,1-3 0 0,-1 0 144 0,-1 1 0 16,1 2 0-16,-2 2 0 0,-2 3 0 0,-3 9 0 16,0 0 0-16,0 0 128 0,0 0 96 0,0 0 32 15,0 0 0-15,0 0 0 0,0 0 0 0,8 14 16 16,-2 0 0-16,2 2 0 0,0 1-96 0,-1-3-32 15,-1 3 0-15,-1-5 0 0,-1 1-144 0,1 0 0 16,0 0 0-16,3-2 128 0,0-4-128 0,0 0 0 16,-8-7 0-16,6 5 0 0,-6-5 0 0,9 2 0 15,-9-2 0-15,8-2 0 0,-8 2 0 0,7-6 160 16,-2-2-160-16,-1 0 160 0,0-1 16 0,0-2 0 0,-2 1 0 16,0-3 0-16,1-3-176 0,1-1 192 0,-1-1-192 15,1 0 192-15,0-2-192 0,1 0 0 0,0-3 0 16,2 0 0-16,1-3 0 0,-2 1 0 0,3-1 0 0,0 2 0 15,2 2-432 1,-1 4-112-16,2 2-32 0,1 2 0 0,1 2-880 0,-1 3-176 16,0 3-32-16,4 3-14032 0,3 0-2800 0</inkml:trace>
  <inkml:trace contextRef="#ctx0" brushRef="#br0" timeOffset="115508.88">16792 7715 23039 0,'1'-13'1024'0,"0"7"192"0,-1 0-960 0,2-3-256 0,-1-4 0 0,-1 0 0 16,0 5 5440-16,-1-3 1056 0,-1 2 208 0,0 2 32 0,-2-1-3600 0,-1 1-736 16,-3 2-144-16,0 4-16 15,-2 1-1120-15,-2 6-224 0,-4 3-32 0,-2 4-16 0,-3 4-544 0,-2 7-112 16,-6 4-32-16,-2 8 0 0,-2 5-112 0,-2 4-48 16,-3 0 0-16,3 2 0 0,2 1 0 0,3-3 0 15,4-3 0-15,5-5 0 0,6-4 0 16,3-3 0-16,7-4 0 0,6-3 0 0,6 0 0 15,3-3 0-15,2 0 0 0,7-6 0 0,6-1 0 0,5-3 0 16,4-4 0-16,1-2 0 0,2 0-176 0,-1-4-16 16,2-1-16-16,-1-3 0 0,-4-4 336 0,3-3 64 15,-2 0 0-15,-1-2 16 0,-3-3-144 0,0-1-64 16,-2-3 0-16,-1 0 0 0,-1-5 0 0,-2-3 0 16,-5-2 0-16,1-2 0 0,-3-2 0 0,-2-5 0 15,-3-2 0-15,-3 1 0 0,-4 1 0 0,-1 2 0 16,-2 1 0-16,-4 1 0 0,-3 5 0 0,-4 2 0 15,-1 5 0-15,-3-1 0 0,-3 6 0 0,-1 1 0 16,-3 0 0-16,0 4 0 0,0 4-368 0,-2 4-16 16,-2 4 0-16,0 3 0 15,-1 7-2192-15,0 8-448 0,-4 9-96 0</inkml:trace>
  <inkml:trace contextRef="#ctx0" brushRef="#br0" timeOffset="115726.04">16592 8089 35007 0,'0'0'1552'0,"0"0"320"0,7-3-1488 16,-7 3-384-16,8-1 0 0,-8 1 0 0,8 4 3520 0,-2 2 640 0,-2 3 128 0,1 2 32 0,0 1-2160 0,-1 2-432 16,-1 2-96-16,0 2-16 0,-2 0-1056 0,1 3-224 15,2 0-32-15,0 0-16 0,0 0-48 0,1-4-16 16,3-1 0-16,-1 1 0 15,1 0-1696-15,1-1-320 0,1-3-80 0,1 0-16 16,0-5-2768-16,1-2-544 0</inkml:trace>
  <inkml:trace contextRef="#ctx0" brushRef="#br0" timeOffset="116460.56">16990 8141 15663 0,'0'0'1392'0,"0"0"-1120"16,0 0-272-16,0 0 0 0,0 0 7648 0,0 0 1472 15,-1 9 288-15,1 2 64 0,-2 0-6336 0,2 2-1280 16,0 2-256-16,0 0-64 0,0 1-704 0,0 0-160 16,2 1-32-16,-1-1 0 0,2 1-384 0,-1 0-96 15,1 0-16-15,-1-1 0 0,1-2-144 0,1-2 0 16,0-2 0-16,0 0 128 0,1-6-128 0,-5-4 0 16,4 5 0-16,-4-5 0 0,0 0 0 0,6 1 0 0,-6-1 0 0,8-3-176 15,-1 0 176-15,-1-1-208 0,1-6 80 0,1 1 128 16,-1-2-176-16,3-2 176 0,0-4-128 0,0-2 128 15,2-1-128-15,0-1 128 0,0 0-128 16,-1 3 128-16,2-2 0 0,-2 4 0 0,-2 6 0 0,-1 1-128 16,-2 1 128-16,0 3 0 0,-6 5 0 0,0 0 0 15,0 0 0-15,0 0 176 0,0 0-48 0,2 8 0 16,1 2-128-16,-1 3 192 0,0-3-192 0,-1 4 192 0,0-4-192 0,2 2 0 16,1 1 0-16,1-2 0 0,-1 1 0 15,2-1 0-15,2-1 0 0,1-2 0 0,1-2 0 0,-1 0-224 16,0-2 32-16,1-2 0 0,-1-2-96 0,2 0-16 15,-1-1 0-15,-1-3 0 0,0-1 112 0,1-2 0 16,0-1 16-16,2-1 0 0,-2 0 0 0,-1-1 0 16,-2-2 0-16,1-1 0 0,1-1 176 0,0-5-192 15,0 1 192-15,-1 0-192 0,0 1 48 0,-3 3 0 16,0 0 0-16,-2 4 0 0,-2 1-32 0,-4 2 0 16,-1 3 0-16,4 4 0 0,-7 4 176 0,0 6 224 15,2-1-48-15,-2 2-16 0,-2 2 16 0,1 2 0 16,1-1 0-16,0 3 0 0,3-1-176 0,2 1 0 15,2 0 0-15,2 0 128 0,3-4-128 0,2 1 0 16,-1-1 0-16,5-1-176 16,2-2-208-16,1-2-32 0,2-2-16 0,2-2 0 15,2-4-1184-15,-1-1-240 0,1-3-64 0,1-1 0 16,0 0 640-16,-1-3 128 0,1 0 32 0,0-4 0 16,-4 1-320-16,0-5-64 0,0-2-16 0,-4-2 0 15,-3 1 880-15,1-5 160 0,-1-2 32 0,-1-3 16 0,-1-2 848 0,0-1 160 0,1-4 48 16,-1 1 0-16,-1 1 656 0,0 2 128 0,-3 3 16 15,-1 2 16-15,-2 6-48 0,0 5-16 0,-2 4 0 0,-1 3 0 16,-2 3 416-16,4 6 96 0,0 0 16 0,0 0 0 16,-8 7-848-16,0 5-160 0,0 4-48 0,2 3 0 15,0 1-592-15,3 3-112 0,-1 2-16 0,2 1-128 16,2 3 0-16,2-3 0 0,2 0 0 0,-1 2 0 0,3-1 0 16,0-1-176-16,2 0 32 0,-1-1 0 15,-1-2-784-15,-1-1-160 0,0-1-16 0,-1 0-16 16,0-1-624-16,-2-2-128 0,-2-2-32 0,-2-2 0 15,2-1-2320-15,-1-1-480 0</inkml:trace>
  <inkml:trace contextRef="#ctx0" brushRef="#br0" timeOffset="116644.48">17543 8194 20271 0,'-15'-2'896'0,"15"2"192"0,-9-1-880 0,4-2-208 15,5 3 0-15,0 0 0 0,0 0 6784 0,0 0 1328 16,0 0 256-16,0 0 48 0,11-4-6320 0,2 1-1264 15,2 0-256-15,5 0-64 0,3 0-384 0,2 1-128 16,1-2 0-16,3 0 0 0,-2-1 0 0,1-1 0 16,-1 3-160-16,0-1 160 15,2-2-1808-15,0 0-240 0,1-2-64 0,0 2-12080 16,-2-4-2416-16</inkml:trace>
  <inkml:trace contextRef="#ctx0" brushRef="#br0" timeOffset="116892.86">18382 7825 54303 0,'0'0'2416'0,"0"0"480"0,0 0-2320 0,0 0-448 0,0 0-128 0,0 0 0 15,0 0 608-15,7-1 96 0,1 0 32 0,2 0 0 16,2-3-288-16,4 1-48 0,1 2-16 0,2-1 0 15,2 1-384-15,0 0 0 0,1 1 0 0,0 0 0 16,-1 0 0-16,0 0 0 0,-3 1 0 0,-1 2 0 16,-4-1-640-16,-1 2-128 0,-3 0 0 0,-9-4-16 15,0 0-1120-15,0 0-208 0,0 0-64 0,0 9-12928 16,-3 0-2608-16</inkml:trace>
  <inkml:trace contextRef="#ctx0" brushRef="#br0" timeOffset="117027.83">18325 8009 48319 0,'0'0'2144'0,"-6"3"432"0,0 0-2064 0,6-3-512 16,0 0 0-16,0 0 0 0,0 0 864 0,0 0 64 16,9 5 16-16,3-3 0 0,3-2-304 0,1-1-64 15,4-2-16-15,5 0 0 0,2-3-560 0,6 0 0 0,3-2 0 0,6-1-15920 32,5-2-3136-32</inkml:trace>
  <inkml:trace contextRef="#ctx0" brushRef="#br0" timeOffset="117760.74">19887 7507 38703 0,'-17'-5'3440'0,"9"3"-2752"0,-1-2-560 0,-3 0-128 0,2 0 3504 0,2 0 656 15,3 1 144-15,2-1 32 0,-1 2-3232 0,4 2-640 16,-1-7-128-16,1 2-16 0,0 0 128 0,0 0 16 16,0-1 16-16,-1 0 0 0,-2 1-160 0,-2-1-48 15,0 3 0-15,-3-1 0 0,-4 0-32 0,-2 0-16 16,-3 0 0-16,-1 1 0 0,-3 3-224 0,-1 0 0 15,-2 0 0-15,-2 0 0 0,-3 2 0 0,1 0 0 16,2 1 0-16,-1-1 0 0,3 1 0 0,2 1 0 16,2 0 0-16,2-2 0 0,5 2 0 0,4 0 0 15,2-1 0-15,7-3 128 0,0 0-128 0,1 8 0 16,3 0 0-16,3-1 0 0,2 1 0 0,5 1 0 16,3-2 0-16,3-1 0 0,3 1 0 0,5-1 0 0,2 0 0 15,3-1 0-15,3 1 0 0,3-2 0 16,1 1 0-16,-1 1 0 0,-1 0 0 0,-1 1 0 15,-2 2 0-15,-3-3 0 0,-4 2 0 0,-5 0 0 16,-2 0 0-16,-4 1 0 0,-4 1 0 0,-4-2 0 16,-4 1 0-16,-2 2 0 0,-3-1 0 0,-4 1 0 0,-5 0 0 15,-4 2 0-15,-4 0 0 0,-3 2 0 0,-2 0 0 0,-2 0 0 16,-4 2 0-16,-2 1 0 0,-2 2 0 0,-5-2 0 16,-1 0 0-16,-2 3 0 0,-3-2 0 0,0 2 0 15,-2-2 0-15,2-1 0 0,2 0 0 0,0 2 0 16,4 0 0-16,1-3 0 0,2 0 0 0,7-1 0 15,2-2 0-15,6-2 0 0,3-1 0 0,6-1 0 16,3-1 0-16,3 1 0 0,6-3 0 0,3 0 0 16,3-2 0-16,3 0 0 0,5 0 0 0,1-1 0 0,4 0 0 15,4 0 0-15,5-1 0 0,3-3 0 0,5-3 0 0,4 2 0 16,2-2 0-16,3-2 0 0,3 2 0 0,-2 1 0 16,-2-1 0-16,-5 0 0 0,0 1 0 0,-2-2 0 15,-1 0 0-15,-3 0 0 0,-4 1 0 0,-3 2 0 16,-4-2 0-16,-3 1 0 0,-4-1 0 0,-4 1 0 15,-2-2 0-15,-4 1 0 0,-7 3 0 0,0 0-208 16,0 0 64-16,0 0 16 16,6-8-1072-16,-4 2-208 0,-2 1-32 0,0-2-16 15,0 7-3024-15,2-8-592 0</inkml:trace>
  <inkml:trace contextRef="#ctx0" brushRef="#br0" timeOffset="118216.85">20814 7690 44927 0,'0'0'1984'0,"4"-7"416"0,0 1-1920 0,1-3-480 16,1 0 0-16,1 1 0 0,-1 0 1600 0,0 0 208 0,-2 0 48 0,-2 1 16 16,1 0-32-16,-2 0-16 0,-1 1 0 0,-1 1 0 15,1 5-1296-15,-4-4-256 0,-1 0-48 0,-2 3-16 16,-2 2-144-16,-1 3-64 0,-3 2 0 0,-4 1 0 15,-4 2 0-15,-4 4 0 0,-4 1 0 0,-3 5 0 16,0 5 0-16,0 0 0 0,-1 2 0 0,3 1 0 16,2 1 0-16,4-1 0 0,3 0 0 0,4 1 0 15,6-2 0-15,3 3 0 0,3-2 0 0,5-1 0 16,3-1 0-16,8-2-128 0,3-2 128 0,6 0-160 0,3-7 160 0,5 1 0 16,2-4 160-16,5-1-32 0,3-5-128 0,2-1 0 15,2 0 0-15,-1-3 0 0,0-1 0 0,-1-3 0 16,-2-1 0-16,-1-2 0 0,-4-2-176 0,0-2-16 15,-2-5-16-15,-1-2 0 0,-2-1 208 0,-2-2 0 16,-1-3 0-16,-5-2 0 0,-1-2 128 0,-5-2 64 16,-2-1 0-16,-3-1 16 0,-4-2-208 0,-2-1 0 15,-5 1 0-15,-3 1 0 0,-3 2-160 0,-3 3-32 16,-6-3 0-16,-4 0 0 0,-3-1 192 0,-2 1 0 16,-2 2 0-16,-2 2 0 0,-3 3 128 0,0 3 64 0,1 6 16 15,1 2 0 1,1 3-560-16,1 4-112 0,3 5-32 0,-2 4 0 15,2 3-2000-15,2 8-384 0,0 4-96 0,1 5-12176 16,0 3-2432-16</inkml:trace>
  <inkml:trace contextRef="#ctx0" brushRef="#br0" timeOffset="118510.97">20770 7853 28559 0,'0'0'1264'0,"0"0"272"0,-2-7-1232 0,2 7-304 0,0 0 0 0,0 0 0 16,0 0 5712-16,0 0 1088 0,0 0 224 0,0 0 32 0,0 0-4544 0,7 9-912 15,-2 2-176-15,1-1-32 0,1 3-1120 0,0 3-192 16,-1 2-80-16,3 4 0 0,-1-1 0 0,0 1 0 16,0 2 0-16,-1-2 0 0,3-1 0 0,0 0 0 15,0-3 0-15,2 0 0 0,-3-1 0 0,0-1 0 16,1-3 0-16,-1 0 0 0,-2 0-176 0,1-4-16 15,0 0-16-15,-1-1 0 0,-2-1 208 0,0-2 0 16,-1 0 0-16,-4-5 160 0,4 7-160 0,-4-7 0 16,0 0 144-16,0 0-144 15,6 3-2544-15,1 1-576 0</inkml:trace>
  <inkml:trace contextRef="#ctx0" brushRef="#br0" timeOffset="119629.13">22582 7766 43311 0,'0'0'3840'0,"-6"-6"-3072"0,-1-3-608 0,3 3-160 0,4 6 3088 0,0 0 592 16,1-6 112-16,3 1 32 0,0 0-2752 0,4-1-560 16,2-1-96-16,4 2-32 0,5 1-208 0,2 0-48 15,1 0-128-15,4 0 192 0,4-1-192 0,4 1 0 16,2-1 0-16,6 2 0 0,4 2 0 0,-1-4 0 15,0-1 128-15,-2 3-64 0,-3 4-64 0,-2 0 0 16,-3 0 0-16,-4-1-160 16,-3 0-512-16,-5 0-96 0,-5 2-32 0,-1 0 0 15,-4 2-1968-15,-4 3-400 0,-2 3-80 0</inkml:trace>
  <inkml:trace contextRef="#ctx0" brushRef="#br0" timeOffset="119824.18">22543 7973 53391 0,'0'0'2368'0,"0"0"480"0,0 0-2272 0,0 0-576 16,0 0 0-16,9 0 0 0,2 0 176 0,6 0-176 15,3-1 160-15,5-1-160 0,3 0 672 0,5-1 32 0,5-1 16 0,4 1 0 16,1-3-400-16,2 1-64 0,5 0-32 0,-1-1 0 16,-1 1-224-16,-1 0-256 0,-1 1 48 0,-3-3 16 15,-3 1-592-15,-2 1-112 16,-3 1-32-16,-3-1 0 0,-7-3-2368 15,-2 3-480-15,-3 2-80 0</inkml:trace>
  <inkml:trace contextRef="#ctx0" brushRef="#br0" timeOffset="120123.15">23193 7365 52927 0,'-16'0'2352'0,"10"3"464"0,-1 1-2240 0,0 2-576 16,-2 2 0-16,-3 4 0 0,-4 1 704 0,-2 6 16 15,-4 5 16-15,-4 5 0 0,-4 2 32 0,-2 5 16 0,-2 4 0 0,-1 1 0 16,-1 2-496-16,-1 3-96 0,-1 1-32 0,2 0 0 16,-1-2-112-16,4 0-48 15,0-1 0-15,2-2 0 0,-1-4 0 0,2-5 0 16,3-1 0-16,2-4 0 0,2-1 0 0,1-4 0 15,5-1 0-15,2-4 0 0,4-2 0 0,4-6-192 16,3 0 192-16,5-1-208 16,5-1-1440-16,5-2-272 0,8-5-64 0,7-2-16 15,6-4-2720-15,6-6-528 0</inkml:trace>
  <inkml:trace contextRef="#ctx0" brushRef="#br0" timeOffset="120490.17">23878 7561 15663 0,'0'0'688'0,"0"0"144"0,0 0-656 0,0 0-176 0,-3-3 0 0,3 3 0 16,0 0 8800-16,-7 3 1728 0,-2 1 352 0,-1 5 64 0,-2 3-7904 0,-2 6-1568 15,-2 0-320-15,-2 7-64 0,-4 2-880 0,-2 6-144 16,0 2-64-16,-1 4 0 0,0 2 0 0,3 3 0 16,2-1 0-16,5 0 0 0,3-3 0 0,5-1 0 15,5-2 0-15,4-6 0 0,6 1 0 0,4-2 0 16,5-6 0-16,4 0 0 0,2-6 0 0,3-2 0 15,3-5 0-15,4-1 0 0,2-4 0 0,3-3 0 16,2-6 0-16,3-2 0 0,0-2 0 0,0-3 0 16,0-2 0-16,-4-2 0 0,-2-3-176 0,-6-4 176 15,-4-1-160-15,-3-3 160 0,-6-1 0 0,-4-4 0 16,-2-1 0-16,-5-1 0 0,-6-1 0 0,-4 0 0 16,-3-4 176-16,-3 2-48 0,-4-1-96 0,-6-1-32 15,-4 1 0-15,-2 2 0 0,-3 3 0 0,-4 2 0 16,-2 0 0-16,0 2 0 0,-1 3 0 0,0 1 0 15,-1 1 0-15,2 5 0 0,2 2 0 0,4 4 0 16,0 2 0-16,5 1 0 16,3 1-464-16,6 3-96 0,3-1-16 0,11 5-25056 0</inkml:trace>
  <inkml:trace contextRef="#ctx0" brushRef="#br0" timeOffset="138495.69">7624 9111 13823 0,'-5'-4'1216'0,"0"-1"-960"15,1 0-256-15,-1-1 0 0,-1 1 6880 0,1 1 1328 0,3-1 272 16,-1 1 48-16,3 4-6544 0,-4-5-1296 0,0 0-272 0,4 5-48 15,0 0 560-15,0 0 112 0,-2-4 32 0,2 4 0 16,0 0-336-16,0 0-64 0,0 0-16 0,0 0 0 16,0 0-336-16,-3 8-80 0,0 2-16 0,2 2 0 0,0 1-48 0,-1 2-16 15,2 4 0-15,2-1 0 0,-2-1-160 0,1 0 0 16,0 0 144-16,2-2-144 0,0 0 0 0,2-2 0 16,0 1 0-16,1-1 128 0,2 0-128 0,1-1 0 15,2-2 0-15,1-2 0 0,1-1 0 0,2-1 0 16,2 0 0-16,4-1 0 0,4-3 0 15,2 0 0-15,4-4 0 0,6 1 0 0,2 0 0 0,4-3 0 16,3 0 0-16,2-3 0 0,4-3 0 0,2 2 0 16,0-4 0-16,8 1 0 0,4 3 0 0,5-3-128 15,2 4 128-15,2-3 0 0,2 1 0 0,3 2-160 16,2-1 160-16,2 2 0 0,1 4-128 0,0-2 128 16,0 1 0-16,-1-1 0 0,2 3 0 0,1 1 0 15,-1 3 0-15,-3-1 0 0,-1-2 0 0,-1 2 0 16,0 3 0-16,-3-1 0 0,0 2-144 0,-5 5 144 15,-2-1 0-15,-5 3-144 0,-7-1 144 0,-2 1 0 16,-1 0-144-16,0 3 144 0,0-1 0 0,-2 2 0 16,-5 0 0-16,-3 0 0 0,-6-1-128 0,-3 2 128 15,-3-1-160-15,-4 0 160 0,-2-4-256 0,-4 1 64 16,-5 2 0-16,-2-4 0 0,-4 1 192 0,-1 0 0 16,-1-4-160-16,-2 0 160 0,-1-1 0 0,-1-2 0 0,-1-2 0 15,-6-4 0-15,6 5 0 0,-6-5 0 0,0 0 0 0,0 0 0 16,8 0 0-16,0 0-144 0,-8 0 144 0,9 0 0 15,-1-5-320-15,0 0 32 0,-1-3 16 0,1 0 0 16,1 1 48-16,0 0 16 0,1-2 0 0,-3-1 0 16,-1 0 208-16,1 1 0 0,3 1 0 0,1-2 0 15,2 0 0-15,3-1 0 0,0 1-208 0,2 2 80 0,3-3 128 16,4 4 0-16,2 1 0 0,2 0 0 16,1-1 0-16,5 2 0 0,-4 1 0 0,2 0-128 15,1 2 128-15,3-1 0 0,1 1 0 0,3-1 0 0,0 3 0 16,5-3 0-16,1 2 0 0,2 0 0 0,2 1 0 0,1 1 0 15,3-2 0-15,0-1 0 0,2 2 0 16,1-2 0-16,0 2 0 0,2-3 0 0,3-1 0 0,2 0 0 16,4-1 0-16,-1 1 0 0,-4-2 0 0,-3-2 0 15,-1-1 0-15,-4 0 0 0,-1 0 0 0,0-1 0 16,2-3 0-16,-2 2 0 0,-3-2 384 0,-3 1 0 16,-6-4 0-16,6-3 0 0,-17 2 144 0,-4-2 48 15,-5 0 0-15,-3-1 0 0,-3-3-48 0,-2 1 0 16,-3 0 0-16,-3-2 0 0,-4-1 112 0,-1 1 0 15,-1-1 16-15,-3-3 0 0,-1 4-528 0,-2-1-128 16,-1 1 0-16,-1 2 0 16,-4-5-1744-16,0 5-384 0,-1 5-80 0</inkml:trace>
  <inkml:trace contextRef="#ctx0" brushRef="#br0" timeOffset="139265.48">8964 10177 36863 0,'0'0'3264'0,"-7"-9"-2608"16,-1 1-528-16,8 8-128 0,0 0 2496 0,0 0 448 15,0 0 112-15,0 0 16 0,0 0-2000 0,1 11-400 16,0 3-80-16,3 4-16 0,-1 5 192 0,-1 5 48 0,1 6 0 0,1 4 0 16,0 1-112-16,0 5-32 15,0 5 0-15,2-4 0 0,3-4-240 0,0-3-48 16,2-3-16-16,-1-1 0 0,-1-6-208 0,1-3-32 0,-1-5-128 0,-1-3 192 15,1-4-192-15,-2-3 0 0,1-5 128 0,-8-5-128 16,0 0 0-16,11 4 0 0,-11-4 0 0,0 0 0 16,10-1 0-16,-10 1 0 0,9-5 128 0,-2-3-128 15,-2-1 0-15,-1-2 0 0,0-6 128 16,1-1-128-16,0-3 0 0,0-2 0 0,2-5 0 0,-2 0 0 16,0-2 0-16,1-4 0 0,1 1 0 0,3 2 0 15,-1 5 0-15,0 5 0 0,-3 4 0 0,-2 7 0 16,-4 10 0-16,0 0-128 0,0 0 128 0,0 0 0 15,9 10 0-15,1 7-128 0,-1 8 128 0,-2 3 0 16,-1 5 0-16,0 2 0 0,2-2 0 0,2 1 0 0,5-6 0 16,-3 0 0-16,1-2 0 0,2-4 0 0,3-2 0 15,2-5 0-15,0-2 0 0,-1-5 0 0,-1-1 0 0,1-3 0 16,-4-1 0-16,-2-3 0 0,-2-2 0 0,-1-1 0 16,-1-1 0-16,0-2 0 0,-9 6 0 0,7-11 144 15,-2-2-144-15,0 0 128 0,-1-1 0 16,0-2 0-16,-1-3 0 0,-1-5 0 0,0-3-128 0,0 0 192 15,-2-5-192-15,3-2 192 0,1-2-192 0,0 1 0 16,0-1 0-16,0 5 0 0,-1 1 0 0,0 4-144 16,0 1 144-16,-1 4-208 15,1 3-816-15,0 1-144 0,-2 0-48 0,-1 2 0 16,-1 2-2304-16,-1 0-448 0</inkml:trace>
  <inkml:trace contextRef="#ctx0" brushRef="#br0" timeOffset="139482.04">8713 10073 25791 0,'-16'-6'1152'0,"7"-1"224"0,0 2-1104 0,2-2-272 0,7 7 0 0,0 0 0 16,0-9 5504-16,4 0 1024 0,3 3 224 0,6-1 32 15,4-2-5280-15,4 1-1056 0,3-2-224 0,5 1-32 16,2 1-192-16,5 1 0 0,0 1 0 0,3 3 0 0,-2 0 0 0,-1 3-304 15,-1 3 48-15,1-2 16 16,-3 2-2208-16,1 1-448 0,-2-1-96 16</inkml:trace>
  <inkml:trace contextRef="#ctx0" brushRef="#br0" timeOffset="139624.63">9432 10043 39327 0,'0'0'1744'0,"0"0"368"0,10-5-1696 0,0 1-416 16,2 0 0-16,-1-2 0 0,1-2 1264 0,1-1 160 15,4-2 48-15,1 2 0 0,2-3-704 0,1 5-128 16,1 0-16-16,1 0-16 16,0 1-1072-16,-1 2-224 0,3 1-32 0,-3 6-12720 0,-1 4-2528 0</inkml:trace>
  <inkml:trace contextRef="#ctx0" brushRef="#br0" timeOffset="140379.51">9680 10593 30751 0,'0'0'1360'0,"9"-2"288"0,-9 2-1328 0,9-3-320 0,-9 3 0 0,0 0 0 16,0 0 2592-16,12 5 448 0,-12-5 96 0,9 9 0 16,-4 3-640-16,-1 1-144 0,-2 0-32 0,0 2 0 15,1-1-864-15,-1 0-176 0,0 1-48 0,-1-2 0 16,-1 0-640-16,0-2-128 0,1 0-16 0,-1-11-16 0,0 0-240 0,0 0-64 15,4 10 0-15,-4-10 0 0,0 0-128 0,0 0 0 16,0 0 0-16,0 0 0 0,0 0 0 0,0 0 0 16,0 0 0-16,12-4 0 0,-12 4 0 0,7-9 0 15,-2-1 0-15,0-3 0 0,0-2 0 0,2 1 0 16,-1 0 0-16,1-3 0 0,-2 0 0 0,0 1 0 16,2 2 0-16,1 1 0 0,-2 0 0 0,1 4 0 15,-7 9 0-15,0 0 0 0,0 0 0 0,0 0-144 16,0 0 144-16,0 0 0 0,0 0 0 0,7 9 0 15,0-1 0-15,1 3 0 0,-2 1 0 0,2 1 0 16,0-2 0-16,0 0 0 0,3 2 0 0,1-4 0 16,1-1 0-16,2 0 0 0,-1-1 0 0,2-2 0 15,-1-1 0-15,1-2 0 0,-1-2-320 0,0-4 64 16,-1 2 0-16,0-5 0 0,1 1 0 0,0-2 16 0,-3-1 0 0,-1 0 0 16,-2-2 240-16,0-3-192 0,0 1 192 0,-1-1-192 15,-2-2 192-15,2 0-176 0,-3-1 176 16,-1 0-160-16,-2 3 160 0,-2 1 0 0,-2 3-144 15,0 2 144-15,2 8 0 0,0 0 0 0,-9 0 0 0,1 2 0 16,-1 2 176-16,-2 5-48 16,-1 4-128-16,2 2 192 0,0 0-192 0,-1 4 128 0,3-1-128 0,3 0 0 15,3-1 0-15,2 0 0 0,1 1 0 0,3-3 0 16,2-2 0-16,3-2-192 0,2 0 192 0,1-3-208 16,2-4-368-16,2-2-64 15,0-2 0-15,3-2-16 0,0-2-320 0,1-3-64 16,-1-1-16-16,0-1 0 0,-2-1-224 0,0-2-32 0,-2 0-16 15,-2-3 0-15,2-1 400 0,-2-1 80 0,-2-1 16 16,-2-2 0-16,-2-1 592 0,0-1 240 0,-1-4-176 0,-1 1 176 0,-1 1 368 0,0 0 160 16,-1 2 48-16,-1 4 0 0,0 1 496 15,-4 4 96-15,2 2 32 0,-1 3 0 0,0 2 224 0,1 6 48 16,0 0 16-16,0 0 0 0,0 0-592 0,0 0-128 16,0 0-32-16,-2 12 0 0,1-2-576 0,1 4-160 15,0 2 0-15,1 4 0 0,1-1 0 0,0 1 0 16,1 1 0-16,1 1 0 0,0-1-192 0,1 0 0 15,0-3 0-15,0 0 0 16,-1-1-1168-16,0 1-240 0,0-2-64 0,0-2 0 16,-1-1-1232-16,-2 0-256 0,0-4-48 0,-1 1-14784 0</inkml:trace>
  <inkml:trace contextRef="#ctx0" brushRef="#br0" timeOffset="140528.37">10319 10562 15663 0,'0'0'1392'0,"-5"-1"-1120"0,-1-1-272 0,6 2 0 15,0 0 6784-15,0 0 1312 0,0 0 256 0,0 0 48 16,3-5-6064-16,2 1-1216 0,1-2-240 0,4 1-48 16,6-3-608-16,2 1-224 0,-1 1 176 0,5-1-176 15,3-1 0-15,1 1 0 0,4-3-208 0,2 1 64 16,1 0-3056 0,3 0-592-16</inkml:trace>
  <inkml:trace contextRef="#ctx0" brushRef="#br0" timeOffset="140832.07">10928 10352 15663 0,'-17'0'1392'0,"9"0"-1120"0,0 0-272 0,2 3 0 0,6-3 7616 0,0 0 1472 16,0 0 304-16,0 0 48 0,0 0-6624 0,0 0-1344 15,0 0-256-15,0 0-48 0,0 0-496 0,0 0-96 16,14 5-32-16,0 1 0 0,-1 1-416 0,6-2-128 16,1-1 0-16,3 1 0 0,0-1 0 0,-1 1 0 15,-1 1 0-15,0-1 0 0,0-1 0 0,-4 1 0 16,-2 0 0-16,-2 2 0 0,-2-3 0 0,-2 1 0 15,-2-1 0-15,-2 0 0 0,-5-4 0 0,0 0 0 16,0 0 0-16,0 7 0 0,-2 0 0 0,-3 0 192 16,-4 0-48-16,-1 1 0 0,-1 1 80 0,-2 2 16 15,-1-2 0-15,-2 1 0 0,-1 1-112 0,0-2 0 16,0 1-128-16,2-2 192 0,-2 0-192 0,2 0 144 0,2-2-144 16,2 1 128-16,0-2-128 0,3 0 0 15,-1 0-192-15,3-1 192 16,1 0-864-16,5-4-48 0,0 0-16 0,0 0 0 15,0 0-1376-15,0 0-288 0,10 3-48 0,6-2-11792 0,3-2-2352 0</inkml:trace>
  <inkml:trace contextRef="#ctx0" brushRef="#br0" timeOffset="141187.29">11638 10263 21183 0,'0'0'1888'0,"7"-5"-1504"0,-2 0-384 0,-5 5 0 15,0 0 4720-15,0 0 864 0,0 0 176 0,0 0 48 0,0 0-2256 0,0 0-448 16,0 0-96-16,0 0 0 0,-5 5-1472 0,-2 2-304 15,-2 3-48-15,-4 1-16 0,-3 3-656 0,0 4-128 16,-4 3-16-16,2 4-16 0,-1 2-144 0,1 3-16 16,1-1-16-16,2 0 0 0,2-1-128 0,3 2-48 15,5-4 0-15,3 2 0 0,0-2 0 0,6-4 0 16,3 0 0-16,2-1 0 0,3-3 0 0,3-2 0 16,5-3 0-16,2-3-160 0,5-2-16 0,3-1 0 15,4-1 0-15,-1-3 0 0,-2-3-32 0,0-2-16 16,1-1 0-16,-1-4 0 0,-1-1 224 0,-1-1-176 15,-3-4 176-15,-1-3-160 0,-3-2 160 0,0-1 0 16,-3-2 0-16,0-1 0 0,-5-3 0 0,-4-1 0 0,-3 0 0 16,-2-2 0-16,-5 2 0 0,-4-1 0 0,-5 1 144 0,-1 0-144 15,-3 0 256-15,-3 2-64 0,-1 3-16 0,-4 0 0 16,-4 1-176-16,-1 0 128 16,0 0-128-16,-2 4 128 15,-1 1-560-15,0 2-112 0,2-3-32 0,1 6 0 16,1 2-2496-16,3-1-512 0</inkml:trace>
  <inkml:trace contextRef="#ctx0" brushRef="#br0" timeOffset="141697.91">9139 11704 20271 0,'0'0'1792'0,"-1"-6"-1424"16,-1-4-368-16,1 3 0 0,0 0 4400 0,0 1 800 15,-2-2 176-15,3 8 16 0,0 0-2448 0,0 0-480 0,0 0-96 0,0 0-32 16,0 0-864-16,3 8-160 15,0 2-32-15,1 7-16 0,2 5-432 0,-1 2-96 0,0 3-16 0,-1 2 0 16,0 1-208-16,-2 1-32 0,1 0-16 0,0 0 0 16,-1 1-256-16,1-2-48 0,-2-2-16 0,0 0 0 15,1-3-144-15,0-2 0 0,1-3 0 0,-2-3 0 16,-1-2 0-16,2-2-176 0,-1-5 16 0,-1-8 0 16,0 0-1248-1,0 0-240-15,0 0-48 0,0 0-16 0,0 0-1488 0,0 0-320 16,3-10-48-16,0-5-15424 0</inkml:trace>
  <inkml:trace contextRef="#ctx0" brushRef="#br0" timeOffset="141966.75">9134 11692 40143 0,'-9'-9'1776'0,"9"9"368"0,-5-8-1712 0,1 2-432 0,1-1 0 0,2 2 0 0,1 5 2272 0,0 0 368 16,1-5 80-16,-1 5 16 0,4-7-1216 0,1 2-240 16,4 0-64-16,3 1 0 0,1-2-752 0,1 2-144 15,1 0-48-15,3 0 0 0,4-1-80 0,2-1-32 16,-1 2 0-16,3 1 0 0,-1 0-160 0,0 2 128 15,-1 1-128-15,1 1 128 0,-1 2-128 0,-3 3 0 16,-5 1 0-16,-1-1 0 0,-5 2 0 0,-1 2 0 16,-3 2 0-16,-4 1 128 0,-2 1-128 0,-2 3 160 15,-5 0-160-15,-3 3 160 0,-5-1 32 0,-2 1 16 0,-4 0 0 16,-1-1 0-16,0-1-80 0,-1 1-128 0,-2-8 176 16,1 2-176-16,2 0 0 0,3-1 0 0,0 0 0 0,-3 0-192 31,5-5-912-31,6 0-176 0,11-7-48 0,0 0 0 15,0 0-1744-15,0 0-368 0,7-8-64 0,3 2-9936 16,4-6-2000-16</inkml:trace>
  <inkml:trace contextRef="#ctx0" brushRef="#br0" timeOffset="142603.16">9631 11611 33855 0,'0'0'1504'0,"0"0"304"0,0 0-1440 0,0 0-368 0,-3 8 0 0,0 1 0 16,-1 1 3392-16,-1 3 624 0,-1-2 112 0,-2 5 32 15,0 1-2128-15,-1 2-432 0,0 4-64 0,0 0-32 16,0-6-752-16,1 3-160 0,3-3-16 0,1 0-16 15,1-2-384-15,3-3-176 0,0 0 160 0,3-2-160 16,2 0 0-16,1 0 0 0,2-4 0 0,1 1 0 0,3-5-304 0,0 2 0 16,-1-4 0-16,8 0 0 15,-4-5-128-15,1 0-16 0,0-2-16 0,-6 2 0 0,-2-3 144 0,-2-1 16 16,1-1 16-16,-2-1 0 0,-1-1-80 0,0 1-16 16,-1-4 0-16,-2-5 0 15,-1 0-992-15,0 3-208 0,-1 3-32 16,-1 1-16-16,1 0-1040 0,0 2-208 0,1 11-32 0,0-10-16 15,-2 1 880-15,2 9 160 0,0 0 32 0,2-11 16 16,2 2 672-16,-4 9 128 0,4-9 16 16,-4 9 16-16,5-7 1888 0,-1 2 368 0,1 0 80 0,-5 5 16 0,0 0 816 0,0 0 160 15,8 0 48-15,-8 0 0 0,9 4-352 0,-1 2-64 16,-2 4-16-16,-1 3 0 0,1 0-320 0,-1 1-64 16,-1-1-16-16,1 3 0 0,0 1-400 0,2 0-96 15,2-3-16-15,-1-1 0 0,1-3-576 0,0-1-128 0,0 1-32 0,1-4 0 16,1-3-144-16,1-2-16 15,-1 2-128-15,2-3 192 0,-1 0-192 0,0 0 128 0,-2-4-128 16,1 1 0-16,-2-2 128 0,0 0-128 0,0-2 0 0,-1-2 144 16,-2-1-144-16,1-1 160 0,-2-1-160 0,0-1 160 15,-1-1-160-15,0-3 160 0,1 1-160 0,-1 0 160 16,-1-1-160-16,-1 0 0 0,0 4 0 0,-1 2 0 16,0 3 0-16,-1 8 0 0,0 0 0 0,0 0 0 15,0 0 144-15,0 0-144 0,0 0 160 0,0 0-160 16,2 12 128-16,-1 0-128 0,0 3 0 0,3 2 0 15,3 0 0-15,-2 2 128 0,0-4-128 0,3 2 0 16,1-1 0-16,2-2 0 0,-1-1 0 0,2-2 0 16,-1-2 0-16,2-1 0 0,1-4 0 0,-1-1 0 0,-2 0 0 15,1 0 0-15,0-6 0 0,1 0 0 0,-1 2 0 16,-1-4-128-16,1-2 128 0,-2 1 0 0,0-1 0 0,-1-2 0 16,0-3 0-16,-1 1 0 0,-1-2 0 0,1-2 0 15,-1-2 0-15,-1 0 0 0,0-1 0 16,0-1-240-16,-1-2 80 0,0 0 16 15,-1 0-912-15,0 2-176 0,0-1-48 0,-1 3 0 16,-2 1-1712-16,0 3-336 0,1 3-80 0</inkml:trace>
  <inkml:trace contextRef="#ctx0" brushRef="#br0" timeOffset="142883.51">10405 11750 12895 0,'0'0'576'0,"0"0"112"0,0 0-560 0,0 0-128 0,0 0 0 0,9 0 0 16,2-3 5536-16,-1 0 1072 0,0-2 224 0,0-1 32 15,1-2-4096-15,1 0-816 16,0-4-160-16,1 1-48 0,0-1-960 0,0-1-192 0,-1-1-32 0,1-2-16 16,-2 0-224-16,0 1-64 0,-1-2 0 0,-2 1 0 15,-3 2 32-15,-1-1 0 0,-1 2 0 0,-2 3 0 16,-1 2 272-16,-3 1 48 0,-2 4 16 0,-1 1 0 16,-2 4 400-16,-1 3 64 0,-2 4 32 0,1 3 0 15,-3 2-608-15,2 2-112 0,1 2-16 0,1 1-16 16,1 1-224-16,2 0-144 0,2 0 192 0,4 3-192 15,2-5 0-15,3 0 0 0,3-1 0 0,3-1 0 16,0-3-704-16,2-3-128 16,3-1-48-16,1-4 0 0,3-2-752 0,-1-3-160 15,2 0-16-15,0-4-16 0,0-2-1952 0,1-2-400 16,1-3-80-16</inkml:trace>
  <inkml:trace contextRef="#ctx0" brushRef="#br0" timeOffset="143181.85">10874 11499 8287 0,'0'0'736'0,"0"0"-592"0,-6-1-144 0,6 1 0 0,-7 1 7168 0,7-1 1392 15,-5 4 272-15,0 3 64 0,1-1-4896 0,0 3-992 16,0 2-192-16,1 2-32 0,2 3-1264 0,1-2-256 16,0 2-48-16,1-1-16 0,2 2-576 0,1 0-112 15,1 1-32-15,2 1 0 0,-2-2-176 0,0-3-48 16,2 0 0-16,-1-1 0 0,-1-1-64 0,2-2 0 0,-2-2-16 0,0-1 0 16,-5-7-176-16,0 0 160 0,6 5-160 0,-6-5 160 15,0 0-32-15,0 0 0 0,0 0 0 0,0 0 0 16,0 0-128-16,5-7 160 15,-1 0-160-15,0-2 160 0,0-2-112 0,-1-3-48 0,1-2 0 0,-1-1 0 16,1-2 0-16,1-5 0 16,2-1 0-16,2 1 0 0,2-6 0 0,3 4 0 0,0-3 0 15,0 4 0-15,2 0 0 0,-1 3 0 0,1 3 0 16,0 3 0 0,-2 2-336-16,0 2-64 0,2 0-16 0,0 4 0 15,-1 2-2208-15,4 2-448 0,21 1-96 0,-18 2-16 0</inkml:trace>
  <inkml:trace contextRef="#ctx0" brushRef="#br0" timeOffset="144064.98">11732 11541 42847 0,'-8'-10'1904'0,"6"3"384"0,-1-2-1840 0,-1 0-448 16,-1 0 0-16,2-3 0 0,1 2 1344 0,-1-1 160 16,-1 1 32-16,-2 2 16 0,-3 1-80 0,1 3-32 0,1-1 0 15,-1 4 0-15,2 1-672 0,-1 1-128 0,-2 2-16 0,-1 2-16 16,-2 3-192-16,-1 4-32 0,0 3-16 0,-1 1 0 15,1 1-176-15,1 2-48 0,0 2 0 0,3-1 0 16,3-2-144-16,2 0 0 0,1-1 0 0,4-2 128 16,2-2-128-16,3-2 0 0,2 1 0 0,4-1 0 0,2-5-288 15,3-2 16-15,2-1 0 0,0-3 0 16,1-2-112-16,1-2-32 0,-1-2 0 0,1-2 0 16,-2 2 0-16,-3-5 0 0,3 1 0 15,-4 2 0-15,-2-3 48 0,-1 1 16 0,-1 0 0 0,-2-3 0 0,0 1 192 0,-3 0 160 16,0 0-208-16,-3 5 80 0,0-5 128 0,0 1 0 15,-2 4 0-15,2-3 0 0,-3 3 0 16,0-1 0-16,0 3 0 0,0 5 128 0,0 0 0 0,0 0 16 16,0 0 0-16,0 0 0 0,0 0 16 0,0 0 0 15,-6-4 0-15,6 4 0 0,0 0-160 0,0 0 0 16,-6 5 0-16,2 3 0 0,1-1 0 0,1 3 0 16,0 0 0-16,2-1 0 0,2 2-160 0,0 0 160 15,4 4 0-15,-1-2-144 0,3-2 144 0,-1 0 0 0,1-1-144 16,1 2 144-16,2-4-176 0,-1-2 48 0,2 1 0 0,-2-2 0 15,2-2-64-15,0-2 0 16,0 0 0-16,1-1 0 0,0-2-16 0,0-2-16 16,-3-1 0-16,2-2 0 0,1-2-80 0,0 0-16 0,-1-2 0 15,-1 1 0-15,0 0 160 0,-2-3 32 16,-3-1 0-16,1 1 0 0,-1 0 128 0,-2 2 0 0,-1-1 0 16,-2 1 128-16,1 2 160 0,-2 3 32 0,0 6 16 15,0 0 0-15,-4-4 368 0,4 4 80 0,0 0 16 0,-6 3 0 16,1 2-320-16,0 3-64 0,-1 3-16 15,-1 4 0-15,2 2-208 0,0 3-64 0,-1 3 0 0,1 1 0 16,-1 5-128-16,0-2 128 0,1 3-128 0,1-1 128 16,2-1-128-16,-1-1 0 0,0-2 0 0,0-1 128 15,-1 0-128-15,-2-2 0 0,3 0 0 0,-1-1 0 16,-2-1-192-16,3-5-80 0,-1 1-16 0,1-3 0 16,0-1-1280-16,1-4-256 0,0-2-48 15,2-6-16-15,0 0-2224 0,0 0-448 0,8-1-96 16</inkml:trace>
  <inkml:trace contextRef="#ctx0" brushRef="#br0" timeOffset="144924.14">12428 11472 12895 0,'-11'-9'1152'0,"7"5"-928"0,-2-1-224 0,1 1 0 0,-1 0 6880 0,-1 1 1328 16,1 2 272-16,-1-2 48 0,-1 3-5312 0,-1 0-1056 15,-1 4-224-15,-1 3-32 0,-2 2-720 0,0 4-144 16,-2 3-16-16,-2 3-16 0,0 2-544 0,1 0-96 15,3 1-32-15,1 2 0 0,3-4-144 0,3 3-48 16,3-4 0-16,4 1 0 0,2-3-144 0,2 0 0 0,4-4-160 0,3-3 160 16,2-2-400-16,2-3 16 0,1-5 0 0,3 0 0 31,0-5-192-31,3-2-48 0,-1-2 0 0,0 0 0 16,-1-5 16-16,0-2 0 0,0-2 0 0,-1 0 0 15,0-6 96-15,1 1 32 0,-3-5 0 0,-1 1 0 0,-1 0 304 0,-2-1 176 0,-2-1-192 16,-2 3 192-16,-2 3 0 0,-2 2 320 0,-2 2-32 0,-4 0-16 15,0 4 640-15,0 2 128 0,-1 3 32 0,-2 0 0 16,0 4-208-16,-1 2-32 0,4 4-16 0,0 0 0 16,-7 1-432-16,1 2-64 0,0 3-32 0,0 4 0 15,-1 1-144-15,1 5-16 0,-1 2-128 0,1 3 192 16,-2 2-192-16,3 2 0 0,1 1 0 0,1 1 0 16,2 2 0-16,4-3 0 0,2 0 128 0,1-2-128 0,1-4 0 15,3 0 0-15,2-3 0 0,2-3 0 0,2-2 0 0,0-1-160 16,-1-5 160-16,1-2-128 0,1-3-112 0,0-1-16 15,0-2 0-15,0-2 0 16,0-4 64-16,0 0 0 0,-2-4 0 0,1 1 0 0,-2-5 0 0,2 0 0 16,-2-2 0-16,1 0 0 0,0-3-16 0,1 0 0 15,-3 2 0-15,-1-4 0 0,-2 4 80 0,-1 3 128 16,-2 1-208-16,-3 3 80 0,-2 3 128 0,1 2 0 16,-3 7 160-16,0 0-160 0,-5-4 464 0,-2 4 0 15,-1 4 0-15,-1 3 0 0,-1 2-112 0,-1 3-32 0,1 1 0 16,2 4 0-16,1 1-128 0,2 1-16 15,1 0-16-15,3 0 0 0,2-1-160 0,2 1-176 0,2-2 48 0,3-2 0 16,2 0 128-16,2-2 0 16,4-4 0-16,-1-1 0 0,2-5 0 0,2 0 0 0,-2-6 128 0,2 1-128 15,1-2 0-15,-1-1 0 16,0-2 0-16,-1-2-128 0,-1-1 128 0,0-2-192 0,-2-2 192 0,0-2-192 16,-1-1 192-16,-1 0 0 0,-1-5 0 0,-2 1 0 15,-1-2 0-15,-1-1 0 0,-1 2 0 16,-1 1 0-16,-2 3 0 0,-1 2 0 0,-1 2 0 0,0 2 0 15,-2 3 0-15,0 0 128 0,-2 2-128 0,2 7 176 16,-2-6 48-16,2 6 16 0,0 0 0 0,0 0 0 16,0 0-80-16,0 0-16 0,0 0 0 0,0 0 0 15,0 0-144-15,0 0 0 0,0 0 0 0,6 10 0 16,1 2 0-16,1-2 0 0,1 2 0 0,0 1 0 16,0 2 0-16,3-5 0 0,3 2-144 0,0-1 144 0,-1 1 0 15,-1 0 0-15,0 0 0 0,0-1 0 0,-2 0 0 16,-2-1 0-16,-2 2 0 0,3-2 0 0,-5-2 0 0,-1 1 0 15,0-1 0-15,-3 0 0 0,-1-8 0 0,-3 9 0 16,-1-2 0-16,1-1 0 0,-5 1 0 0,-3-2 0 16,-2 0 0-16,-2-2 0 0,-4 1 192 0,1-3-64 15,-4 1-128-15,0 0 192 0,-2-4-192 0,2 1 144 16,0 0-144-16,1 0 128 16,3-2-528-16,2 0-112 0,4 2-32 15,5-3-24848-15</inkml:trace>
  <inkml:trace contextRef="#ctx0" brushRef="#br0" timeOffset="-202453.46">16235 9184 19343 0,'0'0'1728'0,"0"0"-1392"16,0 0-336-16,0 0 0 0,-1-8 2208 0,1 8 368 15,0-8 80-15,0 8 16 0,0 0-1360 0,0-10-272 16,0 10-48-16,0 0-16 0,0 0 272 0,0 0 48 15,0 0 16-15,0 0 0 0,0 0-544 0,0 0-96 16,0 0-32-16,1 12 0 0,0-2 224 0,-1 3 32 16,0 3 16-16,-1-1 0 0,0 0-272 0,0 0-64 15,-1 1-16-15,1 0 0 0,0 1-336 0,-1-2-64 16,1 1-16-16,1-4 0 0,1-1-144 0,1-2 0 16,-2-9 0-16,2 14 0 0,-2-14 0 0,7 10 0 15,1-2 0-15,-1-2 0 0,-7-6 0 0,15 7 0 0,0-3 0 16,1-3 0-16,0 0 0 0,3-1 0 0,2-2 0 0,4-2 0 15,1-4 0-15,3 0 0 0,2 0 0 16,3 1 0-16,4-1-144 0,1 0 144 16,0-1 0-16,1 0 0 0,3 0 0 0,2-1-128 0,0-1 128 0,-11 4 0 15,4 1 0-15,6 0 0 0,3 0 0 0,5-1 0 0,2 3 0 16,2 2 0-16,3 2 0 0,2 0 144 0,1 0-144 16,4 0 128-16,3 2-128 0,0 4 128 0,0 0 0 0,0 3-128 15,1 0 192-15,-1 2-64 0,1 2-128 0,-3-1 0 16,0 3 144-16,-3 4-144 15,-3-1 0-15,-2 3 128 0,-3 1-128 0,-3 0 0 16,-2-1 0-16,-3 1 128 0,-2-1-128 0,-2 0 0 0,-2-2 256 0,-4 1-32 16,-2-1 0-16,-2-2 0 0,-1-1-224 0,-5-3 0 15,-1 0 0-15,-4-1 0 0,0-3 0 0,0-1 128 16,-4-2-128-16,-2 1 0 0,-3-1 0 0,0-1 0 16,-4 2 0-16,-1-6-160 0,-1 1 160 0,-8-2 0 15,0 0 128-15,0 0-128 0,0 0 160 0,0 0-32 16,0 0-128-16,0 0 192 0,5-6-192 0,0 0 128 15,1-1-128-15,-4-2 0 0,-1 0 144 0,1 0-144 16,-1-4 128-16,3 1-128 0,-1 0 0 0,-1-3 0 16,1 1 0-16,3 0 0 0,1-1 0 0,-1 2 0 15,3-2-192-15,-1 1 192 0,1 2-176 0,3-2 176 16,-1 1-128-16,3 1 128 0,0 1 0 0,2-1-160 0,2 0 160 16,2 0 0-16,2 2 0 0,1-3-128 0,3 2 128 15,2 2 0-15,0 0 0 0,4 3 0 0,-1 0 0 0,3 3 0 16,-7 0 192-16,3-1-16 0,3 1 0 0,-1-2 0 15,4 4 32-15,-1-3 16 0,0 1 0 0,3 1 0 16,1 2-32-16,3 2 0 0,2-2 0 0,-1 2 0 16,1-2-64-16,3 1-128 0,3 0 176 0,3-1-176 0,-1-2 128 15,5-2-128-15,1 1 0 0,0 1 0 16,11-4 128-16,-5 0-128 0,-6-3 0 0,-2-2 0 0,-2 0 0 16,-1-1 0-16,1-1 0 0,-2 1 0 15,-1-1 320-15,-14 4-64 0,0-4 0 0,-1-2 0 0,-2 0-256 0,0-2-304 16,-2-1 64-16,-2-1 16 0,-3 1 224 0,3-4 128 15,-4 1 0-15,-6 0-128 0,-2 2 464 0,-8 4-16 16,-2 2 0-16,-3-4 0 0,-1 2 64 0,-1 0 0 16,-2 1 0-16,0 0 0 0,-1-2-176 0,-1-2-16 15,0 2-16-15,-1 3 0 0,1 0-304 0,0 3-144 16,1-1 16-16,0 2 0 16,1 3-2368-16,-2-1-480 0</inkml:trace>
  <inkml:trace contextRef="#ctx0" brushRef="#br0" timeOffset="-194851.25">16755 10278 6447 0,'0'0'272'0,"-1"-9"80"0,-4-4-352 0,0 2 0 0,-2 1 0 0,2 1 0 0,0-2 5584 0,1 1 1056 15,-1-2 208-15,2 2 32 0,2 0-3616 0,1 10-736 16,-3-11-144-16,3 11-16 0,-1-9-848 0,1 9-176 16,0 0-16-16,0 0-16 0,0 0-416 0,0 0-64 15,0 0-32-15,0 0 0 0,0 0-160 0,5 7-48 16,-1 6 0-16,-2 6 0 0,1 2 16 0,-3 2 0 15,-1 3 0-15,-2-1 0 0,-1 4-128 0,-1 1-32 16,0 2 0-16,1-11 0 0,-1 3-208 0,-1-1-48 16,1 2-16-16,1-2 0 0,2-2-176 0,0-1 128 15,1-1-128-15,1-2 128 0,0-1-128 0,0-4 0 16,0-1 0-16,0-3 0 0,0-1 0 0,0-7 0 16,0 0 0-16,0 0 0 0,0 0 0 0,0 0 0 15,0 0 0-15,0 0-176 0,0 0 176 0,8-4-128 16,0-3 128-16,0-1-128 0,-1-3 128 0,4-4-160 0,-2-2 160 0,3-2-160 15,1-3 160-15,0-2-208 0,0-1 80 16,0 2 128-16,4 2-240 0,-3 1 80 0,-1 4 16 0,-2 1 0 16,-2 0 144-16,0 3-160 0,-3 4 160 0,1 4-160 15,-7 4 160-15,0 0-160 0,0 0 160 0,0 0-160 16,5 9 160-16,-1 0 0 0,-1 3 0 16,-2 4 0-16,0-2 144 0,2 4-144 0,-2 1 192 15,2 0-192-15,1 2 0 0,0 0 0 0,1-2 0 0,0 0 0 16,3-1 0-16,1-1 0 0,-1 0 0 0,2-4 0 0,2 0 0 15,1-3 0-15,0-1 0 0,1-1 0 16,-1-3-192-16,2-2 16 0,0-2 0 0,0 1 0 0,0-4 0 16,1-2 0-16,0-1 0 0,-1-1 0 0,1-2-48 0,0-1-16 15,-1-3 0-15,1 0 0 0,0 2 32 0,1-3 0 16,-4-2 0-16,0 1 0 0,-2-2 48 0,0 0 16 16,-1-1 0-16,-1 1 0 0,-2 2 144 0,1-1-160 15,-2 2 160-15,-1 2-160 0,-1 0 160 0,-1 2 0 16,-2 0 0-16,0 1 0 0,-1 3 0 0,0 5 0 15,-1-7 0-15,1 7 0 0,-4-4 0 0,4 4 0 16,0 0 0-16,0 0 0 0,-6 0 0 0,-1 3-256 0,2 2 64 16,-1 2 0-16,-1-1-32 0,0 3-16 15,1 3 0-15,1 1 0 0,2 1 80 0,-1 1 16 16,2-1 0-16,0 0 0 0,2 1-48 0,3-2 0 16,1 0 0-16,1-1 0 15,2-1-352-15,2 1-80 0,4-1-16 0,2-2 0 16,5-3 16-16,1-1 0 0,0-2 0 0,3-2 0 0,2-1 304 0,2-1 48 15,-1-2 16-15,-1 1 0 0,0-5-32 0,0 1 0 16,-1-2 0-16,-1 0 0 0,-3-2 288 0,-2-1 0 16,-1-2-128-16,-1 3 128 0,-2-3 0 0,-2-2 0 0,-3 2 0 15,-2 2 0-15,-3-1 400 0,-1 3 48 0,-3 0 0 0,-2 1 0 16,-3 1 368-16,-2 5 80 0,-3-2 0 0,-2 4 16 16,-2 1-32-16,-1 3-16 0,-3 1 0 0,0 3 0 15,-1 2-272-15,-2 2-48 0,0 3-16 0,2-1 0 0,3 0-384 16,-1 1-144-16,3-4 0 0,2 2 144 15,4-1-144-15,1 0 0 0,1-3-192 0,5 0 192 16,1-1-640-16,-1-8-16 0,7 6 0 0,2-2 0 16,2-1-208-16,0-3-32 0,1-1-16 0,1-3 0 15,1-3 0-15,2 1 0 0,0-1 0 0,-1-1 0 16,0-3-112 0,-1-1-32-16,0-1 0 0,1 0 0 0,-2-3 112 0,0 0 32 15,0 1 0-15,-3-1 0 0,-2 1 384 0,0 0 80 0,1 1 0 0,-2 2 16 0,-4 3 432 0,0 1 0 16,-3 2 0-16,0 6-128 0,0 0 400 0,0 0 96 15,-6 6 16-15,-1 1 0 0,1-1 576 0,0 3 112 16,1 2 16-16,0-1 16 0,0 3-352 0,2-2-80 16,3 2-16-16,3-3 0 0,1 2-464 0,1 0-192 15,1-1 176-15,5 0-176 0,0-1 0 0,4-1 0 16,-1-2 0-16,3-2 0 0,1-2 0 0,3-3 0 16,3-2-176-16,-3 0 176 0,-1-2-272 0,1-1 64 15,0-2 16-15,0-2 0 0,-3-1 192 0,2-2-144 16,-2-3 144-16,0 0-128 0,-2-2 128 0,0-1 0 0,-1-3 0 0,0-1 0 15,-1-2 256-15,0-2-32 16,1-1 0-16,-2-6 0 0,-3 1 16 0,-1-1 0 0,-1 2 0 16,-1 1 0-16,0 0 64 0,-3 4 16 0,-1 2 0 15,-2 3 0-15,-2 6 224 0,0 2 48 0,-3 1 16 0,0 4 0 16,0 1 416-16,-1 5 96 0,5 2 16 0,0 0 0 16,-8 6-608-16,0 4-112 0,0 3-32 0,2 2 0 15,0 5-384-15,2 3 0 0,1 5 128 0,0-1-128 16,2 4 0-16,-1 1 0 0,0-2 0 0,0 2 0 15,1-2 0-15,1 0 0 0,0-3 0 0,0 0 0 16,0-1-496-16,0-3-16 16,0-1-16-16,0-2 0 0,0-2-1232 0,1-1-240 0,-1-1-48 15,0-5-16-15,-1-3-928 0,1-8-176 0,3 7-32 16</inkml:trace>
  <inkml:trace contextRef="#ctx0" brushRef="#br0" timeOffset="-194683.33">17934 10336 42623 0,'0'0'1888'0,"0"0"384"0,0 0-1824 0,0 0-448 15,0 0 0-15,6 0 0 0,5 0 128 0,1-1-128 16,2 1 0-16,3-2 144 0,1 0 96 0,3 1 16 16,2 0 0-16,5-2 0 0,2 0-256 0,1 0 0 15,3-1 0-15,1 0 0 16,2-2-2208-16,2 0-480 0</inkml:trace>
  <inkml:trace contextRef="#ctx0" brushRef="#br0" timeOffset="-193917.72">19043 10239 36575 0,'0'0'1616'0,"-5"-4"336"0,0-4-1568 0,0 3-384 0,1 0 0 0,-1-1 0 0,-4 0 1744 0,-1 2 272 15,0 1 48-15,-2 3 16 0,-1 3-688 0,-2 3-144 16,-2 1-32-16,0 2 0 0,-4 3-320 0,0 1-80 15,-1 2-16-15,1 1 0 0,1-2-272 0,3 2-48 16,3 0-16-16,4 1 0 0,-1-4-320 0,3 0-144 16,3-2 128-16,3 1-128 0,0 1 0 0,5-2-272 15,1-1 32-15,2-1 16 16,3-1-336-16,3-1-64 0,2-2-16 0,2-1 0 16,2-2 0-16,1 0-16 0,0-4 0 0,-1 0 0 15,-1-2 80 1,2-1 0-16,0-2 16 0,1 1 0 0,-3-2 144 0,0 1 32 0,-2-3 0 0,2-1 0 0,0-2 176 0,-1 0 32 15,-1 0 16-15,1 0 0 0,-2 0 160 0,1-2-160 16,-2 1 160-16,0 0-160 0,-1 0-96 0,-2 1 0 16,-1 0-16-16,-1 1 0 15,-1 2-240-15,-2 2-32 0,-3 1-16 0,-2 7 0 0,0 0 400 0,0 0 160 16,0 0-128-16,0 0 128 0,0 0 384 0,-6 4 144 0,-2 3 48 16,0-1 0-16,0 1-144 0,2 2-32 0,-1 1 0 0,2 1 0 15,0-1-400-15,2 1 128 0,1-1-128 0,2 2 0 16,2-2 128-16,2 1-128 0,3-1 128 15,1-1-128-15,1 0-144 0,1-1-112 0,4-1-32 0,-1-2 0 16,0 0 32-16,2 0 0 0,0-2 0 0,2-2 0 16,-1-1 48-16,0-1 16 0,-2-2 0 0,0-1 0 15,2-1 48-15,0 1 16 0,-2-6 0 0,2 1 0 16,-5-2 128-16,1 1 0 0,-1-1-144 0,0 0 144 0,-2-2-240 16,1 0 32-16,-1-2 0 0,0 3 0 0,-1-1 80 15,-1 3 128-15,0 2-208 0,-2-1 80 0,-2 3 944 0,-3 6 192 16,0 0 32-16,0 0 16 0,0 0-32 0,0 0-16 15,-3 9 0-15,2 0 0 0,-4 1-336 0,-1 5-64 16,0 0-16-16,-1 5 0 0,2 2-176 0,-1 3-32 16,-2-3-16-16,0 5 0 0,0 1-128 0,2 0-32 15,-2 0 0-15,1-1 0 0,1-2-208 0,2-2 0 16,1 1 128-16,1-2-128 0,-1-1 0 0,2-4 0 16,2-2 0-16,-1 0-160 15,0-2-1440-15,1-3-272 0,2-1-64 0,1-2-16 16,-4-7-640-16,5 4-128 0,2-2-32 0,-1-2-14128 0</inkml:trace>
  <inkml:trace contextRef="#ctx0" brushRef="#br0" timeOffset="-193334.16">19871 10064 14735 0,'0'0'1312'0,"0"0"-1056"0,0 0-256 0,-6 3 0 15,-3 0 4416-15,-1 4 832 0,1 1 176 0,0 4 16 16,-2 3-3344-16,-3 3-688 0,1 5-128 0,0-3-16 15,-1 3-688-15,1-4-128 0,3 1-16 0,0-2-16 16,4 0 464-16,1-1 80 0,2 0 32 0,3-1 0 0,3-2-768 0,1-1-224 16,1-1 0-16,1-2 128 15,1-2-416-15,2-1-80 0,1-1-16 0,2-2 0 0,3-3 160 0,0-1 32 16,3-1 0-16,2-1 0 0,-3-4 0 0,2-2 16 16,2-2 0-16,0-2 0 0,-1-1 176 15,1-4-160-15,-1-2 160 0,3-3-160 0,-3-2 160 0,3-2-160 16,-1-3 160-16,0-1-160 0,0 0 160 0,-2 0-208 15,-2 3 80-15,-1 1 128 0,-3 3-176 0,-3 3 176 16,-4 3-128-16,-1 4 128 0,-2 3 208 0,-3 3 128 16,-1 7 32-16,-4-3 0 0,-4 5 656 0,0 3 128 15,-1 4 16-15,0 0 16 0,-1 6-416 0,-1 1-96 16,1 4-16-16,-1 2 0 0,0 2-144 0,0 0-16 16,1 3-16-16,2-1 0 0,3 0-160 0,2-3-48 15,3-2 0-15,3-1 0 0,1 0-272 0,1-1-176 0,1-4 32 0,4 0 0 16,0-2 144-16,3-4 0 0,1-1 0 15,2-2-128-15,1-2-32 0,1-3 0 0,0-2 0 16,2-2 0-16,1 0-32 0,0-4-16 0,-2-1 0 16,1-1 0-16,1-1 16 0,1-5 0 15,-1 0 0-15,0-5 0 0,-3-1-48 0,-1-1 0 16,1-1 0-16,-1 0 0 0,-5 4-64 0,-2 2-16 0,-1 4 0 16,-5 2 0-16,-3 2 320 0,-3 4 0 0,-3 0 128 0,-2 4-128 15,-1 2 752-15,-1 2 48 0,-3 2 16 0,1 1 0 16,-1 2-176-16,3 3-48 0,1 0 0 0,2 1 0 15,0 0-304-15,1-2-64 0,2 2-16 0,3 0 0 0,2 1-208 16,2 0 0-16,2-3 128 16,3 1-128-16,2 2 0 0,2-3 0 0,2 0 0 15,2 2 0-15,0-4 0 0,2 1 0 0,0 0 0 0,3 2 0 16,-1-5-1136-16,1 1-112 0,1-1-32 0,0 1-13408 16,3-2-2688-16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0T21:46:28.44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4429 937 19343 0,'-5'-12'1728'0,"5"12"-1392"16,-4-9-336-16,2-2 0 0,1 0 3648 0,1-1 640 15,1 1 144-15,2 2 32 0,0 0-3072 0,-3 9-624 16,0 0-112-16,3-9-16 0,-3 9 528 0,0 0 112 15,0 0 32-15,0 0 0 0,0 0-288 0,0 0-64 16,0 0-16-16,0 12 0 0,-2 2-368 0,-3 8-64 16,-3-1 0-16,0 5-16 0,0 2-128 0,3-9-32 0,-2 3 0 0,1-1 0 15,1-1-128-15,-1-1-16 0,1 1-16 0,1-6 0 16,-1-1-176-16,1-2 128 0,3-3-128 0,1-8 128 0,-3 6-128 16,3-6 160-16,0 0-160 0,0 0 160 15,0 0-160-15,0 0 0 0,2-8 144 0,0 0-144 16,2-6 0-16,3-8-192 0,-1-7 32 0,3-1 0 15,0-4-48-15,2-1-16 0,1 0 0 0,2 0 0 16,2 1 64-16,-1 1 16 0,2 6 0 0,0 2 0 0,-1 3 144 16,-2 4 0-16,-1 2 0 15,-1 6-128-15,-2 2 128 0,-1 4 0 0,-9 4 0 0,0 0 0 0,12 4 0 0,-3 2 144 16,-2 3 0-16,-2 2 0 16,0 1 48-16,0-1 0 0,1 0 0 0,-1 3 0 0,-1 4-192 0,1-2 0 15,0 0 144-15,2 2-144 0,1 0 0 0,-2 0 0 16,1-1 0-16,0-1 0 15,1 0-912-15,1-2-256 0,0 0-48 0,1 1-16 16,0-1-2320-16,2 0-464 0</inkml:trace>
  <inkml:trace contextRef="#ctx0" brushRef="#br0" timeOffset="1089.44">4442 857 18431 0,'0'0'816'0,"0"0"160"0,0 0-784 0,0 0-192 0,0 0 0 0,0 0 0 0,-3-6 3248 0,3 6 592 16,0 0 128-16,0 0 32 0,0 0-1952 0,0 0-384 15,0 0-64-15,0 0-32 0,0 0-672 0,0 0-128 16,0 0-16-16,1 13-16 0,1-2-160 0,-1 1-16 16,2 1-16-16,-1 3 0 0,1 3-128 0,-1 0-32 15,1-1 0-15,-2-2 0 0,2 4-192 0,0 0-32 16,-1 1-16-16,2 4 0 0,0-1-144 0,0 4 160 15,0-1-160-15,0 2 160 0,0-1-160 16,0 1 0-16,0-2 0 0,1 14 0 0,-1-3 0 0,-2 0 128 16,0 1-128-16,-1 1 0 0,0 4 176 0,-1-12-48 15,0 2-128-15,0 3 192 0,0 5-64 0,-2 1 0 16,-1-4-128-16,-1 3 192 0,0 0-192 0,0 1 128 16,0 0-128-16,0 4 0 0,0 0 128 0,2 1-128 15,-1 1 0-15,2 0 144 0,0-1-144 0,1-1 0 16,0-2 0-16,0 2 0 0,0 0 0 0,1 3 0 15,-1 2 0-15,1 0 0 0,1 3 0 0,-1-2 0 16,0 1 0-16,2-2 0 0,-1-4 0 0,1 2 0 16,-2-1 0-16,1 2 0 0,-1 3 0 0,0 0 128 0,2 1-128 0,-1 0 0 15,1 0 0-15,0-5 0 0,-1 3 128 16,1-4-128-16,-1 1 0 0,1 2 0 0,0 3 144 0,-1-1-144 16,2 4 0-16,0-2 128 0,-1-3-128 0,1-1 0 15,0-1 144-15,-1 0-144 0,1 0 192 0,0 2-192 16,0 1 192-16,0 2-64 0,0-1 0 0,0 2-128 0,0-1 192 15,0-3-192-15,0-2 192 0,1 1-192 0,-3 2 256 16,1 3-48-16,1 2-16 0,-1 4 0 16,-2 3 64-16,0-3 0 0,1-3 0 0,0-4 0 15,-1 0-112-15,1 1-16 0,-1 2 0 0,0 1 0 0,2 2-128 16,1 0 0-16,-2-1 0 0,1-3 128 0,-2-1-128 16,1-1 0-16,-1 2 0 0,0 2 128 0,1-1-128 15,-2 1 192-15,0 1-192 0,1-1 192 0,0-3-64 0,2 0 0 16,-2-3 0-16,2 2 0 0,-2 2 0 0,2 2-128 15,-2 1 192-15,2 0-64 0,0 0-128 16,1-4 160-16,-1-3-160 0,1 1 160 0,-2-3-160 16,1 3 0-16,0 2 0 0,1 2 128 0,0 0-128 0,1-2 192 15,-3-2-192-15,1-2 192 0,0 1-192 0,-1-3 128 16,1 1-128-16,-2 4 128 0,-1-4-128 0,0 5 128 16,0-2-128-16,1 1 128 0,2-1-128 0,-2-4 0 15,1-3 144-15,-1-1-144 0,-1-2 0 0,1 5 128 16,1 0-128-16,-1 0 0 0,0 0 0 0,0-2 144 0,1-9-144 0,-1 0 0 15,2 1 144-15,-1 0-144 0,0 3 0 16,-1-1 144-16,0 1-144 0,0 1 0 0,-1 0 0 16,2 14 128-16,-1-1-128 0,0-5 0 0,1-10 144 15,-2 0-144-15,0-2 0 0,0 2 0 0,0 1 0 16,0-1 128-16,0-1-128 0,0 2 0 0,0-1 0 0,0 13 128 16,-2-15-128-16,2 2 0 0,0 0 0 15,0 1 0-15,-1-2 0 0,1 0 0 0,0-5 0 0,0 2 0 16,0 1 0-16,-1-1 144 0,1-1-144 0,0-1 0 15,0-1 128-15,0 0-128 0,0 2 0 16,0-1 0-16,0 2 144 0,0-3-144 0,0-2 0 16,0-2 144-16,0-2-144 0,0-2 0 0,0-2 0 0,0-1 0 0,0-4 0 0,0 0 0 15,-2 0 0-15,1 3 128 0,0-5-128 0,1 1 0 16,0-5 0-16,0 2 0 0,-1-3-208 0,-1-3-80 16,2-1-16-16,0-1 0 15,0-8-1744-15,0 0-336 0,0 0-80 0,0 0-18864 16</inkml:trace>
  <inkml:trace contextRef="#ctx0" brushRef="#br0" timeOffset="2341.44">4794 9947 24879 0,'0'0'2208'0,"0"0"-1760"16,0 0-448-16,0 0 0 0,0 0 3632 0,0 0 640 0,0 0 128 0,0 0 16 15,0 0-3536-15,0 0-720 16,0 0-160-16,6-6 0 0,2 1 0 0,1 0 160 15,2 1-160-15,2 0 192 0,-2 2-48 0,2-2 0 0,2 1 0 0,0 0 0 16,2 1-16-16,3 1-128 0,2-2 192 0,2 0-64 16,3 1 32-16,2-1 0 0,3-1 0 0,16 2 0 15,-2 0-160-15,2 0 0 16,1-1 0-16,-1-2 0 0,-4 0 0 0,3-2 0 0,1-1 0 0,3 3 0 16,1 2 0-16,4 2 0 0,2-1 0 15,2 0 0-15,2 0 0 0,-2-1 128 0,-2-2-128 0,-1 1 0 16,0 1 144-16,3 2-144 0,3-3 160 0,1 1-160 15,1 1 144-15,-1-1-144 0,-3 1 128 16,-1-1-128-16,-5 0 0 0,1 1 128 0,1-2-128 0,3 1 0 0,0 2 240 0,3 1-48 16,1 4 0-16,-3-7 0 0,-4-3 176 0,3-1 16 15,3 2 16-15,2 1 0 0,2-1-64 0,3 1-16 16,3-5 0-16,-1 2 0 0,-3 3-48 0,4-3-16 16,2-1 0-16,4 1 0 0,0 2-80 0,-2 0-32 15,-3-2 0-15,-1 3 0 0,-1 2-16 0,-2 1 0 16,2-1 0-16,1 1 0 0,1-2 0 0,-2 2-128 15,-4 1 192-15,0 1-64 0,0 2-128 0,1-2 160 16,4 1-160-16,1-1 160 0,0 0 0 0,-2 2 0 16,-2-1 0-16,1 1 0 0,1-3 16 0,4 0 0 15,4 0 0-15,-1 1 0 0,-2 2-32 0,0 1 0 0,-4 1 0 16,2-2 0-16,2 1 0 0,-1-1 0 16,3 1 0-16,-4 2 0 0,-3 0-144 0,0 1 128 0,1-2-128 0,1 1 128 15,4 2 0-15,-1 0-128 0,-1 0 192 0,-2 0-64 16,-1-1 32-16,3 1 0 0,2-1 0 0,4 1 0 15,2-1-16-15,-2 1 0 0,-3-1 0 0,2-2 0 16,1 2-144-16,4-4 160 0,3 3-160 0,-3-1 160 16,-3 0-160-16,-1 0 128 0,-1 0-128 0,4 2 128 15,1 0-128-15,0 0 128 0,-6 0-128 16,-2 1 128-16,-1 1-128 0,0 0 0 0,-3 1 0 0,0 1 128 16,-1-2-128-16,-2 0 128 0,-3 1-128 0,2 2 128 15,-4 0-128-15,4 0 0 0,0-2 0 0,0 1 128 16,-1-2-128-16,1 1 0 0,-1 1 0 0,0-1 128 15,0-1-128-15,4 0 0 0,1 0 0 0,0 0 0 16,-1 1 0-16,-2-4 0 0,-3 2 0 0,-2 1 0 0,1-2 0 16,0 0 128-16,1 1-128 0,-1 0 0 15,-3 1 0-15,-2 0 0 0,-2-1 0 0,0 1 0 0,-4-2 0 0,0 1 0 16,0-2 128-16,-1 1-128 0,1-1 0 0,-1 2 0 16,-4-2 0-16,0 1 0 0,-6 0 128 0,0-1-128 15,-5 1 0-15,0-1 128 0,1-1-128 0,-2 2 128 16,0-1-128-16,0 0 128 0,0-1-128 15,-2 0 128-15,-3 0-128 0,-3 2 128 0,-1-2 0 0,-1 0-128 16,-3 0 192-16,-9-1-64 0,1 0-128 0,-1 3 160 16,0-5-160-16,-3 4 160 0,-1-3-160 0,-1 1 128 15,-2 0-128-15,-2 0 128 0,-8-4-128 0,0 0 128 16,0 0-128-16,0 0 128 0,0 0-128 0,0 0 0 16,0 0 0-16,0 0 0 15,0 0-1184-15,0 0-160 0,0 8-48 0,0-8-22352 0</inkml:trace>
  <inkml:trace contextRef="#ctx0" brushRef="#br0" timeOffset="2828.82">15276 10140 49583 0,'0'0'1088'0,"0"0"240"0,0 0 32 0,0 0 32 0,0 0-1120 0,0 0-272 0,0 0 0 0,0 0 0 0,0 0 960 0,0 0 128 15,0 0 16-15,0 0 16 0,0 0-96 0,7 6 0 16,1-2-16-16,1 3 0 0,2-1-592 0,1 2-112 15,2 1-32-15,4 0 0 0,0 0-272 0,2 2 0 16,0-1 0-16,2 1 0 0,2 0 0 0,1 0 208 16,-1-1-16-16,0-1 0 0,5-1-352 0,0 0-80 15,0 0-16-15,1 0 0 16,0 1 256-16,-2-4 0 0,-2 1 0 0,-1 2 0 0,-2 0 0 0,-2 1 0 16,-4-2-128-16,-4 1 128 0,-4-2 0 15,-2-1 0-15,-7-5 0 0,0 0 0 0,-3 8 0 0,-3-1 160 16,-3-1-32-16,-3 1 0 0,-6-1 64 0,-3 2 16 15,-1 1 0-15,-4 0 0 0,-2 0-208 0,1 2 0 16,-3 2 0-16,1 0 128 0,-1 1-128 0,0-1 0 16,2 2 0-16,-1 0 0 0,2-2 0 15,0 2 0-15,4-2 0 0,2 1 0 0,2 0 0 16,2 1 0-16,0-1 0 0,4 0 0 0,2-1 0 0,3-1 0 0,1 1 0 0,3 0 0 31,0 0-2144-31,5 0-320 0,3 0-64 0</inkml:trace>
  <inkml:trace contextRef="#ctx0" brushRef="#br0" timeOffset="3525.95">15725 10984 30399 0,'0'0'2704'0,"0"0"-2160"0,-2-6-544 0,-1 1 0 0,3 5 3648 0,0 0 640 0,0 0 112 0,0 0 16 16,0 0-2240-16,0 0-448 0,0 0-80 0,0 0-32 0,0 0-464 0,9 10-80 15,0 4-32-15,1 5 0 16,-1 3-512-16,1 3-96 0,-3-1-32 0,0 4 0 0,3 4-80 0,-4 1 0 16,2 0-16-16,1-2 0 0,0-2-128 0,0-2-32 15,0 0 0-15,3 5 0 0,0-4-96 0,-2-2-48 16,1-1 0-16,-1-4 0 15,-1-1 0-15,-1-7 0 0,-1-2 0 16,1 1 0-16,-3-5 0 0,0-1 0 0,-5-6 0 0,0 0 0 0,0 0 0 0,0 0 0 16,0 0 0-16,5-5 0 0,0 0 0 0,1-2 0 15,0-3 0-15,-1-3 0 0,1-3 0 0,0-2 0 16,1-3 0-16,2 0 0 0,2-4 0 0,0-3 0 16,1-5 0-16,1-4 0 0,1-3 0 0,-1-2 0 15,1-3 0-15,2-1 0 0,0 3 0 0,-2 3 0 16,-1 2 0-16,-1 5 0 15,-3 6-624-15,-3 5-64 0,1 5-16 0,-3 4 0 16,-3 2-672-16,-1 11-144 0,0 0-16 0,0 0-16 16,-6 4-1152-16,0 7-240 0,1 7-32 0,-1 0-16 0</inkml:trace>
  <inkml:trace contextRef="#ctx0" brushRef="#br0" timeOffset="3867.43">15582 11173 51023 0,'-18'0'2256'0,"10"0"480"0,0 0-2192 0,2 0-544 0,6 0 0 0,0 0 0 0,0 0 1072 0,0 0 96 15,0 0 32-15,0 0 0 0,0 0-384 0,7 0-80 16,4-2-16-16,3 1 0 0,4-1-528 0,6 1-192 16,3 1 144-16,5-3-144 0,0 1 144 0,6 0-144 15,2 0 160-15,5-1-160 0,-1 1 144 0,0 0-144 16,-1 0 128-16,2 2-128 0,-1-2 0 0,0 1 0 16,2-2 0-16,-2 2 0 0,-2 0 0 15,1 0 0-15,-2-2 0 0,-2 0 0 16,-3 2-1104-16,-3 0-112 0,-5-1 0 0,-2 0-16 15,-2-1-2544-15,-2 3-512 16</inkml:trace>
  <inkml:trace contextRef="#ctx0" brushRef="#br0" timeOffset="4805.18">3044 1128 31327 0,'0'0'1392'0,"0"0"272"0,-6 4-1328 0,0 1-336 16,4 2 0-16,2 3 0 0,1 3 3680 0,2 4 672 16,-1 3 128-16,2 5 16 0,1 3-2960 0,1 5-576 15,-1 1-128-15,0 2-32 0,-1 3-64 0,0 1-16 16,-1 0 0-16,0 0 0 0,3 2-240 0,0-1-48 15,-2-4-16-15,0-1 0 0,-1-8-240 0,-1 0-48 0,1-8-128 0,-1 0 192 16,2-3-192-16,-1-1 0 0,-2-5-144 16,1-2 144-1,-2-9-1296-15,0 0-176 0,0 0-16 0,0 0-16 0,0 0-1008 16,0 0-208-16,-4-7-32 0,-2-6-10176 0,0-10-2048 16</inkml:trace>
  <inkml:trace contextRef="#ctx0" brushRef="#br0" timeOffset="5104.91">2770 1195 33167 0,'0'0'1472'0,"-7"-5"304"0,-4-2-1424 16,3-1-352-16,3 0 0 0,5 8 0 0,0 0 3648 0,0 0 640 0,0 0 144 0,1-9 32 0,-1 9-2544 0,8-6-496 15,4-1-96-15,4 2-32 0,3-1-672 0,-4 3-144 16,3-2-32-16,5 3 0 0,3-2-160 0,6 1-32 16,1-1-16-16,3 0 0 0,0 0-240 0,1 1 144 15,-1 2-144-15,1-2 128 0,1 3-128 0,-1 3 0 16,1-3 0-16,-1 4 0 0,-5 0 0 0,1 2 0 15,-3 3 0-15,-3-1 0 0,-3 4 0 0,-3-3 0 16,-5 3 0-16,-1 1 0 0,-5 0 0 0,-2 0 0 16,-4 0 0-16,-5 0 0 0,-3 1 192 0,-4 2-64 15,-3 1 0-15,-2 2 0 0,-3-2 96 0,-5 3 16 16,-4-4 0-16,-1 2 0 0,-2 1-96 0,1 1-16 16,-4 1 0-16,-2-3 0 0,2-1-128 0,-3 0 0 15,-3 1 0-15,4 1 128 16,0-6-576-16,3 0-112 0,3 0-16 0,3-3-16432 15,5-2-3280-15</inkml:trace>
  <inkml:trace contextRef="#ctx0" brushRef="#br0" timeOffset="13394.77">19880 1220 31327 0,'0'0'1392'0,"0"0"272"0,-7-6-1328 0,0 2-336 0,7 4 0 0,0 0 0 16,-5-2 2640-16,5 2 464 0,0 0 96 0,0 0 0 16,-4 6-2160-16,1 5-432 0,3 1-96 0,0 1 0 15,2 1 208-15,0 5 48 0,0 1 16 0,3 6 0 0,3 5-224 0,1 8-48 16,0 2-16-16,3 6 0 0,3 4-128 0,0 1-32 15,-2-1 0-15,-2-2 0 0,1-3-128 0,0-3-16 16,0-3-16-16,-1-3 0 0,-2-3-48 0,0-4-128 16,-1 0 192-16,-1-4-64 0,-2-3 32 15,0-3 0-15,0-3 0 0,-1-6 0 0,-2-1 112 0,0-4 32 16,-2-6 0-16,0 0 0 0,0 0-64 0,0 0-16 16,0 0 0-16,0 0 0 0,3-6-96 0,0-5-128 15,-2-3 176-15,1-4-176 0,4-3 0 0,0-4 0 16,1-4 0-16,-1-5 0 0,-2-3 0 0,4-8 0 0,1-4 0 15,3-5 0-15,1-3-160 0,1 2 160 16,1 3-160-16,0 8 160 0,-1 7-272 0,0 8 32 16,-4 7 16-16,-1 7 0 0,-1 3 48 0,0 5 16 0,-2 5 0 15,-6 2 0-15,7 11 160 0,-1 4-192 16,1 6 192-16,-1 6-192 0,1 6 192 0,1 3 0 0,-2 6 128 16,2 1-128-16,1 1 176 0,0-1-48 0,2-1 0 15,-1-2 0-15,1-2-128 0,-1-1 0 0,2-3 0 16,-2-2 128-16,1-1-128 0,0-2 0 0,2-5 0 0,-2-4 0 15,-2-1 128-15,0-2 0 0,0-4 0 16,2-4 0-16,-4 0 0 0,1-4 0 0,0-1 0 0,0-1 0 16,-8-3 0-16,8-6-128 0,0 0 192 0,-1-3-64 15,1 0 32-15,-1-7 0 0,-2-3 0 0,1-4 0 16,1-3-16-16,-1-2 0 0,1-4 0 0,2-4 0 16,2-5-144-16,-1-3 0 0,-1-3 0 0,0-5 128 15,-1-3-128-15,-1 0 0 0,0 2 0 0,1 3 0 16,-1 5-352-16,-1 3 0 0,-1 3 0 0,-1 5 0 15,-1 5-1312-15,-3 6-256 16,0-1-48-16,0 6-16 0,0 5-2176 16,1 4-448-16</inkml:trace>
  <inkml:trace contextRef="#ctx0" brushRef="#br0" timeOffset="13726.92">19564 1094 33167 0,'0'0'2944'0,"0"0"-2352"0,0 0-464 0,0 0-128 16,0 0 2656-16,6-2 512 0,5-1 96 0,3 2 32 16,3-2-2544-16,4-1-512 0,3-1-112 0,3 0 0 15,0 1 512-15,2-1 128 0,1 1 0 0,2 0 16 16,2-1-512-16,0 1-96 0,1-1-32 0,3-1 0 16,2 1-144-16,2 0 0 0,0-2 0 0,1 2-176 15,2-1-1312-15,1 1-272 0,1 1-48 0,1 0-17952 16</inkml:trace>
  <inkml:trace contextRef="#ctx0" brushRef="#br0" timeOffset="13873.01">20725 1023 4607 0,'0'0'400'0,"0"0"-400"16,0 0 0-16,0 0 0 0,0 0 8000 0,0 0 1504 16,0 0 304-16,0 0 64 0,0 0-7264 0,7-6-1456 15,1 1-304-15,2 1-48 0,2-2-416 0,2 3-64 16,2-1-32-16,2 0 0 0,0 1-288 0,2 0 0 15,1-1-208-15,2 3-12800 16,3-1-2560-16</inkml:trace>
  <inkml:trace contextRef="#ctx0" brushRef="#br0" timeOffset="14784.28">21073 1922 18431 0,'2'-15'816'0,"-1"7"160"0,0-1-784 0,2-4-192 0,1-3 0 0,0 2 0 0,0-5 3312 0,-1 1 608 16,3-1 128-16,-1-1 32 0,0 0-1792 0,-2 4-368 16,-1 0-64-16,0 2 0 0,-1 3-576 0,-1 1-128 15,0 10 0-15,0 0-16 16,0 0 96-16,-7 1 32 0,-2 3 0 0,0 5 0 0,0 4-352 0,-3 3-64 16,-2 2-16-16,-2 4 0 0,1-1-304 0,-1 2-64 15,0 0-16-15,2-3 0 0,2 0-144 0,3 0-48 16,1-1 0-16,3-3 0 0,1-3-256 15,2 1 128-15,3-2-128 0,3 0 0 0,4-2 0 16,1-1 0-16,1-5 0 16,2-1-400-16,1-3-192 0,1-3-48 0,1 0 0 0,-1 2 288 0,0-5 48 15,1-1 16-15,-1-3 0 0,-1-1 16 0,-3 0 0 16,1-2 0-16,-1-1 0 16,-1 1-288-16,2-1-48 0,-3 0-16 0,-3 1 0 0,0-2 624 0,-1 4 0 0,0-5 0 15,-3 2 0-15,2 1 0 0,-2-3 0 0,0 2-144 0,1 2 144 16,-2 1 0-16,1 2 0 0,0-1 0 0,-1 2 0 15,2-1 0-15,0 1 0 0,1 0 0 16,1 3 0-16,-4 5 0 0,6-4 128 0,-6 4-128 0,8-2 0 16,-8 2 128-16,9 1-128 0,0 4 0 0,1 3 144 15,-1 1 336-15,0 4 64 0,0 3 16 0,-1 1 0 16,-2 1-256-16,1 0-48 0,-1 0-16 0,0 1 0 16,-1-2-112-16,-1-2 0 0,0 0-128 0,-1-2 192 15,0-3-192-15,0 1 0 0,-1-1 128 0,1-2-128 0,-3-8 0 16,0 0 144-16,0 0-144 0,0 0 128 0,0 0 336 0,0 0 64 15,0 0 16-15,0 0 0 0,0 0-544 0,8-5 0 16,-2-2 0-16,1-1 0 0,-1-1 0 0,2-1-224 16,1-3 16-16,3-3 0 0,1-1 208 15,0-4 0-15,0-2 0 0,1-2 0 16,2-1-144-16,0-2 144 0,-1 1-128 0,2 0 128 0,0 1-208 0,2 0 32 16,-3-2 16-16,0 2 0 0,-2 0-64 0,1 3-16 15,-2 3 0-15,-3-1 0 0,-1 2 240 0,-1 3-176 16,0 2 176-16,-1 2-160 0,-2 1 160 0,-3 1 0 15,2 2 0-15,-1 3 0 0,-3 5 0 0,0 0 192 16,0 0-64-16,0 0 0 0,0 0 128 0,0 0 16 16,0 0 16-16,8 10 0 0,0 3 16 0,-3 3 0 15,-3 1 0-15,4 4 0 0,-1 2-144 0,-1 5-32 16,-2 0 0-16,1 2 0 0,-2 3 48 0,-1-2 0 16,-1 3 0-16,-2 0 0 0,-1-4-48 0,0-3-128 15,2 0 192-15,-2-4-64 0,-1-2-128 0,1-2 0 16,0 0 0-16,0-2 0 0,0-4 0 0,0-3 0 15,2 1 128-15,-1-2-128 16,0-2-432-16,3-7-112 0,0 0-32 0,0 0 0 16,0 0-1408-16,0 0-304 0,0 0-48 0,8-1-16 15,3-5-1616-15,0-6-336 0,1-2-64 0,6-3-16 0</inkml:trace>
  <inkml:trace contextRef="#ctx0" brushRef="#br0" timeOffset="15030.47">21919 1609 13823 0,'0'0'1216'0,"6"-5"-960"0,-1-1-256 0,-5 6 0 15,0 0 4704-15,0 0 896 0,5-7 176 0,-5 7 48 16,0 0-1840-16,0 0-352 0,0 0-80 0,0 0-16 0,0 0-1552 0,-6 7-304 15,-4 3-64-15,1 2-16 0,-1 3-640 0,-3 4-128 16,-2 2-16-16,0 1-16 0,-1 0-192 0,1 0-32 16,-4 0-16-16,4-2 0 0,0-2-352 0,4-1-64 15,-1-1-16-15,4-1 0 0,1 1-128 0,1-2 0 16,-2-1 0-16,0 0 0 0,4-1 0 0,3-3 0 16,1-1 0-16,0-8 0 0,1 8 0 0,1 0 0 15,2-1 0-15,-4-7 0 0,10 6 0 0,0-5 0 16,4 3 0-16,0-1 0 0,2-1 0 0,0-2-224 15,3-4 80-15,0-1 16 16,2-2-96-16,1 1-16 0,0-3 0 0,2 0 0 16,2 2-1312-16,0-3-272 0,0 1-48 0,3-3-13952 15,0-2-2800-15</inkml:trace>
  <inkml:trace contextRef="#ctx0" brushRef="#br0" timeOffset="15219.46">22429 1432 36863 0,'-4'5'3264'0,"4"-5"-2608"0,-6 2-528 16,6-2-128-16,0 0 3136 0,0 0 576 0,-7 3 128 0,7-3 32 16,0 0-3104-16,-4 4-640 0,2 3-128 0,2-7 0 15,0 0-1824-15,4 9-368 0,2 0-80 16</inkml:trace>
  <inkml:trace contextRef="#ctx0" brushRef="#br0" timeOffset="15388.45">22472 1792 54015 0,'-6'3'1200'0,"-2"-1"240"0,0 1 48 0,0 1 16 0,0 2-1200 0,1-2-304 0,-3 0 0 0,3 0 0 0,-1 0 1056 0,1-2 160 15,1 1 16-15,6-3 16 0,-5 4-912 0,5-4-176 16,0 0-32-16,0 0-128 0,0 0 0 0,0 0 0 15,0 0 0-15,0 0 0 16,0 0-1024-16,0 0-144 0,0 0-48 0,9 5-15456 16,0-5-3104-16</inkml:trace>
  <inkml:trace contextRef="#ctx0" brushRef="#br0" timeOffset="57283.75">21321 3759 39327 0,'0'0'1744'0,"0"0"368"0,0 0-1696 0,0 0-416 0,0 0 0 0,0 0 0 0,0 0 832 0,0 0 64 15,0 0 32-15,0 0 0 0,0 11 384 0,0 2 80 16,0 0 16-16,0 4 0 0,0 4-576 0,0 1-96 16,-1 0-32-16,-1 1 0 0,0 1-288 0,-1-1-64 15,1-2-16-15,-1 1 0 0,0 0-192 0,2 1-144 16,0-4 192-16,-1 1-192 0,1-1 0 0,0 1 0 15,0-6 0-15,1 2 0 16,-2-6-1472-16,2-1-288 0,0-2-64 0,0-7-12384 16,4 6-2496-16</inkml:trace>
  <inkml:trace contextRef="#ctx0" brushRef="#br0" timeOffset="57839">21703 3445 42095 0,'0'0'1856'16,"0"0"400"-16,0 0-1808 0,0 0-448 0,0 0 0 0,0 0 0 0,0 0 912 0,0 0 96 0,0 0 16 0,0 0 0 15,0 0 128-15,0 0 16 0,5 9 16 0,2 3 0 16,-2 2-448-16,1 4-96 0,1 6 0 0,-1 5-16 16,0 6-160-16,-1 0-16 0,1 2-16 0,0 2 0 0,-1 0-240 0,0 0-32 15,2-1-16-15,-2-4 0 0,-1-4-144 16,1-3 0-16,0-5 0 0,3 0 128 0,-3-5-128 15,0 0 0-15,1-5 0 0,-1-2 0 0,-1-1 0 16,1-1 128-16,-1-1-128 0,-4-7 0 0,0 0 0 0,0 0 128 16,6 0-128-16,-6 0 0 0,7-5 0 0,-1-1 0 15,0-1 128-15,-1-4-128 0,0-1 0 0,0-2 0 16,3-4 0-16,-1-3 0 0,-1-5 0 0,2-5 0 16,1-3 0-16,0-4 0 0,3-1 0 0,-2-4 0 15,2-6 0-15,0 5 0 0,-2 4 0 0,1 3 0 16,-1 5 0-16,-1 4 0 0,-1 7 0 0,-1 6 0 15,-1 3 0-15,-1 4 0 0,-1 3 0 0,-4 5-176 16,0 0 176-16,0 0-192 0,5 9 192 0,1 5 0 16,-2 6 0-16,1 5 0 0,1 5 128 0,0 4-128 15,-3 5 160-15,3 1-160 0,0 3 128 0,1 0-128 0,1-4 0 0,1-2 144 16,0-3-144-16,0-4 0 16,0-4 0-16,0-3 0 0,2-4 0 0,-2-1 0 0,0-5 0 15,1-1 0-15,1-3 0 0,-1-3 0 16,-2-2 0-16,-8-4 0 0,8 1 0 0,-8-1 0 15,9 0 144-15,-1-1-144 0,0-3 288 0,-1-2-16 0,0-5 0 16,1-1 0-16,0 1-144 0,1-9-128 0,-2-3 192 0,3-6-192 16,0-2 192-16,0-4-192 0,1-3 192 0,-1-4-192 15,1-2 128-15,-1 2-128 0,-1 4 0 0,-1 4 0 16,0 2 0-16,-3 3 0 0,-1 3 0 0,-1 4 0 16,-1 4-656-1,0 2-144-15,-4 2-32 0,1 3 0 0,0 1-1792 0,1 3-352 16,0 7-80-16</inkml:trace>
  <inkml:trace contextRef="#ctx0" brushRef="#br0" timeOffset="58124.4">21477 3375 40543 0,'-13'0'1792'0,"13"0"384"0,-5-3-1744 0,5 3-432 0,0 0 0 0,0 0 0 0,0 0 0 16,0 0 0-16,0 0 0 0,9-4 3248 0,4 0 560 0,3-1 112 0,2-2 32 16,4 1-3184-16,2-1-624 15,-1 2-144-15,6-1 0 0,4-1 0 0,1-1-144 0,2 3 144 0,2 0-192 31,1-3-1472-31,0 2-320 0,1-5-48 0,3 3-12848 16,3 0-2576-16</inkml:trace>
  <inkml:trace contextRef="#ctx0" brushRef="#br0" timeOffset="58322.68">22378 3225 23951 0,'0'0'1056'0,"0"0"224"0,0 0-1024 0,0 0-256 0,0 0 0 0,0 0 0 16,0 0 6080-16,0 0 1152 0,0 0 224 0,9-3 48 15,2-1-5184-15,1-1-1040 0,1 1-192 0,4-2-64 0,0-4-704 0,2 3-128 16,1 1-48-16,1 0 0 0,1-2-144 0,0 0 0 16,0 2 0-16,0 0 0 15,0 3-896-15,0-3-224 0,-1 5-32 0,-2-2-16 16,-1 2-2160-16,0 2-416 0,-1 3-96 0</inkml:trace>
  <inkml:trace contextRef="#ctx0" brushRef="#br0" timeOffset="58795.08">22663 3865 16575 0,'0'0'1472'0,"0"0"-1168"16,0 0-304-16,0 0 0 0,0 0 7488 0,0 0 1424 15,0 0 304-15,0 0 48 0,0 0-6528 0,0 0-1312 16,2-5-256-16,3-1-48 0,2 1-608 0,1 1-128 0,2-2-32 0,3-3 0 16,-1-1-192-16,2 3-32 15,1 0-128-15,-4 1 192 0,0 2-192 0,-1-2 0 0,-1 3 0 0,0-1 0 16,-1 2 432-16,-8 2-16 0,0 0 0 0,0 0 0 16,0 0-416-16,0 0 0 0,4 8 0 0,-3 1 0 15,-2 2 352-15,-3-1 32 0,-1 5 16 0,-2 1 0 16,0 3-400-16,-2 0 128 0,-3 0-128 15,-1 0 0-15,-2 1 144 0,0 2-144 0,-1 1 160 0,2-2-32 0,-2 1-128 0,2-1 0 16,-1 1 0-16,4 0 0 0,-1-1 0 16,2-1-128-16,2-3 128 15,0 0-160-15,1-2 160 0,2 0 0 0,3-2 128 16,2-3-128-16,-2-1 0 0,2-1-240 0,0-8 48 0,4 7 0 0,-4-7 320 0,8 5 64 16,1-1 0-16,3-2 16 0,2-2-144 0,2-2-64 15,2-2 0-15,3-1 0 0,2-2 0 0,2-1 0 16,-1-2 0-16,2 0 0 0,0-1 0 0,1 1 0 15,2-1 0-15,-3 2 0 0,-3 0 0 0,1 0 0 16,-5 2 0-16,0-2 0 0,-4 3-192 16,0 2-48-16,-2 0 0 0,1 1 0 15,-3 1-1328-15,-1 2-272 0,-1 0-48 0</inkml:trace>
  <inkml:trace contextRef="#ctx0" brushRef="#br0" timeOffset="59496.28">23507 3591 15663 0,'0'0'1392'0,"0"0"-1120"0,-7 3-272 0,1-6 0 16,6 3 8032-16,0 0 1552 0,0 0 304 0,0 0 64 0,0 0-7328 0,7-5-1472 16,1 1-304-16,2 0-48 0,3 0-16 0,1 1 0 15,2 2 0-15,1-3 0 0,0 3-784 0,1 0 0 16,2-3-256-16,2 1 64 0,-1 1 192 0,1-1 0 16,-2 0 0-16,2 2 0 0,0-2 0 0,0 2 0 15,-2-2 0-15,-2 2-144 16,-1 1-832-16,0 1-176 0,-3 1-16 0,-1 0-16 15,-1 1-2000-15,-3-2-400 0,-1 3-64 0</inkml:trace>
  <inkml:trace contextRef="#ctx0" brushRef="#br0" timeOffset="59658.83">23532 3780 40543 0,'0'0'3600'0,"0"0"-2880"15,0 0-576-15,0 0-144 0,0 0 2176 0,0 0 416 0,0 0 80 0,0 0 16 16,8 3-1408-16,1-3-288 0,0 0-48 15,3-2-16-15,1 1-576 0,3-2-112 16,1 1-32-16,1-1 0 0,1-1-208 0,4-1 0 0,0-1 0 0,3-1-160 31,1-1-2016-31,5 2-416 0,3-1-80 0</inkml:trace>
  <inkml:trace contextRef="#ctx0" brushRef="#br0" timeOffset="60311.51">25030 2728 11967 0,'0'0'1072'0,"-3"-8"-864"0,1-1-208 16,-1 0 0-16,-1-3 4864 0,0 2 912 0,-1-2 192 0,-1 3 48 16,-2-3-2992-16,-1 4-592 0,0 0-112 0,-1 2-16 15,-1 1-576-15,0 1-96 0,1 1-32 0,-1 3 0 16,1 0-512-16,-2 3-96 0,1-2-32 0,-1 4 0 16,1 2-560-16,0 1-112 0,-1 3-32 0,0 2 0 0,0 4-48 0,2 3-16 15,-2 2 0-15,2 3 0 0,1 2 0 0,1 5-16 16,0 0 0-16,0 6 0 15,2 6-16-15,1 8 0 0,-1 5 0 0,2 5 0 0,4 7 0 16,0 3 0-16,0 0 0 0,3 2 0 0,0 4 32 16,1 2 0-16,2 0 0 0,1 0 0 0,-1-4-48 15,1-1 0-15,-1-2 0 0,1-2 0 0,-2-4-144 16,1-1 0-16,1-4 0 0,-2-2 128 0,-1-6-128 0,0-5 0 16,-1-4 0-16,-1-5 128 0,-1-4-128 0,1-2 128 15,-4-1-128-15,-1-6 128 0,-3-1-128 0,1-2 0 16,-3-2 0-16,-1-4 128 0,0-3 0 0,0-2 0 15,-3-3 0-15,0 0 0 0,-1-3 0 0,-1-3-128 16,0 0 192-16,-1-3-64 0,-3-1-128 0,0 0 0 16,1-2 0-16,-1-2 0 0,-2-3 0 0,1 1 0 15,2-2 0-15,1 0-176 16,2-1-624-16,2 1-128 0,3-2-32 0,1-1 0 16,4 2-2544-16,9-4-512 0</inkml:trace>
  <inkml:trace contextRef="#ctx0" brushRef="#br0" timeOffset="61576.24">24314 5109 15663 0,'0'0'1392'0,"-2"-6"-1120"0,0 1-272 0,0-1 0 0,-1-1 5376 0,3 7 1008 16,-1-6 208-16,0-1 32 0,-1 1-3424 0,2 6-672 16,0 0-144-16,0 0-16 0,0 0-976 0,0 0-192 15,0 0-48-15,0 0 0 0,0 0-544 0,0 0-112 16,11 3-32-16,-2 7 0 0,1 3-80 0,2 2 0 15,-2 6-16-15,1 5 0 0,-1 3 0 0,-1 3 0 16,-2 4 0-16,1-4 0 0,0 2-64 0,-2 0-16 16,-1-3 0-16,1-1 0 0,-4-2-288 15,2-5 128-15,0-2-128 0,0-3 0 16,0-1 160-16,0-4-160 0,0-4 128 0,0-1-128 0,-4-8 192 0,0 0-32 16,0 0-16-16,0 0 0 0,9 3-144 0,-2-3 0 15,-7 0 0-15,7-3 0 0,1-2 0 0,1-3 0 0,1-2 0 0,-1-3 0 16,1 0 0-16,-1-4 0 0,0-7 0 0,1-2 0 15,2-4 0-15,-2-5 0 16,2-2 0-16,0 0 0 0,1-5 0 0,1 0 0 0,-1 3 0 0,-1 0 0 16,0 3-128-16,-2 2-16 15,2 1 0-15,-2 2 0 16,0 3-624-16,-3 4-128 0,2 0-32 0,-2 6 0 16,-2 4-576-16,-1-1-112 0,0 6-32 0,-1 3 0 15,-3 6-2368-15,0 0-464 0</inkml:trace>
  <inkml:trace contextRef="#ctx0" brushRef="#br0" timeOffset="61842.34">24266 5300 24879 0,'-13'0'1088'16,"13"0"256"-16,-8 2-1088 0,2-2-256 0,0-2 0 0,6 2 0 0,0 0 5920 0,0 0 1120 15,0 0 240-15,2-6 32 0,2-1-5136 0,2 1-1040 16,2-2-208-16,2 1-32 0,2 1-704 0,4-1-192 16,0 1 0-16,3-1 0 0,2-1 0 0,-2 1 0 15,1-1 0-15,0 1 0 0,3 1 0 0,1 1 0 16,-4-1 0-16,4 2 0 16,-2 0-864-16,0 3-192 0,0 1-32 0,1 1-16 15,0 1-1568-15,-1 2-304 0,-2 0-64 0,2 2-16336 0</inkml:trace>
  <inkml:trace contextRef="#ctx0" brushRef="#br0" timeOffset="62048.84">24825 5454 27647 0,'0'0'2448'0,"0"8"-1952"16,-1 0-496-16,1-8 0 0,0 6 4368 0,0-6 784 0,0 8 160 0,1 1 16 15,-2 3-2720-15,2 2-560 0,1-3-96 0,-1 2-32 16,2 0-896-16,-2 0-192 0,0 0-48 0,1 1 0 15,0 3-416-15,-1-1-96 0,1-1-16 0,-1 1 0 16,0 2-256-16,1-2 160 0,-1 1-160 0,0 0 128 31,1-4-448-31,0-1-80 0,1-1-32 0,-1 1-10832 16,2 0-2160-16,1-2-432 0</inkml:trace>
  <inkml:trace contextRef="#ctx0" brushRef="#br0" timeOffset="62949.24">24408 1795 30399 0,'0'0'1344'0,"0"0"288"0,0 0-1312 0,0 0-320 0,0 0 0 0,0 0 0 16,2 6 3440-16,-1 3 608 0,0 2 128 0,3 2 32 15,1 0-2160-15,3 2-416 0,1 6-96 0,2 3 0 16,2 3-816-16,0 2-144 0,1 1-48 0,2-3 0 16,1 2-224-16,-3-2-48 0,-1-2-16 0,3-2 0 15,-2-2-48-15,-1-3 0 0,0-2 0 0,-1-3 0 0,0-1 48 0,-2-3 0 16,-1-4 0-16,0-1 0 0,-1-1-16 16,0-2 0-16,-3-1 0 0,0-1 0 0,2-4-224 0,-2-1 0 15,-1-2 0-15,1-1 0 0,0 0 320 0,1-5-48 16,-1-2 0-16,0-2 0 0,0-4-272 0,2-3 128 15,-1-2-128-15,2-2 0 0,0-1 128 0,1-1-128 16,0-1 0-16,0 2 0 0,-1 2 0 0,0 0 0 16,0 1 0-16,0 2 0 0,-5 3-128 0,3 3-48 15,-1 2 0-15,-1 2 0 16,-2 3-688-16,1 3-144 0,0 3-16 0,-3 6-16 16,0 0-1136-16,0 0-208 0,0 0-48 0,-2 12-11808 15,1 1-2352-15</inkml:trace>
  <inkml:trace contextRef="#ctx0" brushRef="#br0" timeOffset="63230.21">24376 1997 32255 0,'0'0'2864'0,"-6"-3"-2288"0,0-4-576 0,3 2 0 15,3 5 4320-15,0 0 752 0,0 0 160 16,3-6 16-16,2-1-3408 0,3 1-688 0,1-1-144 16,3-2-32-16,1 1-704 0,4 2-144 0,2-1-128 0,5 1 192 15,2-1-192-15,3-1-272 0,-1 2 64 0,1 1 16 0,1-2 192 0,-3 3 0 16,1-1 0-16,-1 1 0 16,-1 0-384-16,1 0-176 0,-3 0-32 0,-2 3-16 15,-2 0-1696-15,-2 2-320 0,-2 2-80 0,-1-1-17840 16</inkml:trace>
  <inkml:trace contextRef="#ctx0" brushRef="#br0" timeOffset="63607.52">24811 2195 5519 0,'0'0'496'0,"0"0"-496"15,0 0 0-15,0 0 0 0,0 0 9344 0,0 0 1760 16,0 0 352-16,4-7 80 0,1 1-8224 0,2-1-1648 15,1-2-336-15,2 1-64 0,0 2-608 0,-1-1-112 16,2-1-32-16,1 1 0 0,-1-1-224 0,0 1-48 16,-1 1-16-16,1-2 0 0,0 0-16 0,1 3 0 15,-3 2 0-15,-9 3 0 0,0 0-16 0,0 0 0 16,0 0 0-16,0 0 0 0,4 5 128 0,-3 5 32 16,-2 0 0-16,-1 2 0 0,0 2-48 0,-2 2-16 15,-1 1 0-15,-1 0 0 0,-1 0-288 0,1 0 160 16,-1-2-160-16,2 2 128 0,0 1-128 0,1-1 0 0,1-5 0 15,1 0 0-15,0-2 0 0,1-1 0 0,0-1 0 16,1 1 0-16,0-2 0 0,1-1 0 0,2 0 128 0,-3-6-128 16,6 5 0-16,3-1 0 0,-1-3 0 0,1 0 128 15,0 1-128-15,2-2 0 0,-1-2 0 0,2 0 0 16,0-1 0-16,2-1 0 0,0 0 0 0,1 0 0 16,-1 2 0-16,0-1 0 0,-1 2 0 15,2-4 0-15,-4 1-512 16,1 0-96-16,-1-3-16 0,0 2 0 0,4 1-2768 15,0 3-544-15</inkml:trace>
  <inkml:trace contextRef="#ctx0" brushRef="#br0" timeOffset="64176.54">25253 3480 20271 0,'0'0'1792'0,"0"0"-1424"0,-7-1-368 0,7 1 0 0,0 0 5312 0,0 0 976 16,0 0 208-16,0 0 32 0,0 9-4448 0,0 4-896 16,-1 3-176-16,1 3-48 0,0 3 192 0,0 6 16 15,0 3 16-15,0 4 0 0,0 3-592 0,0 1-112 16,-1 0-32-16,1 2 0 0,1-5-176 0,-1 1-32 15,0-5-16-15,0-2 0 0,0-2-224 0,0-2 176 16,1-5-176-16,-1-2 160 0,-1-1-160 0,1-2 0 0,-1-2 0 16,0-2-176-1,-1-3-1024-15,1-2-208 0,1-7-32 0,0 0-16 16,0 0-2736-16,0 0-544 0</inkml:trace>
  <inkml:trace contextRef="#ctx0" brushRef="#br0" timeOffset="64494.36">25179 3345 25791 0,'0'0'2304'0,"0"0"-1856"15,0 0-448-15,0 0 0 0,0 0 4912 0,0 0 880 0,0 0 176 0,10-2 48 16,1 1-4288-16,-1 0-832 16,0-1-192-16,3 1-16 0,2 1 32 0,0-4 16 0,2 2 0 0,3 2 0 15,1-3-496-15,1 3-112 0,1 0 0 0,4 3-128 16,0-3 128-16,0 2-128 0,-1 5 0 0,0 1 0 0,2-1 0 0,-2 1 0 15,0 0 0-15,-1 1 0 0,-3 2 0 0,-3-1 0 16,-3 2 0-16,-3-1 0 16,-2 1 0-16,-4 0 0 0,-1 0 0 0,-4 1 0 0,-2 1 0 15,-4 2 0-15,-4 1 160 0,-2-3-160 0,-2 2 224 0,-2 1-32 16,-3 1-16-16,-3 0 0 0,0-1 16 0,-1-1 0 16,0-1 0-16,0 1 0 0,-1 0-192 0,-2-1 0 15,0-2 144-15,0-1-144 16,1-2-400-16,1 1-160 0,-1-2-16 15,5 0-16-15,1-1-1488 0,4-2-288 0,5 0-64 0</inkml:trace>
  <inkml:trace contextRef="#ctx0" brushRef="#br0" timeOffset="65034.05">26007 3927 22111 0,'0'0'976'0,"0"0"208"0,-7-6-944 0,2-2-240 0,1-1 0 16,0 1 0-16,0 0 4784 0,0-1 912 0,0 1 176 0,0 1 32 15,0-1-3440-15,1 0-688 0,0 3-144 0,-1 1-32 0,-3-1-800 0,1 3-160 16,-3-2-48-16,0 4 0 0,-6 4-64 0,-2 3-16 16,-3 1 0-16,-10 9 0 0,-3 7-256 0,-2 1-64 15,-3 0-16-15,1 2 0 0,2 2 48 0,4 0 16 16,5-2 0-16,6 0 0 0,5-3-48 15,3-1-16-15,3-1 0 0,4-1 0 16,2-4-176-16,6-1 0 0,2-3-192 0,3-1 192 0,3-3-368 16,5-3 48-16,1-2 16 0,4-3 0 15,1-1-128-15,1-2-16 0,2-2-16 16,1-3 0-16,-1-2 0 0,0-1 0 0,0-3 0 0,-1-3 0 0,-3-1 128 0,-1-2 16 16,-2-2 16-16,-1-3 0 0,-1-2 304 0,-2-4 0 15,-2 0-128-15,1-1 128 0,0-3 0 0,-1-2 224 16,-2-5-32-16,0 2-16 0,-2-1 96 0,0-1 32 15,-4 0 0-15,-1 0 0 0,-1 5 0 0,1 2 0 16,-3 2 0-16,2 5 0 0,1 4 128 0,-2 3 16 16,-1 4 16-16,-1 3 0 0,0 3-48 0,-1 2-16 15,1 2 0-15,1 6 0 0,0 0-112 0,0 0-32 16,0 0 0-16,0 0 0 0,1 10-256 0,-1 4 0 16,-1 6 0-16,0 3-144 0,3 6 144 0,1 4 0 0,0 3 0 0,1 1 0 15,-1-1 0-15,3 2 0 0,-1 0 0 0,1-3-128 16,1-2-64-16,1-2 0 0,-2-2 0 0,2-5 0 31,-1-1-384-31,0-3-64 0,0-3-32 0,-1 0 0 16,1-4-1440-16,-1-2-272 0,1-1-64 0,0-1-16 15,0-5-1344-15,1-1-272 0,1-3-48 0</inkml:trace>
  <inkml:trace contextRef="#ctx0" brushRef="#br0" timeOffset="65434.83">26420 3345 21183 0,'0'0'1888'0,"0"0"-1504"0,0 0-384 0,0 0 0 0,0 0 4656 0,0 0 848 16,0 0 192-16,0 0 16 0,0 0-2592 0,0 0-528 16,0 0-96-16,-3 9-32 0,1 2-1120 0,0 4-208 15,2 3-48-15,2 2-16 0,-1 3-448 0,2 4-96 16,0 6-16-16,1 4 0 0,0-5-224 0,1 5-48 16,1 2-16-16,-1 1 0 0,0 1-96 0,2-1-128 15,-2-2 176-15,1-3-176 0,0-2 144 0,-1-2-144 16,-1-2 0-16,1-3 144 0,0-2-144 0,0-1 128 15,-1-4-128-15,0-1 128 0,0-3-128 0,0-2 128 16,0-4-128-16,-1-1 128 0,-1-2-128 0,-2-6 160 16,0 0-160-16,0 0 160 0,0 0-160 0,0 0 0 15,5-4 0-15,3-2 128 0,-1-5-128 0,-1-2 0 16,-1-2 0-16,2-2 128 0,-1-4-128 0,1-1 0 16,-1-2 0-16,4-4 128 0,-1-4-128 0,1-4 0 15,-1-2 144-15,3-4-48 0,1-1-96 0,3-4 0 0,-2-1 0 16,2 2-160-16,-2 5 160 0,0 3 0 0,1 4 0 0,-2 3 0 15,-3 1 0-15,-1 2 0 0,-1 4 0 0,0 3 0 16,-2 2 0-16,0 4 0 0,-2 3 0 0,-2 2-128 16,1 2-208-16,-2 1-48 0,-1 7 0 0,0 0 0 31,0 0-832-31,0 0-160 0,0 0-32 0,0 0-16 16,0 0-1936-16,3 12-384 0,-1 4-80 0</inkml:trace>
  <inkml:trace contextRef="#ctx0" brushRef="#br0" timeOffset="65728.67">26293 3710 28559 0,'-10'-4'2544'15,"0"-1"-2032"-15,-1-3-512 0,2 1 0 0,0 2 5056 0,2 0 928 16,2 0 176-16,1-2 48 0,3 1-3856 0,3-1-768 15,2 0-160-15,4 1-16 0,3-2-832 0,0 0-144 16,2 2-48-16,4-1 0 0,2-1-208 0,1 1-48 16,3-2-128-16,0 2 192 0,-1 3-64 0,2 0-128 15,-1 0 176-15,2-1-176 0,0 1 192 0,3-4-192 16,2 4 192-16,0 0-192 0,10-1 0 0,-3 3 0 16,-3-4 0-16,-2 5 0 15,-4-3-288-15,-2 3-160 0,-1 0-48 0,-1 1 0 16,-4-4-1648-16,3 2-336 0,1 2-64 0</inkml:trace>
  <inkml:trace contextRef="#ctx0" brushRef="#br0" timeOffset="71434.64">28228 3422 30399 0,'-1'-7'2704'0,"-1"-1"-2160"0,4-1-544 0,-2-3 0 0,1 1 2432 0,0-1 368 16,1-1 80-16,-2 2 0 0,-2 4-1056 0,1-3-224 15,-2 3-32-15,0 0-16 0,-1 1-160 0,4 6-48 16,0 0 0-16,-8 0 0 0,3 2-384 0,-5 5-64 15,-1 2-32-15,-1 4 0 0,-1 1-480 0,0 4-112 16,-3 3-16-16,1 4 0 0,0 5-256 0,4-4 0 16,-2 2 0-16,1 2 0 0,3 2 0 0,2-3 0 15,5-2 0-15,0-1 0 16,4-5-448-16,3-1-32 0,0-6-16 0,3-1 0 16,1-4-1072-16,4-1-224 0,3-3-32 0,1-3-16 15,1-4-256-15,3-2-48 0,1-2-16 0,3-3 0 16,1-3-368-16,1-2-80 0,-1-3-16 0,2 0 0 15,-1-2 1232-15,0 1 240 0,-2-4 64 0,0 1 0 16,-3-2 416-16,-2 3 96 0,-4-1 0 0,-2 3 16 0,-3 0 1424 0,-3 2 288 0,-4 4 48 0,-3 2 16 16,-2 2 1600-16,-2 2 336 0,-2 2 64 0,-1 2 16 15,-2 2-480-15,-1 3-80 0,-3 2-32 0,0 3 0 16,1 2-1328-16,-3 4-272 0,0 0-48 0,1 0-16 0,1 1-576 16,2 0-112-16,-1 0-32 0,2 0 0 0,5 2-256 15,2-4 128-15,1 2-128 0,2-4 0 0,1 0 0 16,4-1 0-16,-1-1 0 0,3-2 0 0,1-2-240 0,1 0-48 15,2-4-16-15,0 1 0 16,1-4-112-16,-1 1-32 0,-2-1 0 16,2-2 0-16,-1-3 192 0,1-1 48 0,-1-1 0 0,-1-3 0 0,0 2 208 0,1-3 0 15,-2-1 0-15,1-2-144 0,1-2 144 0,-1 1 0 16,-1 1 0-16,1-2-128 0,-1 0 128 0,0 1 0 16,0 0 0-16,0 2 0 0,-1 5 0 0,-2 1 0 15,0 1 0-15,0 2 0 0,-6 6 0 0,0 0 0 16,0 0 144-16,0 0-144 0,0 0 400 0,8 7-16 0,-2 2-16 15,0 3 0-15,-4 3 16 0,1 1 0 0,-2 4 0 16,2 2 0-16,-1 0-208 0,1 1-48 16,-3-1 0-16,1-1 0 0,1-1-128 0,2 0 0 15,-2-3 144-15,2-3-144 0,-1-1 0 0,-1-2 0 16,1-1 0-16,-1-3 0 0,-2-7 0 0,4 6 0 16,-4-6 0-16,0 0 0 0,0 0 0 0,0 0 0 15,0 0 0-15,0 0-128 0,4-6 128 0,-1-1 0 0,2-3 0 0,2-2 0 16,-1-2 0-16,2-3 0 0,1-2 0 15,2-1-128-15,-1-3 128 0,3 3-160 0,0-1 160 16,1 1-160-16,2 2 160 0,-2 1 0 0,-1 3-144 0,-2 1 144 16,-2 5 0-16,-1 3-144 0,-2 2 144 0,-6 3 0 15,0 0-128-15,7 6 128 0,-3 2 0 0,-2 3 0 16,1 0 0-16,-2 5 256 0,1 4-32 0,-2-3 0 16,0 0-80-16,2-1-16 0,-1 3 0 0,2-2 0 15,0 0-128-15,-1-4 0 0,1 0 0 0,1-3 0 16,1-2 0-16,3-2 0 0,-2 1 0 0,2-4 0 15,0-3 0-15,0-2-224 0,0 1 80 0,1-3 16 0,-1 0 128 0,-1-2 0 16,0-2 0-16,1 0-128 0,2-5 128 0,-2-1 0 16,-1-3 0-16,0 0 0 0,2-2 0 0,1 0 0 15,-1-2 0-15,0 0 0 0,1 0 0 0,1 0 0 16,-2 1 0-16,-1 1 0 0,-2 4 0 0,1 2 0 16,-2 4 0-16,-1 1-128 0,-4 8 128 0,0 0-128 15,0 0 128-15,0 0-128 0,0 0 128 0,0 0 0 16,1 9 0-16,0 3 0 0,-1-2 0 0,0 3 0 15,0 0 0-15,2 0 0 0,0 0 0 0,1 0 0 16,0 2 0-16,-1-2 0 16,2 0-864-16,1-4-96 0,-1 1 0 15,1 1-16-15,1-1-752 0,0-2-128 0,1 0-48 0,0-2 0 16,1-1-736-16,1 1-160 0,1-5-16 0,-3 0-16 16,1 1-656-16,0-2-128 0,0-3-32 0</inkml:trace>
  <inkml:trace contextRef="#ctx0" brushRef="#br0" timeOffset="71843.81">29412 3352 11967 0,'0'0'1072'0,"-1"10"-864"0,-2 0-208 0,0 3 0 16,1 0 5712-16,-2 1 1104 0,0 3 224 0,1 3 32 15,1 1-4368-15,0 2-864 0,0 1-176 0,0 2-48 16,2 1-912-16,2 3-192 0,0-2-48 0,1 2 0 0,0-1-320 0,1 3-144 16,-1-1 128-16,3-1-128 0,-4-1 0 0,1-6 128 15,-2-1-128-15,0-1 0 0,1-5 0 0,-2-3 0 16,-2-3 128-16,1-2-128 0,0 0 0 0,1-8 0 15,0 0 0-15,0 0 128 0,0 0-128 0,0 0-192 16,-7 1 32-16,7-1 16 0,-6-4-16 0,1-2 0 16,-2-3 0-16,2-3 0 0,1 0 0 15,0-6 0-15,0-2 0 0,2-3 0 0,0-2-96 0,2-6 0 16,0-2-16-16,2-1 0 0,0 1-48 16,2-1 0-16,1 1 0 0,2 2 0 0,1 1 192 15,-2 2 128-15,3 4-192 0,0 1 192 0,1 4 0 16,0 2 128-16,2 3 0 0,1 2 16 0,0 4 112 0,1-1 0 15,-1 1 16-15,0 2 0 0,0 2-272 0,0 1 128 16,0 0-128-16,0 2 0 0,-1 2 0 0,1 2 0 16,-2 0 0-16,-2 2 0 0,-2 3 0 0,0 2 0 15,-3 1-128-15,-3 3 128 0,-2 3 0 0,-2 2 0 16,-2 4-128-16,-3-4 128 0,-1 1 0 0,0 1 0 16,-3 1 0-16,2-3 160 0,-1 0-160 0,2-3 0 0,0 0 0 15,1-3 0 1,2-1-2352-16,2-3-336 0,4 0-80 0</inkml:trace>
  <inkml:trace contextRef="#ctx0" brushRef="#br0" timeOffset="72151.1">29718 3325 20271 0,'0'0'1792'0,"0"0"-1424"0,0 0-368 0,0 0 0 16,0 0 3920-16,0 0 720 0,2 7 144 0,-2 2 16 15,0 1-2240-15,0 2-464 0,-2 1-96 0,4 3-16 0,-5 1-720 0,3 1-160 16,0 3-16-16,0-2-16 0,-1 1-560 0,-1 1-128 15,2-2 0-15,0 1-16 0,-1-1-16 0,0-2 0 16,-1 0 0-16,1-4 0 0,1-1-32 0,-1-3-16 16,1-9 0-16,0 0 0 0,-1 7 0 0,1-7 0 15,0 0 0-15,0 0 0 0,0 0-128 0,0 0-32 16,0 0 0-16,0 0 0 0,0 0-144 0,1-7 0 16,1-1 144-16,1-2-144 0,-2-5 0 0,3 1 0 15,1-2 0-15,1 0 128 0,-1-1-128 0,3 0 144 16,0-2-144-1,2 1 160-15,2-4-464 0,-2 2-80 16,-1 1-32-16,2 2 0 0,-1 3-864 0,2 1-192 0,-3-1-16 0,1 4-16 16,0 2-1296-16,-1 3-256 0,-9 5-48 0,14 3-14896 15</inkml:trace>
  <inkml:trace contextRef="#ctx0" brushRef="#br0" timeOffset="72435.41">29885 3617 21183 0,'0'0'1888'0,"0"0"-1504"15,0 0-384-15,0 0 0 0,7 8 3248 0,-1-4 576 16,-1-3 112-16,3 0 32 0,1-1-1968 0,2-2-384 16,-1-3-80-16,2-2 0 0,0 3-400 0,1-5-80 0,0 0-16 0,1-1 0 15,3-2-544-15,-1-1-112 0,-3-3-32 0,0 0 0 16,1 1-128-16,2-1-32 0,-1-3 0 0,0-1 0 0,-2 0 48 0,-2 1 0 16,0 1 0-16,-2 1 0 0,0 1-240 0,-4 3 0 15,-2 4 0-15,-3 2 0 0,0 7 320 0,0 0 0 16,-8 0 16-16,-1 3 0 0,-1 4 304 15,-2 2 64-15,-1 2 16 0,1 5 0 0,-1 4-464 0,0-1-112 16,-3-1-16-16,2 3 0 0,1 0-128 0,4-1 0 16,4-3 0-16,1 1 0 15,4 0-912-15,1-1-176 0,2-1-16 16,2-3-16-16,3-3-1680 0,2-1-336 0,3-2-64 0,4-2-8992 16,4-1-1808-16</inkml:trace>
  <inkml:trace contextRef="#ctx0" brushRef="#br0" timeOffset="72768.71">30434 3362 26431 0,'3'-17'1168'0,"-1"10"240"0,2-3-1120 0,-3 2-288 16,-1 0 0-16,-1 2 0 0,1 6 2880 0,0 0 512 0,0 0 96 0,0 0 32 15,-10-7-1024-15,-1 3-192 16,1-1-32-16,-1 5-16 0,1 1-1040 0,0 3-224 16,-2 0-32-16,0 3-16 0,-1 0-448 0,0 2-96 15,0 2-16-15,1-1 0 0,0 2-128 0,2 1-48 0,2-2 0 0,0 0 0 16,1 0-208-16,0-1 0 15,3 1 0-15,2-2 0 0,-1 1 0 0,3-3-128 0,0-7 128 0,3 7 0 16,0 3-208-16,3-3 64 0,0 0 16 0,3-1 0 16,0 0-64-16,1-2-16 15,1-2 0-15,2 1 0 0,-1 1 208 0,0 0 0 0,-2-2-160 16,-1-1 160-16,3 5 0 0,0-2-176 0,-3-4 176 16,-1 2-128-16,-8-2 128 0,0 0 0 0,5 7 0 0,-5-7 0 15,0 0 0-15,3 8 176 0,-5-1-176 0,0 3 192 16,-4-1-48-16,0 0 0 0,-2 0 0 0,0 0 0 15,-1 0-352-15,-1 0-80 0,-2-1-16 0,0 0 0 16,2-3-1744-16,1 2-368 16,1-3-64-16,-1-2-17552 0</inkml:trace>
  <inkml:trace contextRef="#ctx0" brushRef="#br0" timeOffset="73139.84">30792 3235 3679 0,'0'0'320'0,"0"0"-320"0,0 0 0 0,0 0 0 0,0 0 8272 0,0 0 1584 16,-5-4 320-16,5 4 64 0,-8 0-6224 0,-1 2-1264 16,-1 0-240-16,-2 2-48 0,-2 3-1136 0,-1-1-240 15,1 1-32-15,-1 2-16 0,-4 1-656 0,2 3-128 16,0 2-16-16,2 0-16 0,-2-1-96 0,2 0-128 16,2-1 176-16,3 0-176 0,0-2 0 0,2 1 0 15,0-3 0-15,3 2 0 0,1-4 0 0,1 1 0 16,2 0 0-16,2 0 0 0,3-3-128 0,1 0-48 15,-5-5 0-15,7 7 0 0,1-2-64 0,1 2-16 16,1-5 0-16,-1 2 0 0,3 0 64 0,1-1 16 0,0-1 0 0,0 2 0 16,-1-3 176-16,0 3-128 0,1 0 128 15,-3 0-128-15,-1-1 128 0,-1-1 0 0,0 1 0 16,-8-3 0-16,4 7 0 0,0-1 0 0,-4-6 0 0,0 0 0 16,-2 8 176-16,0 0-48 0,-1 0 0 0,-1 1 0 15,-2-2 16-15,-1 3 0 0,1-1 0 16,-1-3 0-16,1-1-144 0,-1 1-256 0,-1-2 64 0,2-2 16 15,-1 1-1232 1,2-2-256-16,0 0-64 0,5-1 0 0,0 0-2112 0,0 0-448 16</inkml:trace>
  <inkml:trace contextRef="#ctx0" brushRef="#br0" timeOffset="73318.48">30830 3277 8287 0,'0'0'736'0,"0"0"-592"0,0 0-144 0,0 0 0 0,0 0 7248 0,0 0 1424 16,0 0 288-16,0 0 48 0,0 0-5632 0,3 12-1136 15,0-3-208-15,-3 4-48 0,1 1-624 0,-1 2-112 16,0-1-32-16,1 4 0 0,-1-1-768 0,1 0-176 16,-1-1-16-16,2-1-16 0,-2-1-240 0,1 4 0 15,2-4 0-15,-2 0-160 16,3-2-1392-16,0-3-288 0,0-1-48 0,1 0-16 16,0-1-2496-16,-5-8-496 0</inkml:trace>
  <inkml:trace contextRef="#ctx0" brushRef="#br0" timeOffset="73944.81">30909 3308 26143 0,'0'0'1152'0,"-2"-5"256"0,2 5-1136 0,0 0-272 0,0-7 0 15,0 2 0-15,0 5 2112 0,0 0 352 0,0 0 80 16,0 0 16-16,0 0-1344 0,7-5-256 0,-1 1-48 0,5 0-16 16,-1 2-896-16,3 0 0 0,0 1-240 0,3 0 48 15,1 1 192-15,0 0-128 0,-2 1 128 0,0 2-128 16,-1 0 128-16,-2 4 0 0,-3-1 0 0,-1 4 0 15,-3 1 784-15,-1 2 192 0,-2 2 48 0,0 2 0 16,-2 1 752-16,-3 1 144 0,-1 1 48 0,0 0 0 0,-1-1-816 16,1-2-144-16,2 0-48 0,-1 1 0 0,0-2-432 15,2-2-80-15,0-1-32 0,1-1 0 0,0-3-416 0,0-9 128 16,0 0-128-16,0 0 0 0,4 7 0 0,-4-7 0 16,6 4 128-16,-6-4-128 0,0 0 0 0,7-3 0 15,-1-1 0-15,1 0 0 0,2-2 0 0,-4-3 0 16,-1-2 0-16,3 1 0 15,0-6-160-15,1 0 160 0,0-1 0 0,-1 0-144 0,-1 1 144 16,1-1-160-16,-1 1 160 0,1 2-160 0,-1-3 160 0,1 1 0 16,-1 2-144-16,1 2 144 0,-2 4 0 0,-1 2 0 15,-4 6 0-15,0 0 0 0,0 0 0 0,0 0 0 16,0 0 0-16,0 0 0 0,2 7 0 0,0 4 160 16,-1 1-16-16,0-3 0 0,1 4 16 0,-2 1 0 15,-2 0 0-15,2-1 0 0,0 0-160 0,-1 1 192 16,1-3-192-16,0 1 192 0,1 0-192 0,1-2 0 15,-1 1 0-15,0-2 0 0,1-1 0 0,-2-8 0 0,0 0 0 16,0 0 0-16,7 5 0 0,1-1 0 0,-1-2-144 16,1-2 144-16,1-1-192 0,0-4 64 0,1-3 128 0,2-1-208 15,0 0 80-15,1-2 128 0,0 0-208 16,2-6 80-16,4-3 0 0,0-2 0 0,2-3 0 0,1-4 0 16,0 1-16-16,2 2 0 0,-1 0 0 0,1-1 0 15,-3 4 144-15,-4 3 0 0,-2 6 0 0,-3 2-128 16,-5 5 128-16,-2 1 0 0,-5 6 160 0,0 0-160 15,0 0 576-15,0 0 32 0,-2 8 0 0,-1 3 0 16,-1 0-416-16,-2 2-192 0,0 6 160 0,-1 0-160 16,1 2 0-16,2-3 0 0,0 3 0 0,1 0 0 15,3-1 0-15,0-3-320 0,2-1 64 0,0 0 0 16,2-2-1136-16,0-3-208 16,1-2-64-16,1 0 0 0,0-1-1200 0,3 0-240 0,0 0-48 15</inkml:trace>
  <inkml:trace contextRef="#ctx0" brushRef="#br0" timeOffset="74249.13">32014 2788 21183 0,'-5'4'1888'0,"-3"0"-1504"15,2-2-384-15,-1 4 0 0,2-1 6080 0,1 4 1136 16,1-3 224-16,-1 2 48 0,-1 1-5056 0,1 4-1008 15,-2 0-208-15,-1 3-32 0,-1 6-448 0,-1 7-96 16,0 4 0-16,-1 4-16 0,-5 5-208 0,0 5-32 16,-1 3-16-16,2-1 0 0,-1 2 16 0,1 1 16 15,-2-4 0-15,-3 14 0 0,-1-6-96 0,5-3-32 0,-1-2 0 16,3-3 0-16,0-6-80 0,1-3-32 0,2-4 0 16,-1-2 0-16,2-3-112 0,1-2-48 0,2-3 0 0,1-6 0 15,-1-1 0-15,3-4 0 0,-1 2 0 0,1-6 0 16,2 1-512-1,1-4 16-15,0-7 0 0,4 8-16656 0,0-1-3328 0</inkml:trace>
  <inkml:trace contextRef="#ctx0" brushRef="#br0" timeOffset="74974.47">29048 5212 46079 0,'0'0'2048'0,"-2"-4"400"0,-2-3-1952 0,1-1-496 16,2-1 0-16,-1-1 0 0,2-2 720 0,2 0 48 15,0-1 16-15,4-2 0 0,-1-6 112 0,1 2 0 0,1 1 16 0,1-1 0 16,-1-1-528-16,3 1-96 0,-1-5-32 0,-2-1 0 15,0 2 96-15,0-2 16 0,-2 0 0 0,0 2 0 16,-1 1-368-16,-2 2-128 0,1 3 0 0,-2 4 0 16,-2 4 128-16,-2 2 128 0,3 7-128 0,0 0 176 0,-9 0-176 0,-1 7 128 15,-2 1-128-15,-1 9 128 0,-1 8-128 16,-1 2 0-16,1 6 0 0,1-2 128 16,-1 0-128-16,3-1 0 0,2-3 0 0,3 0 0 15,0-1 0-15,5-7 0 0,0 2 0 0,3-1 0 0,4-6 0 0,0 0 0 16,2-2-128-16,1-3 128 0,2-2-208 0,0-2 16 15,1-3 16-15,1 0 0 0,1-4-112 0,1-1-32 16,-2-1 0-16,0-5 0 0,0-1 192 0,-1-1 128 16,-2-2-192-16,2 0 192 0,-3-6-192 0,0 2 192 15,-2-2-192-15,0-2 192 0,1-2 0 16,0-2-128-16,1-3 128 0,-2-2 0 0,-1 0 0 0,1 2 0 16,-2 2 0-16,0 3 0 0,-1 4 0 0,-1 5 0 15,-2 3 0-15,0 3 0 0,-1 8 304 0,0 0 16 16,0 0 0-16,0 0 0 0,0 0 32 0,3 9 16 15,2 3 0-15,2 3 0 0,-1 3-240 0,3 1-128 16,2 1 160-16,0 2-160 0,4 2 0 0,-2-1 0 16,2-2 0-16,1-2 0 0,0-2 0 0,-1-1 0 15,1 0 0-15,-2-2 0 16,-2-1-480-16,0-1-32 0,-2-2-16 0,-1 1 0 16,0-5-1376-16,-1-2-272 0,-1-1-48 0,-1-2-16 15,-6-1-1440-15,8 0-288 0,3 1-64 0</inkml:trace>
  <inkml:trace contextRef="#ctx0" brushRef="#br0" timeOffset="75127.2">29633 4746 11967 0,'-15'4'528'0,"7"-1"112"0,-1-1-512 0,-2 2-128 0,1 0 0 0,-2 3 0 0,-1 3 7632 0,-2 3 1504 16,-2 4 288-16,-2 3 64 0,0 3-6976 0,-1 2-1392 16,-2 0-288-16,1 1-48 0,0-2-448 0,2 1-80 15,1-1-32-15,1-5 0 0,0 1-224 0,2-2 0 16,4-1 0-16,3-1 0 15,3-1-1888-15,-1 0-320 0,2-2-64 0,4-13-17504 16</inkml:trace>
  <inkml:trace contextRef="#ctx0" brushRef="#br0" timeOffset="75375.09">29667 4796 23951 0,'0'0'2128'0,"0"0"-1696"16,-2 7-432-16,0 1 0 0,1 0 4720 0,1 4 848 15,-1 0 192-15,-3 5 16 0,1-1-3296 0,1 7-672 16,-1 0-128-16,1 1-16 0,0-1-704 0,1-1-144 16,-2 0-32-16,1 2 0 0,-2 2-448 0,1 0-80 15,3-1-32-15,-1 0 0 0,0-2-224 0,1-1 0 16,1-1 0-16,-1-3 0 0,0-1-144 0,1-2-80 0,0-2-16 0,2 0 0 31,0-6-1424-31,2 1-304 0,-5-8-48 0,0 0-16 16,6 4-1232-16,-6-4-240 0,8 0-48 0,0-2-16 15,0-2-656-15,-7-8-144 0,-11-25-32 0,6 7 0 0</inkml:trace>
  <inkml:trace contextRef="#ctx0" brushRef="#br0" timeOffset="75627.75">29710 4830 13823 0,'0'0'608'0,"0"0"128"0,-3-3-592 0,-1-1-144 0,4 4 0 0,0 0 0 16,-3-4 6704-16,3 4 1296 0,0 0 272 0,0 0 48 0,0 0-5904 0,5-5-1200 15,0-2-224-15,5 3-48 0,0 1-464 0,3-1-96 16,1 0 0-16,1 1-16 0,-2 1-64 0,2-1-16 15,2 0 0-15,0 2 0 0,0 1-96 0,0 3 0 16,0 1-16-16,-4-2 0 0,-1 3 0 0,-4 1 0 16,-8-6 0-16,5 10 0 0,-1 3 128 0,-3-1 16 15,-2 1 16-15,-3 1 0 0,-1 0 16 0,-3 1 0 16,-1 0 0-16,-2 0 0 0,0-2-352 16,-1 0 144-16,-1-1-144 0,2-1 0 0,2 1-192 0,1-5-160 15,-1-1-32-15,3-1 0 16,-1 1-1312-16,7-6-272 15,0 0-48-15,0 0-16 0,0 0-1808 0,0 0-384 0,0 0-64 0,7-10 0 16,3 0 400-16,3-3 96 0,4-3 16 0</inkml:trace>
  <inkml:trace contextRef="#ctx0" brushRef="#br0" timeOffset="75971.75">30062 4757 4607 0,'15'-17'192'0,"-9"10"64"0,2-1-256 0,1 2 0 16,0 1 0-16,-2 3 0 0,-7 2 6384 0,0 0 1232 16,0 0 240-16,-4 9 48 0,-4 4-3296 0,0 3-640 15,-1 2-144-15,-3 4-32 0,1 5-1872 0,-1-3-384 0,0 5-80 0,1-3-16 16,3-2-672-16,0-4-128 0,0 0-16 0,2-2-16 15,-1-1-432-15,3 0-176 0,0-6 128 0,4-2-128 16,0-2 0-16,0-7 0 0,0 0 0 16,0 0 0-16,9 6-352 0,3-2-160 0,0-3-16 15,1-2-16-15,0-5-80 0,1-1-16 0,1-3 0 0,-1 0 0 16,0 0 64-16,1-2 16 0,-2 0 0 0,0-5 0 0,0-2 224 16,-2-1 32-16,0-3 16 0,-1 0 0 0,-2 3 288 0,0 0-160 15,-2 0 160-15,-2 3-128 0,0 3 128 0,0 2 0 16,-1 2 0-16,-2 2 0 15,-1 8 304-15,0 0-16 0,1-4 0 0,1 4 0 0,-2 0 224 0,0 0 32 16,0 0 16-16,-2 7 0 0,1 1-352 0,0 2-64 16,1 0-16-16,0 2 0 0,1 3-128 0,0-2 0 15,-1 0 0-15,2 4 0 0,-1-3-208 0,0 3-32 16,2-2 0-16,-2 0 0 16,2-3-368-16,-1-2-80 0,1-1-16 0,0 0 0 15,3-1-2208-15,-1 0-448 0,-5-8-96 0,0 0-13952 0</inkml:trace>
  <inkml:trace contextRef="#ctx0" brushRef="#br0" timeOffset="76340.05">30403 4730 17503 0,'-2'-3'1552'0,"1"1"-1232"0,1 2-320 16,0 0 0-16,-4 0 4736 0,2 3 880 0,-1-1 176 0,0 2 32 16,1 3-2976-16,-1 2-608 0,1 0-112 15,-1 3-16-15,-1 1-560 0,1 1-96 0,-1 5-32 0,2 0 0 16,-1-2-800-16,1 1-176 0,2 2-16 0,0-1-16 15,-3 0-96-15,3-2 0 16,3-3-16-16,-2-2 0 0,-1-1-96 0,1-3-16 0,-1-1 0 0,0-7 0 16,-2 4 0-16,2-4-16 0,0 0 0 0,0 0 0 15,0 0-176-15,0 0 0 0,0 0 0 0,0 0 0 16,0 0 0-16,7-6 0 0,-1 1 0 0,0-3 0 0,2-3-192 0,0-4 192 16,2 0-160-16,1-4 160 0,4-1-240 0,0 0 48 15,0-2 16-15,2 1 0 0,0 4-16 16,0-3 0-16,-5 4 0 0,0 2 0 0,1 5 0 15,-4 3-16-15,-9 6 0 0,0 0 0 0,0 0 208 0,0 0 0 16,0 0 0-16,4 10 0 0,-4 2 240 0,2 1-64 16,1 4-16-16,1 0 0 0,-3 0-160 0,-1 0-272 15,0 0 64-15,0 1 16 0,1-5 192 0,2 4-192 16,0-4 192-16,3-3-192 16,2-3-1808-16,1 0-368 0,0-1-64 0,3-3 0 15,1 1-1184-15,4-4-224 0,4-6-64 0,-7 2 0 16</inkml:trace>
  <inkml:trace contextRef="#ctx0" brushRef="#br0" timeOffset="76671.07">30899 4738 14735 0,'10'-23'1312'0,"-7"12"-1056"0,3 1-256 0,-2-3 0 0,-1 3 4144 0,0 0 768 0,-3 3 144 0,-3 0 48 15,1 2-1248-15,-2 1-240 16,-1 1-48-16,-2 2-16 0,2 1-1280 0,-2 0-256 16,0 3-48-16,-2-1-16 0,-3 0-912 0,0 3-176 0,0 0-32 0,-1 1-16 15,0 2-400-15,2 0-80 0,0 1-16 0,-1 0 0 16,1 0-192-16,0-1-128 0,3 1 160 0,1 2-160 15,-1-2 0-15,3-1 0 0,1-2 0 0,1 2 0 16,2 0-192-16,2 0-64 0,-1-8-32 0,4 8 0 16,0-2 288-16,1 1 0 0,2-2 0 0,2 0 0 15,1 0-592-15,2 1-112 16,1-4-32-16,1 2 0 0,1-1 576 0,2-2 160 0,-2-1 0 0,2 0 0 0,1 3 0 16,1-3 192-16,-2 1-32 0,-2 0 0 15,2 0-288-15,-4 2-64 0,-2 0-16 0,-4-1 0 16,1 2 208-16,-1 0-176 0,-5 0 176 0,0 3-160 15,-2-7 160-15,-4 7 128 0,-1 2-128 0,-2-1 176 0,-2-1-48 0,-1-2 0 16,-4 2 0-16,3-2 0 0,-1 1-128 16,0 2 0-16,1-1-192 0,-4-2 192 15,2 0-1536-15,0-4-192 0,3 2-48 0,1 0-13024 16,-1-3-2608-16</inkml:trace>
  <inkml:trace contextRef="#ctx0" brushRef="#br0" timeOffset="76889.56">31104 4657 23039 0,'0'0'2048'0,"0"0"-1648"15,-3 7-400-15,2 2 0 0,2 3 5056 0,-1 0 944 16,-1 2 176-16,-1 2 32 0,0 1-3472 0,1-2-704 16,-2 3-144-16,2 3-32 0,1 0-928 0,0 0-192 15,0 0-32-15,1-2-16 0,1-2-496 0,-1-1-192 16,0-3 128-16,2 0-128 0,1-4 0 0,0-1 0 15,0-1-192-15,-4-7 192 0,0 0-1536 16,7 3-192-16,3 0-48 0,0-2 0 16,3-2-2832-16,-1-3-560 0</inkml:trace>
  <inkml:trace contextRef="#ctx0" brushRef="#br0" timeOffset="77021.56">31249 4586 27647 0,'-13'2'1216'0,"13"-2"256"0,0 0-1168 0,0 0-304 0,0 0 0 0,0 0 0 0,0 0 3472 0,0 0 640 16,0 0 128-16,-2 8 32 16,5 0-4544-16,2 0-912 0,6 1-176 0</inkml:trace>
  <inkml:trace contextRef="#ctx0" brushRef="#br0" timeOffset="77697.35">31508 4724 23951 0,'0'0'1056'0,"0"0"224"0,-4-4-1024 0,4 4-256 0,-2-5 0 0,-2 0 0 16,0 2 4640-16,0-2 864 0,-1 1 192 0,-2 1 16 0,7 3-3136 0,-10 2-624 16,-1 1-128-16,0 1-32 0,-2 3-688 0,-3 2-144 15,-1 3-16-15,-1 1-16 0,1 2-416 0,-1 2-64 0,2 3-32 0,0 1 0 16,3-2-128-16,2 0-32 16,3-2 0-16,0 0 0 0,1-1-256 0,3 1-144 15,3-1 16-15,2-4 0 0,2-3 128 0,2 0 0 0,-5-9-144 16,7 7 144-16,-1-4-320 0,2 1 16 0,0-2 0 0,1-2 0 15,2-3-16-15,-2-2 0 0,1-2 0 16,2 0 0-16,1-3 112 0,1 0 16 0,2-3 0 0,-1-1 0 16,1-3 32-16,0-2 16 0,1-1 0 15,0 0 0-15,1-1 0 0,0 2 0 0,-1-1 0 16,0 0 0-16,-3 5 144 0,-1 0-128 0,-2 4 128 0,-3 0-128 16,-2 3 128-16,-2 2 0 0,-4 6 0 0,0 0 128 15,0 0 320-15,0 0 64 0,0 0 0 0,-1 10 16 0,0 2-48 16,-2 0-16-16,0 1 0 0,1 1 0 15,-1 1-272-15,2-1-48 0,-1 2-16 0,4 1 0 16,-1-3-128-16,2 2 128 0,-1-1-128 0,2-1 128 16,1 0-128-16,-1-5 0 0,0-2 0 0,0 1-176 0,0 0 176 0,0 0 0 15,-4-8 128-15,4 6-128 0,-4-6 128 0,6 6-128 16,-6-6 128-16,8 4-128 0,-8-4 0 0,9 0 0 16,0-6 0-16,1 2-192 0,-3-2 16 0,3-1 0 15,1 0 0-15,1-4 0 0,-5-2 176 0,3-3 144 16,3 0-16-16,3-4-128 0,-3 4 0 0,0-1 0 15,2-1-240-15,1-3 80 0,1 0 352 0,-3 1 64 16,-1 1 0-16,-1 5 16 0,-2 1-272 0,0 3 0 16,-4 3 0-16,-2 0 0 0,0 1 0 0,-4 6 192 15,0 0-64-15,0 0-128 0,-4 6 368 0,0 4-48 0,0 0 0 16,0 2 0-16,0 1-176 0,2 1-144 16,2 0 192-16,1 1-192 0,0-1 128 0,3 0-128 0,2 1 0 15,1-2 0-15,1 0 192 0,4-1-192 0,1-2 192 16,1-1-192-16,7 0 128 0,1-1-128 15,-2-3 0-15,-1-1 144 0,2-1-144 0,-1-2 0 16,-2-1 0-16,2 0 0 0,1-1 0 0,-3 0 0 0,-3-2 0 16,0 0 0-16,0-1 0 0,-2 1-192 0,-1-1 192 0,-1 1-208 31,-4 0-480-31,-7 3-80 0,7-2-32 0,-7 2 0 16,0 0-608-16,0 0-112 0,0 0-16 0,0 0-16 0,0 0-2320 15,0 0-464-15</inkml:trace>
  <inkml:trace contextRef="#ctx0" brushRef="#br0" timeOffset="92200.92">20060 2446 35007 0,'-5'-9'3120'0,"0"0"-2496"0,0 3-496 0,1 0-128 0,1 1 1152 0,3 5 192 16,0-6 64-16,0 6 0 0,7-4-1408 0,2 0-320 15,4-1-32-15,4-1-16 0,4 1 592 0,6 1 112 16,6 2 32-16,4-2 0 0,6-1 400 0,4-1 96 16,6 0 16-16,0-1 0 0,2-2-336 0,5-1-64 15,5 1-16-15,5 1 0 0,3 1-256 0,3-2-48 16,-2 0-16-16,2 0 0 0,1 0-144 0,2 2 0 15,2-2 0-15,0 3 0 0,-3-1 0 0,-2 2 128 16,-6 0-128-16,-2 1 0 0,-4-1 0 0,-3 2 0 16,-6 2 0-16,-4 1 0 15,-6 1-512-15,-6 2-96 0,-5-1-16 0,-6 1 0 16,-7 3-656-16,-6-2-144 0,-4 1-32 0,-6 2 0 16,-5 2-1104-16,-5 3-208 0,-6-2-48 0,-3-1-6752 0,-4 0-1344 15</inkml:trace>
  <inkml:trace contextRef="#ctx0" brushRef="#br0" timeOffset="92663.18">20268 2634 43423 0,'-51'-5'1920'0,"27"5"400"0,-4-3-1856 0,0 3-464 0,5 3 0 0,3-2 0 0,5 0 0 0,3-1 0 16,5 0-128-16,7 0 128 0,0 0 0 0,0 0 144 15,11-2 16-15,3-2 0 0,6-1 48 0,4-2 16 16,8-1 0-16,5-1 0 0,7 1 304 15,2 1 64-15,4-1 16 0,3 0 0 0,4 0-48 0,2 0-16 16,7-3 0-16,1 0 0 0,4 2-240 0,1 1-48 16,-1-1-16-16,1 0 0 0,0 0-240 15,1 0 144-15,1 0-144 0,0 1 128 0,-1 1-128 0,-2 1 0 16,-2-3 0-16,-3 1 0 0,-2-3 0 0,-3 4 0 16,-3 1 0-16,-3 1 128 0,-3 1-128 0,-4 0 0 15,-5 0 144-15,-4 2-144 0,-4 2 0 0,-5 0 0 0,-4-3 0 16,-5 2 128-16,-4 0-128 0,-4-1 0 15,-2 2 0-15,-2 0 0 0,-9 0 0 0,0 0 128 16,0 0-128-16,0 0 0 0,6-1 144 0,-6 1-144 16,0 0 192-16,0 0-192 0,0 0 160 0,0 0-160 15,0 0 128-15,0 0-128 0,0 0 0 0,0 0 128 16,0 0-128-16,0 0 0 0,0 0 0 0,0 0 0 16,0 0 128-16,0 0-128 0,0 0 0 0,4-5 0 15,-4 5 0-15,0 0 0 0,0 0 0 0,0 0 0 16,0 0 0-16,0 0 0 0,0 0 0 0,0 0 0 0,0 0 0 15,0 0 0-15,0 0-192 0,7-4-64 0,-7 4 0 0,0 0-16 32,0 0-1008-32,5-4-208 0,-5 4-48 0,0 0 0 0,0 0-1568 15,0 0-320-15,8 3-64 0</inkml:trace>
  <inkml:trace contextRef="#ctx0" brushRef="#br0" timeOffset="110276.32">8745 7408 18431 0,'0'0'816'0,"0"0"160"0,0 0-784 0,0 0-192 0,0 0 0 0,0 0 0 15,0 0 4480-15,0 0 864 0,8-4 160 0,-8 4 48 16,0 0-3600-16,0 0-720 0,8 4-144 0,0 3-16 16,-2-1-96-16,0 3-16 0,-1 1 0 0,0 1 0 15,-1-2-112-15,0 2-16 0,-2-1-16 0,0 3 0 16,-1-4-368-16,0 2-80 0,-1-1-16 0,-1-3 0 0,1-7-112 15,-3 9-32-15,1-2 0 0,2-7 0 0,-5 5 16 0,-1 0 0 16,6-5 0-16,-5 4 0 0,5-4 64 0,-5 1 16 16,-3-1 0-16,2 0 0 0,-2-1-128 0,0-2-32 15,0-1 0-15,2-2 0 0,-1 1-144 0,3-2 0 16,0-1 0-16,2-1 0 0,-1-1 0 0,2 1 0 16,-1-2 0-16,2 3 0 0,0-1 0 0,2 1 0 15,0 1 0-15,2 1 0 0,0 0-128 0,0-1 128 16,0 2 0-16,-4 5 0 0,8-5 0 0,0 1 0 15,-1 1 0-15,3 1 0 0,-3-1 0 0,1 2 0 16,1-2 0-16,2 3 0 0,-1 3 0 0,1-2 0 0,-2 2 0 0,0 1 0 16,0 1 0-16,-2 1 0 15,-1 2 0-15,1 1 0 0,-4-2 0 0,0 1 128 16,-2 1-128-16,1-1 192 0,-1 3 0 0,-2-2 16 16,-2 1 0-16,0-1 0 0,0 0-32 0,-1-3-16 15,-3 1 0-15,1-1 0 0,-2 1-32 0,0-2 0 16,-1 0 0-16,0-3 0 0,-2 3-128 0,1-5 128 0,1 0-128 15,0 0 128-15,-2-4-128 0,1 1 0 0,-2 1 0 16,2-2-176-16,2-1 48 0,0-2 0 16,0-1 0-16,2 0 0 0,0-1-16 0,1 0 0 15,1-1 0-15,2-1 0 0,-1 1 0 0,3 1 0 0,3 0 0 16,1 0 0-16,-3 1 144 0,3 1-192 0,1 1 192 0,2 0-192 16,0 1 192-16,1 0 0 0,1 1-144 0,0 3 144 15,2-3 0-15,-1 1 0 0,1 1 0 0,-1 0 0 16,3 4 0-16,0 0 0 0,0-2 0 0,0 4 0 15,0 1 128-15,-2 2-128 0,-1 1 128 0,-1 1-128 16,-1 1 192-16,-1-2-32 0,-2 3-16 0,-1 0 0 16,-2 2 48-16,0-2 16 0,-2-1 0 0,-2 1 0 0,0-1-16 0,-1-1 0 15,-1 0 0-15,-1-2 0 0,0 1-48 0,-3-2-16 16,0 1 0-16,0-2 0 0,-1-1-128 16,0 0 192-16,-1 0-192 0,-1-2 192 0,0 1-192 0,0-3 0 15,2 0 144-15,0 0-144 0,-2-5 0 0,2 1 0 16,0-1 0-16,3-2 0 0,-1-1 0 0,3 0-160 15,2-3 160-15,0-1-160 0,1-1 32 0,2-3 0 16,1 2 0-16,3 1 0 0,1-4 0 0,1 3 0 16,-1 2 0-16,1-3 0 0,1 4 128 0,0 2-128 15,1 1 128-15,0 1-128 0,-1 3 128 0,1 0 0 16,0 2 0-16,0 1 0 0,-1 1 0 0,0 0 128 16,-8 0-128-16,7 2 176 0,1 2-16 0,-1 1 0 15,-2 2 0-15,-1-1 0 0,-1 2 80 0,-2 1 16 16,-1 2 0-16,-1 0 0 0,-1 1-112 0,0 1-16 0,-4 0 0 15,1 0 0-15,-1 0-128 0,-1 0 128 0,-1-4-128 16,1 2 128-16,-1-1-128 0,1 1 0 0,1-2 0 16,0-3-176-16,1-2-2160 15,5-4-432-15,0 0-96 0</inkml:trace>
  <inkml:trace contextRef="#ctx0" brushRef="#br0" timeOffset="112462.1">8714 7584 24879 0,'0'0'2208'0,"0"0"-1760"0,0 0-448 0,0 0 0 15,0 0 3264-15,0 0 576 0,0 0 128 0,0 0 0 16,-8 0-1440-16,2 2-288 0,6-2-64 0,-7 1-16 15,7-1-1024-15,0 0-208 0,-5-1-32 0,-2 1-16 16,7 0-176-16,-7 0-16 0,-1-2-16 0,1 1 0 16,-1-2-160-16,2 1-48 0,-2-1 0 0,0 2 0 15,-1-4-96-15,0-1-32 0,-1 1 0 0,-1 1 0 16,1-2-64-16,-2 1-16 0,-1-1 0 0,0 1 0 0,-1-1-64 0,-1-1 0 16,1 1-16-16,-2-2 0 0,1 0-48 15,-1-1-128-15,-2 0 192 0,1 0-64 0,1 1-128 16,-1-1 128-16,-1 1-128 0,0-3 128 0,-1 1-128 0,3 1 0 15,-1-4 144-15,-2-2-144 0,0 2 0 16,-1-1 144-16,1 0-144 0,0-1 0 0,0 0 0 0,1-1 0 16,-1-1 0-16,0 2 0 0,-2-2 0 0,-1 0 0 15,-3 0 0-15,0-3 0 0,-1-1 0 0,1-1 0 16,-1-1 0-16,0-1 0 0,0 1 0 0,-1-3 0 16,-1 0 0-16,2 1 0 0,0-1 0 0,1 0 0 15,1 0 0-15,-1-2 0 0,1 1 0 0,0-2 0 16,-1-1 0-16,-1 0 0 0,0 0 0 0,1 1 0 15,-1-1 0-15,0 3 0 0,0-4 0 0,0 1 0 0,-2-1 0 16,1-2 0-16,1-1 0 0,0-2 0 0,-3-4 0 0,2 0 0 16,-1-3 0-16,1 0 0 0,2 1 0 0,0 2 0 15,-2 2 0-15,2 0 0 0,2 0 0 0,1 2 0 16,1-3 0-16,0 0 0 0,0-2 0 0,2 1 0 16,2-1 0-16,-3 2 0 0,2-4 0 0,-2-8 0 15,1 2 0-15,-1 5 0 0,2-1 0 16,-2 0 0-16,3-2 0 0,-1 0 0 0,1-1 0 15,-1-2 0-15,2 3 0 0,-2 1 0 0,2 3 0 16,-1 3 0-16,0 2 0 0,2 3-128 0,-1 1 128 0,2-2 0 0,-1 0 0 16,4 0 0-16,-4-1 0 0,1 2 0 15,0 1 0-15,3 0 0 0,1 0 0 0,-2-1 0 16,3 4 0-16,-1 2 0 0,2 3 0 0,1 1 0 0,-1 2-144 16,1 5 144-16,0 2 0 0,2 2 0 0,0 2 0 15,-2 2 0-15,2 0 0 0,1 1 0 0,0 3 0 16,-1-2 0-16,2 4-128 0,1 0 128 0,2 4 0 15,0 0 0-15,-3-4-128 0,0 2 128 16,3 2 0-16,-2-4 0 0,2 4 0 0,0 0 0 0,0 0 0 16,-1-4 0-16,1 4-128 0,-3-1 128 0,3 1 0 15,0 0-144-15,0 0 144 0,0 0-272 0,0 0 16 16,-1-3 0-16,1 3 0 16,0 0-896-16,0 0-160 0,0 0-32 0,0 0-16 15,0 0-2240-15,0 0-448 0</inkml:trace>
  <inkml:trace contextRef="#ctx0" brushRef="#br0" timeOffset="113735.88">6547 4584 13823 0,'0'0'608'0,"-5"0"128"0,5 0-592 0,0 0-144 0,-6-5 0 16,6 5 0-16,0 0 5024 0,0 0 976 0,-3-5 192 0,2 0 32 15,-1-2-3856-15,1 2-784 0,1 5-160 0,0 0-16 16,0 0-256-16,0 0-64 0,0 0 0 0,0 0 0 16,0 0 64-16,0 0 0 0,0 0 0 0,0 0 0 15,-1 9-192-15,-2 3-48 0,-1-3 0 0,-1 3 0 16,0 0-368-16,-3 1-80 0,-1 0-16 0,0 0 0 16,1 1-80-16,-1-4-32 0,-2 0 0 0,1 0 0 0,1-4-112 0,-2 1-32 15,1-2 0-15,1-2 0 16,0-2-64-16,1-1 0 0,1-2-128 0,2-1 192 0,-1-1-192 0,0-3 0 15,2 1 0-15,2-3 0 0,-2-3 0 0,1 0 0 16,1 1 0-16,0-1 0 0,2 1-176 0,2-2 176 16,-1 2-160-16,0-1 160 0,2 0-128 0,1 1 128 15,1-1 0-15,-1 1-144 0,1 4 144 0,2-1 0 16,-1 0 0-16,2 1-128 16,0 1 128-16,0 2 0 0,0-3 0 0,-1 1 0 0,4 2 0 0,0 1 0 15,-1 1 0-15,-1 0-128 0,0 1 128 0,1 1 0 16,-1 1 0-16,1 1 0 0,-10-2 0 0,0 0-128 15,9 6 128-15,-3 1 0 0,-3-1 0 0,1 3 0 16,-2-2 0-16,0 2 0 0,-4 0 0 0,0 0 0 16,-2 0 128-16,0 2-128 0,-1 2 128 0,-2-5-128 15,-1 1 160-15,1 0-160 0,-3-1 160 0,0 1-160 16,-2-3 160-16,-1 1-160 0,-1-3 176 0,0 0-176 0,-1-2 192 0,1 1-192 16,-1-2 160-16,1 1-160 15,-2-2 128-15,3-2-128 0,3-2 0 0,1 1 0 16,1-4 128-16,0 0-128 0,3-2 0 0,1 0 0 0,2 0 0 0,2 0 0 15,1-4-192-15,3 1 192 0,1 0-192 0,1-1 192 16,4 0-224-16,-1 2 80 0,0-1 16 0,3 1 0 16,1 0 128-16,1 0 0 0,0 1-144 0,2 1 144 15,0 0 0-15,-1 2 0 0,1 3 0 0,0 0 0 16,-1 0 0-16,0 4 0 0,-4 0 0 0,2 0 0 16,2 4 0-16,-2 3 0 0,-3 1 0 0,2-1 0 15,-2 1 0-15,-1 1 0 0,-1-1 0 0,-3 3 0 0,-2 0 0 16,0 2 0-16,-2-1 0 0,-2 0 0 0,-3 1 160 15,-1-3-160-15,-1 2 192 0,0 0-192 16,-3-2 192-16,0 1-64 0,1-2 0 0,-1 0-128 16,-3-1 192-16,1 0-64 0,0-1 0 0,0-1-128 0,1-2 192 15,1-1-192-15,-2-3 192 0,1 0-192 0,-2 0 128 0,3 0-128 16,-1-2 0-16,0-1 0 0,4 1 0 0,1-2 0 16,-1-1 0-16,1-1 0 0,0 0 0 0,2-1 0 15,2-1 0-15,1-1-144 0,0 0 144 0,3 0-192 16,1 0 192-16,0-1-192 0,-1 0 192 0,3 3-192 15,0 0 192-15,2 1-192 0,0-2 192 0,1 0 0 16,0 1-144-16,0 3 144 0,0-1 0 0,2 1-144 16,1 2 144-16,-1 0 0 0,1-2-144 0,-3 2 144 15,2 1 0-15,0 1-144 0,2 2 144 0,-4 3-160 0,-1 2 160 16,0-1-160-16,1 1 160 0,-2 1 0 0,-5 1 0 0,0 1-128 16,0 3 128-16,0 0 0 15,-2 0 0-15,-2 0 0 16,0 1-704-16,-2-1-64 0,-1-2-16 0,-1 2 0 15,0-1-2288-15,1-1-464 0</inkml:trace>
  <inkml:trace contextRef="#ctx0" brushRef="#br0" timeOffset="114196.44">5539 4157 33167 0,'0'0'2944'0,"-6"-3"-2352"0,-3-1-464 0,2 0-128 0,3 2 2560 0,1-3 512 16,-1 1 80-16,-2-2 32 0,6 6-1520 0,-2-6-320 15,0-2-48-15,2 2-16 0,2-2-512 0,0 0-96 16,4-1-32-16,-1 0 0 0,0 0-448 0,0-1-192 15,3 1 128-15,1 0-128 0,0-1 0 0,2 1 0 16,-2 0 128-16,0 3-128 0,0 0 0 0,-2 2 0 16,-1 1 0-16,-6 3 0 0,0 0 0 0,7 0 0 15,-7 0 0-15,0 0 128 0,0 0 64 0,5 7 16 16,-1 2 0-16,-3 3 0 0,-1 3-64 0,-1 1-16 0,-2 5 0 16,1-2 0-16,-1 5 0 0,-1-2-128 15,-1 1 192-15,1 0-64 0,0-3 16 0,1 1 0 0,2-5 0 0,1 0 0 16,0-2-144-16,1-2 192 0,1-2-192 0,0-1 192 15,2 0-192-15,1-2 0 0,-5-7 144 0,7 5-144 16,2 0 0-16,-1-2 0 0,0-2 0 16,0 1 128-16,1-2-128 0,0 0 0 0,0-3 0 15,1-1-128-15,0-1-176 0,-1 1-16 0,0-3-16 0,-1 1 0 16,1-3-1520-16,-1 0-320 0,-1-2-48 16,2 1-16-16,1-1-1664 15,-1 2-352-15</inkml:trace>
  <inkml:trace contextRef="#ctx0" brushRef="#br0" timeOffset="114630.53">5800 3843 5519 0,'-23'-16'240'0,"14"9"64"0,-2 1-304 0,-1-2 0 0,1-1 0 0,-1 1 0 0,-1-4 7872 0,0 3 1536 15,-3 0 288-15,2 0 64 0,0-1-6320 0,-2 2-1264 16,0 0-256-16,2 1-64 0,1 2-480 0,0 1-96 16,1 2-32-16,-1 0 0 0,-3 2-544 0,1 3-128 15,-1 1 0-15,1 2-16 0,-2 4-128 0,0 3-32 16,1 2 0-16,-2 5 0 0,-2 2-128 0,1 3-16 15,0 2-16-15,1 3 0 0,1 4-112 0,2 1 0 16,2 4-128-16,-1 4 192 0,3 4-192 0,2 3 128 16,3 1-128-16,4 1 0 0,0-3 0 0,4 0 128 15,2-4-128-15,2-3 0 0,2-2 0 0,4-4 0 16,-2-3 0-16,3 1 0 0,4-1 0 0,1-3 128 16,1-3-128-16,2-2 0 0,1-4 0 0,3-3 0 0,2-2 0 15,0-3 0-15,1-4 0 0,0-4 0 0,5-3 0 16,0-4 0-16,-1-2 0 0,1-2-128 0,1-2 128 15,-3-6 0-15,-1-5-192 0,1 0 192 0,-1-2-192 16,-1-1 192-16,-2-2-192 0,-1 1 192 0,-2-1-192 0,-1 1 192 16,-1-4-160-16,-3-3 160 0,-5-3-128 15,-2-2 128-15,-3-2 0 0,-1 1 0 0,-3-1 0 0,-3 1 0 16,-3 1 0-16,-3 1 0 0,-2 2 0 0,-3 4 0 0,-1 2 0 16,0 3 128-16,-3 5-128 0,0 1 128 0,-1 2-128 0,-1 2 0 15,1 2 0-15,-2 2 0 0,-2 0 0 16,2 1 0-16,1 2 0 0,0-1-192 15,2-1-800-15,2 2-160 0,-1-1-48 16,3 3-14624-16,2-2-2928 0</inkml:trace>
  <inkml:trace contextRef="#ctx0" brushRef="#br0" timeOffset="115564.88">6512 4551 9215 0,'0'0'816'0,"0"0"-656"16,0 0-160-16,0 0 0 0,0 0 6272 0,0 0 1216 0,0 0 240 0,0 0 48 16,0 0-5824-16,0 0-1168 0,5-7-224 0,-5 7-48 15,4-9 576-15,-4 9 112 0,9-5 16 0,-9 5 16 16,12-4-144-16,2 1-16 0,2-1-16 0,1 2 0 15,1 0-240-15,3 1-48 0,1 1-16 0,6-3 0 16,3 3-304-16,4-2-64 0,4-1-16 0,2 3 0 16,0 3-176-16,2-1-48 0,3-4 0 0,2 1 0 15,2-2-16-15,1 0-128 0,1 2 192 0,3 1-64 16,2 4-128-16,2 0 128 0,-1-2-128 0,1 0 128 16,0-2-128-16,1 0 0 0,-2-2 0 0,-15 4 128 15,4 0-128-15,11 1 0 0,7 0 0 0,36-3 128 0,-7-3 272 16,-27 0 48-16,8 1 16 0,13 0 0 0,2 0-208 0,0-1-32 15,-2 2-16-15,2 1 0 0,3 0-208 0,-2 0 0 16,-1 0 0-16,-4 0 0 0,-5-3 0 0,0 3 0 16,-2 0 0-16,-3 3 0 0,-3 0 0 0,-4 0 0 15,-5 1 0-15,-7 0 0 0,-6-1 0 0,-5-1 0 16,-5 1 0-16,-4 1 0 0,-4 1 128 0,-5 0-128 16,-3-1 176-16,-4-1-176 0,-3-2 256 0,-2 1-64 15,-5-1-16-15,0 1 0 0,-11-2 0 0,0 0 0 16,0 0 0-16,0 0 0 0,0 0-48 0,0 0-128 15,0 0 192-15,0 0-64 16,0 0 0-16,0 0-128 0,0 0 192 0,0 0-64 0,0 0-128 16,0 0 0-16,0 0 0 0,0 0 0 0,0 0-224 0,0 0-32 0,0 0 0 0,0 0 0 31,0 0-1152-31,-8-6-224 0,-1 3-48 0,9 3-14064 0,0 0-2800 16</inkml:trace>
  <inkml:trace contextRef="#ctx0" brushRef="#br0" timeOffset="116354.51">9894 4491 35423 0,'0'0'1568'0,"-9"-2"320"0,9 2-1504 0,0 0-384 0,0 0 0 0,-9 3 0 0,0-4 1552 16,9 1 240-16,-10-3 64 0,10 3 0 0,0 0 64 0,0 0 0 15,0 0 16-15,0 0 0 0,0 0-992 0,0 0-208 16,0 0-32-16,0 0-16 0,0 0-336 0,0 0-64 16,0 0-16-16,0 0 0 0,0 0 64 0,4 8 16 15,-1 1 0-15,0 0 0 0,-1 3 16 0,-1 1 0 16,1 0 0-16,-2 5 0 0,-2-4-96 0,0 1-16 15,-2-2 0-15,0 0 0 0,-1 0-48 0,0-1-16 16,-1-2 0-16,1-2 0 0,-4-3-48 0,1 0-16 16,8-5 0-16,-10 6 0 0,10-6-128 0,-11 2 192 15,11-2-192-15,-10-1 192 0,-1-3-192 0,11 4 192 16,-11-8-192-16,2 0 192 0,0 0-192 0,2-1 0 16,3 2 0-16,0-4 0 0,2-1 0 0,2-1 0 0,0-1 0 15,1-2 0-15,0 2-160 0,3 1 160 0,0 0-208 16,3 0 80-16,-1 0 128 0,4 2-160 0,2-2 160 15,0 3-160-15,-3 0 160 0,3 2-160 0,2 1 160 16,-3 3-160-16,-1 0 160 0,0 2 0 16,0 0 0-16,0 1-128 0,0 0 128 0,1 1 0 0,-1 2 0 0,1 1 0 15,-1 1 0-15,-2 1 0 0,0 2 0 0,-2 1 0 16,-1-1 0-16,1 2 0 0,-2 1 0 0,-3-1 128 16,0 2-128-16,1 0 0 0,-2 2 0 0,-2 0 0 0,0-5 128 15,-2 1-128-15,-2 0 128 0,0 1-128 0,-2-3 128 0,0-1-128 16,1-2 128-16,-1 2-128 0,-1-2 192 0,-1 1-16 15,1-3-16-15,-2 1 0 0,-1-6-160 0,1 2 0 16,0-2 0-16,0 0 0 0,11 3 0 0,-9-7-176 16,1-1 176-16,4 3-192 0,0-4 192 0,3 1-192 15,1-1 192-15,1-2-192 0,1-2 16 0,0-1 0 16,4-2 0-16,1 1 0 0,4 0 48 0,-1 2 0 16,-1-4 0-16,3 2 0 0,1-1 128 0,0 2-160 15,-1 1 160-15,2 2-160 0,2 2 160 0,0 3-128 16,-1-1 128-16,0 3-128 0,-2 0 128 15,-2 4 0-15,0 0 0 0,-1 2 0 0,-1 3 0 0,-1 0 0 16,-1 3 0-16,-2 2 0 0,-1 0 144 0,-3 0-144 16,-1 2 192-16,-1-1-192 0,-1 0 208 0,0 2-64 15,-2 0-16-15,-1 0 0 0,-2-1 0 0,-1 1-128 16,1-2 192-16,-3 0-64 0,1-2-128 0,-1 1 128 16,-1-3-128-16,0 1 128 0,-1 0-128 0,0-1 0 15,1 0 0-15,-1-1 0 16,0-4-832-16,2-1-32 0,-1 0-16 0,-2-1 0 15,3 0-2576-15,10 0-528 0</inkml:trace>
  <inkml:trace contextRef="#ctx0" brushRef="#br0" timeOffset="116938.36">10121 3411 32255 0,'0'0'1424'0,"-5"0"304"0,-2-6-1392 0,2-1-336 0,2 2 0 0,3 0 0 0,3-1 3648 0,2 0 672 15,-2-2 128-15,1 2 32 0,1-4-3056 0,3 3-592 16,-1 0-128-16,3-3-32 0,0 2-224 0,0 1-64 16,2 1 0-16,1-1 0 0,2-1-384 0,-1 1 0 15,0 0 128-15,-1 2-128 0,-1 0 0 0,-2 1 0 16,1 1 144-16,-2 1-144 0,-9 2 192 0,8 0-48 15,0-3 0-15,-8 3 0 0,0 0 32 0,0 0 0 16,0 0 0-16,0 0 0 0,0 0-176 0,1 9 192 16,-1-1-192-16,-1 1 192 0,-2 1-192 0,-1 2 128 15,-2 0-128-15,-1 0 128 0,1-1-128 0,-2 0 128 16,-1 1-128-16,-1-3 128 0,1 2-128 0,0 1 0 0,0 0 0 16,3 0 128-16,-4-5-128 0,3 1 0 15,0 0 0-15,1 0 128 0,0-2-128 0,2 1 0 0,4-7 144 0,0 0-144 16,-1 8 0-16,1 0 128 15,0-8-128-15,3 6 0 0,-3-6 0 0,8 7 0 16,-1-1 0-16,5-1 0 0,0-1 0 0,1 0 0 16,0 1 0-16,1 1 128 0,2 0-128 0,0-3 0 15,-2 1 0-15,2 0 0 0,-1-2 0 0,1 2 128 0,-3 0-128 0,-1 1 0 16,-5 0 0-16,1 1 0 0,0 1 0 0,-1 1 128 16,-2 1 0-16,-3 3 16 0,0-1 0 0,-2 2 0 15,0 2 32-15,-3 0 0 0,-2-1 0 0,-2 2 0 16,-4-1 48-16,-2 2 16 0,0 0 0 0,-2 0 0 15,0-1-112-15,-1-1 0 0,0 0-128 0,1-1 192 16,-2 0-192-16,0 1 0 0,0-5 128 0,0-1-128 0,0-2 0 0,0-2 0 16,1-2 0-16,2-1 0 15,1 1-656-15,0 1-128 0,0-4-32 0,1-3 0 16,2 1-1168-16,2-2-224 0,0 0-48 0,4-5-12592 16,4-2-2528-16</inkml:trace>
  <inkml:trace contextRef="#ctx0" brushRef="#br0" timeOffset="117404.95">10391 3109 42159 0,'-17'-8'1856'0,"9"3"400"0,-3-2-1808 0,1-2-448 16,0 0 0-16,-1 1 0 0,-1-2 512 0,-1 2 16 16,-1 0 0-16,-3 0 0 0,-1 0 656 0,-2 3 128 15,-1 2 32-15,-1-2 0 0,-1 1-464 0,-1 2-96 16,1-1-16-16,-2 2 0 0,-1 1-256 0,-1 1-64 15,-2 2-16-15,-13 2 0 0,4 4-112 0,3 4 0 16,1 8-16-16,2-3 0 0,-1 2-64 0,2 5-16 16,-2 5 0-16,3 1 0 0,0 4-96 0,3 3-128 15,2 4 176-15,9-15-176 0,3 4 160 0,3 3-160 0,1 3 128 0,4 3-128 16,2 4 0-16,7 3 0 0,4 4 0 0,4-1 0 16,3-1 0-16,6-1 0 0,4-3 0 15,19 13 0-15,-2-11 0 0,-11-19 0 16,4-5 0-16,6-1 0 0,2-1 0 0,1-5 0 0,0-3 0 15,1-3 0-15,-1-3 0 0,2-3 0 0,-2-3 0 0,0-2 0 16,-1-8 0-16,-1 0 0 0,-1-3 0 0,-2-1 0 0,-3-2 0 0,1 1 0 16,-5 0 0-16,-2-7 0 15,-2-1 0-15,-2-2 0 0,-4-3 128 0,-1-2-128 0,-4-1 0 0,-2-5 0 16,-2 0 144-16,-2-2-144 0,-6 3 128 16,-2-1-128-16,-3 0 160 0,-4 1-160 0,-5-1 192 0,-2 4-48 15,-2 1-16-15,-4 1 0 0,-2 3-128 0,-4 1 160 16,0-1-160-16,-1 4 160 0,0 1-160 0,-2 4 0 15,1-1 0-15,1 2 0 0,1 1-208 0,2 0-32 16,0 2 0-16,3 1 0 16,2 3-2064-16,5 0-400 0,-1 3-96 15</inkml:trace>
  <inkml:trace contextRef="#ctx0" brushRef="#br0" timeOffset="118517.44">9954 4505 8287 0,'0'0'736'0,"0"0"-592"0,0 0-144 0,0 0 0 15,0 0 4848-15,0 0 928 0,0 0 192 0,0 0 48 16,0 0-3488-16,0 0-688 0,0 0-144 0,0 0-32 0,0 0-16 0,0 0-16 16,0 0 0-16,0 0 0 0,0 0-464 0,8 4-80 15,-2-2-32-15,1 2 0 0,-1 2-336 0,1 0-64 16,-1 3-16-16,2 0 0 0,-1 0-256 0,-1 2-48 15,2 2-16-15,0-3 0 0,1 3-144 0,1 3-48 16,1-2 0-16,4 9 0 0,-3-4 0 0,0 2 0 16,1 0 0-16,0 2 0 15,1-2-128-15,2 3 192 0,-3 3-192 0,1-1 192 0,3 4-64 0,2-3 0 16,1 6 0-16,0-4 0 0,-2 1 16 0,2 0 0 16,-1 1 0-16,2 0 0 0,4 2-16 0,0 1 0 15,1 2 0-15,2 2 0 0,4 1-128 0,0-1 0 16,1 4 144-16,1-3-144 0,1 1 192 0,2-3-48 15,-2-3 0-15,-10-8 0 0,3 2-144 0,1 6 160 16,1 3-160-16,2-1 160 0,4 3-160 0,-1 2 0 16,-1 2 0-16,2 2 0 0,2 4 0 0,0-2 0 15,0-2 128-15,1 1-128 0,0-2 160 0,1 4 0 0,-1 3 0 16,17 22 0-16,-6-9-160 0,-2-3 160 0,-2-4-160 16,2-3 160-16,2-3-160 0,-1-1 0 0,1-3 144 0,-2 0-144 15,-2-3 0-15,-1 4 128 0,1-5-128 0,0 1 0 16,-2-3 144-16,1-1-144 0,1-1 192 0,1-2-192 15,4-5 144-15,-2-2-144 0,-3-3 0 0,-2-4 144 16,-1-1-144-16,-1 2 128 0,-3-5-128 0,-2-1 128 16,-6 1-128-16,0-4 0 0,-2 0 144 0,-3 0-144 0,-4 2 0 15,-1 0 128-15,-1-4-128 0,-2 0 0 0,-4-2 0 0,2-2 144 16,-2-1-144-16,-2 0 0 0,-2-2 128 16,-10-6-128-16,10 9 0 0,-10-9 0 0,7 4 0 15,-7-4 0-15,0 0 0 0,7 5 0 0,-7-5 0 0,0 0 0 16,0 0-176-16,0 0 176 15,0 0-896-15,0 0-80 0,0 0-16 16,0 0 0-16,0 0-1248 0,0 0-256 0,0 0-64 16,0 0-17712-16</inkml:trace>
  <inkml:trace contextRef="#ctx0" brushRef="#br0" timeOffset="119415.81">12680 7390 34895 0,'0'0'1536'0,"-5"-4"336"0,0 0-1488 0,5 4-384 0,0 0 0 0,-2-5 0 0,0 0 1680 16,2 5 272-16,0-7 48 0,2 1 16 0,1-2-512 0,1 1-96 16,0 1-32-16,2 1 0 0,1 1-368 0,-1-1-80 15,1 1-16-15,1 1 0 0,1 0-416 0,-2 1-96 16,1 1-16-16,0 2 0 0,-8-1-96 0,7 4-32 15,-2 2 0-15,-1 1 0 0,-2-1 128 0,0 3 0 16,-4 1 16-16,0 1 0 0,-1 1-48 0,-1 0-16 16,-2 1 0-16,-1-3 0 0,-2 2-144 0,1 0-16 15,-2-2-16-15,-1 1 0 0,0-2 32 0,-1 0 0 16,-1-3 0-16,0 1 0 0,-1-3-64 0,-1 0 0 16,1 0 0-16,1-2 0 0,0-1-128 0,0-1 0 15,0-2 0-15,1-2 0 0,2 1 0 0,-1-2 0 16,3-1 0-16,2-1 0 0,2 1 0 0,1-2 0 15,1-1 0-15,3-2 0 0,3-1-192 0,1-1 192 16,2-2-192-16,0-1 192 0,3-1-176 0,-1 0 176 16,1 2-128-16,3 0 128 0,1 0 0 0,1 2-160 15,0 1 160-15,1 1 0 0,0 5 0 0,-2 2 0 0,0 1 0 16,1 2 0-16,-3 0 0 0,-1 2-128 16,0 2 128-16,-1 1 0 0,1 2 0 0,-4 3 0 0,0 4 0 0,-2-1 144 15,-1 2-144-15,-1 3 128 0,1-2-128 16,-3 2 128-16,-1 0-128 0,-1 1 160 0,-2-4-160 0,-1 2 160 0,0-1-160 15,0 1 160-15,-2-2-160 0,-1-1 160 16,-1-1-160-16,0-1 192 0,-1-4-192 0,0 0 192 0,-1-2-192 16,-1 0 160-16,0-1-160 0,-2-1 160 15,1-2-160-15,0-1 0 0,-1-1 0 0,1-2 128 0,2 1-128 16,0-2 0-16,-1 0 0 0,3-3 0 0,3-2 0 16,1 0 0-16,2-1 0 0,-1-1 128 0,0-3-128 15,3-2-224-15,3-1 48 0,1-1 16 0,2 0 160 0,2-2-192 16,0 1 192-16,4-1-192 0,1 1 192 15,1-1 0-15,0 2 0 0,1 1 0 0,0 4 0 0,1 0 0 16,-2 2 0-16,2 2 0 0,0 0-192 0,1 3 0 16,-2 2 0-16,0 0 0 0,-4 1 192 0,1 3 128 15,-1 3-128-15,-1-3 176 0,-2 2-176 0,-2 2 0 16,0 3 0-16,-3-1 0 0,0 3 0 0,0 2 128 16,-2 1-128-16,0-1 0 0,-3 2 160 0,-2 2-160 15,-1-2 192-15,-1 1-192 0,1 0 176 0,-1 1-176 16,-4-1 160-16,1-1-160 0,0-1 128 15,-1-2-128-15,-1-1 0 0,1-1 0 0,-1-1 0 0,2-2 0 16,0 0 0-16,0-1 0 16,0-3-752-16,1 1-144 0,2-2-16 0,0-2-16 15,6 2-1680-15,-2-5-336 0,2-3-64 0,4-3-18048 0</inkml:trace>
  <inkml:trace contextRef="#ctx0" brushRef="#br0" timeOffset="119828.96">13646 6372 46879 0,'0'0'2080'0,"0"0"416"0,0 0-1984 0,0 0-512 0,0 0 0 0,0 0 0 0,0 0 896 16,0 0 64-16,0 0 32 0,0 0 0 0,0 0 176 16,-1 9 48-16,-3-1 0 0,-1 0 0 0,-2 1-672 0,-1 2-128 15,-1 0-32-15,1 2 0 0,-2 1-160 0,-1 5-32 16,0-3-16-16,-1 5 0 0,-2-1-176 0,-2 2 128 15,-1-4-128-15,1 3 128 0,-1 1 0 0,-1-1 0 16,0 0 0-16,1-1 0 0,1-1-128 0,3 1 0 16,0 1-192-16,0-6 192 15,1 1 0-15,2-2 0 0,1-2 0 0,1-2 0 0,0 2 0 0,3-4 0 16,1 0 0-16,2-2 0 0,2-6 0 0,0 0 0 16,0 0 0-16,0 0 0 0,1 7 0 0,-1-7 0 15,6 8 0-15,1-6 0 0,1 2-144 0,1-3 144 16,0 1 0-16,1-1 0 0,2-1 0 0,1 0 0 15,0-1 0-15,2-1 0 0,0 1 0 0,1-3 0 16,-1 2 0-16,2-1 0 0,0 0 0 0,2 1-128 16,-2-1 128-16,0 2 0 0,1-2 0 0,-1 1 0 15,0-1 0-15,-3 2 0 16,-2-2-576-16,-1 3-128 0,1-2 0 0,-1-1-16 16,-2 2-624-16,0-3-128 0,-9 4-32 0,8-3 0 15,-8 3-1504-15,6-5-288 0,-2-2-64 0</inkml:trace>
  <inkml:trace contextRef="#ctx0" brushRef="#br0" timeOffset="120072.31">13639 6391 13823 0,'0'0'608'0,"0"0"128"0,0 0-592 0,0 0-144 0,0 0 0 0,0 0 0 15,0 0 7296-15,0 0 1440 0,0 0 288 0,-1 10 48 0,0-1-6000 16,0 1-1216-16,-2 2-224 0,0 3-48 0,1 2-640 0,-2 4-128 15,-3 4-32-15,1 0 0 0,1 2-496 0,-1 3-96 16,0 4-32-16,-1 0 0 0,0 2-160 0,1 1 0 16,0-3 0-16,1-2 128 0,-1 0-128 0,2-1 0 15,2-1 0-15,-1-3 0 16,1-2-784-16,0-1-192 0,1-6-48 0,1 0 0 16,0-2-1344-16,1-3-288 0,2-3-48 0,0-2-17696 0</inkml:trace>
  <inkml:trace contextRef="#ctx0" brushRef="#br0" timeOffset="120500.02">13800 6404 7359 0,'-3'-26'320'0,"2"16"80"0,-4-3-400 0,1-1 0 16,-3-2 0-16,1 0 0 0,-2 2 7600 0,-2 0 1424 16,-2-1 304-16,-4 4 48 0,0-1-5856 0,0 4-1152 0,-3 1-256 0,-2 2-32 15,1 4-704-15,-1 1-144 0,-1 3-16 0,-2 3-16 16,1 2-432-16,-2 4-96 0,0 2-16 0,0 4 0 15,1 4-336-15,-1 6-80 0,-1 4-16 16,0 6 0-16,1 3-224 0,1 3 176 0,1 2-176 0,1-2 160 16,2 4 80-16,5-2 16 0,2 3 0 15,3-1 0-15,5 1-256 0,4-2 144 0,3-4-144 16,5-2 128-16,2-1-128 0,4-5 0 0,3-4 0 0,2-2 0 0,3-3 0 16,2-3 0-16,1-5 0 0,2 1 0 0,1-6 0 15,2-3 256-15,0-3 0 0,1-1-16 0,1-4-448 16,0-2-96-16,-1-2-16 0,3-4 0 0,1-2 320 0,0-1 0 15,-2-3 0-15,1-1 0 0,-1-1 0 16,-2-3 0-16,-1 0 0 0,-3-3 0 0,-2-5 0 16,-4-1 0-16,-1-1 0 0,-1-2 0 0,-5-1 0 15,-1-1 0-15,-1-3 0 0,-3 2 0 0,-1-2 0 0,-3 1 0 16,-2 0 0-16,-2 2 0 0,-2-1 0 16,-1 2 0-16,-3 2 0 0,-4 1 0 0,0 2 0 0,-3-1 0 15,-1 3 0-15,-1 2 0 0,1 1-256 0,-3 2 0 16,0 1 0-16,1 1 0 15,1 2-1200-15,0 3-224 0,1 0-48 0,4 4-21504 0</inkml:trace>
  <inkml:trace contextRef="#ctx0" brushRef="#br0" timeOffset="121477.11">8757 7597 3679 0,'0'0'320'0,"-10"0"-320"0,2 0 0 0,8 0 0 16,-9-4 6976-16,1 3 1344 0,0-1 256 0,8 2 48 0,0 0-5728 15,0 0-1136-15,0 0-224 0,0 0-64 0,-8-3 80 0,8 3 16 16,0 0 0-16,0 0 0 0,0 0-672 0,0 0-128 15,0 0-16-15,0 0-16 0,0 0-416 0,13-4-64 16,0 0-32-16,3 1 0 0,0 2 0 0,-3 1 0 16,1 0 0-16,4 0 0 0,3-1-224 0,5-2 176 15,3 2-176-15,3 0 160 16,5 1-160-16,3 0 0 0,3 0 0 0,2-2 0 16,-2 2 0-16,4-4 0 0,2 2 0 0,5-2 0 15,3 1 0-15,3 3 0 0,1-4 0 0,2 2 0 16,-3-1 0-16,2-1 0 0,6 3 0 0,42-2 0 0,-2-2 0 0,-52 4 0 15,8-6 0-15,9 1 0 0,10-1 0 0,7 1 0 16,3-2 0-16,1 1 0 0,0 1 0 0,87-6 0 16,-29 2-192-16,-23 3 192 0,-18 3-128 0,-12-1 128 15,-9 4 0-15,-4 1 0 0,-1-4 0 0,-7 3 0 16,-5-1 0-16,-9 2 0 0,-9 2 0 0,-4-1 0 16,-4-1 0-16,-3 0 0 0,0 0 0 0,-1 0 0 0,-2 0 0 0,-2 0 0 15,-3-1 0-15,-3-1 128 16,-4 2-128-16,-5-2 0 0,-3 0 144 0,-1 1-144 0,-5 0 160 0,0-1-160 15,-3 1 256-15,-6 1-32 0,1-1-16 0,-7 1 0 16,6-1-48-16,-1-1-16 0,-5 2 0 0,0 0 0 16,0 0-144-16,0 0 128 0,0 0-128 15,0 0 128-15,0 0 0 0,0 0-128 0,0 0 192 0,0 0-64 16,0-10-128-16,0 10 0 0,0 0 144 0,0 0-144 16,-9-7 0-16,0 3-256 0,0 3 32 15,0 0 16-15,0-4-1712 16,0 3-352-16,-1 0-64 0</inkml:trace>
  <inkml:trace contextRef="#ctx0" brushRef="#br0" timeOffset="122319.08">11117 7271 24879 0,'0'0'2208'0,"0"0"-1760"15,0 0-448-15,0 0 0 0,0 0 5168 0,0 0 944 16,0 0 192-16,0 0 32 0,0 0-4224 0,0 0-832 16,0 0-192-16,0 0-16 0,-7 4 176 0,-1 0 32 15,-1 3 16-15,-1-3 0 0,-3 2-688 0,1 2-144 0,-2 1-16 0,-2 0-16 16,-1 2-192-16,0 2-48 0,-5 1 0 0,1 0 0 15,-1 2-64-15,-1-2-128 0,0 1 176 0,0 2-176 16,-1 0 144-16,4 0-144 0,-3 1 0 0,3-3 144 16,1 1-144-16,4-2 0 0,-1 1 0 0,3-2 0 15,1 0 0-15,3-4 0 0,4-1 0 16,1 0 48-16,1-1-48 0,5 0 0 0,-2-7 0 0,4 8 0 16,0-2 0-16,1 1 0 0,3-1 0 0,1 1 0 15,0-5 0-15,3 1 0 0,2 0 0 0,2-1 0 16,2 1 0-16,0 0 0 0,0-1 0 0,2-1 0 15,1-1 0-15,0 0 0 0,-1 0 0 0,4 2 0 16,-2 0 0-16,-1-2 0 0,-1 2 0 0,-1-1 0 16,-1 3 0-16,-1-3 0 0,-1 0 0 0,-3 3 0 0,-1 0 0 0,-3 0 0 15,-1 0 0-15,-1 0 0 16,-7-4-896-16,7 5-192 0,-3 4-16 0,1 1-15696 16,0 3-3136-16</inkml:trace>
  <inkml:trace contextRef="#ctx0" brushRef="#br0" timeOffset="123228.55">7160 6223 41871 0,'0'0'1856'0,"0"0"384"0,0 0-1792 0,0 0-448 0,0 0 0 0,0 0 0 16,0 0 1344-16,0 0 192 0,0 0 48 0,0 0 0 16,-5 3 208-16,0 3 64 0,1 5 0 0,0 2 0 15,-1 2-992-15,-1 4-192 0,1 2-32 0,-1 2-16 16,-2 2-272-16,0 3-48 0,0-1-16 0,3-3 0 16,0-1-64-16,-2-3-16 0,1 0 0 0,-1-3 0 15,3-1-208-15,-1-3 0 0,0-4 0 0,0-2 0 16,1 0 128-16,4-7-128 0,0 0 0 0,0 0 144 15,0 0-144-15,0 0 0 0,0 0 0 0,0 0 128 16,-8-3-128-16,3-2 0 0,1-3 0 0,1-2 0 0,2-3 0 0,1-3-176 16,1-2 176-16,0-4-128 0,1-2 128 0,0-3-192 15,1-3 192-15,1-3-192 0,0 0 192 0,0-1-128 16,0 1 128-16,0 2-128 0,-1 2 128 0,0 4 0 16,-3 4 0-16,3 2 0 0,-1 5 0 0,0 4 0 15,-4 1 0-15,2 3 0 0,0 6 0 0,0 0 0 16,0 0 192-16,0 0-64 0,0 0 32 15,0 0 16-15,0 0 0 0,0 0 0 0,0 0-176 0,11 6 0 16,0 3 144-16,0-2-144 0,1 2 0 0,1 0 0 16,0 0 0-16,1 2 0 0,0-1 0 0,1 1 128 15,2-1-128-15,0 0 96 0,-2-3-96 0,1-2 0 16,-1 0 0-16,1 2 0 0,0-1 0 0,-2 1 0 16,-1-2 0-16,-1 0 0 0,-2-1 0 0,1 0 0 15,-2-1 0-15,0 1-160 16,0-2-544-16,2 1-128 0,-2 0 0 0,1-2-16080 0,1 1-3216 0</inkml:trace>
  <inkml:trace contextRef="#ctx0" brushRef="#br0" timeOffset="123952.89">8057 4269 22111 0,'0'0'976'0,"-5"-3"208"0,-3-3-944 0,1 2-240 0,2 0 0 0,5 4 0 16,0 0 5360-16,0 0 1024 0,0 0 208 0,0 0 32 15,0 0-3776-15,0 0-752 0,0 0-160 0,0 0-16 16,0 0-896-16,4 9-160 0,1 0-32 0,2 0-16 0,-1-1-384 0,3 0-80 15,3 1-16-15,1 0 0 16,2 2-144-16,0-2-48 0,2 0 0 0,1 1 0 0,2-3-144 0,0 1 128 16,-2-2-128-16,1 1 128 0,1 2-128 0,-1-3 0 15,1 1 0-15,-2-2 128 0,-1-1-128 16,-2 0 0-16,-1 0 0 0,-1-2 0 0,0 2 0 0,-3-2 128 16,0-1-128-16,-10-1 0 0,0 0 0 0,0 0 0 15,0 0 128-15,0 0-128 0,0 0 0 0,0 0 0 16,0 0 144-16,0 0-144 0,-2 8 144 0,-2 0-144 15,-2-1 192-15,-3 1-192 16,-3 1 192-16,-2-1-192 0,-3 3 192 0,-3 3-48 16,-1 4-144-16,-2 2 0 0,-2 1 0 0,-1 0 0 0,0-1 0 0,-2 1 0 15,2-1 0-15,3 2 0 0,2-4 0 0,3 0 0 16,1-1 0-16,3-1 0 16,1-3-640-16,3 0-64 0,4-1 0 0,7 0-24768 0</inkml:trace>
  <inkml:trace contextRef="#ctx0" brushRef="#br0" timeOffset="124755.04">10809 5876 33167 0,'0'0'2944'0,"-9"4"-2352"0,0 0-464 0,4 0-128 16,-1 1 3680-16,3 2 720 0,0-1 144 0,0 2 16 16,2 1-2528-16,1-1-512 0,3 1-112 0,1 4 0 15,-1 0-688-15,3 0-128 0,0 2-16 0,3-2-16 16,2-1-320-16,0-1-64 0,0 2-16 0,3-1 0 16,2-2-32-16,1 1-128 0,-2-5 192 0,1 2-64 15,-2 1-128-15,-1 1 0 0,2-4 144 16,-3 1-144-16,-1-4 128 0,1 1-128 0,-2 0 128 0,-2 0-128 0,-8-4 128 0,11 3-128 15,-2-3 128-15,-9 0-128 0,8 0 144 0,-8 0-144 16,7-3 192-16,-7 3-192 0,0 0 192 0,6-5-192 16,-1-2 192-16,0 1-48 0,-1-3-144 15,0 0 0-15,-1-2 0 0,-1 0 0 0,1-4 0 0,-2-2 0 16,2-1 0-16,-1-2 0 0,1 1 0 0,0-5 0 16,0 1 0-16,0-1 0 0,-2 1 0 0,-1 2 0 15,0 2 0-15,0 2 0 0,-1 1 0 0,-2 3 0 16,1 1 0-16,1 3 0 15,-1 1-480-15,1 2-96 0,1 6 0 0,0 0-16 16,0-7-1792-16,0 7-368 0,0 0-64 0</inkml:trace>
  <inkml:trace contextRef="#ctx0" brushRef="#br0" timeOffset="126776.95">12397 7678 2751 0,'0'0'256'0,"0"0"-256"15,0 0 0-15,-1-6 0 0,-1 0 3104 0,2 6 576 0,0 0 112 0,0-6 32 16,0-1-2080-16,2 2-400 0,-2 0-96 0,0 5-16 15,2-7-528-15,1 1-96 0,-2-2-32 0,3 0 0 16,0 2-576-16,-4 6 0 0,4-7 0 0,-1 1-10224 16</inkml:trace>
  <inkml:trace contextRef="#ctx0" brushRef="#br0" timeOffset="127176.58">12295 7506 27519 0,'-18'0'1216'0,"12"0"256"0,-2-1-1168 0,1-1-304 0,1 0 0 0,-1-1 0 0,2 1 2176 16,0-2 368-16,1 0 80 0,-1 1 0 0,1 1-384 0,4 2-64 15,-4-4-32-15,4 4 0 0,0 0-656 0,0 0-128 16,0 0-16-16,0 0-16 0,0 0-240 0,0 0-64 16,0 0 0-16,0 0 0 0,0 0-288 0,0 0-64 15,0 0-16-15,0 0 0 0,0 0-320 0,9 2-64 0,0 1-16 16,0 1 0-16,0-3-96 0,2 2-32 16,-1-1 0-16,2 1 0 0,1-2-128 0,1-1 0 15,1 0 144-15,-1-1-144 0,3 0 0 0,1-1 0 16,0-2 0-16,2 2 128 0,-2-1-128 0,1 1 0 15,-1 0 0-15,-3-2 0 0,1 3 0 0,-2 0 0 16,-1-2 0-16,0 1 0 0,-1-1 0 0,-3 2 0 0,2-2-128 0,-1 0 128 16,-2 1-336-16,1-1 16 0,-9 3 0 0,8-2 0 31,-8 2-1184-31,0 0-224 0,0 0-64 0,0 0-13664 0,0 0-2736 0</inkml:trace>
  <inkml:trace contextRef="#ctx0" brushRef="#br0" timeOffset="129122.05">8736 7618 21183 0,'0'0'1888'0,"-6"-1"-1504"0,0 1-384 0,6 0 0 0,0 0 2960 0,0 0 528 16,0 0 96-16,0 0 32 0,-5-3-1600 0,5 3-320 15,0 0-64-15,0 0-16 0,0 0-272 0,0 0-64 16,0 0-16-16,0 0 0 0,0 0-560 0,-1 7-96 16,1-7-32-16,0 9 0 0,-1 1 64 0,-1-2 0 15,0 0 0-15,-1 1 0 0,-1 3-192 0,-1-4-48 16,0 1 0-16,0 0 0 0,-2-1-192 0,1 1-32 16,-1-3-16-16,-1 0 0 0,0-2-32 0,1-2 0 15,0 1 0-15,-1-1 0 0,-1 1-128 0,0-2 192 16,1-1-192-16,-1-1 192 0,1 0-192 0,0-2 0 15,2 0 0-15,1-2 0 0,-1-3 0 0,1-1 0 16,1-2 0-16,2-1 0 0,-1 1 0 0,3-2-176 16,0-2 176-16,3 2-192 0,1 0 192 0,1 0-208 15,1-2 80-15,1 1 128 0,-1 1-192 0,2 0 192 0,1-1-160 0,2 2 160 16,-1 1-144-16,1 1 144 0,-2 1-128 0,4 2 128 16,1 3 0-16,-1-1-128 0,-2 4 128 0,-2-2 0 15,2 3 0-15,1 3 0 0,-1-1 0 0,-4 4 0 16,-1 1 0-16,-1 4 0 0,0 1 128 0,-1 1-128 15,0 0 192-15,-2 2-48 0,-2 0 0 0,-1 0 0 0,1 1 80 16,-1 0 16-16,-2-2 0 0,-2 0 0 0,-3-1-16 16,0 0 0-16,-1-3 0 0,-1 0 0 0,-1 2-16 0,0-1 0 15,-1-4 0-15,0 1 0 0,1-2 0 0,0-1 0 16,-1 1 0-16,-1-1 0 0,0-4-16 0,0-1 0 16,0-1 0-16,0-2 0 0,1 2-192 0,1-2 176 15,-1-1-176-15,2-1 160 0,0-3-160 16,3-2 0-16,0-2 0 0,3 1 0 0,-1-1-144 0,1-1 144 15,1-2-192-15,3 1 192 0,0 2-192 0,3-2 64 16,1 0 128-16,1 1-208 0,0 1 80 0,3 0 128 16,1 0-208-16,2 3 80 0,-2-1 128 0,1 1-128 15,2 1 128-15,1 1-128 0,0 2 128 0,0 0 0 16,1 1 0-16,1 1 0 0,0 1 0 0,0 2 0 16,0 1 0-16,1 3 0 0,0 0 0 0,-2 1 0 15,-3 2 0-15,0 2 0 0,0 0 0 0,-2 3 0 16,-3-1 0-16,2 2 0 0,-1 2 0 0,-3-1 0 15,-2 1 128-15,-1-1-128 0,-2-1 176 0,-1-1-48 16,-4 1 0-16,1-2 0 0,-1 1 16 0,-1-1 0 0,2-1 0 16,-2 0 0-16,0-4-16 0,-3-1 0 0,1-1 0 15,-1 0 0-15,-2-2-128 0,0 1 192 0,1-2-192 0,0-1 192 16,0-1-192-16,0-2 128 0,1 1-128 0,1-1 128 16,-3-1-128-16,0-1 0 0,0-2 0 0,3 1 0 15,-1-5 0-15,-1 1 0 0,2-2-128 0,1 2 128 16,2-4-144-16,3 0 144 0,1 1-192 0,-1-1 192 15,0-2-192-15,3 1 192 0,2-2-192 0,2 4 192 16,0-1-208-16,3 0 64 0,1 1 16 0,1 2 0 0,2 0 128 16,-1 2-192-16,2 1 192 0,0 2-192 0,-2-1 192 0,3 2 0 15,1 1-144-15,2 2 144 0,0 0 0 16,-2 1 0-16,2 1 0 0,-2 1 0 0,-1 2 0 16,-1 1 0-16,-2 0 0 0,2 2 0 0,0 3 0 15,-2 2 0-15,-1 0 0 0,0 4 0 0,-2-2 0 0,-1-1 0 16,0 1 0-16,-2 1 0 0,-2-1 0 0,0 1 0 15,-2-3 0-15,0-1 128 0,-2 1-128 0,0-2 160 16,-4 0-160-16,0-1 160 0,-2-2-32 0,-1 1-128 16,0-2 192-16,0 0-64 0,-2 0 0 0,-1-2-128 15,-2 1 192-15,0-1-64 0,-1-2-128 0,1-1 128 16,0-1-128-16,-1-2 128 0,2 0-128 0,0 1 0 16,3 0 0-16,-2-4 0 0,0-1 0 0,3-2 0 15,-1 0 0-15,1-1 0 0,1-2-128 0,1-1 128 16,4 0-160-16,-1-3 160 0,2 2-192 0,2-2 192 15,2 2-208-15,0 1 80 0,2 0 128 0,1 1-208 16,1 2 80-16,0 2 128 0,2-3-176 0,0 5 176 16,0-1-128-16,-1 2 128 0,3 1 0 0,-1 2 0 0,-2 0 0 15,3 2 0-15,-10 0 0 0,10 4 0 0,-2 1 0 16,-2 2 0-16,2 1 0 0,0 1 0 0,-1 1 0 16,-2-1 0-16,0 1 0 0,-1 1 128 15,-2-2-128-15,0 1 0 0,-1-3 0 0,-1-7 0 0,0 8 0 0,0 1 0 31,0-1-880-31,-1 0-192 0,1-8-32 0,0 0-16 0,0 0-2448 0,0 0-480 16,0 0-112-16</inkml:trace>
  <inkml:trace contextRef="#ctx0" brushRef="#br0" timeOffset="131358.79">8610 8081 38351 0,'0'0'1696'0,"0"0"352"0,0 0-1632 0,-4-3-416 0,4 3 0 0,0 0 0 0,0 0 1856 0,0 0 304 15,0 0 48-15,0 0 16 0,-7 7-48 0,2 1-16 16,0 0 0-16,0 2 0 0,1-2-1232 0,1 1-240 16,1 1-48-16,-1 3-16 0,2 3-352 0,-1 1-64 15,0 1-16-15,-1 1 0 0,3-3-192 0,1 1 0 16,1-1 128-16,-1-2-128 0,0 2-128 0,1-3-80 16,0-1-16-16,1 0 0 15,-1-5-480-15,-2-7-80 0,4 7-32 0,-4-7 0 16,0 0-1088-16,0 0-208 0,0 0-64 0,8 5 0 15,0-5-1600-15,0 0-320 0,0-6-64 0</inkml:trace>
  <inkml:trace contextRef="#ctx0" brushRef="#br0" timeOffset="131886.03">8655 7953 9215 0,'-7'-1'816'0,"-3"-3"-656"0,1 1-160 0,-2 0 0 0,-2-3 5856 0,-1 1 1136 16,0-1 240-16,1-1 32 0,-3 1-4912 0,0 0-992 15,-1 0-192-15,0 2-32 0,-2 1 432 0,2 2 96 16,-1 0 0-16,3 1 16 0,-1 0-848 0,0 1-160 16,-1 0-32-16,2 3-16 0,-1 1-112 0,0 2 0 15,1-1-16-15,-9 9 0 0,5 0-64 0,-1 1-16 16,1 1 0-16,0 3 0 0,1-1 32 0,2 3 16 16,2 3 0-16,0 1 0 0,-1-1-48 0,2 1-16 15,2 1 0-15,0 2 0 0,2-3-96 0,4 2-32 16,1 0 0-16,3 0 0 0,1-1-80 0,4 0-32 15,2 1 0-15,5-1 0 0,2 0-160 0,2 0 192 16,3-1-192-16,5-4 192 0,1-1-192 0,-4-8 192 16,3 0-192-16,6 0 192 0,1-2-192 0,5 0 128 15,3-2-128-15,1 0 128 0,2-5-128 0,0-1 0 16,1-2 0-16,0-2 0 0,-3-3 0 0,-1-1 0 16,1-3 0-16,-3-1-176 0,-2-2 176 0,0-2 0 15,-3-1 0-15,1-1 0 0,-2 1 0 0,-3-2 0 16,-2 2 0-16,-2-5 176 0,-3-1-176 0,-3-1 0 0,-3 2-192 15,-2-4 192-15,-2 3 0 0,-2-4 0 0,-3 1 0 0,-3-1 192 16,-4 1-64-16,-2 1 0 0,-3-2 0 0,-3 2 0 16,1 2 0-16,-4 1 0 0,-2 1 0 0,-2 1 0 15,-2 0 0-15,0 1 0 0,-3 2 0 0,0-1 0 0,-2 2-128 16,2 2 192-16,-4 0-192 0,1 2 192 16,2-1-192-16,-1 2-144 0,1 0 144 0,1 1-208 0,-1 3 208 15,1-2-176-15,0 2 176 0,1 1-160 16,2 1 0-16,0 1 0 0,4 1 0 0,-1 0 0 15,0 1-496-15,2 1-112 16,1 0 0-16,3 3-16 0,1-4-1472 0,-1 4-304 0,4-2-48 0</inkml:trace>
  <inkml:trace contextRef="#ctx0" brushRef="#br0" timeOffset="196541.77">22726 6097 4607 0,'-36'-2'192'0,"7"1"64"0,-7-3-256 15,-5-2 0-15,-3-2 0 0,2-3 0 0,4 2 2240 0,5 2 384 16,1-3 96-16,7 0 16 0,6-3-752 0,3 0-128 0,6 1-48 0,3 2 0 16,5 1-64-16,2-2-16 0,5 3 0 0,8 4 0 15,7 2-960-15,7-2-192 0,8 0-32 0,11 1-16 16,9 1-384-16,6-1-144 0,3-1 0 0,9 0 144 15,6-5-144-15,12 5 0 0,12-1 144 0,4 0-144 16,4-3 208-16,12 0-16 0,10 0-16 16,5 1 0-16,3 0-48 0,9 2 0 0,9 1 0 0,4 1 0 15,-2 2-128-15,1 1 0 0,-3 1 0 0,-4 2 0 16,-4 2 0-16,-11 0 0 0,-12 1 0 0,-14 0 0 16,-9 1 128-16,-9 2-128 0,-7 0 128 0,-15 1-128 15,-11 1 0-15,-14-1 128 0,-11-2-128 0,-12 1 0 16,-9 0 128-16,-7 0-128 0,-6 1 0 0,-4-10 128 0,-7 7 64 15,-8 0 0-15,-7-3 0 0,-11 0 0 0,-10 1 240 16,-10-5 48-16,-15 0 16 0,-7 1 0 0,-6 4-288 0,-10-1-48 16,-11 2-16-16,-6-5 0 0,-7-4-16 0,-5 5-128 15,-7 0 192-15,-4 1-64 0,-7-5-128 0,-7 0 0 16,-4 1 0-16,1 1 0 0,2 0 0 0,0 0 0 16,-3-6 0-16,8 4 0 0,8 0 0 0,7 1 0 15,2-4 144-15,10 0-144 0,11-2 0 0,12 2 144 16,12 1-144-16,11 0 0 0,9 2 128 0,11-1-128 15,9 2 0-15,10-2 0 0,8 0 0 0,10 1-144 16,11 2 16-16,0 0 0 16,13 4-400-16,10 0-80 0,8-2-16 0,12 1 0 15,10-1-48-15,12 1-16 0,12-3 0 0,13 0 0 0,11 0 384 0,8 1 80 16,3 2 16-16,12-3 0 0,10 0 208 0,4 0-144 0,-1 0 144 0,8 4-128 16,6-2 128-16,3 2 0 0,-3-1 0 0,0 4 0 15,0 0 0-15,1 6 0 0,-2 2 0 0,-6-2 0 16,-6-3 0-16,-5 2 0 15,-1 4 0-15,-11 1 128 0,-11-1-128 0,-12 1 0 16,-12 0 0-16,-11-1 0 16,-8-2-384-16,-9 1-112 0,-7-2-16 0,-13 0 0 15,-14-2-1888-15,-14 0-384 0,-10-11-80 0,-31 10-16 0</inkml:trace>
  <inkml:trace contextRef="#ctx0" brushRef="#br0" timeOffset="197680.9">20715 7380 33167 0,'-9'-12'2944'0,"-2"-1"-2352"0,2 0-464 0,3 0-128 15,0 1 1424-15,1 3 272 0,5 9 48 0,-5-7 16 16,-2 2-1072-16,7 5-224 0,-10 3-32 0,1 7-16 0,-2 10 352 0,-2 5 64 16,-5 6 0-16,-1 8 16 0,-2 8-128 0,1 1-16 15,1 2-16-15,0-2 0 0,1-4-288 0,1-5-48 16,2-3-16-16,3-5 0 0,0-4-96 0,3-3-32 15,2-5 0-15,3-3 0 0,-1-6-208 0,5-10 128 16,0 0-128-16,0 0 0 0,0 0 0 0,0 0 0 16,0 0 0-16,0 0 0 0,5-11 0 0,2-4 0 15,1-2 0-15,5-6 0 0,1-7 0 0,2-5-160 16,-1-6 32-16,4-2 0 0,0-4 128 0,2 0-192 16,-1-1 192-16,2 5-192 0,1 3 192 0,1 4-128 15,-3 8 128-15,1 8-128 0,-1 10 128 0,-3 5 0 16,-2 6-144-16,-2 7 144 0,-2 5 0 0,-1 6-176 15,1 5 176-15,-1 4-128 0,-1 4 128 0,0 0 144 16,1 2-16-16,-1-2-128 0,1-4 160 0,0 1-160 16,2-6 128-16,-1 1-128 0,-1-3 0 0,-1-3-256 15,-2-2 48-15,0-1 0 16,1-2-3024-16,-1 3-608 0,-1-2-112 0,0-2-16 0</inkml:trace>
  <inkml:trace contextRef="#ctx0" brushRef="#br0" timeOffset="198197.33">20691 7549 10127 0,'0'0'896'0,"-6"5"-704"0,-1-2-192 0,1 3 0 15,-1 6 5504-15,3 3 1088 0,0 1 192 0,2 4 64 16,-2 1-4880-16,1 0-976 0,2 5-192 0,0 3-32 0,-1 4 256 0,2 4 64 16,0 3 16-16,2-7 0 0,-1 2-528 0,2 9-128 15,0 2 0-15,1 2-16 0,2-2-224 0,0 1-32 16,1 2-16-16,-1 4 0 0,-1-1-160 0,1 5 192 16,-2 3-192-16,-1 3 192 0,0-2-192 0,0 4 128 15,-3-1-128-15,0 2 128 0,-2 2 0 0,1 5 0 0,0 0 0 0,-1 0 0 16,1-2 96-16,0 0 16 15,0 5 0-15,-1-2 0 0,1 2 32 0,0 0 16 16,-1 3 0-16,1-2 0 0,0 3 160 0,1-1 48 0,0 2 0 16,0 2 0-16,1 5-128 0,2-2-32 15,-1-2 0-15,1 1 0 0,1 1-48 0,1 3-16 0,0 1 0 16,2 0 0-16,-1-8-48 0,1 0-16 16,-1-2 0-16,2 0 0 0,0 3-64 0,2-4-16 0,-2-5 0 15,0-2 0-15,0-2-128 0,0 0 128 16,-3-3-128-16,0 0 128 0,0-1-128 0,-1 0 0 0,-1-5 144 15,-2-4-144-15,-1-3 128 0,-1-2-128 0,-2 0 128 0,1-3-128 16,-2 0 160-16,0-6-32 0,0 1-128 0,1-2 192 16,-1-3-192-16,0-3 176 0,0 0-176 0,1-5 160 15,1-4-160-15,1 1 0 0,1-6 0 0,0-1 0 16,1-2-1056-16,2-2-144 0,-1-1-16 16,1-1-16-16,1-3-2352 0,1-1-448 0</inkml:trace>
  <inkml:trace contextRef="#ctx0" brushRef="#br0" timeOffset="198943.71">20734 12649 12895 0,'0'0'576'0,"-8"0"112"0,-2 0-560 0,1 0-128 0,9 0 0 0,-8-1 0 16,8 1 4960-16,0 0 960 0,0 0 192 0,0 0 32 0,0 0-4640 0,0 0-928 15,0 0-192-15,13-5-48 0,1 1 672 0,3-1 128 16,2 2 16-16,3 0 16 0,3-1-256 0,3 2-48 16,4-3-16-16,1 3 0 0,4 0-304 0,1 0-64 15,0 0-16-15,3-1 0 0,5 2-112 0,4-2-32 16,3 1 0-16,6 0 0 0,5 1 0 0,5 0 0 16,4-2 0-16,2 1 0 0,2-2-128 0,8 2-16 15,9-2-16-15,2 2 0 0,2-1-32 0,5 1 0 16,4-4 0-16,8 4 0 0,3-1-128 0,1-1 128 15,-3-1-128-15,8 1 128 0,9 3-128 0,-4-2 0 16,-7 1 0-16,9 0 0 0,7 2 0 0,-2-2 0 16,-9-1 0-16,6 2 0 0,7 1 0 0,-9-3 0 15,-5 1 0-15,0 0 0 0,4 2 0 0,-8 0 0 16,-13-1 128-16,-1 1-128 0,-2 0 0 0,-2 0 0 16,-2 1 0-16,-8-1 128 0,-11-1 64 0,-2 1 0 15,0 1 0-15,-1 1 0 0,-2-1 208 0,-7 0 48 16,-5 2 16-16,-6-3 0 0,-10-4-112 0,-1 3-32 15,-5-1 0-15,-11 2 0 0,2 0-80 0,1 0-32 0,2 0 0 16,-3 0 0-16,2-1-32 0,-2 1-16 0,-2 0 0 0,-2 0 0 16,-4 1-160-16,-1 1 160 0,-2-1-160 15,-3 0 160-15,-3 2-160 0,-2-3 0 0,-3 1 0 0,-2 0 128 16,0 3-928-16,-2-2-192 16,-1 3-32-16,-8-5-16 0,5 5-2656 0,-1 3-528 15</inkml:trace>
  <inkml:trace contextRef="#ctx0" brushRef="#br0" timeOffset="199310.27">26310 12447 39903 0,'-13'-2'1776'0,"13"2"352"0,-6-3-1696 15,1 0-432-15,1 1 0 0,0 0 0 0,4 2 1104 0,0 0 144 16,0 0 32-16,0 0 0 0,0 0 336 0,0 0 80 0,8 6 16 15,1 0 0-15,1 1-784 0,1 2-160 16,-1-1-16-16,2 1-16 0,1-1-352 0,2-2-80 0,4 1-16 0,0-1 0 16,-1 1-288-16,6 0 128 0,2 0-128 0,3 1 0 15,-1-2 0-15,6 1 0 0,1-1 0 0,1 2 0 16,-1 1-256-16,-3-2-16 16,-2 1 0-16,-4 1 0 0,-5 0-96 0,-5 1-16 0,-6-2 0 0,-4 1 0 15,-5 2 384-15,-4-2 256 0,-3-1-32 0,-6 0-16 16,-5-1 432-16,-2 2 96 0,-5-1 16 15,-2 1 0-15,-1-2-256 0,-3 1-48 0,-3-2-16 16,0 1 0-16,1-1-240 0,1 1-64 0,-2-2 0 0,3 0 0 16,1 0-128-16,2 1 0 0,2-1-192 0,3 1 192 15,2-2-1328 1,4 3-144-16,0 1-16 0,4 1-16 0,6 1-2016 16,4 2-416-16,8 1-80 0</inkml:trace>
  <inkml:trace contextRef="#ctx0" brushRef="#br0" timeOffset="199778.8">26150 13553 35647 0,'-3'-12'1584'0,"3"5"320"0,0 0-1520 0,2-4-384 15,0 2 0-15,2 3 0 0,1 0 1856 0,-5 6 288 0,6-4 64 0,-6 4 16 16,9 0 32-16,-1 4 16 0,-1 2 0 0,1 1 0 16,0 5-960-16,0 1-192 0,1 4-32 0,-1 3-16 15,0 3-496-15,-1 3-80 16,1 2-32-16,1 0 0 0,-1 1-208 0,-1 1-32 0,-1 1-16 15,2-5 0-15,-1 0-80 0,-1-2-128 0,2-1 176 0,0-3-176 16,-2-3 128-16,-1-3-128 0,-1-3 0 0,3-2 0 16,-3-1 128-16,0-2-128 0,-4-6 0 0,0 0 0 15,0 0 0-15,0 0 0 0,0 0 0 0,0 0 0 16,0 0 128-16,6-5-128 0,1-3 0 0,-1-1 0 16,0-4 0-16,0-3 0 0,1-3 0 0,0-5 0 0,1-2 0 15,1-4 0-15,0-2 0 0,2-4 0 0,-1 0 0 16,1-2 0-16,-2 0-128 0,1 0 128 0,-2 1-288 0,0-1 32 15,2 3 16-15,-2-1 0 16,-3 5-848-16,-1 4-192 0,0 5-16 16,0 2-16-16,-3 6-2224 0,-1 3-448 15</inkml:trace>
  <inkml:trace contextRef="#ctx0" brushRef="#br0" timeOffset="200331.06">26064 13683 11967 0,'0'0'1072'0,"0"0"-864"0,0 0-208 0,0 0 0 0,9 0 7664 0,0-1 1488 16,2-1 288-16,2 2 64 0,1 0-7120 0,3 0-1424 15,2 0-272-15,2 0-64 0,3 0-176 0,2 0-16 16,0-1-16-16,3 1 0 0,-3-4-416 0,0 2 0 16,1-1 0-16,-2 0 0 15,0 2-2800-15,-1-1-432 0</inkml:trace>
  <inkml:trace contextRef="#ctx0" brushRef="#br0" timeOffset="201913.88">19197 7999 19343 0,'0'0'848'0,"-8"-4"192"0,2 0-832 0,6 4-208 0,-7-3 0 0,7 3 0 0,0 0 4112 0,0 0 784 15,0 0 160-15,0 0 16 0,-6 10-2528 0,1 3-512 16,1 4-112-16,1 2 0 0,1 3-800 0,0 4-160 16,1 2-16-16,0-1-16 0,-1 2-400 0,1-1-80 15,1 0 0-15,0 1-16 0,1-1-256 0,2 0-48 0,0-4-128 0,-1 0 192 16,2-2-192-16,-1-2 0 15,-1-1 0-15,1-3 0 16,-2-2-320-16,0-1-96 0,-1-4-32 0,0-9 0 16,0 0-1328-16,0 0-272 0,0 0-48 0,0 0-16 15,0 0-1360-15,0 0-288 0</inkml:trace>
  <inkml:trace contextRef="#ctx0" brushRef="#br0" timeOffset="202199.04">19010 8011 41631 0,'0'0'1856'0,"-7"-6"368"0,0 2-1776 0,7 4-448 0,0 0 0 0,0 0 0 16,0 0 496-16,6-6 16 0,2-1 0 0,-8 7 0 15,10-6 304-15,3 2 64 0,4-1 16 0,4 1 0 16,1 0-448-16,5-1-64 0,5 3-32 0,2-1 0 16,1 0-144-16,0 3-16 0,1-3-16 0,1 3 0 0,1 0-176 0,-4 3 0 15,-3 0 0-15,-1 0 0 0,-3 4 0 0,-2-3 128 16,-3 2-128-16,-11 0 0 0,-1-1 128 0,-2 1-128 15,-3 3 128-15,-1-1-128 0,-4 3 224 0,-1 4-32 16,-3 0-16-16,-4 0 0 0,-6 2 272 0,-3-1 48 16,-2 0 16-16,1-1 0 0,-3 4-112 0,-2-4-16 15,-3 1 0-15,-2-2 0 0,0 0-208 0,-5 0-48 16,2-1-128-16,0-3 192 16,-1 2-1040-16,2-2-224 0,0 1-32 0,3 0-21456 0</inkml:trace>
  <inkml:trace contextRef="#ctx0" brushRef="#br0" timeOffset="203932.32">22301 9713 35471 0,'0'0'1568'15,"0"0"336"-15,0 0-1520 0,0 0-384 0,0 0 0 0,0 0 0 0,0 0 720 0,0 0 80 16,0 0 16-16,-1 8 0 0,-2 1 272 0,1 2 48 15,-3-1 16-15,1 2 0 0,0 0-384 0,1 1-80 16,-1 0-16-16,-1 4 0 0,2-4-224 0,-2-2-64 16,-1 0 0-16,-2-3 0 0,0-3-16 0,8-5-16 15,-9 5 0-15,9-5 0 0,-9 3-32 0,9-3 0 16,0 0 0-16,-11 0 0 0,11 0-80 0,-9-6-32 16,1 0 0-16,3-2 0 0,3-1-80 0,-1 0 0 15,2-3-128-15,1 0 192 0,2 1-192 0,2-1 0 16,0-1 0-16,1-1 0 0,2-3 0 0,2 1 0 15,0 2 0-15,-1 2 0 0,1-1 0 0,2 1 0 0,0 0 0 16,2 1 0-16,0 1-128 0,2 0 128 0,0 2 0 0,1 3 0 16,-2 1-160-16,1 2 160 0,-1 0-128 0,0 4 128 15,-2 1-128-15,0 3 128 0,-2 1-128 0,-1 1 128 16,-1 3 0-16,-1-1-128 0,-2 1 128 0,-1-1 0 16,0 0 0-16,-2 2 0 0,-2 2 0 0,0 0 0 0,-4-4 176 15,1 0-48-15,-1 1 0 0,4-11 0 16,-8 6 80-16,0 0 16 0,-1-1 0 0,0-1 0 15,-2-2 0-15,2-2 0 0,-1 0 0 0,3 0 0 16,-2 0 0-16,0 0 0 0,0-1 0 0,0 0 0 0,0-1-32 0,-1 0 0 16,3-1 0-16,0-1 0 0,1 0-64 0,0-1 0 15,2-3-128-15,2 0 192 0,1-1-192 0,2-1 0 16,1-1 0-16,1-4 0 0,2 2 0 0,2 0 0 16,-1-2 0-16,3 1 0 0,1 1 0 0,0 1 0 15,0 2 0-15,1 1 0 0,-1 2-144 0,2 2 144 16,-2 1 0-16,1 3-144 0,-1 0 144 0,1 1 0 15,-2 1-144-15,0 1 144 0,0 2 0 0,0 3-144 16,0 2 144-16,-1 3 0 0,-3 1 0 0,1 2 0 16,-1 2 0-16,-1 0 0 0,-3-2 0 0,-2 0 0 15,-2 2 0-15,-1-2 0 0,-1-2 0 0,0-2 144 16,-2-2-144-16,1 2 192 0,-2-1-64 0,0 1-128 16,0-1 192-16,0-2-64 0,-1-1-128 0,0-1 192 15,-1-3-192-15,1 1 192 0,0-2-192 0,-1-1 192 0,1-1-192 0,3 0 192 16,-2-1-192-16,1 0 192 0,1-2-192 15,-1-1 192-15,1-1-192 0,1 0 0 0,-1-2 0 16,3-2 128-16,-1 1-128 0,-2 1 0 0,3-1 0 16,0-1 0-16,0-3-256 0,1 2-48 0,-1 0 0 0,2 0 0 15,-1-2-1440-15,4 0-304 16,0 1-48-16,2-1-19520 0</inkml:trace>
  <inkml:trace contextRef="#ctx0" brushRef="#br0" timeOffset="204350.55">22352 8798 17503 0,'-6'-12'1552'0,"2"10"-1232"0,-1-5-320 0,-1 2 0 15,2 0 5472-15,2 1 1040 0,-1 0 208 16,3 4 32-16,0 0-5120 0,0 0-1024 0,0 0-208 0,0 0-32 16,0 0 192-16,-5 8 32 0,2 2 16 0,2 1 0 15,0 2-608-15,1 2 0 0,0 1 0 0,1 0 0 16,2-1 0-16,-1 1 0 0,0 0 0 0,2-1 0 16,-1-2-704-16,1 0-96 15,0-4-32-15,0 2-7808 16,1-3-1552-16,1-2-320 0</inkml:trace>
  <inkml:trace contextRef="#ctx0" brushRef="#br0" timeOffset="204801.3">22445 8546 11967 0,'-16'-13'1072'0,"8"7"-864"0,-2-2-208 0,-2 0 0 0,-2-1 4864 0,1 0 944 16,-2 2 176-16,1 1 32 0,-3 1-4336 0,-4-2-864 15,3 2-176-15,-2 1-48 0,0 1 720 0,0 3 144 16,2 3 16-16,0 0 16 0,-2 1-528 0,0 2-96 16,2 3-32-16,-3 3 0 0,-2 4-64 0,-1-1-32 15,0 6 0-15,0 1 0 0,2 3-288 0,-1 2-64 16,-2 1-16-16,1 1 0 0,2 2-64 0,4 3-16 16,1-3 0-16,3 4 0 0,1 2-48 0,3-2-16 15,5-1 0-15,3-3 0 0,0-2-80 0,5-2-16 0,3 1 0 16,4-2 0-16,3-2-128 0,2-3 0 0,4-3 144 0,1-2-144 15,5-2 0-15,1 1 0 0,2-2 0 0,3-8 0 16,1-2 0-16,2-5 0 0,2 0 0 0,1-2 0 16,1-5 0-16,-12 2 128 0,2-1-128 15,4-2 0-15,3-2 0 0,1-2 0 0,-1-3 0 16,-1-1 128-16,-2-2-128 0,0 1 0 0,-4-4 0 0,2 0 128 0,-2 1-128 16,-5-6 0-16,-2 2 0 0,-3-2 128 15,-2 0-128-15,-2-2 128 0,-2 2-128 0,1-12 128 0,-5 7 0 16,-4 3 0-16,-6 1 0 0,0 11 0 15,-1 1 16-15,-2 0 16 0,-2-1 0 0,-2 3 0 0,-2-3-32 16,-2 2-128-16,0 1 192 0,-10-9-64 0,3 6-128 0,-1 4 0 16,0 3-192-16,5 5 192 15,-3-1-1456-15,-2 3-160 0,-1 3-48 0,-1 2-12848 16,0 3-2576-16</inkml:trace>
  <inkml:trace contextRef="#ctx0" brushRef="#br0" timeOffset="205644.78">20592 9893 24879 0,'0'0'1088'15,"0"0"256"-15,0 0-1088 0,0 0-256 0,0 0 0 0,0 0 0 0,0 0 3168 0,0 0 576 16,0-9 112-16,0 9 32 0,0 0-2096 0,5-9-432 16,5 2-80-16,0 4 0 0,2-1-624 0,1 1-112 15,1-1-32-15,2 0 0 0,1-1-384 0,2 1-128 16,1 1 0-16,-1 2 0 15,5 0-768-15,1 0-272 0,2-2-48 0,3 3-11712 16,3 3-2320-16</inkml:trace>
  <inkml:trace contextRef="#ctx0" brushRef="#br0" timeOffset="205802.44">21562 9828 20271 0,'0'0'1792'0,"0"0"-1424"15,0 0-368-15,0 0 0 0,0 0 4112 0,11 0 752 16,-2-3 160-16,-1 2 32 0,1-2-3616 0,-1 1-720 0,2-1-144 0,-1-1-16 16,3 2-240-16,0-1-64 15,2 1 0-15,0-2 0 16,2 1-2192-16,1 3-448 0,4 0-96 0,1-3-13392 0</inkml:trace>
  <inkml:trace contextRef="#ctx0" brushRef="#br0" timeOffset="205967.59">22219 9786 21183 0,'0'0'1888'0,"0"0"-1504"16,7-2-384-16,-1-2 0 0,-6 4 3264 0,9-2 592 16,-1 0 112-16,1-1 32 0,-1 2-1696 0,3 0-352 15,-1-1-64-15,2 1-16 0,0-2-1184 0,2 2-240 16,1-1-64-16,4-1 0 16,-2 0-1152-16,4 2-256 0,-1-2-32 0,4 2-16 15,2 0-2208-15,1 1-448 0</inkml:trace>
  <inkml:trace contextRef="#ctx0" brushRef="#br0" timeOffset="206091.99">22901 9745 20271 0,'14'-3'896'0,"-6"4"192"0,1 2-880 0,4-1-208 15,0-2 0-15,2 0 0 0,0 0 3968 0,2 0 768 16,0 0 128-16,3-3 48 0,-1 0-3088 0,1 0-608 16,0 2-128-16,2-3-32 15,0-2-2016-15,0 0-416 0,0 4-80 0,2 0-10032 16,0-3-2016-16</inkml:trace>
  <inkml:trace contextRef="#ctx0" brushRef="#br0" timeOffset="206285.84">23918 9678 5519 0,'10'4'496'0,"3"-4"-496"0,2 0 0 0,3 0 0 16,4 0 6800-16,0 0 1264 0,-3-3 256 16,0 2 64-16,1 0-4816 0,-1 1-960 0,0 0-192 0,-1 0-48 15,0-2-1248-15,-1 0-256 0,0-1-48 0,3-1-16 16,0 3-576-16,3 0-224 0,-1-1 176 15,1 0-176 1,1-2-256-16,-1 0-160 0,3 1-32 0,0 1 0 0,2-2-2064 16,-2 0-432-16,2-1-64 0,2 3-32 0,2 0-1040 0,-1 1-208 0,3-3-32 0,1 1-6832 15</inkml:trace>
  <inkml:trace contextRef="#ctx0" brushRef="#br0" timeOffset="206403.18">24973 9599 22911 0,'0'0'1024'0,"11"1"192"0,1-2-960 0,1 2-256 15,2 1 0-15,-1-2 0 0,-1 0 2112 0,-1 0 368 16,-1 0 80-16,1 0 0 0,-1 0-1088 0,-1 0-240 15,3 2-32-15,1-2-16 0,2-2-416 0,0 2-64 16,1-2-32-16,1 1 0 16,1-1-1376-16,4 1-288 0,0-2-48 0</inkml:trace>
  <inkml:trace contextRef="#ctx0" brushRef="#br0" timeOffset="206562.57">25810 9643 23039 0,'0'0'1024'0,"0"0"192"0,0 0-960 0,0 0-256 16,0 0 0-16,0 0 0 0,9 2 5568 0,-3-4 1088 0,1-2 192 16,-1 0 64-16,1 3-4960 0,2-1-992 15,1-1-192-15,3-1-32 16,-1 1-928-16,1 0-176 0,3 0-32 0,2 1-16 16,0 0-2304-16,1-1-464 0,-1 3-80 0</inkml:trace>
  <inkml:trace contextRef="#ctx0" brushRef="#br0" timeOffset="206667.38">26430 9639 31439 0,'0'0'1392'0,"0"0"288"0,0 0-1344 0,0 0-336 0,0 0 0 0,7 6 0 16,1 0 2432-16,1-2 400 0,1-3 96 0,2 0 16 0,1 2-1776 0,1-2-336 15,2 0-80-15,1 1-13648 16,-1-2-2720-16</inkml:trace>
  <inkml:trace contextRef="#ctx0" brushRef="#br0" timeOffset="207802.75">25164 9640 10127 0,'0'0'896'0,"0"0"-704"0,0 0-192 0,0 0 0 0,8 5 6544 0,-8-5 1280 16,7 0 256-16,-7 0 48 0,0 0-5616 0,4 7-1120 15,0 0-240-15,-1-1-32 0,-3-6-272 0,0 0-48 16,0 8-16-16,2 1 0 0,-2-2-432 0,0-7-96 16,0 0 0-16,-3 6-16 0,-1 1-32 0,4-7 0 15,-5 3 0-15,-2 1 0 0,0-1 0 0,-1-2 0 16,-1-1 0-16,-2 0 0 0,1-1-48 0,-1 1-16 15,1-3 0-15,0-1 0 0,-1-1-144 0,2-1 192 16,1-2-192-16,2 0 192 0,-1-1-192 0,3-3 0 16,0 0 144-16,6-4-144 0,0 1 0 0,5 0 0 0,1-2 0 0,2 1 0 15,3-4 0-15,3 5 0 0,2-3 0 0,3 1-128 16,1 1 128-16,3 2 0 0,-2 1-144 16,1 3 144-16,-1 0 0 0,-1 5-176 0,0-2 176 0,-1 2-128 15,-1 2 128-15,-1 0 0 0,0 3-144 16,-2 3 144-16,-2 0 0 0,1 2 0 0,-2 2 0 0,-1 2 0 15,-2 0 0-15,-3 1 128 0,-5 2-128 0,0 0 128 16,-4 2 64-16,-3 2 0 0,-1 0 0 0,-3 0 0 16,-1 1 144-16,-2 0 48 0,-2 0 0 0,0 0 0 15,1-1-48-15,-1-2 0 0,-1-1 0 16,0-2 0-16,-2-2-48 0,2-3-16 0,-3 0 0 0,0-2 0 16,-1-1-96-16,-1 0-32 0,0 0 0 0,1-2 0 15,-1-2-144-15,1-2 192 0,0-1-192 0,1-1 192 0,1-2-192 0,3 0 0 16,1-3 144-16,2 0-144 0,1-3 0 15,1 1 0-15,3 1 0 0,1-3 0 0,3 1-128 0,2 0 128 16,2-1-128-16,0 1 128 0,3 0-144 0,1 0 144 16,3 1-160-16,0 0 160 0,2 2-192 0,1 1 192 15,2 0-208-15,0 2 80 0,-1 2 128 0,0 1-160 16,1 2 160-16,-1 0-160 0,2 2 160 0,-1 2-128 16,0-1 128-16,-1 3-128 0,0 1 128 0,1 1 0 15,-2 1 0-15,0 1 0 0,-3 1 0 0,-1 1 0 16,2 3 0-16,-2 0 0 0,-2-2 0 0,-2 2 0 15,-1 0 0-15,-3 0 0 0,-1 1 0 0,-1 2 128 0,-2-4-128 0,-1 1 176 16,-1 1 16-16,-3-3 0 16,0-1 0-16,-1-2 0 0,-3 0 0 0,1-1 0 15,-1 0 0-15,0-2 0 0,-1-1-64 0,-1 0 0 0,-1-4 0 16,2-3 0-16,0 2-128 0,-1-2 160 0,0 1-160 16,1-1 160-16,1 1-160 0,2-2 0 0,-1-1 144 15,2-2-144-15,2 0 240 0,2 1-32 0,1-3 0 0,2 1 0 16,-1 1-368-16,3 1-80 0,1 1-16 0,-1 5 0 15,0 0 256-15,4-5-192 0,2-1 192 0,-6 6-192 16,6-1 64-16,-6 1 128 0,8 0-208 0,0 1 80 0,-2-1-176 16,-6 0-16-16,8 4-16 0,-1 3 0 15,-2 1-1888-15,0 1-368 0,0 2-80 16,0 0-11536-16,2 1-2304 0</inkml:trace>
  <inkml:trace contextRef="#ctx0" brushRef="#br0" timeOffset="208491.03">25180 8533 21183 0,'0'0'1888'0,"0"0"-1504"0,-3-6-384 0,3 6 0 0,4-5 3728 0,0-1 688 16,3 1 128-16,1 0 16 0,1-1-3024 0,1 2-592 16,2-3-128-16,0 2-32 0,1 1 16 0,1 0 0 15,3 1 0-15,-1 2 0 0,-2-3-464 0,0 3-80 16,-1 1-32-16,0 0 0 0,-1 1-96 0,0 3 0 16,-3-3-128-16,-3 3 192 0,1 2-192 0,-7-6 0 15,4 6 0-15,-2 2 0 0,0 4 192 0,-4-2 0 16,-3 3 0-16,-1 1 0 0,-3 2 272 0,-2 4 48 15,-2-5 16-15,0 2 0 0,0 0 48 0,1-4 0 16,-2 0 0-16,2 0 0 0,1 0-144 0,1-1-32 16,1 0 0-16,4-3 0 0,-1-4-112 0,6-5-32 15,-4 5 0-15,4-5 0 0,0 0-64 0,0 8 0 0,0-8-16 16,4 4 0-16,2-1-176 0,3-2 0 16,3-2 0-16,1 1 0 15,3 1-800-15,1-2-32 0,1-2-16 0,1-1 0 16,2-5-1216-16,0 1-240 0,3-1-64 0,-1 1-10736 0,-1-1-2144 15</inkml:trace>
  <inkml:trace contextRef="#ctx0" brushRef="#br0" timeOffset="208906.38">25441 8264 31327 0,'-19'-12'1392'0,"10"7"272"0,-4-2-1328 0,-1 1-336 0,-2 0 0 0,-1 1 0 15,0 0 2560-15,0-2 432 0,-3 1 80 0,-1 2 32 0,-1 3-1248 16,-1-1-256-16,1 1-64 0,-1 2 0 0,-2 5-624 0,0 3-128 16,-1 5-16-16,1 0-16 0,-3 3-320 0,2 3-64 15,1 6-16-15,1 3 0 0,1 2 0 0,2 2 0 16,4 0 0-16,3 3 0 0,2 0-112 0,6 1-32 16,3-5 0-16,6 1 0 0,3-1-208 0,6 0 0 15,5-1 128-15,4-1-128 0,2-3 0 0,7 1 0 16,5-5 0-16,4-2 0 0,2 1-224 0,1-6 64 15,-1-2 16-15,4-3 0 0,0-5 144 0,2-2 0 16,0-3-144-16,1-2 144 0,1-3 0 0,-1-4-176 16,-1 1 176-16,-3-3-128 0,-1-1 128 0,-4-2 0 0,-4 0 0 15,-2-4-128-15,-3-3 128 0,-5-1 0 16,-4 0 0-16,-3-1 0 0,-4-1 160 16,-2-5-32-16,-3 0-128 0,-2 0 192 0,-5 1-32 0,-2 0-16 0,-2 0 0 0,-5 0 0 15,-2 0-16-15,-2 1-128 0,-2-3 192 0,-2 4-64 16,-2 2-128-16,-4 1 0 0,-2 1 0 0,-4 0 128 15,-3 3-128-15,2-3-256 0,-1 1 64 0,2 3 16 16,-2 4-1184 0,2 4-240-16,-1 0-64 0,1 5-13296 0,1 4-2656 0</inkml:trace>
  <inkml:trace contextRef="#ctx0" brushRef="#br0" timeOffset="209759.22">22554 9788 11967 0,'-17'-2'528'0,"7"2"112"0,0 2-512 0,-2-2-128 0,-1-3 0 0,1 2 0 0,2-1 2272 0,-1 0 416 16,3 0 96-16,2 1 16 0,6 1-496 0,0 0-80 16,0 0-32-16,0 0 0 0,-5 1-272 0,5-1-64 15,0 0-16-15,0 0 0 0,0 0-576 0,0 0-112 16,0 0-32-16,0 0 0 0,13 11-32 0,-2-5-16 16,2 1 0-16,2-3 0 0,0-2-320 0,4 1-64 15,-1 0-16-15,3-2 0 0,2-2-16 0,3-1 0 16,2-2 0-16,0 2 0 0,2 1-128 0,4-5-16 15,1 1-16-15,7 3 0 0,5-4-128 0,5 2-32 16,4 0 0-16,-1 1 0 0,-2-4-112 0,2 3-32 16,1 2 0-16,-15-2 0 0,6 1-64 0,5-2-128 0,5 0 176 0,3 1-176 15,1 1 176-15,1 0-176 16,-2 0 160-16,1 0-160 0,0 0 144 0,3 2-144 16,3-2 128-16,-1 1-128 0,-2 0 160 0,-1 2-160 0,-2-2 192 15,0-1-192-15,-2-1 128 0,-1 0-128 16,1 1 0-16,0 0 0 0,-2 0 144 0,-1 1-144 0,-2-2 0 0,-4 0 144 15,-3 1-144-15,-2-1 0 0,-4 0 0 0,0-1 0 16,-2 1 0-16,-3 0 0 0,-3 1 0 0,-2-1 0 16,-1 0 0-16,-4 1 0 0,-1 2 0 0,-3-1 0 15,-3 0 0-15,-4 1 0 0,0-1 0 0,-4 2 0 16,-3-1 0-16,-8 1 0 0,0 0 0 0,0 0 0 16,0 0 0-16,0 0 0 0,0 0 0 0,0 0 0 0,0 0 0 0,0 0 0 15,0 0 0-15,0 0 0 0,0 0 0 0,-5-3-144 16,0 1 144-16,0 0-208 15,5 2-512-15,-7 0-112 0,-1-2 0 0,0 1-16 16,1 1-1136-16,-1 1-240 0,-1 1-32 0,-1 0-18128 0</inkml:trace>
  <inkml:trace contextRef="#ctx0" brushRef="#br0" timeOffset="210357.9">23819 9612 14735 0,'0'0'1312'0,"0"0"-1056"0,0 0-256 0,0 0 0 0,0 0 6288 15,0 0 1200-15,0 0 256 0,0 0 32 0,0 0-5024 0,0 0-992 16,0 0-208-16,0 0-32 0,0 0-96 0,0 0-16 15,9 2 0-15,0 2 0 0,2 1-816 0,0 1-160 16,2-3-48-16,0 1 0 0,-1 2-240 0,1-1-144 16,2 0 160-16,-1 2-160 0,2-1 0 0,0 1 128 15,3-1-128-15,-1-1 0 0,-1 4 0 0,0-2 0 16,0-2 0-16,0 0 0 0,-2 2 0 0,1-2 0 16,-2 0 0-16,1 1 0 0,-4-3 0 15,0 1 0-15,-2-1 0 0,-1 0 0 0,-8-3 0 0,0 0 0 16,0 0 0-16,0 0 0 0,0 0 0 0,0 0 128 15,0 0-128-15,0 0 0 0,-7 6 224 0,-1 1-48 16,-1-2-16-16,-2 1 0 0,-5 1 32 0,0 1 16 16,-1 1 0-16,0 0 0 0,-1 0-32 0,0 0-16 15,-2 0 0-15,2 0 0 0,0 1-160 0,-7 4 0 16,6-2 144-16,7-2-144 0,-1-5 0 0,0 3 0 16,1 3 0-16,2-4 0 0,-1 1 0 0,2 0 0 15,1 0 0-15,2 1-192 16,0 0-1280-16,3-1-272 0,0 1-48 0,2 0-21728 0</inkml:trace>
  <inkml:trace contextRef="#ctx0" brushRef="#br0" timeOffset="211039.12">22148 9921 32655 0,'0'0'1440'0,"0"0"304"0,0 0-1392 0,0 0-352 15,0 0 0-15,0 0 0 0,0 0 208 0,0 0-16 16,0 0-16-16,0 0 0 0,9 9 944 0,-4 2 192 15,-3 5 32-15,1 0 16 0,-3 2-512 0,1-4-96 16,1 5-32-16,-1 0 0 0,0 2-560 0,-1 4-160 16,2 2 0-16,-1 3 0 15,0-1-1936-15,2 2-464 0,-1 2-96 0</inkml:trace>
  <inkml:trace contextRef="#ctx0" brushRef="#br0" timeOffset="211224.02">22278 10992 28559 0,'-3'16'1264'0,"2"-10"272"0,0 4-1232 0,-1 1-304 16,2 5 0-16,0-2 0 0,0 3 2064 0,0 1 368 15,-1 2 64-15,-2 1 0 0,2 0-1200 0,1 0-240 0,-1-1-48 0,1 0-16 16,0 0-544-16,1-2-128 0,0 0 0 0,2-1-16 16,0-1-448-16,-1-1-96 0,1 2-16 0,1 1 0 15,0 2-3248 1,0 0-656-16</inkml:trace>
  <inkml:trace contextRef="#ctx0" brushRef="#br0" timeOffset="211477.38">22354 11858 11967 0,'0'0'1072'0,"0"0"-864"0,-6 6-208 0,2 2 0 0,0 3 6448 0,1-2 1232 16,0 3 256-16,0-1 64 0,-1 2-6416 0,1 2-1280 16,-1 0-304-16,1 1 0 0,0 0 0 0,2 1 160 15,0 1-160-15,1 0 160 16,1 0-2384-16,2 2-464 0,1 1-112 0,1-2-16 15,1-2-768-15,2 0-176 0,0 0-16 0,0 0-16 16,1 0 1168-16,-1 1 256 0,-3 0 32 0,0 2 16 0,2 0 2736 0,-2 2 544 16,-1-3 128-16,0 2 0 0,0 3 2704 0,-2-5 544 15,-2-1 96-15,0 1 32 0,0-2-1392 0,0 0-288 16,0 0-48-16,0 1-16 0,0-3-1312 0,2 1-272 16,-1 0-48-16,0-2-16 0,1-2-736 0,-1-3-144 15,0-1-16-15,-1-8-16 16,4 6-2576-16,1-1-512 0</inkml:trace>
  <inkml:trace contextRef="#ctx0" brushRef="#br0" timeOffset="212140.17">22004 13179 12895 0,'-6'-10'576'0,"4"7"112"0,1-4-560 0,0 0-128 0,2 0 0 0,2 0 0 16,-3 7 5152-16,5-5 992 0,-5 5 208 0,10-1 48 15,-1 1-3888-15,1 4-768 0,-4-1-144 0,3 7-48 16,0 3 32-16,0 5 0 0,3 4 0 0,0 3 0 16,-2 3-480-16,3 5-80 0,-1-3-32 0,1-1 0 15,-2-1-304-15,0-2-64 0,2-3-16 0,-1-4 0 16,1-2-288-16,-2-2-64 0,-5-2-16 0,2-3 0 15,0-4-112-15,-2 0 0 0,-6-6-128 0,0 0 192 0,0 0-48 0,0 0-16 16,0 0 0-16,8-2 0 0,-8 2-128 0,8-5 160 16,-2-3-160-16,0-2 160 0,-3-2-160 0,1-3 192 15,0-2-192-15,0-6 192 0,-1-1-192 0,-1-2 0 16,0-7 144-16,2-1-144 0,0-4 0 0,-1-1 0 16,1-3 0-16,0 1 0 0,0 0 0 15,0 4 0-15,0 0 0 0,0 6-192 16,-1 6-512-16,-1 0-128 0,1 4 0 0,-2 6-16 15,0 3-992-15,1 5-192 0,-2 7-32 16,0 0-16-16,0 0-1440 0,0 11-304 0,0 6-48 16</inkml:trace>
  <inkml:trace contextRef="#ctx0" brushRef="#br0" timeOffset="212394.29">21945 13296 29487 0,'-18'1'2624'0,"9"-1"-2112"16,0-1-512-16,1 0 0 0,2-3 3456 0,-1 1 576 0,3 3 112 0,4 0 16 16,0 0-2416-16,0 0-480 0,0 0-112 0,0 0 0 15,12-6-64-15,0 0-16 0,2 1 0 0,2-1 0 16,-2-1-640-16,3 1-128 0,0 0-32 0,0 0 0 16,1-2 48-16,2 0 16 0,-1 0 0 0,2 1 0 15,1-3-192-15,-1 3-144 0,1-1 192 0,-1 3-192 16,0-5 0-16,1 7 0 0,-1-4 0 0,1 3 0 31,-1 0-608-31,-1 2-176 0,-1-1-48 0,1 2 0 0,-2 1-1648 16,0 1-336-16,-2 2-64 0,1 2-10768 0,0 1-2160 0</inkml:trace>
  <inkml:trace contextRef="#ctx0" brushRef="#br0" timeOffset="212575.94">22535 13282 23951 0,'0'0'2128'0,"0"0"-1696"0,0 7-432 0,0-7 0 0,4 8 3712 0,0 1 672 15,-1 3 128-15,1 2 32 0,0 3-2496 0,0 2-480 16,0 0-96-16,0 2-32 0,0 0 192 0,-1 0 32 16,-1 0 16-16,1-4 0 0,-1-2-1024 0,1 2-208 15,0-3-32-15,-1 2-16 0,1-3-400 0,-1-4 0 16,1 0 0-16,0 1 0 16,-1-1-2432-16,3-2-400 0,2 0-96 0</inkml:trace>
  <inkml:trace contextRef="#ctx0" brushRef="#br0" timeOffset="213240.19">25274 9768 25791 0,'0'0'2304'0,"-7"7"-1856"0,1-1-448 0,1 2 0 15,5-8 2752-15,-3 13 448 0,2 1 80 0,-1-1 32 0,1 0-2608 0,0 2-528 16,-1-1-176-16,2 2 0 0,2-1 192 16,-1 4-192-16,-1-4 192 0,3 3-192 0,-2 2 0 0,0-7-144 15,1 0-16-15,-1 3 0 16,0 1-1136-16,2 1-240 0,-2 0-32 0,2 3-8640 15,1 3-1728-15</inkml:trace>
  <inkml:trace contextRef="#ctx0" brushRef="#br0" timeOffset="213389.22">25228 10700 28559 0,'-4'29'1264'0,"2"-16"272"0,-1 1-1232 0,1 3-304 15,-1 1 0-15,0 3 0 0,-1-4 576 0,2 3 64 16,-2-5 16-16,-1 2 0 0,2 0 160 0,0-2 16 0,1 0 16 0,-1 0 0 31,-1-1-1440-31,2 2-304 0,-1-2-48 0,2 2-8544 16,2-2-1712-16</inkml:trace>
  <inkml:trace contextRef="#ctx0" brushRef="#br0" timeOffset="213531.15">25214 11412 11967 0,'0'0'1072'0,"-1"9"-864"0,-3 5-208 0,2 0 0 15,0-4 2752-15,0 3 512 0,-1 1 112 0,0 1 16 16,-1-1-2720-16,0-1-544 0,3 3-128 0,1-1 0 16,0 1-1664-16,1 0-384 0</inkml:trace>
  <inkml:trace contextRef="#ctx0" brushRef="#br0" timeOffset="213692.17">25210 11900 9215 0,'3'10'816'0,"-2"3"-656"0,0 0-160 0,1 3 0 0,-2 1 3888 0,2 0 736 16,1-2 160-16,-1 1 16 0,0 0-2592 0,-2-1-528 15,1 2-96-15,0-1-32 0,-1-2-528 0,0-1-128 16,0 0 0-16,-1-1-16 0,1-3-224 0,0 0-32 16,0-2-16-16,0-1 0 0,0 1-432 0,0-1-176 15,0-6 128-15,0 8-128 16,0-8-1184-16,0 7-320 0,0-7-64 0,0 0-8656 16,6 5-1728-16</inkml:trace>
  <inkml:trace contextRef="#ctx0" brushRef="#br0" timeOffset="214339.46">25253 12373 4607 0,'-7'-1'400'0,"2"-1"-400"0,0-2 0 0,1 2 0 16,0 0 6752-16,4 2 1264 0,0 0 256 0,-5 4 48 16,5-4-4752-16,-4 7-960 0,0 1-192 0,0 2-48 15,3 1-640-15,1 2-144 0,0 2-32 0,1 1 0 16,2 1-656-16,0 2-144 0,-2 1-32 0,1 2 0 15,1 0-208-15,0 0-64 0,-1-1 0 0,1-1 0 0,-1-1-208 0,1-2-48 16,-2 3-16-16,1-4 0 16,-1-1-176-16,0 0 0 0,1-2 0 0,-1-3 128 0,-1 0-128 0,0-3 0 15,0-7 0-15,0 8 0 0,0-8-256 0,0 0-96 16,0 0-16-16,0 0 0 16,0 0-1392-16,0 0-288 0,0 0-48 0,0 0-16 15,0 0-2272-15,0 0-464 0</inkml:trace>
  <inkml:trace contextRef="#ctx0" brushRef="#br0" timeOffset="-214526.93">24936 13136 26719 0,'0'0'2368'0,"0"0"-1888"0,0 0-480 0,0 0 0 0,0 0 3776 0,0 0 640 15,0 0 144-15,0 7 32 0,0 2-2288 0,0 2-464 16,0 1-96-16,2 2-16 0,0 2-576 0,2 2-128 16,1 4-32-16,0-1 0 0,3 2-400 0,1 1-80 15,1 2 0-15,0-3-16 0,0-2-176 0,1 0-16 16,1-5-16-16,-1-1 0 0,0-2-128 0,-1 0-32 16,1-1 0-16,-1-1 0 0,-2-4-128 0,0 0 192 15,-2-1-192-15,1-2 192 0,-2 2-192 0,-5-6 192 16,8 0-192-16,-2-3 192 0,1 0-192 0,-7 3 160 15,0 0-160-15,6-4 160 0,1-1-160 0,-1-3 128 16,1 1-128-16,-2-2 128 0,0-5-128 0,0 0 128 0,1-5-128 16,0-2 128-16,-1-1-128 0,1-5 0 15,-1 0 0-15,0-3 0 0,0 4 0 0,1 0 0 0,-1 1 0 16,-1 3 0-16,1-1-320 0,-1 4 0 0,0 4 0 0,0 2 0 31,-1 1-1024-31,3 3-192 0,-2 1-32 0,0 4-16 16,-4 4-2240-16,0 0-448 0,7-3-80 0</inkml:trace>
  <inkml:trace contextRef="#ctx0" brushRef="#br0" timeOffset="-214287.04">24866 13391 30399 0,'0'0'2704'0,"0"0"-2160"0,0 0-544 0,0 0 0 0,0 0 4528 0,0 0 784 0,6-5 176 0,2 0 16 0,1-2-4176 0,2 1-848 16,0-1-160-16,1 1-48 0,-1-4 96 0,3 3 16 16,2-3 0-16,2 3 0 0,1-2-384 0,2-1 0 15,1 3 0-15,1-3 128 0,-3 1-272 0,1 2-48 16,1-3-16-16,1 3 0 16,-1 0-2048-16,-1 2-416 0,0-2-80 0,2 2-10976 15,-1 1-2208-15</inkml:trace>
  <inkml:trace contextRef="#ctx0" brushRef="#br0" timeOffset="-213939.69">25301 13422 15663 0,'-2'8'1392'0,"-2"-3"-1120"15,-1 1-272-15,-1-4 0 0,6-2 6656 0,0 0 1280 0,-1 7 256 0,1-7 64 16,0 0-5552-16,0 0-1104 16,5 5-208-16,2-1-48 0,-7-4-768 0,11 1-128 15,0 0-48-15,-1 1 0 0,-10-2-208 0,11 0-32 16,0-3-16-16,0 2 0 0,-11 1 64 0,10 0 16 0,-10 0 0 0,0 0 0 15,0 0 112-15,0 0 32 16,0 0 0-16,0 0 0 0,0 0 144 0,0 0 48 0,4 8 0 0,-1 0 0 16,-3 1-144-16,-1 1-32 0,-3 0 0 0,-2 1 0 0,1 1-144 0,-1-3-48 15,-1 1 0-15,1 1 0 0,-2-1-64 16,1-1-128-16,1 0 176 0,1 0-176 0,-1-1 144 0,4 0-144 16,-1-1 0-16,3-7 144 0,0 0-144 0,0 7 0 15,0-7 0-15,0 0 0 0,0 0 0 0,7 7 0 16,-7-7 0-16,10 5 0 0,-1-4 0 15,4 1 0-15,3-1 0 0,0-1 0 0,2-3 0 16,1-2 0-16,0-1 0 0,0-1 0 0,1 2 0 16,-2 0-176-16,2-2 176 0,-1-1-128 15,-1 1-592-15,-1 0-112 0,0 2-32 0,0 0 0 16,-1-4-2432-16,-2 2-480 0</inkml:trace>
  <inkml:trace contextRef="#ctx0" brushRef="#br0" timeOffset="-212624.71">27579 8749 34095 0,'0'0'3024'0,"0"0"-2416"16,0 0-480-16,0 0-128 0,0 0 2208 0,0 0 416 16,-4 2 96-16,0 1 16 0,0-3-1232 0,1 4-240 15,-2 1-48-15,3 3-16 0,-1 5-352 0,0 0-64 0,2 4-16 0,0 1 0 16,0 2-512-16,-1 0-128 0,1 1 0 0,2 1-128 16,-1 2 128-16,0-3-128 0,2-2 0 0,-2 1 0 31,1-2-528-31,1-2-176 0,0-2-16 0,0-2-16 15,1-2-1600-15,3 1-320 0,1-5-64 0,0-2-16256 0</inkml:trace>
  <inkml:trace contextRef="#ctx0" brushRef="#br0" timeOffset="-212059.9">27966 8440 13823 0,'-10'-4'1216'0,"6"4"-960"0,-2-4-256 0,1 1 0 0,-1 1 6592 0,2 0 1280 16,4 2 256-16,0 0 64 0,0 0-6080 0,0 0-1200 16,0 0-240-16,0 0-48 0,0 0 512 0,0 12 96 15,1 0 32-15,0 5 0 0,1 1-784 0,-1 7-160 16,0 5-16-16,2-2-16 0,1 4 0 0,0 1 0 16,-3 3 0-16,2-2 0 0,-1-2-64 0,1-1-16 15,0-2 0-15,-2-1 0 0,1-4-208 0,-2 0 176 16,0-1-176-16,0-5 160 0,2 1-160 0,-2-6 160 15,0-5-160-15,0-1 160 0,0-7-160 0,0 0 192 16,1 8-192-16,-1-8 192 0,0 0-192 0,0 0 0 16,0 0 0-16,0 0 0 0,4-8 0 0,1-2 0 15,-1-4-128-15,1-2 128 0,1-2-160 0,0-6 160 16,1 0-208-16,0-4 80 0,2-2-16 0,1-1 0 16,-1-2 0-16,1 1 0 0,-1-5 16 0,0 1 0 15,1 4 0-15,-1 4 0 0,0 2 128 0,-1 5 0 0,-2 5-144 16,-1 4 144-16,-1 5 0 0,-4 7 0 0,0 0 0 0,0 0 0 15,0 0 0-15,7 13 208 16,-2 1 0-16,-1 8 0 0,-1 5 16 0,0 3 0 0,1 3 0 0,0 0 0 16,-1-1-96-16,1 1-128 0,2-1 176 0,2 1-176 15,0-3 128-15,1-1-128 0,-2-5 0 0,2 1 0 16,0-7 128-16,1 1-128 0,1-6 0 0,-1-1 0 16,1-5 0-16,-4 0 0 0,3-2 0 0,-1-4 0 0,0-1 0 15,-1-2 0-15,-1-1 0 0,1-1 160 0,-3-4-160 16,2 1 192-16,-2-1-192 0,0-5 192 0,1-4-48 0,-2-1 0 15,-2-1 0-15,2 0 0 0,-1-5-144 16,1 1 0-16,-1-1 0 0,1 0 0 16,0-1 0-16,0-1-192 0,0-2 32 0,-1 2 16 15,1 0-992-15,0 1-192 0,-2 2-32 0,1 1-16 16,-2 1-1264-16,2 1-256 0,2 3-48 0,-3 0-16128 0</inkml:trace>
  <inkml:trace contextRef="#ctx0" brushRef="#br0" timeOffset="-211849.2">27823 8313 23039 0,'0'0'1024'0,"0"0"192"0,-7 0-960 0,7 0-256 0,0 0 0 16,0 0 0-16,0 0 5408 0,0 0 1040 0,9-3 208 0,4 2 32 15,3-1-5280-15,2-1-1040 16,3 0-224-16,2 2-144 0,2 1 144 0,1-3-144 15,2 3 0-15,-2 0 144 16,0-2-1568-16,1 1-320 0,1-2-64 0,-1 2-11232 16,0 1-2240-16</inkml:trace>
  <inkml:trace contextRef="#ctx0" brushRef="#br0" timeOffset="-211708.07">28358 8316 16575 0,'0'0'1472'0,"0"0"-1168"0,0 0-304 0,0 0 0 16,0 0 5600-16,0 0 1056 0,7-3 224 0,1 0 32 15,0 0-5264-15,1 0-1072 0,0 0-192 0,1 2-64 0,2-3 496 0,1 2 80 16,1-2 32-16,-1 2 0 0,4 1-784 0,0 1-144 16,0 1 0-16,2-1 0 15,0 0-2400-15,1 2-400 0,-1 3-80 0</inkml:trace>
  <inkml:trace contextRef="#ctx0" brushRef="#br0" timeOffset="-211372.22">28506 8882 44575 0,'0'0'1984'0,"0"0"384"0,0 0-1888 0,0 0-480 16,0 0 0-16,0 0 0 0,0 0 624 0,8-2 16 15,-1 1 16-15,1 0 0 0,0-1 240 0,1 1 64 16,-1 1 0-16,1 0 0 0,-1 0-592 0,-2 1-112 15,1 1-32-15,-7-2 0 0,0 0-224 0,7 5 144 16,-2 0-144-16,-5-5 128 0,4 8 112 0,-4 2 16 16,0 1 0-16,-3 2 0 0,-1 0 112 0,-1-1 16 0,0-1 16 0,-1 2 0 15,1-2-80-15,1 2-32 0,0-3 0 0,2 1 0 16,1-1-96-16,1-1 0 0,1 0-16 0,1-2 0 16,-2-7-176-16,6 6 0 0,0-2 0 0,2 0 0 15,1-1 0-15,2-2 0 0,0-2 0 16,2-2 0-16,2-1-704 0,2-1-64 15,1 0 0-15,0-4-16 0,-2 1-1168 16,3-1-224-16,3-2-64 0,1 0-11968 0,3-4-2416 0</inkml:trace>
  <inkml:trace contextRef="#ctx0" brushRef="#br0" timeOffset="-211109.42">29065 8618 41471 0,'0'0'3680'0,"0"0"-2944"16,0 0-592-16,0 0-144 0,0 0 1568 0,0 0 288 15,0 0 48-15,0 0 16 0,9-5-1248 0,2 1-240 16,0 0-48-16,1 2-16 0,0-1-240 0,1 2-128 16,0-1 128-16,0 2-128 0,0 0-192 0,1-1-96 15,-1 0-32-15,-1-1 0 16,1 2-2400-16,0 2-480 0,-1 0-112 0,0 0-15040 0</inkml:trace>
  <inkml:trace contextRef="#ctx0" brushRef="#br0" timeOffset="-210983.84">29094 8833 34431 0,'0'0'1536'0,"0"0"304"0,0 0-1472 0,9 0-368 0,1-1 0 0,2-2 0 16,0-2 0-16,1 1-192 0,2-2 32 15,2-1 0-15,0-1 160 16,4 1 144-16,1-1-16 0,4-1-128 0,2-2-1664 16,2-1-448-16</inkml:trace>
  <inkml:trace contextRef="#ctx0" brushRef="#br0" timeOffset="-210600.15">29936 8038 16575 0,'-16'-16'1472'0,"8"10"-1168"16,-1-1-304-16,0-1 0 0,0-1 5568 0,0 0 1072 16,1 0 208-16,0 0 32 0,1 2-4960 0,0 1-976 15,2-1-208-15,0 1-32 0,5 6 272 0,-7-5 64 16,1 1 16-16,6 4 0 0,0 0-448 0,0 0-96 16,0 0 0-16,0 0-16 0,0 0-112 0,-4 9-32 15,1 0 0-15,0 3 0 0,2 1-32 0,1 5-16 16,0 3 0-16,0 2 0 0,0 3 48 0,1 3 16 15,2 1 0-15,0 4 0 0,-1 0-96 16,1 5-16-16,-1 4 0 0,4 0 0 0,-2 3 32 16,1 1 0-16,0 3 0 0,2 0 0 0,-1-2-64 0,2-1-16 0,-3-1 0 0,0 1 0 15,1 1-48-15,-3 0-16 16,-1 2 0-16,-1-3 0 0,0-2-144 0,-1 0 128 0,-1 0-128 0,0-4 128 16,-1-5-128-16,0-2 128 0,-2-3-128 0,1-2 128 15,-1-3-128-15,0-1 0 0,1-3 0 0,0-2 0 16,-4-5 0-16,4 0 0 0,1-1 0 15,-2-1 0-15,-2-3 0 0,1-2 0 0,-1-1 0 0,6-7 0 16,-6 4-704-16,1-2 0 16,5-2-16-16,0 0 0 0,0 0-2384 0,0 0-480 15</inkml:trace>
  <inkml:trace contextRef="#ctx0" brushRef="#br0" timeOffset="-209992.48">29637 9690 18431 0,'0'0'816'0,"0"0"160"0,-2-5-784 0,-1-1-192 0,-1 2 0 0,4 4 0 0,-4 0 5520 0,4 0 1072 15,0 0 192-15,0 0 64 0,4 8-4080 0,3 4-800 16,-1 1-176-16,2 4-16 0,-3 3-656 0,3 3-128 16,0 1-32-16,1-1 0 0,-1 4-416 0,1 2-96 15,0-4 0-15,0 1-16 0,-2-4-112 0,1 0-32 16,-1-1 0-16,0-5 0 0,-2-2-144 0,0-1-16 15,-1-4-128-15,0-1 192 0,-4-8-64 0,0 0 0 16,0 0-128-16,0 0 192 0,0 0-16 0,0 0-16 16,0 0 0-16,0 0 0 0,0 0 16 0,0 0 0 15,3-6 0-15,-1-5 0 0,1-1-176 0,1-2 128 16,0-3-128-16,1-4 128 0,2-1-128 0,0-1 0 16,1-6 0-16,1 2 0 0,-1-1 0 0,0-1 0 15,1 1-128-15,0 0 128 16,2 1-416-16,-2 2-16 0,0 2 0 0,0 2 0 15,-1 4-1424-15,-2 1-272 0,1 6-64 0,-2 2-16 16,-1 2-2768-16,-4 6-544 0</inkml:trace>
  <inkml:trace contextRef="#ctx0" brushRef="#br0" timeOffset="-209797.31">29566 9908 25791 0,'0'0'2304'0,"-6"1"-1856"0,1-1-448 0,5 0 0 0,0 0 5168 0,0 0 928 0,8-4 192 0,1 1 48 16,2 1-4688-16,0-1-944 0,4 0-176 0,0 0-32 16,1-3 272-16,4 0 64 0,-1-1 16 0,3 0 0 0,0-1-576 0,2 0-112 15,-3 0-32-15,4 2 0 16,-1-1-512-16,2 2-128 0,0-2 0 0,-1 1-16 16,0 1-2512-16,-2-1-496 0,0 5-112 0</inkml:trace>
  <inkml:trace contextRef="#ctx0" brushRef="#br0" timeOffset="-209621.45">30112 9935 24879 0,'0'0'1088'0,"-4"9"256"0,0-1-1088 0,2 1-256 16,0 1 0-16,2 2 0 0,0 2 5056 0,-1 0 944 16,-2-1 192-16,1 0 32 0,0 1-3968 0,1 2-784 15,0-3-176-15,-1 1-16 0,2-1-1008 0,0 0-272 16,0-1 0-16,2-2 128 15,2 1-2256-15,0-5-464 0,1-1-96 0,0 1-17728 0</inkml:trace>
  <inkml:trace contextRef="#ctx0" brushRef="#br0" timeOffset="-208931.29">29553 7234 44687 0,'0'0'1984'0,"0"0"400"0,0 0-1904 0,0 0-480 0,0 0 0 0,0 0 0 16,6-3 560-16,-6 3 16 0,0 0 0 0,0 0 0 15,8 3 320-15,-3 2 64 0,-1 1 0 0,-1 5 16 16,-1-2-448-16,0 5-80 0,-1-1-32 0,0 3 0 16,-1 1-160-16,2 1-48 0,-1-1 0 0,0-1 0 15,2-1-16-15,-1 2-16 0,2-5 0 0,0 0 0 0,0-2-48 0,0-1 0 16,-4-9 0-16,4 6 0 0,-4-6 80 0,0 0 16 16,0 0 0-16,0 0 0 0,0 0 80 0,0 0 16 15,6-3 0-15,1 0 0 0,-1-6-80 0,1 0-16 16,0-1 0-16,0-3 0 0,1-4-224 0,0-3 144 15,1 1-144-15,0-2 128 0,2-1-128 0,-1-2 128 16,1-1-128-16,0 1 128 0,2-1-128 0,-1 0-176 16,0 2 48-16,1 2 0 15,0 1-240-15,-1 3-32 0,-5 3-16 0,3 1 0 16,-3 1-1136-16,0 4-240 0,-2 3-32 0,-5 5-16 16,0 0-1760-16,0 0-368 0,4 12-64 0</inkml:trace>
  <inkml:trace contextRef="#ctx0" brushRef="#br0" timeOffset="-208705.7">29517 7322 31327 0,'-13'-5'2784'0,"8"2"-2224"16,0-2-560-16,1 1 0 0,3 0 3600 0,1 4 624 15,0 0 112-15,6-5 16 0,2-1-2944 0,1-2-576 0,0 1-128 0,6 2-32 16,2-1 208-16,2 0 32 0,1 1 16 0,1-1 0 15,-1-2-672-15,3 1-128 0,-2 1-128 0,-1-1 192 16,1 2-192-16,0 1 0 0,0 2 0 0,0 0 0 16,-2-2-1392-1,1 2-208-15,-1-4-32 0,1 8-16 0,0 4-3104 0,-3 1-624 16</inkml:trace>
  <inkml:trace contextRef="#ctx0" brushRef="#br0" timeOffset="-208384.79">29817 7390 25791 0,'0'0'2304'0,"0"0"-1856"0,0 0-448 0,0 0 0 0,0 0 3264 0,0 0 576 16,0 0 96-16,0 0 32 0,0 0-2224 0,9 0-432 15,1 0-96-15,0-1 0 0,2-2-560 0,2 2-96 16,2 0-32-16,-1 1 0 0,0-2-400 0,-1 4-128 16,-1-1 0-16,-1 0 0 0,0 0 128 0,-5 1-128 15,-7-2 0-15,0 0 0 0,0 0 208 0,4 9-64 16,-5 1-16-16,-4-1 0 0,-2 2 352 0,-3 2 64 0,-5 0 16 0,0 1 0 15,-2 2 128-15,0 0 16 16,1-1 16-16,1 1 0 0,0-3 16 0,4-1 0 16,0-3 0-16,2 1 0 0,2-1-320 0,2-1-64 15,3-1-16-15,2-7 0 0,2 6-128 0,-2-6-16 16,7 5-16-16,1-1 0 0,1 2-176 0,2-3 0 16,3 3 0-16,1-4 0 0,3-2 0 0,1 0 0 0,2-1 0 15,1 0 0 1,2-1-752-16,1 0-16 0,1-1-16 0,0 1 0 15,2-1-1472-15,0 2-304 0,1 1-48 0,-1 2-18368 0</inkml:trace>
  <inkml:trace contextRef="#ctx0" brushRef="#br0" timeOffset="-208089.14">30344 8436 15663 0,'-8'-6'1392'0,"4"5"-1120"0,0 1-272 0,0-4 0 0,4 4 6320 0,0 0 1200 16,-2 0 240-16,-1 4 48 0,3-4-4736 0,-2 3-944 15,0 2-192-15,1 4-32 0,0 0-560 0,1 3-128 16,-2 2 0-16,2 7-16 0,-1 1-640 0,1 6-128 16,0-2-32-16,-1 1 0 0,1 0-160 0,1 2-48 15,-1-4 0-15,1 1 0 0,-1-1-48 0,0-3-16 16,3-1 0-16,-2-2 0 0,-1 2-128 0,2-5 0 15,-1 1 0-15,0-3 0 0,1-3 0 0,-2-2-272 16,0-3 64-16,0 2 16 16,0-8-848-16,0 0-176 0,0 0-16 0,0 0-16 15,0 0-1808-15,0 0-352 0,0 0-80 0</inkml:trace>
  <inkml:trace contextRef="#ctx0" brushRef="#br0" timeOffset="-207804.37">30302 8329 28559 0,'0'0'2544'0,"-2"-5"-2032"0,2 5-512 0,0 0 0 16,0 0 4656-16,0 0 832 0,0 0 160 0,0 0 48 16,0 0-3696-16,4-6-720 0,0-2-160 0,3 5-32 15,5 3-528-15,0 0-112 0,0 0-32 0,-1 0 0 16,6 0-224-16,1 2-64 0,3-1 0 0,1 3 0 16,1 0-128-16,-1 2 0 0,1 1 144 0,-1 0-144 0,-1-1 0 0,-1 2 0 15,-1 1 0-15,-2 0 0 16,-5 1 0-16,-1 0-160 0,-4 2 16 0,0 2 0 15,-6-5 16-15,0 2 0 0,-3 0 0 0,-3 1 0 0,-3 1 128 16,-1-2 0-16,-2 2 0 0,-2-4 0 0,-2 1 160 0,-1 2-32 16,0 0-128-16,-1-3 192 0,-1 0-192 15,-1-1-240-15,-1-2 48 0,0 5 16 16,1-1-1616-16,1 2-336 0,1 0-64 0,2-1-16 16,2 2-1584-16,2 2-320 0,1-2-64 0</inkml:trace>
  <inkml:trace contextRef="#ctx0" brushRef="#br0" timeOffset="-207322.88">30924 8795 2751 0,'0'0'256'0,"7"-3"-256"16,-1-3 0-16,1-1 0 0,-1 0 6192 0,2 0 1184 0,-4 0 240 0,-1 0 64 0,-2-1-3904 0,-1 0-784 0,-1-1-160 0,-3 2-16 15,-3-1-512-15,2 1-112 16,-3-2-16-16,-1 3 0 0,-3-1-912 0,-1 3-192 15,-4 2-48-15,2 0 0 0,-2 2-496 0,-3 4-96 0,-1 1-32 0,-1 4 0 16,-3 3-208-16,-1 3-64 0,-4 0 0 0,2 1 0 16,-1 1 48-16,3 0 0 0,1 0 0 15,4 0 0-15,4 0-176 0,4 0 192 0,4-3-192 0,4 2 192 16,2-3-416-16,6 0-80 0,3-2-16 0,5 0 0 16,2-2-320-16,3-3-80 0,2 0-16 15,1-4 0-15,0 0-208 0,1-2-32 0,4-3-16 16,-3-2 0-16,-2-2 144 0,1-1 16 0,-3-1 16 0,0-3 0 15,0 1 368-15,-2-5 64 0,0 0 0 0,-1 0 16 0,-1-3 368 0,0 1-176 16,-2-2 176-16,-1 0-128 0,2-5 352 0,-3 1 80 16,0 2 16-16,0-3 0 0,-1 3 192 0,-2 1 32 15,0 3 16-15,-5 0 0 0,2 2 208 0,-3 3 32 16,-2 1 16-16,1 5 0 0,-2 1 48 0,3 6 16 16,0 0 0-16,0 0 0 0,-6 2-272 0,1 2-48 15,-1 1-16-15,2 3 0 0,-1 3-416 0,3 4-128 16,-1 2 0-16,2 0 0 0,1 0 0 0,2 0 0 15,2-2-160-15,1 3 160 0,2 1-288 0,1 0 64 16,0 0 16-16,1-1 0 16,-1-4-864-16,2 2-160 0,0-2-48 0,1 2 0 15,-1-3-1008-15,2 0-208 0,-2 0-32 0,1-3-10336 16,-1-2-2080-16</inkml:trace>
  <inkml:trace contextRef="#ctx0" brushRef="#br0" timeOffset="-206922.77">31098 8513 23039 0,'0'0'2048'0,"0"0"-1648"0,-4-7-400 0,1 3 0 15,3 4 4624-15,1-6 848 0,-1 6 160 0,0 0 48 16,0 0-3200-16,0 0-640 0,8 0-128 0,1 2-32 16,-2 2-240-16,1 3-48 0,1 2-16 0,1 5 0 15,1 0-608-15,-1 5-112 0,-1 2-16 0,0-1-16 16,2 3-304-16,-1-3-64 0,-3 1-16 0,1 0 0 0,-1 1-240 0,0-1 176 15,-1-1-176-15,0-2 160 16,0-1-160-16,-1-3 0 0,1-1 144 0,-1 0-144 0,-1-2 0 0,0-1 128 16,-1-3-128-16,-3-7 0 0,0 0 0 15,6 6 144-15,-6-6-144 0,0 0 0 0,0 0 160 0,8 0-160 16,-8 0 128-16,7-2-128 0,0-2 176 0,-1-3-48 16,1-2-128-16,-1 0 192 0,1-3-128 0,-1-1-64 15,2 0 0-15,1-4 0 0,-1-1 0 0,3 0 0 16,0-4 0-16,1-2 0 0,1-1 0 0,-1-1 0 15,-3-2 0-15,0 0 0 0,2-1 0 0,-2 9 0 16,1-3 0-16,-1 0 0 0,0 0-128 0,1 0 128 0,-3 5 0 0,1-1 0 16,-1 2-304-16,0-2 48 15,0 5 16-15,-3 4 0 16,-3 0-736-16,-1 10-160 0,0 0-16 0,0 0-16 16,0 0-1360-16,0 0-272 0,0 0-48 0,-4 10-18144 0</inkml:trace>
  <inkml:trace contextRef="#ctx0" brushRef="#br0" timeOffset="-206650.16">30979 8698 23951 0,'-10'0'2128'0,"6"0"-1696"0,-2 0-432 0,2-3 0 0,4 3 6224 0,0 0 1168 15,0 0 224-15,0 0 64 0,0 0-5376 0,0 0-1056 16,10-3-224-16,3 2-32 0,2-3-368 0,6 3-80 16,5 0-16-16,2-1 0 0,0 0-304 0,1-1-64 15,2-1-16-15,1 2 0 0,0-1-144 0,1 2 160 16,-1-5-160-16,1 3 160 0,-1-1-160 0,0 0 0 16,-1-1 0-16,-5 1 128 15,2 0-448-15,0 0-80 0,1 1-32 0,-3 1 0 16,-3 0-1424-16,2 0-272 0,-1-1-64 0</inkml:trace>
  <inkml:trace contextRef="#ctx0" brushRef="#br0" timeOffset="-204466.5">29056 10844 38703 0,'0'0'3440'0,"0"0"-2752"0,0 0-560 0,0 0-128 16,0 0 2240-16,0 0 400 0,0 0 96 0,8 0 16 15,-2-2-2128-15,2 1-432 0,1-2-64 0,2 2-128 16,0-2 208-16,1 2-48 0,0 1-16 0,2 0 0 15,-1-1-144-15,0 0-272 0,-1 1 64 0,0-2 16 16,-1 1-1472-16,1 0-304 0,-1 1-48 0,-11 0-11216 16,11 4-2240-16</inkml:trace>
  <inkml:trace contextRef="#ctx0" brushRef="#br0" timeOffset="-204343.66">29026 11059 23039 0,'-20'5'1024'0,"11"-2"192"0,-1-1-960 0,1 1-256 0,2-1 0 0,7-2 0 0,0 0 4672 0,0 0 880 15,0 0 176-15,0 0 32 0,0 0-4528 0,11 4-912 16,2-1-176-16,2-1-144 16,5 0-1584-16,1-2-416 0,2-2-96 0,2 0-15424 0</inkml:trace>
  <inkml:trace contextRef="#ctx0" brushRef="#br0" timeOffset="-204093.13">29542 10862 28559 0,'0'0'2544'0,"0"0"-2032"16,-9 1-512-16,0 2 0 0,0-1 3872 0,2 5 672 16,1 1 144-16,2 3 32 0,-1 1-2816 0,-1 4-560 15,1 3-128-15,3 2 0 0,-2 5-32 0,1 3 0 0,1 2 0 0,2 4 0 16,0 3-704-16,0 1-144 0,1 2-16 0,3-2-16 16,-2-1-304-16,1-2 160 0,0-1-160 0,-1-1 128 15,1-5-128-15,-1-2 0 0,1 1 0 0,0-3 0 16,-1-2-304-1,-2-2-80-15,-1-5-32 0,0-2 0 16,-2 0-768-16,0-3-160 0,-1-5-16 0,2-2-16 0,2-4-736 0,0 0-128 16,0 0-48-16,0 0 0 0,-5-3-2160 0,1 0-432 15</inkml:trace>
  <inkml:trace contextRef="#ctx0" brushRef="#br0" timeOffset="-203810.46">29465 10875 40719 0,'0'-13'1792'15,"0"6"384"-15,2 1-1728 0,-1-3-448 0,-1 1 0 0,1 1 0 0,2 1 1600 0,-3 6 256 16,4-5 32-16,-4 5 16 0,0 0-368 0,6-4-80 16,2 0-16-16,1 1 0 0,0 1-768 0,2 0-160 15,-1 2-16-15,2 0-16 0,1-1-160 0,0 0-48 16,3 1 0-16,-1 1 0 0,0 0-272 0,0 1 0 16,1-1 128-16,-2 3-128 0,1-2 0 0,-1 5 0 15,-1-1 0-15,-1 2 0 0,-2 0 128 0,1 0-128 16,-4 2 0-16,0-1 0 0,-2 2 0 0,0 1 0 15,-2 2 0-15,-2-1 0 0,-1 1 160 0,0-1-160 16,-5 2 128-16,-1 0-128 0,0-2 0 0,-3 4 0 16,0-4 128-16,-3 2-128 0,1 0 0 0,-4-2-272 15,-2-2 64-15,3-1 16 16,-2 1-1552-16,2 0-304 0,-4-3-64 0,-1 3-20368 0</inkml:trace>
  <inkml:trace contextRef="#ctx0" brushRef="#br0" timeOffset="-203225.94">30674 10881 6447 0,'-3'-22'272'0,"3"13"80"0,-1 0-352 0,0-4 0 15,-3-1 0-15,0-2 0 0,-1 0 6368 0,-3-1 1200 0,-1 3 240 0,0-2 64 16,2 2-4672-16,-1 0-944 15,2-1-176-15,-1 4-32 0,-1-1-448 0,2 3-64 16,-2-4-32-16,-2 1 0 0,-1 3-496 0,1 2-112 16,1 2 0-16,-1 1-16 0,0 2-48 0,1 2 0 15,1 2 0-15,2 0 0 0,-4 3-336 0,1-1-80 16,-1 2-16-16,1 3 0 0,0 4-192 0,1 4-32 0,0 2-16 16,-1 3 0-16,4 4-160 0,-1 0 128 0,1 1-128 15,1 6 128-15,3-2-128 0,0 4 192 0,-1 3-192 0,4 1 192 16,-1 2-32-16,2 4 0 0,1 1 0 0,-2 1 0 15,3 1-160-15,1 0 128 0,-3-1-128 0,1-1 128 16,0 1-128-16,-1-2 0 0,-1 1 0 0,0-4 0 16,-1 0 0-16,-1-5 128 0,0 2-128 15,-1-2 128-15,1-4-128 0,-2-3 128 0,1-2-128 0,-1-3 128 16,-1-3-128-16,-2-5 0 0,0-1 0 0,-2-2 0 16,2-2 0-16,-2-2 0 0,1-3 0 0,3-1 128 15,-1-3-128-15,0 1 0 0,0-2 0 0,1-2 0 0,-1 0 0 16,1-1-224-16,-1 0 32 0,3-3 0 15,-2 0-528-15,1 0-112 0,0-2 0 0,1-1-16 16,1 7-1056-16,3-10-208 0,-2-1-32 0,1-2-19680 16</inkml:trace>
  <inkml:trace contextRef="#ctx0" brushRef="#br0" timeOffset="-202809.66">30251 12205 33167 0,'0'0'2944'0,"0"0"-2352"16,0 0-464-16,0 0-128 0,0 0 3312 0,2 8 640 16,-1 1 128-16,2 2 16 0,-1 2-2384 0,1 2-496 15,-2 0-80-15,3 2-32 0,-4 0 64 0,3 0 16 16,-2 3 0-16,0-2 0 0,3 0-736 0,-1 1-128 0,-2-1-48 0,0-1 0 15,3 0-32-15,-1 0-16 0,1 0 0 0,-2-2 0 16,1 0-80-16,1-2-16 0,-1 0 0 0,-1-2 0 16,0 1-128-16,0 0 0 0,1-4 0 0,-1-1 0 15,-2 0 0-15,2-2 0 0,-2-5 0 0,0 0 0 16,0 0 0-16,0 0 192 0,5 3-192 0,-5-3 192 0,0 0-192 0,0 0 0 16,0 0 0-16,0 0 0 0,9-8 0 0,-2-1 0 15,-2-3 128-15,0-1-16 0,-1-3-112 0,0 1 0 16,0-5 0-16,2 1 0 0,-1-2 0 0,2 1 0 15,1-3 0-15,1-1 0 0,1 0 0 16,1-1 0-16,-3-1 0 0,1 2 0 0,1 0 0 16,-1 0 0-16,-2 2 0 0,-1 1 0 15,2 3-736-15,-1 1-32 0,-1 2-16 0,-1 4 0 16,1-2-1168-16,-1 4-224 0,-3 2-64 0,-2 7-20416 0</inkml:trace>
  <inkml:trace contextRef="#ctx0" brushRef="#br0" timeOffset="-202557.5">30186 12335 53151 0,'-14'1'2368'0,"7"1"464"0,0-2-2256 0,0 0-576 15,7 0 0-15,0 0 0 0,0 0 400 0,0 0-16 16,0 0-16-16,0 0 0 0,0 0 144 0,8 2 48 0,1 0 0 0,3 0 0 15,1 1-432-15,1-3-128 16,-14 0 0-16,18 0 0 0,2 0 0 0,1 0 0 0,-2-3 0 0,2 2 0 16,-1 1 0-16,-1-1 0 0,2-1-208 0,0 2 80 31,-1-2-1184-31,-1 0-224 0,2 1-64 0,0 1 0 16,0 0-1984-16,1 0-384 0,1 0-96 0</inkml:trace>
  <inkml:trace contextRef="#ctx0" brushRef="#br0" timeOffset="-202372.98">30786 12459 9215 0,'0'0'816'0,"-5"8"-656"0,1 0-160 0,-1 1 0 0,-1 0 9408 0,3 4 1856 15,-1-1 384-15,0 1 64 0,0 0-8512 0,0 0-1680 16,-3-2-352-16,3 1-64 0,1 0-400 0,0-2-64 16,2-1-32-16,1 2 0 0,-3-3-608 0,2 0-128 15,1-2-32-15,0-6 0 16,4 8-1200-16,0-2-240 0,-4-6-64 0,6 7-14208 15,2-6-2864-15</inkml:trace>
  <inkml:trace contextRef="#ctx0" brushRef="#br0" timeOffset="-201506.1">30304 9888 29487 0,'-2'-1'2624'0,"0"-1"-2112"0,-1 1-512 0,2 1 0 0,-2-3 3536 0,3 3 608 16,0 0 112-16,1 7 32 0,1 1-2736 0,2 4-528 15,1 3-128-15,1 6 0 0,2 1 192 0,4 6 32 16,0-2 16-16,-1 2 0 0,0 4-448 0,2-2-96 16,0-4-16-16,3-2 0 0,-3-1-192 0,0-4-64 15,2-2 0-15,-2-4 0 0,-1-2-80 0,0-2-32 16,-2-3 0-16,1-1 0 0,-2 1-16 0,-1-6-16 15,-1 0 0-15,-7 0 0 0,0 0 16 0,8-4 0 16,0-1 0-16,-1-1 0 0,-2 0-48 0,1-2 0 16,1 0 0-16,-1-5 0 0,0 0-144 0,-1-1 160 15,0-2-160-15,2-3 160 0,-1-2-160 0,1-1 0 16,0-1 0-16,1-1 0 0,-1-5 0 0,1 2 0 16,-1-2-160-16,1 4 160 15,-1-1-592-15,-1 3-32 0,-2 2 0 0,1 2 0 16,-1 4-592-16,0 3-128 0,-1-1-32 0,-2 3 0 15,-1 10-1568-15,0 0-320 0,0 0-64 0,0 0-15920 0</inkml:trace>
  <inkml:trace contextRef="#ctx0" brushRef="#br0" timeOffset="-201258.82">30288 10120 22111 0,'-10'-3'976'0,"4"2"208"0,1-1-944 0,0-2-240 0,1-3 0 0,1 1 0 0,1-1 6080 16,2 2 1152-16,0 5 256 0,2-5 32 16,1-5-5264-16,2 4-1040 0,3 1-224 0,1-2-32 0,0-2-480 0,4 3-96 15,3-1 0-15,0 2-16 0,-1 0-224 0,2-1-144 16,4 0 192-16,1-1-192 0,2 1 128 0,-1-1-128 16,3 2 0-16,0 0 0 15,2 1-384-15,-2 0-192 0,1 0-48 0,-2 2 0 16,-2 2-1808-16,2 0-384 0,0 0-64 0,-3 0-17408 0</inkml:trace>
  <inkml:trace contextRef="#ctx0" brushRef="#br0" timeOffset="-200878.04">30700 10292 45727 0,'0'0'2032'0,"0"0"400"0,0 0-1936 0,0 0-496 16,0 0 0-16,5-4 0 0,-1-1 768 0,1 0 64 16,0 0 16-16,1 1 0 0,0-2 288 0,2 3 48 0,2-1 16 0,1 1 0 15,-5 0-832-15,-6 3-176 0,13-2-16 0,-1-1-16 16,0 3-160-16,-2 0 128 0,-10 0-128 0,0 0 128 16,9 2 48-16,-9-2 0 0,0 0 0 0,0 0 0 15,0 0 144-15,0 0 16 0,2 10 16 0,-4 2 0 16,0-3 32-16,-3 3 16 0,-1-1 0 0,0 2 0 15,-2 0-160-15,0 2-48 0,-1-2 0 0,0 0 0 16,0-2-16-16,1 3-16 0,0-4 0 0,3-1 0 0,1 0-160 0,2-2 160 16,2-7-160-16,0 0 160 0,0 0-160 0,0 0 0 15,3 6 0-15,-3-6 0 0,7 3 0 0,1-1 0 16,-8-2 0-16,0 0 0 0,15 0 0 0,1 0 0 16,0-2 0-16,1 1 0 0,1-1 0 15,-2-2 0-15,-2 2 0 0,0-2 0 0,2 1 0 0,1 1 0 16,0-2-192-16,0 1 192 15,0 0-1520-15,1 0-176 0,-1-1-32 16,1 1-22528-16</inkml:trace>
  <inkml:trace contextRef="#ctx0" brushRef="#br0" timeOffset="-199974.91">31171 11376 12895 0,'0'0'1152'0,"0"-7"-928"16,-2-5-224-16,1 3 0 0,1-1 6032 0,-1-1 1168 0,-2 1 224 0,0-1 64 16,1 1-4288-16,-2 0-832 0,-3 0-192 0,1 0-16 15,-3 2-496-15,0 3-80 0,-2-2-32 0,-1 2 0 16,1 4-800-16,-2-2-176 0,0 6-16 0,-2 0-16 16,-2 2-144-16,-1 4-16 0,0 3-16 0,0 2 0 15,-1 2-192-15,1 1-48 0,-1-1 0 0,3 1 0 16,2 3-128-16,2-4 0 0,1-1 0 0,4 1 0 0,0-2 0 15,6-1 0-15,1-2 0 0,1-1 0 16,2-1 0-16,3-1 0 0,3-1-192 0,3-2 192 0,-12-5-288 0,17 4 64 16,1-4 16-16,2 0 0 0,1-2-48 0,0 1-16 15,-1-1 0-15,-1-2 0 0,0-2 16 0,1 0 16 16,-2-2 0-16,0 0 0 0,-2 0 64 16,0-2 16-16,-3-3 0 0,-2 0 0 0,1-1 32 15,-3-3 0-15,-1-3 0 0,-1-1 0 0,-2-1 128 0,-1 0 0 16,0-5 0-16,-3 0 0 0,-1-3 0 0,-1 2 0 15,-2 0 128-15,3 0-128 0,-1 0 160 0,-2 5-32 16,-1-1-128-16,0 5 192 0,0 3 32 16,-1 3 0-16,0 1 0 0,0 5 0 0,-1 1 64 0,3 4 16 15,3 2 0-15,0 0 0 0,-6 1-96 0,2 3-16 16,2 3 0-16,-1 2 0 0,3 2-192 0,2 5 0 16,-2 2 128-16,2 3-128 0,2 0 0 0,1 2 0 15,0 2 0-15,2 1 0 0,1 0 0 0,0 0 0 16,-2-5-128-16,2 0 128 0,0 1-304 0,1-1 0 15,1-3 0-15,-1-1 0 16,1-1-992-16,0-2-208 0,-2-2-32 0,0-1-16 16,-1-1-1184-16,0-2-224 0,1 0-48 0,1-2-15920 0</inkml:trace>
  <inkml:trace contextRef="#ctx0" brushRef="#br0" timeOffset="-199607.28">31388 11009 31327 0,'0'0'2784'0,"0"-1"-2224"0,0 1-560 0,0 0 0 16,0 0 3952-16,0 0 672 0,0 0 144 0,2 6 32 16,-2 1-2800-16,2-1-544 0,1 5-112 0,1 2-32 15,2 5-464-15,1 2-80 0,-2 2-32 0,2 1 0 0,0 3-352 16,2 2-80-16,2 0-16 0,-1-3 0 0,1 0-16 0,-1-2 0 16,2 0 0-16,-2-3 0 0,1-4-272 15,-2-2 0-15,1 0 0 0,-1-5 0 0,2 0 160 0,-3-1-32 16,1-3 0-16,-3 0 0 0,2-4 0 0,-1 3 0 15,-1-2 0-15,1-2 0 0,-2-2-128 0,0 0 0 16,0-1 0-16,1 0 112 0,0 0-112 0,-1-4 0 16,3-1 0-16,-1 0 0 0,-1 1 0 15,2-5 0-15,-1 0 0 0,-1-2 0 0,-1-2 0 16,0-2 0-16,2-3 0 0,-2-1 0 0,0-4 0 0,1 1 0 16,0-2 0-16,-1-1 0 0,-1 0 0 0,0 1 0 15,0 0 0-15,0 5 0 0,-1-2 0 0,-1 6 0 16,0 3 0-16,0 1 0 15,-1 5-640-15,1 0-112 0,-2 9-16 0,0 0-16 16,0 0-1152-16,0 0-240 0,0 0-32 0,0 0-13088 16,10 5-2624-16</inkml:trace>
  <inkml:trace contextRef="#ctx0" brushRef="#br0" timeOffset="-199190.26">31360 11211 3679 0,'-17'-1'320'0,"10"1"-320"16,-2 0 0-16,-1-4 0 0,-3 1 9152 0,1-2 1744 15,1 1 368-15,2 2 64 0,1 0-8160 0,2 1-1632 16,6 1-320-16,0 0-64 0,-5-4 528 0,5 4 112 16,0 0 0-16,0 0 16 0,0 0-1168 0,9-2-256 15,3-1-32-15,-1 0-16 0,4 2-48 0,2-2-16 0,0 1 0 0,3-1 0 16,6-1-96-16,1 3-32 15,0-2 0-15,3 1 0 0,3-1 32 0,-1 1 0 16,1-2 0-16,1 0 0 0,-2-1-176 0,-1-1 0 16,-1 2 0-16,-1-2-176 0,-1-1-176 0,-2 2-32 15,0 3-16-15,-3-2 0 16,-1-2-1200-16,7 0-256 0,-4-1-32 0,-10 5-21456 0</inkml:trace>
  <inkml:trace contextRef="#ctx0" brushRef="#br0" timeOffset="-194172.64">28680 13607 33167 0,'0'0'2944'0,"0"0"-2352"16,0 0-464-16,0 0-128 0,0 0 3072 0,0 0 608 15,0 0 112-15,0 0 32 0,0 0-3088 0,0 0-608 16,15 0-128-16,-1 0 0 0,1 0 256 0,0 0 96 0,3 0 16 0,3-1 0 16,0 1-368-16,0-2 0 0,0 0 0 15,0 1 0-15,0-3 0 0,-1 1 0 0,1 2-160 0,-1-1 160 32,-2-1-1616-32,-1 2-224 0,-3-1-32 0,-1 1-11168 0,-1-2-2224 0</inkml:trace>
  <inkml:trace contextRef="#ctx0" brushRef="#br0" timeOffset="-194005.25">28691 13803 34095 0,'0'0'3024'0,"0"0"-2416"0,0 0-480 0,0 0-128 0,0 0 2032 0,0 0 384 16,0 0 80-16,8 8 0 0,-8-8-2288 0,11 2-464 16,1-2-80-16,3 0-32 15,1-1-160-15,4 0-48 0,0-2 0 0,2 1 0 16,4-1-2656-16,0 2-544 0,0-3-96 0</inkml:trace>
  <inkml:trace contextRef="#ctx0" brushRef="#br0" timeOffset="-193775.44">29268 13514 12895 0,'0'0'1152'0,"0"0"-928"16,-10 1-224-16,10-1 0 0,0 0 7120 0,0 0 1392 15,0 0 256-15,-6 8 64 0,6-8-6176 0,-4 13-1248 0,2 4-240 0,1 4-48 16,1 1-32-16,3 5 0 0,2 6 0 0,-1 1 0 16,0 1-640-16,1 5-144 0,0-1-32 0,0 2 0 15,-2-1-80-15,-2-12 0 0,-1 0-16 0,0-2 0 16,0 0-176-16,1 12 0 0,2-4 0 0,-2-5 128 16,-2-3-768-1,-2-5-176-15,1 1-16 0,-1-4-16 0,-1-2-1216 16,2-5-240-16,2-11-64 0,-2 10-11408 0,2-10-2288 0</inkml:trace>
  <inkml:trace contextRef="#ctx0" brushRef="#br0" timeOffset="-193445.23">29253 13477 46527 0,'0'0'2064'0,"-8"-2"432"0,0-2-2000 0,8 4-496 0,-6-4 0 0,6 4 0 0,0 0 752 0,0 0 48 15,0 0 16-15,0 0 0 0,0 0 16 0,6-8 0 16,-6 8 0-16,11-4 0 0,-2 0-576 0,4 0-96 16,1 2-32-16,3-1 0 0,3 2-128 0,-1 1 0 15,2 0 0-15,0 0 0 0,1 1 0 0,-1 2 0 0,-3-1 0 0,2 2 0 16,-2 1 0-16,-1 2 0 16,-1 1 0-16,-2-2 0 0,-1 1 0 0,-4 0 0 15,-1 3 0-15,-3-1 0 0,-1 1 0 0,-3-1 0 16,-1 3 0-16,-1 1 0 0,-3-1 176 0,-1 1-48 15,-2 1-128-15,0-1 192 0,-4-2-32 0,-1 2-16 16,-1 0 0-16,-1 0 0 0,-2-2-144 0,-1 1 0 0,-1-1 0 0,0-1 128 16,-2 0-384-16,2 2-96 15,-1-4-16-15,2 1 0 16,2-2-1456-16,-3 2-288 0,5-3-64 0,13-6-12128 0,0 0-2416 0</inkml:trace>
  <inkml:trace contextRef="#ctx0" brushRef="#br0" timeOffset="-193145.88">29995 13412 27647 0,'0'0'2448'0,"0"0"-1952"0,0 0-496 0,0 0 0 0,0 0 4448 0,0 0 800 16,-7 3 144-16,-2-1 48 0,0 2-3200 0,0 1-624 15,0 3-128-15,-2 1-16 0,-1 3-480 0,-2 4-96 16,-2 1 0-16,1 5-16 0,-1 4-400 0,1 4-80 15,-5 4-16-15,0 2 0 0,2 3-80 0,0 3-32 16,2 2 0-16,1 2 0 0,2-2-144 0,0-2-128 16,3-4 192-16,3-3-192 0,3 0 128 0,1-2-128 15,2-3 0-15,2-3 0 0,2-1 0 0,2-2 0 16,3-3-128-16,1-3 128 16,1-3-896-16,5 0-64 0,0-2-32 0,5-4 0 15,-1-1-1184-15,2-4-256 0,4-3-32 0,2-2-12208 16,1-5-2448-16</inkml:trace>
  <inkml:trace contextRef="#ctx0" brushRef="#br0" timeOffset="-192787.36">30211 13617 26719 0,'0'0'1184'0,"-5"-4"240"0,0-2-1136 0,-1 1-288 0,2-1 0 0,1 1 0 15,3 5 4800-15,0 0 912 0,0 0 176 0,0 0 48 16,0 0-3696-16,0 0-720 0,1 9-160 0,1 0-16 15,2 4-720-15,2 4-144 0,-1 2-32 0,-1 5 0 16,1 3-128-16,1 3-16 0,1 4-16 0,0 1 0 16,-4 2 0-16,3-1 0 0,-1-6 0 0,1 0 0 0,0-2-144 0,0-4-16 15,-1-1-128-15,1-3 192 0,-1-1-192 0,-1-4 128 16,1-3-128-16,0-2 0 0,0 0 176 0,-5-10-176 16,0 0 192-16,0 0-192 0,0 0 0 15,8 2 0-15,-8-2 0 0,8 0 0 0,-8 0 0 0,8-4 0 16,-3-5 0-16,0-1 160 0,0-1-160 0,-1-3 0 15,-1-2 144-15,1-2-144 0,2-3 128 0,2-2-128 16,1-5 160-16,2-2-160 0,0-4 0 0,3 1 0 16,-1-7 0-16,1 0 0 0,0-2 0 0,1 3 0 15,-1 1-208-15,0 3 64 16,1 3-496-16,-5 3-112 0,-2 3-16 0,0 4 0 16,-2 3-848-16,1 5-176 0,-1 4-48 0,-1 2 0 15,-2 0-2128-15,-3 8-416 0,0 0-96 0</inkml:trace>
  <inkml:trace contextRef="#ctx0" brushRef="#br0" timeOffset="-192576.81">30193 13768 22111 0,'-13'2'976'0,"8"0"208"0,-2-2-944 0,2 0-240 0,5 0 0 0,0 0 0 15,0 0 5968-15,0 0 1152 0,0 0 240 0,0 0 32 16,10-4-5184-16,2-1-1040 0,1 1-208 0,0-3-32 15,1-2-480-15,3 1-112 0,-1 2-16 0,1-1 0 16,2 1-320-16,1-3 0 0,1-1 0 0,1 1 128 16,3 1-528-16,-2 1-112 0,2 0 0 0,0 2-16 15,1 0-3008-15,0 2-608 0,24-1-112 0,-17 0-32 16</inkml:trace>
  <inkml:trace contextRef="#ctx0" brushRef="#br0" timeOffset="-192250.02">30523 13976 35935 0,'0'0'3200'0,"-6"4"-2560"16,1-2-512-16,5-2-128 0,0 0 2928 0,0 0 560 15,0 0 112-15,0 0 32 0,0 0-2192 0,8 5-432 16,1 0-96-16,0-2-16 0,2-3-544 0,0 0-112 16,4 0-32-16,-2 0 0 0,-1 0-208 0,-2 2 0 15,0-2 0-15,0 2 0 0,-1-1 128 0,-3 2 0 0,-6-3-128 0,4 6 192 16,-4-6 208-16,1 8 48 15,-1 0 0-15,0 1 0 0,-4-3 192 0,1 3 64 16,-3 1 0-16,2-1 0 0,-3 0-368 0,0 1-64 16,1-1-16-16,0 2 0 0,2-2-96 0,3 0-32 15,0-1 0-15,1 0 0 0,1-2-128 0,-1-6 0 0,5 7 0 16,1-1 0-16,0 2 0 0,2-4 0 0,1-1 0 16,3-1 0-16,-2 1 0 0,1-3-176 0,3-3 48 0,0 2 0 31,2-2-672-31,0-1-128 0,-1-1-32 0,2-1 0 15,0-2-1280-15,1 1-272 0,1-4-48 0,0 0-19328 0</inkml:trace>
  <inkml:trace contextRef="#ctx0" brushRef="#br0" timeOffset="-192082.94">31045 13876 35007 0,'0'0'1552'0,"0"0"320"0,0 0-1488 0,0 0-384 0,0 0 0 0,0 0 0 0,6-5 3232 0,0 0 576 15,5-1 112-15,-1 1 32 0,3 0-3136 0,3 0-624 16,1 0-192-16,4-1 0 16,-2 1-1296-16,3 1-352 0,0-4-64 0,-1 2-18496 0</inkml:trace>
  <inkml:trace contextRef="#ctx0" brushRef="#br0" timeOffset="-191715.93">31412 13459 24879 0,'0'0'1088'0,"0"0"256"0,0 0-1088 0,0 0-256 0,0 0 0 0,0 0 0 15,0 0 5184-15,0 0 992 0,0 0 192 0,5 8 32 16,-1 2-3712-16,1 3-736 0,3 0-160 0,0 4-16 16,0 1-912-16,-1 5-176 0,3 1-48 0,-1 4 0 15,-2 2-240-15,3 0-48 0,-1-2-16 0,0 2 0 16,0 2-192-16,0-4-144 0,0-2 192 0,0-1-192 15,2-3 160-15,-2-2-160 0,-1-3 128 0,0-3-128 16,-1-2 0-16,3-2 0 0,-5-2 128 0,1-3-128 16,1-1 128-16,2-1 0 0,-1-3 0 0,0 0 0 15,-2-1-128-15,2-3 0 0,2 0 0 0,-1-3 0 0,-1-2 0 16,-1-1 0-16,-1-3 0 0,2 0 0 16,1-4 0-16,-1-3 0 0,-1-1 0 0,0-2 112 0,1-3-112 15,0-2-128-15,0 0 128 0,1-1-160 16,-1-2 160-16,1-3 0 0,0 2 128 0,0 2-128 0,0 3-128 15,0-2-112-15,-3 2-16 0,0 4 0 16,1 0-432-16,-2 3-80 16,-1 3-32-16,0 0 0 0,-2 4-848 0,1 1-160 0,0 4-48 0,-1-1-13360 15,2 4-2672-15</inkml:trace>
  <inkml:trace contextRef="#ctx0" brushRef="#br0" timeOffset="-191482.08">31357 13738 26719 0,'0'0'2368'0,"0"0"-1888"0,0 0-480 0,0 0 0 15,0 0 5184-15,0 0 960 0,0 0 176 0,0 0 32 16,0 0-4352-16,9-3-864 16,2 2-176-16,2-2-48 0,2-1-464 0,2 1-80 15,4 1-32-15,3-3 0 0,-1 0-336 0,2 0 0 16,0-1 0-16,2 1 0 0,0-1 0 0,1 2 0 15,-4-3 0-15,0 3 0 16,2 2-2048-16,-1 2-336 0,-2 0-64 0,-3 0-19072 0</inkml:trace>
  <inkml:trace contextRef="#ctx0" brushRef="#br0" timeOffset="-191332.07">31944 13828 24879 0,'-4'13'1088'0,"2"-7"256"0,0 2-1088 0,-1 1-256 0,-1 2 0 0,3 0 0 16,1 3 5456-16,0-1 1040 0,-1 1 208 0,1 0 32 0,0-1-4432 0,1 0-896 15,0-1-192-15,1 0-16 0,-1 0-880 0,2-1-192 16,0 0-128-16,1-1 192 16,0-1-1408-16,0-1-256 0,1-1-64 0,1-2-16 15,-6-5-2480-15,0 0-480 0,0 0-96 0,0 0-32 0</inkml:trace>
  <inkml:trace contextRef="#ctx0" brushRef="#br0" timeOffset="-190947.74">32025 13003 27647 0,'0'0'1216'0,"0"0"256"0,0 0-1168 0,0 0-304 15,0 0 0-15,0 0 0 0,10 6 4736 0,2 1 896 0,1 0 192 0,1 3 16 16,0 0-3856-16,3 4-768 0,3 3-144 0,2 3-48 15,5 2-384-15,1 3-96 0,-5 1-16 0,1 3 0 16,2 2-112-16,0 4-32 0,1 2 0 0,-2-1 0 16,-3-2-176-16,0 2-32 0,1 0-16 0,-3-2 0 15,0 1-160-15,-2-1 0 0,-1 1 0 0,-3 0 128 16,0-4-128-16,-5-6 0 0,-3 0 144 0,-1-3-144 0,1 1 128 16,-1 2-128-16,0-5 160 0,-1 2-160 15,-4-1 176-15,0 5-176 0,-3-4 192 0,-3-1-192 0,1 0 192 16,-2-8-64-16,2 1 0 0,-3 2-128 0,0-2 176 0,-1 2-176 15,0-4 160-15,-1 1-160 0,-2 0 128 16,3-2-128-16,0 0 0 0,-1-2 0 0,3 1 0 16,0-3 0-16,1-1-208 0,0 0 64 15,2-3-1536-15,4-3-304 0,0 0-64 0</inkml:trace>
  <inkml:trace contextRef="#ctx0" brushRef="#br0" timeOffset="-186470.64">22600 9893 12895 0,'0'0'1152'15,"0"0"-928"-15,-12-6-224 0,4 3 0 0,8 3 1792 0,0 0 304 16,0 0 64-16,0 0 16 0,-5 8-1104 0,-3 8-224 16,1 3-32-16,-1 8-16 0,-3 6-160 0,1 7-48 0,-3 7 0 0,-2 4 0 15,-1 4-112-15,-1 4-32 16,-4-5 0-16,1 8 0 0,1 4-112 0,-1-3-16 0,3-2-16 15,0-1 0-15,-1-3-128 0,4-4-32 16,2-7 0-16,1-1 0 0,2-2-144 0,4-5 160 0,1-2-160 16,3-5 160-1,3-5-1808-15,2-3-352 0,3-4-80 0</inkml:trace>
  <inkml:trace contextRef="#ctx0" brushRef="#br0" timeOffset="-186149.3">23211 9758 23087 0,'0'0'1024'15,"0"0"208"-15,-2-3-976 0,-2-1-256 0,4 4 0 0,-8 1 0 0,-1 5 720 0,-4 5 112 16,-4 5 0-16,-3 9 16 0,-2 7-240 0,-5 11-48 16,-6 6-16-16,-3 11 0 0,-1 3 0 0,-2 8 0 15,-1 3 0-15,-3 6 0 0,1 3 32 0,2 1 0 16,-1 2 0-16,3-4 0 0,3-9-208 0,3-3-48 15,-1-3 0-15,4-2 0 0,3-4-176 0,3-6-144 16,1-6 192-16,3-3-192 16,5-6-544-16,6-3-224 0,6-4-32 0,2-9-16 15,1-5-1920-15,1-8-384 0,-2-11-80 0,11 4 0 16,2-6-240-16,4-10-32 0,0-9-16 0,5-8 0 16,4-8 2336-16,3-6 480 0,-1-8 96 0,2-4 0 0,2-9 576 0,4-4 0 0,6-6 0 0,5-4 0 15,5-6 128-15,7 2-128 16,5 0 0-16,-3 0 0 0</inkml:trace>
  <inkml:trace contextRef="#ctx0" brushRef="#br0" timeOffset="-185964.15">23325 9936 13471 0,'15'-35'592'0,"-7"18"128"0,1 0-576 0,-3 7-144 0,-6 10 0 0,0 0 0 16,0 0 2256-16,-8 5 432 0,-1 11 64 0,-7 8 32 15,-6 10-1200-15,-6 11-240 0,0 5-64 0,-3 6 0 16,-3 6-160-16,-3 3-32 0,-1 1-16 0,-2 9 0 0,-6 7-224 16,-3 6-32-16,-5 8-16 0,0 1 0 15,-3 4-208-15,1 2-32 0,3 1-16 0,2-6 0 0,3-9-160 16,2-6-48-16,2-7 0 0,5-6 0 0,6-9-176 0,7-6-32 15,4-5-128-15,6-11 192 16,6-5-1136-16,6-7-224 0,4-7-48 16,5-9-16-16,-5-11-1536 0,17 0-304 0,4-6-64 15,6-10-5056-15,6-11-992 0</inkml:trace>
  <inkml:trace contextRef="#ctx0" brushRef="#br0" timeOffset="-185732.24">23819 9659 11055 0,'-7'7'976'0,"-3"9"-784"16,-3 2-192-16,-5 10 0 0,-4 6 2720 0,-6 9 496 15,-4 3 112-15,-4 12 0 0,-3 6-1536 0,-4 4-304 16,-2 2-64-16,-2 8-16 0,-3 2-560 0,-2 12-112 16,-1 11-32-16,-2 4 0 0,-1 7-240 0,-2 7-48 15,-4 3-16-15,0-2 0 0,0-6-112 0,1-4-32 16,3-3 0-16,9-10 0 0,7-9-64 0,7-12 0 15,4-10-16-15,4-10 0 0,7-7-176 0,4-8-224 16,5-10 48-16,10-8 16 16,8-10-2576-16,2-4-512 0,4-9-96 0</inkml:trace>
  <inkml:trace contextRef="#ctx0" brushRef="#br0" timeOffset="-185466.19">24163 9762 17567 0,'21'-14'768'0,"-8"12"176"0,-13 2-752 0,0 0-192 16,4 10 0-16,-7 10 0 0,-8 9 1568 0,-6 10 288 16,-8 13 48-16,-8 17 16 0,-8 14-480 0,-8 13-96 15,-4 7 0-15,-6 15-16 0,-1 14-464 0,-2 2-96 16,-2 0 0-16,-3 6-16 0,-2 3-16 16,0-2 0-16,0-4 0 0,2-7 0 0,5-4-240 0,3-14-48 15,6-16-16-15,3-7 0 0,5-6-176 16,3-10-16-16,0-6-16 0,10-10 0 0,6-9-224 0,7-10 128 15,6-9-128-15,5-10 0 16,4-6-640-16,4-13-208 0,0 0-48 0,17-9-16 16,10-9-2864-16,2-12-576 15,5-13-128-15</inkml:trace>
  <inkml:trace contextRef="#ctx0" brushRef="#br0" timeOffset="-185236.25">24416 9652 11055 0,'4'-18'480'0,"-4"18"112"0,0 0-464 0,0 0-128 0,-7 11 0 0,-6 8 0 16,-9 8 3504-16,-5 14 672 0,-4 9 144 0,-6 17 32 16,-6 12-2592-16,-4 13-512 0,-4 7-96 0,-4 12-32 15,-4 11-80-15,-1 6-16 0,-2 4 0 0,2 6 0 16,0 5-128-16,4-5-48 0,3-6 0 0,1-6 0 16,1-8-352-16,5-6-80 0,4-8-16 15,6-13 0-15,5-11-224 0,6-8-48 0,4-7-128 0,11-25 192 16,0 2-448-16,5-5-80 0,1-6-32 0,3-4 0 15,1-5-2352-15,4-6-480 0,2-7-80 16,5-6-6000-16,2-8-1184 0</inkml:trace>
  <inkml:trace contextRef="#ctx0" brushRef="#br0" timeOffset="-184402.72">24434 10247 16415 0,'38'-57'720'16,"-14"26"160"-16,-4 1-704 0,1 7-176 0,-4 6 0 0,-4 8 0 0,-13 9 1264 0,0 0 208 15,0 0 64-15,0 23 0 0,-6 8 0 0,-7 11 0 16,-7 8 0-16,-3 3 0 0,-5 10-720 0,-2 7-144 16,0 6-32-16,-1 5 0 0,-4 3-64 0,-2 6 0 15,0 3-16-15,-3 10 0 0,-3 9 64 0,-2 4 16 16,-3-7 0-16,-2 6 0 0,-2 2-224 0,4-7-32 16,2-8-16-16,4-6 0 0,4-5-176 0,16-33-48 0,1 0 0 0,2 1 0 15,2-3-144-15,3-5 0 0,2-3-160 16,3-11 160-1,2-6-1024-15,3-6-96 0,2-6-32 0,2-2 0 16,4-9-1712-16,2-8-336 0,3-6-80 0,3-9-16 16,0-8 1888-16,2-10 384 0,3-10 80 0,16-30 16 15,2-2 160-15,4-6 48 0,3-4 0 0,6-9 0 0,7-11 448 0,3-5 80 0,2-3 32 16,0-6 0-16,-5-4 160 0,4 3 224 0,2 2-48 0,-1 11-16 16,-3 12 416-16,-6 11 96 0,-3 14 16 0,-7 13 0 15,-6 12 576-15,-8 15 112 0,-7 7 32 0,-4 11 0 16,-5 8-80-16,-11 4-16 0,3 14 0 0,-8 13 0 0,-6 9 96 15,-6 15 0-15,-4 13 16 0,-7 11 0 0,-7 9-784 0,-3 7-176 16,-4 7-16-16,2-2-16 0,-1-2-48 16,1 4 0-16,-1 2 0 0,2-1 0 15,1-3 96-15,3-13 16 0,1-10 0 0,4-5 0 0,2-4-144 0,12-23-32 16,0 4 0-16,1-3 0 0,0-2-144 0,4-2-48 16,0-4 0-16,3-6 0 0,3-5-304 0,3-5-64 15,2-5-16-15,3-5 0 16,4-4-1888-16,2-6-384 0,3-8-80 15,2-7-16-15,3-7 1504 0,13-20 288 16,3-5 64-16,-2-5 16 0,-2-3 176 0,5-8 16 0,3-5 16 0,6-7 0 0,3-5 240 0,6-5 48 16,3-3 16-16,2-3 0 0,1-3 240 0,-5 7 0 15,-3 7 0-15,-7 12-144 0,-5 10 144 0,-7 17 0 16,-6 14 0-16,-6 12 0 0,-6 11 208 0,-13 6 80 16,7 9 16-16,-7 12 0 0,-7 14 992 0,-5 9 208 15,-7 12 32-15,-3 9 16 0,-3 6-656 0,-2 4-128 16,-3 1-16-16,1 1-16 0,2 0-304 0,0-4-64 15,3-1-16-15,0-8 0 0,-1-7-160 0,3-5-48 16,3-6 0-16,0-3 0 0,5-4-144 0,2-4 160 0,5-5-160 0,3-12 160 16,1-5-160-16,2 0 0 0,-1-2 0 0,4-5 0 15,-2-6-704 1,0 0-208-16,13-5-48 0,5-8-16 0,3-5-432 16,4-8-96-16,1-7-16 0,2-5 0 0,4-5 1040 0,0-5 208 0,1-7 32 0,1-3 16 0,1-6 224 15,1 0 0-15,1-3 0 0,-2 7 0 0,2 6 0 16,-5 12 0-16,-6 12 0 0,-5 12 0 15,-6 10 0-15,-15 8 0 0,0 0 0 0,2 22 0 0,-7 8 1152 16,-7 10 160-16,-5 13 32 0,-2 1 16 0,-3 4 96 16,3-1 16-16,2-4 0 0,3-4 0 0,1-6-384 0,4 0-80 15,1 0-16-15,2-2 0 0,0 0-656 0,4-14-128 16,-1 2-16-16,2 0-16 0,-1-2-176 0,1 2 0 16,-1-1 144-16,2 0-144 15,1-3-256-15,0-2-128 0,0-1-32 0,2-4-15968 0</inkml:trace>
  <inkml:trace contextRef="#ctx0" brushRef="#br0" timeOffset="-183373.11">24973 11424 46943 0,'0'0'2080'0,"-8"-4"416"0,-1-4-1984 0,4-1-512 16,5 9 0-16,0-12 0 0,0 0 0 0,2-1-208 16,3-2 16-16,1-2 0 0,-1-3 496 0,4-2 96 0,4-3 32 0,1-2 0 15,1-3-432-15,4 0 0 16,2-3 0-16,1 5 0 0,0-1 0 0,2 3 0 16,-3 1 0-16,-2 7 0 0,-2 1 0 0,-1 5 128 15,-2 4-128-15,-1 4 0 0,-1 3 272 0,-12 1-16 16,0 0-16-16,9 8 0 0,-1 1 80 0,0 5 32 15,0 5 0-15,-1 0 0 0,1 2-64 0,0 1-16 16,1 3 0-16,3 0 0 0,1-3-144 0,3 0-128 16,-2-2 144-16,0-2-144 0,2-1 0 0,1-4 0 0,0-4 0 0,2-1 0 15,4-2 0-15,-8-4 128 0,-1-2-128 16,2-2 0-16,1-1 0 0,1-4 0 0,1 0 0 0,-2 1 0 16,-2-6 0-16,1 1-128 0,-1-3 128 0,0 1-160 15,-2-1-96-15,0-2-32 0,-3-1 0 0,1 1 0 16,-1-3-848-1,-1 0-160-15,-1-2-48 0,0 1 0 0,-3-2-1264 0,2 1-256 16,1 2-48-16</inkml:trace>
  <inkml:trace contextRef="#ctx0" brushRef="#br0" timeOffset="-182394.25">26126 10831 37439 0,'0'0'1664'0,"0"0"320"0,0 0-1584 0,0 0-400 0,0 0 0 0,0 0 0 0,0 0 1104 0,0 0 144 16,0 0 32-16,0 0 0 0,0 0-16 0,0 10 0 15,-1 0 0-15,0 3 0 0,-2 3-592 0,2 2-112 16,0-1-32-16,-1 3 0 0,0-3-336 0,0 2-192 16,2-2 192-16,0 0-192 0,0-1 0 0,0-2 0 15,2-2-160-15,-1 0 160 16,0-3-2208-16,1-1-320 0,-2-8-64 0,5 6-10192 0,-5-6-2032 0</inkml:trace>
  <inkml:trace contextRef="#ctx0" brushRef="#br0" timeOffset="-181850.95">26501 10464 38415 0,'0'0'1696'0,"0"0"352"0,0 0-1632 0,0 0-416 0,0 0 0 0,0 0 0 15,-4 8 624-15,1 1 32 0,2 4 16 0,0 0 0 16,-3 4 480-16,1 4 80 0,0 4 32 0,2 2 0 0,0 6-432 0,-1 1-96 16,2 0-16-16,0 1 0 0,0-1-176 0,2 0-32 15,-1-1-16-15,2 0 0 16,-1-2-176-16,1-3-48 0,0 0 0 0,-1-3 0 0,1-3-144 0,-1-5-128 16,0-1 144-16,-1-3-144 0,2-3 176 0,-2-2-176 15,-1-8 192-15,0 0-192 0,0 0 144 0,0 0-144 16,0 0 0-16,0 0 144 0,0 0-144 0,0 0 0 15,5-8 0-15,0-2 128 0,1-4-128 0,-1-5 0 16,1-3 0-16,3-3 0 0,1-3-192 0,0-2 48 16,-1-3 0-16,4-3 0 0,3-3-48 0,-1-2-16 15,4-1 0-15,-1 3 0 0,0 3 208 0,-1 5-192 16,-1 6 192-16,-3 4-192 0,-5 7 192 0,-1 6-144 16,-1 1 144-16,-6 7-128 0,0 0 128 0,2 13 0 15,-2 6 0-15,0 5 0 0,-2 6 256 0,-1 2 64 16,2 3 32-16,-1-3 0 0,1 1-32 0,-1 0 0 0,2-1 0 15,1-2 0-15,1-2-192 0,4-1-128 16,-1-4 128-16,3-3-128 0,-1-2 0 0,4-2 144 16,-3-4-144-16,1-3 0 0,0 0 128 0,0-4-128 0,0-1 0 0,0-1 0 15,1-3 0-15,-3-2 160 16,0-3-160-16,-1-2 128 0,0 1 0 0,-1-3 0 0,-1-2 0 16,0 0 0-16,1-4 48 0,0 0 0 0,2-4 0 0,0 1 0 15,1-3-176-15,0-2 0 0,0-3 0 0,0 0 0 16,1-2 0-16,0-3-224 0,0 1 32 0,-1 0 0 15,-2 3-864 1,1 1-160-16,-2 5-48 0,0-1 0 0,-1 2-1264 16,0 3-256-16,0 3-48 0,-3 1-15984 0</inkml:trace>
  <inkml:trace contextRef="#ctx0" brushRef="#br0" timeOffset="-181623.51">26259 10428 45951 0,'0'0'2048'0,"0"0"400"0,0 0-1952 0,7-5-496 16,3 1 0-16,3 0 0 0,0 0-192 0,1-1-128 16,2-2-16-16,4 1-16 0,1 0 352 0,1 1 160 0,0-1-16 15,2 0 0-15,-1 1-144 0,2 0 0 16,1 0 0-16,1-2 0 15,6 2-2224-15,1 1-416 0</inkml:trace>
  <inkml:trace contextRef="#ctx0" brushRef="#br0" timeOffset="-181445.31">27007 10364 30399 0,'0'0'2704'0,"0"0"-2160"0,0 0-544 0,0 0 0 16,0 0 2352-16,0 0 352 0,0 0 80 0,6-4 16 15,-1-1-1440-15,3 1-272 0,2 1-64 0,4-2-16 16,0 1-304-16,4 0-64 0,2-2-16 0,2 0 0 16,1 3-496-16,3 0-128 0,0 2 0 0,2 1 0 15,-2 1-2416 1,0 3-496-16,1 2-96 0,-2 3-32 0</inkml:trace>
  <inkml:trace contextRef="#ctx0" brushRef="#br0" timeOffset="-181079.46">27116 10870 26719 0,'0'0'2368'0,"0"0"-1888"15,0 0-480-15,0 0 0 0,0 0 2896 0,0 0 496 16,9 1 80-16,0-1 32 0,0 0-1760 0,3-1-336 0,1-1-80 0,2 0-16 16,-1 0-256-16,0 0-48 0,3-1-16 0,-1 1 0 15,-1-2-480-15,0 1-112 16,-2 2-16-16,-1 1 0 0,-3 0-176 0,-2 0-32 15,-7 0-16-15,0 0 0 0,4 6 352 0,-5 1 64 0,-4 1 0 0,-3 3 16 16,-2 4 48-16,-3 2 16 16,-3 1 0-16,-1 2 0 0,-3 2-208 0,1 0-64 15,-2 0 0-15,3 0 0 0,3 0 48 0,0 0 0 16,-1-1 0-16,3-1 0 0,3-3-432 0,2-2 128 0,0-1-128 0,3-3 0 16,2-2 160-16,3-1-160 15,0-8 192-15,5 9-192 0,2 0 128 0,1-5-128 0,0 0 0 16,1-1 0-16,5-2 0 0,3-1 0 0,3 0 0 15,2-1 0-15,1-3 208 0,1 0-16 0,0-1 0 0,0 1 0 16,-2-3-192-16,0 4 0 0,0-3 0 16,-2 1 0-16,-2 0-464 0,0 1-144 15,-1-1-32-15,2 3 0 0,-2-3-1040 0,0 4-224 0,-2-2-32 16,1 2-20976-16</inkml:trace>
  <inkml:trace contextRef="#ctx0" brushRef="#br0" timeOffset="-178107.74">28377 15048 17503 0,'0'0'768'0,"0"-12"176"0,0 12-752 0,-2-9-192 0,2 9 0 0,0 0 0 0,3-9 5792 16,-3 9 1120-16,0 0 240 0,0 0 32 0,0 0-4880 0,5 11-960 16,2 2-208-16,-2 7-48 0,-1 7 48 0,0 5 0 15,0 5 0-15,2 3 0 0,-1 0-560 0,2-2-128 16,-1-3 0-16,4-1-16 0,-3 0-144 0,1-4-32 15,-1-5 0-15,1-3 0 0,2-2-128 0,-2-5-128 16,0-3 192-16,-1-3-192 0,-7-9 176 0,10 7-176 16,-10-7 160-16,10 0-160 0,-10 0 192 0,12-4-64 0,-2 1-128 0,-1-6 192 15,-1-1-64-15,0-1-128 16,0-4 176-16,1-2-176 0,-1-4 160 0,0-3-160 0,-1 1 128 0,3-5-128 16,-1-2 0-16,1-1 0 15,-1-5 0-15,0-2 0 0,0-1 0 0,-1 0 0 0,3 2 0 0,-2 3 0 16,-1 2-352-16,1-1 0 0,-1 0 0 15,-2 6 0 1,-3 8-1584-16,-1 0-320 0,1 8-64 0,-2 1-16 16,-1 10-2448-16,0 0-480 0</inkml:trace>
  <inkml:trace contextRef="#ctx0" brushRef="#br0" timeOffset="-177895.35">28368 15257 49471 0,'0'0'2192'16,"0"0"448"-16,0 0-2112 0,0 0-528 0,0 0 0 0,2-11 0 0,3 2 272 0,3 1-48 16,1 0-16-16,4 1 0 0,3-4 80 0,2 2 16 15,2 0 0-15,1 2 0 0,0 0-304 0,1 0 0 16,3-2 128-16,-1 2-128 0,0 1 0 0,1 1 0 16,-2 2 0-16,0-1-144 15,0 2-1552-15,1 2-304 0,1 0-64 0,-1 1-16 16,-2 4-2464-16,-3 3-512 0</inkml:trace>
  <inkml:trace contextRef="#ctx0" brushRef="#br0" timeOffset="-177611.93">28757 15392 39103 0,'0'0'1728'16,"0"0"368"-16,0 0-1680 0,0 0-416 0,0 0 0 0,0 0 0 0,0 0 768 0,0 0 80 16,7 11 16-16,-7-11 0 0,13 6-336 0,1-1-64 15,1-2-16-15,0 0 0 0,1-2-272 0,-2-1-176 16,-1 0 192-16,0 3-192 0,-1-1 240 0,-3 1-64 15,-9-3-16-15,8 6 0 0,-1 1 432 0,-7-7 96 16,0 0 16-16,0 13 0 0,0 1 320 0,-4 2 80 16,-3-1 16-16,-2 1 0 0,-3 1-160 0,1 0-16 0,-1-1-16 0,0-1 0 15,-1-2-400-15,3 0-80 0,0-1 0 16,4-1-16-16,2-4-256 0,4-7-48 0,0 0-128 0,3 11 192 16,-3-11-192-16,7 6 0 0,4-2 0 0,1-1 0 15,2-4-224-15,3-1-96 0,2 0 0 0,2-2-16 16,4 0-800-1,0-3-144-15,0 1-48 0,1-3 0 0,1-2-960 0,-1-2-192 16,2-2-32-16,-4-1-10976 0,0 0-2192 0</inkml:trace>
  <inkml:trace contextRef="#ctx0" brushRef="#br0" timeOffset="-177312.73">29302 15100 18431 0,'0'0'1632'0,"0"0"-1312"0,-5 0-320 0,5 0 0 0,0 0 6528 0,0 0 1216 15,0 0 256-15,0 0 64 0,0 0-5520 0,0 0-1104 16,0 0-224-16,0 0-32 0,0 0-416 0,4 8-96 16,3 0-16-16,0 0 0 0,3 0-464 0,0-1-192 15,0 1 176-15,3 3-176 0,-1-4 0 0,1 5 128 16,0-5-128-16,0 1 0 0,0 1 0 0,0-3 0 16,-1 1 0-16,0-1 0 0,0 1 0 0,-3 1 0 15,-3 1 0-15,1-3 0 0,1-2 0 0,-5 1 0 16,-3-5 0-16,3 7 0 0,-2 1 128 0,-2-2-128 15,-2 1 0-15,1-1 0 0,-2 1 192 0,-1-1-64 16,-3 2-128-16,-1 1 192 0,0-2-192 0,-2 1 128 16,-1-2-128-16,1 3 0 0,0-2 0 0,0-1-128 15,-1 1-16-15,1-2 0 16,1 0-1248-16,1 0-240 0,2-1-48 0,2 0-16 16,5-4-2272-16,0 0-448 0</inkml:trace>
  <inkml:trace contextRef="#ctx0" brushRef="#br0" timeOffset="-176943.03">29764 15064 29487 0,'0'0'2624'0,"0"0"-2112"16,0 0-512-16,0 0 0 0,-4 6 4048 0,1 3 704 15,2 4 144-15,-2 2 32 0,1 2-3072 0,1 2-624 16,-1 3-112-16,2 5-32 0,3-1-240 0,-1 1-48 15,2 2-16-15,2-2 0 0,0 2-448 0,2-2-80 16,1-1-32-16,-1-2 0 0,0-2-224 0,-1-3 144 16,1-3-144-16,0-2 128 0,0-2-128 0,0-3 192 15,-2-1-192-15,2-3 192 0,-8-5-192 0,0 0 160 16,9 3-160-16,-1-3 160 0,-8 0-32 0,9-3 0 16,0-3 0-16,-1-2 0 0,0-1 0 0,1-4 0 15,0-4 0-15,2-1 0 0,2-2-128 0,-2-4 0 16,0 0 144-16,1-6-144 0,-1-2 0 0,1 1 0 15,0-1 0-15,0-1 0 0,1-1 0 0,-3 0 0 16,-1 4 0-16,0 2 0 0,-1-1-160 0,0 3-48 16,-2 4-16-16,0 1 0 15,-4 5-1168-15,2 0-224 0,-1 6-48 0,-1 1-16 16,0 2-1856-16,-2 7-368 0,0 0-80 0</inkml:trace>
  <inkml:trace contextRef="#ctx0" brushRef="#br0" timeOffset="-176728.04">29700 15289 28559 0,'0'0'2544'0,"0"0"-2032"0,0 0-512 0,0 0 0 15,0 0 4400-15,0 0 784 0,0 0 144 0,0 0 48 0,0 0-4144 0,8-5-816 16,1 1-160-16,3-2-48 0,1 0 304 0,2 1 48 16,1 1 16-16,2-1 0 0,2-1-384 0,-1-1-192 15,2 3 192-15,0-2-192 0,3 0 128 0,-2 1-128 16,0 0 0-16,-1 1 0 15,0 1-800-15,-1 2-272 0,0 1-48 0,-3 1-16 16,-1 2-1952-16,1 1-400 0,-1 1-80 0</inkml:trace>
  <inkml:trace contextRef="#ctx0" brushRef="#br0" timeOffset="-176562.86">30212 15378 37487 0,'-5'13'1664'0,"4"-5"336"0,0 2-1600 0,-1 1-400 16,1 4 0-16,0 2 0 0,-2-1 1552 0,2 0 240 15,-1 0 32-15,1 3 16 0,-3-1-240 0,2 0-32 16,-1-1-16-16,2 0 0 0,-1-1-912 0,1 1-192 16,0 0-48-16,1-2 0 0,-2 0-400 0,1-2 0 15,-1-2 0-15,2 0 0 16,0-1-1552-16,2-3-304 0,-2-7-48 0,5 6-18848 0</inkml:trace>
  <inkml:trace contextRef="#ctx0" brushRef="#br0" timeOffset="-175995.67">30746 15593 42495 0,'0'0'1888'0,"-10"5"384"0,3-2-1824 0,7-3-448 0,-7 8 0 0,2 2 0 0,0 3 320 0,-2 3-16 15,1 1-16-15,-2 2 0 0,-3 2 96 0,2 0 0 16,1-1 16-16,2-1 0 15,1-1-1104-15,2-1-240 0,6-2-32 0,1-5-11760 16,1-2-2336-16</inkml:trace>
  <inkml:trace contextRef="#ctx0" brushRef="#br0" timeOffset="-175718.02">31015 15267 42383 0,'0'0'1872'0,"0"0"400"0,0 0-1824 0,0 9-448 0,-2 2 0 16,1-1 0-16,1 2 768 0,-2 2 64 15,1-2 16-15,0 2 0 0,-1 3 176 0,1-1 48 0,0-1 0 0,1 2 0 16,0-1-752-16,0 0-128 0,0-2-48 0,0-1 0 15,1-1-320-15,-1-3-64 0,0-9-16 0,1 8 0 16,-1-8-2000-16,0 0-416 0,0 0-80 16,6 5-10064-16,-6-5-2032 0</inkml:trace>
  <inkml:trace contextRef="#ctx0" brushRef="#br0" timeOffset="-175546.1">31300 14850 11967 0,'0'0'1072'0,"0"0"-864"0,0 0-208 0,0 0 0 0,0 0 6160 0,0 0 1200 16,0 0 224-16,0 0 48 0,0 0-6016 0,0 0-1200 15,0 0-240-15,0 0-48 0,0 0 16 0,0 0 16 16,1 9 0-16,-1 1 0 0,-1 1-160 0,-2 1-176 16,0 1 48-16,1 0 0 15,3 1-1984-15,-1 0-384 0</inkml:trace>
  <inkml:trace contextRef="#ctx0" brushRef="#br0" timeOffset="-175175.94">31301 14876 22111 0,'-10'-8'976'0,"10"8"208"0,0 0-944 0,0 0-240 0,0-5 0 15,0 5 0-15,0 0 4480 0,0 0 832 0,0 0 192 0,0 0 16 16,0 0-2992-16,0 0-608 0,0 0-112 0,0 0-16 16,7 3-704-16,1 3-128 0,0 5-16 0,-1 2-16 15,-2 2-272-15,0 2-48 0,-1 4-16 0,0 1 0 0,0 3-80 16,0 1-32-16,-3 1 0 0,1 2 0 0,1-3-272 16,0 2-48-16,-2-1-16 0,2 0 0 0,-2-2-144 15,-1-3 128-15,0-2-128 0,0-2 128 0,0-2-128 16,0-3 0-16,0-2 144 0,0-1-144 0,0-1 0 15,0-4 0-15,0-5 0 0,0 0 0 0,0 0 0 0,0 0 0 16,0 0-160-16,0 0 160 0,0 0-352 0,0 0 32 16,0 0 16-16,0 0 0 15,0 0-208-15,0 0-64 0,0 0 0 0,0 0 0 16,0 0-1200-16,0 0-240 0,0 0-48 0,0 0-12400 16,0 0-2496-16</inkml:trace>
  <inkml:trace contextRef="#ctx0" brushRef="#br0" timeOffset="-174545.17">31438 15464 6447 0,'0'0'576'0,"0"0"-576"0,0 0 0 0,0 0 0 0,0 0 6992 15,0 0 1296-15,0 0 256 0,0 0 48 0,0 0-5584 0,0 0-1104 16,0 0-240-16,0 0-32 0,0 0 0 0,0 0 0 15,0 0 0-15,0 0 0 0,0 0-672 0,0 0-128 16,0 0-16-16,2-5-16 0,-3-2-288 16,1 1-48-16,0-3-16 0,0 1 0 0,1-1-176 0,1 0-32 15,-2 1-16-15,0-3 0 0,1 1-96 0,-1 1 0 16,0-4-128-16,1-2 192 0,2 1-64 0,0 0-128 16,-1-5 176-16,2 2-176 0,0-1 176 0,-1 1-176 15,2 0 160-15,0 3-160 0,0 2 0 0,-1 3 0 16,-1 1 0-16,1 3 0 0,-4 5 144 0,0 0-144 15,0 0 128-15,0 0-128 0,9 3 128 0,0 3-128 16,-1 5 0-16,1-1 128 0,0 3-128 0,0 1 160 16,0 2-160-16,2 1 160 0,0 0-160 0,1 0 0 15,0-1-192-15,1-2 192 0,0-1 0 0,1-1 0 16,1 1 0-16,-2-5 192 0,0 1-192 0,0-3 0 0,-2-2-192 16,1-1 192-16,-1-3 0 0,-1 0 0 0,-1-6 0 0,2 3 0 15,-5-3 0-15,1 0 0 0,-1-1 0 0,-1-2 0 16,-1-1 128-16,0-1-128 0,0-2 128 15,1 0-128-15,-1-1 192 0,0-3-64 0,0-3 0 16,0 0 0-16,0-3-128 0,0 0 0 0,0-2 0 0,0-1 128 16,0 3-128-16,-1-3 0 0,3 2 0 0,-1 1 0 15,-1-2-368-15,0 4 48 0,-2 0 16 0,1 3 0 16,0 2-1232-16,-1 3-256 16,1 4-64-16,-3-1 0 15,1 2-1504-15,0 1-304 0,2 2-64 0</inkml:trace>
  <inkml:trace contextRef="#ctx0" brushRef="#br0" timeOffset="-174296.75">31163 14819 49247 0,'0'0'2176'0,"0"0"448"0,0 0-2096 0,0 0-528 16,0 0 0-16,9-2 0 0,-1 1-144 0,2-3-144 0,3 2-32 0,3-4 0 15,2 4 320-15,2-1-128 16,-1 0 128-16,3 1 0 16,2-1-1632-16,1 1-224 0,1-1-32 0,0 3-11168 0,1-3-2224 0</inkml:trace>
  <inkml:trace contextRef="#ctx0" brushRef="#br0" timeOffset="-174144.38">31762 14764 39039 0,'0'0'1728'0,"0"0"368"0,0 0-1680 0,0 0-416 0,0 0 0 0,8-3 0 15,1-1 1552-15,1 0 240 0,-1 1 32 0,-2-1 16 0,4 1-448 0,1-1-96 16,1-1-16-16,1 1 0 0,0-4-688 0,-1 4-144 16,3 0-16-16,0 2-16 15,-1-1-416-15,0 2 0 0,0 1 0 0,0 0 0 16,2 1-2608-16,1 3-448 0,0 1-80 0</inkml:trace>
  <inkml:trace contextRef="#ctx0" brushRef="#br0" timeOffset="-173803.83">32018 15293 42623 0,'0'0'1888'0,"0"0"384"0,0 0-1824 0,0 0-448 0,0 0 0 0,0 0 0 0,0 0 1104 0,8 1 128 16,0 2 32-16,1-2 0 0,0 1-192 0,3-1-48 0,-1 0 0 0,1 1 0 16,0-1-560-16,0 0-112 0,-1 2-32 0,1-1 0 15,0 1-320-15,-2 1 144 0,-1 1-144 0,-1 2 0 16,-3-1 192-16,-1 2-64 0,-2 1 0 0,-1 2-128 16,-2 2 448-16,-3 1-32 15,-3 0 0-15,-1 2 0 0,-1 2 128 0,-3-2 32 0,-1 1 0 0,0 0 0 16,0-3-64-16,0 2 0 0,0-5 0 0,2 1 0 15,-1 1-320-15,4-4-192 0,0-1 192 0,3-1-192 16,2-2 0-16,3-5 0 0,0 0 0 0,0 0 0 16,0 0 0-16,8 5 0 0,1-2-192 0,3-2 48 15,2-1-752 1,2-1-160-16,1-2-32 0,3-1 0 0,0-1-832 16,3-3-160-16,1-1-32 0,4-3-12608 0,0 1-2496 0</inkml:trace>
  <inkml:trace contextRef="#ctx0" brushRef="#br0" timeOffset="-173497.49">32478 15055 32255 0,'0'0'2864'0,"0"0"-2288"15,0 0-576-15,0 0 0 0,0 0 3392 0,0 0 560 16,0 0 112-16,0 0 32 0,0 0-2464 0,0 0-480 16,0 0-112-16,0 0-16 0,9 6-192 0,-9-6-32 15,0 0-16-15,11 9 0 0,-2 0-352 0,3 1-80 16,1-1-16-16,6 0 0 0,-2 0-208 0,-6-4-128 15,0-2 128-15,1 2-128 0,1 0 0 0,-1-1 0 16,0 0 0-16,-2 0 128 0,-1 1-128 0,4 2 0 16,-13-7 0-16,0 0 128 0,0 0 0 0,5 6 16 15,-5-6 0-15,0 0 0 0,-4 13 0 0,-2-2 0 16,-3-1 0-16,-3 0 0 0,-1 1-144 0,-3-1 0 16,-2 2 0-16,0 0 0 0,-2 0 128 0,1-1-128 0,1 1 0 15,8-6 128-15,0 1-128 0,0 1 0 16,-1 0-160-16,2 1 160 15,0-3-1024-15,1 1-96 0,2-1-32 0,0 2 0 16,4-1-2176-16,2-7-448 0,6 6-96 0</inkml:trace>
  <inkml:trace contextRef="#ctx0" brushRef="#br0" timeOffset="-173135.11">33083 15087 17503 0,'0'0'1552'0,"0"0"-1232"0,0 0-320 0,0 0 0 0,0 0 6512 0,0 0 1232 15,0 0 256-15,0 0 64 0,-6 11-5200 0,-1-2-1040 16,1 5-208-16,-2 0-32 0,-1 5-496 0,-2 0-80 16,-1 3-32-16,1 3 0 0,-1 3-448 0,-1-1-80 15,0-1-32-15,1 0 0 0,2 0-160 0,2 0-16 16,3-2-16-16,2-2 0 0,2-1-224 0,2-2 0 16,2-2 0-16,2-2 0 0,4 0 0 0,1-4 0 15,2-4 0-15,1 0 0 0,2-2-208 0,2-2 16 16,2-3 0-16,3-3 0 0,0-1 0 0,-7 2 16 0,2-2 0 0,1 0 0 15,2-1-48-15,-1-2-16 0,-1-2 0 0,1-1 0 16,-2-3-80-16,11-15 0 16,-7-1-16-16,-4 1 0 0,-4-2 144 0,-4 0 48 0,-4 0 0 0,-2 2 0 15,-2 1 144-15,-2 1 0 0,-4 3 0 0,-2 0 0 16,-2 1 0-16,-4 3 128 0,-5 0-128 0,-2 1 128 16,-3 1-128-16,-2 2 0 0,-1-1 0 0,12 9 0 15,-3 0-240-15,0-1-112 0,0 0-32 0,0 1 0 31,1 1-2112-31,3-1-448 0,1 1-64 0</inkml:trace>
  <inkml:trace contextRef="#ctx0" brushRef="#br0" timeOffset="-160873.23">13699 12287 11055 0,'-18'-5'480'16,"10"2"112"-16,-2 0-464 0</inkml:trace>
  <inkml:trace contextRef="#ctx0" brushRef="#br0" timeOffset="-160354.33">13435 12383 32255 0,'-8'0'2864'0,"0"3"-2288"0,-1 1-576 0,0 1 0 0,0 3 2128 0,0 2 320 15,0 1 64-15,-3 3 16 0,0 4-1360 0,-1 1-272 16,0 1-48-16,1 3-16 0,1-1-304 0,1 1-64 16,1-1-16-16,1-3 0 0,2-1-320 0,1-5-128 15,0-1 0-15,1-1 144 0,1-4-144 0,3-7 160 16,-3 6-160-16,3-6 160 0,0 0-32 0,0 0 0 15,0 0 0-15,0 0 0 0,0 0-128 0,4-10 0 16,2-3 0-16,0-3 0 0,2-3 0 16,0-3-144-16,2-3 144 0,2-1 0 0,2-2-160 0,1 0 160 0,-2 0-128 0,-2 1 128 15,4 2 0-15,-1 4 0 16,-1 3 0-16,3-4-128 0,-5 9 128 0,-3 6 0 0,-8 7 0 16,0 0 0-16,0 0 0 0,8 9 0 15,-3 3 0-15,-1 3 0 0,-1 0 352 0,-1 1 0 16,0-3 0-16,2 0 0 0,2 1-352 0,2 1 0 0,1-1 0 15,3-1 128-15,-2-1-128 0,3-3-208 0,-1-1 48 0,4-3 16 16,3-1-1456 0,-1 0-304-16,-3-2-48 0,0 1-10848 0,2-1-2176 0</inkml:trace>
  <inkml:trace contextRef="#ctx0" brushRef="#br0" timeOffset="-159882.39">13437 12527 23039 0,'-14'-2'2048'0,"14"2"-1648"0,-8 4-400 0,8-4 0 0,-6 8 2368 0,1 4 400 16,-2 2 80-16,2 3 16 0,0 3-1216 0,-1-3-240 15,2 5-64-15,1 5 0 0,0 6 0 0,0 3-16 16,1 3 0-16,0 4 0 0,1 0-528 0,0 7-96 15,-1 5-32-15,1 6 0 0,0 7-96 0,1 4-32 16,1 2 0-16,0 5 0 0,-1 6-240 0,2 5-48 0,-1 9-16 16,0-2 0-16,2 2-112 0,0-3-128 15,-3 3 176-15,0 2-176 0,0 0 160 0,0-2-160 0,0-5 128 16,0 1-128-16,-2 2 144 0,2-5-144 0,0-3 160 16,-1-2-160-16,-2-4 128 0,1 0-128 0,-1-1 0 0,1 2 144 15,-2 2-144-15,-2-5 0 0,1-6 0 16,0-2 0-16,-3-2 0 0,2-4 0 0,-1 0 144 0,1-1-144 15,-1-3 368-15,1-3 0 0,0-7 0 0,1-3 0 16,1-7-128-16,2-7-32 0,-1 1 0 0,0-7 0 16,1-4-208-16,1-3 144 0,1-2-144 15,1 1 128-15,0-5-128 0,2 0 0 0,1-1 0 0,0 1 0 0,-2-3 0 16,1 1 0-16,-1-1 0 0,2 2 0 16,0 1-128-16,-1-1 128 0,1-1 0 0,0 0 0 15,0-1-192-15,-1 1 16 0,0 0 16 0,1-5 0 16,-1 2-384-16,1 2-80 0,-2-6-16 15,1 1 0-15,-1-1-2352 0,2-2-464 0</inkml:trace>
  <inkml:trace contextRef="#ctx0" brushRef="#br0" timeOffset="-159069.24">13385 16662 25791 0,'0'0'2304'0,"0"0"-1856"0,0 0-448 0,0 0 0 16,0 0 3072-16,0 0 528 0,0 0 112 0,0 0 0 15,0 0-2976-15,0 0-608 0,0 0-128 0,15 1 0 16,-2-1 352-16,2 0 64 0,4 0 16 0,-1-1 0 16,1 1-48-16,4-3-16 0,1 2 0 0,5 0 0 15,1 1-208-15,5 1-32 0,4 3-128 0,6-3 192 16,4 2-64-16,6 1-128 0,5 1 176 0,4-1-176 15,0-1 384-15,6-2-16 0,7 2-16 0,8-3 0 16,3 1-96-16,5-1 0 0,-1-1-16 0,10 1 0 0,4-4-240 0,5 1 0 16,3-1 0-16,4 0 0 0,2-1 0 15,3 2 128-15,5 2-128 0,-1-3 0 0,-5 2 0 0,2 2 0 16,1 0 0-16,-5 0 0 0,-6 0 0 0,-1 2 128 16,-1 2-128-16,-6-3 0 0,-7 2 0 0,-8-2 0 15,-6-1 0-15,-3 0 0 0,-1-1 0 0,-6 0 0 16,-3-1 0-16,-7 1 0 0,-5-5 0 0,-5-1 0 15,-5 1 0-15,-6-1 0 0,-4 1 128 0,-5 2-128 16,-2-3 0-16,-6 3 144 0,-4 2-144 0,-6-2 0 16,-6 0 0-16,-11 4 0 15,0 0-352-15,0 0-48 0,0 0-16 0,0 0 0 16,0 0-1712-16,0 0-352 0,0 0-64 0</inkml:trace>
  <inkml:trace contextRef="#ctx0" brushRef="#br0" timeOffset="-158723.33">17689 16480 43359 0,'-15'1'1920'0,"5"0"400"0,-2-1-1856 0,-1 0-464 16,3-1 0-16,3 1 0 0,1 1 1392 0,6-1 176 0,0 0 32 0,0 0 16 15,0 0-560-15,0 0-112 0,0 0-32 16,0 15 0-16,2-5-576 0,2 2-112 0,-1-1-32 0,5 2 0 15,1 0-192-15,1 1 0 0,1-5 0 0,-1 2 0 16,-1 1 0-16,3 0 0 0,0-3 128 0,1 0-128 16,0 2 0-16,0-4 0 0,1 0 0 0,-2-1 0 0,-12-6 0 0,12 8 0 15,-4 0 0-15,-8-8 0 0,0 0 0 0,3 10 0 16,-3-10 0-16,-1 12 0 0,-4-1 208 0,-2-2 0 16,-3-1 0-16,-2-1 0 0,-1 1 176 0,-1-1 16 15,-3-2 16-15,-1 0 0 16,-1 0-224-16,0 1-32 0,-2-2-16 0,0 2 0 0,2 1-144 0,2 0 0 15,0 1 0-15,2 0-176 16,2 1-832-16,3-1-160 0,1 2-48 0,4 2 0 16,1 0-2016-16,5-2-416 0,0 2-64 15</inkml:trace>
  <inkml:trace contextRef="#ctx0" brushRef="#br0" timeOffset="-158352.86">17807 17171 10127 0,'0'0'896'0,"0"0"-704"15,-6 5-192-15,1-3 0 0,0 2 6336 0,2 1 1216 16,3-5 256-16,-3 10 64 0,1 0-4928 0,0 3-960 16,2 3-208-16,-1 3-48 0,1 5-272 0,1 1-64 15,2 5-16-15,1 1 0 0,1 0-480 0,-1 4-112 0,1-2-16 0,0-1 0 16,1-2-288-16,-1-2-64 0,0-2-16 15,0-3 0-15,-1-6-128 0,-1 0-16 0,1-1-16 0,0-3 0 16,0-3-112-16,-1-2 0 0,-3-8-128 0,0 0 192 16,0 0-192-16,0 0 128 0,0 0-128 0,0 0 0 15,11 0 0-15,-11 0 128 0,10-1-128 0,-2-3 0 16,0-4 0-16,-1-1 0 0,2-3 128 0,-2-2-128 16,0-3 0-16,1-4 0 0,-2-2 0 0,2-3 0 15,0-2 0-15,-2-2 0 0,2-2 0 0,1-2 0 16,1-1 0-16,1 1-128 0,1 1 128 0,-2 4-160 0,0 3-160 0,-4 4-48 15,2 3 0-15,-2 2 0 16,0 4-1136-16,-1 2-224 0,-3 3-64 0,2 3 0 16,0-1-2176-16,-4 6-448 0</inkml:trace>
  <inkml:trace contextRef="#ctx0" brushRef="#br0" timeOffset="-158095.55">17639 17425 43311 0,'0'0'3840'15,"0"0"-3072"-15,0 0-608 0,0 0-160 0,0 0 1984 0,0 0 352 16,0 0 80-16,9 1 16 0,-1 0-1984 0,3 1-448 16,2-2 0-16,2 0 0 0,1-2 320 0,2 1 32 15,2 0 16-15,1-1 0 0,0 1-112 0,-1 0 0 0,1-2-16 0,0 2 0 16,3 0-112-16,-2-1-128 0,-1 1 176 0,-1 1-176 15,1 0 0-15,-1 0 0 0,1 0-192 0,-2 1 48 32,0 1-1888-32,-3 2-368 0,0-1-80 0,0 3-12032 0,-1-2-2400 15</inkml:trace>
  <inkml:trace contextRef="#ctx0" brushRef="#br0" timeOffset="-153881.06">12440 12210 50447 0,'-13'1'2240'0,"4"1"448"0,-3-1-2144 0,3 3-544 0,9-4 0 0,-5 13 0 16,1 0 176-16,1 6-176 0,1 6 160 0,-2 4-160 15,-1 3 416-15,1 6-16 0,1 1 0 0,2 2 0 16,-1 2-96-16,1 0-32 0,-1 0 0 0,2-3 0 0,-2-3-144 0,2-2-128 16,-1-5 144-16,1 0-144 0,0-5 128 0,-1-4-128 15,-1-3 0-15,1-3 0 16,0-4-416-16,1-11-176 0,0 0-48 0,0 0 0 16,0 0-1040-16,0 0-224 0,0 0-32 0,0 0-16 15,0 0-1328-15,2-11-272 0,0-8-48 0,-2-5-16 16,-2-3-352-16,0 0-80 0,-2-2-16 0,-1-2 0 31,-2-5 2048-31,-1 1 416 0,-1-1 64 0,-1 2 32 0,-3-3 1504 0,-2 5 448 0,4 0 0 0,-1 5 16 0,-2 2 2352 16,3 6 480-16,3 2 96 0,0 4 0 0,3 4 384 0,1 0 64 15,2 1 0-15,0 1 16 0,2 7-1264 0,0 0-256 16,3-10-48-16,-3 10-16 0,7-7-1088 0,2-1-224 16,1 2-32-16,4-1-16 0,1 1-576 0,3-1-112 15,0 1-32-15,3 1 0 0,3-1-192 0,0 2 0 16,2 1 0-16,1 1 0 0,-3 2 0 0,0 0 0 15,-3 0 0-15,1 2 0 0,0 3 0 0,-1 1 0 16,-4 2 128-16,-2 3-128 0,0-1 192 0,-4 2 0 16,-1 1 0-16,-5 0 0 0,0-3 144 15,-2 3 32-15,-5-2 0 0,-3 3 0 0,0-1 48 0,-3 1 16 16,-2-1 0-16,-1 2 0 0,-1-1-112 0,-1-1 0 16,-2 3-16-16,-2-4 0 0,-1 1-144 0,1-2-32 0,0 2 0 0,-2-4 0 15,1 1-128-15,1-3 0 0,3 4-192 16,0-5 192-16,1 1-1952 15,2-2-272-15,11-5-48 0</inkml:trace>
  <inkml:trace contextRef="#ctx0" brushRef="#br0" timeOffset="-153124.65">13463 14304 41871 0,'-10'2'1856'0,"10"-2"384"0,-4 3-1792 0,4-3-448 16,0 0 0-16,0 0 0 0,0 0 640 0,0 0 32 16,0 0 16-16,0 0 0 0,0 0-560 0,12 0-128 15,0 0 0-15,1 0 0 0,-2 0 0 0,4 0 0 16,-1-3 0-16,2 3 0 15,1-1-1872-15,2 0-256 0,2-1-48 0,1 2-9600 0,2-2-1920 0</inkml:trace>
  <inkml:trace contextRef="#ctx0" brushRef="#br0" timeOffset="-152348.78">16647 14199 14735 0,'0'0'640'0,"9"-1"160"0,2 1-640 0,0 0-160 16,2 0 0-16,1 0 0 0,-1-1 4320 0,-3-1 832 15,0 2 160-15,1 0 48 0,-1-1-2752 0,1 0-560 16,-1-2-96-16,2 1-32 0,2 0-1232 0,2-3-256 16,1 1-48-16,1 0-16 15,2 0-1712-15,-1 2-320 0,1-1-80 0,-1 2-16 16,-2 1 352-16,0 0 80 0,0 0 16 0,-1 1 0 16,-1 3 320-16,0 0 64 0,-4 0 16 0,1 1 0 0,0 0 1424 0,-2-2 304 15,1 1 48-15,-1 0 16 0,-1 0 864 0,1 0 176 16,-3-2 48-16,2 1 0 0,2-2-608 0,-1 0-112 0,1-1-32 0,-1 0 0 15,2 0-848-15,1-2-176 0,1-1-48 0,-1-1 0 32,0 0-496-32,0 0-96 0,-1-1-32 0,1 1-12000 0,-1-1-2384 0</inkml:trace>
  <inkml:trace contextRef="#ctx0" brushRef="#br0" timeOffset="-151367.84">16822 14117 32255 0,'0'0'2864'0,"0"0"-2288"0,0 0-576 0,0 0 0 0,0 0 2992 0,0 0 480 16,8-4 112-16,-8 4 0 0,0 0-2528 0,0 0-512 15,0 0-96-15,9 3-32 0,-1 2 608 0,-8-5 112 16,5 9 16-16,-3 2 16 0,0 2-528 0,-2 0-96 16,-3 0-32-16,-2-3 0 0,0 2-48 0,-2 0-16 15,2-3 0-15,-3 0 0 0,-1-1-128 0,0 0-16 16,0-2-16-16,0 1 0 0,0-5-128 0,-1 1-32 15,1-3 0-15,0 0 0 0,1-3-128 0,-1 2 0 16,0 0 144-16,1-3-144 0,0-3 0 0,2-1 0 16,-1 2 0-16,2-5 0 0,3 2 0 0,0-1 0 15,2-2 0-15,2 0 0 0,0-2 0 0,3 0-128 16,2-1 128-16,1 2-128 0,1 0 128 0,0 2-128 16,1 0 128-16,1 2-128 0,-1 1 128 0,2 2 0 15,1 2-144-15,-1 0 144 0,-2 3 0 0,2 2 0 0,0 3 0 16,-1 0 0-16,0 1 0 0,-1 4 0 15,-2 0 0-15,-1 3 128 0,-2 1-128 0,-3 0 160 0,1 1-160 16,0-1 160-16,-2 2-160 0,-1 0 160 16,-1-2-160-16,-1 0 160 0,0-1-160 0,-2 0 160 0,-3-3-160 15,-1 0 160-15,-1-1-32 0,0 0-128 0,0-2 192 0,0-2-64 16,0 0 0-16,0 0-128 0,0-3 192 0,-2-1-64 16,1-1-128-16,-1-2 160 0,1 1-160 0,1-2 160 15,-2 0-160-15,2-1 0 0,0 1 0 0,1-3 0 16,2-3 0-16,1 1 0 0,1-2 0 0,4 1 0 15,0-2 0-15,2-1-144 0,3 0 144 0,2 1 0 0,1-1-144 0,1 0 144 16,1 2 0-16,-1 0-144 0,1 3 144 16,0-2 0-16,0 5 0 0,1-1-128 0,-2 3 128 0,0 0 0 15,0 3 0-15,-1 1 0 0,-8-1 0 0,9 5 0 16,-1 1 0-16,-3 0 128 0,0 3-128 16,-1-1 0-16,-1 1 128 0,0 0-128 0,-2-1 0 15,-2 3 128-15,-1-1-128 0,0 2 0 0,-2-4 0 0,0-1 0 16,-1 0 0-16,-1-1 0 15,1 2-480-15,0-1-160 0,0-5-48 0,5-2 0 16,0 0-2272-16,-8 2-464 0,8-2-96 0</inkml:trace>
  <inkml:trace contextRef="#ctx0" brushRef="#br0" timeOffset="-151125.92">16999 13117 18431 0,'0'0'1632'0,"0"0"-1312"0,0 0-320 0,0 0 0 0,0 0 5984 0,0 0 1120 0,0 0 240 0,-1 9 32 16,1 2-5952-16,-1 1-1184 0,-1 1-240 0,0 1 0 16,-1 2 352-16,-1 1 128 0,2 1 32 0,-1 0 0 15,0-4-368-15,1 2-144 0,-1 0 128 0,0-2-128 16,1 0-1024-1,-1-1-304-15,1 0-48 0,-1-1-11680 0,2-1-2320 0</inkml:trace>
  <inkml:trace contextRef="#ctx0" brushRef="#br0" timeOffset="-150738.33">16943 12829 19343 0,'-9'-4'1728'15,"-3"0"-1392"-15,-1 0-336 0,-1 1 0 0,-2 0 4032 0,1-1 720 16,-1 3 160-16,0 1 16 0,1 1-2464 0,0 3-496 16,0 2-112-16,-1 4 0 0,0 3-448 0,1 2-64 15,-2 5-32-15,0 2 0 0,0 3-592 0,1 2-112 16,2 3-32-16,2 4 0 0,3 2-32 0,3 1-16 16,2 3 0-16,4 1 0 0,2 1-336 0,6-3-64 15,2-2 0-15,5 0-128 0,2-2 128 0,2-2-128 16,3-5 0-16,1-1 0 0,0-4 144 0,3-1-144 15,2-5 0-15,0-1 144 0,2-3-144 0,2-3 0 16,-1-2 0-16,0-3 128 0,2-1-128 0,1-4 128 0,-3 0-128 16,0-4 128-16,-1-1-128 0,0-4 0 0,-2-4 0 15,-4 1 0-15,-2-4 0 0,-2 2 0 0,-2-4 0 0,-3 2 0 16,-4-3 0-16,-2-2 128 0,-1-1-128 0,-3-2 0 16,-2-1 144-16,-3-1-144 0,-3 2 160 15,0-4-160-15,-3 3 144 0,-1 1-144 0,-1 2 128 0,-4-1-128 0,-2 1 0 16,-3 3 0-16,-3 0 0 0,1 5-176 15,0 1-912 1,0 1-176-16,-3 2-32 0,-1 3-13888 0,1 3-2784 0</inkml:trace>
  <inkml:trace contextRef="#ctx0" brushRef="#br0" timeOffset="-148902.64">14858 14197 14735 0,'0'0'1312'0,"0"0"-1056"0,0 0-256 0,0 0 0 0,0 0 3392 0,0 0 640 16,-6-2 112-16,6 2 16 0,0 0-1168 0,0 0-240 15,0 0-64-15,0 0 0 0,0 0-736 0,0 0-160 16,0 0-16-16,-1 7-16 0,-1 1-800 0,1 1-176 16,0 1-16-16,-1 1-16 0,1-1-192 0,-1 1-48 15,-1 0 0-15,0 1 0 0,-1 0-128 0,0-3-48 16,-1 1 0-16,0-3 0 0,-1 1 48 0,-1-2 0 0,0-1 0 0,0-1 0 15,-2 0-176-15,-1-1-16 16,0-2-16-16,-3-1 0 0,3-1 0 0,-2-3 0 0,-1 1 0 0,0-2 0 16,0-1 0-16,2-1 0 0,2 1 0 0,1-4 0 15,0 1-176-15,5-1 192 0,-1 1-192 0,0-2 192 16,1 0-192-16,2-1 128 0,3 0-128 16,2-1 128-16,2-1-128 0,0-1 0 0,3 1 0 15,3 1 0-15,2 1 0 0,-3 3 0 0,0 1 0 0,2 1 0 16,4-4 0-16,2 3 0 0,0 2 0 0,-1 2 0 15,2 1 0-15,-2 3 0 0,1 0 0 16,-1 3 0-16,-3 2 0 0,0 2 0 0,-3-1-128 0,-2 3 128 0,-1 4 0 16,-2 0 0-16,-2 2 0 0,-4 2 0 15,-1 1 0-15,-2 0 160 0,-4-2-16 0,0-1 0 0,-2 2 32 16,-1-1 0-16,-2-2 0 0,0 1 0 0,-2-2-32 0,-2-2 0 16,0 0 0-16,-2-2 0 0,-2-2 48 15,1 0 0-15,0-3 0 0,-7 1 0 0,3-3-192 16,2-2 0-16,1-2 0 0,2 0 0 0,1-2 0 0,3 1 0 15,2-2 0-15,0-1 0 0,3-1 0 0,8 7 0 16,-5-12 0-16,2 1 0 0,1-1 0 0,2 0 0 16,2 0-176-16,4 1 176 0,0-2 0 0,3 0-160 15,3 0 160-15,1 1 0 0,0 0-208 0,-2 4 64 16,0 0 16-16,1 2 0 0,2-2 128 0,2 2 0 16,1 0 0-16,1 4 0 0,2-3 0 0,-1 2 0 15,1 2 0-15,-2 1 0 0,-1 1 0 0,0 3 0 16,0 1 0-16,-3 2 0 0,-3 0 0 0,-2 5 0 0,0 4 0 15,-2-3 0-15,-2 1 0 0,-3 2 0 0,-2 0 0 16,-1 0 0-16,-2 1 128 0,0-1 0 16,-4 0 0-16,-2-1 0 0,-2 0 16 0,0-1 16 15,-2-1 0-15,0-1 0 0,-2-2-32 0,0-2 0 16,-2-1 0-16,-2-2 0 0,0 0-128 0,-7 0 160 0,4-3-160 0,-1-2 160 16,1-2-160-16,4 1 0 0,0-4-160 15,3 1 160 1,4 0-1248-16,2-3-160 0,3 1-16 0,6-5-14960 0,6-7-2976 0</inkml:trace>
  <inkml:trace contextRef="#ctx0" brushRef="#br0" timeOffset="-147505.28">14461 13422 33167 0,'0'0'1472'0,"0"0"304"0,-3-4-1424 0,1-1-352 16,0-1 0-16,4-1 0 0,2-1 3984 0,2 2 736 15,2-1 144-15,0 2 16 0,1-4-3344 0,1 1-688 0,3 2-128 0,-1-1-16 16,0 1-192-16,-1 0-48 0,1 2 0 0,-1 2 0 16,-2 2-224-16,-1 0-48 0,-8 0-16 0,6 5 0 15,-6-5 80-15,5 7 32 0,-1 0 0 0,-1 3 0 0,-3 3-48 0,-1-2-16 16,-3 4 0-16,0 2 0 0,-1 1-96 0,-2 0-128 15,-2-1 176-15,0 3-176 0,-2-2 192 0,2 0-64 16,0-2 0-16,1-1-128 0,2 1 192 0,1-2-192 16,1-2 192-16,2-1-192 0,2-4 128 0,3 3-128 15,-3-10 0-15,6 6 0 0,4-2 0 0,0-1 0 16,2-3 0-16,1-2 0 0,1 1 0 0,2-3-176 16,1-2 176-16,2-2-208 15,3 1-640-15,2-3-128 0,-1-1-32 0,2 0 0 16,-1-4-1392-16,0 1-288 0,0-2-48 0,-2 1-16 15,1-4-2160-15,-3 1-432 0</inkml:trace>
  <inkml:trace contextRef="#ctx0" brushRef="#br0" timeOffset="-147167.23">14758 13154 19343 0,'-10'-5'1728'0,"-6"-3"-1392"16,-2 0-336-16,-3 0 0 0,-3 0 4512 0,2 2 832 16,-3-1 160-16,-3 3 48 0,-3 3-2832 0,-3 1-560 15,-4 0-112-15,0 4-32 0,2 2-368 0,-1 5-80 16,0 5-16-16,-12 11 0 0,6 2-544 0,4 4-112 0,5 4-32 15,4 3 0-15,3 5-224 0,4-1-64 16,5-1 0-16,4 0 0 0,3-5-192 0,5 1-64 0,3 0 0 0,6 0 0 16,3-1-144-16,7-4-48 0,3-4 0 0,5 1 0 15,6-1-128-15,-6-13 0 0,8 3 0 0,5-5 0 16,4 1-192-16,3-3 192 0,4-3-160 0,0-2 160 16,2-2-176-16,0-5 176 0,0-4-192 0,-1-2 192 0,-1-3-144 15,1-2 144-15,-2-3 0 16,1-3-144-16,-2-1 144 0,-2-1 0 0,0-3-144 0,-3-2 144 0,-3-4 0 0,-3 3-144 15,-2-6 144-15,-4 0 0 0,-3-2 0 16,-4 1-128-16,-3-3 128 0,-2 3 0 0,-5-2 0 16,-2 2 0-16,-3-4 0 0,-3 1 0 15,-4 0 0-15,-1 1 0 0,-5 2 128 0,-2 0-128 0,-4 0 0 16,-2 1 0-16,-2 0 0 0,-3 0 0 16,-5-2-912-16,1 1-80 0,0 0-16 0,0 0-15472 15,1-6-3104-15</inkml:trace>
  <inkml:trace contextRef="#ctx0" brushRef="#br0" timeOffset="-144188.02">15334 14285 38351 0,'0'0'1696'0,"0"0"352"0,0 0-1632 0,-5 4-416 16,5-4 0-16,0 0 0 0,0 0 1488 0,0 0 224 0,0 0 32 0,0 0 16 15,0 0-544-15,0 0-128 0,0 0 0 0,0 0-16 16,0 0-672-16,0 0-128 0,0 0-16 0,12-1-16 16,0 0-240-16,1-1 176 0,0 1-176 0,-2 0 160 15,4-2-1296-15,0 2-256 0,2 0-48 0,3 1-16 16,1 0-2032-16,1 0-416 0,0 1-64 0</inkml:trace>
  <inkml:trace contextRef="#ctx0" brushRef="#br0" timeOffset="-144031.7">15883 14285 33807 0,'0'0'1488'0,"0"0"320"0,0 0-1440 0,0 0-368 16,8 0 0-16,1 0 0 0,0-1 1408 0,2 0 192 15,-1 0 64-15,1-1 0 0,-1 0-448 0,2-1-96 16,-1 0-16-16,2-1 0 0,2 3-608 0,-1 0-128 16,2-4-32-16,1 1 0 0,0-1-336 0,1 2-288 15,0-2 48-15,3 1-12944 16,-1 1-2608-16</inkml:trace>
  <inkml:trace contextRef="#ctx0" brushRef="#br0" timeOffset="-142933.66">16765 14255 35423 0,'0'0'1568'0,"0"0"320"0,0 0-1504 0,0 0-384 0,0 0 0 0,0 0 0 16,-7 2 1264-16,7-2 176 0,0 0 32 0,-7 0 16 16,1 0 176-16,6 0 16 0,-7 2 16 0,1-2 0 15,-1 0-480-15,1 0-80 0,-1 0-32 0,7 0 0 16,-6 0-320-16,-1 0-64 0,1 0-16 0,-1-2 0 0,7 2-192 0,-6-2-64 16,-2 1 0-16,1 0 0 0,7 1-160 0,-6 0-32 15,-1 0-16-15,1-1 0 0,-2 1-48 0,2 0 0 16,-2 0 0-16,0 0 0 0,-1 0-16 0,0 0-16 15,-2 0 0-15,2 0 0 0,0 1-32 0,-1-1-128 16,-1 0 192-16,1 0-64 0,-2 1-128 0,0-1 128 16,-1 0-128-16,0 0 128 0,-1 0-128 0,-1 1 128 15,1-1-128-15,-2 2 128 0,-1-2-128 0,1 0 0 16,-1 0 144-16,0 2-144 0,0-2 128 16,0 0-128-16,0 0 160 0,1 0-160 0,1 0 0 0,-1 2 0 15,2-1 0-15,-1 0 0 0,0 2 0 0,-2-3 0 16,0 1 0-16,0 0 0 0,2 1 0 0,1 0 0 0,0-2 0 15,-2 0 0-15,0 0 0 0,1 2 0 16,-2-2 0-16,1 1 0 0,-1-1 0 0,2 1 0 16,-1-1 0-16,0 0 0 0,1 0 144 0,-1 2-144 15,-1-1 128-15,1 0-128 0,-1-1 144 0,2 0-144 0,-1 0 160 16,1 2-32-16,-2-1-128 0,0 0 0 0,0 0-160 16,1-1 160-16,0 0 0 0,2 2 0 0,1-2 0 15,0 1 0-15,-1 0 0 0,-1 1 0 0,1-2 0 0,0 1 128 16,-2 0-96-16,0 2-32 0,2-3 0 0,-2 1 0 15,-1-1 0-15,0 0 0 0,0 0 0 0,-1 1 0 16,-1 1 0-16,-1 0 0 0,1-2 0 0,0 0 0 0,1 0 0 16,0 0 0-16,-2-2 0 0,1 2 0 15,-1 0 0-15,1-2 0 0,2 2 0 0,-3-1 0 0,1 0 0 0,-1 1 0 16,2-3 0-16,-1 2 0 0,1-2 0 0,0 1 0 16,-2-1 0-16,1 1 0 0,-3 0 0 15,0 2 0-15,-1 0 0 0,0 2 0 0,-1-1 0 16,0 0 0-16,-4 2 0 0,3-2 0 15,2 0 0-15,0 1 0 0,0 0 0 0,3 1 0 0,-1-3 0 0,1 1 0 16,1 0 0-16,2 3 0 0,1-2 0 0,2-1 0 16,-1 3 0-16,1-4 0 0,0 1 0 0,1 2 0 15,1-1 0-15,3-2 0 16,0 2-608-16,2-2-112 0,2 0-32 0,5 0-16272 16,0 0-3248-16</inkml:trace>
  <inkml:trace contextRef="#ctx0" brushRef="#br0" timeOffset="-142300.02">15942 14218 34959 0,'0'0'1536'0,"0"0"336"16,0 0-1488-16,0 0-384 0,0 0 0 0,9-2 0 0,-1 2 1920 0,-8 0 320 15,6-4 64-15,-6 4 16 0,0 0-64 0,0 0-16 16,0 0 0-16,0 0 0 0,0 0-768 0,0 0-176 16,0 0-16-16,0 0-16 0,0 0-448 0,0 0-96 15,0 0-16-15,-6 7 0 0,-1-2-448 0,-2 0-80 16,-3 2-32-16,1-3 0 0,-4 1-96 0,2 0-48 15,-2 2 0-15,-1-3 0 0,-1 1 0 0,1-1 0 16,-1 0 0-16,2 1 0 0,0 0 0 0,2 0 0 16,2-1 0-16,-1 0 0 0,0-1 0 15,3-1 0-15,1 1 0 0,0 1 0 0,2-3 0 0,6-1 0 0,0 0 0 0,0 0 0 16,0 0 0-16,0 0 0 0,0 0 0 0,0 0 0 16,0 0 0-16,0 8 0 0,1 0 0 15,3-2 0-15,1 1 0 0,3-1 0 0,3 1 0 0,-1-1 0 16,3 1 0-16,1-2 0 0,2 0 0 15,4 2 0-15,2-1 0 0,3 0 0 0,1-2 0 0,1 1 0 16,2-1 0-16,-1 1 0 0,1-4 0 0,-2 2 0 16,-2-1 0-16,-3 1 0 0,-2 1 0 0,-3-3 0 15,-3 1 0-15,-1-1 0 0,-1 1 0 0,-3 1 0 16,-9-3-864-16,0 0-160 16,0 0-48-16,8 3-15760 0,1 1-3136 0</inkml:trace>
  <inkml:trace contextRef="#ctx0" brushRef="#br0" timeOffset="-141627.62">16744 14356 34847 0,'0'0'1536'0,"0"0"320"0,-7 2-1472 0,2 2-384 15,5-4 0-15,-4 7 0 0,1 1 480 0,2 1 32 16,0 0 0-16,-2 1 0 0,3 1 176 0,0-1 32 16,0 1 16-16,1 0 0 0,2 2-352 0,0 0-80 0,-2 2-16 0,0-2 0 15,1 0-288-15,-1 0 0 16,2 1 0-16,0 2 0 15,1 3-2016-15,2-3-416 0,-3 1-64 0</inkml:trace>
  <inkml:trace contextRef="#ctx0" brushRef="#br0" timeOffset="-141449.34">16800 15116 25791 0,'-11'12'2304'0,"7"-8"-1856"0,-1 1-448 0,0 1 0 0,1 1 3104 0,0 2 528 0,0 3 96 0,2-2 32 0,-2 1-2560 0,1-1-512 15,0 2-112-15,1-1 0 0,1 1 48 0,-1 1 16 16,1-1 0-16,2 1 0 0,-1 0-640 0,0 0-128 16,0 0-32-16,2 0 0 15,0 0-2128-15,2 0-416 0,-1 2-96 0</inkml:trace>
  <inkml:trace contextRef="#ctx0" brushRef="#br0" timeOffset="-141318.5">16767 15832 15663 0,'-10'13'1392'0,"6"-7"-1120"16,-1 1-272-16,-1 2 0 0,1-1 4736 0,0 3 880 16,0 2 176-16,1 0 32 0,1 0-4432 0,1-1-896 15,-1 0-176-15,3 0-48 16,3-2-736-16,0 2-160 0,1-2-16 0,0 3-15456 0</inkml:trace>
  <inkml:trace contextRef="#ctx0" brushRef="#br0" timeOffset="-141147.89">16787 16404 12895 0,'-11'20'576'0,"7"-10"112"0,-1 3-560 0,0 1-128 0,1 2 0 0,-1 0 0 16,1 1 6560-16,0-4 1280 0,0 4 256 0,1-4 48 15,2 0-5264-15,1-2-1040 0,-1 1-224 0,0-1-32 16,-1-2-832-16,2 1-176 0,0-3-16 0,2 0-16 0,-2-7-416 0,1 7-128 16,-1-7 0-16,2 6 0 15,-2-6-1344-15,4 7-336 0,2-2-64 0,-1-1-18688 16</inkml:trace>
  <inkml:trace contextRef="#ctx0" brushRef="#br0" timeOffset="-140448.85">16442 17066 28559 0,'0'0'2544'0,"0"0"-2032"0,0-6-512 0,2-1 0 0,-2 7 3712 0,0 0 656 16,0 0 128-16,0 0 32 0,0 0-2464 0,0 0-480 16,0 0-112-16,6 4 0 0,0 4-192 0,-1 2-48 15,0 5 0-15,0 2 0 0,0 2-672 0,2 5-144 16,-1 2-32-16,1 1 0 0,-1 2-112 0,1 1-16 15,-1 0-16-15,1-3 0 0,1-1-112 0,0 2-128 16,1-4 176-16,0 0-176 0,-1-1 128 0,0-3-128 16,-2-2 0-16,1-2 0 0,0-2 144 0,-1-2-144 15,-1-4 0-15,0-2 144 0,-1-2-144 0,-4-4 160 16,0 0-160-16,0 0 160 0,0 0-160 0,0 0 128 16,0 0-128-16,3-6 128 0,0-2 0 0,0-1-128 15,0-4 192-15,-1-3-64 0,1 0-128 0,0-6 128 16,2-1-128-16,0-2 128 0,1-4-128 0,2-2 0 15,0-2 0-15,0 1 0 0,0-2 0 0,0 1 0 0,-1 1 0 16,1 2 0-16,-1 1-176 0,-2 4 48 16,0 6 0-16,0-5 0 15,-1 5-512-15,-1 6-80 0,-3 2-32 0,0 11 0 16,0 0-1264-16,0 0-256 0,0 0-48 0,0 0-12656 0,0 0-2544 0</inkml:trace>
  <inkml:trace contextRef="#ctx0" brushRef="#br0" timeOffset="-140230.43">16398 17242 11967 0,'0'0'528'0,"0"0"112"0,0 0-512 0,0 0-128 0,0 0 0 0,0 0 0 0,0 0 8880 0,0 0 1744 16,8-5 336-16,4 0 80 0,1 0-8528 0,0 1-1696 15,1 1-352-15,2 0-64 0,2 0-80 0,0 1 0 16,2 2-16-16,-5 2 0 0,2-1-304 0,3 0 0 15,0 2-208-15,0-1 80 16,1 1-1792-16,1 2-336 0,1 2-80 0,-3 2-12208 16,1-1-2448-16</inkml:trace>
  <inkml:trace contextRef="#ctx0" brushRef="#br0" timeOffset="-140047.59">16937 17459 8287 0,'0'0'736'0,"0"0"-592"15,-6 5-144-15,0 1 0 0,1 1 9216 0,1 1 1824 16,0 2 352-16,0 1 80 0,0 0-8336 0,1 0-1664 0,1 2-320 0,-1 1-80 16,2 2-336-16,0-1-64 0,-1 0-16 15,1 0 0-15,1 2-496 0,1-1-160 0,1-2 0 0,0 1 0 32,1-2-224-32,1-2-160 0,0 1-16 0,1 0-16 0,1 0-1760 15,1-1-336-15,-1-1-80 0</inkml:trace>
  <inkml:trace contextRef="#ctx0" brushRef="#br0" timeOffset="-139353.56">14776 14558 12895 0,'0'0'1152'0,"0"0"-928"0,-6 4-224 0,-1 5 0 0,-1 1 6512 0,2 5 1248 16,2 3 256-16,1 0 48 0,1 2-6672 0,1-1-1392 0,-1 1-192 0,2-2-64 31,0 3-752-31,2-4-144 0,0 2-16 0,1-2-16 16,1 3-2208-16,0 0-432 0</inkml:trace>
  <inkml:trace contextRef="#ctx0" brushRef="#br0" timeOffset="-139202.39">14808 15306 25791 0,'-7'11'2304'0,"1"-5"-1856"0,-2 3-448 0,0 3 0 0,-1 0 3136 15,2 1 512-15,-1 0 128 0,2 1 0 0,-1-1-2816 0,1-2-560 16,2 2-112-16,0-3-32 0,0 1 128 0,2-1 0 16,-2-1 16-16,4-9 0 15,0 12-1936-15,1 0-400 0,0-3-80 0</inkml:trace>
  <inkml:trace contextRef="#ctx0" brushRef="#br0" timeOffset="-139031.27">14735 15856 40079 0,'-8'15'1776'0,"4"-4"368"0,0 4-1712 0,-1-2-432 16,0 1 0-16,-1 2 0 0,2-1 656 0,-1 1 48 16,-1 2 16-16,2-2 0 0,-1 0 48 0,1 2 0 15,1-4 0-15,0 3 0 0,1 0-560 0,2 1-208 16,0 1 176-16,2-1-176 0,0-1-208 0,0 2-144 0,2 2-32 0,-1-5 0 31,-1-3-2096-31,2 3-416 0,2 2-96 0,-2-1-13712 0</inkml:trace>
  <inkml:trace contextRef="#ctx0" brushRef="#br0" timeOffset="-138545.2">14608 16439 30399 0,'0'0'2704'0,"0"0"-2160"16,0 0-544-16,0 0 0 0,0 0 3840 0,0 0 672 15,0 0 128-15,-2 8 32 0,-1 0-2480 0,2 1-480 16,1 1-112-16,0 3 0 0,0 0-640 0,0 2-112 15,1-1-16-15,0 0-16 0,1 1-496 0,-1-1-112 16,0-1-16-16,0 0 0 0,1 2-192 0,0-5 128 16,1 0-128-16,0 1 0 0,-1-2 0 0,1 0 0 0,-2-1 0 0,2 0 0 31,-2 0-944-31,2-1-128 0,-3-7-16 0,2 8-16 16,-2-8-1360-16,4 8-272 0,3-1-48 0,-2-1-11104 15,-5-6-2240-15</inkml:trace>
  <inkml:trace contextRef="#ctx0" brushRef="#br0" timeOffset="-137886.41">14461 17041 21183 0,'0'0'944'0,"0"0"192"0,0 0-912 0,-5 0-224 0,-1 0 0 0,2 2 0 15,4-2 6624-15,0 0 1280 0,0 0 256 0,-2 8 48 16,1 2-5248-16,-2 2-1040 0,2 1-224 0,1 2-32 0,1 4-944 0,0 0-176 16,1 5-32-16,0-2-16 15,2 3-304-15,0 1-48 0,0 0-16 0,0 0 0 0,0-1-80 0,1-1-48 16,0-1 0-16,2-3 0 0,-2-1 0 16,0-2 0-16,0-2 0 0,1-2 0 0,-3-4 0 0,1 1 0 15,2-4 0-15,-6-6 0 0,4 5 0 0,-4-5 0 16,0 0 0-16,0 0 0 0,0 0 0 0,0 0 0 15,7-4 0-15,-1-2 0 0,-1-3 0 0,0-2 0 16,0-2 0-16,0-4 0 0,1-2 0 0,-1-5 0 16,-1-4 0-16,1 0 0 0,0-2 0 0,2 0 0 15,-2-2 0-15,0-1 0 0,0-1 0 0,2 0 0 16,-2 2 0-16,2-1 0 0,-2 4 0 0,1 5 0 16,0-2 0-16,-1 5 0 0,-1 2-320 0,1 5-64 15,-1 2-16-15,0 2 0 16,-2 2-688-16,1 2-128 0,-3 6-16 0,0 0-16 15,0 0-2016-15,0 0-384 0,6 1-96 0</inkml:trace>
  <inkml:trace contextRef="#ctx0" brushRef="#br0" timeOffset="-137674.58">14363 17259 49247 0,'0'0'2176'0,"-6"0"448"0,-2 0-2096 0,8 0-528 0,0 0 0 0,0 0 0 15,0 0 1200-15,0 0 128 0,0 0 16 0,0 0 16 16,6-4-528-16,2 0-128 0,2 2 0 0,2-3-16 16,1-1-448-16,4 1-96 0,0 0-16 0,1 0 0 15,2-2-128-15,1 1 0 0,0-1 0 0,3 1-176 16,-3-1-704-16,1 1-144 0,2 0-16 0,1 4-16 16,-1-1-3248-16,0 3-656 0</inkml:trace>
  <inkml:trace contextRef="#ctx0" brushRef="#br0" timeOffset="-137292.49">14694 17409 35007 0,'-5'4'3120'0,"-3"1"-2496"15,-1-1-496-15,3 0-128 0,0 1 3984 0,6-5 784 16,0 0 160-16,0 0 16 0,0 0-3584 0,0 0-720 16,0 0-128-16,0 0-48 0,9 3-240 0,2 1-48 15,1-4-16-15,1 1 0 0,-3 0-160 0,3-1 0 16,-1 0 0-16,0 0 0 0,-2 0 0 0,0 2 0 15,0 0 144-15,-10-2-144 0,0 0 208 0,0 0-16 16,0 0-16-16,7 7 0 0,-3-2 176 0,-2 3 32 16,-2 0 16-16,-2 1 0 0,-2 3-48 0,0 1-16 15,-2 0 0-15,-1 1 0 0,0 0-176 0,-3 2-32 16,1 0-128-16,3-1 192 0,-2 1-128 0,0 1-64 0,0-4 0 0,2 1 0 16,-1-2 0-16,2 0 0 0,1-1 0 15,0 0 0-15,2-2 0 0,0 1 0 16,2-3 0-16,0-7 0 0,0 0 0 0,7 6 0 0,1 0 0 0,2-2 0 15,-2-3 0-15,1 0 0 0,4 0 0 16,1-1 0-16,2-2 0 0,1-2 0 0,0 0 0 16,4-1 0-16,1-2 0 0,0 1 0 0,0-3 0 0,1 0 0 15,-3-1 0-15,1 1 0 0,-1 0 0 0,-2 1 0 0,0-2-320 16,-1-1-48-16,2 2-16 0,-4-2 0 16,1 0-2304-16,-2 1-480 15</inkml:trace>
  <inkml:trace contextRef="#ctx0" brushRef="#br0" timeOffset="-134541.95">18676 15457 25791 0,'0'0'2304'0,"-5"-5"-1856"0,-1 0-448 0,6 5 0 15,-6-4 4400-15,6 4 784 0,0 0 144 0,0 0 48 16,-8 3-3504-16,1 3-688 0,2-1-144 0,0 6-16 15,-1 3 16-15,-1 1 16 0,3 3 0 0,0 1 0 0,2 2-768 16,-1-3-160-16,2 1-128 0,-1-1 192 0,2 0-192 0,3-1 0 16,0-2 0-16,0-2 0 15,3-2-720-15,0 0-128 0,1-3-32 0,1-2 0 16,-8-6-1616-16,11 8-336 0,1-3-64 0,-2-1-16 16,1-4-1376-16,-2-1-288 0</inkml:trace>
  <inkml:trace contextRef="#ctx0" brushRef="#br0" timeOffset="-134015.56">18918 15108 25791 0,'0'0'2304'0,"0"0"-1856"16,-1-5-448-16,1 5 0 0,0 0 3504 0,0 0 592 16,0 0 128-16,0 0 32 0,0 0-2192 0,0 0-432 15,-3 14-96-15,1 3 0 0,3-1-320 0,-1 5-48 16,0 5-16-16,1 1 0 0,2 3-512 0,-2 4-128 15,1 1 0-15,0 2-16 0,1-3-64 0,1-1-16 16,0-1 0-16,1-2 0 0,-1-3-160 0,1-2-48 16,1-4 0-16,1-3 0 0,-2-2-208 0,2-3 144 0,-1-4-144 0,-6-9 128 15,8 10-128-15,-8-10 0 0,9 7 144 0,-9-7-144 16,0 0 0-16,0 0 0 0,13 0 0 0,-13 0 0 16,11-7 0-16,-4 1 0 0,0-3 0 0,-2-2 0 15,-2-2 0-15,1-3-128 0,-2-2 128 0,2-3 0 16,0-1 0-16,1-8-160 0,1 0 160 0,0-4 0 15,1 2-144-15,0-1 144 0,3-2 0 0,-3 4-144 16,2-5 144-16,1 9 0 0,-3 5 0 0,1 5 0 16,-3 4 0-16,1 5 0 0,-6 8 0 0,0 0 0 0,0 0 0 0,0 0 0 15,9 14 128-15,-1 5-128 16,-2 4 208-16,-2 3-16 0,1 2-16 0,1 0 0 0,0 2-16 0,1 0 0 16,0-1 0-16,2 0 0 0,2-2-160 15,-1-4 128-15,1-3-128 0,1-3 128 0,1-3-128 0,0 1 128 16,-2-6-128-16,1-1 128 0,-2-2-128 0,1-2 0 15,-11-4 144-15,10 0-144 0,1-1 0 0,-11 1 0 16,10-3 0-16,-1 1 128 0,-9 2-128 0,8-8 0 16,-1 1 0-16,-2-2 128 0,-1-1-128 0,-2-1 176 15,2-3-176-15,-2-2 192 0,-2-2-192 0,0-3 0 16,0-2 144-16,0-1-144 0,-2-4 0 0,2 0 0 16,0-1 0-16,0 2 0 0,-1 0 0 0,0-2-256 15,-2 3 64-15,2 1 0 16,-4 0-944-16,-1 7-192 0,-1-1-32 0,0 4-16 15,1 6-2112-15,-2-3-416 0</inkml:trace>
  <inkml:trace contextRef="#ctx0" brushRef="#br0" timeOffset="-133816.2">18804 15034 40543 0,'-8'-2'3600'0,"1"1"-2880"0,7 1-576 0,0 0-144 0,0 0 2480 0,0 0 464 15,0 0 80-15,0 0 32 0,8-6-2320 16,4-1-464-16,2 1-80 0,3-1-32 16,3-1-160-16,2 3 0 0,0 1 144 0,3-1-144 15,-1-3-1184-15,-4 3-304 0,3 0-64 0,2-1-16 16,4 0-2240-16,2-1-448 0</inkml:trace>
  <inkml:trace contextRef="#ctx0" brushRef="#br0" timeOffset="-133658">19449 14940 40479 0,'0'0'1792'0,"0"0"384"0,0 0-1744 0,0 0-432 0,0 0 0 0,0 0 0 0,0 0 1600 0,0 0 224 16,0 0 48-16,0 0 16 0,10-5-544 0,1-1-128 15,-2 0 0-15,3 2-16 0,-1 0-624 0,4 0-112 16,2 0-16-16,-4 2-16 16,0-1-768-16,5 0-160 0,1 2-16 0,4 2-16 15,-1 2-2736-15,1 2-560 0,1 3-96 0</inkml:trace>
  <inkml:trace contextRef="#ctx0" brushRef="#br0" timeOffset="-133328.77">19646 15482 43487 0,'0'0'1920'0,"0"0"400"0,0 0-1856 0,0 0-464 0,0 0 0 0,0 0 0 15,0 0 1216-15,0 0 160 0,10 0 32 0,2-2 0 16,1-1-256-16,0-1-32 0,1 0-16 0,2 0 0 0,1 2-496 15,0-1-96-15,-2 0-32 0,1 2 0 0,-2 1-256 0,1 1-48 16,-5 1-16-16,-1 0 0 16,-2 4 160-16,-2-1 48 0,-5-5 0 0,1 8 0 15,-2 1-32-15,-2 1 0 0,0 3 0 0,-4 0 0 0,-1 0-16 0,-1 2-16 16,-1 0 0-16,-1-2 0 0,0 2-128 0,0-1-32 16,-1 0 0-16,2 1 0 0,1-2-96 15,2 0-48-15,2 0 0 0,0-4 0 0,1 1 0 16,3 1 0-16,1-5 0 0,0-6 0 0,4 8 0 0,2-1 0 15,2-1 0-15,4-2 0 16,2-1-432-16,3-1-80 0,2-4 0 0,4-1-16 16,0-1-880-16,3-1-192 0,2-3-16 0,-1 0-16 15,2-3-2336-15,-3-2-448 0</inkml:trace>
  <inkml:trace contextRef="#ctx0" brushRef="#br0" timeOffset="-133145.27">20191 15276 25791 0,'0'0'2304'0,"0"0"-1856"0,-6-1-448 0,6 1 0 0,-3-1 5280 0,3 1 960 16,0 0 192-16,0 0 32 0,0 0-4656 0,0 0-928 0,6-6-192 0,2 4-48 15,-2-1 208-15,4-1 48 0,0 2 0 0,3-1 0 16,0-1-688-16,0 2-208 0,3-2 128 16,1 1-128-16,0 0 0 0,-2 2-304 0,1 1 64 0,0 0 16 31,-2 1-2000-31,0 2-400 0,-1 1-64 0,0 2-11696 0,-2 0-2320 0</inkml:trace>
  <inkml:trace contextRef="#ctx0" brushRef="#br0" timeOffset="-133002.52">20292 15382 22111 0,'0'0'1968'0,"-7"5"-1584"0,-1 0-384 0,1 0 0 0,2 1 4464 0,5-6 800 16,0 0 176-16,0 0 16 0,0 0-3312 0,0 0-672 16,0 0-128-16,0 0-16 0,0 0-560 0,10 2-128 15,2 0 0-15,2-2-16 16,2-2-1456-16,2 0-272 0,3-1-64 0,3-1-16 15,0-1-1600-15,1 0-320 0,1 1-64 0</inkml:trace>
  <inkml:trace contextRef="#ctx0" brushRef="#br0" timeOffset="-132692.81">20995 15005 30399 0,'-4'-3'2704'0,"4"3"-2160"0,0 0-544 15,0 0 0-15,0 0 4112 0,0 0 720 16,-5 7 144-16,1 2 16 0,1-2-2880 0,1 2-576 0,1 1-112 0,-1 3-16 16,1 3-736-16,1 2-144 0,1 3-16 0,2 2-16 15,-2 1-368-15,2 3-128 0,-2 1 0 0,2 2 0 16,-1-4 0-16,1 1 0 0,-2-1 0 0,-1-1 0 15,-1 0 0-15,0-2-192 0,-1-2 48 0,1-3 0 16,-2-1-1136 0,2-5-240-16,0 0-32 0,-1-3-16 0,0-1-928 0,2-8-176 0,0 0-32 0,0 0-16 15,-8 1-688-15,-1 0-144 0,0-1-32 0,0-4 0 16</inkml:trace>
  <inkml:trace contextRef="#ctx0" brushRef="#br0" timeOffset="-132435.39">20720 15012 37951 0,'-3'-12'1680'0,"3"12"352"0,0-7-1632 0,2 2-400 0,0 0 0 0,-2 5 0 0,5-5 1920 0,1 2 320 16,0-2 48-16,3 4 16 0,0 1-816 0,2 0-144 15,1 0-48-15,1 0 0 0,4 0-368 0,2 0-80 16,2 0-16-16,1 0 0 0,2 1-416 0,-1 0-96 16,2 3 0-16,0 0-16 0,1 0-144 0,-4 1-32 15,-1-1 0-15,-2 3 0 0,0 0-128 0,-2 1 0 16,-3 0 0-16,-1 0 0 0,-1 0 0 0,-2 2 0 15,-2-2 0-15,-3 1 0 0,-1 1 0 0,-3 2 0 16,-2 1 128-16,-2 2-128 0,-3 0 0 0,-2 2 0 16,-2 0 144-16,-2 1-144 0,-4-2 0 0,-1 1 0 15,-1-1 0-15,-1-1 128 16,0 1-864-16,1-3-160 0,2-1-48 0,1-2 0 16,-1 1-2448-16,-3 2-480 0,0-4-96 0</inkml:trace>
  <inkml:trace contextRef="#ctx0" brushRef="#br0" timeOffset="-132147.84">21382 14936 21183 0,'0'0'1888'0,"8"-4"-1504"0,0 0-384 0,1 2 0 0,-1-2 5056 0,0 2 928 16,-8 2 192-16,0 0 32 0,6 6-3280 0,-6-6-672 16,4 6-128-16,-1 2-16 0,-5 4-720 0,0 2-144 15,-3 3-32-15,-2 2 0 0,-1 4-624 0,-2 1-128 16,-2 2-16-16,-1 2-16 0,0 1-208 0,0-1-32 15,1 2-16-15,1-1 0 0,0-2-176 0,2 1 160 16,1-2-160-16,2-2 160 0,2 0-160 0,1-2 0 16,3-1 0-16,4 0 0 0,0 0 0 0,1-4 0 15,2-2-160-15,0 0 160 0,4-4-288 0,1 0 32 16,1-1 16-16,1-3 0 16,2-1-432-16,-1-3-96 0,2-1 0 0,2 0-16 15,-1-2-816-15,0-3-176 0,0-1-16 0,2-2-16 16,1-3-2016-16,1 1-400 0</inkml:trace>
  <inkml:trace contextRef="#ctx0" brushRef="#br0" timeOffset="-131747.86">21741 14959 45039 0,'0'0'1984'0,"0"0"432"0,0 0-1936 0,0 0-480 0,0 0 0 0,0 0 0 16,-3 10 1824-16,2 3 272 0,1-3 48 0,0 4 16 16,-1 2-784-16,1 4-160 0,1-1-16 0,1 5-16 15,0-1-640-15,0 3-128 0,2 2-32 0,3 0 0 16,-1 0-256-16,2-2-128 0,1-2 0 0,0 1 128 0,1-4-128 0,-3 0 192 16,2-2-192-16,-1 0 192 0,0-5-144 0,0-1-48 15,-2-2 0-15,1-2 0 0,-2-2 0 0,-1-1 0 16,-4-6 0-16,0 0 0 0,0 0 0 0,0 0 0 15,0 0 0-15,0 0 0 0,7-4 0 0,-2-1 0 16,0-2 0-16,2-1 0 0,-5-5 0 0,2 0 0 16,0-2 0-16,1-2 0 0,-2-3 0 0,1-2 0 15,0 0 0-15,2-4 0 0,1-3 0 0,1-1 0 16,1-1 0-16,1 1 0 0,1-2 0 0,0 2 0 16,2 0 0-16,0 2 0 15,-1 0-464-15,0 4-96 16,-2 1-16-16,-1 5 0 0,0 3-896 0,1 4-176 0,-4-1-32 0,2 5-16 15,0 0-2528-15,-2 3-512 0</inkml:trace>
  <inkml:trace contextRef="#ctx0" brushRef="#br0" timeOffset="-131547.14">21732 15203 23951 0,'-13'-2'1056'0,"13"2"224"0,-8 0-1024 0,0 0-256 0,8 0 0 16,0 0 0-16,0 0 5920 0,0 0 1120 0,0 0 240 0,0 0 32 15,0 0-4752-15,0 0-944 0,0 0-192 0,0 0-32 16,8-7-864-16,1 2-160 0,3-2-48 0,3 2 0 16,2-1-320-16,5-1 0 0,3 1 0 0,1-4 0 15,3 4 0-15,0-1 0 0,1 1 0 0,0 1-128 16,-2-1-1088-16,0 3-192 0,-2 0-64 0,-3 3 0 16,1 1-1968-16,-6 3-400 0,-4 1-64 0</inkml:trace>
  <inkml:trace contextRef="#ctx0" brushRef="#br0" timeOffset="-131251.08">22084 15357 23951 0,'-12'4'1056'0,"12"-4"224"0,0 0-1024 0,0 0-256 0,0 0 0 0,0 0 0 0,0 0 4832 0,0 0 912 16,0 0 176-16,9 3 32 0,-1-1-3648 0,0 0-720 16,1-1-160-16,0 0-16 0,-9-1-512 0,10 3-80 15,1-1-32-15,-2 1 0 0,-9-3-240 0,9 1-48 16,-9-1-16-16,8 4 0 0,-8-4-64 0,0 0-16 15,6 9 0-15,-2 2 0 0,-1-3-144 0,-2 1-16 16,-1 1-16-16,-1 1 0 0,0 0-80 0,-2 1-16 16,0 0 0-16,1-4 0 0,-3 2-128 0,1 0 192 15,0 0-192-15,1-1 192 0,1-2-192 0,0 1 0 16,2-8 144-16,0 0-144 0,0 0 0 0,4 7 0 0,-4-7 0 0,7 5 0 16,2-2 0-16,1-1 0 15,-1 0-192-15,3-4 64 16,1 0-496-16,3-2-80 0,1-3-32 0,0 1 0 15,1-1-1056-15,1-2-224 0,1-3-32 0,1-2-13056 0,0-4-2624 16</inkml:trace>
  <inkml:trace contextRef="#ctx0" brushRef="#br0" timeOffset="-131100.24">22520 15251 6447 0,'0'0'576'0,"-3"-1"-576"0,-3-3 0 0,6 4 0 0,0 0 9728 16,0 0 1856-16,0 0 352 0,0 0 80 15,9-2-9040-15,-1-1-1808 0,-8 3-352 0,9-3-80 0,-1 2-48 0,1 1-16 16,3-2 0-16,1 0 0 15,-1 1-528-15,-2 1-144 0,1-1 0 0,-1 1 0 16,1 0-640-16,-2-2-208 0,0 0-48 0,1 0 0 16,-1 1-2496-16,2 1-496 0,-1-1-96 0</inkml:trace>
  <inkml:trace contextRef="#ctx0" brushRef="#br0" timeOffset="-130731.33">22806 14945 38015 0,'0'0'1680'0,"-1"-6"352"0,-1-1-1632 0,2 3-400 16,0 4 0-16,0 0 0 0,0 0 2256 0,0 0 368 16,0 0 80-16,0 0 16 0,0 0-544 0,0 0-128 0,3 11 0 0,0-2-16 15,-1 2-1184-15,-1 5-224 0,1 0-48 0,0 2-16 16,1 2-304-16,0 0-64 0,-2 4-16 0,0 1 0 16,2 1-48-16,1 1-128 0,0 4 192 0,1-2-64 15,0 0-128-15,2-2 0 0,-1-1 144 0,1-2-144 16,-1-3 0-16,-2-2 144 0,3-2-144 0,-2-3 0 15,-1-2 160-15,-2-3-160 0,2-1 128 0,-4-8-128 16,4 7 128-16,-4-7-128 0,0 0 128 0,0 0-16 16,0 0-112-16,0 0 0 0,0 0 0 0,0 0 0 15,0 0 0-15,7-7 0 0,-2-1 0 0,1-2 0 0,0-1 0 16,-1-2 0-16,0-2 0 0,2-2 0 0,-1-2 0 0,2 0 0 16,1-2 0-16,1-1 0 0,2-3 0 0,1-1 0 15,0-3 0-15,2-1 0 0,0 3 0 16,1 0 0-16,1-2 0 0,-2 2 0 15,0-3-400-15,-2 2-80 0,0 3-16 16,-1 5 0-16,-3 1-864 0,-1 5-176 0,-2 4-48 16,-1-1-14416-16,-1 5-2880 0</inkml:trace>
  <inkml:trace contextRef="#ctx0" brushRef="#br0" timeOffset="-130514.24">22715 15155 31327 0,'-16'-5'2784'0,"11"3"-2224"16,1 0-560-16,0-1 0 0,1 1 3648 0,3 2 640 16,0 0 112-16,0 0 16 0,3-4-2496 0,0 1-496 15,3-3-96-15,2-1-32 0,1 2-688 0,4-2-144 16,1 2-16-16,3 0-16 0,4-3-432 0,1 2 0 16,6-1 128-16,-1-1-128 0,3 3 0 0,0 1-144 15,1-1 144-15,-2 0-208 16,1 2-896-16,-3 0-176 0,-2 2-48 0,-1 1 0 15,-3 4-1840-15,-2 0-368 0,-2 1-80 0</inkml:trace>
  <inkml:trace contextRef="#ctx0" brushRef="#br0" timeOffset="-130315.41">23183 15309 11967 0,'-12'2'528'0,"12"-2"112"0,0 0-512 0,0 0-128 0,0 0 0 0,3 10 0 0,0-1 7472 0,1 0 1456 16,0-1 288-16,0 1 64 0,-1-1-6256 0,2 2-1248 15,2-1-256-15,-2 2-48 0,0-1-800 0,0 0-160 16,2 0-16-16,-2 0-16 0,-1 2-480 0,0-4 0 16,-4-8 0-16,2 7 0 15,-2-7-912-15,0 0-288 0,4 8-48 0,0-1-16 16,-4-7-3088-16,0 0-608 0</inkml:trace>
  <inkml:trace contextRef="#ctx0" brushRef="#br0" timeOffset="-129979.95">23296 14682 37775 0,'0'0'1664'0,"0"0"368"0,0 0-1632 15,0 0-400-15,0 0 0 0,0 0 0 0,0 0 2880 0,9 6 480 16,3 1 96-16,0-1 32 0,1 2-2048 0,1 1-416 0,3 3-64 0,3 1-32 15,2-1-416-15,0 3-96 0,1 5-16 0,2 1 0 16,0 2-192-16,1 3-32 0,0 3-16 0,-1-2 0 16,-3 3 80-16,0 0 16 0,-2 0 0 0,-1 0 0 15,0 0-256-15,-3 2 144 0,-1-2-144 0,0 1 128 16,-5-5-128-16,-1 0 0 0,-1 1 144 0,-2 1-144 16,-1-1 0-16,-1 1 0 0,-2-1 0 0,-2 2 128 0,0-1-128 15,-3 0 0-15,-1-1 128 0,0-2-128 16,-1-2 160-16,0 1-32 0,-1-1-128 0,0-2 192 15,-1-1-192-15,1-3 144 0,-3-2-144 0,0 1 128 16,-2-2-560-16,2-1-112 0,0 0-32 16,-1-1-16224-16,-1 0-3248 0</inkml:trace>
  <inkml:trace contextRef="#ctx0" brushRef="#br0" timeOffset="-129096.66">19983 16251 48319 0,'0'0'2144'0,"0"0"432"0,0 0-2064 0,0 0-512 0,0 0 0 0,0 0 0 15,0 0 768-15,0 0 64 0,6 16 0 0,-1 5 0 16,0 5 240-16,0 4 48 0,0 1 16 0,1 4 0 16,0-1-608-16,1 0-112 0,-1 0-32 0,-1 0 0 15,3-4-128-15,0-4-16 0,1 0-16 0,-1-4 0 16,0-2-80-16,0-3-16 0,1-4 0 0,0-1 0 15,-3-5-128-15,-6-7 192 0,10 6-192 0,-10-6 192 0,0 0-64 0,0 0 0 16,10 0 0-16,-10 0 0 0,0 0-128 0,0 0 0 16,5-11 0-16,-1 0 128 0,-3-3-80 0,1 0-48 15,-2 1 0-15,2-5 0 0,2 0 0 0,-1-5 0 16,-2-1 0-16,2-2 0 0,2-3 0 0,2-2 0 16,-1-2 0-16,3-6 0 0,2 1 0 0,0-1 0 15,1-4 0-15,0 0 0 0,0 4 0 0,-2 5 0 16,-1 5 0-16,-1 4 0 15,-2 6-656-15,1 1-128 0,-3 2-32 0,0 7 0 16,-4 9-1232-16,0 0-256 0,0 0-64 0,6 16-12800 16,-3 2-2576-16</inkml:trace>
  <inkml:trace contextRef="#ctx0" brushRef="#br0" timeOffset="-128890.15">20029 16454 27647 0,'-21'-4'1216'0,"7"2"256"0,-3 1-1168 0,1 0-304 15,2-1 0-15,2 1 0 0,2-2 5312 0,3 2 1024 0,7 1 192 16,0 0 32-16,0 0-4128 0,0 0-816 16,0 0-160-16,11-5-48 0,0-2-704 0,2 4-128 0,3-4-48 0,2 0 0 15,3 0-400-15,0-1-128 0,1 0 0 16,4 1 0-16,3-3 0 0,1 2 0 0,0 0 0 0,0 1-144 16,1-3 144-16,-1 3 0 0,1 0-144 0,2 3 144 31,-2 2-1056-31,2 2-144 0,-2 2-16 0,1 3-16 0,-3 5-2864 0,-2 0-576 15,5 0-128-15,-15 7 0 0</inkml:trace>
  <inkml:trace contextRef="#ctx0" brushRef="#br0" timeOffset="-128548.64">20487 16739 33167 0,'0'0'2944'0,"-7"-4"-2352"0,1 0-464 0,6 4-128 0,0 0 3776 0,0 0 720 15,0 0 160-15,0 0 16 0,0 0-2688 0,10-2-528 16,2-2-112-16,-1 1-32 0,3-1-672 0,-1 2-144 15,1-1-32-15,0 0 0 0,-1 1-256 0,0-1-48 16,0 3-16-16,-2 0 0 0,-11 0-16 0,10 1 0 16,-10-1 0-16,11 4 0 0,-11-4 64 0,0 0 0 15,0 0 0-15,2 13 0 0,-3-1 0 0,-2-1 16 16,-2 2 0-16,-3 1 0 0,-2 2-208 0,-2 1 0 16,0-2 128-16,1 2-64 0,-1 0-64 0,1-1 0 15,1-3 0-15,2 0 0 0,2-2 0 0,1-1 0 16,2 0 0-16,3-10 0 0,0 0 0 0,1 12 0 15,-1-12 0-15,0 0 0 0,0 0 0 0,9 10 0 16,2-3 0-16,-1-3 0 0,-10-4 0 0,13 1 0 0,-1-2 0 16,0 1 0-16,-1-4 0 0,1 0 0 0,0-3 0 0,2 1 0 31,2-1-480-31,1-1-96 0,0-2 0 0,0-3-16 16,2-1-1552-16,2-3-304 0,3 0-64 0,0-3-20224 0</inkml:trace>
  <inkml:trace contextRef="#ctx0" brushRef="#br0" timeOffset="-128214.08">21219 16418 13823 0,'0'0'608'0,"7"-4"128"0,-3 0-592 0,0-1-144 0,-4 5 0 0,0 0 0 16,4-5 8288-16,-4 5 1632 0,0 0 320 0,0 0 64 0,0 0-6896 0,0 0-1360 16,0 0-288-16,0 0-48 0,0 0-1072 0,-8 12-224 15,-3 0-32-15,0-5-16 0,-1 4-176 0,1 1-16 16,0 1-16-16,-1-4 0 0,-1 1-112 0,0 2-48 15,2 0 0-15,0-1 0 0,-2 1 0 0,1 1 0 16,0-4 0-16,0 0 0 0,2 3 0 0,-2-3 0 16,1 3 0-16,0-3 0 0,2-1 0 0,2 0 0 15,7-8 0-15,-6 6 0 0,6-6 0 0,0 0 0 0,0 0 0 0,0 0 0 16,0 0 0-16,-3 11 0 16,3-11 0-16,0 0 0 0,0 0 0 0,6 7 0 15,-6-7 0-15,9 6 0 0,2-2 0 0,1-2 0 16,0 2 0-16,1-4 0 0,-1 0 0 0,1 0 0 15,0 0 0-15,0 0 0 0,0 0 0 0,1 0 0 16,-1-3 0-16,2 2 0 0,0 0-224 0,1 1-32 16,-2 0-16-16,1 1 0 15,-2-2-1328-15,1 2-272 0,0 3-48 0,-1-1-21936 0</inkml:trace>
  <inkml:trace contextRef="#ctx0" brushRef="#br0" timeOffset="-127781.86">21573 16289 30399 0,'-6'-13'1344'16,"4"8"288"-16,2 5-1312 0,-3-7-320 0,3 7 0 0,0 0 0 0,0 0 5680 0,0 0 1056 15,0 0 224-15,0 0 32 0,0 0-4928 0,0 0-976 16,4 13-208-16,0 4-48 0,0 0-576 0,0 6-128 15,-2-1-128-15,4 4 176 0,-1 2-128 0,0 4-48 16,2 2 0-16,0 0 0 0,1-2 0 0,1-1 0 16,0-3 0-16,1-2 0 0,-3-1 0 0,0-3 0 15,-2-1 0-15,3-3 0 0,-1-2 0 0,-2-6 0 16,-1-1 0-16,-4-9 0 0,5 7 0 0,-5-7 0 16,0 0 0-16,0 0 0 0,0 0 0 0,0 0 0 15,0 0 0-15,0 0 0 0,8-7 0 0,0 1 0 16,-1-5 0-16,1-1 0 0,-1-1 0 0,0-1 0 15,1-3 0-15,0-2 0 0,-1-2 0 0,-1-1 0 16,1-5 0-16,-1-1 0 0,2-3 0 0,0-3 0 0,0-2 0 0,1 0 0 16,0-1 0-16,0 0 0 15,0-3 0-15,0 4 0 0,0-1 0 0,-1 4-240 0,-1 3 80 16,-2 4 16 0,-2 5-656-16,-1 4-128 0,0 2-32 0,-1 6 0 15,-1 9-1872-15,0 0-384 0,0 0-80 0,-8 13-17840 0</inkml:trace>
  <inkml:trace contextRef="#ctx0" brushRef="#br0" timeOffset="-127582.23">21502 16553 27647 0,'-19'-4'2448'0,"8"4"-1952"0,1 2-496 0,10-2 0 0,0 0 4304 0,0 0 768 16,-8 4 160-16,8-4 16 0,0 0-2432 0,0 0-480 16,0 0-96-16,0 0-32 0,14 3-1136 0,1-2-240 15,0-1-32-15,2-1-16 0,2-3-544 0,1 0-112 16,3 0-128-16,-1 0 176 0,0-1-176 0,0 1 0 15,1-4 0-15,2 3 0 16,0 2-368-16,0 1-144 0,0-2-48 0,-3 3 0 16,-1 2-1312-16,-2 3-272 0,-2 0-48 0,-1 2-16 15,-3 3-2896-15,-3 0-576 0</inkml:trace>
  <inkml:trace contextRef="#ctx0" brushRef="#br0" timeOffset="-127408.31">21956 16640 22111 0,'0'0'976'0,"0"0"208"16,0 0-944-16,0 0-240 0,0 0 0 0,0 0 0 0,4 9 6416 0,-2 0 1248 15,0 2 240-15,-2-1 48 0,-2 0-5072 0,2 2-1008 16,2 1-208-16,-1 2-32 0,-1-5-912 0,3 4-176 16,-2-1-32-16,2 2-16 0,-2-1-368 0,0-1-128 15,0 0 0-15,2-2 144 0,0 2-144 0,-2-3 0 16,0 2 0-16,-1-12 0 16,0 0-640-16,5 10-48 0,-5-10-16 0,6 12 0 15,-6-12-1632-15,0 0-336 0,8 8-64 0,-1-3-19360 0</inkml:trace>
  <inkml:trace contextRef="#ctx0" brushRef="#br0" timeOffset="-126796.28">22554 16670 4607 0,'0'0'400'0,"0"0"-400"0,-9-13 0 0,3 5 0 0,2 0 9264 0,4 8 1760 16,0 0 368-16,0 0 64 0,0 0-8304 0,6-5-1648 15,-6 5-336-15,12-4-64 0,1-1 112 0,1 1 0 16,1 1 16-16,2 2 0 0,2 1-656 0,1-4-144 15,-2 2-32-15,3-1 0 0,1 2-144 0,4-1-16 16,2 0-16-16,0-1 0 0,3 1-224 0,3-1 144 16,2 0-144-16,1-1 128 0,1 3-128 0,0-3 192 15,0 2-192-15,-3-2 192 0,-1 1-192 0,-1 0-272 0,-4 1 64 0,-4-2 16 32,-3 1-1456-32,-1 1-272 0,-1-1-64 0,-3 2-16 15,-3 1-2736-15,-2 0-528 0</inkml:trace>
  <inkml:trace contextRef="#ctx0" brushRef="#br0" timeOffset="-126464.17">23284 16460 7359 0,'0'0'656'0,"0"0"-528"0,0 0-128 0,0 0 0 16,0 0 8624-16,0 0 1680 0,0 0 352 0,0 0 64 15,0 0-6944-15,0 0-1408 0,0 0-256 0,0 0-64 16,0 0-912-16,0 0-176 0,3 10-48 0,-3-10 0 0,5 13-624 0,2 1-128 15,1-4-32-15,1 2 0 0,0-2-128 0,0 1 0 16,0-1 0-16,1-1 0 0,1-2 0 0,-2 0 0 16,-1 0 0-16,-8-7 0 0,9 9 0 0,-9-9 0 15,7 7 0-15,-7-7 0 0,6 7 0 0,-6-7 0 16,0 0 128-16,-1 11-128 0,-3-3 0 0,-1 0 160 16,-2 1-160-16,-3-2 160 0,-3 0 0 0,0-1 0 15,1 2 0-15,0 1 0 0,-1 1-160 0,1-3 0 16,1 1 0-16,1 0 128 15,3 0-496-15,1-2-96 0,6-6-32 0,-3 12 0 16,3-3-2016-16,3 2-416 0,4 0-80 0,3 1 0 16</inkml:trace>
  <inkml:trace contextRef="#ctx0" brushRef="#br0" timeOffset="-126264.03">23703 16811 21183 0,'0'0'1888'0,"0"0"-1504"0,0 0-384 0,0 0 0 16,0 0 6496-16,0 0 1232 0,0 0 240 0,-5 10 48 16,5-10-5008-16,-4 16-1024 0,0 2-192 0,3-1-32 15,1 1-1248-15,0 2-256 0,-3 1-64 0,3-3 0 16,0-2-192-16,3-1-256 0,-1-2 48 0,1 0 16 16,-3-13 192-16,2 15 0 0,2-4 0 0,-4-11 0 31,0 0-1536-31,0 0-256 0,11 8-48 0,-11-8-16 15,14 1-2240-15,-2-2-464 0,-3-4-96 0</inkml:trace>
  <inkml:trace contextRef="#ctx0" brushRef="#br0" timeOffset="-125742.4">23928 16460 21183 0,'4'-12'1888'0,"-1"6"-1504"0,-2-3-384 0,2 2 0 0,-1 2 5648 0,-2 5 1072 15,0 0 192-15,0 0 64 0,0 0-3824 0,0 0-752 16,0 0-160-16,0 0-16 0,8 12-944 0,-2 2-192 15,-4 2-48-15,1 2 0 0,-3 4-608 0,0 2-128 16,-2 2-32-16,1-2 0 0,-1-1-192 0,0 3-80 16,4-2 0-16,-2 2 0 0,1 1 0 0,0-4 0 15,0-1 0-15,2-2 0 0,0-2 0 0,-1-2 0 16,2-3 0-16,0-3 0 0,-4-10 0 0,0 0 0 0,5 8 0 0,-5-8 0 16,0 0 0-16,0 0 0 15,0 0 0-15,11 1 0 0,-11-1 0 0,9-5 0 0,-3-3 0 0,1-2 0 16,-1-2 0-16,1-2 0 0,-1-2 0 0,2-2 0 15,1-2 0-15,2-1 0 0,1-2 0 0,-1-1 0 16,2 1 0-16,0-1 0 0,-1 1 0 0,1 0 0 16,0-1 0-16,-1 5 0 0,-3 2 0 0,-1 4 0 15,-2 2 0-15,0 5 0 0,-6 6 0 16,0 0 0-16,0 0 0 0,0 0 0 0,0 0 0 0,7 11 0 16,-3 5 0-16,0 1 0 0,-1 5 0 0,-1 2 0 15,0-1 0-15,-1 3 0 0,2 1 0 0,-1 1 0 16,2-1 0-16,1 2 0 0,1-2 0 0,1 1 0 15,1-4 0-15,1 0 0 0,-1-5 0 0,0-2 0 16,-1-2 0-16,0-5 0 0,1-2 0 0,0-3 0 0,-8-5 0 16,10 4 0-16,-10-4 0 0,11 0 0 0,-1-3 0 15,-10 3 0-15,11-7 0 0,-2-2 0 0,-1-2 0 16,1-2 0-16,0-1 0 0,-1-3 0 0,0-1 0 0,1-3 0 16,2-3 0-16,1-1 0 0,-1-3 0 15,-2 0 0-15,-1 1 0 0,-2 1-160 0,-1-1-96 16,-1 0 0-16,-3 1-16 0,-1 0 0 15,-1 4-816-15,-1 3-144 0,-1 2-48 0,-2 1 0 16,-2 2-2112-16,-1 1-448 0</inkml:trace>
  <inkml:trace contextRef="#ctx0" brushRef="#br0" timeOffset="-125536.95">23855 16274 47279 0,'0'0'2096'0,"0"0"432"0,0 0-2016 0,0 0-512 0,8-8 0 0,3 1 0 16,0 3 1024-16,2-1 128 0,-1 0 0 0,4 2 16 15,2 1-224-15,3 0-48 0,2 0-16 0,2 0 0 16,0 2-880-16,2 0 0 0,2 0 0 0,1 3-192 31,1-2-2176-31,1 2-432 0,0 1-80 0,-6 0-18320 0</inkml:trace>
  <inkml:trace contextRef="#ctx0" brushRef="#br0" timeOffset="-125372.18">24370 16283 25791 0,'0'0'1152'0,"0"0"224"15,0 0-1104-15,0 0-272 0,0 0 0 0,0 0 0 0,11-4 4608 0,-1 1 848 16,2 2 176-16,2 1 48 0,3 0-3008 0,2 0-608 16,-3 0-112-16,4 1-32 0,0-1-992 0,0 1-208 15,0 1-32-15,2 0-16 0,2 2-384 0,0-1-80 16,1 0-16-16,0 2 0 15,0 0-880-15,-2 4-176 0,-2 2-32 0,1-1-15232 16,2 4-3056-16</inkml:trace>
  <inkml:trace contextRef="#ctx0" brushRef="#br0" timeOffset="-125013.59">24613 16842 42671 0,'0'0'1888'0,"0"0"400"0,0 0-1840 0,0 0-448 0,0 0 0 0,0 0 0 15,0 0 2112-15,9 12 320 0,0-4 64 0,3-1 0 16,2 0-960-16,2-2-192 0,-1 2-32 0,1-3-16 16,1-1-832-16,-1 3-160 0,-2-1-48 0,0 0 0 15,-1 0-48-15,-1 1-16 0,-12-6 0 0,11 9 0 16,-11-9-32-16,9 6-16 0,-9-6 0 0,0 0 0 16,0 0-16-16,0 0-128 0,5 9 192 0,-5-9-64 15,0 0-128-15,0 12 0 0,0-12 0 0,-3 10 112 16,-1 0-112-16,1-3 0 0,3-7 0 0,-7 11 0 15,0-2 0-15,2 0 0 0,0 0 0 0,1 0 0 16,4-9 0-16,-2 11 0 0,2-11 0 0,-2 10 0 16,2-10 0-16,0 0 0 0,0 0 0 0,0 0 0 0,8 13 0 0,0-6 0 15,-8-7 0-15,10 5 0 0,1 0 0 0,-1-2 0 16,1-2 0-16,-1-1 0 0,2 0 0 0,1-1 0 16,0-2 0-16,1 1 0 0,1-1 0 0,0 2 0 15,3-3 0-15,1-1 0 16,-2-2-688-16,1 1-128 0,1-1-16 0,0 2-16128 15,-2 2-3232-15</inkml:trace>
  <inkml:trace contextRef="#ctx0" brushRef="#br0" timeOffset="-124544.03">25570 16541 39855 0,'0'0'1760'0,"0"0"368"0,0 0-1696 0,0 0-432 0,6-7 0 0,-6 7 0 16,0 0 2816-16,0 0 496 0,0 0 80 0,0 0 32 15,0 0-1488-15,0 0-288 0,0 0-64 0,0 0-16 16,0 0-992-16,0 0-208 0,-7 8-48 0,-1 0 0 16,-1 0-224-16,-3 0-96 0,-3-2 0 0,1 5 0 15,-3-1 0-15,0 2 0 0,0-2 0 0,-1 1 0 16,0-2 0-16,1 1 0 0,3 1 0 0,-1-1 0 0,1-1 0 0,2 2 0 16,3 2 0-16,0-6 0 0,2 1 0 0,2 0 0 15,5-8 0-15,0 0 0 0,-5 10 0 0,5-10 0 16,0 0 0-16,0 12 0 0,0-12 0 0,2 11 0 15,1-4 0-15,1 3 0 0,-4-10 0 0,9 9 0 16,0-3 0-16,2 1 0 0,0-2 0 0,2 0 0 16,2 0 0-16,2 1 0 0,1-2 0 0,3-2 0 15,0 1 0-15,1-2 0 16,0-1 0-16,2 1 0 0,-1-1 0 0,0 0 0 16,1-1-640-16,-2 0-112 0,-1-1-16 0,0 1-16240 15,-2 1-3232-15</inkml:trace>
  <inkml:trace contextRef="#ctx0" brushRef="#br0" timeOffset="-124175.68">26110 16606 29487 0,'0'0'1296'0,"0"0"288"0,-4-6-1264 0,4 6-320 0,0 0 0 0,-9 3 0 15,-2 3 6096-15,1 0 1168 0,-1 2 224 0,1 2 64 16,-3 3-5536-16,0 3-1104 0,-2 2-208 0,0 2-64 15,-1-2-512-15,2 6-80 0,1-4-48 0,1 5 0 16,2 3 0-16,2-1 0 0,1-2 0 0,3 2 0 0,3-2-208 0,1 0 16 16,3-2 0-16,1-5 0 15,1-2 320-15,1 0 64 0,2-5 0 0,4 1 16 0,1-4-144 0,2 0-64 16,2-2 0-16,2 0 0 16,-2-5 0-16,2-1 0 0,-1-1 0 0,3-3 0 0,1-3 0 15,2-1 0-15,-1-1 0 0,1-4 0 0,-2 0 0 16,3-1 0-16,0-2 0 0,-3-1 0 0,-4-2 0 0,-1-2 0 15,0-3 0-15,-4 2 0 0,-4-4 0 16,-2 1 0-16,-2 1 0 0,-3-1 0 0,-2 0 0 0,-2 0 0 16,-2 0 0-16,-3 2 0 0,-2-1 0 0,-3 2 0 15,-3-1 0-15,-3 1 0 0,-3 1-224 0,1 1 64 16,2 3 16-16,0 3 0 16,-1 4-1120-16,4-2-208 0,0 1-64 0,1 2-22848 0</inkml:trace>
  <inkml:trace contextRef="#ctx0" brushRef="#br0" timeOffset="-121429.54">14931 14743 15663 0,'-32'0'1392'0,"11"4"-1120"0,-4 1-272 0,-1 4 0 15,-1 4 1760-15,1 2 288 0,2 2 64 0,2 0 16 16,-1-4-1360-16,3 1-288 0,6-1-48 0,5-1-16 0,3-4-96 0,6-8-32 15,0 0 0-15,10 7 0 0,5-4-288 0,6-6-272 16,2-4 48-16,9-8 16 0,6 0-32 0,6-10 0 16,5-4 0-16,6-2 0 0,3 0 0 0,-4-3 0 15,-3-3 0-15,0-1 0 0,-1-2 48 0,0-1 16 16,0 1 0-16,1 1 0 0,-3-4 176 0,-1 6 0 16,-4 2 0-16,-5 4 0 0,-6 1 368 0,-4 5 96 15,-6 7 32-15,-5 2 0 0,-5 3 544 0,-5 5 112 16,-7 8 32-16,0 0 0 0,0 0 16 0,-11 11 0 15,-6 6 0-15,-4 6 0 0,-4 3-880 0,-4 8-160 16,-3 5-32-16,-3 3-128 0,-3-2 320 0,-1 3-64 16,-3 1 0-16,2 2 0 0,-1 0 80 0,2 0 16 15,3-6 0-15,3-2 0 0,6-3-48 0,4-4-16 16,6-3 0-16,10-14 0 0,0-1-112 0,5-2-32 0,4-4 0 0,9 0 0 16,4-4-144-16,10-7 0 15,8-5 0-15,7-11-176 0,7-5-176 0,8-3-32 16,7-5-16-16,5-6 0 15,4-2-64-15,0-3-16 0,-2-2 0 0,0-2 0 16,-2 3 48-16,-4 2 16 0,-4 3 0 0,-5 5 0 0,-8 7 416 0,-8 5 0 16,-9 6 0-16,-8 6-128 0,-7 3 128 0,-14 8 0 0,0 0 0 15,-6 8-128-15,-10 5 432 0,-9 9 80 0,-6 8 32 16,-9 2 0-16,-7 4-32 0,-4 5 0 16,-4 2 0-16,-4 8 0 0,-2 5 128 0,-3 4 0 0,-1 3 16 15,-4 1 0-15,-3 0 48 0,19-16 0 0,-7 5 0 0,-3 3 0 16,-2 3 0-16,2-3 16 0,5-2 0 0,7-7 0 15,7-6-96-15,7-6-32 0,7-6 0 16,3 4 0-16,14-10-272 0,13-7-48 0,7-4-16 0,14-7 0 31,11-5-592-31,8-9-128 0,7-8-32 0,8-9 0 0,6-6-80 16,8-5 0-16,5-5-16 0,6-4 0 0,2-1 288 0,3-4 64 0,1-1 16 0,-25 13 0 16,6-4 176-16,2 0 48 0,0-3 0 0,-3 6 0 0,-4 4 128 15,-9 3 0-15,-7 8 0 0,-9 7 0 0,-9 5 0 16,-7 6 0-16,-10 5-144 0,-11 2 144 0,-2 14 256 15,-11 10 112-15,-9 8 16 0,-11 10 16 16,-7 6 96-16,-10 8 16 0,-6 7 0 0,-4 6 0 0,-3 8 16 16,-3 1 16-16,-6 3 0 0,-1 1 0 0,2 1-96 0,-1 1-32 15,-1-1 0-15,5-7 0 0,6-2-144 0,7-9-16 16,5-7-16-16,10-5 0 0,6-3-96 0,8-7-16 16,8-5 0-16,6-6 0 0,7-4-128 0,7-5-176 15,6-5 48-15,16 2 0 16,7-10-720-16,8-11-144 0,7-11-32 0,8-9 0 15,9-5 224-15,5-8 32 0,6-6 16 0,-19 7 0 0,6-7 496 0,7-6 80 16,4-3 32-16,1-3 0 0,0-2 144 0,-3 3 0 16,-2 2 0-16,-7 2 0 0,-8 6 0 0,-7 9 0 0,-8 6 0 15,-7 6 0-15,-6 6 128 0,-7 5 96 16,-5 4 32-16,-5 3 0 0,-8 2 656 0,-4 11 144 0,-9 6 32 0,-5 6 0 16,-6 7-368-16,-3 5-64 0,-6 4-16 15,0 3 0-15,-3 1-480 0,1 0-160 0,0-1 0 0,-2-4 0 16,0-2 144-16,0-1-144 0,3-5 0 0,4-4 144 15,4-2-16-15,5-3-128 0,4-3 192 16,4-5-64-16,4-4-128 0,5-4 0 0,4-5 0 16,11-2 0-16,8-7-912 0,10-6-224 0,7-6-32 15,7-5-16-15,4-6 544 0,6-6 96 16,4-4 32-16,-14 11 0 0,6-8 80 0,5-4 32 0,1-7 0 0,1 2 0 0,-2 2 192 0,-1 5 32 16,-5 3 16-16,11-5 0 0,-16 13 160 0,-12 12 0 15,-10 7 0-15,-10 11-128 0,-11 0 128 0,-2 15 0 16,-9 7 0-16,0-3 128 0,-6 11 448 0,-5 7 80 15,-6 7 32-15,-3 7 0 0,-3 4-48 0,-1 1-16 16,1-1 0-16,1-2 0 0,1-2-208 0,4-3-32 16,5-2-16-16,5-3 0 0,3-2-240 0,6-3-128 15,4-4 160-15,5 8-160 16,6-10-960-16,5-5-304 0,1-9-48 0,-1-7-10720 16,5-4-2160-16</inkml:trace>
  <inkml:trace contextRef="#ctx0" brushRef="#br0" timeOffset="-120866.08">16487 15388 33119 0,'-15'-19'1472'0,"12"10"288"0,0-2-1408 0,6 0-352 0,2-4 0 0,4 0 0 0,3-4 576 0,3 0 64 16,5-1 0-16,1-3 0 0,1-1-64 0,1-1 0 16,2-1 0-16,2 3 0 0,2 1 112 0,1 2 16 15,-1 1 0-15,0 3 0 0,-2 6-256 0,-1-2-32 16,-1 5-16-16,-1 3 0 0,1 3-160 0,-1 1-48 15,-2 1 0-15,0 2 0 0,0 1-64 0,0 1 0 16,-1 0-128-16,0 1 192 0,0 0-192 0,-1-3 0 16,-2-2 0-16,0 2 0 0,0-3 144 0,1-3-144 15,-3 0 128-15,3 2-128 0,-1-5 192 0,0-1-64 16,2-1 0-16,-2 0 0 0,0-3-128 0,-1-1 192 16,-1-1-192-16,0-1 192 0,0-1-192 0,0 1 192 0,-3 0-192 15,-1-1 192-15,-3 1-192 0,-1 0 128 0,-3-1-128 16,0 2 128-16,-1 0-128 0,0 0 0 0,-1 3 0 0,1-5 0 31,-2 2-1648-31,2 3-352 0,0 2-80 0,1-2-15488 0</inkml:trace>
  <inkml:trace contextRef="#ctx0" brushRef="#br0" timeOffset="-120191.15">17912 14508 23951 0,'-5'-6'2128'0,"5"6"-1696"0,0 0-432 0,-11 4 0 15,2 2 2080-15,2 7 336 0,0 3 64 16,0 2 16-16,1 0-1664 0,0 2-336 0,1 1-64 0,3 2-16 15,-2 3-192-15,2-2-32 0,2-1-16 0,0 0 0 16,0-4-176-16,3 1 128 0,0-2-128 0,2-2 128 16,-3-6-128-16,2 0 0 0,-4-10 144 0,7 12-144 31,-1-1-1312-31,-6-11-336 0,7 6-64 0,-7-6-16 16,9 0-832-16,-9 0-160 0,10-6-32 0</inkml:trace>
  <inkml:trace contextRef="#ctx0" brushRef="#br0" timeOffset="-119598.31">18113 14098 12895 0,'0'0'1152'0,"2"-9"-928"0,1-1-224 0,-2 1 0 0,-2 0 2880 0,1 0 544 16,0 0 96-16,0 9 32 0,0 0-848 15,0 0-160-15,0 0-48 0,0 0 0 0,0 0-1088 0,0 0-240 16,5 12-32-16,-1 3-16 0,-3 1-416 0,-1 5-96 15,0 4-16-15,0 2 0 0,0 4 32 0,1 2 0 16,1-1 0-16,0 2 0 0,2 2-176 0,-1-3-16 16,0 0-16-16,-1-2 0 0,1-3-224 0,1-2-64 15,0 0 0-15,1-4 0 0,-3-4 32 0,2-2 0 16,0-2 0-16,0-2 0 0,-4-12 96 0,0 0 0 16,0 0 16-16,0 0 0 0,0 0 112 0,0 0 0 0,0 0 16 0,0 0 0 15,0 0 144-15,0 0 32 0,7-9 0 0,-2-3 0 16,-3-2-192-16,2-1-16 15,-1-3-16-15,1 1 0 0,-1-1-176 0,0-2-48 0,3-6 0 16,0-2 0-16,1 3-128 0,0-5 0 0,1-1 0 0,1-1 128 16,1 2-128-16,0-4 0 0,0 4 0 0,0 6 0 15,-1 3 0-15,-2 4 0 0,-1 4-144 0,-1 2 144 16,-5 11 0-16,0 0-128 0,0 0 128 0,0 0 0 16,0 0-176-16,5 15 176 0,-2 6-160 0,-2 3 160 15,0 4 0-15,1 2-144 0,0 2 144 0,2 2 0 16,0 0 0-16,1 0 0 0,2 0 0 0,2-1 0 15,0-6 0-15,2-2 0 0,0-4 0 0,1-1 0 16,0 0 0-16,-1-6 0 0,2-5 0 0,-1-1 0 16,-1-3 0-16,-1-1 144 0,0-1-144 0,-10-3 160 15,11-5 16-15,-11 5 0 0,8-5 0 0,-2-6 0 16,-1-2 80-16,-1-1 0 0,-1-2 16 0,0 0 0 0,-2 3-48 16,-1-6-16-16,0-2 0 0,0-2 0 15,0-1-80-15,1-2-128 0,-1-3 176 0,2 1-176 16,-1-2 128-16,1 0-128 0,1-2 0 0,0 0 0 0,-2-2 0 0,0 1-272 15,2 1 48-15,-1 4 16 16,1 4-1360-16,0 5-272 0,-1 6-48 16,1 3-16-16,-3 10-2256 0,0-11-448 0</inkml:trace>
  <inkml:trace contextRef="#ctx0" brushRef="#br0" timeOffset="-119397.58">18037 13906 32655 0,'0'0'1440'0,"4"-8"304"0,2 0-1392 0,5 1-352 0,3-1 0 0,4 1 0 0,3-2 944 0,3 1 112 16,0 2 32-16,4-5 0 0,1 2-416 0,3 0-80 0,3 0-16 0,3 1 0 16,1 2-384-16,0 2-192 15,-1-3 160-15,-3 5-160 16,-2 0-2064-16,0 7-512 0,-2 5-112 0</inkml:trace>
  <inkml:trace contextRef="#ctx0" brushRef="#br0" timeOffset="-118738.41">18601 14596 20271 0,'-2'-11'1792'0,"-2"0"-1424"15,1-2-368-15,2 2 0 0,1 2 3232 0,0-1 576 0,0 0 112 16,1 4 32-16,-1 6-1552 0,6-8-304 0,-1 2-64 0,1-1-16 16,1-1-896-16,1 4-176 0,1 2-48 0,1-2 0 15,1 0-640-15,-1 0-256 0,0 0 176 0,1 1-176 16,-1-2 0-16,2 1 128 0,-2 0-128 0,1 3 0 0,-1 1 0 0,1-1 0 16,-1-3 128-16,1 1-128 0,0 1 0 0,1-1 0 15,-3 0 0-15,0 1 0 0,-9 2 0 16,9-3 0-16,-9 3 0 0,0 0 0 0,11-1 0 0,-11 1 128 15,10 0-128-15,-10 0 0 0,0 0 0 0,8 8 0 16,-8-8 0-16,5 11 0 0,-5 1 160 0,-1 1-160 16,-3 0 160-16,0 0-160 0,-1 0 384 0,-3 2-32 15,3 0 0-15,-2 0 0 0,2-2-128 0,0 0-32 16,0-2 0-16,1-1 0 0,4-10-192 0,-4 10 144 16,4-10-144-16,0 0 128 0,0 0-128 0,0 0 192 15,3 10-192-15,-3-10 192 0,0 0-192 0,11 7 0 0,0-3 0 16,2-3 0-1,1-1-1104-15,3-2-256 0,1-1-48 0,2-1-16 16,1 1-2592-16,2-2-512 16,7-10-96-16,-5 0-32 0</inkml:trace>
  <inkml:trace contextRef="#ctx0" brushRef="#br0" timeOffset="-118324.79">19536 13806 17503 0,'0'0'1552'0,"0"0"-1232"0,-1-8-320 0,1 8 0 0,0 0 4272 0,0 0 784 15,0 0 176-15,0 0 16 0,0 0-2784 0,-8 5-560 16,0 3-112-16,-1 2-32 0,-4 3-448 0,0 2-96 15,0 0 0-15,-3 4-16 0,-3 3-624 0,1-4-112 16,-1 0-16-16,2-2-16 0,0-3-48 0,0 3-16 16,2 2 0-16,0-1 0 0,2-7-80 0,0 2-16 15,0-2 0-15,3 2 0 0,0 0-96 0,2-4-32 16,8-8 0-16,-7 7 0 0,3 3-144 0,4-10 160 16,-4 11-160-16,4-11 160 0,0 0-160 0,0 0 0 15,4 9 144-15,-4-9-144 0,0 0 128 0,13 7-128 16,-1-3 128-16,0-2-128 0,-1 0 0 0,3-2 144 15,-1 0-144-15,0 0 0 0,-2-2 128 0,4 2-128 16,-1 0 0-16,2-1 0 0,1-3-192 0,0 2-80 16,1 4-32-16,-1-2 0 15,0-2-1824-15,0-1-368 0,0 0-80 0,1 3-16 16,1 3-2080-16,-2-4-400 0</inkml:trace>
  <inkml:trace contextRef="#ctx0" brushRef="#br0" timeOffset="-117987.91">19822 13928 28559 0,'-9'-19'2544'0,"6"12"-2032"0,3 7-512 0,0 0 0 15,0 0 1152-15,0 0 128 0,-7 3 16 0,1 1 16 16,-2 5 416-16,-2 0 64 0,-6 1 32 0,0 7 0 16,-2 3-416-16,0 5-96 0,0 1-16 0,1 2 0 15,1 2-192-15,4 2-32 0,3-2-16 0,3-2 0 0,0 0-464 0,5-2-80 16,4-4-32-16,1 1 0 0,2-2-208 0,2-3-32 15,2-3-16-15,3-2 0 16,3 0 32-16,1-7 0 0,0 0 0 0,1-4 0 0,-1-2 0 0,1-2 0 16,2-4 0-16,-3 0 0 15,-3-5-64-15,1 1 0 0,-2-2 0 0,-3-2 0 0,-1-4-32 0,-2-2-16 16,-2 1 0-16,0-2 0 0,0-4-144 0,-1 0 192 16,-2-2-192-16,-2 1 192 0,0 2-192 0,-3-2 160 15,-1 1-160-15,2 3 160 0,-4-1-160 0,1 3 0 16,-1 3 0-16,-2 2 128 0,-1 0-128 0,-1 2-176 15,0 0 48-15,1 7 0 16,9 6-2640-16,-10 4-528 0,-7 1-96 0,2 1-32 0</inkml:trace>
  <inkml:trace contextRef="#ctx0" brushRef="#br0" timeOffset="-107490.08">8281 753 29487 0,'0'0'1296'0,"0"0"288"0,0 0-1264 0,0 0-320 15,0 0 0-15,-1-7 0 0,1 7 3328 0,-4-6 592 16,4 6 128-16,-9-7 32 0,0-1-1872 0,-2 6-368 0,11 2-80 0,-9 0-16 16,-5-1-720-16,-2-1-128 15,-1 2-48-15,-1 2 0 0,-2 0-272 0,-4 2-48 16,-4 1-16-16,1 2 0 0,-3-3-144 0,-3 1-48 16,-1 0 0-16,-1 2 0 0,-3 2-128 0,-1 0-16 0,-1-1-16 0,1 1 0 15,2 0-160-15,3 1 160 16,3 1-160-16,2-2 160 0,3-1-160 0,7 1 0 15,1-1 0-15,3 1 0 0,3-4 0 0,5 0 0 16,7-5 0-16,0 0 0 0,0 0 0 0,5 6-176 0,1-3 176 16,6 1-192-16,2 0 64 0,5 0 0 0,4 1 0 0,16-2 0 15,0 1 128-15,2 0-128 0,2-2 128 0,-1 1-128 16,-2 0 128-16,-1-1 0 0,-2 1 0 0,-2-1-128 16,1 2 128-16,-3 0 0 0,-3-1 0 15,-3 1 0-15,-1 2 0 0,-2 2 0 0,-3 0 0 16,-11-2 0-16,-1 1 0 0,-2 1 0 0,-2 2 0 0,0 6 0 15,-1 0 0-15,-5-5 0 0,-3 2 0 0,-4 3 0 16,-2-3 224-16,-3 4-32 0,-2 0 0 0,-2 2 0 0,-1-2 16 16,-3 3 0-16,0 1 0 0,-2 1 0 0,-3-5-80 15,-2 2 0-15,1-2-128 0,-3 0 192 0,0 2-192 16,-3-1 144-16,0 0-144 0,-3-1 128 0,4 0-128 0,0-1 0 16,1-1 0-16,2 1 128 0,3 0-128 0,2 1 0 15,1-2 0-15,3 0 0 0,1-4 0 0,4 1 0 16,3 1 0-16,2-3 0 0,2 1 0 0,1-1 0 15,3 2 0-15,3-4 0 0,0 0 0 0,2-2 0 16,4 2 0-16,3-1 0 0,2-1 0 0,6-2 0 16,2 0 0-16,5-2 0 0,3 0 0 15,4-2 0-15,2-2 0 0,5 0 0 0,2-2 0 16,0 0 0-16,0 0 0 0,-1 2 0 0,0-5 0 0,-1 3 0 0,1-1 0 16,0 1 0-16,0 0 0 0,-3 1 0 15,-2 1 0-15,-2 1 0 0,-1 1-176 0,-1-3 176 16,-2 3-128-16,0 0 128 15,1 3-928-15,0-3-96 0,0 1-32 0,0 0 0 16,0 0-2224-16,1-1-448 0</inkml:trace>
  <inkml:trace contextRef="#ctx0" brushRef="#br0" timeOffset="-106863.62">8640 1074 39615 0,'0'0'3520'0,"-4"-8"-2816"0,1-4-560 0,2 2-144 0,1 0 1728 16,0 1 304-16,0 1 64 0,0 2 16 0,0 6-432 0,0 0-80 15,0 0 0-15,0 0-16 0,0 0-784 0,0 0-160 16,0 0-16-16,8 13-16 0,-2 4-176 0,1 8-48 15,1 3 0-15,-1 4 0 0,1 3 16 0,1 1 0 16,-2-2 0-16,2 0 0 0,-1-3-208 0,1-1-32 16,-1-1-16-16,1 0 0 0,-1 0-144 0,0-6 0 15,-2-1 0-15,-1-1 0 0,-1-7 0 0,1 1 0 0,1-4 0 16,-1-1 0-16,0-3 0 0,-5-7 0 0,0 0 0 0,0 0 0 16,0 0 0-16,0 0 0 15,0 0 0-15,0 0 0 0,0 0 0 0,5-5 128 0,-2-1-128 16,-1-3 0-16,1-3 0 0,0 0 128 15,-1-5-128-15,1-1 0 0,-2-3 0 0,3 0 0 0,1 0 0 0,3 0 0 16,0-1 0-16,1-1 0 16,0-3 0-16,2 1 0 0,-1 3 0 0,1 4 0 0,-1 2 0 0,-1 5 0 15,-1 5 0-15,1-1 0 0,-2 6 0 0,-1 4 0 16,1 2 0-16,-1 4 0 0,-1 4 0 16,2 4 0-16,1 4 0 0,-2 1 0 0,1 0 0 0,1 0 128 15,-1-1-128-15,2 4 0 0,1-2 144 0,0 0-48 16,-1 0-96-16,0-3 0 0,0-5 0 0,2 0 0 15,-2-2 0-15,0-3 0 0,0-2 0 0,0-3 0 16,-1-1 0-16,0-1 0 0,0-2 0 0,4-2 0 16,-2-2 0-16,-2-3 0 0,0-4 0 15,-2 1 0-15,1-1 0 0,-2-3 0 0,0-2 0 16,0 0 0-16,1-2 0 0,-1-1 0 0,1-1 0 16,-1 0 0-16,3-2 0 0,1-6 0 0,-1-2 0 15,0-4 0-15,1-2-192 0,0 0 192 0,6-29-208 31,-6 5-560-31,-1 10-96 0,-4 14-32 0,-3 7-15920 16,-5 7-3184-16</inkml:trace>
  <inkml:trace contextRef="#ctx0" brushRef="#br0" timeOffset="-106626.96">8517 875 35007 0,'0'0'3120'0,"0"0"-2496"0,0 0-496 0,0 0-128 15,0 0 2880-15,0 0 576 0,0 0 96 0,8 2 32 16,0-1-2448-16,2 0-496 0,2 2-80 0,2-3-32 16,3-3-224-16,2 2-48 0,-1 0-16 0,0-1 0 15,3 0-240-15,1-1 0 0,4-1-144 0,2 0 144 16,0-1-2800-1,2 1-464-15,4 2-80 0</inkml:trace>
  <inkml:trace contextRef="#ctx0" brushRef="#br0" timeOffset="-106471.17">9195 869 38127 0,'0'0'1680'0,"0"0"368"0,0 0-1648 0,0 0-400 0,0 0 0 0,12-3 0 0,-2 2 1920 0,1 0 320 16,0-1 48-16,2-2 16 0,4 2-704 0,-2-1-128 15,-1-1-16-15,2 2-16 0,2-2-800 0,2 1-176 16,2-1-16-16,0 0-16 0,-1-1-432 0,2 1 0 15,1 0 0-15,2 4-15728 16,1 0-3152-16</inkml:trace>
  <inkml:trace contextRef="#ctx0" brushRef="#br0" timeOffset="-106045.27">9700 1253 21183 0,'0'0'1888'0,"0"0"-1504"0,0 0-384 0,0 0 0 0,0 0 5616 0,0 0 1040 16,0 0 224-16,0 0 32 0,0 0-5056 0,11 0-1024 16,2 0-208-16,0 0-48 0,3-5-368 0,4 1-80 15,-1 0 0-15,2 1-128 16,-1-1-768-16,-2-2-272 0,1-1-48 0,0 1-16 16,-2 4-2464-16,-2 2-480 0</inkml:trace>
  <inkml:trace contextRef="#ctx0" brushRef="#br0" timeOffset="-105898.43">9757 1410 26719 0,'-13'3'2368'0,"13"-3"-1888"0,-7 1-480 16,1 1 0-16,1 4 3776 0,5-6 640 0,0 0 144 0,0 0 32 15,0 0-2352-15,0 0-480 16,0 0-96-16,0 0 0 0,0 0-1088 0,9 0-224 0,1 0-32 0,2-2-16 31,2-2-864-31,3 1-160 0,0-1-48 0,4-2 0 16,3 2-2208-16,-1-1-448 0,3 4-96 0</inkml:trace>
  <inkml:trace contextRef="#ctx0" brushRef="#br0" timeOffset="-105681.14">10255 1466 14735 0,'0'0'640'0,"-5"0"160"0,0 0-640 0,1 3-160 0,0 0 0 0,-1 1 0 0,5-4 7392 0,-4 7 1440 16,-2 2 304-16,3 0 48 0,-1 2-5952 0,0 0-1184 15,1 1-256-15,1 1-32 0,-1 0-1104 0,2 1-208 16,1 2-64-16,0-2 0 0,1 1-384 0,2-2 0 16,-1 0 0-16,2 0 0 15,0-1-912-15,1-2-272 0,0-1-48 0,2-2-16 16,-1-2-1632-16,-6-5-320 0,0 0-64 0,8 0-16128 0</inkml:trace>
  <inkml:trace contextRef="#ctx0" brushRef="#br0" timeOffset="-105130.45">10548 988 27647 0,'-7'-3'1216'0,"7"3"256"0,-4-4-1168 0,4 4-304 0,0 0 0 0,0 0 0 16,0 0 4608-16,0 0 848 0,0 0 176 0,-3 8 48 15,3 1-3216-15,0 4-640 16,1 4-128-16,1 1-32 0,0 4-1088 0,1 4-208 0,-1 4-48 0,2 2-16 15,0 2-176-15,0-1-128 0,0-3 144 0,0 0-144 16,-1 0 0-16,1-2 0 0,-1-2 0 0,1-1 0 16,0-2 0-16,0-1 0 0,0-2 0 0,0-2 0 15,-1-4 0-15,-1-2 0 0,1-3 0 0,-1-2 0 16,-2-7 0-16,0 0 0 0,0 0-192 0,0 0 192 16,0 0-208-16,7-4 64 0,-1-1 16 0,0-2 0 15,-1-2 128-15,0 0-160 0,0-3 160 0,1-2-160 0,-3-4 160 16,1-2-128-16,2-2 128 0,-1 1-128 0,0-4 128 15,2 0 0-15,-1-5 0 0,1 0 0 0,0-2 0 16,1-1 0-16,1 1 0 0,2 2-128 16,-5 4 128-16,2 3 0 0,0 5 0 0,0 4 0 0,-3 2 0 0,-1 6 0 15,-4 6 144-15,0 0-144 0,6 5 288 0,0 5-48 16,-1 7-16-16,0 5 0 0,0 3 0 0,0 4 0 0,-1 1 0 0,0 0 0 16,-1-3-48-16,1 1-16 15,1-4 0-15,0-1 0 0,0-5-160 0,1-1 160 16,0-3-160-16,1-1 160 0,-2-1-160 0,1-3 0 15,0-3 0-15,-6-6 0 0,7 7 0 0,-7-7 0 16,11 0 128-16,-2 0-128 0,-1 0 0 0,0-4 0 0,-2 1 0 0,-1-3 0 16,-2-1 128-16,0-2-128 0,1-1 0 15,-1-2 128-15,0 2-128 0,1-2 0 0,0-4 0 16,1-2 0-16,-1-3 0 0,1-2 0 0,-1-5 0 16,0 0-176-16,1-2-80 0,2 1-32 0,-2-1 0 0,0-1 0 31,0-3-912-31,-1 4-176 0,0 1-32 0,-1 3-16 0,-2 3-1440 15,0 3-272-15,-1 4-64 0,-2 1-16128 0</inkml:trace>
  <inkml:trace contextRef="#ctx0" brushRef="#br0" timeOffset="-104893.14">10383 856 46079 0,'0'0'2048'0,"0"0"400"0,0 0-1952 0,0 0-496 0,0 0 0 0,0 0 0 0,0 0 768 0,0 0 48 16,0 0 16-16,0 0 0 0,8 0-256 0,3 0-32 16,2 0-16-16,4-4 0 0,3 1-400 0,1 1-128 15,1-1 0-15,3-1 0 0,-1-1 0 0,3 0 0 16,0 1 0-16,2-3-144 16,2-2-2176-16,-1 3-432 0,0-2-96 0,-1 1-16864 0</inkml:trace>
  <inkml:trace contextRef="#ctx0" brushRef="#br0" timeOffset="-104752.58">10968 758 41631 0,'0'0'1856'0,"0"0"368"15,0 0-1776-15,0 0-448 0,0 0 0 0,0 0 0 0,0 0 960 0,0 0 96 0,0 0 32 0,0 0 0 16,9 4 96-16,0-1 32 0,1-1 0 0,0-1 0 16,2 1-784-16,1-2-160 0,1 1-16 0,0-1-16 15,1 0-240-15,-1 1 0 0,0 1 0 16,3 0 0-1,-1-2-1536-15,-2 4-256 0,-1 0-64 0,2 4-12032 0,-2 4-2432 0</inkml:trace>
  <inkml:trace contextRef="#ctx0" brushRef="#br0" timeOffset="-104423.99">10979 1328 15663 0,'0'0'1392'0,"0"0"-1120"0,-4 5-272 0,4-5 0 0,0 0 4096 0,0 0 752 16,0 0 144-16,0 0 48 0,0 8-2224 0,0-8-432 15,0 0-80-15,0 0-32 0,8 6-960 0,1-2-192 16,1 0-32-16,1-1-16 0,-2-2-416 0,2 0-80 16,0-1 0-16,-1 0-16 0,1 3 32 0,-2-2 16 15,-1 4 0-15,-1-3 0 0,-7-2 32 0,7 5 16 16,-7-5 0-16,6 5 0 0,-2 2 0 0,-2 1 0 16,-2 2 0-16,-2 0 0 0,0 3-112 0,-2 0-32 15,-1 2 0-15,-2-1 0 0,1 1-272 0,-1-1-64 16,2 2-16-16,0-3 0 0,1 0-160 0,1 0 192 15,2 0-192-15,1-4 192 0,0-3-192 0,0-6 192 16,1 8-192-16,-1-8 192 0,4 7-192 0,0-1 0 16,-4-6 0-16,6 5 128 0,1-2-128 0,0 0-176 15,-1-3 48-15,3 0 0 16,3-3-272-16,1 0-48 0,1-2-16 0,3-1 0 16,1-3-1008-16,3-2-192 0,4-1-32 0,0 1-13824 15,1-5-2768-15</inkml:trace>
  <inkml:trace contextRef="#ctx0" brushRef="#br0" timeOffset="-104180.22">11607 1051 16575 0,'0'0'1472'0,"0"0"-1168"0,-4-4-304 0,4 4 0 16,0 0 6368-16,0 0 1216 0,0 0 240 0,0 0 48 15,-5 4-4544-15,1-1-896 0,0 2-192 0,-2 8-48 16,0 3-1744-16,1-3-448 0,0 5 0 15,0 2 912-15,-2 2 112 0,2 0 0 0,0 2 16 0,0-1-832 0,1 0-208 16,0 0 0-16,1-3 0 0,2-1 0 0,-2-1-160 16,2 0 32-16,0 0 0 15,-1-2-1040-15,2 1-208 0,-1 0-32 0,1-4-16 16,0-1-1072-16,0 0-224 0,-1-6-32 0,1-6-10704 16,-2 8-2144-16</inkml:trace>
  <inkml:trace contextRef="#ctx0" brushRef="#br0" timeOffset="-104014.68">11447 1311 38991 0,'0'0'1728'0,"0"0"352"0,0 0-1664 0,0 0-416 15,6-3 0-15,-6 3 0 0,0 0 1872 0,0 0 304 0,0 0 48 0,7-4 16 16,2 0-864-16,1 0-160 0,2-2-48 0,1 1 0 16,1 0-784-16,3-2-176 15,3-1-16-15,1-1-16 16,2 0-944-16,2-4-176 0,2 2-32 0,5-2-21104 0</inkml:trace>
  <inkml:trace contextRef="#ctx0" brushRef="#br0" timeOffset="-103558.93">11889 1505 48607 0,'-16'-3'2160'0,"12"2"432"0,0-1-2080 0,4 2-512 0,0 0 0 0,0 0 0 0,1-7 448 0,3 2-32 16,-4 5 0-16,6-7 0 0,0-1 48 0,1-1 16 15,2 2 0-15,0-4 0 0,1 5-272 0,1-1-48 16,2-1-16-16,-2 3 0 0,3-4-144 0,-1 5 0 16,-4-3 0-16,1 4 0 0,-1 0 192 0,0 2-32 15,-9 1-16-15,0 0 0 0,11 0 16 0,-11 0 0 16,8 5 0-16,-8-5 0 0,6 5 160 0,-2 6 16 0,-3 2 16 0,-1 1 0 16,-1 2 128-16,-3 0 32 0,-1 4 0 0,0 1 0 15,1 1-256-15,-1-4-32 16,-2 1-16-16,2-1 0 0,0 0-208 0,1-4 176 0,1 2-176 0,2-3 160 15,2 1-160-15,0-2 192 0,2-1-192 0,0-4 192 16,-1 1-384-16,-2-8-64 0,8 5 0 0,1-1-16 16,0-1-96-16,2-3-16 0,-1-1 0 0,2-3 0 15,-2-3-592 1,2-1-128-16,0 1-32 0,0-5 0 16,-1-1-1040-16,1 1-192 0,1-1-64 0,-1-3-11376 0,0-3-2272 0</inkml:trace>
  <inkml:trace contextRef="#ctx0" brushRef="#br0" timeOffset="-103046.47">12380 1016 18431 0,'-3'-5'1632'0,"1"0"-1312"0,2 5-320 0,-3-7 0 0,2-1 6336 0,1 3 1216 15,0 5 224-15,0 0 48 0,-3-4-4800 0,3 4-960 16,0 0-192-16,0 0-32 0,0 0-624 0,-2 13-112 16,-1 4-16-16,1 4-16 0,-1 1-560 0,0 6-96 15,2 2-32-15,1 2 0 0,0 1-192 0,0-1-32 16,1-4-16-16,1-1 0 0,-2-2-144 0,2 0 0 15,2 0 0-15,0-6 0 0,-1 1 0 0,1-2 0 16,-1-2 0-16,1-3 48 0,-1-2-48 0,0-2 0 16,1 1 0-16,-4-10 0 15,0 0 0-15,0 0 0 0,0 0 0 0,0 0 0 0,0 0 0 0,0 0 0 0,9 0 0 16,-2-3 0-16,0-5 0 0,0-1 0 0,-2-1 0 16,-1-2 0-16,1-3 0 0,1-1 0 15,1-3 0-15,1 0 0 0,-2-3 0 0,3-2 0 0,2-2 0 16,-2 0 0-16,1-3 0 0,1 4 0 0,-1 2 0 0,1 3 0 15,-4 2 0-15,0 4-128 16,-2 3 128-16,0 5 0 0,-5 6-160 0,0 0 160 0,0 0-128 16,7 8 128-16,-3 3 0 0,-2 6 0 0,2 3 0 0,0 3 128 15,-1 1-128-15,-1 1 128 0,2-1-128 0,-1-3 128 16,2-1-96-16,2-2-32 0,-1-1 0 0,3-1 0 16,1-2 0-16,-3-1 0 0,2-1 0 0,2-3 0 15,-1-3 0-15,1-3 0 0,0 1 0 0,0-3 0 16,-2-2 0-16,0-2 0 0,0-1 0 0,0-1 0 15,-1 0 0-15,1-1 0 0,-2-4 0 0,-1 3 0 16,1-3 0-16,-1-1 0 0,1-1 0 0,-1-4 0 0,-2-1 0 16,2-2 0-16,0-2 0 0,1-5 0 0,-1-4 0 0,2 0 0 15,-3-3 0-15,0 1 0 16,-1-3-352-16,0-1-64 0,0 6-16 0,0 0 0 16,-1 0-1616-16,-1 4-320 0,2 3-64 0</inkml:trace>
  <inkml:trace contextRef="#ctx0" brushRef="#br0" timeOffset="-102863.14">12260 814 26719 0,'0'0'2368'0,"0"0"-1888"0,0 0-480 0,0 0 0 16,0 0 4944-16,0 0 896 0,0 0 176 0,9 1 48 15,0-1-4448-15,1 2-880 0,1-2-176 0,5 0-48 16,3-3-336-16,1 2-176 0,2-4 160 0,2 1-160 31,-1-2-1536-31,5 3-416 0,-1-1-80 0,0 2-18448 0</inkml:trace>
  <inkml:trace contextRef="#ctx0" brushRef="#br0" timeOffset="-102711.03">12799 789 20271 0,'0'0'896'0,"0"0"192"0,0 0-880 0,0 0-208 0,6-4 0 0,1 2 0 16,-1-5 5696-16,2 3 1104 0,0 0 224 0,2 2 32 0,-1-1-4704 0,2 1-944 15,-1 0-192-15,2 0-48 16,1-1-608-16,0 2-128 0,1-2-32 0,2 2 0 16,-2-2-1680-16,3 1-352 0,-1 2-64 0,0 2-19424 15</inkml:trace>
  <inkml:trace contextRef="#ctx0" brushRef="#br0" timeOffset="-102263.12">12951 1285 24879 0,'0'0'2208'0,"0"0"-1760"16,0 0-448-16,0 0 0 0,0 0 3008 0,11 0 512 16,-4-2 96-16,0 2 32 0,-7 0-960 0,10-2-176 15,1-1-32-15,-2 1-16 0,1-2-800 0,1-2-144 16,-1 1-48-16,1 1 0 0,-2 2-640 0,0 0-128 16,0 0-16-16,-1 1-16 0,-8 1-240 0,0 0-48 15,0 0-16-15,0 0 0 0,0 0-48 0,0 0 0 0,0 0 0 0,0 0 0 16,-4 3-48-16,-1 4-16 15,-1-3 0-15,1 4 0 0,-1-2-96 0,-1 2-32 0,1 0 0 0,-1 0 0 16,2 0-128-16,-2-2 0 16,2 1 0-16,0-1-176 0,1 1 176 0,1-1 0 0,3-6 0 0,0 8 0 15,0-8 0-15,0 0 0 0,3 9 0 0,0-1-128 16,-3-8 128-16,0 0 0 0,9 9 0 16,1-1-128-16,2 0 128 0,0-1 0 0,1 1 0 0,-1-1-128 15,-2-2 128-15,-1-1 0 0,3 0 0 0,0 1 0 16,-2 3 0-16,0 1 0 0,0-2 0 15,-3-2 0-15,0 1 0 0,-2 1 0 0,-5-7 0 0,3 9 0 16,-1 3 0-16,-3-1 0 0,-3 0 0 0,-1 1 0 0,-3-3 208 0,-1 2-16 16,0 2-16-1,0-2 0-15,-6-1-176 0,1 2 192 0,-2-3-192 0,1 2 192 16,0-4-144-16,1 1-48 0,-2 1 0 0,2-1 0 0,2-1-176 16,-1-2-16-16,2-1-16 15,-1-2 0-15,3 1-720 16,1-2-144-16,8-1-16 0,0 0-16 0,-5-1-1648 0,5 1-336 0,4-6-64 15</inkml:trace>
  <inkml:trace contextRef="#ctx0" brushRef="#br0" timeOffset="-102041.91">13555 969 34095 0,'-4'-5'1504'0,"1"2"320"0,2 2-1456 0,-2 0-368 15,3 1 0-15,0 0 0 0,-1-1 3888 0,1 1 704 16,-1 1 144-16,-2 1 16 0,2 2-2816 0,1-4-560 0,0 0-112 0,-4 13-32 15,1 3-624-15,2 1-128 16,-2 3-32-16,2 0 0 0,-2 5-448 0,3 0 0 16,2-2 0-16,-2 3 0 0,1-1 144 0,-1 1-144 0,1-4 128 0,1 2-128 15,-2-6 0-15,1 2-320 16,-1-2 48-16,1-1 16 16,-1-4-1104-16,-1 0-224 0,1-1-32 0,0-1-16 15,0-4-2224-15,0 1-448 0</inkml:trace>
  <inkml:trace contextRef="#ctx0" brushRef="#br0" timeOffset="-101896.6">13272 1243 37775 0,'0'0'3360'0,"0"0"-2688"0,0 0-544 0,0 0-128 0,0 0 3264 16,0 0 640-16,0 0 112 0,0 0 16 0,6-3-2480 0,2 0-496 16,3-3-96-16,2 1-32 0,2 0-736 0,5 1-192 15,5-3 0-15,2-3 0 16,2-2-2240-16,5 1-496 0</inkml:trace>
  <inkml:trace contextRef="#ctx0" brushRef="#br0" timeOffset="-101272.68">13712 1544 44223 0,'0'0'1968'0,"-6"-1"400"0,-1 1-1904 0,7 0-464 0,0 0 0 0,0 0 0 16,2-5 1696-16,4-1 240 0,7 0 48 0,2-1 16 16,-2 0-1248-16,0 0-256 0,0 2-48 0,1-3-16 0,2-1-96 0,-1 1-16 15,2 0 0-15,-1 0 0 0,-2 1-128 16,2-1-16-16,-3 1-16 0,0 1 0 0,3-2-32 0,-5 4-128 16,0-2 192-16,-3 3-64 0,0 0-128 0,-8 3 128 15,0 0-128-15,0 0 128 0,0 0 64 0,0 0 16 16,0 0 0-16,0 0 0 0,0 0 32 0,-2 8 0 15,0 0 0-15,-1 1 0 0,-1 1-64 0,-2 0-16 16,-4 0 0-16,3 0 0 0,-4 0-160 0,-1 0 160 16,1 2-160-16,2 0 160 0,-2-5-160 0,1 2 160 15,-1 1-160-15,2 0 160 0,0 0-160 0,3 0 0 16,0-3 0-16,2 3 128 0,2-3-128 0,2 1 128 16,0-8-128-16,4 11 128 0,2-5-128 0,3 1 0 15,2-2 0-15,1 0 0 0,-1 2 0 0,2-4-176 16,0 4 48-16,-1 0 0 0,1-2 128 0,-2 3 0 0,-2-2 0 15,0 1 0-15,-1-1 0 0,-1 2 0 0,-3 0 0 0,0 0 0 16,-2-1 0-16,-2 1 176 0,-2-1-48 0,0 1 0 16,-1-1-128-16,-2 1 0 0,-3-1 0 0,0-1 0 15,-1 1 0-15,-1 1 0 0,-3-2 0 0,-2 1-176 16,1-3 48-16,-2-1 0 0,1 1 0 0,-2-1 0 31,-2 0-752-31,2-2-144 0,3-2-16 0,0-1-16 16,1 0-1952-16,2-1-400 0,3-1-80 0</inkml:trace>
  <inkml:trace contextRef="#ctx0" brushRef="#br0" timeOffset="-100728.48">14184 982 38703 0,'0'0'3440'0,"0"0"-2752"0,0 0-560 0,0 0-128 0,0 0 0 15,0 0 0-15,0 0 0 0,0 0 3600 0,0 0 688 16,6 11 144-16,-1 2 32 0,-1 2-3008 0,-2 6-608 15,4 4-112-15,-1 13-32 0,0 4-560 16,0-5-144-16,-2-1 0 0,1-3 320 0,0-5 48 16,0-1 0-16,0 1 0 0,-1-1-368 0,0-2 128 15,1 0-128-15,0-3 0 0,0-5 0 0,0-2 0 16,-2 0 0-16,1-2 128 0,-1-3-128 16,-2-10 0-16,0 0 0 0,0 0 0 0,0 0 0 15,0 0 128-15,0 0-32 0,0 0-96 0,0 0 0 16,0 0 0-16,7-10 0 0,0-5 0 0,-1 1 0 0,1-2 0 15,-1-1 0-15,2-2 0 16,1-3-128-16,4-7 128 0,1-8 0 0,2 1 0 0,0 1 0 16,-1 0-128-16,1 2 128 0,0 4-192 0,-3 5 192 15,-2 5-128-15,0 5 128 0,-2 5 0 0,-4 2 0 16,-5 7 0-16,5 3 0 0,1 5 0 16,-2 3 0-16,-1 6 0 0,4 3 128 0,-2 1-128 15,-1 0 128-15,1 1-128 0,-1 0 0 0,3-1 144 0,-1-2-144 0,1 1 0 16,1-6 0-16,-1 2 128 15,3-3-80-15,-1-3-48 0,0 0 0 0,0-3 0 16,1 0 0-16,-1-2 0 0,1-1 0 0,-1-1 0 16,0-1 0-16,0 0 0 0,0-1 0 0,-1-1 0 15,0-3 0-15,0 1 0 0,-3-1 0 0,-5 3 0 0,6-7 0 16,1 2 0-16,-1-1 0 0,1-2 0 0,-2-2 0 16,-1-4 0-16,0-1 0 0,1-3 0 0,2-5 0 15,-1-3 0-15,1-4 0 0,0-1 0 0,3-3 0 16,-1-2 0-16,0-3 0 0,-1-1 0 0,-1 4-320 0,0 2-64 15,-2 1-16-15,-1 7 0 16,-4 2-1072-16,0 7-192 0,-2 4-64 0,-4 1-14272 16,-2 1-2880-16</inkml:trace>
  <inkml:trace contextRef="#ctx0" brushRef="#br0" timeOffset="-100535.86">14063 899 26719 0,'-13'0'1184'0,"8"0"240"0,0-7-1136 0,1 3-288 0,1 2 0 16,3 2 0-16,0 0 5360 0,0 0 1008 0,2-5 208 0,3-1 32 16,1 1-4576-16,1 0-928 0,2 0-176 0,4 1-32 15,0-3-688-15,5-1-208 0,0 1 128 0,6 1-128 16,3 1 0-16,1 1 0 0,2-1 0 0,0 0 0 31,1 0-1600-31,2-1-240 0,-1 0-32 0,1 3-12912 0,-1 3-2592 0</inkml:trace>
  <inkml:trace contextRef="#ctx0" brushRef="#br0" timeOffset="-100361.91">14576 776 23039 0,'0'0'2048'0,"0"0"-1648"0,0 0-400 0,0 0 0 15,0 0 4832-15,0 0 880 0,0 0 176 0,6 0 48 0,-6 0-3712 16,7 2-752-16,0-2-128 0,1 1-48 0,0-1-144 16,4-3-48-16,-2 3 0 0,5-2 0 15,2 0-608-15,-1 1-128 0,1 0-32 0,2-2 0 0,-1 1-208 0,1-1-128 16,2 0 128-16,-1 2-128 15,-1 0-752-15,0 3-208 0,-4 2-64 0,1 0 0 16,-2 0-3024-16,-2 4-624 0</inkml:trace>
  <inkml:trace contextRef="#ctx0" brushRef="#br0" timeOffset="-99978.48">14942 1296 17503 0,'0'0'1552'0,"0"0"-1232"0,0 0-320 0,0 0 0 0,0 0 6208 0,0 0 1200 16,1 8 224-16,-1-8 48 0,0 0-4080 0,0 0-816 0,0 8-160 0,-2 0-48 15,-2-4-1264-15,0 2-256 0,-1 0-48 0,-1-1-16 16,0 0-608-16,-1 0-112 0,1-1-16 0,-2 1-16 16,0 2-240-16,0 2 0 0,-1-1 0 0,0 0 128 15,1-1-304-15,0 0-16 0,1-3-16 0,0 1 0 16,2 2 208-16,1-1 256 0,4-6-48 0,0 0-16 15,-4 5-192-15,4-5 0 0,0 0 0 0,0 0 128 16,0 0-128-16,0 0 0 0,5 7 0 0,-5-7 0 16,9 2 0-16,2 0 0 0,2-1 0 0,0 0 0 15,-1 2 0-15,1-3 0 0,1-5 0 0,2 1 0 16,-1 1-208-16,1 1 16 0,0 0 0 0,-2 0 0 16,2-2 192-16,-2 0 256 0,-1 1-48 0,0 2-16 0,-1-2-192 15,-2 2-240-15,-1 0 48 0,-1 0 16 16,1 1-848-16,-2-4-192 0,-2 1-16 0,-5 3-16 15,0 0-1376-15,0 0-288 0,8 1-48 16,-8-1-17968-16</inkml:trace>
  <inkml:trace contextRef="#ctx0" brushRef="#br0" timeOffset="-99792.89">14995 1264 21183 0,'0'0'944'0,"0"0"192"0,0 0-912 0,0 0-224 15,0 0 0-15,0 0 0 0,0 0 6128 0,0 0 1168 16,0 0 256-16,0 0 32 0,2 8-4368 0,-1 1-864 15,0 0-176-15,1 1-48 0,-2 2-1360 0,-2 0-288 16,2 1-48-16,0 1-16 0,0 4-176 0,0-1-48 0,-1 3 0 0,0-2 0 16,-1 2-192-16,2-1 0 0,0 1 128 0,2-1-128 15,-1 1 0-15,0-2 0 16,1-2-192-16,0 0 192 16,2-5-1360-16,1 1-176 0,1-5-16 0,1-1-16 15,4-2-2848-15,1-1-576 0</inkml:trace>
  <inkml:trace contextRef="#ctx0" brushRef="#br0" timeOffset="-99545.04">15393 978 35007 0,'-1'-5'3120'0,"1"5"-2496"0,0 0-496 0,0 0-128 0,0 0 3664 0,0 0 720 16,0 0 144-16,0 0 16 0,0 0-2704 0,0 0-560 15,0 0-96-15,1 9-32 0,0 3-592 0,-2 2-128 16,1 1-32-16,0 2 0 0,0 2-400 0,0 5 0 15,0-2 128-15,0 4-128 0,0-1 0 0,0-1 0 16,-3 1 0-16,3 0 0 0,0-2 0 0,0 0 0 16,0-3 0-16,2-3 0 15,-2-1-496-15,0-2-80 0,0 1 0 0,1-2-16 16,-1-1-832-16,0-2-176 0,0-2-16 0,0-2-16 16,0-6-1440-16,0 0-272 0,0 0-64 0,0 0-14960 0</inkml:trace>
  <inkml:trace contextRef="#ctx0" brushRef="#br0" timeOffset="-99377.78">15235 1147 16575 0,'0'0'1472'0,"0"0"-1168"15,0 0-304-15,0 0 0 0,0 0 7104 0,0 0 1344 0,0 0 288 0,9 0 48 16,-9 0-6144-16,12 0-1232 16,1-2-240-16,1 1-48 0,2-2-672 0,4 2-128 15,1 0-16-15,2-1-16 0,2 0-288 0,-2 1 0 0,2-1-128 0,1 4 128 31,3-1-2432-31,-2 1-400 0,4 1-80 0,-2 1-17712 0</inkml:trace>
  <inkml:trace contextRef="#ctx0" brushRef="#br0" timeOffset="-99027.85">15832 1298 49647 0,'0'0'2192'0,"0"0"464"0,-4 5-2128 0,1 2-528 0,0 0 0 0,-1 0 0 0,1-2 1664 0,-1 3 208 16,-1-2 48-16,-1 1 16 0,-2 2-1024 0,0-1-208 15,-1 1-32-15,0 0-16 0,-2 2-528 0,1 0-128 16,1 2 0-16,-2-1 0 0,1-2 0 0,0-2 0 16,0 4 0-16,1-2 0 0,0 0 0 0,1 0 0 15,2-3 0-15,1 0 0 0,-2 0 0 0,3-2 0 16,-1-1 0-16,0 0 48 0,5-4-48 0,-4 4 0 16,0 1 0-16,4-5 0 0,0 0 0 15,0 0 0-15,0 0 0 0,0 0 0 0,0 0 0 16,0 0 0-16,10 0 0 0,5 1 0 15,-4-2 0-15,3-3 0 0,0 2 0 0,0-1 0 16,1 0 0-16,0 2 0 0,1-4 0 0,-2 4 0 16,-3-2 0-16,-1 2 0 0,2-2 0 15,1 0 0-15,-3 1 0 0,3-1 0 0,-1-1 0 0,-2 3 0 16,1 0 0-16,-2-2-144 0,-1 0-32 0,0 1 0 0,-1-2 0 16,0 1 176-16,-1 2 0 0,-2 1 0 31,-4 0-4272-31,0 0-816 0,2-4-160 0</inkml:trace>
  <inkml:trace contextRef="#ctx0" brushRef="#br0" timeOffset="-98825.89">15805 1298 31327 0,'1'4'2784'0,"-1"0"-2224"0,0-4-560 0,0 0 0 16,0 0 4016-16,3 6 688 0,-3-6 144 0,1 8 16 0,-1-2-2272 0,0 2-464 15,-1 1-80-15,1 2-32 0,0 2-1120 0,0 1-240 16,0 4-32-16,0-1-16 0,-1 7-384 0,-1-2-80 15,1 2-16-15,0-4 0 0,2 3-128 0,0-1 0 16,2-1 144-16,-2-6-48 16,0 1-448-16,2-3-64 0,-2-4-16 0,3 0 0 15,0-1-1456-15,0-3-288 0,0 2-64 0,3-3-21040 16</inkml:trace>
  <inkml:trace contextRef="#ctx0" brushRef="#br0" timeOffset="-98239.41">16137 834 52175 0,'-7'-7'2304'0,"4"3"496"0,3 4-2240 0,0 0-560 16,0 0 0-16,0 0 0 0,0 0 896 0,0 0 64 0,0 0 0 0,0 0 16 16,1 9-224-16,2 3-48 0,-3 2-16 0,1 6 0 15,-1 5-400-15,0 3-80 0,-1 2-16 0,1 3 0 16,-1 1-192-16,-1 0 0 0,1 2 128 0,0 0-64 15,1-3-64-15,0-1 0 0,1-5 0 0,-1 0 0 16,1-6 0-16,1 1 0 0,-1-2 0 0,2 1 0 16,0-7 0-16,1-2 0 0,0-3 0 0,-1-1 0 15,1 0 0-15,1-3 0 0,0-2 0 0,-1 0 0 16,-4-3 0-16,0 0 0 0,7-7 0 0,-1 1 0 16,1 0 0-16,-2-2 0 0,0 0 0 0,2-3 0 15,-1-2-144-15,1-4 144 0,-1-3 0 0,-1-2-144 0,3-3 144 16,1-1 0-16,0 0 0 0,2-4 0 0,-1 0 0 15,2 1-160-15,0 3 160 0,-2 1-160 0,-1 1 160 16,-2 5-160-16,1 2 160 0,-3 7-160 0,0 1 160 0,-1 4 144 16,-4 5-16-16,0 0-128 0,4 5 192 0,-1 4-64 15,-2 5 0-15,0 2-128 0,-1 5 128 0,1 2-128 16,1 1 0-16,-2-1 80 0,2 1-80 0,1 1 0 16,1-2 0-16,1 0 0 0,0-4 0 0,3-1 0 15,0-1 0-15,0-3 0 0,2 1 0 0,2-4 0 16,-2 0 0-16,3-3 0 0,0-2 0 0,0-2 0 15,1-1 0-15,1 1 0 0,1-4 0 16,-2 0 0-16,-2-4 0 0,1-3 0 0,-1 1 0 16,-2-4 0-16,-1 0 0 0,-1-2 0 0,0-2 0 15,0-3 0-15,-2-6 0 0,3-1 0 0,0-2 0 0,-1 4 0 16,1-2 0-16,1-2 0 0,0-1 0 0,0-7 0 0,1 4 0 16,1 1 0-16,-2 2 0 0,-1-4 0 0,0 2 0 15,-1 4 0-15,-1 4 0 0,-2 0-160 0,-3 6 160 31,-2-3-1040-31,0 2-128 0,-1 2-32 0,-2 2 0 16,0 3-2592-16,-5 2-528 0</inkml:trace>
  <inkml:trace contextRef="#ctx0" brushRef="#br0" timeOffset="-98058.47">15851 823 37775 0,'0'0'3360'0,"0"0"-2688"0,0 0-544 0,0 0-128 15,0 0 2640-15,6-4 496 0,-6 4 112 0,9-2 16 0,3-2-1680 0,0 1-336 16,2 1-64-16,4-1-16 0,2-1-752 0,3-1-160 16,2 0-16-16,10-2-16 0,-6 2-224 0,2 0 0 15,4-2 0-15,2 2 0 16,1-4-1264-16,-2 0-240 0,-1-2-48 0,2 1-13648 16,1 1-2720-16</inkml:trace>
  <inkml:trace contextRef="#ctx0" brushRef="#br0" timeOffset="-97876.84">16677 617 36863 0,'0'0'3264'0,"0"0"-2608"0,0 0-528 0,0 0-128 16,0 0 2528-16,9 3 480 15,-1 1 80-15,0 0 32 0,-3-2-1168 0,2 2-224 0,-1-3-64 0,3 2 0 16,2-2-832-16,-1 1-160 0,5-1-32 0,-1 2-16 16,1-3-480-16,1 0-144 15,1 2 0-15,0 1 0 0,-1-2 0 0,1-1 0 0,-3 3 0 0,6 1 0 31,-1 2-2096-31,-6 3-320 0,-1 4-64 0,-2 2-20000 0</inkml:trace>
  <inkml:trace contextRef="#ctx0" brushRef="#br0" timeOffset="-97609.42">16950 1342 45727 0,'0'0'2032'0,"0"0"400"0,0 5-1936 0,1 2-496 0,2 2 0 0,-2-3 0 0,0 5 2176 0,-1-1 352 15,0 1 64-15,-1 3 16 0,-3 2-1280 0,-1 2-256 16,0 0-48-16,1 2-16 0,-4 1-752 0,1 0-256 16,1-1 144-16,-1 3-32 0,2-5-112 0,0 1 0 15,1 1 0-15,-1-2 0 0,1-2 0 0,-1-3 0 16,-3 1 0-16,4-2 0 0,0 0 0 0,1-2 0 15,3-2 0-15,0 0 0 16,-1 0-1856-16,1-2-304 0,0-6-64 0</inkml:trace>
  <inkml:trace contextRef="#ctx0" brushRef="#br0" timeOffset="-92798.31">6997 4861 15663 0,'-31'0'688'0,"11"6"144"0,-1 6-656 16,-2 5-176-16,-3 4 0 0,-3 1 0 0,2 0 1216 0,-1-1 192 15,1-1 64-15,2-1 0 0,2-1-1184 0,-1-2-288 0,1-5 0 0,3-1 0 16,3-1 128-16,2-5-128 0,-1 0 144 0,3-3-144 16,1-2 288-16,3-3-32 0,4 0-16 0,2-8 0 15,2 1 48-15,5-6 16 0,6-2 0 0,3-1 0 16,6-4-304-16,3-3 0 0,3-6 0 0,3-2 0 16,4-3-160-16,1-1 160 0,3-5-160 0,1 2 160 15,4 2-176-15,-1 3 176 0,-2 1-192 0,-4 4 192 16,-4 4-176-16,-1 4 176 0,-2 5-160 0,-2 3 160 15,-3 5 0-15,-4 5 0 0,-3 2-128 0,-2 1 128 16,-13 3 0-16,0 0-144 0,0 0 144 0,0 0-128 16,6 11 128-16,-3 2 192 0,-5 1-32 0,-4 7-16 15,-5 6 336-15,-3 5 64 0,-3 4 16 0,-1 2 0 16,-3 2-64-16,0-3-16 0,0 1 0 0,-1 0 0 16,-1-3-240-16,2 0-48 0,1-1-16 0,2-4 0 0,0-7-176 15,3-2 192-15,4-3-192 0,4-2 192 0,5-2-192 16,2-4 0-16,0-10 0 0,0 0 128 0,0 0-128 0,13 3 0 15,2-3 0-15,4-3 0 0,1-8 0 0,4-2 0 16,1 0-160-16,2-6 160 0,2-5-160 0,3-2 160 16,3-4-160-16,1-3 160 0,1-2-192 0,1-4 48 15,0-5 16-15,3-1 0 0,0 2 128 0,1 0-192 16,-2 3 192-16,-1-2-192 0,-2 6 192 0,-3 3 0 16,-4 4 0-16,-5 6-128 0,-7 3 128 0,-4 7 0 15,-1 4 0-15,-13 9 0 0,0 0 0 0,0 0 0 16,0 0 0-16,-8 19 0 0,-5 3 384 0,-5 10 0 15,-7 9 0-15,-6 8 0 0,-5 9 0 0,-2 6 16 16,-3 3 0-16,1 2 0 0,-2 0-112 0,2 3-32 0,-1 0 0 16,2 0 0-16,1 1-256 0,3-8 0 15,3-7 0-15,3-4 0 0,4-7 128 0,4-7-128 0,4-7 0 0,6-6 0 16,2-10 128-16,3-2-128 0,5-4 0 0,1-11 0 16,0 0 0-16,12 5-256 0,2-5 64 0,2-5 0 15,1-6-64-15,5-8-16 0,7-4 0 0,2-6 0 16,4-5 272-16,3-6-192 0,2-6 192 0,5-6-160 15,3-4 160-15,3-1 0 0,3-1-144 0,4 0 144 16,-1-5 0-16,2 0 0 0,1 1 0 0,1-3 0 16,0-1 0-16,-1 3 0 0,-2 4 0 0,-4 7 0 15,-1 7 0-15,-6 9 0 0,-7 6 0 0,-6 12 0 16,-5 10 0-16,-7 5 0 0,-8 6-144 0,-6 10 144 0,-4 1 0 16,-4 12 0-16,-5 8 0 0,-6 9 144 15,-5 7 64-15,-2 6 16 0,-3 3 0 0,-1 2 0 16,-1 0-96-16,-5 3 0 0,-3 2-128 0,-3 9 192 0,-5 7-192 15,-3 3 144-15,-3 2-144 0,-4 0 128 0,-1-1 0 0,-4 3-128 16,-2 0 192-16,3-2-64 0,1-2 64 16,3-10 16-16,2-8 0 0,6-7 0 0,4-7-208 15,8-7 144-15,6-10-144 0,7-11 128 0,7-7-128 16,5-7 160-16,4-11-160 0,0 0 160 0,13-3-160 0,6-5-224 16,3-10 48-16,6-7 16 0,6-5-32 0,4-5 0 15,4-5 0-15,2-7 0 0,4-9 192 0,3-4-208 16,4-3 80-16,2-3 128 0,3-7-144 0,3-3 144 15,1 2 0-15,2-6 0 0,3-4 0 0,2-6 0 16,2-4 0-16,0 5 0 0,0 7 0 16,-1 1 0-16,-5 0 0 0,-2 7 0 0,-3 4 0 0,-6 8 0 0,-5 11 0 0,-6 11 0 15,-3 10 0-15,-8 9 0 16,-8 8 0-16,-6 5 0 0,-6 6 0 0,-14 2 128 0,9 6-128 0,-6 6 0 16,-7 4 336-16,-5 8-16 0,-7 10-16 0,-6 9 0 15,-6 10 128-15,-3 3 16 0,-5 5 16 16,-5 5 0-16,-2 6-112 0,-4 4-32 0,-2 7 0 0,-3 3 0 15,-5 1-64-15,0 5 0 0,-3-1-16 0,-1 5 0 16,-4 5 80-16,0-2 0 0,-2-4 16 0,2-4 0 16,1-6-112-16,3 0-32 0,-1-2 0 0,5-6 0 15,4-8-64-15,6-7-128 0,4-9 176 0,9-14-176 16,9-10 192-16,8-8-192 0,8-7 192 0,9-14-192 16,0 0 144-16,0 0-144 0,12-5 0 0,7-8 144 15,6-8-288-15,4-9-64 0,3-8-16 0,6-8 0 16,2-6 80-16,6-5 16 0,4-11 0 0,3 0 0 0,3-5 128 15,5-5 0-15,5-8 0 0,4-4 0 0,4-4 0 16,3-1 0-16,3-1 0 0,3-5 0 0,6-4 0 16,-1 3 0-16,2 4 0 0,-4 6 0 0,-1 2 0 0,-4 5 0 15,-3 4 0-15,-5 9 0 0,-5 11 0 0,-8 14 0 16,-8 13 0-16,-9 13 0 0,-8 7 0 0,-7 11 128 16,-7 7-128-16,-7 9 0 0,-7 8 192 0,-10 12-48 15,-9 11 0-15,-7 11 0 0,-9 9 112 0,-6 4 0 16,-5 2 16-16,-6 4 0 0,-1 7-48 0,-6 12-16 15,-4 7 0-15,-5 4 0 0,-5 3-32 0,-4 7-16 16,-6 6 0-16,1-2 0 0,-1-2 0 0,-1-2 0 16,0 4 0-16,4-8 0 0,5-8-32 0,5-8-128 15,1-8 192-15,6-6-64 0,5-1-128 0,8-13 0 16,6-12 144-16,7-10-144 0,5-10 0 0,7-7 144 0,4-11-144 0,8-6 0 16,6-10 128-16,0 0-128 0,0 0 0 0,16-13 0 15,3-9 0-15,7-12-224 0,7-9 32 0,6-9 16 16,4-11 32-16,5-3 0 15,4-2 0-15,6-8 0 0,3-10 144 0,5-4 0 0,4-5 0 16,7-1-128-16,3-1 128 0,2-2 0 0,1-5 0 16,-1 2-128-16,-1 6 128 0,-2 3 0 0,1-1 0 0,-5 7 0 15,-3 4 0-15,-7 12 0 0,-8 13 0 0,-7 12 0 16,-7 11 0-16,-9 10 0 0,-7 8 0 0,-5 8 128 16,-6 6-128-16,-5 6 0 0,-11-3 0 0,5 14 0 15,-7 6 0-15,-5 10 144 0,-9 10-144 0,-7 11 160 16,-5 14 16-16,-6 8 0 0,-5 7 0 0,-5 7 0 0,-7 8-48 15,-2 4 0-15,-2 4 0 0,0 2 0 0,-1-1 0 16,-1 5 0-16,-3 7 0 0,2-6 0 0,2-8-128 16,3-5 192-16,2-1-192 0,5-8 192 0,6-7-192 0,3-9 0 15,3-8 144-15,7-11-144 0,5-7 0 16,6-8 0-16,7-8 0 0,4-8 128 0,1-9-128 0,4-13 0 16,0 0 0-16,12 4 0 0,3-6-272 0,4-5-80 15,3-5-16-15,5-6 0 0,3-7 0 0,3-8 0 16,2-6 0-16,3-8 0 0,4-6 192 0,1-6 48 15,2-4 0-15,3 0 0 0,1-4 128 0,1-5 0 16,7-7 0-16,1-5 0 0,3-4 0 0,2 0 0 16,0 2 0-16,-3 4 0 0,-2 3 0 0,-3 4 0 15,-3 5 0-15,-5 7 0 0,-4 7 0 0,-6 13 0 0,-6 8 0 16,-6 12 0-16,-6 7 0 0,-3 6 0 0,-4 2 0 0,-12 8 0 16,0 0 0-16,0 0 128 0,0 0-128 0,-2 15 0 15,-5 6 192-15,-7 11-16 0,-4 8-16 0,-8 11 0 16,-8 5-32-16,-4 10 0 0,-2 9 0 0,-8 16 0 15,-11 16-128-15,-2 11 192 0,-3 6-192 16,-4 8 192-16,-5 6-48 0,1-4 0 0,5-7 0 16,1-6 0-16,4-10-16 0,6-9-128 0,5-10 192 0,9-14-64 15,8-12-128-15,10-13 0 0,5-15 144 0,9-11-144 16,6-10 0-16,7-6 0 0,-3-11 0 0,15 2 128 16,6-6-128-16,5-10-160 0,4-6 160 0,3-10-208 15,1-9 208-15,3-8 0 0,1-5 0 0,8-10-144 16,5-7 144-16,4-2 0 0,2 1 0 0,3-8 128 15,4-10-128-15,4-4 0 0,5-7 0 0,3-4 0 16,4-4 0-16,2-2 128 0,4-3-128 0,0 7 0 0,0 2 0 16,-1 4 128-16,-4 0-128 0,-2 7 0 0,-2 8 0 15,-5 13 0-15,-6 14 0 0,-7 11 128 0,-7 10-128 0,-6 12 0 16,-7 11 0-16,-6 8 0 0,-9 5 128 0,-5 12-128 16,-8 5 160-16,-7 10-160 0,-6 15 192 0,-9 10-64 15,-8 13-128-15,-7 11 192 0,-6 6-32 16,-3 5-16-16,-5 4 0 0,-5 6 0 0,-3 3 48 0,-3-2 16 15,-1-4 0-15,3-1 0 0,2-4-64 0,4-5-16 16,4-11 0-16,5-7 0 0,4-6-128 0,5-10 160 16,3-11-160-16,6-8 160 0,6-6-160 0,3-7 0 15,3-3 0-15,4-15 0 0,0 0 0 0,0 0 0 16,11 4 0-16,3-4 0 0,3-4 0 0,1-9 0 0,0-4 0 0,5-7 0 16,1-4 0-16,5-6 0 0,2-7 0 15,5-4 0-15,0-5 0 0,3-3 0 0,2-7 0 16,3-2 0-16,3 0 0 0,0-3 0 0,-2-4 0 15,4-4 0-15,1 0 0 0,1 1 0 0,0 1 0 16,-4 13 0-16,-3 10 0 0,-3 8 0 0,-6 4 0 0,-5 10 0 16,-4 9 0-16,-5 8 0 15,-7 6 0-15,-3 8 0 0,-6 8 0 0,-9 13 0 0,-8 12 0 16,-6 16 128-16,-7 12 32 0,-5 12 0 0,-5 5 0 0,-4 3 0 16,-3 0-160-16,-1 4 160 0,-1 2-160 0,0 2 160 15,-2-3-160-15,3-7 160 0,4-9-160 0,4-6 160 16,-2-6-16-16,7-8 0 0,5-6 0 0,6-7 0 15,3-7-144-15,6-7 0 0,3-6 144 0,5-9-144 16,2-3 0-16,0-10 0 0,7 7 0 0,4-5 0 16,2-3 0-16,4-4 0 0,4-7 0 0,2-5-128 15,2-4 128-15,4-6-192 0,2-7 192 0,3-4-192 0,1-3 192 16,4-1 0-16,3 0-144 0,1-4 144 0,-1-2 0 0,1-7 0 16,1 1 0-16,2-2 0 0,-1-6 0 0,-2 8 0 15,-4 4 0-15,-3 10 0 0,-6 10 0 0,-4 10 0 16,-6 8 0-16,-4 7 0 0,-5 3-144 15,-11 2 144-15,2 18 0 0,-6 9 0 0,-8 10-128 0,-3 10 128 16,-3 3 0-16,-1 4 0 0,1-2 0 0,1-4 0 16,0-3 0-16,0-2 0 0,0-4 0 0,2-4 0 15,2-5 0-15,2-4 0 0,3-4 0 0,3-2 0 16,3-7 0-16,2-1 0 0,0-12 0 0,6 11 0 0,2-4 0 0,2-5 0 16,2-2 0-16,1-2 0 15,3-3 0-15,3-3-160 16,3-8 160-16,6-2-128 0,3-3 128 0,2-2-128 0,1-2 128 0,5-5-160 0,2 0 160 0,2 0-160 15,2 0 160-15,-2 0 0 0,-3 0 0 16,-1 4 0-16,-2 4 0 0,-5 6 0 0,-3 6 0 16,-5 4-128-16,-6 5 128 0,-4 6 0 0,-3 6 0 0,-5 7 0 15,-3 7 0-15,-5 5 224 0,-1 6-48 0,-3-2-16 16,-2 1 48-16,2-1 16 0,-1 0 0 0,1-1 0 16,1-6-224-16,1 0 0 0,1 1 128 0,3-7-128 15,1-2 0-15,3-3 0 0,0-4 0 0,2-1 0 16,-1-3 0-16,-5-8 0 0,10 7 0 0,2-5 0 15,1-2 0-15,3-1 0 0,2-4 0 0,3-3 0 16,1-1 0-16,3-2 0 0,1 0 0 0,0-1 0 16,-1-1 0-16,1 0 0 0,0 0 0 0,-2 2 0 15,1 2 0-15,-1 1 0 0,-2 1 0 0,0 1 0 0,-1 1-384 0,-2 1 16 16,1 2 16-16,-2 2 0 16,-1 2-3072-16,4 5-608 0</inkml:trace>
  <inkml:trace contextRef="#ctx0" brushRef="#br0" timeOffset="-91679.88">10325 6016 19343 0,'-7'14'848'0,"4"-7"192"0,-1-1-832 0,1 1-208 16,3-7 0-16,0 0 0 0,0 0 4192 0,0 0 800 16,0 0 144-16,0 0 48 0,3-8-3216 0,2-1-640 15,3-4-128-15,1-3-32 0,0-2-144 0,2-2-16 16,-1-2-16-16,2-3 0 0,2-2-416 0,3-2-64 15,2-2-32-15,-1 0 0 0,0-3-240 0,2 1-48 16,0 1-16-16,3-1 0 0,1 1-176 0,0 2 160 16,-1 2-160-16,1 5 160 0,1-1-160 0,-2 7 0 15,-2 3 0-15,0 4 0 0,-2 2 160 0,0 3-160 16,-1 3 192-16,-1 4-192 0,-2 5 192 0,2 4-64 16,0-2 0-16,0 3-128 0,-2 3 160 0,2 1-160 0,-2 0 128 0,2-2-128 15,0-2 0-15,1-2 128 16,-1-2-128-16,0 0 0 0,0 0 0 0,1-3 0 15,-1-4 0-15,2-2 0 0,0-3 0 0,2-3 0 0,-3-2 0 16,1-1 0-16,-1-2 0 0,0-1 0 0,-1-1 0 0,0-3 0 16,-1-4 0-16,-1-3 128 0,-2 2-128 0,0-1 0 15,-1-3 0-15,-2 0-144 0,0 0 0 0,-1-1 0 16,-1 3-1200-16,-1-2-256 16,0 2-32-16,1 3-11952 0,-2 3-2400 0</inkml:trace>
  <inkml:trace contextRef="#ctx0" brushRef="#br0" timeOffset="-90381.47">11971 4322 10127 0,'-8'-13'896'0,"5"7"-704"0,-1-3-192 0,2 2 0 0,2 7 5712 0,-3-5 1120 15,1 0 208-15,2 5 64 0,0 0-4256 0,0 0-848 16,0 0-160-16,-4 5-48 0,1 4-448 0,2 5-80 16,1 5-32-16,0 4 0 0,1 6-512 0,0 2-96 15,5 3-32-15,0 3 0 0,-1 2 48 0,1 2 16 16,-1 5 0-16,1-2 0 0,1-2-224 0,-2-2-48 15,-1 0-16-15,0-3 0 0,0-1-176 0,1-5-48 16,-1-2 0-16,0-6 0 0,0-3-144 0,0-5 192 16,-1 0-192-16,3-5 192 0,-4-3-192 0,-2-7 128 15,0 0-128-15,7 2 128 0,-7-2-128 0,0 0 0 16,8 0 0-16,-8 0 0 0,7-5 0 0,0-2 0 16,-3 0 0-16,1-5 0 0,2-3 0 0,-1-1 0 15,1-5 128-15,-1-1-128 0,1-7 0 0,1-1 0 16,1-3 0-16,2-3 0 0,1-3 0 0,1-2 0 0,0 0-128 0,3-1 128 15,-1 0-160-15,1 4 160 16,-2 4-208-16,-2 7 80 0,-1 5 0 0,-2 7 0 0,-3 5 0 16,-1 5 0-16,-5 5-64 0,7 4-16 0,-2 5 0 0,-1 7 0 15,1 4 208-15,-1 4 0 0,0 5 0 0,0 4-144 16,0 1 144-16,0 3 0 0,-1-1 0 0,0 2 0 16,1 0 0-16,2-3 0 0,-1 0 0 15,0-3 0-15,0-5 0 0,2-4 0 0,-2-3 0 0,0-4 0 16,0-2 0-16,-1-4 0 0,0 0 0 0,-4-10 0 15,0 0 0-15,0 0 128 0,0 0-128 0,8 1 0 16,-8-1 160-16,8-5-32 0,-2-3-128 0,0-3 192 16,0-2-32-16,1-1-16 0,-1-7 0 0,2-1 0 0,0-1-144 15,0-5 192-15,1-3-192 0,-1-3 192 0,1-5-192 16,1 0 0-16,2-2 144 0,0 1-144 0,-3 0 0 0,1-2 0 16,1-1 0-16,-2 2 0 15,-2 2-448-15,1 5-16 0,-1 2 0 0,-3 4 0 16,0 6-1712-16,-3 4-320 0,-1 2-80 0,-1 6-17712 15</inkml:trace>
  <inkml:trace contextRef="#ctx0" brushRef="#br0" timeOffset="-90157.06">11726 4188 19343 0,'0'0'848'0,"0"0"192"0,0-12-832 0,6 2-208 16,7 1 0-16,5 0 0 0,2 0 5504 0,5-2 1072 15,0 1 208-15,3-1 32 0,2 0-5184 0,-6 3-1040 0,3 0-208 0,6 0-32 16,2 0-352-16,3-1 128 0,2 3-128 0,2 0 0 31,1 1-1024-31,1 1-288 0,0-1-48 0,-2 4-17392 0</inkml:trace>
  <inkml:trace contextRef="#ctx0" brushRef="#br0" timeOffset="-89998.62">12503 4110 26719 0,'0'0'2368'0,"0"0"-1888"0,0 0-480 0,0 0 0 0,0 0 2592 0,7-8 416 16,3 2 96-16,0-1 16 0,2-1-1168 0,2 2-224 16,0-1-64-16,5-1 0 0,2-1-928 0,2 0-192 15,2 1-32-15,1 2-16 0,3-2-368 0,-1 1-128 16,1 1 0-16,0 1 0 15,-1 2-1872-15,-2 3-480 0,-2 1-80 0,-3 5-15488 0</inkml:trace>
  <inkml:trace contextRef="#ctx0" brushRef="#br0" timeOffset="-89045.83">12783 4892 16575 0,'-12'-12'1472'0,"10"6"-1168"0,-1-2-304 0,2-2 0 15,2-1 4480-15,2 1 832 0,-1 1 160 0,1 1 32 16,-2 3-2304-16,-1 5-448 0,0 0-112 0,0 0-16 16,0 0-864-16,0 0-176 0,0 0-48 0,1 11 0 15,2 2-736-15,-2 3-160 0,-1-2-16 0,0 5-16 16,0 1-224-16,0 1-64 0,-1-1 0 0,0-2 0 0,-1-1-112 0,0-3-16 16,2-1-16-16,0 1 0 0,0-3-176 0,0 0 0 15,0-4 144-15,1 3-144 0,-1-10 0 0,0 0 128 16,0 0-128-16,0 0 0 0,0 0 0 0,0 0 0 15,0 0 0-15,0 0 0 0,0 0 0 0,8 0 0 16,-2-4 0-16,1 1 0 0,0-3-192 0,-1-2 64 16,2-1 0-16,1-2 0 0,0-4-16 0,0-2 0 15,2-2 0-15,0 0 0 0,0-2 144 0,-1 1-128 16,1 1 128-16,-1 2-128 0,-2 4-16 16,1 2 0-16,-2 5 0 0,-2 2 0 0,-5 4 144 0,0 0-192 15,0 0 192-15,0 0-192 0,5 10 192 0,-1 3 0 16,-1 3 0-16,-1 1 0 0,1-1 0 0,-1-1 0 15,2-2 0-15,0-1 0 0,1 1 0 0,2 0 0 16,-1-2 0-16,2-2 0 0,1-1-128 0,0-6 128 16,-1 2-128-16,3-4 128 0,0 1-256 0,0-1 16 0,-1-1 16 15,-1-2 0-15,2 0 16 0,-1-3 0 16,-1 0 0-16,2-1 0 0,-2-1 64 0,0-1 16 0,-1-1 0 0,0-2 0 16,0-2 128-16,-1-2 0 0,0 1 0 15,-1-4-128-15,1 1 128 0,1 0 0 0,0 0 0 16,-2 2 0-16,-1 3 0 0,-1 2 0 0,-1 1 0 0,-2 3-128 15,-1 7 128-15,0 0 0 0,0 0 128 0,0 0-128 16,-8 2 256-16,1 3 0 0,-3 2-16 0,3 3 0 16,-1 4-112-16,0 2-128 0,0 1 176 0,3 1-176 0,0-1 0 15,2 0 0-15,0 0 0 0,3-1 0 0,2-3 0 16,0-2 0-16,2 0 0 0,2-2-144 0,1 0-112 16,2-4-32-16,2 2 0 0,2-3 0 15,1-2-160 1,1-2-48-16,2-1 0 0,0 0 0 0,-1-4-64 0,1-1-16 15,0 1 0-15,0-4 0 0,2-1 112 0,-4-1 16 0,-2-2 0 16,-1 0 0-16,0 0 448 0,-1-3 0 0,0-1 0 0,-1-1 0 0,-1-3 0 16,1-1 0-16,-1 0 208 0,0-2-64 15,-1-3 48-15,-1 1 0 0,1 0 0 0,-1 0 0 0,-1 1 96 0,0 4 32 16,-1 3 0-16,-1 5 0 0,-2 0 336 0,0 1 80 16,-2 4 16-16,0 8 0 0,0 0 160 0,0 0 48 15,0 0 0-15,0 0 0 0,0 0-592 0,0 0-112 16,0 11-32-16,-2 2 0 0,1 4-224 0,0 1 0 15,-2 2 0-15,2 2 0 0,-1 1 0 16,1-1 0-16,1 2 0 0,0 1 0 0,0-1 0 0,1 1-128 16,1-1 128-16,0-1 0 0,0-1-416 0,0-1 32 0,1-3 0 15,-1-1 0 1,1-2-992-16,0-2-192 0,-2-3-32 0,2 1-16 16,-3-11-528-16,2 6-96 0,-2-6-32 0,0 0 0 15,0 0-1504-15,0 0-288 0,0 0-64 0</inkml:trace>
  <inkml:trace contextRef="#ctx0" brushRef="#br0" timeOffset="-88862.34">13427 4830 27647 0,'0'0'2448'0,"0"0"-1952"0,0 0-496 0,0 0 0 0,0 0 4080 16,0 0 720-16,0 0 128 0,0 0 48 0,0 0-2752 0,8-7-560 16,1 2-96-16,1 0-32 0,1-1-832 0,2 1-192 15,1-1-16-15,1-1-16 0,3 1-352 0,1-1-128 16,3-1 0-16,1 2 0 0,-5-1 0 0,3 2 0 15,1-1 0-15,-1-1 0 16,0 0-2816-16,1 2-464 0</inkml:trace>
  <inkml:trace contextRef="#ctx0" brushRef="#br0" timeOffset="-87625.15">5485 1046 23039 0,'0'0'2048'0,"0"0"-1648"16,0 0-400-16,0 0 0 0,0 0 3248 0,0 0 560 15,0 0 112-15,0 0 32 0,0 0-1792 0,0 0-368 16,0 0-64-16,2 8 0 0,0 2-304 0,0 5-48 15,2 2-16-15,0 6 0 0,-1 6-464 0,1 3-112 16,0 1-16-16,1 2 0 0,-1 0-288 0,2 2-64 0,1-2-16 16,0-1 0-16,0-1-208 0,0-5-32 0,-1-2-16 0,-1-1 0 15,3 0-16-15,-1-6-128 16,-2-3 192-16,0-4-64 0,-1-3-128 0,0-1 128 16,-4-8-128-16,0 0 128 0,0 0-128 0,0 0 0 0,0 0 144 0,0 0-144 15,0 0 0-15,0 0 0 16,6-5 0-16,0-3 128 0,-1-3-128 0,-1 0 0 0,0-1 0 0,1-2 0 15,0-5 0-15,2-3 0 0,-1 0-176 0,1-2 176 16,-1-3-192-16,1 1 48 0,-1-3 16 16,2 2 0-16,0-3 128 0,0 3-192 15,-1 2 192-15,1 8-192 0,-3 3 192 0,-1 4-128 0,-4 10 128 0,0 0-128 16,0 0 128-16,7 7 0 0,-2 2 0 0,0 7 0 16,1 3 0-16,-1 5 144 0,0 1 0 0,2 1 0 0,-1 1 32 15,1-2 0-15,-1 2 0 0,2 0 0 16,1-3-176-16,0-2 192 0,0-2-192 0,0-3 192 15,-1-4-192-15,0-2 128 0,0-1-128 0,0-4 128 0,-2-2-128 16,-6-4 0-16,9 0 144 0,-1-1-144 0,-1-2 160 0,-1-1-32 16,1-1-128-16,-2-3 192 0,0-1 16 0,0-1 0 15,-1-2 0-15,0-1 0 0,-1-2-64 0,-1 0-16 16,1-2 0-16,0-3 0 0,-1-2-128 0,1-1 0 16,-1-2 0-16,1-1 0 0,0-3 0 0,-1-2-176 15,1-2 16-15,-1-1 0 16,1 2-752-16,1-15-160 0,-1 6-16 0,-2 0-16 15,0 3-960-15,1 1-192 0,0 3-48 0,-3 6-18304 0</inkml:trace>
  <inkml:trace contextRef="#ctx0" brushRef="#br0" timeOffset="-87409.63">5204 877 18431 0,'-11'4'1632'0,"11"-4"-1312"0,-8 0-320 0,8 0 0 16,0 0 6496-16,0 0 1232 0,13-3 240 0,0 0 48 16,1-1-6416-16,3 2-1280 0,4-3-320 0,3-2 0 0,0-1 224 0,2-2-32 15,2 2 0-15,-9 3 0 0,4-4-192 0,1 1 0 16,4 0 128-16,0-1-128 0,4 0-144 0,0 0-80 16,0 0-16-16,0-1 0 15,-1 1-2928-15,3 3-592 0,1-1-112 0</inkml:trace>
  <inkml:trace contextRef="#ctx0" brushRef="#br0" timeOffset="-87237.44">5828 770 23039 0,'0'0'2048'15,"0"0"-1648"-15,0 0-400 0,0 0 0 0,0 0 3840 0,0 0 672 16,9 0 144-16,1-2 16 0,2 0-2496 0,1-2-496 16,1 0-96-16,1-1-32 0,0-2-928 0,2 1-192 15,0-3-48-15,1 2 0 0,-1 1-384 0,3 0 0 16,-1 1 128-16,1 1-128 15,-2 0-1408-15,-1 4-320 0,0 4-64 0,-1 0-16 16,-1 4-2544-16,-1 5-496 0</inkml:trace>
  <inkml:trace contextRef="#ctx0" brushRef="#br0" timeOffset="-86611.05">6121 1324 33519 0,'0'0'1472'0,"0"0"320"0,0 0-1424 0,0 0-368 0,4 6 0 0,-2 4 0 16,2-4 2624-16,-1 3 448 0,-2 0 80 0,1 3 32 15,-2 2-880-15,0 2-160 0,-2 1-32 0,1 0-16 16,0-1-1104-16,-1-1-224 0,1 0-32 0,0-1-16 16,-2 2-320-16,2-3-64 0,0-3-16 0,-1 0 0 15,2 0-160-15,2-3-32 0,-2-7-128 0,0 0 192 16,0 0-192-16,0 0 0 0,0 0 128 0,0 0-128 15,0 0 0-15,0 0 0 0,0 0 0 0,0 0 0 0,0 0 0 0,0 0 0 16,3-6 0-16,1-2 0 0,0 0-128 0,0-1 128 16,0-4-192-16,1 1 192 0,1-1-192 0,-1 2 192 15,0-5-192-15,0 3 192 0,0 1-176 0,3 2 176 16,-1-1-160-16,-2 3 160 0,0 2 0 0,-1 2-144 16,-4 4 144-16,0 0 0 0,0 0-128 0,0 0 128 15,7 1-128-15,-2 5 128 0,-5-6 0 16,6 6-160-16,2 4 160 0,-3 1 0 0,1-2 0 0,0 3 0 15,1 1 0-15,0-1 0 0,1-2-128 0,3-1 128 16,-2-4 0-16,0 1 0 0,0 0-176 0,0 1 176 16,2-6-160-16,-1-1 160 0,0-1-240 0,1-5 48 0,-1 2 16 0,1 1 0 15,-1-5 48-15,1 0 0 16,0 0 0-16,0-2 0 0,-1-1 128 0,-1-1-128 0,0-2 128 0,-1 0-128 16,0-1 128-16,-1 1 0 0,-1 0-144 0,-1-2 144 15,1 0 0-15,-2 2-176 16,-1 1 176-16,0 1-128 0,-2 3 128 0,-1 1 0 15,0 8 0-15,0 0 0 0,0 0 0 0,0 0 176 16,0 0-16-16,-6 2 0 0,-1 2 80 0,1 2 16 16,-2 2 0-16,0 2 0 0,0 3-256 0,0 2 176 15,1 3-176-15,0-2 160 0,2-1-160 0,0 1 0 0,0-2 144 0,2 2-144 16,2 1 0-16,2 0 0 0,-1-3 0 0,1 1 0 16,2-6 0-16,1 1 0 0,1 2 0 0,1 0 0 15,2-6-320-15,0 2 0 0,0 0 16 0,1-3 0 16,-1-1-816-1,0-2-160-15,2-2-48 0,-1 0 0 0,0-1-464 0,2-1-80 16,-1-4-32-16,-1 0 0 0,2-2-1168 16,-1 0-224-16,1 0-48 0</inkml:trace>
  <inkml:trace contextRef="#ctx0" brushRef="#br0" timeOffset="-86390.5">6717 1085 16575 0,'0'0'736'0,"-5"-2"160"0,2-5-720 0,3 7-176 16,-3-4 0-16,3 4 0 0,0 0 6144 0,0 0 1184 15,0 0 240-15,0 0 48 0,0 0-4672 0,-2 7-928 16,-1 2-192-16,0 0-32 0,2 4-880 0,0 4-160 16,-3 4-48-16,1 2 0 0,1 3-400 0,-1 2-96 15,2 0-16-15,0-3 0 0,-1 1-192 0,1-1 0 16,1-3 128-16,0 3-128 0,-1-2 0 0,2 0-160 16,0 1 32-16,1-1 0 15,-2-6-1008-15,0-1-192 0,0 0-32 0,1-3-16 16,-1-2-752-16,0-2-160 0,0-1-16 0,0-8-10640 15,0 0-2128-15</inkml:trace>
  <inkml:trace contextRef="#ctx0" brushRef="#br0" timeOffset="-86228.38">6547 1492 3679 0,'0'0'320'0,"0"0"-320"0,0 0 0 0,0 0 0 15,0 0 8032-15,0 0 1536 0,0 0 304 0,8-3 64 16,1 1-7504-16,0-2-1488 0,2-3-304 0,-1 2-64 15,5 1-304-15,0-1-48 0,2 0-16 0,0-2 0 16,1-1-1088-16,2-2-208 0,1 1-64 0,4 1-10688 16,2 0-2128-16</inkml:trace>
  <inkml:trace contextRef="#ctx0" brushRef="#br0" timeOffset="-85952.19">7078 988 23951 0,'0'0'1056'0,"0"0"224"0,0 0-1024 0,0 0-256 15,0 0 0-15,0 0 0 0,0 0 5440 0,0 0 1040 16,0 0 208-16,0 0 32 0,0 0-4304 0,0 0-880 16,0 0-160-16,10-2-32 0,3 1-960 0,0 1-176 15,-2-3-32-15,1 3-16 0,-1-1-160 0,1 1 0 16,-2 0 0-16,2 0 0 0,0 1 0 0,0-2 0 15,-1 1-192-15,0 1 192 16,-2 2-1008-16,-9-3-80 0,8 3 0 0,-8-3-16 16,0 0-576-16,6 5-112 0,-6-5-32 0,3 9 0 15,-3 0-1184-15,-4 1-256 0,3 0-32 0,-5-1-12368 0</inkml:trace>
  <inkml:trace contextRef="#ctx0" brushRef="#br0" timeOffset="-85778.99">7049 1193 13823 0,'0'0'1216'0,"0"0"-960"0,0 0-256 0,0 0 0 15,-5 4 4928-15,5-4 960 0,0 0 176 0,0 0 32 0,0 0-2784 0,0 0-560 16,0 0-128-16,0 0 0 16,0 0-992-16,9 2-192 0,2-1-32 0,0-2-16 0,4-3-768 0,-1-1-160 15,0-1-16-15,1 2-16 0,-1-1-224 0,-1 0-32 16,1-1-16-16,2 0 0 0,0 1-160 0,-1 0 0 16,1 1 0-16,0-1 0 15,1 3-1680-15,-1-1-368 0,3 0-80 0</inkml:trace>
  <inkml:trace contextRef="#ctx0" brushRef="#br0" timeOffset="-73563.01">14274 4389 15663 0,'-6'0'1392'0,"-1"0"-1120"16,0-5-272-16,0 3 0 0,2-2 6000 0,5 4 1136 16,0 0 224-16,0 0 64 0,0 0-4288 0,0 0-832 15,0 0-192-15,0 0-16 0,0 0-880 0,0 0-160 0,0 0-32 0,12 2-16 16,1 0-512-16,2 2-112 15,1 0 0-15,1 1-16 0,1 1-208 0,3 0-32 16,-2 1-128-16,2-2 192 0,2 1-192 0,-3-3 0 0,1 1 0 0,1 0 0 16,1 0 0-16,1-2 128 15,-3 1-128-15,-3 1 0 0,2 0 0 0,-3 1 0 0,-1-1 0 0,-2-1 0 16,-1 0 0-16,-3-1 0 0,-2 0 0 0,-8-2-160 16,0 0 160-16,0 0 0 0,-1 8 0 15,-3 0-128-15,-4-2 128 0,-1 2 224 0,-3 1-48 0,-1-2-16 0,-1 1 224 0,-2 1 64 16,1-3 0-16,-4 2 0 0,0 1-448 0,1 1-144 15,-1 0 0-15,1-2 0 0,0-2 144 16,1 1 0-16,1-1 0 0,2 0 128 16,2-3-128-16,3 1 0 0,0-1-176 0,1 0 176 15,8-3-1472-15,0 0-208 0,0 0-48 0,0 0 0 16,9 5-3120-16,4 0-624 0,21-2-128 0,4-3-32 0</inkml:trace>
  <inkml:trace contextRef="#ctx0" brushRef="#br0" timeOffset="-73183.8">15092 4322 47391 0,'-12'-5'2112'0,"12"5"416"0,-4-1-2016 0,0-3-512 16,-1 3 0-16,-1 1 0 0,0 0 1152 0,0 2 144 16,-2 2 32-16,0 3 0 0,-2 3 80 0,-2 3 0 15,-2 7 16-15,-2 3 0 0,-2 3-1040 0,1 3-224 16,-1 1-32-16,-1 3-128 0,0 2 272 0,1 1-48 15,1 2-16-15,2 0 0 0,3-3-80 0,6-1-128 16,3-3 176-16,5 1-176 0,2-5 0 0,2-1 0 0,5 0 0 0,2-8-144 16,2-2 144-16,5-3-208 0,1-3 80 15,1 0 128-15,1-7-256 0,2 1 64 0,1-5 0 0,0-2 16 16,0 0 176-16,0-4-128 0,-2-1 128 0,-1-4-128 16,-1-2 128-16,-1-2 0 0,0 0 0 0,-4-3-128 15,-3 1 128-15,-3-4 0 0,-1 1-144 16,-1-4 144-16,-2 0 0 0,-3 2 0 0,-4-3 0 0,0 2 0 15,-3 1 0-15,-2 0 0 0,-4 0 0 0,-3 5 128 16,-2 0-128-16,-3 1 192 0,0 1-192 0,-3 2 192 0,-1 0-64 16,-1 1 0-16,-2 0 0 0,-1 3 0 15,-1 0-128-15,0 1-224 0,0 0 48 0,1 1 16 16,1-3-1536-16,3 4-304 0,3-1-64 0,4 0-16 0</inkml:trace>
  <inkml:trace contextRef="#ctx0" brushRef="#br0" timeOffset="-69979.49">14622 5956 37487 0,'-7'-9'1664'0,"3"2"336"0,-1-2-1600 0,1-1-400 0,0-1 0 0,-1-3 0 0,2 2 944 0,0 2 96 15,1-3 32-15,0 2 0 0,0 2 80 0,0 1 32 16,2 2 0-16,0 6 0 0,0 0-144 0,0 0-16 16,0 0-16-16,0 0 0 0,2 10-128 0,-1 5-32 15,-1 7 0-15,1 5 0 0,-1 3-208 0,0 3-32 16,-1 1-16-16,1 2 0 0,0 2-320 0,0 0-64 16,0 1-16-16,1-3 0 0,1-2-192 0,-1-1 128 15,2-3-128-15,-1-3 0 0,1-3 0 16,-1-2-128-16,1-3-16 0,0-2 0 15,-3-2-1232-15,1-4-240 0,0 0-48 0,1-5-16 16,-2-6-1312-16,0 0-256 0,0 0-48 0,0 0-15056 0</inkml:trace>
  <inkml:trace contextRef="#ctx0" brushRef="#br0" timeOffset="-69695.07">14314 5827 31327 0,'0'0'2784'0,"0"0"-2224"0,0 0-560 0,0 0 0 15,6-7 3280-15,3 1 560 0,3-1 96 0,1 1 32 16,3-1-3072-16,3-1-624 0,3 1-112 0,4 0-32 16,2-1 160-16,0 2 32 0,4-1 0 0,-2-1 0 15,-2 5-176-15,2 0-16 0,-1 3-128 0,-2 1 192 16,0 1-192-16,-4 0 0 0,-1 2 0 0,-1 1 0 16,-3 3 192-16,-2 1-48 0,-4 2-16 0,-3 0 0 0,-3 2 368 0,-3 2 64 15,-4 0 16-15,-3 4 0 0,-4 3 80 0,-3-3 32 16,-3 2 0-16,-2 1 0 0,-1 2-368 15,-1-3-64-15,-3 1 0 0,1-5-16 0,-3 0-240 16,2-2 144-16,2 0-144 0,-1 0 128 16,2-3-832-16,2 0-192 0,1-2-16 0,3-3-16 15,6-3-1440-15,6-4-304 0,0 0-48 0,0 0-16 16,10-5-2256-16,4-5-448 0</inkml:trace>
  <inkml:trace contextRef="#ctx0" brushRef="#br0" timeOffset="-69443.84">14960 5824 15663 0,'0'0'1392'0,"0"0"-1120"0,0 0-272 0,-1 9 0 0,-2 2 5248 0,1 1 976 16,-2 1 208-16,-1 1 32 0,-2 2-3360 0,-1 2-672 16,-1 1-144-16,1 2-32 0,0 0-832 0,1-3-160 15,-1 2-48-15,3-2 0 0,-1-2-384 0,4-2-96 16,0-2-16-16,2-3 0 0,2 1-400 0,2 1-96 16,1-2-16-16,3-2 0 0,1-4-208 0,3 0 0 0,1-2 0 15,1-1 0-15,0-1-272 0,3-2 48 16,-1-2 16-16,-1 0 0 0,-1 2-32 0,-1-3 0 15,-3-1 0-15,0 1 0 0,-2-2 80 0,-3 0 16 0,-1 0 0 0,-1-2 0 16,-2-2 144-16,-1 2-192 0,-1-1 192 0,-3-3-192 16,-1 0-208-1,0-1-48-15,-2 1-16 0,1 0 0 0,-1-2-1664 16,3 0-336-16,2 1-64 0,0 0-10912 0,0 2-2176 0</inkml:trace>
  <inkml:trace contextRef="#ctx0" brushRef="#br0" timeOffset="-69007.87">15107 5767 12895 0,'0'0'1152'0,"0"0"-928"0,0 0-224 0,-1 9 0 0,0 1 4992 0,1 5 944 16,1-2 192-16,0 4 32 0,2 2-3600 0,0 1-736 16,-2 1-144-16,3 1-16 0,0 0-288 0,0 0-48 15,0-1-16-15,0-3 0 0,1-5-416 0,0 0-96 16,1-1-16-16,1-1 0 0,0-2-272 0,-1-3-48 16,-6-6-16-16,7 5 0 0,-7-5-240 0,10 2-48 15,0-5-16-15,0 2 0 0,-10 1-144 0,9-3 160 16,0-1-160-16,-3-2 160 0,-2-2-16 0,1-1 0 15,1-2 0-15,-1 1 0 0,0-2-16 0,-1-1-128 16,1 0 192-16,0-1-64 0,-1-3-128 0,0 0 128 16,0 3-128-16,-1 2 128 0,-1 1-128 0,1 4 0 15,-3 7 0-15,0 0 0 0,0 0 0 0,0 0 128 16,0 0-128-16,4 7 0 0,0 4 272 0,0 1-16 16,-2 1-16-16,2 2 0 0,1 5 32 0,1-3 16 15,0 2 0-15,2-3 0 0,1 0-288 0,2-2 0 16,0-2 128-16,1-1-128 0,0 0 128 0,0-2-128 0,-1-1 144 0,4-3-144 15,-4-1 0-15,1 0 0 0,0-3-128 16,0 1 128-16,-1-4 0 0,0 1 0 16,-3-3 0-16,1 1 0 0,-2 2 0 0,0-3 0 15,-3-2 192-15,0-2-48 0,-2-3-144 0,1 1 0 16,0-2 0-16,-2-1 0 0,-1-1 128 0,0-2 0 0,0-2 0 16,1 0 0-16,1-3-128 0,0-1-176 15,-1 0 48-15,2 1 0 16,0 0-944-16,1 1-176 0,-1 1-32 0,3 2-16 0,-1 2-1712 15,1 5-320-15,4 2-80 0,-3 6-15440 0</inkml:trace>
  <inkml:trace contextRef="#ctx0" brushRef="#br0" timeOffset="-68742.31">15590 6015 15663 0,'0'11'1392'0,"1"0"-1120"0,0 1-272 0,1-2 0 0,0 0 4304 16,2-2 816-16,1 0 144 0,1-1 48 0,-6-7-2992 0,9 2-592 16,0-2-112-16,0-1-16 0,0-2-704 0,0-1-128 15,0 0-16-15,1-5-16 0,0-1-176 0,2-1-48 16,-3 0 0-16,3-2 0 0,-1 0-176 0,0-2-32 15,-2 0-16-15,1-2 0 0,-1 0-16 0,-2 0 0 16,-2 0 0-16,0 1 0 0,-1 2 96 0,-2 2 16 16,-1 2 0-16,0 1 0 0,1 2 48 0,-2 7 16 15,0 0 0-15,-7-1 0 0,0 2 176 0,-2 4 32 16,-1 6 16-16,0 2 0 0,-1 4-304 0,1 2-64 16,1 3-16-16,1 2 0 0,0-3-288 0,1 1 0 15,3-1 0-15,3-2 0 0,1 1 0 0,3-4-192 16,2-2 16-16,1 0 16 15,1 1-1584-15,3-2-320 0,2-3-64 0,3-3-16 16,0-4-1296-16,2-3-256 0,1 0-48 0</inkml:trace>
  <inkml:trace contextRef="#ctx0" brushRef="#br0" timeOffset="-68450.65">15993 5917 12895 0,'-11'-11'576'0,"11"11"112"0,-6-3-560 0,1-1-128 0,5 4 0 0,0 0 0 15,0 0 6208-15,-6 0 1216 0,1 4 256 0,1 3 32 16,2 1-4576-16,-1 5-928 0,2 3-176 0,1-2-48 15,1 2-640-15,0 1-128 0,2-2-16 0,0 2-16 0,0-2-416 16,3 0-96-16,-1 0-16 0,1-1 0 0,0-1-272 0,-1-1-64 16,-1-2-16-16,1-2 0 0,0-1-16 0,-5-7 0 15,0 0 0-15,0 0 0 0,0 0-64 0,0 0-16 16,0 0 0-16,0 0 0 0,0 0 96 0,0 0 16 16,0 0 0-16,0 0 0 0,1-7-176 0,2-1-16 15,-2 0-128-15,2-1 192 0,0-2-192 0,-1-2 0 16,2-1 0-16,1-1 128 0,3-1-128 0,1-2 0 15,3-2 0-15,0-3 0 0,-1-2 0 0,2 0 0 16,2 2 0-16,2 3 0 0,1-1 0 0,0 3 0 16,1 1 0-16,0 2-160 15,1 0-816-15,-1 2-176 0,2 2-16 0,0-1-15536 16,0 1-3120-16</inkml:trace>
  <inkml:trace contextRef="#ctx0" brushRef="#br0" timeOffset="-51223.45">1866 11253 39215 0,'0'0'864'0,"0"0"176"0,0 0 48 0,0 0 0 0,6-7-864 0,-6 7-224 0,0 0 0 16,0 0 0-16,0 0 816 0,0 0 112 0,0 0 32 0,3 13 0 16,-5 4-176-16,-1 3-16 0,-5 1-16 0,-1 4 0 15,-2 2-432-15,-1 3-96 0,-1-1-16 0,0 2 0 16,0-1-64-16,3-1-16 0,2-3 0 0,2-4 0 16,-2-3-128-16,2-3 128 0,4-3-128 0,2-13 128 15,0 11-128-15,0-11 0 0,0 0 144 0,0 0-144 16,0 0 128-16,0 0-128 0,0 0 128 0,0 0-128 0,0 0 128 0,5-14-128 15,0 0 128-15,3-4-128 0,3-6 0 0,0-2 0 16,4-2 0-16,-1-4 128 0,2-2-128 0,2 1 0 16,0 0 0-16,0-1 0 0,2 3 0 0,-3 1 0 15,-3 2 0-15,-1 2-128 0,0 6 128 16,-1 3 0-16,-2 4 0 0,-2 3-128 0,-8 10 128 0,0 0 0 16,8-5 0-16,-8 5-128 0,0 0 128 0,0 0 192 15,9 12-32-15,-2 1-16 0,-2 1 80 0,0 5 16 16,2-1 0-16,-1 0 0 0,1-1-240 0,1 0 0 15,1-4 0-15,1 0 0 0,2-1 0 16,1-1-192-16,1 0 16 0,1-1 0 16,-1-1-2432-16,0 2-480 0,2 1-112 0</inkml:trace>
  <inkml:trace contextRef="#ctx0" brushRef="#br0" timeOffset="-50629.87">1915 11316 32015 0,'0'0'1408'0,"0"0"320"0,-9 3-1392 0,9-3-336 0,0 0 0 0,-6 7 0 0,-1 1 1392 16,3 0 208-16,4-8 32 0,-4 14 16 0,2-1-64 0,-1 0-16 16,-1 4 0-16,3 3 0 0,-1 3-688 0,2 3-144 15,0 7-32-15,2 2 0 0,-1 4-240 0,2 5-48 16,-2 5-16-16,2 1 0 0,-1 3 0 0,2 3 0 16,-1 0 0-16,-1 6 0 0,-2 9-16 0,0 3-16 15,0 4 0-15,0-1 0 0,2-1-48 0,-2 5 0 16,0 2 0-16,0 6 0 0,2 5-112 0,1-1-16 15,-1-3-16-15,2 7 0 0,-1 4-176 0,1 1 128 16,0 0-128-16,-2-29 128 0,1 5-128 16,1 38 0-16,-1-2 0 0,-1-6 0 0,-1-8 0 15,-1 1 0-15,-1 0 144 0,0 5-144 0,1-2 0 0,-3-2 144 16,-2-3-144-16,-2-1 0 0,1 3 144 0,-2 2-144 16,-1-4 0-16,0-2 144 0,1-2-144 0,-1-4 128 0,1 7-128 15,0-8 128-15,2-4 0 0,2-1 0 0,0-3 0 16,3-1 0-16,-2 0 144 0,3-3 32 15,-1-1 0-15,2-8 0 0,0-8-48 0,-1 0-16 16,0 1 0-16,0-1 0 0,3-1-80 0,-2-5-16 16,2-1 0-16,1-3 0 0,-3 0-144 0,3-8 128 0,0-6-128 0,1-3 128 15,-1-2-128-15,3-1 0 0,-1-1 0 0,1-1 0 16,-1-4 144-16,-1-2-144 0,1 0 160 0,0-4-160 16,1-1 0-16,-2 1 0 0,0-6-208 0,0 0 64 15,-2-3-96-15,2-3-16 0,-1 0 0 0,-4-7 0 16,0 0-1136-16,0 0-224 0,6 6-48 0,-6-6-16 15,12 1-1584-15,1-2-304 0,3-2-64 0</inkml:trace>
  <inkml:trace contextRef="#ctx0" brushRef="#br0" timeOffset="-49653.44">2004 17005 15311 0,'0'0'672'0,"-11"-4"160"0,-2 0-672 0,3 0-160 15,1-2 0-15,2-1 0 0,2 1 0 0,1-1 0 0,-1 1-160 0,1-3 160 16,1 1 1808-16,3 8 464 0,0-9 96 0,0 9 0 16,4-8-192-16,-4 8-32 0,11-9-16 0,0 2 0 15,3 3-160-15,1 0-48 0,1-1 0 0,2 1 0 16,3-2-576-16,1 2-128 0,0-1-32 0,4 1 0 15,4 0-384-15,4 2-80 0,1 2-16 0,3 0 0 16,4 0 112-16,5 0 16 0,4 0 0 0,5 0 0 16,4 2-96-16,0 0-16 0,2 0 0 0,5-2 0 15,3-2-208-15,7 1-64 0,9 0 0 0,1-2 0 16,2 0-192-16,5 1-64 0,5-2 0 0,7 3 0 16,3-3-64-16,5 1 0 0,-4-1-128 0,8 2 192 0,4-1-192 15,1 2 144-15,-6-1-144 0,4 0 128 0,7-1-128 16,-3 2 0-16,-3 0 144 0,4-2-144 0,3-1 144 0,-2 0-144 15,-5-2 192-15,5-3-192 0,2 1 208 0,0-1-64 16,-4-2-16-16,4 1 0 0,3 1-128 0,-1-1 0 16,-2 3 144-16,0 0-144 0,-2-2 0 0,-1 1 128 15,0 2-128-15,-6-1 0 0,-4 1 0 0,-4 0 144 16,0 1-144-16,-4 3 0 0,-6 2 144 0,-5-3-144 16,-1 0 0-16,-5 3 144 0,0 0-144 0,-7 0 0 15,-8 0 144-15,0 2-144 0,-3 2 0 0,-1-4 128 16,-2 0-128-16,-1 2 0 0,0 2 0 0,-5-3 128 15,-4 2-128-15,-4 0 0 0,-5-2 0 0,-3 0 0 16,-3 1 0-16,-5 0 128 0,-2 1-128 0,-5-1 0 16,-2 1 0-16,-5 0 128 0,-5 0-128 0,-3 1 0 15,-2-1 0-15,-2 1 0 0,-1 1-384 0,-1-2 0 0,-2 1 0 0,-10-4 0 32,12 4-1344-32,1-2-256 0,0 1-48 0,0-2-16 15,0 0-1648-15,4 1-336 0,4-1-64 0,2-1-12608 16</inkml:trace>
  <inkml:trace contextRef="#ctx0" brushRef="#br0" timeOffset="-49313.6">9260 16705 7359 0,'0'0'320'0,"0"0"80"0,0 0-400 0,0 0 0 0,2-9 0 0,-2 9 0 16,0-7 6944-16,-4 4 1312 0,4 3 256 0,-7-7 48 15,1 3-5088-15,-1 2-1008 0,7 2-208 0,-8-2-32 16,2 1-560-16,6 1-96 0,-8 0-32 0,0 1 0 16,8-1-544-16,0 0-112 0,-9 3-32 0,9-3 0 15,0 0-336-15,0 0-64 0,-6 4 0 0,6-4-16 16,0 0-256-16,0 0-48 0,0 0-128 0,-3 10 192 15,3-10-192-15,0 0 0 0,1 12 0 0,-1-12 0 0,5 12 0 0,2-2 0 16,-7-10 0-16,12 13 0 0,-2-4-128 0,2 0 128 16,-2-1 0-16,2 0 0 0,1-1-144 0,0-1 144 15,0 2 0-15,-2-2-144 0,-11-6 144 0,9 10 0 16,-9-10-144-16,6 10 144 0,-6-10 0 0,0 0 0 16,0 12 0-16,0-12 0 0,-2 10 0 0,-5-1 160 15,-2-1-32-15,-4 0-128 0,-1-2 320 0,-3 1-32 16,0-1-16-16,-2 2 0 0,0-1-16 0,-1-1-16 15,-3-1 0-15,-1 2 0 0,0 0-96 16,-1-1-16-16,1-1 0 0,0 2 0 0,0-1-128 0,3 1 0 16,0 1 0-16,3-2 128 15,3 1-560-15,1-1-112 0,4-1-32 0,4 2 0 16,6-7-2144-16,3 13-432 0,9 1-96 0</inkml:trace>
  <inkml:trace contextRef="#ctx0" brushRef="#br0" timeOffset="-48845.75">9066 17388 31327 0,'0'0'2784'0,"0"0"-2224"0,0 0-560 0,0 0 0 0,0 0 3040 0,0 0 496 15,0 0 112-15,0 0 0 0,0 0-1456 0,0 0-288 16,0 0-64-16,1 13-16 0,1-2-384 0,0 3-80 16,2 2-16-16,-1 2 0 0,-1 3-816 0,2-2-160 15,0 5-48-15,0-3 0 0,0 1-144 0,0-3-48 16,-1 1 0-16,-1-2 0 0,1-2-128 0,1-3 128 15,0-1-128-15,0-1 128 0,-1-3-128 0,-3-8 0 16,0 0 144-16,4 7-144 0,-4-7 0 0,0 0 128 16,0 0-128-16,0 0 0 0,0 0 0 0,0 0 144 15,0 0-144-15,8-3 0 0,-1-2 144 0,0-2-144 16,0-2 0-16,0-2 144 0,-4-5-144 0,4-2 0 16,-1-3 0-16,2-3 0 0,1 1 0 0,1-7 0 15,1-1 0-15,1-3 0 0,1-2 0 0,0 1 0 0,-2 0 0 16,0 1 0-16,1 3 0 0,0 3 0 15,-2 4-160-15,1 2 160 0,-4 2-352 0,1 3 32 16,-1 3 0-16,-2 3 0 16,-1 2-1328-16,-2 3-256 0,-2 6-48 0,0 0-13744 15,0 0-2752-15</inkml:trace>
  <inkml:trace contextRef="#ctx0" brushRef="#br0" timeOffset="-48582.57">8923 17371 52063 0,'-20'6'2304'0,"11"-5"480"0,-1-1-2224 0,0 0-560 0,4-1 0 0,-1 1 0 15,7 0 544-15,0 0 0 0,0 0 0 0,0 0 0 16,0 0-224-16,0 0-64 0,0 0 0 0,0 0 0 16,0 0-256-16,8 2 128 0,1 1-128 0,2-1 0 0,2 1 0 0,0-2 0 15,1 1 0-15,3-1 0 0,3 0 0 0,2-1 0 16,-3 0 0-16,2 0 0 0,0 0 0 0,1 3-192 15,2-3 48-15,-1 1 16 16,-1-1-1216-16,2 1-256 0,-1 1-32 0,2 0-16 16,-1-2-448-16,-4 2-80 15,0-1-32-15,0-1 0 0,-2 0-1376 0,8 4-256 0,-4-2-64 0</inkml:trace>
  <inkml:trace contextRef="#ctx0" brushRef="#br0" timeOffset="-48193">9325 17606 34671 0,'0'0'1536'0,"0"0"320"0,0 0-1488 0,0 0-368 0,0 0 0 0,7-3 0 0,0 1 2624 15,-7 2 464-15,0 0 96 0,0 0 16 0,0 0-928 16,0 0-176-16,9 0-48 0,-9 0 0 0,0 0-992 0,0 0-208 15,0 0-32-15,0 0-16 0,0 0-496 0,5 6-112 16,-1 0 0-16,-4-6-16 0,2 7-176 0,0 1 0 16,-2-1 0-16,0 0 0 15,0 1-368-15,0 0-144 0,-2 0-48 0,2 0 0 16,0 1-2064-16,2 4-432 0,-1-1-80 0</inkml:trace>
  <inkml:trace contextRef="#ctx0" brushRef="#br0" timeOffset="-47158.69">907 11336 22111 0,'-9'3'1968'0,"-1"0"-1584"15,-1-2-384-15,4 3 0 0,7-4 6224 0,0 0 1168 16,-6 12 224-16,4-1 64 0,2 4-5824 0,2 3-1168 15,1 1-240-15,0 8-32 0,0 0 160 0,1 7 16 16,0 2 16-16,2 3 0 0,0-1-208 0,1 1-32 0,-2-1-16 0,1-3 0 16,0-2-192-16,-3-4-32 0,1-10-128 0,0 1 192 15,-1-2-192-15,-1-2 128 0,-2-3-128 0,0-13 0 16,-1 11 0-16,1-11-128 0,0 0-16 0,-2 12 0 16,2-12-1136-16,0 0-208 0,0 0-48 0,0 0-16 15,0 0-2640-15,-4-9-528 0</inkml:trace>
  <inkml:trace contextRef="#ctx0" brushRef="#br0" timeOffset="-46878.12">713 11344 21183 0,'0'0'1888'0,"-10"-2"-1504"16,1-1-384-16,9 3 0 0,0 0 5984 0,0 0 1120 16,0 0 240-16,0 0 32 0,0 0-5168 0,9-7-1040 15,4-2-208-15,4 2-32 0,4-3-608 0,3 0-112 16,2-2-16-16,2 2-16 0,-1 2-176 0,3-1 0 15,-1 1 0-15,-2 3 128 0,1 1-128 0,-2 0 0 16,-2 3 0-16,0 1 128 0,-7 2-128 0,-2 2 0 16,0 1 0-16,-3 2 0 0,-3 1 240 0,-3 1-48 15,-1 0 0-15,-3 3 0 0,-5 1 368 0,-2 0 64 16,-3 0 16-16,-1 1 0 0,-1 2-64 0,-4 1 0 16,-4 0 0-16,0 1 0 0,-2-1-256 0,1 3-64 15,-3-4-16-15,-2 1 0 0,1-2-240 0,1-1 176 0,-1 0-176 0,3-1 160 16,0-2-384-16,2-1-80 0,1-2-16 0,4 0 0 31,2-1-2432-31,5-1-480 0</inkml:trace>
  <inkml:trace contextRef="#ctx0" brushRef="#br0" timeOffset="-45020.76">3909 15384 10127 0,'0'0'448'0,"0"0"96"0,0 0-544 0,0 0 0 0,0 0 0 0,0 0 0 0,2-9 4976 0,-2 9 880 16,0 0 176-16,9-9 48 0,-1 3-3216 0,-8 6-640 15,11-6-128-15,-11 6-32 0,10-3-672 0,-10 3-144 16,0 0-32-16,12 0 0 0,-12 0-160 0,0 0-32 15,0 0-16-15,8 9 0 0,-8-9 48 0,0 13 16 16,-4 0 0-16,0-3 0 0,-2 1-384 0,-1 0-80 16,-1 1-16-16,0-1 0 0,0 0-272 0,0-3-48 0,-1 0-16 0,0 0 0 15,-1-4-64-15,2 0 0 16,0-2-16-16,0 1 0 0,0-3-48 0,2 0 0 0,6 0 0 0,-7-5 0 16,0 1-128-16,1 0 0 15,1-4 144-15,1 0-144 0,0 0 0 0,3-2 0 0,1-2 0 16,1-1 0-16,1 0 0 0,0 0 0 15,2-1 0-15,1-1 0 0,2 1 0 0,1 0 0 0,1-1 0 16,1 2-128-16,3 0 128 0,-1 0 0 0,0 0 0 16,1 3 0-16,0 1 0 0,1 1 0 15,0 1 0-15,1 2-128 0,-2 1 128 0,1 1 0 0,-1 2 0 0,2 1 0 16,-1 3 0-16,-1 2 0 0,-1 0 0 0,-3 3 0 16,-3 1 0-16,0 0 144 0,-3 2-144 0,0 0 0 15,-2 2 224-15,-1 1-64 0,-1-3-16 0,-2 1 0 16,0 0 0-16,-3-1 0 0,-1 1 0 0,-3 0 0 15,0-2 0-15,-2 1 0 0,-1-3 0 0,0-1 0 16,0 0-144-16,0-1 192 0,-1 0-192 0,1-6 192 0,2 1-192 0,0-1 128 16,-4-1-128-16,2 1 128 0,0-4-128 0,3 0 0 15,1 0 0-15,1-1 128 0,1-2-128 0,2-2 0 16,2 0 0-16,1 0 0 0,0 0 0 0,4-4-144 16,2 1 144-16,2 0 0 0,1-1-192 0,1 0 192 15,2 0-192-15,2 0 192 0,1 3-176 16,1-2 176-16,0 3-160 0,1 1 160 0,-2 3 0 0,-1 2 0 15,-1 3-128-15,0 0 128 0,-2 3 0 0,-1 1 0 16,-1 0 0-16,-1 2 0 0,-1 1 0 0,-1 0 0 16,-4-7 0-16,0 12 0 0,-1-3 176 0,-2 2-176 15,-1-1 160-15,-1 1-160 0,0-2 160 0,-2 0-160 16,-1 0 160-16,-1-1-160 0,-1 0 128 0,-2 1-128 16,0-3 0-16,0 1 144 0,2-2-144 0,-2 0 0 15,-2-1-192-15,-4 0 192 16,5-3-1696-16,2-1-224 0,11 0-32 0,0 0-21600 0</inkml:trace>
  <inkml:trace contextRef="#ctx0" brushRef="#br0" timeOffset="-44692.46">3759 15920 44799 0,'0'0'1984'0,"0"0"416"0,-4 4-1920 0,1 1-480 0,0 2 0 0,0 3 0 0,0-1 608 0,2 5 32 15,-2 0 0-15,0 2 0 0,-2 0 64 0,1 1 32 16,-1 2 0-16,3-1 0 0,-2 0-544 0,2 0-192 16,2-2 144-16,-1 0-144 15,-2-2-832-15,2-1-240 0,1-1-48 0,3-2-16 16,3-1-2896-16,1-1-576 0</inkml:trace>
  <inkml:trace contextRef="#ctx0" brushRef="#br0" timeOffset="-44277.21">3485 15613 28559 0,'-26'2'1264'0,"15"0"272"0,-2-1-1232 0,0 3-304 0,0 2 0 0,0 2 0 16,0 4 3600-16,0 0 672 0,-1 3 128 15,1 6 16-15,1 4-2496 0,0 2-512 0,1 2-112 0,1 3-16 16,3 5-432-16,1 2-80 0,1 4-32 0,1-2 0 15,3-2-160-15,1 0-16 0,1 0-16 0,3 0 0 16,0 0-144-16,3-1-16 0,0 0-16 0,4-2 0 16,2-2-240-16,1-4-128 0,3-3 160 0,3 0-160 15,1-4 0-15,3-2 128 0,4-3-128 0,0-4 0 0,0-2 0 0,0-3 0 16,1-3 0-16,1-3 0 0,3-4 0 0,-2-1 0 16,0-5-128-16,-1-3 128 0,0-2-128 0,0-1 128 15,0-2-192-15,-1-1 192 0,-3-5-256 0,0-2 64 16,-1 1 16-16,1-2 0 0,-3-3-32 0,0-1-16 15,-4 0 0-15,-1 1 0 0,-3 0 224 0,-4-1-176 16,-1 2 176-16,-4-2-160 0,-1-1 160 0,-2 0 0 16,-4-1 0-16,-3 2-128 15,-2-1 128-15,-5-9 0 0,-5 7 0 0,-1 3 0 0,-1 2 0 0,-3 3 128 16,-2-1-128-16,-2 5 0 16,1-1-448-16,1 3-144 0,1-1-48 0,1 2 0 15,3 2-1376-15,3 2-288 0,4 3-48 0,0 0-17904 0</inkml:trace>
  <inkml:trace contextRef="#ctx0" brushRef="#br0" timeOffset="-43744.84">4036 15391 19343 0,'0'0'1728'0,"0"0"-1392"16,0 0-336-16,0 0 0 0,0 0 4416 0,0 0 800 15,0 0 160-15,0 0 48 0,0 0-3280 0,15 3-656 16,-1-1-128-16,2-2-16 0,2 0-128 0,3 0-32 15,1 0 0-15,0 0 0 0,2 0-352 0,-1 0-80 16,3 0-16-16,1 0 0 0,3-2-64 0,4 0-16 16,3 0 0-16,-8 0 0 0,3 1-272 0,6 0-64 15,5-2-16-15,4 2 0 0,2 0-176 0,2-1-128 16,1 0 144-16,4-1-144 0,3 2 128 0,4-2-128 16,-1 1 0-16,2 0 0 0,1 0 128 0,1-1-128 15,-3 2 0-15,3 1 0 0,0-3 128 0,2 2-128 16,1-2 0-16,1-2 0 0,1 0 128 0,1 0-128 15,-2 1 0-15,2 0 0 0,-1-2 128 0,2 1-128 16,2-1 0-16,-4 1 0 0,-3-1 176 0,-3 2-176 16,-1 2 192-16,-4-1-192 0,-4 3 0 0,-2-2 0 15,-5 0-160-15,-1 2 160 0,-2 0 0 0,-3 0 0 0,-4 0 0 0,-2 0 0 16,-5 2 0-16,-2 0 0 0,-4-2 144 16,-2 1-16-16,-5 2-128 0,-2 0-128 0,-4-2 128 0,0 0-192 15,-1 1 192-15,-1 0 0 0,-1 0 0 0,-1-1-128 16,-1 0-224-16,0 0-32 0,-2-1-16 0,-6 0 0 31,7 0-1376-31,-7 0-272 0,9 0-48 0,0 0-12432 0,-1-1-2496 0</inkml:trace>
  <inkml:trace contextRef="#ctx0" brushRef="#br0" timeOffset="-42866.68">7052 15287 14735 0,'0'0'1312'0,"0"0"-1056"0,0 0-256 0,0 0 0 15,0 0 3840-15,0 0 720 0,0-4 144 16,0 4 32-16,0 0-1888 0,0 0-368 15,0 0-80-15,0 0-16 0,0 0-656 0,0 0-144 0,0 0-32 0,10 0 0 16,-10 0-656-16,0 0-128 0,9 4-16 0,-9-4-16 16,0 0-112-16,7 7-32 0,-7-7 0 0,2 11 0 15,0-2-16-15,-4 0-16 0,-1-2 0 0,-1 1 0 16,-2-1-176-16,0 1-16 0,-2 0-16 0,0 0 0 16,-1-2-144-16,0 0-16 0,-3-3-16 0,2 1 0 0,-1-1-176 0,0-2 192 15,-1 1-192-15,0-2 192 0,1-2-192 0,0 1 0 16,1 0 144-16,2-2-144 0,1-1 0 15,2 0 0-15,0 0 0 0,5 4 0 0,-4-6 0 16,1-1 0-16,2-1 0 0,2 1 0 0,2 0 0 0,0-1 0 16,2-1 0-16,1-1 0 0,1 1-128 0,2-1 128 15,1 3-128-15,2 0 128 0,1-2 0 0,0 1 0 16,2 2 0-16,-2 2-128 0,0 1 128 16,0 3 0-16,0 0 0 0,-2 0 0 0,4 1 0 0,-2 2 0 15,-3 1 160-15,2 1-160 0,0 0 192 0,-2 2-64 16,-2 2-128-16,-2 0 192 0,-2 0-32 0,0 2-16 15,-1 0 0-15,-2 1 0 0,-2-1 16 0,-2-1 0 0,-1 2 0 16,-2-2 0-16,-5 1-32 0,2-2 0 16,0 1 0-16,-1-3 0 0,-2-1 0 0,0 1-128 15,2-2 192-15,-1 0-64 0,0-3 0 0,0 0 0 16,1 1 0-16,-1-3 0 0,-2 0-128 0,2-4 0 16,-2 1 0-16,3-2 0 0,3 1 0 0,0-1-144 0,1-2 144 15,0 1-208-15,4-1 208 0,0 1-176 0,1-3 176 16,1 0-160-16,3 1 160 0,1-3 0 0,2 2-144 0,2-3 144 15,0 1-144-15,1-2 144 0,1 2-192 0,2 2 192 16,-1 0 0-16,-1 1-128 0,2 2 128 0,-2-2 0 16,1 3 0-16,-4 1 0 0,3 1 0 0,-1 2 0 15,0-1 0-15,-1 2 0 0,-1 0 0 0,-7 0 0 0,0 0 0 16,8 6 0-16,-8-6 0 0,5 8 0 16,-1 1 0-16,-2 0 192 0,-4 1-48 0,0-1-16 0,-1 0 0 15,-2 1 0-15,-2-1 0 0,0-1 0 16,-3-1-128-16,3 1-176 0,-1 1 48 0,-1-1 0 15,0-1-768-15,-1-2-160 0,3-1-32 16,-1 0 0-16,8-4-2608 0,0 0-528 0</inkml:trace>
  <inkml:trace contextRef="#ctx0" brushRef="#br0" timeOffset="-42471.97">5818 15049 51263 0,'0'0'2272'16,"0"0"464"-16,0 0-2192 0,0 0-544 0,0 0 0 0,0 0 0 0,0 0 448 0,4 8 0 16,-4-8-16-16,8 8 0 0,1-1 288 0,2-1 64 15,-2 1 16-15,1 0 0 0,2 3-384 0,0-1-80 0,1-2-16 0,0 3 0 16,0-1-192-16,1 0-128 0,2-1 128 0,-2 0-128 15,1 1 176-15,0 0-48 0,3 0 0 16,-1 0 0-16,-4 0-128 0,2-2 0 0,0 0-192 0,1 1 192 16,-2 0 0-16,-1-1 0 0,-2-1 0 0,-1 1 0 15,-2-1 0-15,-1-1 0 0,-2 1 128 0,-5-6-128 16,1 6 0-16,-1-6 0 0,-2 8 0 0,-4 0 0 16,-1 1 0-16,-3 0 208 0,-3 0-48 0,-6 6-16 0,1 0 32 15,-3-2 0-15,-3 3 0 0,1-1 0 16,1-1-176-16,-2 0 192 0,-1 0-192 0,11-5 192 15,-2 0-192-15,1 1 0 0,0-1 0 0,1-1 0 16,0-1 0-16,2 2 0 0,4-2 0 0,4-2 0 16,4-5-2080-16,7 7-288 0,6-1-64 0,8-4-21248 15</inkml:trace>
  <inkml:trace contextRef="#ctx0" brushRef="#br0" timeOffset="-41925.19">6698 15985 25791 0,'0'0'2304'0,"-7"2"-1856"0,-1-4-448 0,1 1 0 0,7 1 5312 0,0 0 960 16,0 0 192-16,0 0 32 0,0 0-4256 0,0 0-864 15,0 0-160-15,0 0-48 0,8-1-816 0,3 1-160 16,0-3-48-16,5 2 0 0,-2 0-144 0,2 1 0 15,1 0 144-15,1 2-144 0,-1 1 144 0,1-1-144 16,-2 2 192-16,-2-1-192 0,-2 2 272 0,0 2-48 16,-4-1-16-16,-1 3 0 0,0-2 96 0,-2 2 16 15,-1-1 0-15,-5 1 0 0,-3 1 64 0,-3 0 0 16,0 1 16-16,-3 1 0 0,-1 0-128 0,-2-1-16 16,-2 1-16-16,1 0 0 0,0 1-240 0,-2-3 176 15,0 3-176-15,2-2 160 0,1-1-112 0,3-1-48 0,0-1 0 0,4-1 0 16,1-2 0-16,5-5 0 15,0 0 0-15,1 8 0 0,-1-8 0 0,8 5 0 16,1-1 0-16,3 0 0 0,-1-2 0 16,2 0 0-16,2-1 0 0,2 0 0 0,2-1 0 15,1 0 0-15,1-1 0 0,1 0 0 0,-1-2 0 0,1 1-128 0,1-2 128 16,1-2 0 0,-2 0-1360-16,1-2-176 0,0 0-16 0,-1 0-22992 0</inkml:trace>
  <inkml:trace contextRef="#ctx0" brushRef="#br0" timeOffset="-40673.12">7096 15335 26255 0,'0'0'1152'0,"0"0"256"0,0 0-1120 0,-5 1-288 0,5-1 0 0,-5 0 0 0,5 0 1888 0,-6 0 320 15,6 0 64-15,-5-1 16 0,0 0-400 0,0-1-80 16,5 2-16-16,-5-2 0 0,-1-4-528 0,1 3-112 0,0-1-32 16,0 0 0-16,0-1-96 0,-1 1-32 0,1-2 0 15,-1 1 0-15,-1 0-112 0,-1-2-32 0,2 2 0 0,-2-1 0 16,-1-2-336-16,1 0-64 0,0-1 0 0,0 1-16 16,-1-4-224-16,0 2-32 0,0 0-16 0,0-1 0 15,1-1-160-15,0 1 192 0,-1-2-192 0,0-2 192 0,-1 2-64 16,-2 1-128-16,0-1 192 0,0 0-64 0,1-1 48 15,-1 2 0-15,0 1 0 0,-1-2 0 0,0-3-32 16,-3 2 0-16,2-3 0 0,-2 0 0 0,-1-2-16 16,-1 0 0-16,1-1 0 0,2-1 0 0,-1 1-128 15,-2 0 128-15,-3-3-128 0,1-1 128 16,2-1-128-16,0-2 128 0,-2 0-128 0,1-2 128 0,-1 0-128 0,-1 1 192 16,-2-1-192-16,-1 0 192 0,1-1-192 0,1-1 160 15,0-2-160-15,-2-1 160 0,-1-2-160 16,1-3 0-16,-4 0 0 0,1-2 128 0,-1-2-128 15,0-1 0-15,2 0 0 0,-3-1 0 0,-2 2 0 0,2 2 0 16,0-2 128-16,2-2-128 0,0 0 0 0,-1-2 0 16,-1 0 0-16,2-2 0 0,0 1 0 0,-1-1 0 0,1 2 0 15,0 0 0-15,1 0 0 0,1-1 0 16,-1-2 0-16,1-2 0 0,0 4 0 0,2-2 0 16,3 1 0-16,2 0 0 0,2 2 0 0,3 2 0 15,1 2 0-15,-1 0 0 0,2 1 0 0,2 3 0 0,2-1 0 16,-1 2 0-16,0 3-144 0,3 2 144 0,1 2 0 0,0 3 0 15,0 2-192-15,1 3 192 0,3 2-192 16,0 3 192-16,-3-1-240 0,2 5 64 0,-2 2 16 16,3 3 0-16,1 1-112 0,-1 1-32 0,-1 0 0 15,1 7 0-15,0 0-576 0,0 0-112 0,0 0-32 0,0 0 0 16,0 0-1392-16,0 0-272 0,0 0-64 0,0 0-17344 16</inkml:trace>
  <inkml:trace contextRef="#ctx0" brushRef="#br0" timeOffset="-39723.14">5546 12574 8287 0,'-5'-2'736'0,"-2"2"-592"0,1 0-144 0,1 0 0 0,-1-2 6288 0,0 2 1232 16,-1 2 240-16,1-2 48 0,6 0-4144 0,-7 4-832 15,-1-1-160-15,2 1-48 0,1 0-1024 0,-1 1-224 16,1 0-32-16,0 0-16 0,0 2-608 0,0-1-112 16,-2 1-32-16,1-3 0 0,-2 2-96 0,0 0-32 15,0-1 0-15,2 0 0 0,-2-1-96 0,0 0-32 16,-2-2 0-16,-1 1 0 0,1 1-128 0,-1-4-16 15,2 0-16-15,-1 0 0 0,-1 0-160 0,1-4 192 16,1 1-192-16,2-2 192 0,-1 0-192 0,2-2 128 16,1 1-128-16,1-1 128 0,1-2-128 0,2-1 0 15,1-2 0-15,1 0 0 0,2-1 0 0,-1 0 0 16,1 0-128-16,2 0 128 0,3 1-128 0,1 1 128 16,0 0-160-16,2 1 160 0,-1 2-160 0,2 2 160 15,0 0-160-15,-1 0 160 0,-2 2-128 0,2 1 128 16,-2 3 0-16,0 0-144 0,-9 0 144 0,0 0 0 15,9 4 0-15,-1 1-128 0,-8-5 128 0,5 10 0 0,-1-1 0 16,-1 1 0-16,-2-1 0 0,-1 2 128 0,-3-1-128 16,1 2 128-16,-1-3-128 0,-1 1 176 0,-1 0-176 0,-1-1 192 15,-1 0-64-15,-1-1-128 0,-1-2 192 0,1-1-64 16,-1-1 0-16,0 0-128 0,-1-1 192 0,-1-1-64 16,1-2-128-16,1 0 0 0,-2-2 144 0,2-1-144 15,1-1 0-15,2 0 144 0,-1-1-144 0,2 0 0 16,1-2 0-16,1 1 0 0,2-5 0 0,2 1 0 15,2 1 0-15,2-4-176 0,2 1 176 0,2 0-208 16,0-1 48-16,2 0 16 0,-1 3 0 0,3 1 0 0,1 0 144 16,1 1-128-16,-2 3 128 0,0-1-128 0,0 2 128 15,-3 2 0-15,-1 2-144 0,-9 0 144 0,11 0 0 0,-3 4 0 16,-8-4-144-16,0 0 144 0,4 10 0 0,-3 2 0 16,-2-2 128-16,-1 2-128 0,-2 0 192 0,0 1-64 15,-1-3-128-15,-1 1 192 0,-2-1-192 0,1-1 128 16,2 0-128-16,-1-1 0 15,-1-1-304-15,2-1-144 0,5-6-48 0,0 0 0 16,0 0-1392-16,0 0-288 0,0 0-48 0,0 0-16 16,0 0-2896-16,5-2-592 0,7-7-112 0,0-3-32 0</inkml:trace>
  <inkml:trace contextRef="#ctx0" brushRef="#br0" timeOffset="-39248.16">5868 11957 29487 0,'-4'-1'2624'0,"-1"-5"-2112"0,2 1-512 0,1 0 0 16,0-1 3264-16,0-1 528 15,0 0 112-15,2 0 32 0,2 0-1776 0,0-2-368 0,0 2-64 0,3 0 0 16,0 0-928-16,2-2-176 0,2 1-48 0,1 0 0 16,2 3-352-16,0-1-80 0,2-1-16 0,2 1 0 15,-2-4-128-15,0 4 0 0,3 1 0 0,-2 2 0 0,-2-1 0 0,0 3 0 16,0 0 0-16,-5 1 0 15,-8 0 144-15,0 0-144 0,0 0 160 0,0 0-160 0,6 6 288 16,-6-6-32-16,0 8-16 0,-3 1 0 0,0 0 144 0,-5 2 48 16,-1-4 0-16,-2 3 0 0,-1-1-176 0,1 1-48 15,-4-2 0-15,2 1 0 0,0 0-48 0,0 2-16 16,-1-5 0-16,1 2 0 0,1 0-144 0,0 0 192 16,2-1-192-16,1 0 192 0,1-1-192 0,3 1 0 15,5-7 144-15,-3 7-144 0,3-7 0 0,0 0 0 16,0 0 0-16,0 9 0 0,0-9 0 0,5 6 0 15,1 2 0-15,0-1 0 0,2-1 0 0,1-1 0 16,0-1 0-16,0 3 0 0,2-1 0 0,1 1 0 16,-3-2 0-16,0 1 0 0,-3 0 0 0,2 0 0 15,-3 1 0-15,1 1 0 0,-1-1 0 0,-3 1 0 16,-2 1 0-16,-1 2 128 0,-2-3-128 0,0 2 0 0,-3 2 0 16,0-3 0-16,-2 0 0 0,0 1 192 15,-1 2-64-15,0-1 0 0,-3-1-128 0,0 2 128 0,2-4-128 16,0-1 128-16,0 1-128 0,1-1 0 15,2-2 0-15,0 0 0 16,0-1-1936-16,7-4-304 0,0 0-64 0</inkml:trace>
  <inkml:trace contextRef="#ctx0" brushRef="#br0" timeOffset="-38491">5211 12598 9215 0,'0'0'816'0,"0"0"-656"0,0 0-160 16,0 0 0-16,0 0 4592 0,0 0 880 0,-5-2 176 0,0-1 48 15,1 1-2112-15,0 0-400 0,-2 1-96 0,0 0-16 16,-3-1-800-16,0 2-160 0,0 0-48 0,-2 0 0 15,1 0-688-15,-2-2-144 0,-2 2-16 0,-1 0-16 16,-2-2-448-16,-1 2-96 0,-1-1-16 0,-2 2 0 16,-1-1-288-16,-2 0-64 0,-1 0-16 0,1 0 0 15,-5 0-272-15,-2 2 160 0,-5 0-160 0,0-2 128 16,-5 0-128-16,-3 0 0 0,0-2 0 0,-24 2 0 16,4 2 0-16,4-2 0 0,1 3 0 0,1 0 0 0,-6-2 0 15,-1-1 0-15,-2 2 0 0,-2 1 0 16,-1-2 0-16,2 1 0 0,4-2 0 0,0 0 0 15,0-2 0-15,2 1 0 0,-1 0 0 0,1-1 0 0,0 1 0 0,4-1-144 16,3-1 144-16,4 0-208 0,4-1 64 0,1 2 16 16,2-3 0-16,0 1 0 0,-1 0 128 0,5 0-128 15,2-3 128-15,2 3-128 0,-2 2 128 0,4-2 0 16,0 1 0-16,3 3-128 16,0-2 128-16,2 0 0 0,3 2 0 0,2 0 0 0,2 0 0 0,3 0 0 15,-2 0 0-15,3 0 0 0,2-1-176 0,3 1 176 0,1 1-208 16,2-1 80-1,-1-1-1056-15,11 1-208 0,0 0-32 0,0 0-16 16,0 0-1856-16,0 0-368 0</inkml:trace>
  <inkml:trace contextRef="#ctx0" brushRef="#br0" timeOffset="-37737.84">2534 12592 7359 0,'0'0'656'0,"0"0"-528"15,0 0-128-15,0 0 0 0,8-7 5440 0,-8 7 1040 0,11-6 224 16,-1 2 32-16,-10 4-4816 0,0 0-960 15,13 1-192-15,-13-1-32 0,11 5 496 0,-11-5 112 0,9 10 0 0,-3 0 16 16,-2 0-112-16,-1 1-32 16,-2-1 0-16,-1 2 0 0,-1-2-256 0,1-10-48 0,-5 11-16 15,-1-5 0-15,6-6-240 0,-6 11-48 0,-2-3-16 0,0-3 0 16,-1-1-128-16,9-4-16 0,-10 4-16 0,0-4 0 16,0 0-192-16,0-2-48 0,-2 2 0 0,1-4 0 15,1 2-32-15,2-2-16 0,0 1 0 0,2-1 0 16,6 4-144-16,-7-5 160 0,2-3-160 0,3 2 160 15,3-5-160-15,1 2 0 0,1 0-160 0,0 1 160 16,1-2-176-16,1 1 176 0,1 0-192 0,2 1 192 0,3-1-192 16,0 1 192-16,0 1-192 0,0 2 192 15,2 1-176-15,-1 0 176 0,-12 4-160 0,13-1 160 0,0 1-128 16,0 1 128-16,-2 2 0 0,-2 2-144 16,-9-5 144-16,8 5 0 0,0 2 0 0,-8-7 0 0,7 10 0 15,-1-2 128-15,-6-8-128 0,2 11 176 0,-2-11 0 16,0 11 0-16,0-11 0 0,-2 13 0 0,2-13 16 0,-4 11 16 15,0-2 0-15,4-9 0 0,-8 8 16 0,0-2 0 16,-1-2 0-16,9-4 0 0,0 0-80 0,-12 2-16 16,2-4 0-16,-1 4 0 0,1 0-128 0,1 1 160 15,-3-3-160-15,3-2 160 0,2 0-160 0,1-1 0 0,6 3 144 16,-8-4-144-16,0 0 0 0,8 4 0 16,0 0 0-16,0 0 0 0,-2-6 0 0,2 6-128 15,0 0 128-15,0 0-128 0,0 0-16 0,0 0 0 16,0 0 0-16,0 0 0 0,0 0 0 0,0 0 0 15,0 0 0-15,0 0 0 16,0 0-1376-16,0 0-272 0,10 1-48 0,3 4-12624 0,3-2-2512 0</inkml:trace>
  <inkml:trace contextRef="#ctx0" brushRef="#br0" timeOffset="-37266.39">2826 11512 44927 0,'-9'-9'1984'0,"9"9"416"0,-4-4-1920 0,4 4-480 0,0 0 0 0,0 0 0 0,-3-4 560 0,3 4 16 16,-6-1 0-16,6 1 0 0,0 0 512 0,-5 3 96 15,-1 2 32-15,0 1 0 0,0 2-640 0,-2 1-128 16,-1 2-32-16,0 2 0 0,1 3-96 0,-1-1-32 16,-2 2 0-16,2 1 0 0,0 1-144 0,-1-1-16 15,-1-1-128-15,2 1 192 0,3-4-192 0,-1 2 128 16,1 0-128-16,0-2 0 0,0-1 0 0,1-1 128 16,-1-2-128-16,1-1 0 0,-1-1 0 0,0-1 144 15,1-1-144-15,5-6 128 0,0 0 16 0,0 0 0 16,0 0 0-16,0 0 0 0,0 8-16 0,0-8 0 15,0 0 0-15,0 0 0 0,0 0-128 0,0 0 0 16,8 7 0-16,1-6 128 0,2-2-128 0,-1 1 0 16,2-4 0-16,2 1 0 0,3-1 0 0,0-1 128 0,0-2-128 0,1 0 0 15,0 0 0-15,2 1 0 0,-2-2 0 16,-1 1 0-16,1 1 0 0,1-1 0 0,-2 1 0 0,5-5 0 31,-3 5-768-31,-3-1-48 0,-4 1 0 0,-3 0 0 16,-9 6-1056-16,8-3-224 0,-8 3-32 0,0 0-12256 0,0 0-2448 0</inkml:trace>
  <inkml:trace contextRef="#ctx0" brushRef="#br0" timeOffset="-37059.73">2806 11681 17503 0,'0'0'768'0,"0"0"176"0,0 0-752 0,0 0-192 0,0 0 0 0,0 0 0 0,0 0 5168 0,0 0 992 16,0 0 208-16,0 0 32 0,0 0-3376 0,5 7-672 15,-1 5-144-15,0 2-32 0,1 3-1088 0,-1 3-208 16,-4 2-48-16,2 2-16 0,2 0-416 0,-1 4-80 16,-1 2 0-16,2 1-16 0,0 2-304 0,2 2 0 15,-1 1 0-15,5 15 0 16,1-5-1888-16,3 1-480 0,3 1-112 0</inkml:trace>
  <inkml:trace contextRef="#ctx0" brushRef="#br0" timeOffset="-36104.71">2627 12714 10127 0,'0'0'448'0,"0"0"96"0,-7-2-544 0,4-1 0 0,-1 2 0 0,4 1 0 15,0 0 3232-15,0 0 544 0,0 0 96 0,0 0 32 16,0 0-1600-16,0 0-320 0,0 0-64 0,0 0-16 16,5 8-96-16,0 2-16 0,-1 2 0 0,3 0 0 15,-1 2-208-15,-1 3-48 0,3 1-16 0,0 4 0 16,-3 1-304-16,2 3-48 0,-1 1-16 0,1 3 0 15,0 6-448-15,3 7-80 0,0 7-32 0,0 3 0 0,4 5-144 0,0 0-48 16,-1 5 0-16,3-2 0 0,0 2 0 0,3 2 0 16,-2 0 0-16,2 4 0 15,3 2-16-15,2-1 0 0,1-2 0 0,-1-3 0 0,2-2-64 16,-1-1-32-16,1 5 0 0,2-1 0 0,-1 1-64 0,2-2-16 16,2-4 0-16,-1-3 0 0,1-4-80 0,2 0 0 15,0-2-128-15,2-1 192 0,-1-3-192 0,1-1 144 16,1 0-144-16,0-3 128 0,-1-3-128 0,-3-4 0 15,-2-1 144-15,-1-5-144 0,0-4 0 0,-5-1 128 16,-3-2-128-16,0 1 0 0,-1-3 0 0,-3-1 128 0,-2-3-128 16,0 0 0-16,-4-1 0 0,1-3 144 0,-1 2-144 0,-2-2 0 15,-2-3 128-15,1 1-128 16,-1-5 0-16,-1 1 0 0,0-1 128 0,-6-7-128 16,6 4 0-16,-6-4 0 0,0 0 0 0,0 0 0 15,9 2 0-15,-9-2 0 0,0 0 0 0,9-1 0 16,0 0 0-16,-1-2 0 0,-8 3-240 0,8-5 0 0,-8 5 0 0,9-5 0 31,0-2-1136-31,-1 1-224 0,-5-2-64 0,2-1 0 16,0-2-1536-16,-1 3-320 0,0 1-64 0</inkml:trace>
  <inkml:trace contextRef="#ctx0" brushRef="#br0" timeOffset="-35649.08">2996 14580 26719 0,'0'-14'2368'0,"0"14"-1888"16,0 0-480-16,0 0 0 0,0 0 2816 0,5-7 480 15,0 1 96-15,2 0 0 0,-1 3-1488 0,2 0-304 16,1-1-64-16,2 1-16 0,-1 1 48 0,2 1 16 16,1 1 0-16,1 1 0 0,1 1-400 0,0 5-80 15,2-1-16-15,2 1 0 0,-1 1-336 0,1 1-80 0,1 0-16 0,-1 3 0 16,-2 1-336-16,4 0-80 0,1 0-16 0,-1 0 0 16,-2 0-224-16,-3-3 176 15,1 0-176-15,-1 0 160 0,-2-2-160 0,-1 0 0 16,-2-3 0-16,-2 0 128 0,0-1-128 0,-2-1 128 15,-7-3-128-15,0 0 128 0,6-3-128 0,-6 3 160 16,0 0-160-16,4-5 160 0,-1 0-160 0,-1-5 160 16,0 1-160-16,-2-1 160 0,-2-2-160 0,1-1 128 0,-2-1-128 15,-1-2 128-15,-1 0-128 0,0-3 0 0,-1-1 0 16,-1-1 0-16,-1-3 0 0,-1-1-144 0,3-4 144 0,-1 2-208 16,0-2-704-1,2 2-144-15,0-1-32 0,1 2 0 0,2 3-1504 0,0-3-304 0,4 2-64 16</inkml:trace>
  <inkml:trace contextRef="#ctx0" brushRef="#br0" timeOffset="-34910.8">5722 13770 18431 0,'0'0'816'0,"0"0"160"0,0 0-784 0,0 0-192 0,0 0 0 0,0 0 0 0,0 0 5984 0,-1 7 1152 16,-1-1 224-16,1 2 64 0,0 3-4064 0,-1-2-800 15,1 3-176-15,0 1-16 0,-3 1-1232 0,1 2-240 16,-1-1-64-16,2 1 0 0,-1 0-416 0,2-1-96 16,0 0 0-16,-2-2-16 0,2-2-176 0,-1-2-128 15,1-1 192-15,1 0-192 0,0-8 128 0,0 8-128 16,0-8 0-16,0 0 0 0,0 0 0 0,0 0 0 15,0 0 0-15,0 0 0 0,0 0 0 0,0 0 0 0,0 0 0 0,0 0 0 16,5-8 0-16,2 0 0 16,-1-1-144-16,0-3 144 0,-1-3-144 0,1-2 144 15,0-3-160-15,0-1 160 0,1-1-128 0,0-4 128 16,1 1 0-16,0 1-144 0,-1-1 144 0,-2 3 0 0,0 1 0 0,0 3 0 16,0 1 0-16,1 2 0 0,-1 5 0 15,-1 2 0-15,-2 2 0 0,-2 6 0 16,0 0 0-16,0 0 128 0,0 0 16 0,0 0 16 0,7-2 0 15,1 2 0-15,0 0-32 0,1 4-128 0,0 0 192 16,3 1-64-16,1 2-128 0,1-1 0 0,0 2 0 16,4 0 128-16,1-2-128 0,2 2 0 0,-2-1 0 0,2-1 0 15,-1 1 0-15,-2-1 0 0,1 0 0 0,0-3 0 16,-2 3 0-16,-2-4 0 0,-3 2 0 0,0 0-176 16,-2 0-496-16,-1 1-96 15,-1-2-32-15,-8-3 0 0,0 0-1536 0,0 0-304 16,8 1-64-16</inkml:trace>
  <inkml:trace contextRef="#ctx0" brushRef="#br0" timeOffset="-34185.07">4352 12546 37023 0,'0'0'1648'0,"0"0"336"0,-3-4-1600 0,3 4-384 0,-2-5 0 0,0 4 0 0,2 1 1968 0,-2-7 304 15,2 7 64-15,-4-5 16 0,-3 0-240 0,2 1-32 16,0-1-16-16,-2 1 0 0,-1 0-832 0,1 1-160 16,-4 1-48-16,2-1 0 0,-1 2-432 0,-2-2-80 15,-1 3-32-15,-1 3 0 0,-1-3-240 0,-2 2-48 16,-1 2-16-16,-2-1 0 0,0 1-128 0,-3 0-48 15,0-2 0-15,1 5 0 0,0-1 0 0,1 2 0 16,0-1 0-16,4-1 0 0,1 2 0 0,2 1 0 16,1 0 0-16,0 0 0 0,0-1 0 0,2 0 0 15,4 0 0-15,1 0 0 0,-1-2 0 0,3 3 0 16,1-3 0-16,2 1 0 0,-1 1 0 0,2-8 0 16,4 9 0-16,3-1 0 0,2 1 0 0,3 0 0 15,1-1 0-15,2-1 0 0,5-1 0 0,3 0 0 16,4-3 0-16,0 0 0 0,0-2 0 0,2 1 0 15,-2-2 0-15,1 0 0 0,-2-2 0 0,-1 1 0 0,-3 0 0 0,0 1 0 16,-1-2 0-16,-3 1 0 16,0 0 0-16,-3 0 0 0,-4-1 0 0,0 2-160 0,-2 0 160 0,1 0-128 15,-10 0-1280 1,0 0-256-16,0 0-64 0,0 0-22624 0</inkml:trace>
  <inkml:trace contextRef="#ctx0" brushRef="#br0" timeOffset="-33200.62">6799 15770 30063 0,'-21'-13'1328'0,"11"8"272"15,-5-1-1280-15,0-2-320 0,-4 0 0 0,1 0 0 0,-3 2 2496 0,0 0 448 16,-1 4 64-16,1-2 32 0,1 3-960 0,-1 2-192 0,0 3-32 0,1 2-16 16,-2 3-832-16,0 3-176 0,0 4-16 0,1 3-16 15,-4 5-256-15,0 2-48 16,-1 6-16-16,1 5 0 0,3 3-16 0,1 2 0 16,2-1 0-16,1 0 0 0,-1 1-96 0,6 0-32 15,4 1 0-15,4-4 0 0,4 1-160 0,5-2-48 0,3-3 0 0,7 0 0 16,4 1-128-16,4-4 0 0,4 0 0 0,5-6 0 15,3-2-176-15,4-1 176 0,0-8-128 16,5 0 128-16,4-6-192 0,2-3 32 0,1-2 16 0,1-4 0 16,0-3-80-16,-2 0-16 0,-1-7 0 0,-2 1 0 15,-3-1-112-15,-3-3-32 0,-1-3 0 0,-2-2 0 16,-6-2 64-16,-1 0 16 0,-2-1 0 0,-4-1 0 16,0-2 144-16,-3-1 32 0,-3 1 0 0,-2-4 0 15,-5 1 128-15,-2-1 0 0,-3 1 0 0,-4 1 0 0,-2-3 192 16,-2 4-48-16,-5-1 0 0,-3 0 0 0,-2 0 64 15,-2 0 16-15,-2 1 0 0,-2-1 0 0,-3 3-32 16,0-1-16-16,0 1 0 0,-1 3 0 0,0 0-176 0,1 4 0 16,0-4 0-16,-8-3 128 15,3 5-1088-15,6 2-208 0,1 3-48 0,10 5-13760 16,1 0-2752-16</inkml:trace>
  <inkml:trace contextRef="#ctx0" brushRef="#br0" timeOffset="-32385.42">6150 11791 28959 0,'-15'-14'1280'0,"10"8"272"0,1-2-1232 0,-1-1-320 16,0-2 0-16,0 1 0 0,-1-2 2096 0,1 2 352 0,0-3 80 0,-2 2 16 15,1-2-224-15,-2-1-32 0,2 1-16 0,-2 0 0 16,-1 1-720-16,-1 0-144 0,0 0-16 0,1 1-16 16,-2 0-416-16,1 1-64 0,-2 2-32 0,1-2 0 15,-2 3-304-15,-1 1-64 0,-1 3-16 0,-2 2 0 16,-3-1-208-16,1 4-32 0,-2 2-16 0,-1 3 0 15,-2 4-96-15,1 4-128 0,-2 5 176 0,0 6-176 16,-1 5 128-16,0 6-128 0,1 5 0 0,2-2 0 0,5 0 144 16,2 2-144-16,4 1 0 0,3 0 144 0,4 0-144 15,2-2 0-15,5-1 0 0,4-1 0 0,3-1 0 0,4-3 0 16,4-4 0-16,1 1 0 0,2-6 0 0,2-3 0 16,2-3 0-16,0-2 0 0,3-5-176 0,-1-1 176 15,1-2-128-15,0-3 128 0,2-2-128 0,-2-2 128 16,1-2-128-16,-1-1 128 0,1-1 0 0,-1-3 0 15,-1-3 0-15,0-3 0 0,0-2-224 16,0-1 32-16,-2-1 16 0,-1-3 0 0,-1-3 16 0,-2-2 0 16,-2-1 0-16,-1-2 0 0,-5-1 16 0,-3-2 0 15,-3 0 0-15,-2-1 0 0,-2 0 144 0,-4 1 0 16,-3-2 0-16,-1 1 128 0,-3 4-128 0,-2-1 192 16,-2 1-64-16,-1 1 0 0,-3-1-128 0,-2 3 0 15,0-2 0-15,-1 2 128 16,3 1-592-16,0 0-112 0,1 6-32 0,1-4 0 15,2 4-1520-15,3 0-304 0,1 2-64 0</inkml:trace>
  <inkml:trace contextRef="#ctx0" brushRef="#br0" timeOffset="-31671.84">3188 11472 6447 0,'-13'-21'272'0,"5"13"80"16,-3-2-352-16,-3-2 0 0,-2-2 0 0,-1-3 0 0,2-3 7088 0,-2 1 1344 15,-1 0 272-15,-1 3 48 0,-2-3-5488 0,2 5-1104 16,-3-3-224-16,1 4-32 0,0 1-592 0,-1 4-112 0,1 2-32 0,-1 2 0 16,-2 1-624-16,1 3-128 0,-2 4-32 0,-1 4 0 15,-3 1-160-15,-2 7-32 0,-4 3-16 0,-3 6 0 16,-1 4-176-16,-1 5 128 0,-1 2-128 0,3 7 128 15,2 6-128-15,3 1 160 0,4 4-160 0,5 1 160 16,4-5-32-16,6 3 0 0,3-6 0 0,9-2 0 16,2-2-128-16,5-2 128 0,3-2-128 0,5-3 128 0,3-4-128 15,3-4 0-15,3-3 0 0,3-4 0 16,4-4 0-16,-1-3-144 0,2-3 144 0,2-5-160 0,2-2 160 0,-1-3-128 16,0-3 128-16,0-2-128 15,-2-3 128-15,0-3 0 0,0-1 0 0,-2-3-128 0,0-3 128 0,-2-2 0 16,1-4 0-16,-2 1 0 15,-4-4 0-15,0 0 0 0,-2 0 0 0,-3-1 0 0,-3-2 0 0,-2-1 0 16,-3 0 0-16,-4-3 0 0,-4-2 0 0,-2 1 0 16,-3 0 128-16,-3 0-128 0,0 1 160 15,-4-3-32-15,0 5-128 0,-4 0 192 0,0 6-192 0,-4-1 0 16,0 1 0-16,-9-4-160 16,5 6-1376-16,3 6-256 0,2 5-64 0</inkml:trace>
  <inkml:trace contextRef="#ctx0" brushRef="#br0" timeOffset="-29833.62">3223 12678 11967 0,'0'0'1072'0,"0"0"-864"0,-5-4-208 0,-2-1 0 0,1-2 2576 16,-2-1 480-16,-1 1 80 0,-3-1 32 0,-2 0-1296 0,0 1-256 15,1 1-48-15,-1 1-16 16,-2 2 496-16,0 3 80 0,-1 3 32 0,-2 3 0 0,-2 5-1152 0,1 4-240 15,-3 5-32-15,0 3-16 0,-1 6-448 0,4 2-80 16,-1 3-32-16,3-1 0 0,-1-1-32 0,5-4-128 16,2-2 192-16,4 0-64 0,3-5-128 0,4-2 0 15,3-2 0-15,5-4 0 0,1-2-320 0,6-3 48 16,4-4 16-16,15-4 0 16,3-6-192-16,6-2-16 0,4-7-16 0,-11 2 0 0,7-5 304 0,2-6 176 15,0-3-192-15,5-5 192 0,1-1-208 0,4-3 64 16,1 0 16-16,-1-1 0 0,0 3 128 0,-3 2 0 15,-4 1-144-15,-4 2 144 0,-4 5 0 0,-3 1 0 16,-4 5 0-16,-6 3 0 0,-7 4 304 0,-2 3-32 16,-4 4 0-16,-2 4 0 0,-11 0 288 15,0 0 48-15,0 0 16 0,-6 8 0 0,-3 3 544 0,-5 6 112 0,-7 0 32 0,-4 4 0 16,-3 4-800-16,-6 2-144 16,-5 3-48-16,-3 3 0 0,-4-1-320 0,-1 4 128 0,0 0-128 0,1 1 0 15,1-3 0-15,1-1 0 0,1-1 0 16,2-1 128-16,4-1-128 0,4-4 0 0,4-4 0 0,7-3-128 15,5-5-96-15,7-2-16 0,6-5 0 16,4-7 0-16,12 3-576 16,10-7-112-16,10-4-32 0,5-7 0 0,1-6 336 15,9-7 64-15,6-2 16 0,-11 7 0 0,10-4 384 0,8-6 160 0,6-5-128 0,5-2 128 16,2-3-128-16,5 0 128 0,4-2-128 0,3 2 128 0,1 2-224 16,-4 4 32-16,-5 2 16 0,-4 4 0 0,-5 10 176 0,-7 3-208 15,-6 6 80-15,-8 7 128 0,-9 5-128 16,-10 5 128-16,-7 4 0 0,-8 7 0 0,-6 4 272 15,-11 9 128-15,-11 6 32 0,-8 8 0 0,-8 3 208 0,-7 7 32 16,-3 7 16-16,-7 0 0 0,-8 4-352 0,-5 4-64 16,-7 4-16-16,-6 6 0 0,-6 4-112 0,-2 3-16 15,-1 1-128-15,-3 0 192 0,-3-1-192 0,2-3 176 16,1-1-176-16,9-8 160 0,9-9 32 16,11-8 16-16,4-9 0 0,13-12 0 0,7-8 80 0,10-7 16 15,11-7 0-15,12-13 0 16,14 2-864-16,14-12-160 0,8-7-48 0,17-9 0 15,12-9-128-15,12-10-16 0,9-9-16 0,6-4 0 16,5-4 32-16,10-2 0 0,7-3 0 0,2-1 0 16,-2-1-320-16,2 2-64 0,4 0-16 0,-3 5 0 15,-2 4 432-15,-45 26 96 0,-1-2 0 0,4 2 16 16,-4 8 608-16,-5 4 144 0,-8 7 0 0,-7 3 0 0,-10 4 448 0,-11 6 128 0,-8 4 32 16,-12 5 0-16,-12 6 864 0,-13 6 160 0,-10 7 32 15,-13 9 16-15,-8 6-96 0,-8 5-32 0,-6 4 0 0,-8 6 0 16,-8 2-736-16,-5 3-160 0,-6 4-16 0,-1 2-16 15,0 4-176-15,-2 0-48 0,-2-1 0 0,1 1 0 16,2-2-48-16,6 0-16 0,7-3 0 16,12-10 0-16,3-2-144 0,8-7-16 0,8-9-16 0,11-6 0 15,10-8-160-15,9-8 0 0,9-6 0 0,8-12 128 16,17 0-1152-16,10-9-256 0,8-8-32 16,10-8-16-16,8-7 176 0,11-8 16 15,9-5 16-15,9-6 0 0,6-3-208 0,7-2-32 0,4-2-16 16,55-33 0-16,-16 12 192 0,-55 35 32 15,3 0 16-15,2 5 0 0,-4 3 528 0,-5 9 96 16,-5 6 32-16,-11 7 0 0,-13 7 480 0,-10 6 0 0,-12 6 0 0,-11 8 0 0,-10 8 1152 0,-13 9 192 16,-11 7 16-16,-9 6 16 0,-10 5 368 15,-12 7 80-15,-6 2 16 0,1 0 0 0,-5 3-320 0,-5 4-64 16,-7 1-16-16,-3 2 0 0,0 2-736 0,0-3-160 16,0 0-32-16,3-1 0 0,1-3-96 0,4-2-32 15,3-1 0-15,8-8 0 0,5-3 0 0,10-10-16 16,8-6 0-16,9-8 0 15,9-6-880-15,9-7-192 0,10-7-16 0,11-10-16 16,9-5-192-16,11-9-32 0,6-7-16 0,7-6 0 16,3-6-336-16,10-1-64 0,6-4-16 0,5 1 0 15,6 0 112-15,0 0 32 0,0-2 0 0,3 2 0 16,-1 1 512-16,1 6 96 0,-1 3 32 0,-7 7 0 16,-6 5 96-16,-6 7 0 0,-10 6 16 0,-6 5 0 0,-7 6 672 0,-11 6 128 15,-8 7 16-15,-5 4 16 0,-7 7 1552 0,-9 0 304 0,-8 3 64 16,-3 0 16-16,-5 0-16 0,-1 2 0 0,-1 0 0 0,-2 0 0 15,-5 1-1232-15,1 0-240 0,-2-2-48 16,1 0-16-16,-1-2-336 0,1-3-64 0,1-1 0 16,2-3-16-16,3-3-80 0,3-2-16 0,3-2 0 15,5-5 0-15,4-3-208 0,4-7-128 0,7 4 128 0,6-4-208 16,6-4-704-16,6-4-144 0,4-3-32 0,5-2 0 16,2-2 96-16,2-1 16 15,1-4 0-15,0 4 0 0,-2 2 32 0,-2 3 16 0,-1 4 0 0,-4 5 0 16,-5 3 272-16,-4 4 48 15,-7 6 16-15,-4 3 0 0,-6 3 928 0,-4 5 192 0,-5 5 48 0,-3 3 0 0,-2 0 816 0,-2 2 160 16,-2-2 48-16,2-2 0 0,3-3-1088 0,1-1-192 16,1-4-64-16,4 0-14288 15,3-3-2864-15</inkml:trace>
  <inkml:trace contextRef="#ctx0" brushRef="#br0" timeOffset="-29299.45">5659 14073 23039 0,'-5'-24'1024'0,"4"13"192"0,1-4-960 0,1-5-256 0,4-7 0 0,5-5 0 0,4-7 2864 0,4-2 528 16,4 2 96-16,3-3 32 0,1 5-2528 0,3 0-496 15,1 2-112-15,-1 4 0 0,-2 2 256 0,0 3 64 16,-2 4 16-16,2 4 0 0,-1 3-256 0,2 5-48 16,-2 1-16-16,1 5 0 0,-2 4-16 0,1 4-16 15,0-2 0-15,0 3 0 0,0 3 288 0,2 3 64 16,-1-1 16-16,2 1 0 0,0-2-304 0,-1-2-64 15,1 0-16-15,0-2 0 0,-3-1-208 0,0-4-144 16,-2 0 192-16,3 0-192 0,-4-5 224 0,-1 0-64 16,0-2-16-16,2-2 0 0,-1-1 0 0,-2-3 0 15,-1 1 0-15,-2 0 0 0,-1-5-144 0,-3 2 0 16,-1-1 144-16,-1-1-144 16,0-1-1168-16,-2-2-304 0,1 1-64 0,-1-5-11712 0,2 2-2352 15</inkml:trace>
  <inkml:trace contextRef="#ctx0" brushRef="#br0" timeOffset="-28515.25">7156 12949 21183 0,'-12'-12'944'0,"7"6"192"0,-3-3-912 0,1-2-224 15,0 0 0-15,3 1 0 0,0-1 5744 0,3 2 1104 16,0-1 208-16,-1 4 48 0,0-1-4768 0,2 7-960 15,0 0-192-15,0 0-32 0,0 0-160 0,0 0-32 16,0 0 0-16,2 11 0 0,-3 3-480 0,4 4-96 0,0-1-32 0,4 9 0 16,0 4-192-16,-1 3-32 0,3 5-128 0,0 2 192 15,2 2-192-15,0-2 128 0,1-2-128 0,1-3 0 16,-1-3 0-16,0-4 128 0,-2-3-128 0,1-4 0 16,-2-4 0-16,-2-4 0 0,0-3 128 0,-2 0-128 15,-1-4 0-15,-4-6 128 0,0 0-128 16,0 0 0-16,0 0 144 0,0 0-144 0,0 0 128 0,0 0-128 15,0 0 176-15,0 0-48 0,3-8-128 0,-1-1 192 0,1-3-192 16,0-1 128-16,-1-2-128 0,1-4 0 16,-1 0 0-16,1-2 0 0,0-5 0 0,1 0 0 15,1-1 0-15,0 0 0 0,-1 3 0 0,0 3 0 16,0 3 0-16,0 5 0 0,-2 3 0 0,1 4 0 0,-3 6 0 0,0 0 0 16,0 0 0-16,8 2 0 0,-1 5 0 0,1 2 0 15,0 7-128-15,1 2 128 0,0 0 0 0,3 3 0 16,0 1 0-16,0 0 0 0,-1 1 0 0,2-3 0 15,0 0 0-15,2-3 0 0,-2-4 0 0,1 0 0 16,-1-5 0-16,0-2 0 0,-1-3 0 0,-2-2 0 0,1 1 0 0,-1-4 0 16,-1 0 0-16,-1-1 0 15,-1-3 0-15,-1-1 0 0,1-1 0 0,-2-1 0 16,-1-1 0-16,1-2 0 0,0-2 0 0,-1-2 0 16,-4-2 128-16,1-3-128 0,2-3 0 0,-2-2 0 15,-1-2 0-15,0-2 0 16,2-2-720-16,-1 0-96 0,-1 0-16 0,1-4 0 15,-1-1-1904-15,2-2-384 0,-1 2-80 0</inkml:trace>
  <inkml:trace contextRef="#ctx0" brushRef="#br0" timeOffset="-28313.37">6873 12696 36863 0,'0'0'3264'0,"0"0"-2608"0,0 0-528 0,0 0-128 0,5-4 2320 0,3 0 432 15,3 0 96-15,2-1 16 0,2-1-2032 0,5-2-416 16,3 1-80-16,5-3-16 0,2 0-160 0,2-2-32 16,5 1-128-16,3 1 192 0,5-1-192 0,0 2 0 15,1-2 0-15,1 2 0 16,0 1-2496-16,1 0-448 0,-2 1-96 0</inkml:trace>
  <inkml:trace contextRef="#ctx0" brushRef="#br0" timeOffset="-27997.95">7602 12695 20271 0,'0'0'1792'0,"0"0"-1424"0,-5 1-368 0,5-1 0 16,0 0 4736-16,0 0 896 0,0 0 160 0,0 0 32 15,0 0-3792-15,9 5-768 0,3-2-160 0,1 1-16 16,1-3-960-16,0 2-128 0,2-1-160 0,2 1 160 31,2 0-3936-31,1-1-672 0</inkml:trace>
  <inkml:trace contextRef="#ctx0" brushRef="#br0" timeOffset="-27013.33">7790 13160 17503 0,'0'0'1552'0,"0"0"-1232"0,0 0-320 0,0 0 0 16,0 0 4096-16,0 0 768 0,0 0 160 0,0 0 32 15,4 8-2048-15,-2 3-384 0,0-1-96 0,-1 3-16 16,0 1-1024-16,0 2-208 0,1 1-32 0,-2 1-16 16,0-1-576-16,0 1-112 0,0-1-32 0,1-1 0 0,0-3-240 0,-1 0-48 15,0-2-16-15,0-2 0 0,0-2-64 0,0-7-16 16,0 0 0-16,0 0 0 0,0 0 0 0,0 0 0 16,0 0 0-16,0 0 0 0,0 0 32 0,0 0 0 15,0 0 0-15,0 0 0 0,0 0-160 0,2-7 192 16,-1-4-192-16,2-1 192 0,2-1-192 0,0-1 0 15,2-4 0-15,2 0 0 0,1-2 0 0,2 0 0 16,1 0 0-16,1 0 0 0,-1 2 0 16,0 3 0-16,-2 5-144 15,-1 0 144-15,1 3 0 0,-4 3-160 0,0 5 160 0,-2 1-128 0,-5-2 128 0,5 6 0 16,1 6 0-16,-3-2 0 0,3 2 0 0,-1 3 224 16,0-1-48-16,2 2-16 0,0-1-160 0,1 0 0 15,1-1 0-15,3-2 0 0,1-2 0 0,1-1 0 16,1-1 0-16,0-3 0 0,1-4 0 0,0-1-192 15,1-1 32-15,0-1 16 0,1-5-112 0,-1-1-32 16,-1-2 0-16,-2 1 0 0,-1 0 96 0,-3-4 0 16,1 1 16-16,-1 0 0 0,1-4 176 0,-2 2-128 15,-1 1 128-15,-2-4-128 0,-1 0 128 0,-1 0 0 0,-2-1 0 0,-2 2 0 16,-2 3 0-16,0 3 0 16,-2 2 128-16,-3 1-128 0,-1 4 256 0,-1 3-32 0,-1 3 0 15,-1 4 0-15,1 1 64 0,-1 4 16 0,1 2 0 16,0 2 0-16,-2-1-304 0,3 2 0 0,4 0 128 0,2 0-128 15,3-3 0-15,4 1 0 0,2-1-128 0,4-4 128 16,-1 1-496 0,2-2 0-16,4-2 0 0,0-5 0 0,4-1-400 15,0-2-96-15,1-1-16 0,-1-2 0 0,0-2 32 16,-1 0 0-16,-1-1 0 0,1 0 0 0,-2-5 144 0,-2 1 48 16,-2 0 0-16,1-1 0 0,-3-2 208 0,-2 1 32 15,-1-4 16-15,-4 0 0 0,3-2 528 0,-2-1 128 0,-1-3 0 0,0 0 16 16,-2-2 432-16,2 0 96 0,-2 1 16 0,1-1 0 0,-1 0 96 0,0 3 32 15,-1 5 0-15,-1 0 0 0,-2 3 400 0,1 3 64 16,-2 3 32-16,1 3 0 0,3 5-160 0,0 0-48 16,0 0 0-16,0 0 0 0,0 0-608 0,0 12-128 15,0 1-32-15,1 4 0 0,2-4-336 0,2 4 144 16,-1 2-144-16,0 0 0 0,-1 3 0 0,1 1 0 16,0 2-160-16,1 2 160 15,1 0-496-15,1 0 32 0,-2-1 0 0,2-1 0 16,-4 0-1616-16,3-2-320 0,-1-2-64 0,0-2-11920 15,3-2-2384-15</inkml:trace>
  <inkml:trace contextRef="#ctx0" brushRef="#br0" timeOffset="-26813.11">8380 13081 11055 0,'0'0'480'0,"0"0"112"0,-2-4-464 0,2 4-128 0,2-7 0 0,4 2 0 16,0 0 7360-16,2 1 1472 0,1-3 272 0,3 1 64 15,2-2-6880-15,3 2-1392 0,1-2-256 0,3 0-64 16,3-1-400-16,2 0-176 0,0 0 160 0,1-1-160 16,-1-1 0-16,2 0 128 0,-1 1-128 0,3-1 0 15,0-2-1168-15,2 0-288 0,2-1-48 0,2-2-11360 16,-1-1-2256-16</inkml:trace>
  <inkml:trace contextRef="#ctx0" brushRef="#br0" timeOffset="-26503.97">9316 12660 36159 0,'0'0'1600'0,"0"0"336"0,0 0-1552 16,0 0-384-16,0 0 0 0,0 0 0 0,0 0 2400 0,0 0 400 16,0 0 80-16,0 0 0 0,0 0-1056 0,0 0-224 15,0 0-32-15,-4 5-16 0,-2 0-544 0,-2 0-112 16,0 2-32-16,0-1 0 0,2 1-288 0,-2-1-64 16,-1 1-16-16,-1-1 0 0,-1 4-304 0,1 0-48 15,-1 2-16-15,1-2 0 0,1 2 0 0,-2-2 0 16,0 2 0-16,-1 0 0 0,-1 0 0 0,0-2 0 15,-2 0 0-15,2 1 0 0,2-1-128 0,0 1 0 16,2-4 0-16,0 1 0 0,0 1 128 0,1-2 0 0,0-1 0 16,3-2 0-16,5-4-128 0,0 0 0 0,0 0 0 15,0 0 0-15,0 0 0 0,0 0 0 16,0 0 0-16,4 7 0 0,4-2 0 0,0-1-176 0,1 0 48 16,1-4 0-16,2 1 128 0,2-1 0 0,2 0 0 0,1-1 0 31,1-2-544-31,0 1-80 0,2-2-16 0,2-1 0 15,1-2-1152-15,2 1-224 0,0-2-48 0,4 0-20816 0</inkml:trace>
  <inkml:trace contextRef="#ctx0" brushRef="#br0" timeOffset="-26173.17">9834 12619 32255 0,'-13'-2'2864'0,"6"2"-2288"0,-2-2-576 0,1 2 0 0,-1 0 3632 0,0 2 608 16,0 0 128-16,0 2 32 0,-3 3-2080 0,-1 1-400 15,-2 2-96-15,-2 4-16 0,-2 5-816 0,0 1-160 16,1 1-48-16,-1 4 0 0,2 2-496 0,3-1-96 16,0 1-32-16,3 0 0 0,1-4-160 0,2 1 0 15,3-1 0-15,2 1 128 0,3-1-128 0,4-1 0 16,4 1 0-16,2-1 0 0,3-3 0 0,4 0-192 16,2-5 64-16,1-1 128 0,6-3-256 0,4 0 80 15,0-4 16-15,3-3 0 0,1-3-144 0,0-3-16 16,-2-1-16-16,2-2 0 0,0-4 32 0,-3 1 16 15,-4-1 0-15,-3-3 0 0,0-1 160 0,-5-3 128 0,-3-3-192 16,-4 0 192-16,-4 2-128 0,-5 0 128 16,-1-3 0-16,-5 2 0 0,-6-2 0 0,-5 2 256 0,-5-1-32 15,-3 0 0-15,-4-1 112 0,-1 3 32 16,-2-2 0-16,0 3 0 16,-3 0-672-16,2 1-128 0,1 0-16 0,4 2-16016 15,1 2-3200-15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0T21:54:30.06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1498 1164 36047 0,'-9'-15'1600'15,"6"7"320"-15,1-2-1536 0,2 3-384 0,0-3 0 0,-2 1 0 0,1 0 1376 0,0 1 192 16,2 1 32-16,-1 7 16 0,0 0 96 0,0 0 16 15,0 0 0-15,0 0 0 0,7-4-864 0,-7 4-160 16,0 0-48-16,6 2 0 0,-6-2-64 0,7 5-16 16,0 3 0-16,1 4 0 0,-1 2 16 0,-1 5 0 0,1 5 0 0,-1 8 0 15,2 2-96-15,0 2-32 0,0 1 0 0,-2 5 0 32,1 4-208-32,-1 2-64 0,1 2 0 0,-1-1 0 0,1-1-192 0,-1-3 144 15,1-4-144-15,-1-3 128 0,1-5-128 0,1-5 0 16,-2-4 0-16,1-3 0 0,-2-3 0 0,-1-1 0 15,1-3 128-15,-1-3-128 0,-1-3 0 0,-3-8 0 16,0 0 0-16,0 0 0 0,0 0 160 0,0 0-160 0,0 0 192 0,0 0-192 16,0 0 160-16,4-7-160 0,-2-1 128 0,1-5-128 15,-1-4 0-15,1-4 0 0,-3-3 128 0,4-6-128 16,1-3 0-16,0-5 0 0,-1-1 0 0,1-4 0 16,3-3 0-16,0 3 0 0,-1 0 0 0,0 6 0 15,0 4-128-15,-1 3 128 0,0 4 0 0,-2 5 0 0,1 3 0 16,-1 3 0-16,0 5 0 0,0 2 0 0,-3 3 0 0,-1 5 0 15,0 0 0-15,0 0 0 16,9 1 0-16,1 3 0 0,1 1 0 0,1 5 0 0,1 1 0 0,1 5 0 16,0 4 0-16,2 4 0 15,0 5 0-15,-1 5 0 0,1 2 0 0,0 5 0 0,0 0 0 0,1 3 0 16,-2-3 0-16,-1 0 0 0,0-5 0 0,1-1 0 16,-5-3 0-16,1-6 0 0,-1-4 0 0,1-4 0 15,-2-1 0-15,-2-3 0 0,0-2 0 0,2-4 0 16,-2 1 0-16,-2-4 0 0,-5-5 160 0,0 0-160 15,0 0 192-15,6 0-192 0,-6 0 224 0,7-5-64 16,-1-4-16-16,1-1 0 0,-2-1-144 0,-1-5 0 16,0 0 0-16,0-5 128 0,0-3-80 0,0-6-48 15,0-5 0-15,0-3 0 0,1-4 0 0,0 2 0 16,-1-2 0-16,0 2 0 0,-2 0 0 0,1 3 0 16,0 4 0-16,-2 5 0 0,-2 0 0 0,2 5 0 0,0 2 0 15,-1 1 0 1,0 2-640-16,0 1-128 0,1 0-32 0,-1 2 0 15,-1 0-1952-15,1 5-384 0,3-2-64 0,-1 2-32 0</inkml:trace>
  <inkml:trace contextRef="#ctx0" brushRef="#br0" timeOffset="308.79">1202 1124 29487 0,'0'0'2624'0,"0"0"-2112"0,0 0-512 0,0 0 0 0,0 0 3824 0,7-4 656 16,2 1 128-16,1-1 16 0,2 0-2816 0,2 1-560 15,4 1-112-15,5-1-32 0,1-2-592 0,4-2-112 16,-3 1-16-16,2-1-16 0,0 2-240 0,2 0-128 16,1-3 128-16,4 1-128 0,0-2 0 0,0 1-160 15,1 2 16-15,0-1 0 16,-1-4-2608-16,1 3-528 0,2 3-112 0</inkml:trace>
  <inkml:trace contextRef="#ctx0" brushRef="#br0" timeOffset="502.31">2159 946 30399 0,'0'0'2704'0,"0"0"-2160"0,0 0-544 0,0 0 0 16,0 0 4416-16,9-3 784 0,-2 2 160 0,2-4 16 15,1 1-3136-15,3 0-624 0,-1-1-128 0,5 1-16 16,2-2-912-16,2 0-176 0,-2-3-48 0,3 2 0 16,2-2-336-16,1 1 128 0,1 2-128 0,0 1 0 15,-1-1 0-15,0 4-240 0,0-2 48 0,-2 1 0 16,-1 3-1520-16,1-4-288 15,-1 0-64-15,0 4-13184 0,1 3-2640 0</inkml:trace>
  <inkml:trace contextRef="#ctx0" brushRef="#br0" timeOffset="968.26">1233 1899 33167 0,'-5'-9'2944'0,"5"9"-2352"0,0 0-464 0,0 0-128 16,0 0 2560-16,0 0 512 0,0 0 80 0,0 0 32 0,0 0-1008 15,0 0-192-15,0 0-32 0,0 0-16 0,8 5-1168 16,1 3-256-16,0 2-32 0,0 4-16 0,-1 3-176 0,1 4-32 16,-1 0-16-16,0 1 0 0,0 0-96 0,0 1-16 15,-2-1 0-15,-1 0 0 0,2 0-128 0,-1-2 0 16,0-1 0-16,-1-2 0 16,1 3-1216-16,2-5-336 0,-1 0-64 0,3-2-13600 15,4-4-2704-15</inkml:trace>
  <inkml:trace contextRef="#ctx0" brushRef="#br0" timeOffset="1384.94">2499 1771 36863 0,'0'0'3264'0,"0"0"-2608"16,0 0-528-16,0 0-128 0,11 0 3792 0,-4-1 736 15,1-1 144-15,0 2 16 0,1 2-3088 0,0-1-640 0,1-1-112 0,0 1-16 16,0-2-528-16,2 0-112 0,-1-1 0 16,0 2-16-16,2 0-176 0,2 0 0 15,-1 0 0-15,0 0 0 0,2 0 0 0,0-1 0 0,-1-4 0 0,0 4 0 16,-4-2 0-16,1 6 0 0,0-3 0 0,-2 2 0 16,-2 0 0-16,-8-2 128 0,8 5-128 0,-3 1 0 15,-2 2 144-15,-2 0-144 0,0 1 160 0,-2 1-160 16,-3 1 208-16,-1 1-48 0,-2 1-16 0,0 1 0 0,-5 6-144 0,-1 0 160 15,-2 3-160-15,1-1 160 16,1 1-160-16,-1 1 0 0,1-2 144 0,1-1-144 16,-1-3 0-16,4 1 0 0,0 0 0 0,2-2 0 0,2-3 0 15,1-2 0-15,1-2 0 0,2-2 0 16,1 1 0-16,1-1 0 0,2-2 0 0,-3-6 128 0,0 0-128 0,8 6 0 16,1-2 0-16,1-2 0 0,1-2 0 0,2 0 0 15,2-2 0-15,2-4-128 0,2 0-208 16,3-2-48-16,3-2 0 0,1-1 0 15,-2-4-1264-15,3 0-256 0,1 0-48 0,2-2-21552 16</inkml:trace>
  <inkml:trace contextRef="#ctx0" brushRef="#br0" timeOffset="1626.36">3494 1367 46079 0,'0'0'4096'0,"-4"-4"-3280"0,4 4-656 0,0 0-160 16,0 0 2176-16,0 0 384 0,0 0 96 16,0 0 16-16,7-8-1456 0,2 3-272 0,1 1-64 0,2 1-16 15,0 1-656-15,1 1-208 0,1 1 128 0,3-3-48 16,0 2-80-16,1-2 0 0,0 3 0 0,1-3 0 16,-2 2 0-16,0 1 0 0,-1 0 0 0,3-1 0 15,-4-1-304-15,1 0-48 0,0 1-16 0,-2 2 0 31,-1 1-992-31,-1 1-208 0,-2-2-32 0,1 5-14528 0,0 1-2880 0</inkml:trace>
  <inkml:trace contextRef="#ctx0" brushRef="#br0" timeOffset="1803.18">3489 1577 32255 0,'0'0'1424'0,"0"0"304"0,0 0-1392 0,0 0-336 0,0 0 0 0,0 0 0 0,5 8 4896 0,1-4 912 16,1-1 176-16,2 0 32 0,3-2-4016 0,1-1-800 15,1-1-176-15,4-2-16 0,2 2-624 0,1-1-128 16,1 0-32-16,0 1 0 0,3-2-224 0,-2-1 128 16,2 2-128-16,1-3 0 15,0-1-432-15,2 1-176 0,0 0-32 0</inkml:trace>
  <inkml:trace contextRef="#ctx0" brushRef="#br0" timeOffset="2519.16">5301 783 39615 0,'0'0'1760'0,"-4"-7"352"0,-3-3-1680 0,1-1-432 16,-1 2 0-16,1 0 0 0,-2 0 1184 0,2 0 160 15,-1 0 16-15,1-2 16 0,-1 4 240 0,1 0 48 0,-1 2 16 0,0 0 0 16,2-2-704-16,0 2-144 0,0 2-16 0,0-1-16 15,-1 3-48-15,0 0-16 16,6 1 0-16,-5 1 0 0,5-1-368 0,-7 1-80 16,1-1-16-16,0 4 0 0,0 3-112 0,-1-1-32 0,1 5 0 0,-1 2 0 15,-2 1-128-15,1 3 0 16,1 3 0-16,-1 8 128 0,-1 5-128 0,1 9 128 0,0 6-128 16,1 3 128-16,2 5 0 0,1 2 0 0,0 2 0 0,3-1 0 15,1 1 0-15,1 3-128 0,2 3 192 16,2 2-64-16,2 0-128 0,1-2 0 0,1-1 144 0,0-1-48 15,1-5-96-15,-1-2 0 0,1 1 0 0,-1-5 0 16,-2 1 0-16,1-1 0 0,-1-1 0 0,-2-4 0 16,0-3 0-16,-1-6 0 0,-3-4 0 0,-1-4 0 15,-2-1 0-15,-2-4 0 0,0-2 0 0,-2-3 0 0,-4-2 0 0,1-3 0 16,-2-2 0-16,-1-1 0 0,-1-2 0 0,0-1 0 16,0 2 0-16,0-4 0 0,0-3 0 15,0-1 0-15,1-4 0 0,0 0 0 0,-1 0 0 0,0 0 0 16,0-3 0-16,3-1 0 0,0 0 0 15,1 0 0-15,0 1 0 0,3-3 0 16,0-4-1424-16,3 2-176 0,-1 0-48 16,4-1-22864-16</inkml:trace>
  <inkml:trace contextRef="#ctx0" brushRef="#br0" timeOffset="3074.19">4843 3101 9215 0,'-13'-12'400'0,"9"7"96"0,-2-3-496 0,1 0 0 0,1 0 0 0,0 1 0 0,3 0 9696 0,-1 2 1840 16,2 5 368-16,0 0 80 0,0-5-8528 0,0 5-1696 16,0 0-352-16,0 0-64 0,0 0-896 0,9 4-176 15,2 6-32-15,3 4-16 0,0 6-48 0,2 5-16 16,2 2 0-16,2 4 0 0,1 1-160 0,0 0 192 15,-4 2-192-15,0-1 192 0,-2-3-192 0,-2-3 0 16,0-2 0-16,-1 0 112 0,-3-6-112 0,2 2 0 16,-2 0 0-16,-2-3 0 0,-1-2 0 0,-1-3 0 15,0-3 0-15,-1 1 0 0,0-4 0 0,-4-7 0 16,0 0 0-16,0 0 0 0,0 0 0 0,0 0 0 16,0 0 0-16,6-5 0 0,1-3 0 0,-2 1 0 15,-1-6 0-15,1-2 0 0,-1-3 0 0,1-3 0 16,1-4 0-16,-1-3 0 0,1-5 0 0,1-2 0 0,-1-2 0 15,2 0 0-15,0-4 0 0,0 2 0 16,0-1 0-16,-2 3 0 0,1 3 0 0,-1 4 0 16,-1 5 0-16,1 3 0 0,-2 3 0 0,0 3-128 0,-3 3 128 0,0 4-160 31,-1 2-800-31,0 7-144 0,0 0-48 0,0 0 0 16,0 0-1488-16,-4 4-304 0,0 5-64 0,0 3-18224 0</inkml:trace>
  <inkml:trace contextRef="#ctx0" brushRef="#br0" timeOffset="3321.06">4802 3325 25791 0,'-13'0'2304'0,"13"0"-1856"0,-6-4-448 0,2 2 0 0,4 2 5568 0,0 0 1024 16,0 0 208-16,0 0 48 0,6-7-4288 0,0 1-864 15,2-2-160-15,2 0-48 16,3 0-784-16,0 0-144 0,4 0-48 0,2 1 0 0,0 0-256 0,2-2-48 15,1 0-16-15,0 0 0 0,1 0-192 0,0-1 128 16,1 3-128-16,2-3 0 0,1 1 0 0,0 2 0 16,-1-4 0-16,1 3 0 15,-1 2-1120-15,0 2-160 0,-2 3-48 0,1-2 0 16,-1 3-2448-16,0 3-480 16,0-1-96-16</inkml:trace>
  <inkml:trace contextRef="#ctx0" brushRef="#br0" timeOffset="3523.46">5440 3242 18431 0,'0'0'816'16,"0"0"160"-16,0 6-784 0,0 1-192 0,0 0 0 0,0 3 0 0,2 1 7232 0,-1 1 1392 0,2 0 272 0,-2 2 64 16,0 0-5792-16,2 2-1168 15,-1 1-224-15,1-1-48 0,-2 2-1024 0,2 0-208 0,0-1-48 0,-2 0 0 16,0 0-256-16,0 0-48 0,2 0-16 0,-2 1 0 16,1 0-80-16,-1 1-48 0,-1-2 0 0,1 0 0 15,1-4 0-15,-2-3 0 0,0 1 0 0,1-2 0 31,0 0-704-31,-1-9-144 0,0 0-32 0,0 0 0 16,0 0-2304-16,0 0-464 0</inkml:trace>
  <inkml:trace contextRef="#ctx0" brushRef="#br0" timeOffset="4403.72">4812 156 29487 0,'0'0'2624'0,"0"-7"-2112"15,-1-1-512-15,-1 2 0 0,4 1 3184 0,-1-1 528 16,-1 6 96-16,0 0 32 0,0 0-1184 0,0 0-224 16,0 0-64-16,0 0 0 0,0 0-1184 0,4 8-240 15,2 0-48-15,2 6-16 0,0 3-256 0,1 4-48 16,2 3-16-16,-1 0 0 0,-2 1-208 0,2 3-32 16,1-1-16-16,-2 2 0 0,0-2-160 0,0-2-16 15,0-2-128-15,0-2 192 0,2-1-192 0,-1-6 144 16,-1-2-144-16,-1-2 128 0,-3-3-128 0,-5-7 0 0,10 0 0 0,-1 0 128 15,-2-5-128-15,1-2 0 0,1-3 0 0,1-3 128 0,-3-4-80 16,1-2-48-16,-1 0 0 0,1-1 0 16,-2-5 0-16,1 2 0 0,-2 0 0 0,1-1 0 15,1-1 0-15,-1-1 0 0,0 0 0 0,0-4 0 16,1-4 0-16,-2 2 0 0,0 0 0 0,0 4 0 16,-1 2 0-16,0 3 0 0,-1 5 0 0,-2 4 0 15,-1 1 0-15,1 4 0 0,-1 2 0 0,0 7 0 16,0-6-320-16,0 6-16 0,0 0 0 0,0 0 0 15,0 0-752-15,0 0-128 0,0 0-48 0,0 0 0 16,0 0-1248-16,0 0-256 0,7 7-48 0,3 8-11248 16,1-1-2240-16</inkml:trace>
  <inkml:trace contextRef="#ctx0" brushRef="#br0" timeOffset="4637.51">4822 285 32255 0,'-10'1'2864'0,"4"-1"-2288"0,-1 0-576 0,7 0 0 0,-7-1 4544 0,7 1 784 15,0 0 176-15,0 0 16 0,0 0-3264 0,0 0-656 0,0 0-128 0,0 0-16 16,10-5-1008-16,1-2-208 16,4-2-48-16,0 2 0 0,1 1-192 0,1 1 176 15,-1-2-176-15,2 1 160 0,3-1-160 0,-2 1 0 16,-1-2 0-16,1 1 128 0,0 2-336 0,2 1-80 0,-1 0-16 0,1 2 0 31,-1-1-1072-31,1 0-224 0,0 2-32 0,10 1-14368 0,-3 3-2880 0</inkml:trace>
  <inkml:trace contextRef="#ctx0" brushRef="#br0" timeOffset="5016.6">5225 393 28559 0,'0'0'1264'0,"-4"1"272"0,-2 3-1232 0,2-4-304 0,4 0 0 0,0 0 0 0,0 0 5568 0,0 0 1040 15,0 0 224-15,0 0 32 0,0 0-4560 0,8-4-928 16,0 2-176-16,-1-1-48 0,3 2-784 0,0-1-176 16,0 1-16-16,2 1-16 0,0-5-32 15,1 2-128-15,-1 1 192 0,-1 0-64 0,1 2-128 0,-1 0 0 16,-1 2 0-16,0 0 128 0,0 1-128 0,-3 0 0 16,0 0 0-16,-1 3 0 0,0 0 128 0,-2 2-128 15,-3 0 0-15,0 1 128 0,-1 3-128 0,-1-1 0 16,-3 2 0-16,0 3 128 0,0 1-128 0,-2 1 0 15,-2 2 0-15,-1 1 0 0,1-3 0 0,0 0 0 16,0 1 0-16,2-1 0 0,-1-4 0 0,1 2 0 16,0-2 0-16,4-2 112 0,-1-3-112 0,3-9 0 0,0 0 0 15,1 8 0-15,-1-8 0 0,0 0 0 16,6 6 0-16,0 1 0 0,-6-7 0 0,11 0 0 16,0 0 0-16,2-3 0 0,0-1 0 0,0-1 0 15,2 0 0-15,-1-2 0 0,2 1 0 0,-1-1 0 0,1-2 0 0,0 1 0 16,1-2 0-16,0 1-160 0,1-2 160 15,1 2-192 1,2 0-2208-16,-1 1-448 0</inkml:trace>
  <inkml:trace contextRef="#ctx0" brushRef="#br0" timeOffset="5639.39">5615 1442 41983 0,'-1'-15'1856'0,"1"7"384"0,1-2-1792 0,2 0-448 0,-1 0 0 0,2 1 0 0,0 1 1376 0,0 2 176 15,-1 0 48-15,-3 6 0 0,0 0 112 0,0 0 16 16,0 0 16-16,0 0 0 0,6 4-816 0,1 4-160 16,-2 3-48-16,-1 5 0 15,-2 4-416-15,2 3-96 0,-2 7-16 0,0 3 0 0,1 1-48 0,-1 0-16 16,0 1 0-16,0-1 0 0,0-1-128 0,0-5 0 16,0 1 0-16,-1-4 128 0,0-4-128 0,1-2 0 15,-1-5 0-15,0-1 0 0,-1-1 0 0,0-4-144 16,0 0 144-16,0-8-208 15,0 0-848-15,0 0-160 0,0 0-48 0,0 0 0 16,0 0-1600-16,0 0-320 0,-4-5-64 0</inkml:trace>
  <inkml:trace contextRef="#ctx0" brushRef="#br0" timeOffset="5964.16">5519 1290 43311 0,'0'0'3840'0,"-7"-3"-3072"16,1 1-608-16,6 2-160 0,0 0 2272 0,0 0 416 0,0 0 96 0,0 0 16 15,0 0-1328-15,0 0-256 16,0 0-48-16,9-4-16 0,1-1-704 0,3-1-160 0,2 0-32 0,3-2 0 16,4-1-256-16,3 0 0 15,1 0 0-15,1 1 0 0,1 0 128 0,-1 2-128 16,0-1 0-16,1 2 0 0,-1 0 0 0,0 1 0 0,1 1 0 0,-1 2 0 16,1 2 0-16,-4 2 0 0,0 1 0 0,-1 1 0 15,-1 0 176-15,-2 2-176 0,-6 3 160 0,-2-1-160 16,-4 3 0-16,-3 0 0 0,-1-2 0 0,-3 2-160 15,-3-1 160-15,-3 2 128 0,-3-1-128 0,-3 1 176 16,0 0-128-16,-4 2-48 0,0 0 0 0,-4 2 0 0,-2-1 0 0,-1 1 0 16,1 0 0-16,-1-2 0 0,0 1 0 0,0 1 0 15,0-4 0-15,1 1 0 16,1 2-720-16,3-3-144 0,3-3-32 0,2 1 0 16,4-2-2544-16,6-1-512 15,2-8-96-15</inkml:trace>
  <inkml:trace contextRef="#ctx0" brushRef="#br0" timeOffset="6445.08">6495 1648 25791 0,'0'0'2304'0,"1"-3"-1856"0,-1-4-448 16,0-2 0-16,0 0 4784 0,-1 0 848 16,0 0 192-16,-2-1 16 0,-1 0-2976 0,-1 0-608 15,-3-1-112-15,2 1-32 0,-1 1-1136 0,-1 2-224 16,-2 1-48-16,0-1-16 0,-2 2-288 0,-3 4-48 15,1 4-16-15,-3 4 0 0,-1 2-144 0,-2 1-48 0,-3 5 0 0,-1 4 0 16,-2 4-144-16,2 1 0 0,-2 4 144 0,5 0-144 16,2 1 0-16,4-3 128 0,3-2-128 0,4-2 96 15,3 0-96-15,4-1-128 0,2-3 128 0,3-2-160 16,0-2-16-16,4-2 0 0,2-2 0 0,2-2 0 16,1-1-16-16,2-2-16 0,1-4 0 0,1-2 0 0,1-2 0 0,2-5 0 15,1 0 0-15,0-2 0 0,-1-3 80 16,0 0 128-16,-2-4-208 0,1-3 80 15,-3 0 128-15,0-6 0 0,0-2 0 0,-2-1 0 16,-2 0 0-16,0-3 0 0,-2-2 0 0,-2-1 0 16,-2 3 0-16,0-5 0 0,-3 2 0 0,1 4 128 15,-2 3-128-15,-1 6 192 0,-1 0-64 0,-1 4 0 0,-2-1 96 0,0 5 32 16,0 2 0-16,-1 3 0 0,0 4-48 0,4 5 0 16,-5-4 0-16,5 4 0 0,0 0-208 0,-6 3 144 15,1 2-144-15,1 4 128 0,0 1-128 0,2 6 0 16,0 2 0-16,2 4 0 0,2 5 0 0,0 0 0 15,1 4 0-15,-1 3 0 0,1 0 0 0,1 1 0 16,1 6-144-16,0-5 144 0,-1-3-208 0,2 1 16 16,-1-6 0-16,0 0 0 15,-1-4-1248-15,1 0-240 0,0-5-48 0,1-2-16 16,-1-4-2224-16,1-1-432 16</inkml:trace>
  <inkml:trace contextRef="#ctx0" brushRef="#br0" timeOffset="6838.96">6710 1294 17503 0,'-5'-20'1552'0,"4"12"-1232"0,-2-1-320 0,2 2 0 0,1-1 6128 0,-2 1 1168 0,1 1 224 0,1 6 48 0,0 0-4176 0,0 0-832 0,0 0-160 0,0 0-32 16,0 0-1024-16,4 8-208 0,1 2-48 0,-1 3 0 16,0 0-608-16,0 5-128 0,0 2-32 0,1 5 0 15,0 3-112-15,2 5-16 0,-1 2-16 0,1 2 0 16,-1-2-176-16,1 1 0 0,1 1 0 0,-2-2 0 15,1-2 0-15,-1-2 0 0,0-2 0 0,-1-3 48 16,-1-3-48-16,0-3 0 0,-2-3 0 16,2-4 0-16,0-3 0 0,-1-2 0 0,-3-8 0 0,0 0 0 15,0 0 0-15,0 0 0 0,5 5 0 0,-5-5 0 0,6-1 0 0,2-4 0 16,0-2 0-16,2-3 0 0,-2-6 0 0,1-2 0 16,1-4 0-16,1-6 0 0,1-4 0 15,0-4 0-15,-1 0 0 0,3-3 0 0,-3-6 0 0,2 2 0 16,-1 3 0-16,0 4 0 0,-2-1 0 0,2 3 0 15,-2 0 0-15,-1 3 0 0,-1 1 0 16,-1 4 0-16,-1 2 0 0,0 4 0 0,-3 1 0 0,3 2 0 16,-1 2 0-16,-1 0 0 0,-2 5 0 0,1-2 0 15,1 3 0-15,0 1 0 16,-2 2-512-16,-2 6-80 0,0 0-32 0,0 0 0 16,0 0-1728-16,0 0-336 0,0 0-80 0,4 11-12368 15,-1 6-2464-15</inkml:trace>
  <inkml:trace contextRef="#ctx0" brushRef="#br0" timeOffset="7072.11">6637 1598 53679 0,'-13'-2'1184'0,"7"1"240"0,-2-2 48 0,1 0 32 0,7 3-1200 0,-2-7-304 0,0 0 0 0,4 1 0 15,3-2 992-15,3 0 144 0,2-1 16 0,5-3 16 0,3-3-768 0,4 0-144 16,5 2-48-16,3 0 0 15,2 0-208-15,0 2 176 0,1 1-176 0,-1-1 160 16,1 0-160-16,-2 1 0 0,2 1 0 0,-2 1 112 16,-2 0-112-16,1 3 0 0,-2 1 0 0,0 1 0 0,-3 1 0 0,-3 0 0 15,0 2 0-15,-1 0 0 16,0 0-736-16,-2 0-144 0,-1 0-16 0,1 0-16032 16,-1 3-3200-16</inkml:trace>
  <inkml:trace contextRef="#ctx0" brushRef="#br0" timeOffset="28389.93">8146 1488 2751 0,'-8'-9'128'0,"8"9"16"15,-4-7-144-15,0 1 0 0,0-1 0 0,3-2 0 0,-1-1 5920 0,2-1 1152 16,-1 1 224-16,1 1 64 0,0 1-3728 0,0 2-752 16,0 6-128-16,0 0-48 0,1-6-656 0,-1 6-128 15,0 0-16-15,0 0-16 0,0 0-640 0,0 0-128 16,8 9-32-16,0 5 0 0,-1 2-384 0,-3 4-96 16,1 1-16-16,-1 2 0 0,-2 3-352 0,1 0-80 0,-1 1-16 0,-2-4 0 15,2-2-144-15,-2 1 0 16,0-4 144-16,0 2-144 0,-2-1 0 0,1-2-160 0,0-1 16 0,0-2 0 31,-2-2-1472-31,2-3-304 0,-2-2-48 0,3-7-19152 0</inkml:trace>
  <inkml:trace contextRef="#ctx0" brushRef="#br0" timeOffset="28557.52">8253 1230 40543 0,'-8'-3'3600'0,"1"-1"-2880"0,2-2-576 0,1-1-144 15,0 1 1296-15,0-1 240 0,0 1 32 0,2-1 16 0,0 3-1200 0,2 4-224 16,0-6-160-16,0 6 192 16,4-7-1600-16,-4 7-304 0,9 0-64 0,3 3-16 15,4 1-2240-15,1 2-448 0</inkml:trace>
  <inkml:trace contextRef="#ctx0" brushRef="#br0" timeOffset="28842.93">8769 1212 35583 0,'0'0'1584'0,"0"0"320"0,-4-5-1520 0,0-1-384 0,1 1 0 0,-2 0 0 0,-1 0 2160 0,-2-1 352 15,-1 3 80-15,0 0 16 0,-1 0-816 0,1 2-144 16,1 1-48-16,-1 4 0 0,2 0-736 0,-1 2-160 16,0 2-16-16,1 1-16 0,1 3-352 0,1 2-64 0,1 6 0 0,-1-2-16 15,1 3-48-15,1 1-16 16,0 3 0-16,2 2 0 0,0 3-48 0,1 3 0 0,0 3 0 0,1 2 0 15,0 0-128-15,2-1 0 0,1-1 144 16,0-5-144-16,0 1 128 0,0-2-128 0,0 0 160 0,-1-3-160 16,0-4 0-16,0 0 0 0,-1-4-176 0,1 1 176 31,0-3-448-31,-2 0 16 0,-1-2 16 0,-1-2 0 0,-1-2-1056 16,1-1-224-16,1-2-32 0,-1 0-16 0,1-8-1136 15,0 0-240-15,-4 8-32 0,4-8-14752 0</inkml:trace>
  <inkml:trace contextRef="#ctx0" brushRef="#br0" timeOffset="28995.32">8392 1804 23951 0,'-21'0'1056'0,"13"0"224"0,1-3-1024 0,0 2-256 0,-1 1 0 0,8 0 0 0,0 0 5344 0,0 0 1008 15,0 0 208-15,0 0 32 0,0 0-4288 0,11 0-880 16,2 0-160-16,2-2-48 0,6-1-1008 0,1-1-208 16,3-4 0-16,4 0 0 0,2-2 0 0,3-1-144 15,2-5 144-15,2 2 0 16,3-3-1520-16,-1 2-192 0,2-2-32 0,3 0-12544 15,6 1-2512-15</inkml:trace>
  <inkml:trace contextRef="#ctx0" brushRef="#br0" timeOffset="29241.77">9730 1102 20271 0,'0'0'896'0,"0"0"192"0,0 0-880 0,0 0-208 15,0 0 0-15,0 0 0 0,0 0 6752 0,0 0 1312 16,0 0 256-16,0 0 48 0,-4 4-5536 0,1 4-1104 16,1 2-208-16,0 6-48 0,1 5-976 0,1 1-192 0,1 2-48 0,1 2 0 15,-2 2-256-15,1 2 0 0,0 2 0 0,0-1 0 16,-1 1 0-16,0 2 0 0,-1 2 0 0,0-4 0 16,1 2 0-16,0-5 0 0,0-2 0 0,0-2 0 31,0-3-976-31,0-2-256 0,1-3-48 0,-1-4-16 15,0-4-1248-15,0-9-240 0,4 5-48 0,-4-5-17408 0</inkml:trace>
  <inkml:trace contextRef="#ctx0" brushRef="#br0" timeOffset="29603.73">9556 1044 24879 0,'-10'-6'2208'0,"10"6"-1760"0,0 0-448 0,0 0 0 0,2-6 4800 0,2 2 896 16,-4 4 160-16,8-7 32 0,3-2-3840 0,0 3-768 15,2-1-144-15,2 1-48 16,0-1 16-16,6 2 0 0,3 0 0 0,2 1 0 0,1-3-400 0,2 3-96 16,-1 1-16-16,4-3 0 0,-1 2-240 0,2 4-48 15,-1-2-16-15,0 2 0 0,-4 2-288 0,0 0 0 16,-2 2-176-16,-3 1 176 0,-2 1 0 0,-3 3 0 16,-2 2 0-16,-2-1 0 0,-1 1 0 0,-2 0 0 0,-3 3 0 15,-5-3 0-15,-1 0 0 0,-4 2 0 16,0-2 128-16,-2 2-128 0,0 1 272 0,-4-1-32 0,-2 1-16 15,-3 0 0-15,-4 2-80 0,-3-2-16 16,-1-1 0-16,-3 0 0 0,-4 3-128 0,0-2 0 0,-1 2 144 16,0-3-144-16,0-4 0 0,3 2 0 0,3-4 0 0,2 2 0 15,3-1 0-15,2 0-160 0,4 0 16 0,5-2 0 32,7-6-912-32,0 0-176 0,0 0-48 0,0 0 0 15,0 0-1088-15,13 7-240 0,4-4-32 0,3 1-11632 0,5-4-2304 16</inkml:trace>
  <inkml:trace contextRef="#ctx0" brushRef="#br0" timeOffset="30974.48">10123 1688 23039 0,'-5'-3'2048'0,"-1"0"-1648"16,-2-2-400-16,1-1 0 0,5-5 1568 0,3-1 224 16,0 2 64-16,3-4 0 0,1-2-1856 0,2 0-272 15,3-2-112-15,3 0-8176 16,2 1-1632-16</inkml:trace>
  <inkml:trace contextRef="#ctx0" brushRef="#br0" timeOffset="31340.82">10370 1260 35935 0,'0'0'3200'0,"0"0"-2560"15,0 0-512-15,0 0-128 0,-4 6 2976 0,4-6 576 0,0 0 112 0,0 0 32 16,0 8-2096-16,0-8-400 0,-1 9-96 0,1-9-16 15,5 7-224-15,0-1-48 0,-5-6-16 0,8 4 0 16,0 3-496-16,1-1-112 0,0 1 0 0,4-3-16 0,0 0-176 0,1 1 0 16,2-2 144-16,0 1-144 15,1-1 0-15,-2 3-208 0,0-1 16 0,-2-1 16 16,-2-2 176-16,0 1 0 0,-1-3 0 0,-2 3 0 16,-2 0 0-16,-6-3 0 0,0 0 0 0,0 0 128 15,0 0 128-15,0 0 48 0,0 0 0 0,-1 7 0 0,-1 1-48 0,-4-2 0 16,0-2 0-16,-2 1 0 0,-2 2-64 0,-3 1-32 15,-2 0 0-15,0-1 0 0,-2 3-112 0,-2 0-48 16,1 2 0-16,0 2 0 0,1 3 0 0,1-4 0 16,1 0 0-16,0 1 0 0,5-2 0 0,-1 0 0 15,2-2 0-15,4-1 0 0,0-1 0 0,1-1 0 16,1 1 0-16,3-8 0 16,0 0-480-16,6 6-96 0,3-1 0 0,2 1-16 15,2-5-1792-15,6-1-368 0,4-1-64 0,5-2-12320 0,3-1-2464 16</inkml:trace>
  <inkml:trace contextRef="#ctx0" brushRef="#br0" timeOffset="31770">11063 1253 23951 0,'0'0'1056'0,"0"0"224"0,-2-6-1024 0,-2-2-256 0,-1-1 0 0,1 2 0 15,-2 2 5392-15,1 1 1024 0,-1 2 208 0,-1 0 32 16,-1-1-3680-16,1 1-736 0,-1 4-160 0,-3 1-32 15,0 5-1056-15,-1 4-224 0,-1 2-32 0,0 3-16 16,-3 5-336-16,-1 2-80 0,0 3-16 0,2 2 0 16,-2 1-208-16,2 3-80 0,2-1 0 0,3 2 0 15,3-1 0-15,2 1 0 0,3-4 0 0,4-1 0 0,2-1 0 0,3-2 0 16,2-3 0-16,2-3 0 0,4-3 0 0,3-3 0 16,3-2 0-16,1 0 0 0,1-7 0 15,4-1 0-15,0-3 0 0,2-2 0 0,1-2-176 0,1 1-16 16,0-5-16-16,-1 1 0 0,-1-7 208 0,-2-2 0 15,-1 0 0-15,-2-2 0 0,-2 0 128 0,-1-3 64 16,-4 1 0-16,-2-4 16 0,0 0-144 16,-4-2-64-16,-1-1 0 0,-4 0 0 15,-2-3 0-15,-3 3 0 0,-2 3 0 0,-3-1 0 16,-2 3 0-16,-5-2 0 0,-2 3 0 0,-1 4 0 0,-3-3 0 0,-1 4 0 16,-3 0 0-16,-3 1 0 0,-3-2 0 0,-2 2 0 15,2-2 0-15,-1 3 0 0,1 2 0 0,1-1 0 16,1 1 0-16,2 2-160 15,3 1-672-15,2 1-128 0,1-1-16 0,4 1-15856 16,3 1-3152-16</inkml:trace>
  <inkml:trace contextRef="#ctx0" brushRef="#br0" timeOffset="39002.32">12178 972 17503 0,'-12'-13'1552'0,"7"8"-1232"0,-3-1-320 0,-1 0 0 15,3-3 5904-15,-1 2 1136 0,-1 2 208 0,2 0 48 0,-2 3-5120 0,0 1-1024 16,-1 0-192-16,-1 2-64 0,-1 3 464 16,1 4 96-16,-2 4 16 0,-1 3 0 0,0 5-576 0,-1 2-128 15,1 5 0-15,-3 7-16 0,0 7-256 0,1 0-48 16,0 4-16-16,2-1 0 0,1 0-144 0,2 1-32 16,2-1 0-16,2-2 0 0,2-1-256 15,2-4 0-15,5 0 0 0,1-4 0 16,3 0-640-16,3 0-192 0,2-6-48 15,2-2 0-15,2-4-1200 0,3-4-240 0,2-4-48 16,4-6-19424-16</inkml:trace>
  <inkml:trace contextRef="#ctx0" brushRef="#br0" timeOffset="39359.08">12475 1227 20271 0,'-8'4'1792'0,"-1"-2"-1424"16,2-1-368-16,-4 3 0 0,1 2 6048 0,-3 3 1136 0,-2 2 240 0,0 3 32 15,-4 2-4576-15,1 2-896 0,-3 3-192 0,2 0-48 16,-1 1-928-16,3 1-192 0,2-2-48 0,3 1 0 16,3-1-352-16,2 2-80 0,5-7-16 0,2 4 0 15,2-4-256-15,3-1-64 0,2-3-16 0,3-5 0 32,3-1-304-32,2-2-64 0,0-3-16 0,2-1 0 0,2-1-160 0,0-3-16 0,-1-2-16 0,-1-4 0 15,-2-1 208-15,-1-2 32 16,0 0 16-16,-1-2 0 0,-2 0 272 0,-1-1 64 0,-1 2 16 0,-2-2 0 15,-2 0 176-15,-1 2 128 0,-3 1-128 0,-1 3 176 0,-2 2 352 16,0 3 80-16,2 5 16 0,0 0 0 16,-5 0 272-16,0 2 48 0,0 3 16 0,1 4 0 0,0-1-384 0,0 4-64 15,1 1 0-15,2 1-16 0,0 1-304 0,1-1-64 16,1 3-128-16,3-3 192 0,0 2-464 16,1-3-112-16,2-1 0 0,-1 0-16 15,2-5-1264-15,-1 0-256 0,2-1-64 0,1 0 0 16,1-4-1712-16,-1 0-336 0,0-2-80 0</inkml:trace>
  <inkml:trace contextRef="#ctx0" brushRef="#br0" timeOffset="39598.15">12731 1012 44063 0,'0'0'1952'0,"0"0"400"0,0 0-1888 0,0 0-464 16,0 0 0-16,0 0 0 0,0 0 1616 0,0 0 240 0,0 11 32 0,1 0 16 15,0 1-496-15,1 4-80 16,0 5-32-16,0 2 0 0,-1 5-656 0,-2 3-144 16,1 3-32-16,0 1 0 0,1 0-464 0,-1-1-192 0,-1 0 16 0,-1-2 0 15,2 0 48-15,0-2 0 0,-1 0 0 0,2 9 0 47,2-7-864-47,2-5-160 0,0-8-48 0,2-6-14720 0,3-5-2944 0</inkml:trace>
  <inkml:trace contextRef="#ctx0" brushRef="#br0" timeOffset="40072.43">12959 1210 45439 0,'0'0'1008'0,"0"0"208"0,0 0 32 0,0 0 16 0,0 0-1008 0,0 0-256 0,-3 8 0 0,2 1 0 0,1 2 1872 0,0 2 336 16,-1 4 64-16,1 0 16 0,0 1-1136 0,0 0-208 15,1 2-48-15,0 2-16 0,1 1-432 0,0 4-96 16,1-4-16-16,1 0 0 0,0 1-176 0,1-2-32 15,-1-2-128-15,1-2 192 0,0-2-192 0,0-2 144 16,2-1-144-16,-2-3 128 0,0-1-128 0,1-2 0 16,0-2 0-16,-6-5 0 0,0 0 0 0,8 0 0 15,2-1 0-15,0-3-176 0,-3 0 176 0,1-2 0 16,0-6 0-16,-3-1 0 0,2-2 0 0,-1-3 0 0,1-4 0 0,-1 0 0 16,2-3 0-16,1 0 0 0,-2 1 0 15,2 1-128-15,-1 4 128 0,-2 2 0 0,1 4 0 16,-2 2 0-16,0 4 0 0,-5 7 0 0,0 0 0 0,0 0 0 15,0 0 0-15,0 0 0 0,5 7 0 0,1 4 0 16,-3 2 0-16,3 1 0 0,-1 2 128 0,0 1-128 16,0 2 0-16,2 0 0 0,-1-2 0 0,1 0 0 15,1-1 0-15,1-1 0 0,-1-3 0 0,0-2 0 16,-1 0 0-16,2 0 0 0,-1-4 0 16,3-2 0-16,-3 0 0 0,-1-3 0 0,1-1 0 15,0 0 0-15,1-2 0 0,-2-2 144 0,-2-2-16 0,1 0-128 16,0-3 0-16,-1 0 0 0,-1 0 0 0,0-3-192 15,-2-3 192-15,1 0 0 0,-1-1 0 0,1-2 0 16,0-2 0-16,-2 0 0 0,-1-4 0 0,0 2 0 16,-1 2-448-16,1 1-32 15,1 1-16-15,-1-1 0 0,0 2-912 16,0 3-192-16,0 4-48 0,3 2 0 0,2 3-2224 0,1 2-448 0,-6 3-96 16,11 1-7968-16,3 3-1600 0</inkml:trace>
  <inkml:trace contextRef="#ctx0" brushRef="#br0" timeOffset="41281.39">13650 1240 8287 0,'0'0'736'0,"3"-5"-592"0,-1 0-144 0,-2-2 0 0,1 1 0 16,-1 6 0-16,0 0 0 0,-3 0 9584 0,-3 0 1872 15,6 0 384-15,-9 8 80 0,-3 2-8400 0,-2 3-1664 0,-2 3-352 0,0 3-64 16,0 1-752-16,-1 3-160 16,0-2-16-16,1 1-16 0,1-1-256 0,2-1-48 0,2-1-16 0,2 1 0 15,1-4-176-15,3 1 0 16,2-2 0-16,3 0 0 0,0-4 0 0,3 1-192 15,4-5 32-15,-1-1 16 0,2-1-128 0,1 1-32 16,0-6 0-16,2 0 0 16,-1-3-208-16,2-2-64 0,1-3 0 0,0 0 0 0,-3-4 224 0,3 1 32 0,2-2 16 0,-2 0 0 15,-3-4 144-15,-2 0 32 0,1-2 0 0,0 1 0 16,-2 0 128-16,-1 2 0 0,-1 1 0 0,-1 0 0 16,-1 4 176-16,0-1 64 0,-3 4 16 0,0-1 0 15,0 1 128-15,-2 3 16 0,2 5 16 0,0 0 0 16,0 0-80-16,0 0-16 0,-5 1 0 0,0 2 0 15,0 2-128-15,1 1-16 0,1 2-16 0,0 4 0 16,0-2-160-16,0 3 0 0,2 2 0 0,1-1 0 0,0 0 0 16,0 1 0-16,0-2 0 0,1 0 0 0,3-1 0 15,1-2 0-15,0-2 0 0,2-2 0 0,1 0-224 0,1-2 80 16,1-4 16-16,1 0 0 0,-1 0 0 16,0 0 0-16,1-4 0 0,1-2 0 0,-1-1 128 15,1-1 0-15,-1-1 0 0,-1-3 0 0,0-1 0 0,2-1 0 16,0-2 0-16,0-1 0 0,-1 0 0 0,1-3 0 15,1 3 0-15,-2-1 0 0,-4 3 0 0,0 2 0 16,-2 2 0-16,-2 3 0 0,-2 2 0 16,-1 6 128-16,0 0-128 0,0 0 128 0,0 0 80 0,0 0 32 15,-6 5 0-15,-1 4 0 0,0 3-112 0,1 1-128 16,1 0 176-16,1 1-176 0,1 1 0 0,1-1 0 0,-1 0 0 0,3 1 0 16,3-1 0-16,-1 0 0 0,1 1 0 15,1-4 0-15,1-2 0 0,1-1-224 0,5 0 64 0,-1-1 16 16,-1-1-160-16,2-2-16 0,2-3-16 15,-1 2 0-15,-2-6 112 0,2 1 32 0,1-2 0 0,-1-1 0 16,-2-1 192-16,0 3-176 0,1-4 176 0,-2-2-160 16,0-2 160-16,-1-2 0 0,-2-1 0 0,1 1 0 15,0 0 0-15,-1 0 0 0,1-5 0 0,0-1 128 16,1 0-128-16,-1-1 128 0,-2-1-128 0,-1 3 128 16,0-1 0-16,0 0 0 0,0 0 0 15,-2 2 0-15,-1 3 0 0,2 1 0 0,-3 3 0 0,0 1 0 16,0 3 16-16,0 6 16 0,0 0 0 0,0 0 0 15,0 0-16-15,0 0 0 0,0 0 0 0,0 0 0 16,-3 9-144-16,0 1 160 0,0 6-160 0,0 2 160 16,1 3-160-16,0 3 0 0,0 0 0 0,3 10 0 15,0 1 0-15,1-3 0 0,2 0 0 16,1 4 0-16,1 0 0 0,2 1 0 0,-1-1 0 0,-1 1 0 0,1 2 0 16,-2 1 0-16,-1 3 0 0,-2 0-304 0,2 0 16 15,-1-4 0-15,-2 2 0 0,-1-5 32 0,0-2 0 16,-2 1 0-16,-1-3 0 0,-2-4 112 0,0-2 144 15,-1-1-208-15,0-3 80 0,-3-6 128 0,0-2 0 16,0-1 0-16,-1-2 128 16,3-3-128-16,-1-2 128 0,0-1-128 0,0-3 128 0,0-1-128 0,1-2 0 15,-1-3-128-15,1 0 128 0,3-3-176 0,-1-3 176 16,1-2-208-16,2-2 80 0,2-7-48 0,1-1 0 16,3-7 0-16,1-1 0 0,3-1 176 0,2-6-128 15,3-3 128-15,3-5-128 0,1-4 128 0,2-2 0 16,1 0 0-16,2-1 0 0,0-1 0 0,2-1-128 15,-1 3 128-15,-1 3 0 0,1 4 0 0,-1 1 192 0,-1 2 0 0,-3 4-16 16,-4 1 80-16,-1 4 0 0,-1 2 16 16,-3 5 0-16,-1 5 0 0,-2 2 0 15,-2 3 0-15,-1 1 0 0,-2 4-32 0,-1 2-16 16,0 2 0-16,0 6 0 0,0 0-16 0,0 0 0 16,0 0 0-16,0 0 0 0,0 0-80 0,0 0 0 0,0 0-128 15,-1 8 192-15,1 1-192 0,1 2 0 0,3 2 0 0,1 0 0 16,2 1 0-16,1-1 0 0,1 1 144 0,1 0-32 15,1 2-112-15,0-2 0 0,2 1 0 0,3-2 0 16,0 1 0-16,-2-4 0 0,-1 2 0 0,-1 0 0 16,0 1-128-16,-2 0 128 0,-2 0-192 0,0-4 192 15,-2 2 0-15,-1-4 0 0,1 1 0 0,-4 0 0 16,-2-8 0-16,0 8 0 0,0-8 0 0,-2 8 0 0,-1-2 0 16,3-6 144-16,-7 5-144 0,0 1 128 15,-1-1-80-15,-3 0-48 0,1-1 0 0,-6-1 0 0,1-2 0 16,0 0 0-16,2-1 0 15,-4 0-448-15,2-1-64 0,2 0-32 0,1-2 0 16,1-1-1680-16,2-3-336 0,2-3-64 16,1-2 0-16</inkml:trace>
  <inkml:trace contextRef="#ctx0" brushRef="#br0" timeOffset="41588.23">14643 538 12895 0,'-7'-5'576'0,"7"5"112"0,-4-3-560 0,4 3-128 16,0 0 0-16,0 0 0 0,0 0 7824 0,0 0 1536 0,0 0 304 0,7 8 64 16,0-2-6240-16,2 3-1248 15,2 4-256-15,2 2-64 0,4 0-1040 0,1 1-224 16,-1 4-32-16,2 2-16 0,-4-5-288 0,3 2-64 0,0 2-16 0,0 1 0 16,2-2-112-16,-2 3 0 0,-1 5-128 15,-1 2 192-15,2 10-192 0,-4 0 128 0,2 1-128 0,-6 1 0 16,-2-3 128-16,-3 1-128 0,-1-1 0 15,-1-2 0-15,0-1 128 0,-5-1-128 0,2-10 0 0,-2 0 0 16,0 1 128-16,-2-1-128 0,-1 0 0 0,0-2 144 16,0 1-144-16,-3-1 0 0,1-5 0 0,0 2 0 15,-2-1 0-15,1-2 0 0,-3-1 0 0,2 0 0 16,-3-2 0-16,2 0 0 0,-4-6 0 0,-2 3 0 16,2-1-624-16,3-1-144 15,1-1-48-15,2 1-24560 0</inkml:trace>
  <inkml:trace contextRef="#ctx0" brushRef="#br0" timeOffset="57482.48">8130 3393 28559 0,'0'0'2544'0,"0"0"-2032"0,0 0-512 0,0 0 0 0,0 0 4640 0,0 0 832 15,0 9 160-15,-1 1 48 0,-1 1-3200 0,1 1-640 16,0 2-128-16,-1 2-32 0,2 1-848 0,0 3-160 16,-1 5-32-16,1 0-16 0,-1 5-400 0,1-1-80 15,-1 1-16-15,2-3 0 0,-1-1-128 0,1-3 0 16,0 0 0-16,1-4 0 16,0-2-464-16,1-3-176 0,1-2-48 0,0-4 0 15,-4-8-1744-15,0 0-368 0,9 1-64 0,-1-3-18848 0</inkml:trace>
  <inkml:trace contextRef="#ctx0" brushRef="#br0" timeOffset="57627.38">8181 3203 18431 0,'0'0'1632'0,"-9"-7"-1312"0,0-1-320 0,2 3 0 16,1-2 5840-16,0 4 1104 16,2-3 224-16,4 6 32 0,-5-4-4720 0,5 4-944 15,0 0-192-15,0 0-48 0,0 0-992 0,0 0-304 0,0 0 128 0,0 0-128 31,9 6-2480-31,0 1-560 0,4 1-112 0,2 3-15552 0</inkml:trace>
  <inkml:trace contextRef="#ctx0" brushRef="#br0" timeOffset="57934.87">8651 3300 19343 0,'0'0'1728'0,"0"0"-1392"0,-1-9-336 0,-1 0 0 0,-1-4 3840 0,-1 3 688 15,1-3 144-15,0 0 16 0,-3 2-1360 0,1-2-256 16,0 0-64-16,-3 0-16 0,0 0-1168 0,2 0-224 15,-2 1-64-15,1 3 0 0,0 0-576 0,-3 2-128 16,3 2-32-16,0 3 0 0,1 0-256 0,0 4-48 16,-1-1-16-16,1 3 0 0,1 2-192 0,1 6-32 15,0 0-16-15,0 3 0 0,-1 4-112 0,3 4 0 16,0 6-128-16,2 3 192 0,0 4-192 0,2 0 0 16,0 1 128-16,2 0-128 0,0 5 0 0,0-3 0 15,1 2 0-15,-1-1 0 0,0 0 0 0,0 0 0 16,1-1 0-16,-1 0 0 0,-1-1 0 0,0-2 0 0,0-3 0 15,0-3 0-15,-1-2 0 0,1-3 0 16,-3-3-192-16,0-2 192 0,-1-3-352 0,-1-3 32 0,2-2 16 0,-1-2 0 31,-2-2-848-31,3-8-160 0,-4 5-32 0,4-5-16 16,0 0-912-16,0 0-176 0,-9-1-48 0,-1-5-18224 0</inkml:trace>
  <inkml:trace contextRef="#ctx0" brushRef="#br0" timeOffset="58083.11">8204 3652 47967 0,'0'0'2128'0,"0"0"432"16,0 0-2048-16,0 0-512 0,0 0 0 0,7 7 0 0,-1-1 1312 0,3-2 160 0,2 0 16 0,3-4 16 15,3 1-608-15,3-2-112 0,5-1-16 0,3-4-16 16,5-1-576-16,2-1-176 0,3-1 0 0,4-2 0 16,-1-1-1344-16,2-2-368 0</inkml:trace>
  <inkml:trace contextRef="#ctx0" brushRef="#br0" timeOffset="58689.77">9563 3186 40031 0,'0'0'1776'0,"-3"-4"352"0,2-4-1696 0,1 0-432 0,0 1 0 0,0 7 0 15,-3-6 2304-15,3 6 368 0,0 0 80 0,0 0 0 16,0 0-768-16,0 0-144 0,3 8-48 0,1 4 0 0,0 1-1072 0,1 7-208 16,0 8-64-16,2 6 0 0,-1 5-240 0,2 3-48 15,0 1-16-15,1 1 0 0,1-1-144 0,1 3 0 16,-1 3 144-16,1-2-144 0,-1-3 128 0,4-2-128 15,-2-4 128-15,0-3-32 16,-2-2-96-16,1-6 0 0,-2-3 0 0,0-4 0 16,0-1 0-16,0-6 0 0,-1-3 0 0,-1-2 0 0,-7-8 0 0,0 0 0 15,7 0 0-15,-7 0 0 0,0 0 0 0,10-5 0 16,-4-3 0-16,2-1 0 0,-2-7 0 0,0-2 0 16,0-3 0-16,1-2 0 0,-2-2 0 0,-1-5 0 15,0-3 0-15,1-3 0 0,-1-1 0 0,2-5 0 16,1-1 0-16,-1-1 0 0,1 0 0 0,1-2 0 15,0-1 0-15,-1 2 0 0,2 2 0 0,1 1 0 0,-3 3 0 16,3 4 0-16,-3 2 0 0,0 6 0 0,-2 4 0 16,2 5 0-1,-1 4-400-15,-1 2-80 0,-1 4-16 0,-4 8 0 16,0 0-864-16,0 0-176 0,0 0-48 0,0 0-14416 0,9 7-2880 0</inkml:trace>
  <inkml:trace contextRef="#ctx0" brushRef="#br0" timeOffset="58920">9426 3583 28559 0,'0'0'2544'0,"0"0"-2032"0,0 0-512 0,0 0 0 16,2-6 5936-16,4-1 1088 0,2 2 208 0,2-2 64 15,4 0-5312-15,5-1-1072 0,1 0-208 0,5 0-32 16,0-1-512-16,1 1-160 0,1 0 0 0,3-1 0 15,-1 0 0-15,2 0 0 0,2 0 0 0,22-2 0 32,2 4-272-32,-5 0-112 0,-10 3-32 0,-3 5-24608 0</inkml:trace>
  <inkml:trace contextRef="#ctx0" brushRef="#br0" timeOffset="59235.54">10018 3804 35007 0,'0'0'3120'0,"0"0"-2496"0,0 0-496 16,0 0-128-16,0 0 3184 0,0 0 608 16,8 0 128-16,2-2 32 0,6 0-2128 0,-1-2-416 15,1-3-96-15,1 1-16 0,1-1-960 0,-1 1-192 16,0-2-144-16,0 0 192 0,1 1-192 0,-2 2 0 16,-2 1 0-16,-1 2 128 0,-4 0 0 0,-1 2 0 15,-3 2 0-15,-5-2 0 0,0 0 320 0,3 9 48 0,-6 0 16 0,0 3 0 16,-3 2 16-16,-3 3 16 0,-1 1 0 15,-1 2 0-15,-3 1-352 0,0 0-192 0,-1-1 192 0,2 1-48 0,0-4-144 16,3 0 0-16,-1 0 0 0,2-1 0 16,3-2 0-16,1-1 0 0,-1-2 0 0,4 0 0 15,2-3 0-15,1 0 0 0,-1-8 0 0,5 6 0 16,2 2 0-16,1-4 0 0,1 0 0 0,0-3 0 16,3-2 0-16,-1 0 0 0,2 1 0 0,2-4 0 15,0 1-592-15,1-3-112 0,1-1-32 16,1-1 0-16,0-1-1504 0,3-5-288 0,4-2-64 0</inkml:trace>
  <inkml:trace contextRef="#ctx0" brushRef="#br0" timeOffset="59570.63">10668 3437 34095 0,'-19'4'1504'0,"12"-4"320"0,1 0-1456 16,6 0-368-16,0 0 0 0,0 0 0 0,0 0 5232 0,0 0 976 15,0 0 192-15,0 0 32 0,0 0-4768 0,8 7-960 16,-1-1-192-16,2-2-48 0,1 1-336 0,-3 0-128 16,4 1 0-16,-1-2 0 0,2 0 0 0,0-1-128 15,0 3 128-15,1-4-160 0,0 2 160 0,-2 0 0 16,0 1 160-16,-1-1-32 0,1 0-128 0,-2 0 0 0,-1 0 0 0,-2 1 0 16,-6-5 0-16,7 7 0 0,-2-2 0 0,-5-5 0 15,4 6 0-15,-2 1 0 0,1-1 0 0,-3-6 0 16,-1 8 0-16,-2-1 0 0,-1-1 0 0,0 1 0 15,0 1 0-15,0 1 0 0,-2 1 0 0,-1-2 0 16,1 0 0-16,-2 1 0 0,0 3 0 16,0-2 0-16,2 1 0 0,-1-2 0 0,1 0 0 15,-1-1 0-15,1-1-272 0,2 0-48 0,4-7-16 0,0 0 0 16,2 6-1648-16,5 0-320 16,3-2-64-16,2-2-20928 0</inkml:trace>
  <inkml:trace contextRef="#ctx0" brushRef="#br0" timeOffset="60070.59">11319 3223 23039 0,'-7'0'2048'0,"1"-1"-1648"15,1 1-400-15,5 0 0 0,0 0 7296 0,0 0 1360 16,0 0 288-16,0 0 48 0,-3 5-6416 0,2 4-1280 16,-1 2-256-16,4 2-48 0,-2 3-800 0,2 0-128 0,2 3-64 0,0 3 0 15,4 3 0-15,0 1 0 0,0 1 0 0,1-1 0 16,0 2 0-16,0-2 0 0,-1 0 0 0,1 0 0 15,0 1 0-15,0-3 0 0,0-1 0 0,0-2 0 16,-2-3 0-16,-1-1 0 0,-2 0 0 0,2-1 0 16,-1-3 0-16,0-3 0 0,-1-2 0 0,-4-8 0 15,0 0 0-15,6 5 0 0,-6-5 0 0,0 0 0 16,0 0 0-16,0 0 0 0,8-5 0 0,-1-3 0 16,-2-1 0-16,-1-3 0 0,0-2 0 0,0-4 0 15,0-4 0-15,0-4 0 0,1-2 0 0,0-2 0 0,0-2 0 0,3-1 0 16,0-1 0-16,1-4 0 0,1-5 0 0,1 0 0 15,1 2 0-15,1-1 0 0,0 0 0 16,-3 2 0-16,2 4 0 0,-2 5 0 0,1 2 0 0,-2 6 0 16,-3 1 0-16,1 8 0 0,-3 0 0 0,-2 8 0 15,-2 6 0-15,0 0-160 16,0 0-1200-16,0 0-240 0,0 0-64 0,0 10-14752 16,-1 7-2960-16</inkml:trace>
  <inkml:trace contextRef="#ctx0" brushRef="#br0" timeOffset="60285.5">11252 3513 29487 0,'-17'-8'2624'0,"12"4"-2112"16,-1 0-512-16,4 0 0 0,2 4 5584 0,0 0 1008 16,0 0 208-16,8-5 48 0,0-1-4768 0,1-1-944 0,3 2-192 0,2 0-48 15,1-1-576-15,3 1-112 0,0 0-16 0,2-2-16 16,-1 1-176-16,3-1 0 0,2 0 0 0,1-1 0 15,-2 0-288-15,3 0-96 0,0 0 0 0,0 2-16 32,-1-1-1168-32,-1 5-224 0,-1-4-64 0,0 5-21424 0</inkml:trace>
  <inkml:trace contextRef="#ctx0" brushRef="#br0" timeOffset="60471.12">11902 3613 24879 0,'-12'7'2208'0,"7"-2"-1760"0,-2 1-448 0,1 2 0 0,2 3 6976 0,0 0 1296 16,-1 4 272-16,-1 2 48 0,1-3-6192 0,0 3-1248 16,0 1-240-16,1 1-48 0,-1-1-736 0,3 1-128 15,1 1 0-15,0-2-128 0,1-2 128 0,0 1 0 16,1-4 160-16,2 2-32 0,1 0-128 0,-1-5 0 16,0 2 0-16,2-2 0 15,0-2-1584-15,2 1-304 0,2-4-64 0</inkml:trace>
  <inkml:trace contextRef="#ctx0" brushRef="#br0" timeOffset="61494.19">12949 3708 35007 0,'0'0'3120'0,"0"0"-2496"0,-4-4-496 16,1-1-128-16,3 5 2960 0,0 0 576 16,0 0 112-16,-5-2 32 0,-2 2-1936 0,7 0-384 0,-4 5-80 0,2 3 0 15,-2 1-224-15,0 3-32 0,-4 3-16 0,2 5 0 16,-2 3-640-16,3-2-128 0,-2 3-32 0,2-1 0 0,0-1-208 0,1 0 128 16,-2-3-128-16,4-1 0 15,1-1-384-15,-1-3-192 0,2-1-16 0,0-1-16 16,2-2-1568-16,-2-10-320 0,6 7-64 0,2-3-19392 15</inkml:trace>
  <inkml:trace contextRef="#ctx0" brushRef="#br0" timeOffset="61937.94">13454 3037 9215 0,'-11'-7'400'0,"11"7"96"0,-6-1-496 0,6 1 0 0,0 0 0 0,0 0 0 16,0 0 5024-16,0 0 912 15,0 0 176-15,0 0 32 16,0 0-6272-16,0 0-1280 0,0 0-240 0,0 0-48 16,-1 8-48-16,0-2-16 0,1-6 0 0,0 0 0 0,0 0 2016 0,0 0 416 15,0 0 80-15,0 0 16 0,-3 7 1360 0,3-7 288 16,0 0 48-16,0 0 16 0,0 0-240 0,0 0-64 15,-4 4 0-15,4-4 0 0,0 0-464 0,0 0-112 16,0 0 0-16,0 0-16 0,0 0-304 0,0 0-48 16,0 0-16-16,0 0 0 0,-5 2-192 0,5-2-64 15,0 0 0-15,0 0 0 0,0 0-128 0,0 0-48 0,0 0 0 0,-4 7 0 16,4-7-272-16,0 0-48 0,0 0-16 0,0 0 0 0,0 0-96 0,0 0-32 16,0 0 0-16,0 0 0 15,0 0-48-15,0 0-16 0,0 0 0 0,0 0 0 0,0 0-256 0,0 0 0 16,0 0 0-16,0 0 0 15,0 0 0-15,0 0 0 0,0 0 0 0,0 0 0 0,0 0 0 0,0 0 0 16,0 0 0-16,0 0-144 16,0 0-560-16,0 0-96 0,0 0-32 0,0 0 0 15,0 0-2192-15,0 0-448 0,0 0-96 0,7 16-16 0</inkml:trace>
  <inkml:trace contextRef="#ctx0" brushRef="#br0" timeOffset="62243.31">13496 3531 48895 0,'0'0'2176'0,"0"0"432"0,-5-3-2096 0,5 3-512 16,-5-1 0-16,5 1 0 0,0 0 1536 0,0 0 208 15,-6 3 48-15,3 2 0 0,3-5-640 0,-3 10-128 16,0 2-32-16,2 2 0 0,0 3-784 0,-2 3-208 16,0 2 0-16,2 2 112 0,1-1-112 0,0 2 0 0,0 0 0 0,0 1 0 15,0-4 0-15,1 0 0 0,1 0 0 0,-2-2 0 16,0-3 0-16,1-2 0 0,0-2 0 0,1 0 0 16,-1-3 0-16,0-1 0 0,3 0 0 0,-4-9 0 31,0 0-960-31,0 0-128 0,0 0-16 0,0 0-16 0,8-3-1904 15,1-1-384-15,2-2-80 0</inkml:trace>
  <inkml:trace contextRef="#ctx0" brushRef="#br0" timeOffset="62772.54">13801 3086 15663 0,'0'0'688'0,"0"0"144"15,0 0-656-15,0 0-176 0,0 0 0 0,0 0 0 0,0 0 8432 0,0 0 1648 16,0 0 336-16,-2 7 64 0,-1 3-7280 0,2 3-1472 15,-1 3-272-15,2 4-64 0,0 3-992 0,0 5-192 16,2 3-32-16,-1 3-16 0,2 0-112 0,-1-1-48 16,1 0 0-16,-1-3 0 0,1-4 0 0,1-1 0 15,-2-2 0-15,1 0 0 0,0-3 0 0,-1 0 0 16,2-2 0-16,-1-1 0 0,-1-5 0 0,1 0 0 16,1-6 0-16,-1 2 0 0,-3-8 0 0,0 0 0 15,0 0 0-15,0 0 0 0,7-1 0 0,0-2 0 16,-1-3 0-16,1-2 0 0,-1-3 0 0,2-2 0 15,0-4 0-15,1-1 0 0,-1-3 0 0,1-1 0 16,0-4 0-16,0-1 0 0,1-3 0 0,-1-6 0 0,1 1 0 0,1 1 0 16,-1 2 0-16,0 2 0 0,1 1 0 15,-2 6 0-15,-1 4 0 0,-2 5 0 16,-2 5 0-16,-4 9 0 0,0 0 0 0,0 0 0 0,0 0 0 0,5 10 0 16,1 3 0-16,-2 6 0 0,-1 4 0 0,1 2 0 0,0 3 0 0,2 5 0 15,-1-3 0-15,3 1 0 16,1-2 0-16,0-2 0 0,-3-2 0 0,3-1 0 15,2-1 0-15,1-5 0 0,-2 1 0 0,0-5 0 16,-2 2 0-16,-1-3 0 0,1-4 0 0,-1-3 0 0,1-2 0 16,0-1 0-16,-8-3 0 0,11 0 0 0,-2-3 0 15,0-1 0-15,-1-1 0 0,-1-1 0 0,0-4 0 0,1 0 0 16,0-3 0-16,-1-1 0 0,1-2 0 0,-1-1 0 16,-1-3 0-16,1 0 0 0,-1-4 0 15,1-1 0-15,-2-5 0 0,2 0 0 0,-2 0 0 16,-1 0 0-16,0 0 0 15,-1 3 0-15,1-2-256 0,-1 5-64 0,0 1 0 0,-2 4 0 16,0 1-1648-16,1 2-336 0,-1 3-64 0</inkml:trace>
  <inkml:trace contextRef="#ctx0" brushRef="#br0" timeOffset="63015.63">13542 2987 6447 0,'-22'2'272'0,"11"-2"80"0,-1-2-352 0,2 1 0 0,2 0 0 0,8 1 0 15,0 0 11120-15,0 0 2144 16,0 0 432-16,0 0 96 0,9-2-10608 0,4-1-2128 0,3 0-416 0,2 0-96 16,7-1-544-16,1-1 0 0,4 1 0 0,4 0 0 15,1-1-208-15,6 3 0 0,0-1 0 0,2-2 0 31,3 1-608-31,0 0-112 0,-2 0-32 0,-1-1 0 16,-3 0-1872-16,1-1-384 0,-2 2-80 0</inkml:trace>
  <inkml:trace contextRef="#ctx0" brushRef="#br0" timeOffset="63201.29">14347 2908 51951 0,'0'0'1152'0,"-2"-4"224"0,2 4 48 0,0 0 32 0,0 0-1168 0,0 0-288 0,5-7 0 0,3 2 0 0,1 1 1088 15,3 0 176-15,2-1 16 0,0 1 16 0,1 0-832 0,0 0-160 16,4 1-48-16,0 0 0 0,2-4-256 0,1 4 0 16,-1-1 0-16,0 2 0 15,-2 0-304-15,1 0-112 0,-2 1-32 0,1 1 0 16,-1 1-1408-16,-1 2-304 0,-2 0-48 0,1 2-20432 0</inkml:trace>
  <inkml:trace contextRef="#ctx0" brushRef="#br0" timeOffset="63554.5">14673 3419 33167 0,'0'0'2944'0,"0"0"-2352"0,0 0-464 0,0 0-128 0,0 0 4112 0,0 0 816 16,0 0 144-16,9 4 48 0,1 0-3040 0,0-2-608 0,-1 0-112 0,3-1-16 15,1-1-768-15,-1-1-128 0,1-1-48 16,0 2 0-16,0-1-144 0,-2 2-48 0,0 1 0 0,-3-1 0 15,-8-1-80-15,9 3-128 0,-9-3 176 0,6 6-176 16,-2 1 128-16,-1-1-128 0,-3 3 0 0,-1 2 80 16,-3-1-80-16,-2 3 0 0,-1 1 0 0,-2 3 0 15,-2 3 0-15,-1 0 0 0,1-1 0 0,0 1 0 16,-1-2 0-16,3 0 0 0,3 2 0 0,-1-3 0 0,3-4 0 0,0 1 0 16,3-1 0-16,1-1 0 0,1-3 0 15,2-1 0-15,-3-8 0 0,5 5 0 0,-5-5 0 0,11 5 0 16,0-3 0-16,3-1 0 0,0-2 0 15,1-1 0-15,2-3 0 0,2 0 0 0,0-2 0 16,2 1 0-16,1-1 0 0,0 1 0 0,2-1 0 16,2-3 0-16,0 1 0 0,1-1-160 15,1 0-2128-15,2 1-416 0,0 1-96 0</inkml:trace>
  <inkml:trace contextRef="#ctx0" brushRef="#br0" timeOffset="64105.13">15531 3144 55583 0,'-19'-1'1216'0,"11"1"256"0,0-3 64 0,8 3 16 0,0 0-1232 0,0 0-320 0,0 0 0 0,0 0 0 0,0 0 800 0,0 0 96 16,0 0 32-16,7 5 0 0,-1-1-736 0,3 1-192 16,2 0 0-16,-1 2 0 0,0 0 0 0,2-5 0 15,1 2 0-15,2-1 0 0,0-1 0 0,0 2 0 16,-1-1 0-16,2 1 112 0,-2 0-112 0,0 0 0 16,-1-1 0-16,0 3 0 0,-4-2 0 0,-1-2 0 15,-8-2 0-15,0 0 0 0,0 0 0 0,0 0 0 16,4 7 0-16,-4-7 0 0,0 8 0 0,-1-1 0 15,-3 1 0-15,1 3 0 0,-2-5 0 0,-1 2 0 16,-2 1 0-16,0 1 0 0,-1 2 0 0,0 0 0 16,0 0 0-16,-2-1 0 0,1 2 0 0,-1 0 0 15,1-1 0-15,-1 0 0 0,1-2 0 0,1 2 0 16,0-3 0-16,2 2 0 0,2-1 0 0,2 1 0 0,3-2 0 16,2-2 0-1,0 3-976-15,4-4-144 0,0 1-32 0,6-3 0 16,5 1-2864-16,2-3-576 0</inkml:trace>
  <inkml:trace contextRef="#ctx0" brushRef="#br0" timeOffset="64458.23">16144 3186 46591 0,'-8'-6'2064'0,"6"5"432"0,2 1-2000 0,0 0-496 0,-6-4 0 0,1 4 0 0,-1 1 2144 0,-1 2 336 16,-2 0 64-16,0 3 16 0,0 3-1344 0,-3 4-272 15,-2 4-48-15,-1 5-16 0,1 5-704 0,0 0-128 16,-1 2-48-16,1 1 0 0,0-4 0 0,3-2 0 15,2 2 0-15,2-1 0 0,4 0 0 0,1 0 0 16,4-2 0-16,1-1 0 0,4-1 0 0,2 0 0 16,2-7 0-16,2 1 0 0,4-3 0 0,2-3 0 15,3-1 0-15,0-5 0 0,1-1 0 0,0-2 0 16,2 0 0-16,0-3 0 0,1-2 0 0,-2 0 0 16,-1-7 0-16,-1 2 0 0,1-2 0 0,-2-1 0 15,-4-3 0-15,0-1 0 0,-3-2 0 0,1 2 0 16,-1-3 0-16,-1 1 0 0,-1-2 0 0,-2-1 0 15,-2-2 0-15,-1 1 0 0,-4-2 0 0,-1 1 0 16,-2 0 0-16,-3-2 0 0,-2 2 0 0,-3 2 0 16,-2-2 0-16,-5 4 0 0,-2-3 0 0,-1 3 0 0,-3-1 0 0,0 0 0 15,-1 1 0-15,-1 2 0 0,-2 2 0 16,0 2 0-16,0 1 0 0,1 3 0 16,3-1 0-16,0 3 0 15,1 0-2384-15,3 3-480 0</inkml:trace>
  <inkml:trace contextRef="#ctx0" brushRef="#br0" timeOffset="65636.3">9477 5137 16575 0,'0'-6'1472'0,"-3"-2"-1168"0,-1-1-304 0,2 0 0 0,0 0 5136 0,1 1 976 16,-2 0 192-16,2 1 32 15,1 1-2752-15,0 6-576 0,0 0-96 0,0 0-32 0,0 0-992 0,0 0-208 16,0 0-32-16,8 2-16 0,0 5-848 0,0 5-160 16,-2 5-48-16,3 9 0 0,2 8-272 0,0 9-64 15,4 6-16-15,-2 5 0 0,2 2-96 0,0-2-128 16,-1-4 176-16,2-4-176 0,-3-5 0 0,1 0 0 16,-1-5 0-16,0-6 0 0,1-2 0 0,-3-5 0 0,-1-2 0 15,2-3 0-15,-3-2 128 0,0-4-128 16,0-5 0-16,-2-1 80 0,-2-4-80 0,-5-2 0 15,7-2 0-15,-2-2 0 0,1 0 0 0,-2-4 0 16,0-1 0-16,-1-3 0 0,-2-4 0 0,0 1 0 16,1-6 0-16,0 0 0 0,1-1 0 0,0 0 0 15,-1-4 0-15,2-4 0 0,-1-5 0 0,1-6 0 16,-2-3 0-16,3-3 0 0,2-3 0 0,0-1 0 16,-1 1 0-16,-1 0 0 0,2 3 0 0,-2 4 0 0,-1 4 0 0,-2 6 0 15,2 5-128-15,0 6-32 0,-2 1 0 0,0 6 0 31,1 6-512-31,-2 4-96 0,-1 5-32 0,0 0 0 16,0 0-1552-16,7 10-304 0,-1 6-64 0</inkml:trace>
  <inkml:trace contextRef="#ctx0" brushRef="#br0" timeOffset="65845.16">9379 5511 43311 0,'-14'3'1920'0,"7"-2"384"0,1-1-1840 0,6 0-464 0,0 0 0 0,0 0 0 16,0 0 3072-16,0 0 528 0,6-4 112 0,5-1 0 0,3 3-2608 0,4-2-528 16,3 0-96-16,2-3-32 0,2 1-448 0,0-3 0 15,1-1 0-15,1 1 0 0,2 0 0 0,0-3 0 16,1 2 0-16,0 0 0 16,0-1-432-16,1 2-128 0,0-1-16 0,-3 2-16 15,-1 3-1808-15,0 2-352 0,1 2-80 0</inkml:trace>
  <inkml:trace contextRef="#ctx0" brushRef="#br0" timeOffset="66412.12">10877 5191 13823 0,'0'0'1216'0,"0"0"-960"0,-3-4-256 0,3 4 0 0,0 0 8768 0,0 0 1728 16,0 0 320-16,0 0 80 0,0 0-7568 0,0 0-1504 16,-4 1-304-16,4-1-64 0,-4 4-1008 0,-1 3-208 15,0 2-48-15,-3-2 0 0,2 3-128 0,-1 0-64 16,-1 2 0-16,1 1 0 0,-3 0 0 0,1 1 0 15,-1 1 0-15,-1 0 0 0,0 1 0 0,-1 1 0 16,-2 1 0-16,2-1 0 0,0-1 0 0,0-1 0 16,-1 0 0-16,2 0 0 0,0-2 0 0,2 2 0 15,1-4 0-15,2 0 0 0,-1-2 0 0,3 0 0 0,0 0 0 0,3 0 0 16,1-9 0-16,0 0 0 0,0 7 0 0,0-7 0 16,5 8 0-16,2-2 0 0,-1-1 0 0,2-1 0 15,3 0 0-15,-1-1 0 0,0-2 0 0,4-1 0 16,-1-1 0-16,2 1 0 0,2 0 0 0,0 0 0 15,-1-3 0-15,1 2 0 0,-2-2 0 16,1 1 0-16,1-1 0 0,0-1 0 0,0 0 0 0,0 0 0 16,-2 0-752-1,1 0-144-15,1-1-16 0</inkml:trace>
  <inkml:trace contextRef="#ctx0" brushRef="#br0" timeOffset="67039.3">11331 5105 45215 0,'0'0'2000'0,"0"0"416"0,0 0-1936 0,0 0-480 0,0 0 0 0,0 0 0 15,0 0 1728-15,0 0 256 0,0 0 64 0,1 10 0 16,0 3-560-16,1 1-96 0,0 6-32 0,1 3 0 16,-2 6-752-16,2 2-160 0,1 7-16 0,1 4-16 15,0 4-416-15,2-3 0 0,0-3 0 0,1-1 0 16,-1-5 0-16,-1-3 0 0,2-1 0 0,-1-2 112 15,-1-2-112-15,1-4 0 0,0-1 0 0,1-6 0 0,-1 0 0 0,-1-6 0 16,-1 0 0-16,-1-2 0 0,-4-7 0 16,0 0 0-16,0 0 0 0,8 1 0 0,-8-1 0 15,0 0 0-15,8-5 0 0,-1-3 0 0,-4-1 0 16,3-3 0-16,-1-1 0 0,0-3 0 0,-1-2 0 0,3-3 0 16,-1-2 0-16,1-1 0 0,0-4 0 0,3-4 0 15,-1-4 0-15,0-3 0 0,1-4 0 0,1-3 0 16,-1-1 0-16,0 0 0 0,1 0 0 0,-1 4 0 15,-1 3 0-15,1 5 0 16,-3 5-464-16,1 6-96 0,-3 2-16 0,-1 5 0 16,0 4-1616-16,-1 4-336 0,-3 9-64 0,0 0-20096 0</inkml:trace>
  <inkml:trace contextRef="#ctx0" brushRef="#br0" timeOffset="67306.64">11238 5446 46239 0,'-20'4'2048'0,"14"-1"432"0,1-7-1984 0,1 3-496 0,4 1 0 0,0 0 0 16,0 0 2000-16,0 0 304 16,0 0 64-16,0 0 16 0,10-2-1200 0,2-2-240 0,0 2-48 0,3-4-16 0,1 3-592 0,2-1-112 15,3-3-32-15,1 1 0 16,2-2-144-16,1-1 192 0,2 0-192 0,2 1 192 0,-2-1-192 15,4-1 0-15,1 1 0 0,-2 0 128 0,0-1-128 16,-2 2 0-16,0 0 0 0,-2 2 0 16,-3-1-512-16,-1 3-64 0,-1 2-32 0,-1 0 0 15,-2 1-1904-15,0 2-384 0,0 3-80 0</inkml:trace>
  <inkml:trace contextRef="#ctx0" brushRef="#br0" timeOffset="70181.91">10226 5707 35007 0,'-11'1'1552'0,"11"-1"320"0,-7-1-1488 0,7 1-384 0,0 0 0 0,0 0 0 0,0 0 4176 0,0 0 768 15,0 0 160-15,0 0 16 0,5-5-3536 0,3 0-720 16,1-1-144-16,2 1-16 0,-1 1-448 0,1 0-64 16,0 2-32-16,1-1 0 0,-2 2-160 0,1 1 0 15,-11 0 0-15,9 1 0 0,0 4 0 0,-2 2 240 16,-2-1-64-16,-4 2-16 0,-1 0 160 0,-1 2 48 15,-2 2 0-15,-2 1 0 0,-3 3-176 0,-1-2-48 16,-3 4 0-16,-2 1 0 0,-2-1-144 0,-1 1 0 16,2 2 0-16,-2 0 112 0,1 1-112 15,1-2 0-15,0-3 0 0,2 0 0 0,3-2 0 0,1 0 0 16,1-3 0-16,1-2 0 0,2-2 0 0,2-3 0 16,3-5 0-16,0 0 0 0,0 0 0 0,4 8 0 15,2-2 0-15,-6-6 0 0,9 3 0 0,1-2 0 16,2 1 0-16,1-2 0 0,3 0 0 0,1-2 0 15,-1 1 0-15,3-2 0 0,-1-1 0 0,0-1 0 16,0 0 0-16,1 0 0 0,-1 0 0 0,0-1 0 16,-3 2 0-16,0-1 0 15,1 0-640-15,-1-2-112 0,1 0-16 0,0-1-16 16,-1 0-2672-16,0 0-512 0</inkml:trace>
  <inkml:trace contextRef="#ctx0" brushRef="#br0" timeOffset="70754.27">11758 5626 31327 0,'0'0'2784'0,"0"0"-2224"0,0 0-560 0,0 0 0 0,7 4 4992 0,-7-4 880 0,5 5 176 0,-2 2 32 16,-3-7-3680-16,0 9-736 0,1 1-160 0,0 3-32 15,-1 2-1088-15,1 0-208 0,1 2-48 0,-1 3 16 16,2-1-144-16,-1 2 0 0,0-1 0 0,2-2 0 16,-2 0 0-16,1-1 0 0,-1 0 0 0,1-1 0 0,0-2 0 0,0-1 0 15,1-1 0-15,0-2 0 16,0-2-432-16,1 1-16 0,2-2-16 0,2-1-16720 15,3-2-3344-15</inkml:trace>
  <inkml:trace contextRef="#ctx0" brushRef="#br0" timeOffset="71594.6">12574 5725 28559 0,'0'0'1264'0,"0"0"272"0,0 0-1232 0,0 0-304 0,0 0 0 0,0 0 0 0,0 0 4016 0,0 0 736 16,0 0 160-16,0 0 16 0,2 9-2432 0,-2 3-480 16,0 1-96-16,0 1-32 0,0 2-1136 0,0 2-240 15,-2-1-32-15,1 3-16 0,0-5-272 0,-1 2-64 16,1-1-128-16,1 0 192 16,-1-3-720-16,1-2-160 0,1-1-16 0,0-3-16 15,-1-7-2992-15,0 0-608 0</inkml:trace>
  <inkml:trace contextRef="#ctx0" brushRef="#br0" timeOffset="72182.88">13247 5385 50399 0,'0'0'2240'0,"0"0"448"0,0 0-2160 0,0 0-528 0,0 0 0 0,0 0 0 16,0 0 1280-16,0 0 160 0,0 0 32 0,0 0 0 15,0 0-448-15,-3 8-96 16,2 2-16-16,-1 3 0 0,-1 4-720 0,0 3-144 15,1 1-48-15,-1 1 0 0,1-3 0 0,-1 1 0 0,2 1 0 0,-1-6 0 16,1 0 0-16,2-2 0 0,2 0 0 0,0-1 0 16,0-3-848-1,3-3-176-15,-6-6-16 0,9 5-16 16,1-1-2224-16,3-4-448 0,4-4-96 0</inkml:trace>
  <inkml:trace contextRef="#ctx0" brushRef="#br0" timeOffset="72734.2">13625 4892 37775 0,'0'0'3360'0,"0"0"-2688"0,0 0-544 0,0 0-128 0,0 0 3408 0,1 8 656 15,-1 1 128-15,0 2 32 0,0 2-2336 0,0 3-464 16,0 4-80-16,2 0-32 0,-2 0-784 0,1 7-144 16,-1 3-48-16,1 3 0 0,2 3-336 0,-2 3 0 15,1 2 0-15,0 1 128 0,2-4-128 0,0 0 0 16,1-3 0-16,0 0 0 0,1-6 0 0,-1-3 0 15,1-4 0-15,1-2 0 0,1-5 0 0,0-2 0 16,-2-4 0-16,1-1 32 0,-1-2-32 0,2-1 0 16,-8-5 0-16,9 1 0 0,-1-2 0 0,0-3 0 15,-2-1 0-15,1-2 0 0,-1 1 0 0,-1-2 0 16,1-1 0-16,-2-4 0 0,1-2 0 0,0-7 0 16,0-1 0-16,2-2 0 0,1-1 0 0,-1-3 0 0,3-4 0 15,-3 2 0-15,2-4 0 0,1 4 0 0,-1-2 0 0,0 3 0 16,0 3 0-16,0 2 0 15,-1 4 0-15,1 5 0 0,-2 3 0 0,-1 6 0 0,-1 0 0 0,-5 7 0 16,6-4 0-16,-6 4 0 0,0 0 0 0,5 5 0 16,1 3 0-16,-1 5 0 0,-1 2 0 15,2 2 0-15,-2 2 0 0,2 5 0 0,-1 2 0 0,2 0 0 16,-1 0 0-16,2-1 0 0,1-2 0 0,3 1 0 16,-2-2 0-16,1-3 0 0,-2-1 0 15,1-2 0-15,1-5 0 0,-2-2 0 0,-1-2 0 0,0 0 0 16,-1-2 0-16,1-1 0 0,1-3 0 0,0-1 0 15,-2-1 0-15,1-3 0 0,0-1 0 0,-2-2 0 16,-1 1 0-16,2-3 0 0,-2-2 0 0,2 0 0 0,-2-6 0 16,1-2 0-16,0 0 0 0,0-3 0 0,1-7 0 15,-2 0 0-15,1-1 0 0,1 0 0 0,-1 2 0 16,1-1 0-16,-2 2 0 0,0 1 0 0,-2-2 0 0,0 3 0 16,-1 1 0-16,-1 2-160 15,1 1-416-15,-2 2-64 0,-2 2-32 0,1 2 0 16,-1 0-1376-16,-2 2-288 0,-2 3-48 0,-1-2-20272 0</inkml:trace>
  <inkml:trace contextRef="#ctx0" brushRef="#br0" timeOffset="72947.23">13436 4781 18431 0,'-9'7'1632'0,"9"-7"-1312"0,0 0-320 0,0 0 0 15,0 0 8192-15,0 0 1584 0,10-1 304 0,3 1 64 16,2-3-8000-16,0 0-1600 0,5-1-320 0,3 0-64 16,2 1 0-16,4-3 0 0,-2-1 0 0,6 0 0 31,1 1-544-31,5-1-128 0,3-3 0 0,1-1-16 16,1 2-1984-16,-1-4-400 0,4 1-80 0</inkml:trace>
  <inkml:trace contextRef="#ctx0" brushRef="#br0" timeOffset="73116.81">14254 4647 17503 0,'0'0'768'0,"0"0"176"0,0 0-752 0,0 0-192 0,0 0 0 0,0 0 0 0,7-3 7408 0,1 1 1440 15,1-1 304-15,2 2 48 0,2 0-6448 0,1-1-1296 16,2 1-256-16,2-2-48 0,3 2-848 0,-2 0-176 16,1 1-128-16,1 0 192 15,1 1-960-15,3-1-176 0,-2 1-32 0,1 2-16 16,-3 1-2544-16,-3 1-512 0,17 9-112 0,-13 0 0 0</inkml:trace>
  <inkml:trace contextRef="#ctx0" brushRef="#br0" timeOffset="73451.03">14572 5242 49359 0,'0'0'2176'0,"0"0"464"0,0 0-2112 0,0 0-528 16,0 0 0-16,7 5 0 0,-7-5 1440 0,8 4 176 0,1-3 48 15,2 2 0-15,-1-3-752 0,1 2-144 0,-1-4-16 0,-1 4-16 16,2-2-416-16,-2 3-64 0,-1-1-32 0,-8-2 0 16,5 6-224-16,-5-6 128 0,2 7-128 0,-3 5 128 15,-3 1-128-15,-2 0 0 0,-3 2 0 0,-2 2 0 16,-3 2 0-16,-2 2 0 0,2 1 0 0,-2 0 0 16,1-1 0-16,0 0 0 0,1-3 0 0,2 0 0 15,2 1 0-15,1-5 0 0,-1-1 0 0,5-1 0 0,3-2 0 16,0-1 0-16,2-1 0 0,0-8 0 15,6 7 0-15,0-1 0 0,3-3 0 0,0 1 0 16,3-2 0-16,2 1 0 0,2 0 0 0,0-2 0 0,1-2 0 16,1-1 0-16,5 0 0 0,2-2 0 15,-1-1-432-15,0-1-80 0,4 1 0 0,0-1-16 16,2-4-1552-16,4-1-304 0,4-2-64 0,3 0-20464 0</inkml:trace>
  <inkml:trace contextRef="#ctx0" brushRef="#br0" timeOffset="73885.42">15688 4853 26719 0,'0'0'2368'0,"-7"0"-1888"15,2 0-480-15,5 0 0 0,0 0 6624 0,0 0 1232 16,0 0 240-16,0 0 48 0,-3 3-5872 0,-1 1-1184 15,4-4-224-15,0 0-48 0,0 0-656 0,-4 6-112 0,-1 3-48 16,1 2 0-16,-1-1 0 0,-1-2 0 0,-2 2 0 0,-3 2 0 16,2 1 0-16,-4-1 0 0,-4 1 0 0,0 0 0 15,0 1 0-15,-2 1 0 0,-1-1 0 0,-1 0 0 16,-1 2 0-16,1 0 0 0,-1 0 0 0,1 1 0 16,0-1 0-16,2-2 0 0,2 1 0 0,1-2 0 15,2 2 0-15,4-2 0 0,-1-2 0 0,5-2 0 16,-2 0 0-16,3-2 0 0,1 0 0 15,4 0 0-15,0-7 0 0,0 0 0 0,4 9 0 0,-4-9 0 0,7 7 0 16,4 0 0-16,1 0 0 0,1-3 0 0,2 0 0 16,5 0 0-16,-1 0 0 0,4-4 0 0,-1 0 0 0,1 0 0 15,-1 1 0-15,0-1 0 0,-1 0 0 16,0 0 0-16,-1 0 0 0,-1 1 0 0,0 1 0 0,-1 0 0 16,-4-2 0-16,-1 0 0 0,0 1 0 0,-1 1 0 15,-3-1 0-15,-1 2 0 0,-8-3 0 0,0 0 0 16,0 0 0-16,0 0 0 15,0 0-960-15,0 0-192 0,0 0-48 0,9 0 0 16,-9 0-3072-16,0 0-608 0</inkml:trace>
  <inkml:trace contextRef="#ctx0" brushRef="#br0" timeOffset="74301.69">16230 4897 34095 0,'0'0'3024'0,"0"0"-2416"0,-7-4-480 0,1 2-128 0,6 2 4512 0,-7 2 880 0,1 1 176 0,-2-2 48 16,0 2-3504-16,-1 1-704 0,-1 2-144 0,-2 5-32 15,-2 2-928-15,1 2-304 0,1 5 160 0,-4 0-48 16,-2 3-112-16,-2 3 0 0,0 2 0 0,0 2 0 16,3 2 0-16,3 2 0 0,-1 0 0 0,4 1 0 15,4-9 0-15,1 4 0 0,2-1 0 0,2 1 0 16,5 0 0-16,1 0 0 0,1-4 0 0,3-3 0 15,6 5 0-15,2-5 0 0,1-3 0 0,4-3 0 0,3-4 0 16,3-3 0-16,-5-2 0 0,1-3 0 0,3-1 0 0,2-1 0 16,0-3 0-16,0-2 0 0,-2-2 0 0,0-1 0 15,0-1 0-15,7-7 0 0,-3 1 0 0,-4 0 0 16,-4-6 0-16,-1 0 0 0,-7 0 0 0,-2-2 0 16,-3-1 0-16,0-2 0 0,-1-2 0 0,-3-1 0 15,-2 0 0-15,-3-4 0 0,-3-8 0 0,-4 1 0 16,-4 1 0-16,-4 5 0 0,-3 1 0 0,-3 2 0 15,0 2 0-15,-3 1 0 0,-5 1 0 0,-1 1 0 16,-1 1 0-16,-1 1 0 0,-2 1 0 0,3 1 0 0,0 4 0 16,2 0 0-16,2 2-160 0,3 2-32 15,4-1 0-15,1 4-17152 16,5-1-3456-16</inkml:trace>
  <inkml:trace contextRef="#ctx0" brushRef="#br0" timeOffset="90233.95">2734 7488 911 0,'-16'-7'0'0,"8"2"0"0,-1-1 0 0,4-1 0 0,1-1 0 0,2 0 0 16,-1 1 9744-16,3 7 1872 0,-1-12 368 0,-1 3 80 0,2 0-8544 0,0 9-1696 15,-2-8-352-15,2 8-64 0,0 0-400 0,0 0-96 16,0 0-16-16,0 0 0 0,-4 13 256 16,0 5-624-16,-1 7 0 0,-3 5-160 0,-3 0-48 15,4 2 0-15,-2 0 0 0,1-2-112 0,0-2-16 16,-1-2-16-16,2-2 0 0,2-8-176 0,1-1 192 15,1 0-192-15,2-5 192 0,1-10-192 0,0 0 0 16,0 0 0-16,0 0 0 0,0 0 0 0,0 0 128 16,0 0-128-16,0 0 0 0,11-4 0 0,-2-2 0 15,-1-4 0-15,-1-3 0 0,3-6 0 0,1-1 0 0,2-1-160 16,2-2 160-16,-2-3-192 0,1-4 192 0,2-3-208 16,-1 2 80-16,1-2 128 0,1 1-128 0,0-1 128 0,0 5-128 15,-3 3 128-15,-2 5 0 0,-4 6 0 0,-2 5 0 16,-6 9 0-16,0 0 0 0,0 0 0 0,0 0 128 15,0 0 48-15,7 17 16 0,-2 2 0 16,-1 3 0-16,0 3-64 0,0-1-128 0,0 2 192 0,-1 0-64 16,3 0-128-16,2-1 0 0,-1-1 0 0,2-3 0 15,2-4 0-15,-1-1 0 0,2 0 0 0,-2-2 0 16,0-5-480-16,-1 1-128 16,-1-2-32-16,-1 1 0 0,0-1-784 0,-7-8-176 0,0 0-16 0,8 12-16 15,-2-3-1344-15,-1 1-272 0,-1 1-48 0,-1-5-15152 16</inkml:trace>
  <inkml:trace contextRef="#ctx0" brushRef="#br0" timeOffset="90800.58">2743 7586 27647 0,'0'0'2448'0,"0"0"-1952"15,0 0-496-15,0 0 0 0,0 0 2688 0,0 0 432 16,0 0 80-16,0 0 32 0,-3 11-944 0,3-11-192 16,-2 11-48-16,1 2 0 0,-2 2-832 0,3 4-160 15,0 0-32-15,-1 3-16 0,-2 6-560 0,-1 4-128 16,1 8 0-16,2-11-16 0,-1 5-48 0,-1 6-16 16,2 3 0-16,-1 3 0 0,1 4-96 0,0-2-16 15,-1 4 0-15,0 7 0 0,-2 2-128 0,1 5 0 0,-1-14 144 16,3 1-144-16,0 6 128 0,-1 5-128 0,0 3 160 15,-1 5-160-15,1 1 0 0,-1 4 128 0,-1 1-128 0,0 6 0 16,0-2 0-16,-1 5 0 0,1 6 0 0,-1 1 0 16,-3 27 0-16,0-8 0 0,-1-2 0 0,3-1 0 15,0-22 0-15,0 5 176 0,-1 3-176 0,1 5 160 16,1 3-32-16,-2-2-128 0,1-4 192 0,0 2-64 0,1 4 96 16,1 2 16-16,2 1 0 0,-1-2 0 15,2 1-112-15,1-2-128 0,0 4 176 0,1-1-176 0,0-5 192 16,1-2-192-16,-1-1 192 0,2 1-192 0,1 0 176 15,-1-2-176-15,1-7 160 0,0 0-160 0,0-3 160 0,0 3-160 16,1 3 160-16,1-4-160 0,-3-3 128 0,3-2-128 16,-2-4 0-16,1 2 144 0,-1 3-16 0,0-2-128 15,0-5 192-15,-1-6-64 0,0-5-128 0,0-3 128 16,-3-1-128-16,1 0 128 0,0 1-128 0,1 0 0 16,-4-2 144-16,2-3-144 0,0-8 0 0,0 0 0 15,0-2 0-15,-1-2 128 0,0-4-128 0,1 0 0 16,0-3 0-16,0 10 0 0,0-11 0 0,0-2 0 15,1-3 0-15,0-1 0 0,-1-1 0 0,0-2 0 16,0-6 0-16,0-3 0 16,0-3-512-16,2-2-64 0,-2 3 0 0,1 2-16 15,0-4-1312-15,0-2-256 0,2-6-48 0,4 0-19968 0</inkml:trace>
  <inkml:trace contextRef="#ctx0" brushRef="#br0" timeOffset="91839.34">2600 14529 19343 0,'-16'5'848'0,"9"-2"192"0,7-3-832 0,0 0-208 16,-6 4 0-16,6-4 0 0,0 0 4576 0,0 0 864 16,0 0 192-16,0 0 16 0,0 0-2928 0,0 0-592 15,0 0-112-15,12-3-32 0,-1 1-1056 0,1 0-224 0,2-3-32 0,2 3-16 16,0-2-336-16,2 0-64 15,2 0 0-15,-1 0-16 0,2 0-240 0,4 1 0 0,3-2 0 0,5 1 0 16,1 0 0-16,5-2 0 0,1 1 0 0,3 1 0 16,2 1 0-16,0 1 0 0,4-1 0 0,3-2 0 15,3 1 0-15,8 0 0 0,9 0 0 16,6 0 0-16,6-1 0 0,2 0-128 0,3-1 128 0,6 0 0 16,5 1 0-16,3 3 0 0,1-2 0 0,-1 2 0 15,-1 2 0-15,2-3 0 0,3 3 0 0,-1 3 0 16,-4-3 0-16,3 2-128 0,5 2 128 0,-2-1 0 15,-3 2 0-15,4 0 0 0,0-1 0 0,5 2 0 0,2-1 0 0,1-1 0 16,2-3 0-16,2-1 0 0,4-1 288 0,-4-1 16 16,-6-2 0-16,0 1 0 0,-2-1-144 0,-6 1-32 15,-9 2 0-15,-3-1 0 0,-2 0-128 0,-11-1 0 16,-8-1 144-16,-6 2-144 0,-7 0 0 0,-7-2 0 16,-9 2 0-16,-6-3 128 0,-6 1-128 0,-4-1 0 15,-3-2 128-15,-2 0-128 0,1 1 144 0,1-2-144 16,-1-1 192-16,0 0-192 0,-3-2 192 15,-4 5-64-15,4-1 0 0,14-2-128 0,-3-1 128 0,3-1-128 16,1 2 0-16,-1 0 0 0,-4-1 0 0,2 2 0 16,1 1 0-16,-1 2 0 0,-1 1 0 0,1 2 0 15,1 0 0-15,1 1 0 0,2 0 0 0,-12 1 0 16,2 1 0-16,13 2 0 0,1-2 0 0,-3 0 0 16,-2 1 0-16,-5-2 0 0,-2 0 0 0,-2 0 0 15,-4 0 0-15,0 0 0 0,-3 0 0 0,0-2 0 16,-3 1 0-16,-1 0 0 0,-3-1 0 0,1 1 0 15,-1 0 128-15,-1-1-128 0,-1 0 0 0,1-2 160 16,0 1-160-16,0 1 128 0,-1-1-128 0,1 2 0 16,0-3 0-16,0 1 0 0,0 1 0 15,0-1 128-15,-2 0-128 0,0 1 0 0,-11 2 160 0,0 0-160 0,10-3 192 0,-10 3-192 16,11-1 448-16,-11 1 0 0,0 0-16 0,0 0 0 16,11 0-16-16,-11 0 0 0,11 3 0 0,-11-3 0 15,9 2-208-15,-1 1-32 0,1-1-16 0,0 2 0 16,3-2-160-16,0 3 128 0,-1-4-128 0,2 2 128 15,2 1-128-15,-2 1 0 0,1-4 0 0,-1 2 0 16,0-2 0-16,0 0 0 0,0 2 0 0,-1-2 0 0,-2 1 0 16,-1-1 0-16,2 0 0 0,-3 1 0 0,-8-2 0 0,6 0 128 15,-6 0-128-15,0 0 0 0,0 0 0 0,0 0 0 16,0 0 0-16,0 0 0 16,0 0-704-16,0 0-112 0,7-2-16 0,1 1-15680 15,1 0-3120-15</inkml:trace>
  <inkml:trace contextRef="#ctx0" brushRef="#br0" timeOffset="92395.57">9105 14035 22111 0,'-21'-1'1968'0,"12"1"-1584"0,-1 0-384 0,-1 1 0 15,3 0 6352-15,1 3 1200 0,-1-2 224 0,3 0 48 16,5-2-5200-16,-3 7-1024 0,3-7-224 0,-3 6-32 0,3-6-704 0,2 9-128 16,0 2-16-16,2-3-16 0,1-1-336 0,3 3-144 15,3 1 128-15,0 0-128 0,2 0 0 0,3 1 0 16,1 1 128-16,1-1-128 0,1 0 0 0,1-1 0 15,3 2 0-15,-1-1 0 0,-3-3 0 0,1 2 0 16,-3-1 0-16,-3 1 0 0,-1-2 0 0,-4 0 0 16,0-1 0-16,-3-2 0 0,-6-6 0 15,1 9 0-15,-2-1 0 0,-3 1 0 0,-1 0 0 0,-3 2 192 16,-4-3-64-16,-2 2 0 0,-3 1 32 0,-3-1 0 16,-1 2 0-16,-1-2 0 0,-1 2-160 0,-2-2 160 15,-1 2-160-15,0-2 160 0,0 1-160 0,1-2 0 16,1 0 0-16,4 2 0 15,1-2-1376-15,4 2-160 0,0 0-16 0,5 3-16 16,2 2-3696-16,4 2-752 0</inkml:trace>
  <inkml:trace contextRef="#ctx0" brushRef="#br0" timeOffset="92802.04">9190 14966 10127 0,'0'0'896'0,"-4"3"-704"0,4-3-192 0,-5 2 0 0,0 2 7360 15,-1 3 1424-15,2-3 304 0,2 2 48 0,-1 2-5104 0,-1 1-1008 16,0 1-208-16,0 2-32 0,1 1-1424 16,-1 3-272-16,-2 2-64 0,3 3-16 0,0 2-480 0,0 6-80 15,2 5-32-15,0 0 0 0,-1-2-224 0,1 0-32 16,2-1-16-16,2-1 0 0,1-1-144 0,0-5 128 15,1-1-128-15,0-4 128 0,0-4-128 0,1-2 0 16,-1-3 0-16,-1-1 112 0,-4-9-112 0,0 0 0 16,0 0 0-16,0 0 0 0,0 0 0 0,0 0 0 15,0 0 0-15,0 0 0 0,0 0 0 0,8-6 0 16,-3-4 0-16,0-1 0 0,0-2 0 0,-1-7 0 16,1-1 0-16,1-2 0 0,-1-3 0 0,0-4 0 15,3-3 0-15,1-1 0 0,-1-2 0 0,4 1 0 16,1-2 0-16,-3 3 0 0,0 2 0 0,1-1 0 0,-1 0 0 0,2 3 0 15,-2 3 0-15,1 4-240 0,-3 0 80 16,1 6 16 0,-1 3-464-16,-2 4-96 0,-1 1 0 0,1 2-16 15,-6 7-912-15,0 0-176 0,0 0-48 0,0 0-13568 0,6 7-2736 0</inkml:trace>
  <inkml:trace contextRef="#ctx0" brushRef="#br0" timeOffset="93025.09">8967 15257 53567 0,'0'0'2368'0,"0"0"496"0,0 0-2288 0,0 0-576 0,0 0 0 0,0 0 0 0,0 0 768 0,8 0 64 16,1-3 0-16,3 2 0 0,1-2-384 0,2-1-64 16,2-1 0-16,2 1-16 0,0-4-192 0,5 2-48 15,-1-1 0-15,3 1 0 0,0-2-128 0,0 0 0 16,2 2 0-16,-2-2 0 0,0 0 0 0,0 3 0 15,-1 0 128-15,-2 1-128 16,2-3-1472-16,-2 2-336 0,1 1-64 0,1 3-22224 0</inkml:trace>
  <inkml:trace contextRef="#ctx0" brushRef="#br0" timeOffset="94384.88">1455 7892 28559 0,'-4'-1'2544'0,"-1"-1"-2032"16,0 0-512-16,1 0 0 0,0 4 3712 0,0-1 656 15,3 4 128-15,-2 1 32 0,0 0-1936 0,3 2-384 16,-2 4-80-16,2 3-16 0,-3 3-1120 0,2 6-224 16,1 3-64-16,0 6 0 0,1 2-320 0,2 3-80 15,-2-2-16-15,2 4 0 0,-2-7-160 0,2 4-128 16,0 2 192-16,1-6-192 0,0-2 128 0,0-1-128 16,1-5 0-16,1-3 0 0,-2-1 0 0,-1-4 0 15,1-3-192-15,0-2 48 16,-1-3-768-16,0-3-160 0,-3-6-16 0,0 0-16 15,0 0-944-15,0 0-192 0,0 0-48 0,5-7 0 16,0-3-1440-16,0-1-304 0,-5-1-48 0</inkml:trace>
  <inkml:trace contextRef="#ctx0" brushRef="#br0" timeOffset="94676.9">1255 7947 21183 0,'-14'-7'944'0,"5"3"192"0,-1-2-912 0,0-1-224 0,4 1 0 0,-1 1 0 15,0 2 5776-15,7 3 1120 0,0 0 208 0,0 0 64 16,0 0-4288-16,0 0-832 0,0 0-192 0,0 0-16 15,11-8-1056-15,2 3-208 0,-1 0-32 0,2-1-16 0,6 1-400 0,5 1-128 16,3 0 0-16,5 1 0 0,1 0 128 0,0-1-128 16,0 1 0-16,0 5 0 0,1-2 128 0,0 2-128 15,0 2 0-15,-1 3 0 0,-3-1 0 0,-11 1 0 16,1 2 0-16,-2 1 0 0,-2 1 160 0,-1 0-160 16,-4 4 128-16,-2 0-128 0,-3 1 256 0,-5 1-48 15,-2 0 0-15,-2 1 0 0,-2 2 112 0,-5-1 0 16,-4 2 16-16,-2-1 0 0,0 1-80 0,-2-3-32 15,-2 0 0-15,-1-1 0 0,-3 0-224 16,1-3 128-16,-3 2-128 0,-12 2 128 0,3-2-128 16,1-3 0-16,2-3 0 0,1 1 0 15,1-2-656-15,3 0-128 0,3-4-32 0,3 1-16160 16,4-4-3248-16</inkml:trace>
  <inkml:trace contextRef="#ctx0" brushRef="#br0" timeOffset="95807.32">7863 11582 34095 0,'0'0'1504'0,"0"0"320"0,8-3-1456 0,1 0-368 0,1 1 0 0,3 0 0 0,0 1 2352 0,0 2 400 16,0 3 64-16,-1 0 32 0,0 1-1248 0,-2 5-240 16,-1-4-48-16,0 4-16 0,-2 5-208 0,-2 3-64 15,-1-1 0-15,-3 3 0 0,-1-5-256 0,-1 2-48 16,-4 0-16-16,-2 0 0 0,1-3-176 0,-2 1-32 15,-1-1-16-15,0-5 0 0,-3 0-192 0,0-1-32 16,-1-1-16-16,0-2 0 0,0-2-240 0,1-1 144 16,1-2-144-16,-1-4 128 0,0 2-128 0,2-5 0 15,1-1 0-15,2-1 0 0,1-1 0 0,2-3-144 16,2 0 144-16,4-6-160 0,0 1 160 0,4-1-208 0,1-5 80 16,4 2 128-16,2-3-240 0,2 2 80 15,4-2 16-15,-1 4 0 0,0 2 144 0,2 3-208 16,-3 3 80-16,-2 5 128 0,4-1-144 0,-4 5 144 0,0 3 0 15,-2 2 0-15,-2 2 0 0,-2 2 0 16,-3 3 0-16,0 2 0 0,-1 0 0 0,-2 4 192 0,-2-4-48 0,-1 3-16 16,-2 0 32-16,-1 0 0 0,-2-1 0 0,-2 0 0 15,1 1-16-15,-2-6 0 0,0 3 0 0,-1-4 0 16,0 1-144-16,-1-5 192 0,-1 2-192 0,-1-3 192 0,1 1-192 16,-1-1 0-16,-1-2 144 0,0-1-144 0,0 1 0 15,1-3 0-15,0 2 0 0,2-5 128 16,2 1-128-16,2 2 0 0,-1-6 0 0,3 1-128 0,2-1 128 0,0-2-160 15,5-1 160-15,2-1-160 0,2-1 16 0,2 1 0 16,1 0 0-16,2 2 0 0,1-1 16 0,1 3 0 16,1 2 0-16,-1 3 0 0,-1-2 128 0,-1 4-128 15,-1 2 128-15,1 1-128 0,-3 1 128 0,0 3 0 16,-1 2 0-16,-1 3 0 0,-3 1 128 0,0 2 0 16,-3 1 0-16,-1 0 0 0,-1 0 16 0,-2 1 16 15,0 1 0-15,-1-1 0 0,-1 0-16 0,-1-1 0 16,-2-1 0-16,-1 0 0 0,1 0-144 0,-1-2 192 15,0-1-192-15,-2-4 192 0,1 1-192 0,-2-1 0 16,-1-1 144-16,1 0-48 0,2-4-96 0,-1 0 0 16,2 0 0-16,0 0 0 15,0-4-400-15,1 0-80 0,2-3-16 0,2-2 0 16,1-3-1648-16,7-3-336 0,5-7-64 0</inkml:trace>
  <inkml:trace contextRef="#ctx0" brushRef="#br0" timeOffset="97169.66">8859 11645 30399 0,'0'0'2704'0,"0"0"-2160"16,0 0-544-16,0 0 0 0,2-5 4384 0,-2 5 768 0,0 0 160 0,0 0 16 16,0 0-3280-16,0 0-672 0,0 0-128 0,7 7-32 15,-1 2-304-15,-2 4-64 0,-1 5-16 0,-2 2 0 16,1 4-512-16,-1 3-96 0,0-1-32 0,-1-2 0 15,0 1-192-15,0-1 0 0,0-4 128 0,1 0-128 0,1-2 0 0,-1-1 0 16,0 0-144-16,2-4 144 16,0-4-1648-16,-1 0-224 0,1-1-48 0,1-1-13968 15,2-2-2800-15</inkml:trace>
  <inkml:trace contextRef="#ctx0" brushRef="#br0" timeOffset="97562.55">9046 11437 23951 0,'-29'-9'2128'0,"14"6"-1696"0,-3 0-432 0,-3 1 0 0,0-1 5360 0,0 3 976 15,-1 2 208-15,-1 0 48 0,-5 3-4256 0,2 4-848 16,-1 2-160-16,-1 5-48 0,1 3-96 0,1 6-32 16,-1 2 0-16,-1 5 0 0,0 4-576 0,3 2-112 15,0 5-16-15,3 1-16 0,2 1-192 0,3-2-48 16,3-2 0-16,4 1 0 0,2-2-192 0,5 0 176 15,6-1-176-15,3-2 160 0,3-1-160 0,6-2 0 16,4 1 0-16,4-5 0 0,3-5 0 0,4-1-176 0,1-7 176 16,4-1-128-16,3-4-16 0,2-5 0 0,5-1 0 0,-1-4 0 15,4-2-16-15,0-5 0 0,-1-3 0 0,-1-1 0 16,-2-1-32-16,1-3 0 0,-2-2 0 0,-3-3 0 16,-3 0 48-16,-2-2 0 0,-1-1 0 0,-4-1 0 15,0-5 144-15,-4 1 0 0,-5 1-144 0,-4 0 144 16,-3-1 0-16,-5 3 0 0,-4-3 0 0,-3 2 0 15,-5-2 0-15,-4 0 208 0,-3-1-48 0,-4-1-16 0,-5 0 32 16,0-1 0-16,-3 0 0 0,-4 3 0 0,-3-4-176 0,0 4 160 16,-2-1-160-16,-2 1 160 15,1 0-656 1,-2 2-128-16,0-2-16 0,0 1-16 0,1 3-2096 0,2-5-432 0</inkml:trace>
  <inkml:trace contextRef="#ctx0" brushRef="#br0" timeOffset="98459.24">4238 8913 25791 0,'0'0'1152'0,"0"0"224"0,-1 9-1104 0,0 3-272 16,3 1 0-16,-2 0 0 0,2-3 4128 0,-2 3 768 16,-3 3 160-16,3 1 16 0,0-2-2704 0,-1 1-560 15,-2-2-96-15,1 1-32 0,-4-2-624 0,2 0-128 16,-2-1-32-16,1-1 0 0,-2-4-368 0,1-6-80 0,-2 2 0 0,1-1-16 15,0 1-144-15,7-3-32 16,-11-3 0-16,2 1 0 0,0-2-80 0,0 0-32 16,1-1 0-16,1-3 0 0,1-1-144 0,1 0 0 0,-1-2 0 0,4 1 128 15,-1-2-128-15,3 0 0 0,1 1 0 0,2-1 0 16,-2 0 0-16,5 0-176 0,1 2 176 0,3 0-128 16,0-2 128-16,2 1-128 0,-1 1 128 0,1 3-128 15,0 5 128-15,0-2 0 0,-2 1 0 0,1 3-128 16,-11 0 128-16,11 0 0 0,-11 0 0 0,13 7 0 15,-2 1 0-15,-3 1 0 0,-2 0 0 0,-1 1 0 16,-2 2 0-16,-1 0 128 0,-2-2-128 0,0 2 128 0,-1-2-128 0,-1 1 128 16,-1-1-128-16,-1-1 128 0,-2-1-128 0,-1-1 192 15,7-7-64-15,-9 9 0 0,0-5-128 0,0 1 192 16,0-1-64-16,-1-3 0 0,10-1-128 0,-9 0 128 16,9 0-128-16,0 0 128 0,-10-4-128 0,3 0 0 15,7 4 0-15,-4-6 0 0,4 6 0 0,0-11-240 16,2 1 64-16,2 1 16 0,0-4-128 0,2 2-32 15,1 2 0-15,0 1 0 0,1 2 80 16,-8 6 16-16,9-5 0 0,-9 5 0 0,11-3 48 0,-11 3 16 16,0 0 0-16,8 7 0 0,-8-7 160 0,5 11 0 15,-1-2 0-15,-2 2 0 0,0-1 0 0,-1 1 0 16,-1-1 0-16,1 1-128 16,-1-11-1584-16,2 11-304 0,-1 0-64 0,-1-11-12704 15,8 10-2528-15</inkml:trace>
  <inkml:trace contextRef="#ctx0" brushRef="#br0" timeOffset="98878.5">4397 7995 42383 0,'0'0'3776'0,"0"0"-3024"0,-7-9-608 0,7 9-144 0,-3-9 2032 16,3 9 368-16,5-9 80 0,2 1 16 0,-1 0-1808 0,5 1-368 15,2 1-64-15,-4 2 0 0,0-1 192 0,1 0 32 16,2-1 16-16,1 2 0 0,2 1-352 0,-1 0-144 16,0 3 128-16,1 0-128 0,-2 0 0 0,-3 4 128 15,-1-2-128-15,-1 5 0 0,-3-2 176 0,-1 3-48 16,-1 2-128-16,-3 3 192 0,-4 2-32 0,-3 2-16 15,1 2 0-15,-3 3 0 0,-2 3-16 0,-1 0-128 16,1 0 192-16,-1-3-64 0,2-1-128 16,2-2 0-16,0 0 144 0,-1 5-144 0,1-1 0 0,4-6 144 15,3-3-144-15,1-5 0 0,0-1 128 0,1 0-128 16,-1-8 0-16,8 6 0 0,0-1 0 0,2 1 0 16,3-5 0-16,3 0 0 0,1-1 0 0,1 0-192 0,2-1 48 15,2 0 16 1,4-6-656-16,-1 1-128 0,1-1-32 0,1-2 0 15,2-2-1024-15,-2 0-208 0,-1-2-32 0,-1 0-11920 16,1-3-2384-16</inkml:trace>
  <inkml:trace contextRef="#ctx0" brushRef="#br0" timeOffset="99304.86">4670 7519 24879 0,'-18'-9'2208'0,"-4"-1"-1760"0,-3-5-448 0,-12-2 0 15,6 4 4608-15,-3 3 848 0,-1-2 176 0,0 4 16 16,-2-1-3536-16,-2 5-720 0,-3 2-144 0,-1 3-32 0,-1 3-176 0,0 2-32 16,-1 5-16-16,13-1 0 0,-6 6-416 0,-19 14-96 15,3 4-16-15,3 5 0 0,2 4-208 16,3 4-32-16,0 5-16 0,7 8 0 0,4 6-208 0,8 2 176 16,3 5-176-16,10-4 160 0,6-4-160 0,7-2 128 15,6 0-128-15,8 2 128 0,7-1-128 0,8-3 0 16,8-2 0-16,4-6 0 0,6-9 0 0,-10-15 0 15,8-2 0-15,29 13-176 0,2-6 176 0,-2-8-160 16,-4-7 160-16,4-6-160 0,1-6 160 0,-20-7-160 16,7-6 160-16,1 1-160 0,4-4 160 0,0-4-128 15,-1-3 128-15,-1-4-128 0,-1-5 128 0,-3-3 0 16,-4-3 0-16,-3-4-128 0,-3-2 128 0,-6-3 0 16,-6-3-144-16,-4-1 144 0,-6-3 0 0,-4 0 0 15,-7 0 128-15,-5-4-128 0,-6-6 240 0,-5 1-48 0,-4-2 0 16,-7 3 0-16,-3-4-16 0,-5 2-16 15,-7 1 0-15,-2 2 0 0,-6 3-32 0,-2 1 0 0,-1 1 0 16,-3 2 0-16,-1 2-128 0,0 6 0 16,-2 4 0-16,1 3 0 0,-4 2-288 0,5 5 16 0,1 1 0 15,4 6 0 1,2 2-2992-16,3 5-608 0</inkml:trace>
  <inkml:trace contextRef="#ctx0" brushRef="#br0" timeOffset="101021.87">7877 11871 17503 0,'-5'-13'768'0,"2"5"176"0,-1-2-752 0,-1-2-192 16,0-2 0-16,0-1 0 0,-1 0 5408 0,1-2 1056 16,1-3 192-16,3-2 64 0,2-2-5360 0,1 0-1056 0,-2 0-304 0,0-3 0 15,0-4 128-15,1-2-128 0,-1-1 0 0,-1 0 0 16,-3-1 144-16,-3 1-16 0,-2 3-128 0,-1 1 192 15,-3 0 368-15,-3 5 64 0,-2 3 16 0,-4 6 0 16,-5 4 0-16,0 6 0 0,0 6 0 0,-8 5 0 16,-8 7-352-16,-6 7-64 0,-3 6-16 0,-4 8 0 15,1 2-208-15,-5 4 0 0,-2 2 0 0,-2-1-160 16,1-1 160-16,-7 0 0 0,-8 2 0 0,-1-4-128 16,1-1 128-16,-1-1-192 0,-2 0 192 0,-9-2-192 15,-8-7 192-15,-1-2 144 0,0-1-16 0,-1-3-128 16,-3-1 304-16,-4-6-48 0,-4-5-16 0,4-3 0 15,5-3 80-15,2-2 32 0,-3-3 0 0,3-9 0 16,2-4 16-16,6-2 0 0,8-3 0 0,0-5 0 16,0-4-240-16,1-5-128 0,5-4 160 0,6-2-160 0,5-2 0 15,7-2 0-15,4-1 0 0,5-6 0 0,4-4 0 0,5-9-192 16,-1-8 192-16,4-3-160 0,1-4 0 0,8 1 0 16,5-1 0-16,7-3 0 0,4-2 160 0,5 2-192 15,2-1 192-15,5 5-192 0,2 3 192 0,5 6 128 16,3 3-128-16,1 5 176 0,3 3 16 0,3 4 0 15,2 4 0-15,4 7 0 0,-1 1-192 16,4 7 0-16,5-1 0 0,0 4 0 0,-3 2 0 0,2 1 0 16,2 2 0-16,6-1 0 0,1 4 0 0,4 3-144 15,2 1 144-15,4 3 0 0,0 2-160 0,4 0 160 16,2 3-128-16,0 3 128 0,2 1 0 0,-1 5-128 0,-1 0 128 0,2 3 0 16,1 1 0-16,3 0-128 0,-1 1 128 15,0 3 0-15,0-1 0 0,-4 1 0 0,-7-3 0 16,-3 1 0-16,0 1 0 0,-3-2 0 0,-2-5 0 0,-4 1 0 15,-4-3 0-15,-5 1 0 0,-3-3 0 0,-5 2 0 16,-5-1 0-16,-3-1 0 0,-4-1 0 0,-3 1 0 16,-3-3 144-16,-2 0 64 0,-3-2 16 0,-2 0 0 15,-2 1 160-15,-1-3 16 0,-3-2 16 0,-3 0 0 16,-1 0-160-16,-1-1-48 0,-4 1 0 0,-2 0 0 16,-1 0-208-16,0 1 0 0,-2-1 0 0,-2 4 0 15,-1 3 0-15,-3 2 0 0,-5-1 0 0,-3-2 0 16,0 2 0-16,-2-1-128 0,-2-2 128 0,0 2 0 15,-2-2-128-15,1 3 128 0,0 2 0 0,2-2 0 16,0 0 0-16,-2 0 0 0,-2-3 0 0,0 1 0 16,-1-3 0-16,5 1 0 0,2 0 0 0,2 0 0 15,1 3 192-15,2 1-48 0,2-3-16 0,3 3 0 0,2 1 64 0,2 0 16 16,2 0 0-16,4 2 0 0,2 1-32 0,1 1-16 16,-2-3 0-16,3 3 0 0,1 2-160 0,2-3 0 15,4 3 0-15,-1 0 0 0,2 2-224 0,0 0 32 16,1-3 0-16,9 3 0 15,0 0-240-15,-9 0-32 0,9 0-16 0,0 0 0 16,-9 0-1056-16,9 0-224 0,0 0-32 0,-9 5-12592 16,9-5-2512-16</inkml:trace>
  <inkml:trace contextRef="#ctx0" brushRef="#br0" timeOffset="102763.9">4890 11804 9215 0,'0'0'816'0,"0"-5"-656"0,0-1-160 0,2-3 0 15,-1-3 3728-15,0 0 720 0,0-1 144 0,2-3 16 16,0 2-3312-16,-1-3-656 0,0 2-144 0,-1 0-32 16,0 2 656-16,-1 1 128 0,0 2 32 0,0 1 0 15,-1 2 864-15,1 7 176 0,0 0 48 0,0 0 0 0,0 0-320 0,-4 6-64 16,0 1-16-16,-1 5 0 15,0 4-656-15,-1 5-128 0,0 3-32 0,-1 5 0 0,1 4-576 0,-1-3-128 16,1 0-32-16,1-3 0 0,-2-1-144 16,-1-2-16-16,0-2-16 0,2-3 0 0,2-2-96 0,0-2-16 15,2-2 0-15,-1-3 0 0,-1-2-128 0,4-8 128 16,-3 6-128-16,3-6 128 0,0 0-128 0,0 0 0 16,0 0 0-16,0 0 0 0,0 0 0 0,0-7-176 15,2-4 176-15,-1 1-128 0,-1-5 0 0,1 0 0 16,2-5 0-16,1-1 0 0,-3-4 128 0,2-2-192 15,-1-3 192-15,1 0-192 0,0 0 192 0,-1 1 0 16,1 3 0-16,-1 3-128 0,0 2 128 0,-1 3 0 16,-1 2 0-16,1 4 0 0,1 5 0 0,-2 7 256 0,0 0-64 0,0 0-16 15,0 0 80-15,0 0 32 16,0 0 0-16,10-3 0 0,-1 2-288 0,3 1 160 16,0 1-160-16,2 0 128 0,0 1-128 0,3-1 0 15,1 0 0-15,5-1 0 0,0-1 0 0,3-2 0 0,2-1 0 0,0 0 0 31,0 1-464-31,2-3-32 0,0 0 0 0,1-1 0 16,3 0-2272-16,1-1-464 0</inkml:trace>
  <inkml:trace contextRef="#ctx0" brushRef="#br0" timeOffset="103346.54">7903 11962 27647 0,'0'0'1216'0,"0"0"256"0,0 0-1168 0,0 0-304 0,0 0 0 0,0 0 0 0,0 0 3216 0,-2 5 592 16,-1 2 112-16,0 1 32 0,-1 0-2160 0,2 2-448 15,-2 3-64-15,0 3-32 0,1-1-896 0,1 4-176 16,0 0-48-16,1 2 0 16,0 1-1472-16,-2 4-320 0,3 4-48 0,2 4-11120 15,1 5-2224-15</inkml:trace>
  <inkml:trace contextRef="#ctx0" brushRef="#br0" timeOffset="103479.53">7954 12937 6447 0,'-17'21'576'0,"9"-12"-576"0,-4 2 0 0,3 3 0 0,2 4 8368 0,-1 1 1552 15,1-2 320-15,1 0 64 0,-2 1-7680 0,1 1-1536 16,0 1-304-16,0-1-64 0,2 2-176 0,0 0-32 16,2 0-16-16,2-3 0 15,1 4-2128-15,0 1-416 0,-2 0-96 0,5 2-10752 16,2 0-2144-16</inkml:trace>
  <inkml:trace contextRef="#ctx0" brushRef="#br0" timeOffset="103661.25">7865 13868 16575 0,'-2'13'1472'0,"-2"3"-1168"15,-1 1-304-15,2 1 0 0,0 2 3488 0,1 1 640 0,-2 3 128 0,1 0 32 16,-1 1-2528-16,2 1-496 16,-1-2-112-16,-1 8 0 0,2-4-400 0,2 0-80 0,1-1-16 0,0 2 0 15,1-3-656-15,-1 0 0 0,-1-1-256 0,2-3 80 16,1-1-288-16,0-2-64 0,-1 0-16 0,1-1 0 15,-2-1 240-15,2-3 48 0,-2-2 16 0,2-3 0 0,-1-1 64 0,1-2 16 16,-2 3 0-16,-1-9 0 16,0 0-1392-16,0 0-288 0</inkml:trace>
  <inkml:trace contextRef="#ctx0" brushRef="#br0" timeOffset="104377.97">4047 9147 29199 0,'0'0'1280'0,"0"0"288"0,0 0-1248 0,1 8-320 0,-1 0 0 0,1 1 0 16,2 3 352-16,1 2 16 0,0 1 0 0,0-1 0 16,-3 0 576-16,2 3 112 0,-1 3 32 0,1-1 0 15,-1 1-496-15,4 1-80 0,-4 1-32 0,2 1 0 16,-1 2-352-16,-1 1-128 0,0 0 0 0,-1 2 144 15,2 2-2384-15,-1 5-464 0,3 3-112 0</inkml:trace>
  <inkml:trace contextRef="#ctx0" brushRef="#br0" timeOffset="104549.69">4073 10883 29951 0,'-8'30'1328'0,"5"-13"272"0,-1 5-1280 0,-1 4-320 16,3 4 0-16,-1-3 0 0,0 2 448 0,1 1 16 15,-1 0 16-15,-1 2 0 0,0 1-32 0,3 1 0 16,1 1 0-16,1 0 0 0,1-2-448 0,-1 0-192 16,2 0 16-16,1-1 0 15,1-2-1760-15,1 1-368 0,3 3-64 0,1-1-9760 0</inkml:trace>
  <inkml:trace contextRef="#ctx0" brushRef="#br0" timeOffset="104681.01">4163 12211 12895 0,'-11'35'1152'0,"7"-18"-928"15,1 4-224-15,0 3 0 0,2 2 3744 0,1 1 704 16,1-1 144-16,-1 0 16 0,-1-1-2864 0,-1 0-576 0,1 1-112 0,1-3-32 16,0 1-528-16,1-1-112 15,-1 1-32-15,6 2-15472 0</inkml:trace>
  <inkml:trace contextRef="#ctx0" brushRef="#br0" timeOffset="104813.36">4190 13497 19343 0,'-4'14'1728'0,"-2"7"-1392"0,-3 4-336 0,3 2 0 0,2 2 3776 0,1 1 704 16,-4 1 128-16,3 0 16 0,0-1-3088 0,2 0-640 15,-1 0-112-15,4 0-16 16,3-1-3120-16,3 0-608 0</inkml:trace>
  <inkml:trace contextRef="#ctx0" brushRef="#br0" timeOffset="104963.22">4268 14362 34431 0,'-15'20'1536'0,"10"-10"304"0,-2 2-1472 0,2 2-368 0,0 3 0 0,-2 3 0 0,3-4 1808 0,0 0 304 15,-1 1 48-15,2 2 16 0,1-1-448 0,-2 0-64 16,3-2-32-16,-1-2 0 0,1-1-896 0,0-1-176 16,-2-4-48-16,3 1 0 15,0-9-1824-15,0 0-368 0,8-1-80 0</inkml:trace>
  <inkml:trace contextRef="#ctx0" brushRef="#br0" timeOffset="106679.56">7593 14841 17503 0,'0'0'1552'0,"0"0"-1232"0,0 0-320 0,0 0 0 0,-5-3 5648 16,5 3 1072-16,-4 1 224 0,0 1 32 0,4-2-4112 0,0 0-832 16,-1 6-176-16,1 6-16 0,0 0-576 0,1 6-112 15,3 0-32-15,0 11 0 0,1 1-640 0,1 1-128 16,2 2-32-16,3-1 0 0,-1 0-160 0,2-1-32 15,-2-1-128-15,1-1 192 0,-4-6-192 0,3-1 144 16,-1 0-144-16,-1-2 128 0,-1-3-128 0,1-3 128 16,0-2-128-16,-1-3 128 0,-1-1 0 0,-6-8-128 15,8 5 192-15,-8-5-64 0,0 0-128 0,8 0 0 16,-8 0 0-16,8-4-176 0,-3-2 176 0,1-2 0 16,-1-1 128-16,1-2-128 0,-2 0 128 0,-1-6-128 15,1-2 160-15,2-1-160 0,-2-4 0 0,-1-1 128 16,1-2-128-16,0 0 0 0,1-7 0 0,2 1 0 15,-2-2 0-15,2-2 0 0,-1 0 0 0,1 1 0 16,-1 3-144-16,0 3 144 16,-1 1-704-16,-1 5-32 0,-3 6-16 0,0 4 0 15,1 3-1040-15,-4 5-192 0,2 6-64 0,0 0 0 0,-2 6-1824 0,-2 3-368 16</inkml:trace>
  <inkml:trace contextRef="#ctx0" brushRef="#br0" timeOffset="106914.72">7379 15044 50159 0,'-16'0'2224'0,"16"0"464"0,0 0-2160 0,0 0-528 0,0 0 0 0,0 0 0 0,0 0 880 0,0 0 64 16,8-2 16-16,4-4 0 0,1 4-336 0,4-2-64 15,1 0-16-15,3-1 0 0,1-1-416 0,2 3-128 16,-1-7 0-16,2 4 0 0,0-1 0 0,1 1 0 15,0-1 0-15,3 2 0 16,-1 3-640-16,1-2-128 0,0 1-16 0,-2 3-16 16,2 3-1568-16,-1 2-304 0,1 1-64 0</inkml:trace>
  <inkml:trace contextRef="#ctx0" brushRef="#br0" timeOffset="107113.47">8078 15317 49535 0,'-9'6'2192'0,"9"-6"448"0,-4 4-2112 0,1 3-528 0,2 2 0 0,1 1 0 16,-1 3 1152-16,1 2 112 0,-2 0 16 0,4 2 16 15,-1 0-448-15,1 0-80 0,2 0-32 0,0 1 0 16,0-2-560-16,0 0-176 0,-3-2 0 0,2 0 0 16,0-1 0-16,1 0 0 0,-1-2-192 0,1-1 48 15,-1-1-1632-15,0 0-320 0,-2-1-64 0,-1-8-20768 16</inkml:trace>
  <inkml:trace contextRef="#ctx0" brushRef="#br0" timeOffset="107894.71">3901 15085 29487 0,'0'0'2624'0,"0"0"-2112"0,0 0-512 0,0 0 0 0,0 0 4480 0,0 0 800 16,0 0 160-16,0 0 16 0,2 6-3024 0,0 5-624 15,-1 0-112-15,2 5-32 0,-2 2-816 0,1 6-160 16,1 2-48-16,1 4 0 0,1 2-336 0,2 3-80 16,-1 2-16-16,2-2 0 0,1-1-48 0,2-1-16 15,0-5 0-15,1 0 0 0,0-9-144 0,-2 0 128 0,1-4-128 0,-2 0 128 16,0-4-80-16,0-2-48 0,-2-3 0 15,-1-2 0-15,1-2 0 0,-7-2 0 16,0 0 0-16,6 0 0 0,1-2 0 0,-2-2 0 0,-5 4 0 0,6-7 0 16,1-1 0-16,-2-1 0 0,2-1 0 0,-2-5 0 15,0 0 0-15,0-6 0 0,0-1 0 0,2-2 0 16,0-6 0-16,0 0 0 0,1-1 0 0,-1-3 0 16,-1-2 0-16,-1 2 0 0,1-2 0 0,-1 4 0 15,0 1 0-15,0 2-160 0,-1 3 160 0,0 2-192 16,-1 1-288-16,2 3-64 0,-2 2-16 15,-1 5 0-15,-1 0-880 0,1 4-176 0,-2 2-48 0,0 7 0 16,0 0-2800-16,0 0-560 0</inkml:trace>
  <inkml:trace contextRef="#ctx0" brushRef="#br0" timeOffset="108120.11">3804 15318 14735 0,'0'0'1312'0,"-5"5"-1056"0,5-5-256 0,0 0 0 0,0 0 9040 0,0 0 1760 16,0 0 336-16,0 0 80 0,0 0-8592 0,0 0-1712 15,9-2-336-15,4 0-80 0,3 0-224 0,-1-2-32 16,2-1-16-16,3-1 0 0,0 1-224 0,3 1 0 16,2-2 0-16,0-1 0 0,1 1 0 0,0-2 0 15,0 3 0-15,0 1 0 16,1-3-944-16,2 3-80 0,-2 2 0 0,-1-1-16 15,-1 6-1536-15,0-3-304 0,-2 2-64 0</inkml:trace>
  <inkml:trace contextRef="#ctx0" brushRef="#br0" timeOffset="108365.19">4414 15506 45551 0,'0'0'2016'0,"0"0"416"0,0 0-1936 0,0 0-496 0,0 0 0 0,-2 6 0 0,-1 2 1968 0,2 0 288 16,0 0 64-16,-1 1 16 0,1 1-960 16,1 3-192-16,0-4-32 0,0 6-16 0,1-2-704 0,2-1-144 15,-4 1-32-15,1 0 0 0,2 1-176 0,1 0-80 16,-3-1 0-16,0 0 0 0,1-1 0 0,0 0 0 16,-1-2 0-16,2 1 0 15,-2-1-704-15,1-1-144 0,3-1-32 0,0 0 0 16,0-2-3024-16,-4-6-624 0</inkml:trace>
  <inkml:trace contextRef="#ctx0" brushRef="#br0" timeOffset="109416.03">4264 15544 38703 0,'0'0'1712'0,"0"0"352"0,-1-4-1648 0,1 4-416 0,0 0 0 0,3-7 0 0,-3 7 1984 0,4-6 320 16,0 0 64-16,-1 1 16 0,3 1-480 0,0-2-112 15,1 0 0-15,1 1-16 0,-1 0-1136 0,3 0-208 16,-1-2-48-16,2 2-16 0,1 0-368 0,-1 1 0 16,2 0 0-16,1 0 0 0,3 2 0 0,-3 0 0 15,-1 2 0-15,-2 0 0 0,-1 0 0 0,1 3 0 16,-4 2 0-16,0 2 0 0,-3 2 240 0,-3-1-32 16,0 3 0-16,-1 2 0 0,-2 2 176 0,-3-1 16 15,-1 0 16-15,0 3 0 0,-2-1-112 0,-1 2-32 16,-2 0 0-16,1 1 0 0,-2-1-96 0,1 0-32 15,0 0 0-15,2 1 0 0,-3-1-144 0,2 0 128 16,1-1-128-16,2 0 128 0,1-3-80 0,0-1-48 16,1-2 0-16,4-1 0 0,-2-2 0 0,2 0 0 0,1-8 0 15,1 6 0-15,-1-6 0 0,6 6 0 0,0-2 0 0,2-2 0 16,2 1 0-16,2-3 0 0,0-3 0 0,1 1 0 16,1-1 0-16,3-1 0 0,0-2 0 0,3-2 0 15,0-1 0-15,3-2 0 0,-1 2 0 0,0-1 0 16,0-2 0-16,0-1 0 0,0 0 0 0,-1 1 0 15,-1 0 0-15,-1 2 0 0,-2 1 0 0,0-3 0 16,0 2-208-16,-1 1-48 0,0-1 0 0,-1 3 0 16,1 0-1856-1,2 1-384-15,-2 0-80 0</inkml:trace>
  <inkml:trace contextRef="#ctx0" brushRef="#br0" timeOffset="125011.3">17504 685 39615 0,'-13'-23'1760'0,"4"10"352"0,-3-1-1680 0,-1 5-432 16,-2 3 0-16,4 3 0 0,2-1 1680 0,9 4 256 15,-8 4 48-15,8-4 16 0,-5 11-1744 0,1 6-256 0,1 7-224 0,2 10 32 16,-2 4-64-16,2 10 0 0,0 10-16 0,-1 8 0 16,0 9 112-16,2 4 32 0,0 1 0 0,1 3 0 15,0 10 128-15,2 3 0 0,-1 2 0 0,1 5-128 16,1 4 128-16,0 4 0 0,0 2 0 0,0 3 0 16,2 3 0-16,-1 6 0 0,-1 3 0 0,0 3 0 15,1 3 0-15,-1 5 0 0,-1 4 0 0,0 3 0 16,-2 4 160-16,0 4-32 0,0 1-128 0,1 4 192 15,-2 7-64-15,0 4-128 0,-3 4 176 0,-2 4-176 16,0 5 144-16,-2-4-144 0,1 3 0 0,0-3 144 16,0 5-144-16,-1 1 0 0,1 2 0 0,-2 0 128 15,0-5-128-15,0 3 128 0,1 1-128 0,0-1 128 0,-1 2 176 16,0 1 16-16,1-1 16 0,-1 2 0 0,0 1 64 16,0 2 16-16,0-2 0 0,3-1 0 15,1-3-64-15,0 2-16 0,-1 0 0 0,0 5 0 0,1 1-32 16,-1 2-16-16,-2-2 0 0,-2 2 0 0,1-1-112 0,-2 1-32 15,-3-1 0-15,0 3 0 0,-3 3-144 0,-1-1 0 16,-1-5 144-16,-2-1-144 0,0-6 0 16,-1-4 144-16,0-3-144 0,1 2 0 0,-1-6 256 0,1 2-64 15,-3-5-16-15,3-2 0 0,-3-9 112 0,1 2 32 16,1-5 0-16,0-4 0 0,1-6-80 0,0 0-16 16,1 0 0-16,-1-12 0 0,2-6-64 0,1-2-16 15,1 1 0-15,0-9 0 0,0-6 16 0,1 0 0 16,1-2 0-16,2-6 0 0,2-5-160 0,-1-4 192 15,2-1-192-15,3-3 192 0,0 2-192 0,1-9 128 0,0-6-128 16,1-3 128-16,1-5-128 0,2 0 0 16,0-1 0-16,0-4 128 0,-1-6-128 0,2-6 0 0,0-3 144 0,0-6-144 15,0-5 0-15,0-1 144 0,3-3-144 0,-2-4 0 16,0-4 144-16,2-1-144 0,0-1 0 0,-1-3 144 16,0-2-144-16,0-4 0 0,1-1 0 0,1-2 0 15,-2-4 0-15,1-3 0 0,-3-10-144 0,0 0 144 31,0 0-832-31,0 0-64 0,0 0-16 0,10 3 0 16,1-6-1216-16,4-5-240 0,9-5-64 0</inkml:trace>
  <inkml:trace contextRef="#ctx0" brushRef="#br0" timeOffset="132461.62">18399 1126 4607 0,'-9'-2'400'0,"9"2"-400"0,-5-2 0 0,0-1 0 0,0-2 8848 0,-1 1 1696 16,2 1 336-16,4 3 64 0,0 0-7648 0,0 0-1520 0,0 0-304 0,0 0-64 16,0 0 128-16,0 0 16 15,0 0 16-15,-1 10 0 0,0 1-928 0,1 5-192 0,0 5-48 0,1 4 0 16,3 2-208-16,1 3-64 15,1-1 0-15,0 3 0 0,-1 2 0 0,4 4 0 16,2 2 0-16,-1-1 0 0,1-1-128 0,-2 0 0 0,1-5 0 16,-1 1 0-16,-2-6 0 0,-1 0 0 0,2-5 128 15,-3-2-128-15,2-3 224 0,-2-2 16 0,0-3 0 16,1-4 0-16,-6-9-240 0,0 0 0 0,0 0 0 0,0 0 0 16,0 0 240-16,0 0-48 15,0 0-16-15,7-4 0 0,-3-2-176 0,3-5 0 16,-1-2 0-16,1-5-176 0,-1 0 176 0,0-6 0 0,1-2 0 0,3-4 0 15,-1-6 0-15,1-1 0 0,1-1 0 0,0-1 128 16,1 0-128-16,0-4 0 0,-2 0 0 0,2 3 0 16,-3-2 0-16,0 3 0 0,0 4 160 0,0 3-160 31,-1 4-288-31,-1 3-160 0,-2 4-16 0,-1 3-16 16,0 6-640-16,-2 4-128 0,-2 8-32 0,0 0 0 0,0 0-1424 15,6 7-304-15,-1 2-48 0,0 6-17232 0</inkml:trace>
  <inkml:trace contextRef="#ctx0" brushRef="#br0" timeOffset="132696.21">18299 1336 26719 0,'-20'4'1184'0,"14"-4"240"0,-1-4-1136 0,2 1-288 0,5 3 0 0,0 0 0 0,0 0 5520 0,0 0 1056 15,0 0 208-15,7-5 32 0,2 1-4640 0,3 0-912 16,3 0-192-16,2 0-48 0,1-1-816 0,2 1-208 0,2 0 0 0,2-1 0 16,2 1 0-16,1-3 0 0,0 2 0 15,3 0 0 1,0 1-1088-16,-1 1-96 0,0 1-32 0,1-1 0 16,1 2-2944-16,-1 1-576 0</inkml:trace>
  <inkml:trace contextRef="#ctx0" brushRef="#br0" timeOffset="133015.87">18689 1615 48671 0,'-11'1'2160'0,"11"-1"432"0,0 0-2080 0,0 0-512 0,0 0 0 0,0 0 0 16,0 0 752-16,9 1 32 0,2-1 16 0,1-1 0 16,1 0-192-16,1 1-32 0,-1-3-16 0,1 0 0 15,1 2-416-15,-1-3-144 0,-1 2 0 0,0 2 144 16,0-3-144-16,-1 3 0 0,-3 3 0 0,-1-3 128 0,-8 0 64 15,0 0 0-15,0 0 0 0,4 9 0 0,-3 2 336 0,-4 1 80 16,-2 1 16-16,-1 2 0 0,-5 0-128 0,0 2-32 16,-2 1 0-16,0 1 0 0,-1-1-256 0,0 0-48 15,0-1-16-15,-1-1 0 0,2-1-96 0,3-2-48 16,2-1 0-16,2-3 0 0,2 0 0 0,0-1 0 16,4-8 0-16,2 8 0 0,-2-8 0 0,8 7 0 15,3-2 0-15,-1-1 0 0,2-4-128 0,2 0-32 16,3 0 0-16,3-4 0 15,1 1-624-15,1-3-128 0,1-1-32 0,2-3 0 16,1-1-1808-16,1 0-352 0,2-4-80 0</inkml:trace>
  <inkml:trace contextRef="#ctx0" brushRef="#br0" timeOffset="133336.26">19455 1315 43311 0,'-13'6'3840'0,"13"-6"-3072"0,0 0-608 0,0 0-160 0,-5 3 2288 0,5-3 416 0,0 0 96 0,0 0 16 16,0 0-1088-16,0 0-192 0,0 0-64 0,3 9 0 15,-1-2-1136-15,4-1-336 0,0-2 144 0,2 1-144 16,1-1 0-16,-1 1 0 0,2 0 0 0,2 2-128 16,0-3 128-16,1 1 0 0,-3 0-144 0,-1 1 144 0,-9-6 0 0,9 6 0 15,-2-1 0-15,-7-5 0 0,0 0 0 16,6 8 0-16,0 0 0 0,-2 1 0 0,-3-1 0 0,0 1 0 15,-1-2 0-15,-1 0 0 0,-2 0 0 0,-1 2 0 16,-1-2 0-16,-1 2 0 0,-3 2 0 0,-1 0 0 16,3-2 0-16,-4 0 0 15,-1 0 0-15,1 0 0 0,0 3 0 16,1-4 128-16,1 0-576 0,1 0-112 0,3-1-16 0,1 0-16 16,4-7-1056-16,0 0-208 0,0 0-32 0,0 0-21376 0</inkml:trace>
  <inkml:trace contextRef="#ctx0" brushRef="#br0" timeOffset="133722.42">19996 1088 33167 0,'0'0'2944'0,"0"0"-2352"0,0 0-464 0,0 0-128 15,0 0 4656-15,0 0 912 0,-2 6 176 0,1 1 32 16,-1 2-3664-16,1 3-720 0,1 3-160 0,0 4-16 15,-1 2-848-15,1 2-176 0,0 2-16 0,1 1-16 16,-1 1-160-16,1 1 0 0,2-1 0 0,1 3 0 16,0-3 0-16,0 2 0 0,-1-4 0 0,1 0 0 15,0-2 0-15,1-2 0 0,1-2 0 0,0-2 0 16,1-1 0-16,-1-6 0 0,1 1 0 0,-1-2 112 16,1-2-112-16,-7-7 0 0,0 0 0 0,8 2 0 15,-1-1 0-15,-7-1 0 0,8-1 0 0,-2-1 0 16,-1-5 0-16,1-3 0 0,-1-2 0 0,2-1 0 15,-2-3 0-15,2-2 0 0,1-4 0 0,-2-2 0 16,3 0 0-16,0-4 0 0,2 2 0 0,-1 0 0 16,2-7 0-16,1 1 0 0,0-3 0 0,0-1 0 15,0 0 0-15,0-3 0 0,1 0 0 0,-1 3 0 16,0 5 0-16,-1 4 0 0,0 3 0 0,1 1 0 0,-3 3 0 16,-2 10 0-16,-1 3 0 15,-7 7-4080-15,0 0-800 16,9 7-176-16</inkml:trace>
  <inkml:trace contextRef="#ctx0" brushRef="#br0" timeOffset="133968.75">19849 1313 20271 0,'-13'4'896'0,"13"-4"192"0,-4-2-880 0,4 2-208 0,0 0 0 0,0 0 0 16,0 0 7408-16,11-4 1424 0,0 1 304 0,1 1 48 15,2-1-6944-15,3 0-1376 0,3-1-288 0,1 1-48 16,0 0-528-16,2-1 0 0,1 1 0 0,0-2 0 16,-2 0 528-16,3 0 0 0,0 1 0 0,2 0 0 15,-1 0-400-15,-1 1-128 0,0 3 0 0,0-2 0 32,0 1-1136-32,-1-1-336 0,1 2-64 0,-1 3 0 15,-1-1-2512-15,0 5-496 0</inkml:trace>
  <inkml:trace contextRef="#ctx0" brushRef="#br0" timeOffset="134172.79">20519 1444 55871 0,'0'0'1232'0,"0"0"256"0,0 0 48 0,5 12 16 0,-3-1-1232 0,-2 2-320 0,-2 2 0 0,1 0 0 0,-1 4 736 0,0-3 96 16,0 5 0-16,0 0 16 0,1 1-656 0,0 1-192 15,-1 0 0-15,2 0 96 0,0 1-96 0,2-2 0 16,-2-1 0-16,0-3 0 0,0-2 0 0,0-2 0 15,0-2 0-15,0 0 0 0,-2-1 0 0,2 1 0 16,0-4 0-16,2 1 0 0,-1-2-368 0,0-1-16 16,1 1 0-16,-2-7-16832 15,5 7-3392-15</inkml:trace>
  <inkml:trace contextRef="#ctx0" brushRef="#br0" timeOffset="137743.63">19305 3106 30239 0,'0'0'1344'0,"0"0"256"0,-3-5-1280 0,0 1-320 16,3 4 0-16,-3-4 0 0,2-3 1504 0,1 7 224 16,-1-6 64-16,-1-1 0 0,1 1-224 0,1 6-32 15,-1-4-16-15,1 4 0 0,0-7-592 0,0 7-112 16,0-6-32-16,0 6 0 0,0 0-240 0,0 0-48 15,0 0-16-15,0 0 0 0,0 0-16 0,0 0 0 0,0 0 0 0,0 0 0 16,0 0 96-16,0 0 16 16,0 0 0-16,4 10 0 0,-3 2-16 0,-1 2 0 15,0 1 0-15,0 2 0 0,-1 1-112 0,-1 2 0 16,0 0-16-16,0 3 0 0,1 0-144 0,0 4-32 0,0 2 0 0,2 0 0 16,-2-3-112-16,1 3-16 0,1-3-128 0,1 4 192 15,0 1-192-15,-1 4 0 16,-1 4 128-16,1 6-128 0,1 0 0 0,-1 5 0 0,0 3 128 0,-1 1-128 15,2-2 0-15,-2 1 0 0,-2-1 128 0,1 4-128 16,-2 4 128-16,-1 2-128 0,1-1 176 0,1 3-176 16,0-5 224-16,-1-1-64 0,0-2-16 0,2 3 0 15,1-2-144-15,0 6 192 0,1 1-192 0,2 30 192 16,0-14-64-16,1-8 0 0,-1-12 0 0,1-16 0 16,-1 9-128-16,0 1 0 0,-1 8 0 0,2-1 0 0,0 3 128 0,0-3-128 15,-1-2 128-15,-1-3-128 0,1 4 160 0,-2 1-160 16,0 7 192-16,-1 0-192 0,2-2 192 0,-1-3-64 15,-1-5 0-15,1 1-128 0,-1-2 0 0,-1 3 0 16,0 3 0-16,1 26 0 0,0-11 0 16,0-5 0-16,2-5 128 0,0-25-128 0,-2 0 0 0,0 4 0 15,0 2 0-15,0 5 0 0,-3 2 128 0,2-2-128 16,2 1 0-16,0-1 0 0,-1-2 128 0,2-5-128 16,-1-3 0-16,2-2 0 0,-1-4 0 0,-1-1 0 15,-1 1 0-15,2 16 0 0,-1-7 0 0,-1-23 0 16,0 2 0-16,1 0 0 0,1 2 128 0,-1-2-128 15,-2-1 0-15,1-3 0 0,0-3 0 0,-2 17 0 16,1-10 0-16,0-5 0 0,-1-5 0 0,1 0 0 16,-1-3 0-16,0 0 0 0,1 2 128 0,0-5-128 15,1 0 0-15,0-2 144 0,0 1-144 0,1-1 0 16,-1-8 0-16,3 8 0 0,-3-8 0 0,0 0 0 16,0 0 0-16,2 10-160 15,-2-10-256-15,0 0-48 0,0 0-16 0,5 6 0 16,-5-6-672-16,4 2-128 0,-4-2-16 0,7 3-16 15,1-3-2592-15,1-1-528 0</inkml:trace>
  <inkml:trace contextRef="#ctx0" brushRef="#br0" timeOffset="139177.57">19384 7747 22111 0,'-12'3'976'0,"12"-3"208"0,-9 0-944 0,0 0-240 0,-3 0 0 15,4 0 0-15,0 0 2064 0,3 0 368 0,0 0 80 0,5 0 16 16,0 0-736-16,0 0-160 0,0 0-32 0,0 0 0 15,0 0-272-15,0 0-64 0,0 0-16 0,0 0 0 16,0 0-336-16,0 0-64 0,0 0-16 0,13-5 0 16,-4 1-64-16,1 0-32 0,-10 4 0 0,16-4 0 0,-3 0-208 0,1 1-32 15,1 3-16-15,-2-2 0 0,0-2-192 16,-1 1-32-16,2 2-16 0,2 0 0 0,3-1-240 16,2 2 0-16,0-2 128 0,6 0-128 15,5 4 0-15,-1 0 0 0,4 1 0 0,-8 1 0 0,6-3 0 0,4 2 0 16,0-1 0-16,18-2 0 15,-4-2 0-15,-3 1 0 0,-2 1 0 0,-1-2 0 0,1 1 0 0,2-2 0 16,1 2 0-16,0 1 0 16,3 0 0-16,0-1 0 0,-1-3 0 0,-3 1 0 0,-2 2 0 15,0 0 0-15,1-2 0 0,4 0 0 0,2 1 0 0,4 2 0 16,3 2 0-16,0 0 0 0,-1-4 0 0,-2 1 0 0,-2 1 0 16,4 0 0-16,2 0 0 0,3 1 0 15,2 2 0-15,2 0 0 0,1-1 0 0,-2 1 0 0,-5-1 0 16,0-2 0-16,-1 2 0 0,0 0 0 15,0 1 0-15,1 0 0 0,-4 0 0 0,-2 0 128 0,-2 1-128 16,-6-1 0-16,-7-2 0 0,-5 0 0 0,-2 0 0 0,-1 2 0 16,-3 1 128-16,-2 0-128 0,0-4 0 0,-2 1 0 15,-4 4 144-15,-4-2-144 0,-4 1 128 0,-1-4-128 16,-1 0 176-16,-12 0-48 0,0 0-128 0,0 0 192 16,0 0 64-16,0 0 0 0,0 0 0 0,0 0 0 15,0 0 144-15,0 0 48 0,0 0 0 0,0 0 0 16,0 0-112-16,0 0-16 0,0 0 0 0,0 0 0 15,0 0-176-15,0 0-144 0,0 0 192 0,0 0-192 16,0 0 128-16,0 0-128 0,0 0 0 0,0 0 0 16,0 0 0-16,0 0 0 0,0 0 0 0,0 0 0 15,0 0 0-15,0 0 0 0,13-3 0 0,-1 2 0 0,-12 1 0 16,0 0 0-16,12 1 0 0,-12-1 0 0,13-1 0 0,-13 1 0 16,11-3 0-16,-11 3 0 0,13 0 0 0,-2 2 0 15,-11-2 0-15,10-2 0 0,-10 2 0 0,0 0 0 16,11 2 128-16,-11-2-128 0,0 0 0 0,10-2 128 15,-10 2-128-15,11 0 0 0,-11 0 192 0,9 0-192 16,-9 0 192-16,0 0-192 0,10 0 176 0,-10 0-176 16,11 0 160-16,-11 0-160 0,10 0 160 0,-10 0-160 15,9 0 160-15,-9 0-160 0,11 0 144 0,-11 0-144 16,9 0 128-16,-9 0-128 0,10 0 128 0,-10 0-128 16,0 0 0-16,11-2 128 0,-2-1-128 0,-9 3 0 0,0 0 0 15,9 1 128-15,-9-1-128 0,0 0 0 0,10 0 0 16,-10 0 128-16,0 0-128 0,0 0 0 0,9 4 0 0,-9-4 0 15,0 0 0-15,0 0 0 0,0 0 128 0,0 0-128 16,0 0 0-16,0 0 0 0,0 0 0 0,0 0 0 31,0 0-784-31,0 0-48 0,0 0 0 0,0 0 0 16,0 0-1936-16,0 0-400 0</inkml:trace>
  <inkml:trace contextRef="#ctx0" brushRef="#br0" timeOffset="140446.18">22640 3126 15663 0,'-9'-13'1392'0,"9"13"-1120"0,-2-6-272 0,2 6 0 16,0-6 2048-16,0 6 368 0,0 0 64 0,0 0 16 15,-3-5-192-15,3 5-16 0,0 0-16 0,0 0 0 16,0 0-224-16,-3 6-32 0,1 5-16 0,0 3 0 0,1 3-784 0,1 5-144 16,0 0-48-16,1 6 0 0,1 2 128 0,-1 2 32 15,-1 3 0-15,1 4 0 0,1 3-192 0,-2 5-32 16,-2 3-16-16,2 3 0 0,0 6-384 0,2 2-80 16,-2 2-16-16,1-1 0 0,2-2-144 0,-1 4-48 15,0 1 0-15,-1 2 0 0,0-1 48 16,0 2 16-16,-1-2 0 0,2 1 0 15,-1-1-144-15,-1 1-48 0,-1-1 0 0,-1 2 0 0,1 1 32 0,1 0 0 16,0-2 0-16,-1-1 0 0,0-3-32 0,-2 0 0 16,0 2 0-16,2 1 0 0,0-2 176 15,-1-1 48-15,0-3 0 0,0-4 0 0,1-3-368 16,-1-3-240-16,-1-2 48 0,0 2 0 0,1 2 192 0,-1 0 0 16,-1-1 192-16,2 1-192 0,-1-3 0 0,0-2 0 15,0-2 0-15,-1-2 0 0,0-4 160 0,0-1-160 16,0-2 128-16,1 2-128 0,-1-3 128 0,2 2-128 15,-1-1 0-15,1 2 128 0,0-3-128 0,1 0 0 0,0 0 0 0,-1-2 128 16,1-2-128-16,-2-1 0 16,2-1 0-16,0 1 0 0,1-7 0 0,-2 1 0 0,2-2 128 0,-1 2-128 15,1-4 0-15,-1 4 0 0,1-1 0 0,-1 2 0 16,1 3 0-16,0-2 0 0,-2 0 0 0,1 0 0 16,-2-1 0-16,2 2 0 0,0-1 0 0,-1-1 0 15,2-2 0-15,0 2 0 0,-1-2 0 0,-1 0 0 16,0 0 0-16,2-2 0 0,-1-3 0 0,-2 2 0 15,2-2 0-15,0 0 0 0,-2 0 0 0,2 1 0 0,0-9 0 16,-1 3 160-16,1 3-160 0,-2-1 160 0,2 4-160 0,0-2 0 16,-1 0 0-16,1 1 0 15,-2-2 0-15,2-1 0 0,0 2 0 0,0-1-176 0,1 1 176 0,0 2 0 16,-3-2 0-16,2 3 0 0,-1-2 0 0,1 0 0 16,0-3 0-16,-2 0 0 0,3 0 0 0,0-1 0 15,-1-1 0-15,1 1 0 0,-3-1 0 0,3 0 0 16,0-1 0-16,0 0 0 0,0-2 0 0,-1 3 0 15,1-5 0-15,0 0 0 0,0 1 0 16,1-2 0-16,-1-1 0 0,2-1 0 0,-2 2 0 0,1-1 0 16,0 1 0-16,0 1 0 0,-1-3 0 0,2-1 0 15,-1 2 0-15,-1-2 0 0,0 3 0 0,0-1 0 16,0 2 0-16,0 1 0 0,1-2 0 0,-1-1 0 16,0 1 0-16,0-1 0 0,2 2 0 0,-2-3 0 15,0-5 0-15,0 7 0 0,0-1 0 0,1 0 0 16,-1-6 0-16,0 6 0 0,0-6 0 0,1 5 0 15,-1-5 0-15,0 0 128 0,2 4-128 0,-2 2 0 16,0-6 0-16,1 3 0 0,-1-3 0 0,0 0 0 16,0 0 0-16,0 0 0 0,0 0 0 0,0 7 0 15,1-4-128-15,-1-3 128 16,0 0-768-16,0 0-64 0,0 0 0 0,0 0-16 16,0 0-2368-16,0 0-480 0</inkml:trace>
  <inkml:trace contextRef="#ctx0" brushRef="#br0" timeOffset="142830.92">20873 2439 39503 0,'0'0'1744'0,"0"0"368"0,-6-3-1680 0,2 2-432 0,4 1 0 0,0 0 0 15,0 0 1152-15,0 0 160 0,0 0 32 0,-2 6 0 16,0 3 192-16,1 4 64 0,1 0 0 0,0 2 0 15,0 3-960-15,1 3-192 0,1 1-48 0,-1 0 0 0,0 0-208 0,2 0-32 16,-2 1-16-16,2-3 0 0,0 0-144 0,0-2 0 16,1-2 0-16,2 1 0 15,-1-4-1216-15,0-1-112 0,0-5-16 0,3 0-16 16,-1-2-1328-16,-1 0-272 0,2-2-48 0,1 1-9104 16,-4-7-1824-16</inkml:trace>
  <inkml:trace contextRef="#ctx0" brushRef="#br0" timeOffset="143277.31">21008 2362 23039 0,'-16'-21'2048'0,"7"14"-1648"15,-4 1-400-15,-2-1 0 0,2 1 3792 0,0-1 688 16,-2-1 128-16,0 2 16 0,0-2-3424 0,0 3-688 16,-1-2-144-16,0 1-32 0,-2 1 880 0,1 3 160 15,-1-2 32-15,0 3 16 0,-1 4-736 0,1 2-160 16,1 0-16-16,-1 3-16 0,-2 2 160 0,2 3 48 15,0 0 0-15,1 4 0 0,-1 4-80 0,1 4-16 16,1 1 0-16,0 3 0 0,2 3-144 0,1 2-16 16,1 3-16-16,2 1 0 0,2 1-112 15,2 0-32-15,0 1 0 0,4-1 0 0,3-1 208 0,4-3 32 0,2-2 16 0,2-3 0 16,1-4-400-16,2-3-144 0,1-2 0 16,3-2 144-16,2-3-144 0,2-1 0 0,0-5 0 15,5-1 0 1,3-2-448-16,2-2-32 0,2-1 0 0,1-3 0 0,2-2 336 0,1-4 144 0,1 0-128 0,-1-1 128 15,0 1 0-15,-2-1 0 0,-3-6 0 0,-1 1-128 16,0-3 128-16,-2 1 0 0,2-1 0 0,-1-3 0 0,-3-4 0 16,-1-3-128-16,-2-2 128 0,0-1 0 0,-4-3 0 15,-2 0 0-15,-1-1 0 0,-5-1 0 0,-1 0-128 0,-4-2 128 16,-5 3-128-16,-1 1 128 0,-2 2 0 0,-3 1 144 16,-5 3 0-16,-1 2 0 0,-4 0 32 15,0 3 0-15,-3 0 0 0,-3 1 0 16,-3-1-48-16,-1 0-128 0,2-2 192 0,-2 6-64 0,-1-3-128 0,-1 1-192 15,-2 0 32-15,0 1 16 16,-1 2-816-16,4-2-144 0,2 4-48 16,0-1-14688-16,2 0-2944 0</inkml:trace>
  <inkml:trace contextRef="#ctx0" brushRef="#br0" timeOffset="144521.09">25412 3081 11055 0,'0'0'480'0,"0"0"112"0,0 0-464 0,-3-4-128 0,1 0 0 0,2 4 0 0,-1-3 5008 0,1 3 992 15,0 0 192-15,0 0 32 0,0 0-4432 0,0 0-896 16,0 0-192-16,0 0-16 0,0 0 720 0,0 0 128 16,0 0 48-16,0 0 0 0,0 0-544 0,0 0-96 15,0 0-32-15,1 9 0 0,0 1-192 0,0 2-32 16,1 1-16-16,-1 3 0 0,-1-3-224 0,0 2-64 15,1 6 0-15,1-1 0 0,-1 3-32 0,0-2-16 16,1 4 0-16,-1 2 0 0,0-1-336 0,-1 4 0 16,4 1 0-16,-1 2 0 0,-2 1 160 0,0 1-32 15,-1 2-128-15,0 3 192 0,0 2 64 0,0 2 0 16,0 3 0-16,-1 3 0 0,0-1-64 0,1 3-16 0,0 3 0 0,-2 0 0 16,1 0 208-16,1 2 32 0,0 4 16 0,1 2 0 15,1 1-144-15,0-1-32 0,1-1 0 16,1 3 0-16,-3-16-256 0,2 2 0 0,-1 4-176 0,2 2 176 15,-1 2 0-15,1 1 176 0,-3-3 0 16,2 1 0-16,-2 2 144 0,0 1 48 0,-1-1 0 0,2 4 0 16,-2 1-16-16,-2-2 0 0,1-2 0 0,-2 54 0 15,1-20-352-15,-1-47 0 0,-2 4 0 0,0 2 0 16,1 0 128-16,-1 4 0 0,1-1 0 0,-2-1 0 16,3-1-128-16,-5 47 128 0,1-18-128 0,2-8 128 15,-3-6-128-15,3-4 128 0,-2-2-128 0,2-7 128 16,0-2-128-16,-3-1 144 0,2 1-144 0,-1-1 160 15,1 0-160-15,-2-1 128 0,1-1-128 0,2-4 128 0,-1 1-128 0,2-3 0 16,0-6 0-16,-1 0 128 0,2-4-128 0,0-1 0 16,1-2 0-16,-1-3 0 0,3-3 0 0,0-1 0 15,-1-1 128-15,0 0-128 0,2-3 0 0,0-10 0 16,-1 1 0-16,-1-1 0 0,1 1 0 0,0 0 0 16,0 0 0-16,1 0 0 0,0 0 0 0,1 8 0 15,0-6 0-15,1-2 0 0,-2-2 0 0,-1-11-144 16,0 0 144-16,4 9-160 15,-4-9-304-15,0 0-64 0,0 0-16 0,0 0 0 16,0 0-976-16,0 0-192 0,0 0-32 0,0 0-13952 16,0 0-2800-16</inkml:trace>
  <inkml:trace contextRef="#ctx0" brushRef="#br0" timeOffset="146029.09">25417 7647 16575 0,'0'0'1472'0,"-10"-5"-1168"0,1 3-304 0,-2-3 0 16,1 0 2912-16,-1-2 528 0,1 0 96 0,0 1 32 31,0 4-3760-31,3-1-768 0,-1 2-128 0,8 1-48 0,-9-7 1136 0,2 2 0 0,2 0 128 0,5 5 0 16,-7-3 96-16,1 2 16 0,1 0 0 0,5 1 0 0,0 0 688 0,0 0 144 15,0 0 16-15,0 0 16 0,0 0 128 16,0 0 32-16,15 6 0 0,0-1 0 0,2-1-240 0,0-1-64 16,0 1 0-16,-1-2 0 0,5 2-128 0,3 2-48 15,1-1 0-15,3-1 0 0,6 0-320 0,4 1-64 16,4 1-16-16,3-2 0 0,6-1-160 0,3-2-32 15,-1 0-16-15,-1 3 0 0,-4 3 0 0,5-2 0 16,1 0 0-16,6-1 0 0,3 5 128 0,3-2 16 16,7-2 16-16,-2-1 0 0,-6-1-64 0,1 1-16 15,1-1 0-15,5 3 0 0,5-1-32 0,1-1-16 16,1 1 0-16,-4 0 0 0,-6-2-208 0,4-1 176 16,0 1-176-16,4 1 160 0,2 1-160 0,-2 2 160 15,-4-2-160-15,0-1 160 0,-5-4-160 0,1 0 0 16,0 2 144-16,2-2-144 0,2 2 128 15,-6-1-128-15,-3 0 160 0,-5 1-160 0,-3-4 128 0,-3 1-128 0,-2 0 0 0,-3 1 144 16,-1 4-144-16,-2 0 160 0,-5-1-160 0,-2 0 160 16,-4-3-16-16,-3 1 0 0,-3 2 0 0,-5-2 0 15,-2-2 0-15,-3 1 0 0,-2 0 0 0,-3 1 0 16,-3 2 48-16,-2-3 0 0,-8 0 0 0,10 1 0 16,-10-1 0-16,10 2 16 0,-10-2 0 0,9-2 0 15,-1 1-48-15,-8 1-16 0,0 0 0 0,0 0 0 16,0 0-144-16,0 0 192 0,7-3-192 0,-7 3 192 15,0 0-64-15,0 0 0 0,0 0 0 0,0 0 0 16,0 0 0-16,0 0-128 0,0 0 192 0,0 0-64 16,8 4-128-16,-8-4 160 0,8 5-160 0,-8-5 160 15,0 0-160-15,10 7 0 0,-2-3 0 0,-8-4 0 0,0 0 0 16,11 2 0-16,-1-2 0 0,-1 3 0 0,-1 0 0 0,-8-3 0 16,9 4 0-16,-9-4 0 0,11-2 0 0,-11 2 0 15,9-1 0-15,-9 1 0 0,0 0 0 0,10-1 0 16,-10 1 0-16,0 0 128 0,0 0-128 0,0 0 0 15,11-2 144-15,-11 2-144 0,7-5 176 0,-7 5-48 16,0 0 0-16,7-5 0 0,-7 5 64 0,4-7 0 16,0 1 0-16,-2-5 0 0,0 1-192 0,-2 1 128 15,0 2-128-15,0-3 128 0,0-2-128 0,-2 1 0 16,2-1 0-16,-1 0 128 0,0-1-128 0,-1-3 0 0,1-1 0 16,0-2 0-16,0-2 0 0,-1-2 0 15,1-2 0-15,1-1 0 0,-3 0 0 0,1-4 0 16,-1-4 128-16,1 0-128 0,0-5 0 0,1 1 0 0,0-1 0 15,1 9 0-15,-2-4 0 0,1-1 128 0,0-6-128 16,-1 0 0-16,1-4 0 0,0-4 0 16,-2-3 128-16,2-3-128 0,-3-3 0 0,1-25 0 15,2 9 0-15,-2 5 0 0,0-3 0 0,0 24 0 0,-1-4 0 16,0-3 128-16,-1-4-128 0,1 0 0 0,-3 1 0 0,2-2 0 16,0-3 0-16,1 2 128 15,0-2-128-15,-1-3 0 0,1-1 0 0,0 2 128 16,-1 1-128-16,2-5 0 0,-1 1 0 0,2 1 0 15,-1 0 128-15,3-1-128 0,-1-2 0 0,1 0 0 0,0-1 0 16,-1-27 0-16,1 14 0 0,0 28 0 0,0-8 0 16,0 2 0-16,0-1 0 0,-2-3 0 0,1 2 128 15,0-2-128-15,-2-4 0 0,2 0 0 0,-1 3 144 0,2 0-144 16,-1 2 128-16,0 1-128 0,0 4 128 0,1 4-128 16,-3 1 128-16,3 6-128 0,0-6 160 0,0 7-160 0,0 1 128 15,0 1-128-15,0 4 0 0,0 2 144 0,3 0-144 0,-1 1 0 16,-1 2 0-16,2 3 128 0,0 2-128 15,-1 0 0-15,2 4 0 0,0 0 0 0,-3 3 0 0,2 5 0 16,1-4 0-16,0 5 0 0,-3-1 0 0,2 4 128 16,-1 1-128-16,0 2 0 0,-4 1 0 0,4 2 0 15,-1-1 0-15,0 3 0 0,-1-2 0 0,0 3 0 16,0-1 0-16,0 5 0 0,-1 0 0 0,1 3 0 16,0 0 0-16,0 0-176 0,0 0 48 0,-3-4 0 15,-2 3 0-15,5 1 0 16,0 0-240-16,0 0-32 0,-5 1-16 0,5-1 0 15,0 0-1344-15,-7 8-272 0,2-3-48 0,5-5-12848 16,-8 7-2576-16</inkml:trace>
  <inkml:trace contextRef="#ctx0" brushRef="#br0" timeOffset="147328.24">26773 2626 26543 0,'0'0'1168'0,"0"0"256"0,0 0-1136 0,0 0-288 16,0 0 0-16,0 0 0 16,0 0-720-16,0 0-208 0,0 0-32 0,0 0-16 0,0 0 976 0,0 0 0 15,0 0 0-15,0-6 208 0,0 6 1152 0,0-4 240 16,0 4 32-16,0 0 16 0,-1-8 288 0,0 3 64 16,-1 0 16-16,2 5 0 0,-2-4-592 0,2 4-112 15,0 0-32-15,0 0 0 0,0 0-256 0,0 0-48 16,-3-6-16-16,3 6 0 0,0 0-80 0,0 0-32 15,0 0 0-15,-7-1 0 0,7 1-128 0,-6 5-16 16,-1-1-16-16,1 2 0 0,-1-1-192 0,1 1-48 0,-1 1 0 0,2-1 0 16,-3 1-96-16,1-1-32 0,0 1 0 0,0-1 0 15,1-2 0-15,1 1 0 0,5-5 0 0,-5 7 0 16,5-7-64-16,-4 7-32 0,4-7 0 0,0 0 0 16,0 0-16-16,0 0 0 0,4 7 0 0,1 0 0 15,1-1-32-15,3-3-16 0,3 1 0 0,2-4 0 16,2 1-160-16,2-1 160 0,2-1-160 0,2-3 160 0,2 1-160 0,-1-1 0 15,0 1 144-15,1-1-144 0,-1 1 192 0,-2 0-48 16,-1 2 0-16,-2-1 0 16,-1 0-144-16,-3 1-192 0,-2 1 32 0,-1 0 16 0,-2 0 144 15,-9 0 0-15,0 0 0 0,0 0 0 0,0 0 0 0,0 0 0 16,1 8 0-16,-2 1 0 0,-5 1 0 0,-1 2 128 16,-2 1 0-16,-3 1 0 0,-4-1-128 15,-1 3-192-15,0 0 64 0,0 1 0 16,0 1 128-16,0-4 0 0,2 2 0 15,0 0 0-15,2-2 0 0,2-1 0 0,0 0 0 16,2-3 0-16,3 0 0 0,2 0 0 0,2-4 0 0,4 1 128 0,-2-7-128 0,2 8 0 16,3 1 0-16,3-3 0 0,1-2 0 0,2 2 0 15,-1-3 0-15,2-1 0 0,2 0 0 0,2 1 0 16,1-2 0-16,0-1 0 0,0-1-240 0,-2-3 48 16,1-1 0-16,-2 1 0 15,0-3-784-15,-1 2-160 0,0-1-16 0,0-2-16 16,-2-3-368-16,1 1-80 0,-1 0-16 0,-1-2 0 15,-1-1-1216-15,0 0-240 0,-1 1-48 0,-1 0-16 16,-2-3-624-16,0-2-112 0,-1-3-16 0,-2 2-16 16,1-3 2000-16,-2 0 384 0,-1-1 96 0,0 0 16 0,-1 0 1424 15,0 1 432-15,-2-3 16 0,-1 2 0 0,-1 1 1664 0,0 1 320 0,-3-1 80 0,-1 1 16 16,-2 2-96-16,1-2 0 0,0 5-16 0,-1-2 0 16,-2-2-832-16,0 1-176 0,-3 1-16 15,0 0-16-15,-3-2-464 0,-2 2-80 16,-1 0-32-16,-3 3 0 0,-3 4-96 0,0 4 0 0,0 3-16 15,-1 1 0-15,-1 2-144 0,-1 5-32 0,-2 5 0 16,-1 2 0-16,-1 4-32 0,1 3-16 0,2 3 0 0,0 6 0 16,1 2 192-16,1 4 48 0,1 3 0 0,2 4 0 15,2 2-16-15,3 1 0 0,2 3 0 0,5-1 0 16,4-1-256-16,6 0-48 0,4-1-16 0,3-1 0 0,6-2-112 0,5-1-32 16,3 0 0-16,2 1 0 15,2-3-224-15,3-3 176 0,2-4-176 0,4-1 160 0,2-3-160 16,4 1 0-16,3-3 0 0,4-6 0 0,3-2 0 15,4-4 128-15,0-1-128 0,2-4 0 0,-3-4 0 0,-1-3 0 16,-1-1 0-16,-1-1 0 0,1-5 0 0,-2-1 0 16,1-4 0-16,-2-2 0 0,-2-1 0 0,0-2 0 15,-5-2 0-15,-2 0 0 0,-2-7 0 0,-4 0 0 16,-2-1 0-16,-1 0 0 0,-3-4 0 0,-4-1 0 16,-2-2 0-16,-3 0 0 0,-2 0 0 0,-4-3 0 0,-1 0 176 0,-2 2-176 15,-3-3 192-15,-1 2-48 16,-3 1-16-16,-2 2 0 0,-1-1 0 0,-4 2 0 0,-1 2 0 0,-2 2 0 15,-3-1-128-15,-1 5 192 0,-1 1-192 16,-2 2 192-16,-2 2-192 0,0 2 0 0,-2-1 0 0,1 2 0 16,1-1 0-16,0 2 0 0,-2-1 0 0,3 6 0 15,2 0-224-15,2 3 80 0,1 0 16 0,1 0 0 32,0-1-768-32,2 1-160 0,1 3-32 0,3 1 0 0,1 0-1744 15,2 1-368-15,6 1-64 0</inkml:trace>
  <inkml:trace contextRef="#ctx0" brushRef="#br0" timeOffset="151028.62">25529 4004 17503 0,'0'0'1552'0,"0"0"-1232"0,-4-5-320 0,4 5 0 0,-2-5 3456 0,2 5 624 16,-3-5 128-16,3 5 16 0,0 0-2064 0,0 0-432 15,0 0-64-15,0 0-32 0,0 0 352 0,0 0 80 16,0 0 16-16,0 0 0 0,0 0-1136 0,0 0-240 16,0 0-32-16,2 9-16 0,-2 0 96 0,1 3 16 15,0 1 0-15,0 2 0 0,-1 2-288 0,0 3-48 16,0-2-16-16,0 3 0 0,0 0-128 0,0 1-32 16,0 0 0-16,0-1 0 0,0 0-256 0,0-3 0 15,0 2 128-15,2-2-128 0,-2-1 0 0,0 0 0 16,0-3 0-16,0-1 0 0,0-1-176 0,0 0-80 15,0-3-32-15,0 0 0 16,0-9-1248-16,0 0-256 0,0 6-64 0,0-6 0 16,0 0-1744-16,0 0-368 0,0 0-64 0</inkml:trace>
  <inkml:trace contextRef="#ctx0" brushRef="#br0" timeOffset="151930.85">25546 3943 28559 0,'0'0'2544'0,"0"0"-2032"0,0 0-512 0,0 0 0 15,0 0 1616-15,0 0 240 0,9 0 32 0,1-1 16 0,-1-1-208 16,1 1-32-16,2 1-16 0,1 0 0 15,0 0-496-15,0 1-80 0,0 1-32 0,3-1 0 0,-1 0-336 0,2 1-64 16,3 0 0-16,-1-2-16 0,1 3 16 0,-1 2 16 16,2-2 0-16,-1-1 0 0,-1 0-192 0,4-1-32 15,-4-1-16-15,2 1 0 0,-1-1-64 0,2 0-16 16,1 0 0-16,1 0 0 0,-2 0-336 0,3 0 0 16,2 0 0-16,2 0-128 0,2 1 128 0,2 1 0 15,0-2 0-15,1 0 128 0,0 1 144 0,1-1 48 16,-2 0 0-16,-2 0 0 0,1 1-496 0,-4-2-80 15,0 0-32-15,0-1 0 0,1 1 288 0,0 0 0 16,-1-2 0-16,1 1 0 0,1 0 0 0,3 1 0 16,-1 1 0-16,1 0 0 0,-1-1 256 0,2 1 16 15,-2 0 0-15,-2 0 0 0,0 0-416 0,0-3-96 16,-2 2-16-16,0 1 0 0,-2 0 432 0,1-1 80 16,2-1 0-16,-3 2 16 0,0 0-416 0,1 0-96 15,2 0-16-15,1 0 0 0,0 0 256 0,0 0 0 0,0 0 0 16,0 0 0-16,-1 0 0 0,-3 0 0 0,0 0 0 15,0 2 0-15,0-1 0 0,-1 0 0 0,-3 2 0 0,0-3 0 16,0 0 176-16,0 0 16 0,-2 0 16 0,1 0 0 16,-2 0-208-16,2 1 0 0,0-1 0 0,0 0 0 15,1 0 0-15,0 1 0 0,0 1 0 0,1 0 0 16,-3-2 0-16,3 2 0 0,-1-2-176 0,0 1 176 16,1 0 0-16,-2 0 0 0,-1-1 0 0,-1 0 128 15,1 0-128-15,-1 2 0 0,1-1 0 0,-2-1 128 16,-2 0-128-16,0 0 0 0,-1 0 0 0,1 0 0 0,-3 1 0 0,1 1 0 15,2-1 0-15,-1-1 0 0,0 0 0 16,-1 0 0-16,-1 0 128 0,0 0-128 0,0-1 0 16,0 1 0-16,-2-2 0 0,2 2 0 0,-1 0 0 0,-1 0 0 15,0 2 128-15,0-2-128 0,0-2 0 0,-1 2 0 16,1 2 0-16,-1-1 0 0,1-1 0 0,-1 0 0 16,-2 0 128-16,1 1-128 0,-1 1 0 0,2-1 0 15,-2 0 0-15,0-1 0 0,-2 0 0 0,2 0 0 16,-8 0 128-16,0 0-128 0,9 0 0 0,-1 0 0 15,3 0 0-15,-4 0 128 0,1 2-128 0,-1-2 0 16,-1-2 0-16,1 2 0 0,1 2 0 0,-3-2 0 16,-5 0 0-16,0 0 0 0,0 0 0 0,0 0 0 15,0 0 0-15,0 0 0 0,6 0 128 0,1 0-128 16,-7 0 0-16,0 0 128 0,0 0-128 0,0 0 0 16,0 0 144-16,0 0-144 0,0 0 0 0,0 0 128 15,0 0-128-15,0 0 0 0,0 0 0 0,0 0 0 16,0 0 0-16,0 0 0 0,0 0 0 0,0 0 0 15,0 0 0-15,0 0-128 0,0 0-128 0,0 0 0 0,0 0-16 0,0 0 0 32,0 0-320-32,0 0-64 0,0 0-16 0,0 0 0 15,0 0-1088-15,0 0-224 0,0 0-32 0,0 0-16 16,0 0-1040-16,0 0-192 0,0 0-64 0,0 0-7616 0,2 6-1536 0</inkml:trace>
  <inkml:trace contextRef="#ctx0" brushRef="#br0" timeOffset="152279.62">28506 3986 14735 0,'0'0'1312'0,"0"0"-1056"16,0 0-256-16,0 0 0 0,0 0 3568 0,0 0 656 15,0 0 128-15,0 0 16 0,0 0-1104 0,0 0-208 16,0 0-48-16,0 0-16 0,0 0-896 0,0 0-176 15,1 8-48-15,2 0 0 0,-3-8-528 0,1 10-128 16,2 1 0-16,-2 0-16 0,2-4-400 0,-3 2-80 16,0-1-16-16,1 2 0 0,4 2-384 0,-2 1-64 15,-1 1-32-15,0-1 0 0,0-1-80 0,-1 1-16 16,2 0 0-16,-2 0 0 0,2 0 128 0,0 0 32 16,-2 0 0-16,2 0 0 0,-1 0-416 0,2-1-96 15,-3 0-16-15,1-3 0 0,-1 1 240 0,2 0 0 16,-2-1 0-16,0-3 0 0,-1-6 0 0,0 0 0 0,0 0 0 0,0 0 0 31,0 0-704-31,0 0-208 0,0 0-48 0,0 0 0 16,0 0-1200-16,8 9-240 0,0-1-48 0,1 0-11776 0,-3-4-2352 0</inkml:trace>
  <inkml:trace contextRef="#ctx0" brushRef="#br0" timeOffset="152946.35">28549 4312 4607 0,'0'0'400'0,"-7"1"-400"0,-1-2 0 0,-1 1 0 0,0 0 6624 0,0 0 1248 16,1 0 240-16,2 0 48 0,-2 0-4960 0,-1 1-976 15,-3 2-208-15,0-3-32 0,1 0-320 0,-1 1-48 16,-1-1-16-16,0 1 0 0,-3 2-640 0,2 0-128 16,-2-1-16-16,-1 1-16 0,-1 0-192 0,-2-1-32 15,1 1-16-15,-1-1 0 0,1 0-176 0,-1-1-16 16,1 3-16-16,-1-4 0 0,-1 1-128 0,2 0-32 15,-2 1 0-15,0-2 0 0,-3 2-64 0,0-2 0 16,-2 0-128-16,-2 0 192 0,-2 0-32 0,-1 0-16 16,-2 2 0-16,-1-1 0 0,-1 0 96 0,0 2 16 15,1-3 0-15,0 3 0 0,-1-1 144 0,1 1 48 16,2-2 0-16,0 0 0 0,2 2-448 0,0-2 0 16,0 1 0-16,0-1 0 0,0 1 160 0,0 0-160 15,0 0 192-15,0-2-192 0,-1 0 160 0,1 0-160 16,-1 0 128-16,1 0-128 0,0 0 128 0,0 0-128 15,-1 0 0-15,-1 2 128 0,0-1-128 0,0 0 0 16,-1 2 0-16,-1-3 128 0,0 1-128 0,-1 2 0 16,-2-1 144-16,1-2-144 0,-1 2 128 0,2-2-128 15,-2 1 160-15,5 0-160 0,2 2 144 0,0-2-144 16,0 2 128-16,2-2-128 0,1-1 0 0,2-1 128 0,2 0-128 0,-1-1 0 16,1 4 0-16,-1-2 128 0,2 1-128 0,-1-1 112 15,-1-1-112-15,0-1 0 0,-3 1 0 0,1 1 0 0,2 1 0 16,-1 1 0-16,0-1 0 0,-1-1 0 15,3 0 0-15,-1-1 0 0,1-1 0 0,0 2 0 0,4 0 0 16,-1 0 0-16,1 0 0 0,-1 0 0 0,2 0 0 16,0 0 0-16,2 0 0 0,-1 2 0 0,1 0 0 0,1-2 0 15,0-1 0-15,1 1 0 0,0 0 0 16,1 0 0-16,0 0 0 0,1 0 0 0,2 1 0 0,0-1 0 16,3-1 0-16,-1 1 0 0,-1 0 0 0,1 0 0 15,0-1 0-15,1 1 0 0,7 0 0 0,-5-2 0 16,0 1 0-16,5 1 0 0,-6 0 0 0,6 0 0 15,-7-3 0-15,2 2 0 0,5 1 0 0,-5 0 0 16,-1 0 0-16,0 0 0 0,2-1 0 0,4 1 0 16,-5-2 0-16,0 2 0 0,-1 0 0 0,6 0 0 15,-5 0 0-15,0 2 0 16,0-1-576-16,-2-1-64 0,1-3-16 0,0 3 0 16,6 0-1776-16,-5 2-368 0</inkml:trace>
  <inkml:trace contextRef="#ctx0" brushRef="#br0" timeOffset="153916.94">19450 6006 28559 0,'0'0'2544'0,"0"0"-2032"0,-4-3-512 0,0-1 0 16,4 4 2864-16,0 0 464 0,0 0 112 0,0 0 16 15,0 0-1536-15,0 0-288 0,0 0-64 0,0 0-16 16,0 0-208-16,0 0-32 0,0 0-16 0,0 0 0 16,-2 7-688-16,0 0-144 0,0 4-16 0,2-1-16 15,0-2 0-15,1 2 0 0,0 2 0 0,1 1 0 16,0 2-144-16,0 0-32 0,-1 3 0 0,0 1 0 16,1-1-128-16,-1 0-128 0,0 0 192 0,0 1-192 15,1-4 128-15,-1 1-128 0,0-3 0 0,2 0 0 16,0-1 0-16,-1 0 0 0,1-2 0 0,-1-2 0 15,-2-8-784-15,0 0-112 0,0 0-32 0,0 0 0 16,0 0-880-16,0 0-176 0,7 5-48 16,-7-5 0-16,6 4-1664 0,-6-4-336 15,0 0-64-15</inkml:trace>
  <inkml:trace contextRef="#ctx0" brushRef="#br0" timeOffset="154731.44">19458 6011 27647 0,'0'0'2448'0,"-4"-3"-1952"16,-4 1-496-16,3-1 0 0,5 3 2512 0,0 0 416 15,0 0 80-15,0 0 0 0,0 0-976 0,0 0-208 16,0 0-32-16,0 0-16 0,0 0-944 0,10 0-192 16,2 1-48-16,1 1 0 0,-1-2-128 0,4 0-16 15,1 1-16-15,1-1 0 0,0 0 16 0,3 0 16 16,1 0 0-16,2-1 0 0,2-2-128 0,0 3-16 0,1-3-16 0,2 2 0 15,1 1-160-15,1 0-16 16,2 1-128-16,1-1 192 0,-1 0-192 0,0 3 128 0,0-3-128 16,1 0 0-16,-1 1 0 0,1-1 128 0,4 0-128 15,1 2 0-15,0 0 0 0,0 1 144 0,2-1-144 0,-2 1 128 16,0-3-128-16,0 0 192 0,-1-1-192 0,-1 1 192 16,-2 1-192-16,0 2 128 0,-1-3-128 15,2 0 128-15,2-3-128 0,1 2 0 0,0-1 0 0,2 2 128 16,-1 0-128-16,-1 0 0 0,-1-1 0 0,0 0 0 15,-3 1 0-15,-1 1 128 0,-1-1-128 0,-3 0 0 0,-2 1 128 16,0 1-128-16,-2 0 128 0,1 0-128 16,0-2 192-16,1 0-64 0,-2 0 0 0,0 1 0 0,0 0-128 15,-1 2 128-15,-3-5-128 0,0 1 128 0,3 0-128 0,-2 0 0 16,0-1 0-16,-3 1 128 0,3 0-128 0,-1 1 0 16,-1-2 0-16,1 2 128 0,0-1-128 0,-3 0 0 15,1-1 0-15,-2 1 0 0,1 0 0 0,-1 0 0 16,-1-1 0-16,0 2 0 0,-2 0 0 0,0 0 128 15,0 0-128-15,1 0 0 0,-2 0 0 0,1 0 128 16,-1 0-128-16,-1 0 0 0,1 0 128 0,-1 3-128 16,2-2 0-16,0 0 128 0,0-1-128 0,-1-1 0 15,0 1 0-15,1 0 128 0,-4 0-128 0,1 1 0 16,3 1 0-16,-2-2 128 0,-2-2-128 0,0 2 0 0,-1-1 144 0,-1 0-144 16,0 3 128-16,-1 0-128 0,-1-1 128 15,-7-1-128-15,0 0 128 0,0 0-128 16,0 0 128-16,8 0-128 0,-3 0 176 0,1 1-48 15,-6-1 0-15,0 0 0 0,8 3-128 0,0-2 0 0,-8-1-160 0,8 3 160 16,4-3 0-16,-3 1 0 16,-9-1 0-16,7 0 0 0,1 1 0 0,-8-1 0 15,0 0 0-15,8 0-144 0,-8 0 144 0,0 0 0 0,0 0 0 0,9 0 0 16,-1 0 0-16,-8 0 0 0,0 0 0 16,8 2 0-16,-8-2 0 0,0 0 0 0,8-2 0 0,1 2 0 15,-9 0 0-15,9 2 0 0,0-2 0 16,0-2 0-16,-9 2 0 0,8 0 0 0,-8 0 0 0,8 0 0 15,1 0 0-15,-9 0 0 0,0 0 0 0,0 0 0 16,10 0 0-16,-10 0 0 0,10 2 0 0,-10-2 0 16,9-2 0-16,-9 2 0 0,0 0 0 0,0 0 0 0,0 0 0 15,0 0 0-15,0 0 0 0,0 0 0 16,0 0-560-16,0 0-128 0,0 0-16 0,0 0-16 16,0 0-1472-16,0 0-304 0,5-3-48 0,3 0-16 15,-3-2-2640-15,-5 5-544 0,16-7-96 0,-16 7-32 0</inkml:trace>
  <inkml:trace contextRef="#ctx0" brushRef="#br0" timeOffset="155065.46">22364 5966 21183 0,'-4'0'944'0,"1"0"192"0,3 0-912 0,0 0-224 15,0 0 0-15,0 0 0 0,0 0 4992 0,0 0 960 16,-2 6 192-16,2-6 48 0,-3 7-3520 0,2 0-704 16,-2 1-144-16,2 1-32 0,1-9-832 0,0 0-192 15,0 9-16-15,0 1-16 0,1 2-272 0,1 0-48 16,-1-2-16-16,-1 3 0 0,1-3-112 0,-1 0-32 16,3 2 0-16,-2 3 0 0,-2 0-80 0,2 0-32 0,0 1 0 0,-1 1 0 15,2-1-144-15,-1 2 192 0,-2 0-192 0,2 0 192 16,-1-1-192-16,1-1 0 0,-1 0 0 0,0 0 128 15,2-2-128-15,-4-1 0 0,2-3 0 0,0 2 128 16,2-1-128-16,-2 2 0 0,0-3 0 0,0-1 0 16,0-1 0-16,0-2-176 0,0-6 48 0,0 7 0 15,0 0-1296-15,0-7-256 16,1 7-48-16,-1-7-16 0,4 6-1696 0,-4-6-336 0,5 6-64 0,-2-2-14208 16</inkml:trace>
  <inkml:trace contextRef="#ctx0" brushRef="#br0" timeOffset="155608.07">22363 6419 23615 0,'0'0'1040'0,"0"0"224"0,0 0-1008 0,0 0-256 16,-6 1 0-16,1 0 0 0,5-1 2864 0,-6 4 528 15,6-4 96-15,-7 3 32 0,-2 0-608 0,1-2-112 16,0 0-32-16,1 3 0 0,-1-4-944 0,-1 3-192 15,-3-2-32-15,0 0-16 0,2 1-720 0,-1-2-144 16,1 1-16-16,-1-1-16 0,0 0-368 0,-2 1-64 16,-2-1 0-16,0 0-16 0,-1-1-240 0,-2 0 176 0,-6 1-176 0,1-2 160 15,-4 2-160-15,-3 2 0 0,0-2 0 0,-3 0 128 16,-2-2-128-16,1 2 0 0,-3-1 0 0,0 1 0 16,-3 0-192-16,3 0 192 0,0 0-160 0,-1 1 160 15,-2-1 0-15,-1 0-144 0,1-1 144 0,-2 1 0 16,1 0 0-16,-1 1 0 0,0 1 0 15,0-2 0-15,2 0 0 0,2 0 0 0,-1-2-128 0,0 2 128 16,0 0 0-16,-2 0 0 0,0 0 0 0,-2 0 0 16,-3 0 0-16,-1 0 0 0,0 0 0 0,0 0 0 15,0 0-192-15,0 2 64 0,1-1 0 0,0 0 0 16,0 0 128-16,-1 2 0 0,-2 1-144 0,-1-1 144 0,2-2 0 16,1-2 0-16,1 1 0 0,3 1 0 15,0 2 0-15,2-3 0 0,2 0 0 0,-1 0 0 0,1 0 0 16,0 0 0-16,0 0 0 0,-1 0 0 0,-1 0 0 0,2 1 0 15,0-1 0-15,3 0 0 0,0-1 0 16,2 1 0-16,2 0 144 0,2 0-144 0,3-3 144 0,0 2-144 16,3-1 192-16,0 1-192 0,3 0 128 0,2-1-128 15,2 1 0-15,1 0 0 0,3 1 128 0,1 0-128 16,3-2 0-16,1 2 0 0,1-1 0 0,7 1 0 16,0 0 0-16,0 0 0 0,0 0-128 0,0 0-48 15,0 0 0-15,0 0 0 16,0 0-2240-16,0 0-448 0,6-1-80 0</inkml:trace>
  <inkml:trace contextRef="#ctx0" brushRef="#br0" timeOffset="156314.54">19513 6738 20271 0,'0'0'1792'0,"0"0"-1424"0,-7-2-368 0,7 2 0 0,0 0 4640 0,0 0 864 15,-6 4 160-15,6-4 32 0,0 0-3776 0,0 0-752 16,-7 6-144-16,7-6-48 0,0 0-624 0,0 0-128 16,-4 9-32-16,4-9 0 0,-1 12-352 0,1-12-80 15,-1 12-16-15,1-2 0 16,0-10-2144-16,1 12-432 0,0-3-96 0</inkml:trace>
  <inkml:trace contextRef="#ctx0" brushRef="#br0" timeOffset="156482.85">19515 7008 22111 0,'0'0'1968'15,"-5"3"-1584"-15,5-3-384 0,-6 2 0 0,-1 2 3584 0,1-1 640 16,0 1 128-16,1-3 32 0,-1 3-3200 0,2 1-640 16,4-5-128-16,0 0-32 0,-4 5-256 0,4-5-128 15,0 0 128-15,0 8-128 16,0-8-3248-16,1 7-720 0</inkml:trace>
  <inkml:trace contextRef="#ctx0" brushRef="#br0" timeOffset="156614.66">19483 7247 24879 0,'-12'-3'2208'0,"12"3"-1760"0,0 0-448 0,0 0 0 0,-5 5 2704 0,5-5 464 16,-5 3 96-16,5-3 0 0,0 0-2368 0,-4 5-464 15,4-5-112-15,0 0 0 16,0 8-1920-16,1 0-384 0,2 1-80 15</inkml:trace>
  <inkml:trace contextRef="#ctx0" brushRef="#br0" timeOffset="156784.12">19480 7514 29247 0,'0'0'1296'0,"-4"8"272"0,0 1-1248 0,-1-1-320 0,-1-2 0 16,0-1 0-16,2 2 1200 0,2-1 176 0,-2 0 32 0,4-6 16 0,0 0 16 0,0 0 0 15,0 0 0-15,0 0 0 16,0 0-2016-16,0 0-416 0,0 0-80 0,0 0-16 16,0 0-2288-16,0 0-464 0</inkml:trace>
  <inkml:trace contextRef="#ctx0" brushRef="#br0" timeOffset="157065.19">19492 7565 13823 0,'0'0'1216'0,"0"0"-960"0,0 0-256 0,0 0 0 16,0 0 3904-16,0 0 752 0,0 0 144 0,0 0 16 15,0 0-2768-15,0 0-544 0,0 0-112 0,0 0-32 16,0 0-688-16,0 0-144 0,0 0-16 0,8-3-16 16,1 2-496-16,1-3 0 0,-1 1-208 0,2 1 64 15,-2-1-1520-15,0 1-320 0,3-1-48 0,-2 0-16 16,2 2-1360-16,0 1-288 0,-2 0-48 0,1 0-16 16,-4 0 2192-16,3 0 432 0,-1 0 96 0,-2 1 16 0,-7-1 2016 0,0 0 416 15,0 0 64-15,0 0 32 0,8 6 608 0,0-3 128 16,-8-3 32-16,7 4 0 0,0 3-208 0,1-5-32 15,-1 2-16-15,-1-1 0 0,-6-3-608 0,9 0-128 16,-9 0-32-16,11 0 0 16,-1 0-560-16,1 0-112 0,-2 0-32 0,0 1 0 15,-1-2-544-15,1 0 0 0,0-3 0 0,3 1 0 16,2 2-3680-16,-1-2-640 0</inkml:trace>
  <inkml:trace contextRef="#ctx0" brushRef="#br0" timeOffset="157200.04">20026 7541 14735 0,'0'0'1312'15,"0"0"-1056"-15,0 0-256 0,0 0 0 0,0 0 5376 0,0 0 1008 16,0 0 208-16,0 0 32 0,0 0-4144 0,7 3-832 16,-7-3-176-16,8 1-16 0,0 1-976 0,-1-1-192 15,1 0-32-15,1-1-16 16,0 0-1392-16,1 0-288 0,1-1-48 0,2 0-16 16,2-1-2272-16,0 0-464 0</inkml:trace>
  <inkml:trace contextRef="#ctx0" brushRef="#br0" timeOffset="157298.85">20485 7515 11967 0,'0'0'528'0,"7"3"112"16,-2-6-512-16,2 2-128 0,-1-2 0 0,3 2 0 0,-1 1 2720 0,0 0 512 0,1 1 96 0,1-1 32 15,0-1-3520-15,0 0-704 0</inkml:trace>
  <inkml:trace contextRef="#ctx0" brushRef="#br0" timeOffset="157449.16">21060 7531 17503 0,'0'0'1552'0,"0"0"-1232"0,0 0-320 0,0 0 0 0,8 0 1584 0,0 1 256 16,0 0 48-16,0-1-11584 16</inkml:trace>
  <inkml:trace contextRef="#ctx0" brushRef="#br0" timeOffset="157586.5">21424 7541 17503 0,'0'0'1552'0,"0"0"-1232"15,0 0-320-15,0 0 0 0,0 0 3520 0,8 6 656 16,1-5 128-16,0 1 32 0,0 2-3312 0,0-4-640 16,2 0-144-16,2 2-32 15,4-1-2240-15,0-1-448 0</inkml:trace>
  <inkml:trace contextRef="#ctx0" brushRef="#br0" timeOffset="157729.09">21805 7565 11967 0,'0'0'528'0,"0"0"112"0,0 0-512 0,0 0-128 0,0 0 0 0,0 0 0 16,10 4 3856-16,1-2 752 0,-2 1 128 0,1-3 48 16,2 1-3888-16,1 0-768 0,0-2-128 0,1 0-12928 15</inkml:trace>
  <inkml:trace contextRef="#ctx0" brushRef="#br0" timeOffset="157850.49">22153 7582 31839 0,'0'0'1408'0,"0"0"304"0,0 0-1376 0,0 0-336 0,0 0 0 0,0 0 0 0,0 0 864 0,0 0 96 16,0 0 32-16,0 0 0 0,0 0-800 16,8-2-192-16,-1 0 0 0,3-1 0 15,-1-1-3216-15,-2 3-688 0</inkml:trace>
  <inkml:trace contextRef="#ctx0" brushRef="#br0" timeOffset="157975.66">22278 7552 5519 0,'0'0'240'0,"0"0"64"0,0 0-304 0,0 0 0 0,0 0 0 0,0 0 0 0,0 0 5824 0,0 0 1120 15,0 0 224-15,0 0 32 0,0 0-5248 0,0 0-1056 16,0 0-192-16,0 0-64 0,0 0-224 0,0 0-48 16,0 0-16-16,0 0 0 15,1-7-2144-15,1 1-416 0</inkml:trace>
  <inkml:trace contextRef="#ctx0" brushRef="#br0" timeOffset="158163.32">22314 7127 23039 0,'-14'-4'2048'0,"14"4"-1648"0,-8-4-400 0,0-1 0 15,2-3 3280-15,1 0 576 0,-2 2 112 0,3-1 32 16,0 2-2784-16,2 0-544 0,-1-2-112 0,3 1-32 15,0-1-528-15,1-1 0 0,1-2 0 0,2 2 0 16,0 3-2112-16,-2-2-336 0,-1-2-64 0,2 1-7552 16,-2-1-1520-16</inkml:trace>
  <inkml:trace contextRef="#ctx0" brushRef="#br0" timeOffset="158305.53">22243 6842 20271 0,'0'0'896'0,"0"0"192"0,-4-2-880 0,4 2-208 15,-3-3 0-15,3 3 0 0,0 0 3936 0,0 0 736 16,-2-4 160-16,-1 0 32 0,3 4-3008 0,0 0-608 16,0-6-112-16,0 6-32 0,3-7-1104 0,-1 2-368 15,-2 5 0-15,4-6 0 16,0-2-3056-16,1 1-608 0</inkml:trace>
  <inkml:trace contextRef="#ctx0" brushRef="#br0" timeOffset="158414.46">22219 6699 9327 0,'0'0'400'0,"0"0"112"0,0 0-512 0,0 0 0 16,-5-4 0-16,0 2 0 0,1-4 0 0</inkml:trace>
  <inkml:trace contextRef="#ctx0" brushRef="#br0" timeOffset="158583.6">22071 6696 5519 0,'0'0'496'0,"0"0"-496"0,-7-1 0 0,1 0 0 16,-2 0 1648-16,0-3 224 0,0 1 48 0,-1 0 16 0,-3 2-1648 0,2 1-288 15,-1 0-144-15,0 0 16 0,-4-1 304 16,4 0 64-16,-1-2 16 0,0 0-3984 16,-2 2-800-16</inkml:trace>
  <inkml:trace contextRef="#ctx0" brushRef="#br0" timeOffset="158734.73">21596 6651 17503 0,'-25'5'1552'0,"11"-5"-1232"0,-6 0-320 0,-3 0 0 0,-1-3 4560 0,0 2 864 15,-2-3 160-15,-2 2 48 0,2 0-3392 0,1 1-688 16,-1-2-128-16,4 2-16 0,3-1-320 0,0-1-64 16,5 2-16-16,1 1 0 15,3 0-2128-15,0 0-416 0,3 1-96 0,-1-2-16 16,0-2-1632-16,0-1-336 0,-1-1-64 0</inkml:trace>
  <inkml:trace contextRef="#ctx0" brushRef="#br0" timeOffset="158862.56">20925 6623 8287 0,'-13'-3'736'0,"-3"0"-592"0,-1 0-144 0,0 2 0 15,-1 1 5008-15,-2-3 976 0,1 6 192 0,-1-3 32 16,-1-3-3792-16,0 3-768 0,1 3-160 0,-1-3-16 16,1 1-272-16,2 5-48 0,-2-5-16 0,2 1 0 15,1 1-1008-15,0-2-128 0,2-1-192 0,0 2-17472 16</inkml:trace>
  <inkml:trace contextRef="#ctx0" brushRef="#br0" timeOffset="158984.22">20114 6652 38639 0,'-17'4'1712'0,"9"-4"352"0,-2-3-1648 0,-1 2-416 0,-1 0 0 0,2 1 0 0,-2 0 0 0,0 1-256 15,1 0 48-15,-1-1 0 16,0-1-2240-16,1 0-448 0</inkml:trace>
  <inkml:trace contextRef="#ctx0" brushRef="#br0" timeOffset="159165.48">19635 6638 29775 0,'-17'-3'1312'0,"10"2"288"0,-3 0-1280 0,0 1-320 16,0-3 0-16,-1 2 0 0,1-1 1376 0,-2 1 224 15,0-3 32-15,0 3 16 0,-1 1 80 0,2 1 0 16,-1 0 16-16,2 2 0 0,-2-3-688 0,1 0-144 15,0 0-16-15,0 0-16 0,2 3-288 0,0 1-48 16,1-3-16-16,2-1 0 16,6 0-912-16,0 0-192 0,0 0-48 0,0 0-12944 0,-4 8-2576 15</inkml:trace>
  <inkml:trace contextRef="#ctx0" brushRef="#br0" timeOffset="160318.2">25645 4671 24879 0,'0'0'2208'0,"0"0"-1760"15,0 0-448-15,0 0 0 0,-3-3 2912 0,3 3 496 16,0 0 112-16,-6 0 0 0,6 0-1984 0,-5 0-416 15,0 3-80-15,5-3-16 0,-5 1-80 0,5-1-32 0,-6 4 0 0,0 1 0 16,6-5-912-16,-4 8 0 16,0-2 0-16,1 2-176 0,1 0-16 0,1 1-16 15,-2-1 0-15,3 1 0 16,0 1-2688-16,0 2-544 0,0 2-96 0,1 0-12208 0</inkml:trace>
  <inkml:trace contextRef="#ctx0" brushRef="#br0" timeOffset="160452.48">25585 5116 16575 0,'-2'7'1472'0,"-2"2"-1168"0,0 1-304 0,0 2 0 16,2 0 3488-16,-1 1 640 0,0-1 128 0,1 1 32 0,-1 0-2784 0,0 0-544 16,1 1-128-16,1-3 0 0,-1-1-208 0,1 2-48 15,1-1 0-15,0 1 0 16,0 1-1488-16,1 0-304 0,1 0-64 0,0 2-16 16,-2-1-1584-16,0 0-320 0,0 2-64 0</inkml:trace>
  <inkml:trace contextRef="#ctx0" brushRef="#br0" timeOffset="160585.96">25544 5651 11967 0,'0'0'1072'0,"0"0"-864"16,-3 6-208-16,2 2 0 0,-2 0 3664 0,2 1 688 16,0 2 144-16,-1-1 32 0,1-1-2352 0,0 0-480 15,-1-1-96-15,1 0 0 0,0 0-448 0,-1 0-64 16,1 1-32-16,0 0 0 0,1-1-864 0,0 1-192 16,0 1 0-16,0 1-11200 15,0-1-2208-15</inkml:trace>
  <inkml:trace contextRef="#ctx0" brushRef="#br0" timeOffset="160857.14">25498 6178 18431 0,'-4'7'1632'0,"-1"0"-1312"0,0 2-320 15,0 1 0-15,-1 2 3184 0,2 1 560 0,1 2 112 0,-1-1 32 16,1 0-3168-16,0 1-720 0,3-1 0 0,-1-2 0 31,1-1-672-31,0 2-128 0,0 1-32 0,1 0 0 16,2 1-784-16,0 0-176 0,1 0-16 0,-1 2-16 0,1 0 480 15,0 2 112-15,-1-2 16 0,-1 0 0 0,0-3 1216 0,-1 2 192 0,-1-3 64 0,0 3 0 16,-1 4 1152-16,-1-2 240 0,1 1 32 0,0-4 16 16,-2 0-368-16,1-1-80 0,-1-1-16 0,0 0 0 15,2 0-496-15,-1 3-96 0,-1-2-32 0,0 2 0 0,2-3-80 16,-2 1-16-16,3 0 0 0,-1-1 0 0,1-1-320 16,0 1-192-16,0-2 192 0,0 2-192 0,0-4-192 0,0 2-128 15,1 1-48-15,2 1 0 16,0 2-2560-16,-1-2-512 0</inkml:trace>
  <inkml:trace contextRef="#ctx0" brushRef="#br0" timeOffset="161043.04">25472 7145 6447 0,'-3'8'576'15,"-2"2"-576"-15,0-1 0 0,0 2 0 0,-2-3 6160 0,2 1 1136 16,0 0 208-16,0 1 48 0,-1-1-4448 0,2 1-896 16,1-1-176-16,0 0-48 0,0-3-576 0,2 1-128 15,1-1-32-15,0 1 0 0,0 1-656 0,0-2-128 16,0-6-16-16,1 8-16 0,1 1-160 0,-2-2-16 15,0-7-16-15,1 9 0 0,0-3-240 0,1 2 0 16,-1 0 0-16,-1-8 0 16,1 8-944-16,0-2-272 0,-1-6-64 0,3 7-16 15,0-1-2048-15,-1 2-416 0,0-1-80 0</inkml:trace>
  <inkml:trace contextRef="#ctx0" brushRef="#br0" timeOffset="161189.38">25383 7475 23039 0,'-4'0'2048'0,"4"0"-1648"0,0 0-400 0,0 0 0 16,0 0 4032-16,0 0 736 0,0 0 144 0,0 0 16 16,0 0-3648-16,0 0-720 0,0 0-160 0,8 1-16 15,1 0-976-15,1-1-192 0,0 0-48 0,3-1 0 16,1 1-2384-16,1 0-496 0,-2-1-80 16</inkml:trace>
  <inkml:trace contextRef="#ctx0" brushRef="#br0" timeOffset="161354.07">25834 7481 8287 0,'24'0'736'0,"-15"0"-592"0,3 0-144 0,-2-2 0 0,1 0 1920 0,0 4 368 16,0-2 64-16,1 0 16 0,-2 0-720 0,3 0-144 15,0 0-32-15,1 0 0 0,2 0-608 0,-2 2-128 16,-3 0-32-16,2-1 0 16,0 0-976-16,0 2-208 0,-1-1-32 0,-2 2-16 15,3-2-880-15,0 0-160 0,0 1-32 0,0-1-16 16,0 1-16-16,2 0 0 0,-1-1 0 0</inkml:trace>
  <inkml:trace contextRef="#ctx0" brushRef="#br0" timeOffset="161472.81">26433 7518 6447 0,'12'6'272'0,"-6"-4"80"0,2 3-352 0,0-3 0 15,0 2 0-15,2 0 0 0,0 0 4784 0,2 0 880 16,-1-1 176-16,0-1 48 0,2 1-3552 0,2 1-704 0,-2-3-144 0,2-1-16 31,2-1-2064-31,4-2-416 0,1 1-80 0</inkml:trace>
  <inkml:trace contextRef="#ctx0" brushRef="#br0" timeOffset="161584.91">27089 7561 11967 0,'15'0'1072'0,"-7"0"-864"0,-8 0-208 0,14-4 0 16,5 1 2352-16,3-2 416 0,0 0 96 0,3 0 16 16,1 1-2560-16,1 0-512 0</inkml:trace>
  <inkml:trace contextRef="#ctx0" brushRef="#br0" timeOffset="161919.76">27632 7540 15663 0,'0'0'1392'0,"0"0"-1120"0,0 0-272 0,0 0 0 0,0 0 3680 0,0 0 672 15,12 1 144-15,1 1 32 16,0-2-4080-16,1 0-832 0,2 0-144 0,0 0-48 16,-1 0-2384-16,5 0-496 0,-1 1-80 0,1-1-32 15,0 0 2208-15,-1 0 432 0,1 1 96 0,1 1 0 0,-1-1 992 0,0 0 192 16,-4-1 32-16,1 1 16 0,-3 1 1392 0,-1 0 288 15,-1-2 48-15,-3 3 16 0,1 1 624 0,-1-4 128 16,-1 1 32-16,0 0 0 0,-8-1-832 0,8 4-176 16,-8-4-16-16,9 3-16 0,0 1-1280 0,-9-4-256 15,9 0-48-15,2 2-16 0,-11-2-288 0,11 2 0 16,1-2 0-16,0 1 0 0,-2-1-224 0,3 0 0 16,2 0 0-16,-2 0 0 15,0 0-1760-15,0 1-368 0,0 2-64 0,0 0-16 16,-1-1 1456-16,-2 1 272 0,-2-2 64 0,-8-1 16 0,8 5 432 0,-8-5 192 0,6 4-160 0,-6-4 160 15,7 5 304-15,-7-5 144 0,0 0 48 0,8 6 0 16,-2-1-240-16,2 0-32 0,0-1-16 0,2-1 0 16,3-2-2576-1,0 0-512-15,9-3-96 0,-2 2-8224 0</inkml:trace>
  <inkml:trace contextRef="#ctx0" brushRef="#br0" timeOffset="162054.29">28558 7652 15663 0,'0'0'1392'0,"0"0"-1120"0,0 0-272 0,0 0 0 0,0 0 5776 0,0 0 1104 16,0 0 224-16,0 0 32 0,0 0-3936 0,0 0-800 15,0 0-160-15,0 0-16 0,0 0-960 0,0 0-192 16,0 0-48-16,0 0 0 0,0 0-1024 0,-3-5-320 16,1 0-16-16,-1-1 0 15,3 6-2400-15,0 0-464 0,3-7-112 0</inkml:trace>
  <inkml:trace contextRef="#ctx0" brushRef="#br0" timeOffset="162213.26">28596 7299 38527 0,'-17'-12'1712'0,"12"8"336"0,-2 0-1632 0,-1-2-416 15,2-1 0-15,-2-1 0 0,1-1 1648 0,1-1 240 0,-1-1 48 0,1 2 16 16,2-1-1104-16,1 1-208 16,2-2-64-16,0 0 0 15,1-1-2960-15,4-1-608 0,2 0-112 0</inkml:trace>
  <inkml:trace contextRef="#ctx0" brushRef="#br0" timeOffset="162387.79">28456 6597 25791 0,'-4'-2'2304'15,"0"-3"-1856"-15,2-2-448 0,-1-3 0 0,2-3 3344 0,2 0 576 16,3-4 112-16,0 1 32 0,0 0-3488 0,1-1-704 15,2 0-144-15,2-1-32 16,1-1-2960-16,1-1-576 0</inkml:trace>
  <inkml:trace contextRef="#ctx0" brushRef="#br0" timeOffset="162554.1">28545 5807 6447 0,'-14'-11'576'0,"8"5"-576"16,1 1 0-16,1-4 0 0,0 0 7216 0,2 0 1328 15,-2 0 272-15,2 0 48 0,2-1-6976 0,-1 3-1392 16,0-1-288-16,1 0-48 0,2-1-160 0,1-2 0 16,-3 2 0-16,3-2-176 15,1 1-928-15,-2 3-192 0,0 0-48 0,-1 1-9312 16,-1-4-1872-16</inkml:trace>
  <inkml:trace contextRef="#ctx0" brushRef="#br0" timeOffset="162687.14">28438 5378 27647 0,'-20'-5'1216'0,"15"1"256"0,1 2-1168 0,0-2-304 16,0 1 0-16,1-2 0 0,0 0 2816 0,2 0 512 0,-1-2 112 0,2-1 16 15,3 2-3264-15,1-5-640 16,0 2-128-16,1 0-16 0,3 1-2896 0,1-5-576 0</inkml:trace>
  <inkml:trace contextRef="#ctx0" brushRef="#br0" timeOffset="163005.41">28511 4920 26831 0,'-5'-11'1184'16,"3"5"256"-16,1-5-1152 0,-1 1-288 0,-2-1 0 0,1 1 0 0,2-2 448 0,-1 3 48 15,-1 0 0-15,0 1 0 0,-1 2 208 0,0-1 64 16,0-2 0-16,2 2 0 0,-1 2-480 0,0-1-96 16,-1-1 0-16,1 2-16 0,-1 0 48 0,-2-1 16 15,3 0 0-15,-1-1 0 0,0 1 64 0,1 2 16 16,0-3 0-16,3 7 0 0,-1-6-480 0,1 6-96 15,0 0 0-15,-1-8-16 16,1 2-2592-16,-1-1-512 0,-1 2-96 0,2 5-32 16,-1-4 2224-16,-2-4 448 0,-2 2 96 0,0 0 16 0,1 3 720 0,0-4 0 15,-1 0 192-15,-2 2-32 0,1 1 752 0,-1 0 160 16,1 1 16-16,-1-1 16 0,1 1 240 0,1-4 32 16,1 1 16-16,-2 1 0 0,0 0-320 0,1 1-64 15,1-2-16-15,4 6 0 0,0 0-560 0,0 0-112 0,-4-6-32 16,4 6 0-16,-3-4-288 0,3 4 0 0,0 0-176 0,0 0 176 31,0 0-2752-31,0 0-448 0</inkml:trace>
  <inkml:trace contextRef="#ctx0" brushRef="#br0" timeOffset="163141.91">28252 4600 26079 0,'0'0'1152'0,"0"0"256"0,-7-3-1136 0,2 2-272 0,-2 0 0 0,7 1 0 16,-8-4 1664-16,1 1 256 0,1 1 64 0,6 2 16 0,-5-2-608 0,5 2-128 15,0 0-32-15,0 0 0 16,0 0-3456-16,0 0-688 0,0 0-144 0</inkml:trace>
  <inkml:trace contextRef="#ctx0" brushRef="#br0" timeOffset="163290.64">27936 4694 16575 0,'-16'-4'1472'0,"-1"1"-1168"16,-1 0-304-16,0-1 0 0,-2 0 1376 0,1 0 224 15,-2 0 32-15,1 0 16 0,2 1-848 0,-1-1-160 16,-1 2-48-16,2-1 0 16,1 1-1632-16,0 0-336 0,0 0-64 0,1 0-16 15,2 0-272-15,1 1-48 0</inkml:trace>
  <inkml:trace contextRef="#ctx0" brushRef="#br0" timeOffset="163427.6">27503 4635 4607 0,'-12'-1'400'0,"-2"1"-400"16,-4-4 0-16,-3 1 0 0,-2 3 5552 0,-1-2 1024 15,1-1 208-15,-2-1 32 0,-3 0-3552 0,2 1-704 0,0 0-128 0,2 0-48 16,0 1-576-16,1-2-112 0,-1 0-32 0,3 1 0 15,3 2-992-15,0-2-208 0,2 3-32 0,3 0-16 32,0 0-1536-32,3 3-304 0,-2-3-64 0,1 1-16 15,1 1-1072-15,1 0-224 0,0-1-32 0,-2 1-7280 0,-2-1-1440 0</inkml:trace>
  <inkml:trace contextRef="#ctx0" brushRef="#br0" timeOffset="163531.25">26578 4627 3679 0,'-20'0'320'0,"11"2"-320"0,-3-1 0 0,-2 0 0 0,-2 2 4256 0,1-2 784 16,-2-1 144-16,0 2-9408 16,-3-1-1904-16</inkml:trace>
  <inkml:trace contextRef="#ctx0" brushRef="#br0" timeOffset="163688.71">25992 4612 29487 0,'-18'-9'2624'0,"9"6"-2112"15,-2-1-512-15,0 2 0 0,-2-4 3264 0,-2 0 560 16,0-3 96-16,-2 2 32 0,0 2-3408 0,0 0-672 16,0 1-144-16,3 0-32 0,-1-1 608 0,3 3 112 15,2 2 32-15,1 0 0 16,1 3-1664-16,2-2-336 0,6-1-64 0</inkml:trace>
  <inkml:trace contextRef="#ctx0" brushRef="#br0" timeOffset="170545.34">23553 5038 49935 0,'0'0'1088'0,"-7"-1"240"0,0-3 32 0,1 0 48 0,6 4-1120 0,0 0-288 0,0-6 0 0,0 6 0 0,6-4 400 16,1-2 32-16,4 2 0 0,3 1 0 0,4-1-48 0,2 1 0 16,0 2 0-16,0-2 0 0,1-1-240 0,-2 2-144 15,1 0 160-15,5 1-160 0,-1 0 176 16,2-1-176-16,0 1 192 0,1-2-192 0,2 6 0 0,7-2 0 15,0 1 0-15,-4-1 0 0,-2 0-320 0,-1 1 48 16,-2 0 0-16,-1 0 0 16,-2-1-1824-16,-2 0-352 0,-4-1-80 0,-1 3-11440 15,0 2-2288-15</inkml:trace>
  <inkml:trace contextRef="#ctx0" brushRef="#br0" timeOffset="170754.58">23643 5178 41695 0,'-20'-4'1856'0,"14"4"368"0,-1 0-1776 0,7 0-448 0,0 0 0 0,0 0 0 16,0 0 832-16,0 0 96 0,0 0 16 0,9 4 0 15,2-4-208-15,2 1-32 0,1 0-16 0,3 2 0 16,0-1-496-16,3 1-192 0,-1 0 176 0,2-2-176 16,0 0 544-16,2 1 16 15,2-4 0-15,1 2 0 0,-1-1-560 0,4 0 0 0,1-3 0 0,0 1 0 31,2 1-448-31,2-2-128 0,1-3-48 0,2 1 0 0,-1 0-2880 16,1 2-576-16</inkml:trace>
  <inkml:trace contextRef="#ctx0" brushRef="#br0" timeOffset="171109.5">24396 4884 23951 0,'0'0'2128'0,"0"0"-1696"0,0 0-432 0,0 0 0 0,0 0 4736 0,0 0 880 16,0 0 160-16,-3 6 48 0,3-6-3264 0,0 0-656 16,0 0-128-16,-3 6-32 0,2 3-784 0,1 0-176 15,1-2-16-15,3 1-16 0,1-1-432 0,2 3-64 16,2-1-32-16,0 0 0 0,0-1-224 0,0 2 128 16,4-2-128-16,1 0 0 0,2 0 0 0,0 1 128 15,1 1-128-15,0-2 0 0,0 0 0 0,-2 0 0 16,1-5 0-16,0 4 0 0,-3 1 0 0,-2-2 0 15,-3 1 0-15,0-1 0 0,-2 0 0 16,-2 0 0-16,-2 1 0 0,-2-7 0 0,0 0 0 0,-2 6 0 16,-2 1 0-16,-1-1 0 0,0 1 128 0,-3 1-128 0,-2 1 176 15,-2-2-176-15,-2 3 272 0,-2-1-48 16,-1 2-16-16,-1 1 0 0,1-1 48 0,-1-1 0 0,1-1 0 0,0 0 0 16,1 0-256-16,2-1 176 0,2 1-176 15,2-2 160 1,1-2-608-16,1 2-128 0,0-5-32 0,8-2-15984 0,0 0-3200 0</inkml:trace>
  <inkml:trace contextRef="#ctx0" brushRef="#br0" timeOffset="-212264.74">21185 1476 27647 0,'0'0'1216'0,"0"0"256"0,0 0-1168 0,0 0-304 16,0 0 0-16,0 0 0 0,0 0 4064 0,0 0 752 0,0 0 160 0,0 0 16 16,0 0-2624-16,0 0-512 0,-1 7-128 0,0 3 0 15,-1 2-1104-15,1 1-224 0,2 1-32 0,-2 1-16 16,0-1-224-16,1 0-128 0,1 0 160 0,0-1-160 31,-1 0-720-31,2-4-240 0,-1 0-64 0,2-1 0 0,2-1-3312 16,0 0-656-16</inkml:trace>
  <inkml:trace contextRef="#ctx0" brushRef="#br0" timeOffset="-211447.72">21666 1117 37199 0,'0'0'1648'0,"-1"-7"336"0,0-1-1584 16,0 0-400-16,1 2 0 0,0-2 0 0,0 8 1984 0,0 0 320 0,0 0 64 0,0 0 16 15,0 0-400-15,0 0-96 0,0 0-16 0,0 0 0 0,0 0-976 0,6 10-208 16,-1 4-48-16,2 4 0 15,-2 4-208-15,2 8-48 0,-2 1-16 0,1 2 0 0,-2-2-48 16,1 2-16-16,-1-1 0 0,2 1 0 0,-1-1-304 0,1-3 0 16,1 0 0-16,-2-3 0 0,0-3 0 15,0 0 0-15,1-7 0 0,-1 0 0 16,0-4 0-16,0-2 0 0,1-1 160 0,-1-2-160 0,-5-7 384 0,0 0-16 16,6 3 0-16,-6-3 0 0,8 1-368 0,-8-1 0 15,8-4 0-15,-2 0 0 16,1-5 0-16,-1 0 0 0,0-2 0 0,-1-3 0 0,0-6 0 0,2 0 0 15,-1-4 0-15,1-1 0 0,-1 1 0 0,1-2 0 16,-1-2 0-16,1-1 0 0,1-3 0 0,-1 2 0 0,0 1 0 16,1 2 0-16,-2 2 0 0,1 3 144 0,-1 5-144 0,-1 1 0 15,1 6 0-15,-1 2-352 16,-1 3 48-16,-4 5 16 0,0 0 464 0,8 0 80 16,-8 0 32-16,6 6 0 0,1 5-288 0,-1 4-192 15,1 1 16-15,1 5 16 0,-2 0 160 0,1 1 0 16,-1 0 160-16,1 2-160 0,-1-1 0 0,2 1 0 0,0-4 0 15,0 1 0-15,-1 0 0 0,1-1 0 0,-1-3 0 16,1-3 0-16,-2-2 0 0,1-2-128 0,-2-2 128 16,0-2 0-16,0 0 0 0,-5-6 0 0,7 4 0 0,-7-4 0 15,9 0 0-15,-1-2 0 0,-8 2 0 0,8-5 0 16,-3-4 0-16,1-2 128 0,1 0-128 0,-2-1 0 16,2-5 0-16,-1 0 0 0,2 1 128 0,-2-3-128 15,1-2 0-15,1-2 0 0,0-2 0 0,-2-1 0 16,-1 1 128-16,1-1-128 0,0 0 0 0,-1 1 144 15,2 0-144-15,-1 2-176 0,-1 2 48 0,-1 3 0 16,-1 2-176-16,0 3-16 0,-1 0-16 0,0 3 0 16,-2 0-1056-16,0 1-208 0,0 0-32 15,-2 1-16-15,2 2-2480 0,0 6-496 0</inkml:trace>
  <inkml:trace contextRef="#ctx0" brushRef="#br0" timeOffset="-211166.21">21342 929 28559 0,'0'0'2544'0,"0"0"-2032"16,0 0-512-16,6-3 0 0,3 1 4800 0,2-1 848 15,1 0 176-15,1 1 48 0,2-2-3984 0,2 0-800 16,2-1-144-16,1 1-48 0,5 0-432 0,0 1-80 0,-2 1-32 0,2-1 0 16,0-1-224-16,2 0-128 0,1 2 128 0,-1-1-128 15,4 2 0-15,2-1 0 0,1 0 0 0,0 2-192 32,1 0-1648-32,0 0-336 0,2 1-64 0,-1-1-12432 0,3-1-2496 0</inkml:trace>
  <inkml:trace contextRef="#ctx0" brushRef="#br0" timeOffset="-210971.04">22275 791 45615 0,'0'0'2016'0,"0"0"416"0,0 0-1936 0,0 0-496 0,0 0 0 0,0 0 0 0,7-2 1312 0,1-2 160 16,1 3 48-16,3 0 0 0,2-2-416 0,1 1-80 16,2 0 0-16,3-2-16 0,1 2-688 0,1 2-144 15,0-3-32-15,2 1 0 0,-1-2 304 0,-1 0 64 16,0 0 16-16,2-1 0 15,-2 3-1296-15,-1 0-256 0,0-1-48 0,-3 2-16 16,-1-2-1200-16,1 2-240 0,-1 0-48 0,-1 1-18480 16</inkml:trace>
  <inkml:trace contextRef="#ctx0" brushRef="#br0" timeOffset="-209431.76">21389 1562 10127 0,'0'0'896'0,"0"0"-704"0,0 0-192 0,0 0 0 16,4-7 4928-16,1 0 960 0,-5 7 192 0,6-4 48 0,-6 4-2448 0,0 0-480 16,0 0-112-16,0 0-16 0,0 0-784 0,0 0-176 15,0 0-16-15,8 7-16 0,-3 1-880 0,-1 1-176 16,0 1-48-16,-1 2 0 0,0 1-464 0,-1 0-80 15,-1 0-32-15,1 3 0 0,-1-2-208 0,0 2-64 16,-1-3 0-16,0 0 0 0,0-2-128 0,2 1 0 16,-1-4 0-16,0 1 0 15,1 0-896-15,0-1-224 0,1-1-32 0,3-2-16 16,3-1-2992-16,3-3-608 0,9-5-112 0,0-2-32 0</inkml:trace>
  <inkml:trace contextRef="#ctx0" brushRef="#br0" timeOffset="-208988.95">22621 1363 19343 0,'-13'0'1728'0,"8"-3"-1392"0,1 1-336 0,4 2 0 15,0 0 7008-15,0 0 1328 0,0 0 272 0,0 0 48 16,7-3-6544-16,1 1-1328 0,-8 2-256 0,8-3-48 0,3-1 64 0,-1 1 16 16,-1 1 0-16,0 1 0 15,0 1-384-15,-1 0-176 0,1 0 160 0,-9 0-160 0,11 1 240 0,-11-1-48 16,9 2-16-16,-9-2 0 0,0 0 80 0,0 0 0 16,0 0 16-16,4 8 0 15,-3 0 112-15,-1 2 0 0,-3 2 16 0,-2 0 0 0,-3 1-192 0,-2 0-32 16,-4 0-16-16,-1 4 0 0,0-1 48 0,-1-1 16 15,-1 0 0-15,0 0 0 0,0 4-160 0,3-4-64 16,-1 0 0-16,4-2 0 0,0-2 0 0,4 1 0 16,0 1 0-16,2-4 0 0,1-1 0 15,3-1 0-15,1-7 0 0,0 0 0 0,5 9 0 0,0-3 0 16,4-1 0-16,0-1 0 0,2-2 0 0,0-1 0 16,4-1 0-16,0-1 0 0,2-2 0 0,0-1 0 15,0-1 0-15,1 0 0 0,1-2-160 0,0-1-32 0,2 0 0 16,1-1 0-1,-1-1-1120-15,3-3-224 0,2-1-64 0,0-3-14704 0,1 1-2944 16</inkml:trace>
  <inkml:trace contextRef="#ctx0" brushRef="#br0" timeOffset="-208613.45">23151 1004 40543 0,'-18'-1'1792'0,"13"1"384"0,5 0-1744 0,0 0-432 0,0 0 0 16,0 0 0-16,0 0 3296 0,0 0 576 0,0 0 112 16,0 0 32-16,0 0-2496 0,0 0-496 0,0 0-112 0,6 8-16 15,1-2-576-15,0 1-128 0,0 0-32 0,2-1 0 16,1 2-160-16,0 0 0 0,0-2 0 0,2 1 0 16,-1-2 0-16,0 0 0 0,1 2 0 0,0-1 0 0,-3-1 0 0,0 2 0 15,-9-7 0-15,10 4 128 0,0 0-128 0,-10-4 0 16,0 0 0-16,0 0 112 0,7 5-112 0,-1 0 0 15,-6-5 0-15,1 7-160 0,-1-7 160 0,0 8 0 16,-3-1 0-16,-1 1 128 0,-1 0-96 0,0 2-32 16,-2 0 0-16,0-1 0 0,0 0 0 0,-1 0 0 15,-1 0 0-15,0 1 0 0,0 1 0 16,0-1 0-16,0 1 0 0,1-2 0 0,-3-1 0 0,4 0 0 16,0-2 0-16,2 1 0 0,0-1 0 0,2 1 0 15,2-1 0-15,1-6 0 16,0 0-896-16,0 0-192 0,5 5-16 0,3 1-16 15,2-3-2816-15,5 0-560 0,2-2-112 16</inkml:trace>
  <inkml:trace contextRef="#ctx0" brushRef="#br0" timeOffset="-208241.61">23676 1008 35007 0,'0'0'3120'0,"-6"-4"-2496"0,-2-1-496 0,3 1-128 16,0 2 4160-16,0 0 832 0,0 0 144 0,-1 1 48 15,6 1-3168-15,-6 1-624 0,-1 1-128 0,1 2-32 16,-2 2-784-16,0 1-176 0,-2 6-16 0,1 0-16 16,-2 4-176-16,1 2-64 0,-2 1 0 0,0 5 0 15,2 4 0-15,1-3 0 0,1 3 0 0,1-3 0 0,2-3 0 0,3-1 0 16,2-1 0-16,2-1 0 0,3-2 0 0,3 0 0 16,1-1 0-16,3-1 0 0,0-4 0 15,2-2 0-15,6-2-160 0,-1 1 160 0,0-2-192 16,1-2 32-16,5-3 16 0,-1 0 0 0,-2-4 144 0,-1-3 0 15,-3-3 0-15,0 1 0 0,2 0 128 16,-1-2 64-16,-3 0 16 0,-2-3 0 0,3 0-144 0,-2-2-64 16,-2 0 0-16,0-1 0 0,-6-3 0 0,1 1 0 15,-1-1 0-15,-2 1 0 0,-4-1 0 0,-2-1 0 16,0 1 0-16,-3 0 0 0,-7 0 0 0,-2 2 0 16,2-2 0-16,-4-1 0 0,1 1 0 0,-2 0 0 15,-1-2 0-15,0 3 0 0,0 4 0 0,0-2-128 16,1 2 128-16,-1 0-160 15,1 1-1392-15,3 3-288 0,1 1-48 0</inkml:trace>
  <inkml:trace contextRef="#ctx0" brushRef="#br0" timeOffset="-204081.66">24537 1140 48671 0,'0'0'2160'0,"-6"-1"432"0,-1-4-2080 0,2 2-512 0,1-4 0 0,4 7 0 0,-3-5 960 0,3 5 64 16,0 0 32-16,0 0 0 0,2-5 96 0,-2 5 32 16,0 0 0-16,8-5 0 0,-1 1-880 0,4 0-176 15,-1 0-128-15,2 1 144 0,2 1-144 0,1-1 0 16,0 2 0-16,4 1 0 0,0 0-128 0,-1 0 128 15,1 0-160-15,-1 0 160 16,1 0-832-16,1 0-64 0,-3 0 0 0,0 1-16 16,-1 0-1008-16,-2 3-192 0,-2-4-32 0,-1 3-12368 15,1 1-2464-15</inkml:trace>
  <inkml:trace contextRef="#ctx0" brushRef="#br0" timeOffset="-203899.12">24576 1273 9215 0,'0'0'816'0,"0"0"-656"15,-5 7-160-15,5-7 0 0,0 0 8432 0,0 0 1648 16,0 0 336-16,0 0 64 0,0 0-8240 0,9 0-1632 16,2 0-336-16,3 0-64 0,2 1 528 0,2-1 96 0,3-1 32 0,0-1 0 15,1 1-864-15,1 0-320 0,2-1 16 0,0 1 0 32,0-4-672-32,-1 0-144 0,2-2-32 0,3 1 0 0,1-2-2736 0,0-1-544 0,30-14-112 15,-17 6-32-15</inkml:trace>
  <inkml:trace contextRef="#ctx0" brushRef="#br0" timeOffset="-203615.3">25112 1047 30399 0,'-14'2'2704'0,"7"-2"-2160"0,1 0-544 0,6 0 0 0,0 0 4096 0,-7 2 720 16,7-2 144-16,-5 4 32 0,5-4-2880 0,0 0-560 15,-1 7-112-15,1-7-32 0,0 0-784 0,5 10-176 16,0-2-16-16,3 1-16 0,1 0-416 0,2 0 0 15,2-1 128-15,0 1-128 0,2-2 0 0,1-1 0 16,2 2 0-16,-1 0 0 0,-1-1 0 0,-1 0 0 16,0 0 0-16,-1-1 0 0,-1-2 0 0,0 2 0 15,-2-1 128-15,-2 0-128 0,-3 2 0 0,1-2 0 16,-2 0 0-16,-5-5 128 0,3 6-128 0,1 0 0 16,-4-6 0-16,0 6 0 0,0-6 0 0,-6 8 192 15,0-1-192-15,-2-1 192 0,0 2-48 0,0 0 0 16,-2 0 0-16,-2 2 0 15,-2-2-1184-15,-1 1-240 0,2 0-64 0,-3 3-22240 0</inkml:trace>
  <inkml:trace contextRef="#ctx0" brushRef="#br0" timeOffset="-201180.38">25738 737 8287 0,'0'0'736'0,"0"0"-592"0,-5-2-144 0,5 2 0 0,-4-4 7088 0,4 4 1376 15,0 0 288-15,0 0 48 0,0 0-5216 0,0 0-1024 16,0 0-224-16,0 0-32 0,0 0-1168 0,0 0-240 16,0 0-32-16,6 6-16 0,2 3-176 0,0-1-32 15,1 3-16-15,0 2 0 0,0 2-448 0,1 2-176 16,-1 0 128-16,-2 0-128 0,1 1 320 0,0 1-32 16,-3-1 0-16,-1-1 0 0,0 0-32 0,0-2 0 15,-1-2 0-15,1 0 0 0,-2-1-32 0,1-1-16 16,-2-4 0-16,2 0 0 0,-1-1-16 0,-2-6-16 15,0 0 0-15,0 0 0 0,0 0-48 0,0 0 0 16,0 0 0-16,0 0 0 0,0 0-128 0,0 0 128 16,0 0-128-16,0 0 128 0,0 0-128 0,4-6 0 15,0 1 144-15,0-3-144 0,0-2 0 0,0-2 0 16,-2-1 0-16,2-2 0 0,0 0 0 0,0-2 0 16,0 0 0-16,0 0 0 0,0 1 0 0,0 2 0 15,-2 2 0-15,1 2 0 0,0-1 0 0,-1 2 0 16,0 3 0-16,-2 6 0 0,0 0 0 0,0 0 0 15,0 0 0-15,0 0 0 0,0 0 0 0,0 0 0 16,4 9 0-16,-1 0 128 0,1 5-128 0,0 1 0 0,0 3 0 16,0-1 0-16,0 2 0 0,0 1 0 0,1-2 0 0,-1 0 0 15,3 1 0-15,0-2 0 0,1-2 0 0,3 4 128 16,-1-5-128-16,-1-1 0 0,0-3 0 0,0-2 0 16,1-1 0-16,-1-2 0 0,0-1 0 0,0-2 0 15,0-2 128-15,-4-2-128 0,2-1 128 0,-7 3-128 16,8-4 0-16,-1-1 0 0,0 0 0 0,-1-3 0 0,0-1 0 15,0-5 0-15,-1-1 0 0,-2 1 0 0,1-7 0 0,0 0 0 16,-2-2 0-16,1 2 128 0,-2-1-128 0,-2 2 0 16,1 3 0-16,0 0 0 0,-1 0-160 0,-2 2 0 15,1 0 0-15,-1 4 0 16,-1 0-448-16,0 3-96 0,3-2 0 0,-1 3-16 16,2 7-880-16,0 0-160 0,0 0-32 0,0 0-16 15,6-5-1648-15,2 4-320 0,1-2-64 0,2 6 0 16,2-3 160-16,3 1 32 0,2-2 16 0,2 1 0 15,-2 1 1904-15,0 2 384 0,1 1 80 0,-4-3 16 0,-3-2 1248 16,0-1 0-16,1 1 176 0,-4 1 0 0,-4 1 2640 0,-5-1 544 16,7 4 96-16,-7-4 32 0,0 0 240 0,0 0 48 15,2 7 16-15,-2 2 0 0,0 1-1280 0,-2 1-256 0,-2-1-48 0,0 2-16 16,0 2-944-16,-1 2-192 16,-2 2-32-16,-1 0-16 0,1-1-496 0,-1 0-112 15,0 0-16-15,1 0 0 0,2 0-224 0,3-2-160 0,-1-2 192 16,2-2-192-16,-1 0 0 0,4-1 0 0,0-1 0 0,2-2 0 15,1-2 0-15,1-1-176 0,1 0 0 16,0-2 0-16,1-2-144 0,0-2-48 0,-1 1 0 0,3-2 0 16,-1-4 16-16,1 0 0 0,-2-1 0 0,0 0 0 15,0-5 112-15,-1 0 32 0,1-1 0 16,0-1 0-16,-1-2 208 0,-1-1-176 0,1-3 176 0,-1 3-160 16,1 1 160-16,-1 1 0 0,-1 1 0 0,1 0-128 15,-1 1 128-15,0 5 0 0,0 0 0 0,0 2 0 16,-1 1 0-16,2 2 0 0,-6 4 0 0,0 0 0 15,0 0 288-15,0 0-16 0,7 5 0 0,0 0 0 0,-2 2-48 16,0 2-16-16,1-1 0 0,-1 3 0 0,0 2-208 16,1 2 0-16,0 0-192 0,-1 2 192 0,-1 0 0 0,0-2 0 15,0-1 192-15,0-1-48 16,-1-1-144-16,1-1 0 0,0 0 0 0,0-2 128 0,0-1-128 0,-1-2 0 16,-3-6 144-16,0 0-144 0,0 0 0 0,0 0 0 15,0 0 0-15,0 0 0 0,0 0 0 0,0 0 0 16,0 0 0-16,4-7 0 0,0-1 0 0,-2-3 0 15,2-2-144-15,0-2 144 0,1-2-176 0,0-3 48 16,2 2 0-16,2-6 0 0,0-2 128 0,2 0-208 16,-1 0 80-16,2 0 128 0,-1 1-192 0,1-2 192 0,0 2-192 0,0 4 192 15,-1-1 0-15,-1 5 0 0,-3 3 0 16,1 2 0-16,-1 4 0 0,-2 2 0 16,0 1 192-16,-5 5-64 0,0 0 192 0,0 0 16 15,0 0 16-15,7 6 0 0,-2 2-112 0,-1 4-32 0,0 3 0 0,0 1 0 16,0 2-208-16,-1 3 144 0,3 1-144 15,-2 2 128-15,-1-1-128 0,0 1 0 0,0-1 0 0,1 2 0 16,0-2 0-16,-2-2 0 0,1 1 0 16,-1-2 0-16,2-3 0 0,0-2-176 0,0 1 48 15,-1-3 0 1,-1-1-1216-16,1-4-256 0,-1-2-32 0,4-1-16 0,3-1-2672 16,0-4-544-16,0-5-96 0</inkml:trace>
  <inkml:trace contextRef="#ctx0" brushRef="#br0" timeOffset="-200950.9">27065 662 44223 0,'0'0'1968'0,"-5"5"400"0,0-3-1904 0,0 4-464 0,-1 1 0 0,1 1 0 0,-1 1 1664 0,-2 2 256 15,-3 1 32-15,2 2 16 0,-1 3-448 0,-1 1-96 16,0 0-16-16,-1-2 0 0,0 5-960 0,2-3-208 16,-2 2-48-16,4-1 0 0,0-1-64 0,3 1-128 15,1-2 176-15,2 0-176 0,2-4 128 0,-2 0-128 16,4-2 0-16,2 0 0 0,2-2 0 0,3 1-176 15,0-3 32-15,3-3 0 16,1 0-688-16,3-3-144 0,1-1-32 0,2-3 0 16,2-2-896-16,4-1-176 0,2-1-32 0,6-3-12416 15,1-3-2496-15</inkml:trace>
  <inkml:trace contextRef="#ctx0" brushRef="#br0" timeOffset="-200507.18">27622 808 42047 0,'0'0'1856'0,"0"0"384"0,0 0-1792 0,0 0-448 0,-4-6 0 0,0 0 0 0,4 6 1344 0,0 0 192 16,-6-7 16-16,-1 1 16 0,0-1-176 0,1 3-48 0,6 4 0 0,-10 2 0 15,-1 0-640-15,1 5-128 0,-3-1-16 0,-2 2-16 16,-2 3-160-16,0 2-16 0,-5 0-16 0,1 2 0 16,3 5-80-16,0-1-16 0,1 0 0 0,1 0 0 15,3 1-256-15,3-2 160 0,2-1-160 0,3 0 128 16,1 0-128-16,4-4-144 0,2-4 144 0,4 1-208 15,0 1-176-15,5-3-16 0,-2-2-16 16,2-2 0-16,1-1-128 0,1-2-32 0,2 0 0 0,-1-1 0 16,2-2 112-16,-1-2 16 0,0-3 0 15,-1-2 0-15,-1 1 192 0,-1-3 32 0,-2-4 16 0,2-2 0 16,-2-1 208-16,1 0 0 0,-2-6 0 0,-1-2 0 0,-1 3 0 16,1-2 192-16,0 3-64 0,-1 0-128 0,-2-2 208 0,0 1-64 15,-1 3-16-15,0 3 0 0,-1-2 80 0,-1 2 16 16,-2 4 0-16,0 0 0 0,0 5 96 0,1 0 32 15,-1 8 0-15,0 0 0 0,0 0 32 0,0 0 0 16,0 0 0-16,0 0 0 0,0 0-192 0,-2 11-16 16,-2 2-16-16,3 2 0 0,-1 1-160 0,1 1 0 15,1-2 0-15,1 4-176 0,2 0 176 0,1 2 0 16,2 0 0-16,2 0-128 16,-1-2-320-16,-1 0-48 0,3-1-16 0,3-1 0 15,0-4-1424-15,2-3-304 0,0-2-48 0,2 0-16 16,-2-2-2320-16,3-2-480 0,0-2-80 0</inkml:trace>
  <inkml:trace contextRef="#ctx0" brushRef="#br0" timeOffset="-199723.92">27984 839 28735 0,'0'0'1280'0,"-4"-11"256"0,-1 0-1232 0,-1 0-304 15,-2 2 0-15,0 3 0 0,8 6 3488 0,-12-4 640 0,-3 2 128 0,-1 2 32 16,0 0-1456-16,-2 4-272 0,1 3-64 0,1 1-16 16,-2 1-1360-16,3 1-272 0,0 3-48 0,2 0-16 15,0 0-432-15,1 0-96 0,5 0 0 0,0 2-16 0,2-1-240 0,4 2 0 16,-1 1 0-16,5-2 0 0,2-2 0 0,0-2-288 15,3 1 64-15,3-2 16 16,-2-2-304-16,2 1-64 0,1-4-16 0,1-2 0 16,0-1-48-16,0 0-16 0,-2-2 0 0,2-2 0 0,0 0 272 0,0-2 48 15,0 0 16-15,-1-3 0 0,-3 1 320 0,-1-5 0 16,-1 4-144-16,1-4 144 0,-1-1 0 0,-2 1 176 16,1-4-32-16,-2 2 0 0,2 0 112 0,-1 0 0 15,-3 0 16-15,2 0 0 0,-1 0-48 0,1 1-16 16,1 3 0-16,-1 0 0 0,0-1 16 0,1 1 0 15,0 2 0-15,-5 7 0 0,0 0 16 0,0 0 0 16,8 1 0-16,-1-1 0 0,-7 0 16 0,0 0 0 16,0 0 0-16,0 0 0 0,9 7-32 0,-3 2 0 15,1 0 0-15,-3 3 0 0,0 1-48 0,-2 1-16 16,1 1 0-16,-2-1 0 0,0 2-160 0,2-1 160 16,-2 0-160-16,2-2 160 0,-2-2-160 0,1-1 0 15,-2-1 144-15,0-9-144 0,2 9 128 0,1-3-128 16,-3-6 160-16,0 0-160 0,0 0 160 0,0 0-160 0,0 0 160 0,0 0-160 15,0 0 128-15,0 0-128 0,0 0 0 16,0 0 144-16,2-6-144 0,0-2 0 0,0-2 0 0,2-2 0 16,0-4 0-16,0 0 0 0,3 1 0 0,-2-3 0 15,3-1 0-15,-2 2 0 16,3 0 0-16,0 2 0 0,-1-1-144 0,0 2 144 0,0 1 0 0,0 2 0 16,2 1 0-16,-1 5-128 0,-2-1 128 0,-1 3 0 15,-1 0 0-15,-2 3 0 0,-3 0 0 0,0 0 0 16,0 0 0-16,0 0 0 0,0 0 0 0,0 0 0 15,5 5 0-15,-1 4 0 0,0-1 0 0,-1 3 0 16,-1 2 0-16,1 1 0 0,-2 0 0 16,3 1 0-16,0 0 0 0,3 1 0 0,-1 1 0 0,3-4 0 0,-1 0 0 15,1 0 0-15,-1 0 0 0,4-3 0 0,-1-2 0 16,2-3-128-16,-1-3 128 0,-1 0 0 0,2 1-160 0,-2-2 160 16,-1-1-128-16,0-1 128 0,3-2-128 0,1-1 128 15,2-2-128-15,-3-1 128 0,-3-2 0 0,2-1-128 16,0-1 128-16,0 0 0 0,-2-2 0 0,1-2-160 15,0 0 160-15,0 0 0 0,-2-2-224 0,-1 3 64 16,-2-2 16-16,1 3 0 0,-2 3-16 0,-1 1 0 16,0 0 0-16,-3 2 0 0,-1 2 160 0,0 5 0 15,0 0 0-15,0 0 0 0,0 0 0 0,-9 1 128 16,-4 3 0-16,1 1 0 0,2 3 16 0,1 3 16 16,-3 0 0-16,1 1 0 0,1 0-160 0,-7 15 128 15,8-5-128-15,6-10 128 0,-5 0-128 0,5 0 0 16,3 2 0-16,1 0 0 0,1 1 0 0,5 0 0 0,2 1-176 0,3-3 176 31,0-1-1760-31,5-1-272 0,6 0-48 0</inkml:trace>
  <inkml:trace contextRef="#ctx0" brushRef="#br0" timeOffset="-198618.59">29120 514 33167 0,'0'0'2944'0,"0"0"-2352"0,-4-5-464 0,4 5-128 16,0 0 3184-16,0 0 608 15,0 0 128-15,0 0 32 0,0 0-1712 0,-5 5-352 16,1 3-64-16,0 3-16 0,1 3-944 0,1 4-192 16,-1 4-32-16,2 4-16 0,-1 3-304 0,2 2-48 15,0-3-16-15,0 2 0 0,2 1-80 0,-1-1-32 16,-1-1 0-16,3-1 0 0,2-4-144 0,-1-2 128 0,-2-3-128 0,1 0 128 16,0-2-128-16,1-2 0 0,-1 0 0 0,1-5-176 15,-1-3 176-15,-3-7 0 0,0 0 160 0,0 0-160 16,0 0 0-16,0 0 0 0,0 0 0 0,0 0 0 15,0 0 0-15,4-7 0 0,-2-1 0 0,1-2 0 16,0-1 0-16,-1-2 0 0,0-2 0 0,0 0 0 16,2 2 0-16,1-2 0 0,1 0 0 0,0 2 0 15,1-4 0-15,0 3 0 0,3 2 0 0,0-1 0 0,2 2 0 0,-1 1 0 16,2 3-128-16,2 0 128 16,-1 1 0-16,0 2 0 0,2 0 0 0,0 1 0 0,-1 2 0 15,0-2 0-15,0 3 0 0,0 3 0 0,-2-2 0 16,-1 3-128-16,-5 1 128 0,1 3 0 0,0 0 0 0,-3 2 0 15,-3 3 0-15,-5 2 0 0,-1-2 0 0,-1 2 0 16,-4 2 0-16,0-1 0 0,-3 1 0 0,-3 0 0 16,0 1 128-16,-1-2-128 0,1-1 144 0,-1 0-144 15,0-3 128-15,2-2-128 0,2 0 0 0,0-3 0 16,1-1-192-16,3-3 192 16,0 1-1088-16,8-4-112 0,0 0-16 0,0 0 0 15,0 0-1056-15,4-9-224 0,1-2-32 0,4 0-16 16,4-4 1008-16,3 0 208 0,1-1 48 0,1 0 0 15,3-5-448-15,-1 2-64 0,2-1-32 0,0 2 0 16,-1 0 688-16,-2 1 144 0,0 3 32 0,-1 2 0 0,-1 3 1408 0,-4 2 304 16,-5 3 48-16,-8 4 16 0,7-2 1936 0,-7 2 400 15,0 0 80-15,0 0 16 0,3 9-720 0,-3-1-144 16,-3 1-16-16,2 0-16 0,2 1-1344 0,1-1-272 0,-4 2-48 0,1 1-16 16,2-1-352-16,2 1-64 0,1 0 0 15,1-2-16-15,0-1-240 0,3-3 144 0,3 0-144 0,0-1 128 16,1-1-128-16,1 0 0 0,2 1 0 0,1-3 0 15,0-4-176-15,0 0 48 0,-1-2 0 0,1-1 0 16,-2-3 0-16,1 0 0 0,-1 1 0 0,-2-2 0 0,0-5 128 16,-1 1-192-16,1 1 192 0,-2-1-192 0,-2-1 192 15,1 1 0-15,-1 0 0 0,-1 0-128 16,-2 0 128-16,0 1 0 0,-5 3 160 0,1 0-160 0,-1 2 352 0,0 7-32 16,0 0 0-16,-3-4 0 0,3 4 192 0,0 0 16 15,0 0 16-15,0 0 0 0,0 0-288 0,-7 7-48 16,2 1-16-16,0 2 0 0,1 3-64 0,0 1-128 15,1 2 176-15,1 2-32 0,-1-1-144 16,0 4 0-16,2 3 0 0,0 0 0 0,-1 1 0 16,1 1 0-16,0 3 0 0,0-4 0 0,-1-1 0 0,1 0 0 15,0-1 0-15,1 0 0 0,0-3 0 0,-2 0 0 16,2-3 0-16,0 2 0 0,-1-6 0 0,1 1 0 16,-1-3 0-16,1 1 0 0,0-3-288 0,0-1 0 15,0-8 0-15,0 0 0 16,0 0-800-16,0 0-176 0,0 0-16 0,0 0-16 15,0 0-1504-15,0 0-288 0,0 0-64 0,0 0-17328 0</inkml:trace>
  <inkml:trace contextRef="#ctx0" brushRef="#br0" timeOffset="-198326.72">29125 1038 12895 0,'-17'2'576'0,"9"-2"112"0,-1-3-560 0,-1 2-128 0,-2-2 0 0,3 2 0 0,4 1 8128 0,5 0 1584 16,0 0 320-16,0 0 64 0,0 0-6592 0,0 0-1328 16,10 1-256-16,4 0-48 0,3 1-1168 0,3-2-256 15,1-2-32-15,4 2-16 16,2 0-112-16,2 0-32 0,3-1 0 0,3 0 0 0,6-2-64 0,2 2 0 16,1-2-16-16,2 1 0 0,-1-2-128 0,0 0-48 15,-4 0 0-15,1 1 0 0,-1 1 0 16,-4 0 0-16,1 2 0 0,-3-1 0 0,-1-1 0 0,-4-2 0 15,-1 1 0-15,-2 2 0 0,-3-1-176 0,-2 2-16 16,-2 2-16-16,-5-2 0 16,0-2-816-16,-4 2-176 0,0 0-16 0,-2 2-16 15,-1 0-2112-15,-8-2-432 0</inkml:trace>
  <inkml:trace contextRef="#ctx0" brushRef="#br0" timeOffset="-197793.52">30849 621 29487 0,'0'0'2624'0,"0"0"-2112"0,0 0-512 0,0 0 0 15,0 0 4176-15,-7-2 736 0,1-2 144 0,-2 1 16 0,-1 0-2544 0,-1 2-512 16,1 0-96-16,-1 1-32 0,-2 1-976 0,-2-1-192 16,1 1-32-16,-2 2-16 0,0 0-336 0,-2 2-64 15,-1 0-16-15,-1 0 0 0,1 0-256 0,-1 1 160 16,-1 0-160-16,0 1 128 0,1-1-128 0,1 2 0 16,-1 0 0-16,4 0 0 0,-1-2 0 0,2 1 0 15,2-1 0-15,2 1 0 0,2-2 0 0,1 2 0 16,2-1 0-16,2 1 0 0,3-7 0 0,2 9 0 15,-2-9 0-15,4 9 0 0,3-1 0 0,3-1 0 16,0 1 0-16,0-1 0 0,3-1 128 0,1 1-128 16,1 1 0-16,2-2 128 0,1-1-128 0,1 1 0 15,-1 1 0-15,-1 0 0 0,-2-2 0 0,1 0 0 16,-2 2 0-16,-1-2 0 0,-1 0 0 0,-3 2 0 16,-1-3 0-16,-1 1 0 0,-1 0 0 0,-2 2 0 15,-4-7 0-15,1 6 0 0,-1-6 0 0,-2 9 0 16,-2-1 144-16,-1-1-144 0,-2-2-256 0,-1 1-112 15,-1 2-16-15,-1-1-16 0,-5-5 688 0,0 4 144 16,-1 0 16-16,-2 1 16 0,-2-2-464 0,-2-4 0 16,0-1 0-16,1 1 0 15,0 1-496-15,2 0-80 0,0-2-32 0,4 0 0 16,2-2-928-16,2 0-192 0,2 1-48 0,4 0 0 16,5 1-2320-16,0 0-448 0,5-5-112 0,4-2-7376 0,3 1-1488 0</inkml:trace>
  <inkml:trace contextRef="#ctx0" brushRef="#br0" timeOffset="-197395.14">30825 718 32655 0,'0'0'1440'0,"7"-4"304"0,-1 0-1392 0,-6 4-352 0,5-4 0 0,-5 4 0 16,0 0 3184-16,0 0 560 0,0 0 112 0,0 0 32 0,0 0-1296 0,0 0-256 15,0 0-48-15,-1 9-16 16,0 1-1328-16,-2 2-272 0,-1 1-48 0,2 0-16 0,-1 0-336 0,0 2-64 16,2-1-16-16,1 0 0 0,1-3-192 0,2 0 128 15,0 1-128-15,1 0 0 0,1-2 0 0,1 1 0 16,1-1 0-16,2-1 0 0,3-2 0 0,-2-2 0 15,-1-1 0-15,2-1-160 0,0-2 32 0,0-1 0 16,1-3 0-16,-1-1 0 0,0-1 128 0,-2-3-160 16,1-1 160-16,1 0-160 0,-4 0 160 0,3 0-128 15,-1-2 128-15,0 0-128 0,0-2 128 0,0-2 0 16,-1 0 0-16,0 0 0 0,1 0 0 0,0 2 0 16,-1 1 0-16,0 0 0 0,1 0 0 0,-3 3 0 15,0 3 0-15,-6 6 0 0,6-4 128 0,-6 4 0 16,0 0 0-16,0 0 0 0,0 0 32 0,0 0 16 15,5 5 0-15,-1 3 0 0,-1 2-176 0,-1 3 0 16,1 2 0-16,-2 0 0 0,-1 2 0 0,2 2-256 0,-1 1 64 0,0 3 16 16,1 0 352-16,-1 2 64 15,0-2 16-15,2-1 0 0,-2 1-256 0,0-2 144 0,2-3-144 16,0-1 128-16,-1-4-256 0,2-2-64 0,0 0-16 0,0-1 0 31,1-3-1072-31,0-1-192 0,1-2-64 0,-6-4 0 16,7-1-2336-16,5-2-480 0,1-1-80 0</inkml:trace>
  <inkml:trace contextRef="#ctx0" brushRef="#br0" timeOffset="-197003.15">31543 660 44063 0,'0'0'1952'0,"-5"-4"400"0,0-1-1888 0,0 1-464 0,0 0 0 0,1 0 0 0,-3 0 1808 0,1 2 272 16,-3-1 48-16,1 3 16 0,0 0-800 0,0-2-144 15,-1 0-48-15,0 2 0 0,0 0-672 0,-2 4-144 16,0 0-16-16,-1 1-16 0,0-1-176 0,0 2-128 15,2 0 144-15,1 1-144 0,0 0 128 0,1 1-128 16,0-1 0-16,1-2 0 0,1 3 0 0,1-2 0 16,1 1 0-16,4-7 0 0,-3 6 0 0,2 2 0 15,0 1 0-15,1-9 0 0,0 7 0 0,0-7 0 16,4 8-128-16,-1-1 128 0,3 0 0 0,0-1 0 16,2 2-128-16,1-5 128 0,2 2 0 0,2 0 0 15,0 1 0-15,0-1 0 0,0-1 0 0,-2 0-128 16,4 1 128-16,-1-3 0 0,-1 4 0 0,0-1 0 0,-2 0 0 15,-1 0 0-15,-1 0 0 0,-1 1 0 16,-8-6 0-16,0 0 0 0,3 9 0 0,-2-3 0 16,-2 3 0-16,-3 1 0 0,-4-3 0 0,-1 1 0 15,-3-1 0-15,2 1 0 0,-2 1 0 0,-1 0 0 0,-2-3 0 16,1 1 0-16,1-1 0 0,1-2 0 16,1 0-144-16,-1-1 144 15,1-3-1072-15,4 0-112 0,7 0-32 0,0 0 0 16,0 0-1344-16,0 0-288 0,0 0-48 0,-3-7-10864 0,3-2-2176 15</inkml:trace>
  <inkml:trace contextRef="#ctx0" brushRef="#br0" timeOffset="-196785.8">31626 598 21183 0,'7'-7'1888'0,"1"-1"-1504"0,-1-1-384 0,-1 1 0 16,2 2 5136-16,-1-1 960 0,-5 1 192 0,-2 6 48 0,0 0-3136 0,0 0-608 16,0 0-128-16,0 0-32 0,0 0-1184 0,0 0-240 15,0 0-48-15,0 0-16 0,8 5-512 0,-3 3-112 16,-1 2 0-16,0 3-16 0,-1 3-304 0,-1 2 128 15,2 2-128-15,-1 3 0 0,-2-1 128 0,-1 2-128 16,0 1 0-16,1-2 0 0,-1-1 0 0,2-1 0 16,-1 1 0-16,0-2 0 0,1-1 0 0,0 0 0 15,1-1-128-15,-1-2 128 16,0-3-848-16,-1-2-80 0,0 2-16 0,2-3 0 16,1-1-1248-16,0-2-256 0,1 0-48 0,-1-2-11936 15,1-2-2384-15</inkml:trace>
  <inkml:trace contextRef="#ctx0" brushRef="#br0" timeOffset="-195907.49">31524 759 44223 0,'0'0'1968'0,"0"0"400"0,0 0-1904 0,0 0-464 0,0 0 0 16,0 0 0-16,0 0 944 0,10 7 80 15,1 1 32-15,0-2 0 0,4-2-112 0,0 1-32 16,4-3 0-16,0 0 0 0,3 1-528 0,1-1-128 0,-1 0 0 0,1-2-16 15,1 0-80-15,-1-2-16 0,1 1 0 0,-2-1 0 16,-5-2-16-16,1 0-128 0,0 0 192 0,2-1-64 16,-1-1-128-16,-2 1 0 0,-1 0 144 0,-2 0-144 15,3-2 0-15,-4 3 0 0,-4-2 0 0,-2 3 0 16,-7 3 0-16,0 0 176 0,0 0-176 0,0 0 192 0,0 0 128 0,0 0 48 16,-5 5 0-16,-3 3 0 0,-1 3-176 0,-2 0-16 15,1 2-16-15,2 0 0 0,-1-1-160 0,1 0 0 16,2 1 0-16,0 1 0 0,2-1 0 0,3 0 0 15,4-3-144-15,-1-3 144 0,0 0-272 16,2-1 0-16,1-3 0 0,1 2 0 16,1 0-128-16,1-2-32 0,1-2 0 0,1-2 0 15,-1-2 0-15,0-1 0 0,2-2 0 0,-1-2 0 16,2 0 112-16,-3-2 32 0,2 1 0 0,-1-2 0 0,0 0 288 0,1-2 0 16,-1 1 0-16,1-1 0 0,-2 1 224 0,1 2 48 15,1 2 16-15,-2-1 0 0,-3 1 96 0,1 3 32 16,-1 1 0-16,-6 4 0 0,0 0 128 0,0 0 32 15,0 0 0-15,0 0 0 0,0 0-48 0,6 8 0 16,-1 1 0-16,-1 1 0 0,-2 1-144 0,1-1-16 16,0 0-16-16,-1 3 0 0,0 2-352 0,0-1 128 15,1-1-128-15,-1-1 0 0,2-2 0 0,0-1 144 16,-1 1-144-16,-3-10 0 0,6 9 160 0,0 0-160 0,-6-9 128 16,0 0-128-16,7 4 0 0,0-2 128 0,-7-2-128 15,0 0 0-15,8 0 0 0,-1-2 0 0,-7 2 128 16,6-4-128-16,-1-5 0 0,1 0 0 0,0-1 0 0,-1 1 0 15,-1-2 0-15,1-1 0 0,2-1 0 0,0 1 0 16,1-1 0-16,0 1 0 0,0-3 0 16,-2 3 0-16,1 4-128 0,-1 0 128 0,0-1 0 0,-3 1 0 0,1 2 0 0,-4 6 0 15,0 0 0-15,0 0 0 16,0 0 0-16,0 0 0 0,0 0 0 0,0 0 0 16,0 0 0-16,0 0 0 0,0 0 0 0,7 9 0 15,-2 1 0-15,2 1 0 0,-2-1 0 0,0 1 0 0,-1-1 0 16,0 2 0-16,1 0 0 0,0-1 0 0,-1 0 0 15,0-2 0-15,-1-1 0 0,1 0 0 0,0-1 0 16,-4-7 0-16,0 0 0 0,0 0 0 0,7 7 0 0,1-1 0 16,-8-6 0-16,9 2 0 0,-9-2 0 0,9 0 0 15,1-2 0-15,0-2 0 0,0 2 0 0,0-7 0 16,-3-3 0-16,3-1 0 0,-3 4 0 0,2-3 0 16,-1 2 0-16,4-1 0 0,0-2-176 0,1 0 176 15,0-1-128-15,0 1 128 0,1 2 0 0,1 2 0 16,-2 0 0-16,-2 1-128 0,0 0 128 0,-1 2 0 15,-1 1 0-15,-1 2 0 0,-8 3 0 0,0 0 0 16,0 0 144-16,8 5-144 0,-2 1 192 0,1 0-192 16,-2 2 192-16,2 2-192 0,-2-1 144 0,0 2-144 15,-1-1 0-15,1 3 144 16,1-4-144-16,-1 2 0 0,1-1 0 0,2-1 128 0,0 1-128 0,0 1 0 16,-2 0 0-16,3-1 0 15,3-2-528-15,0 0-48 0,0 0 0 0</inkml:trace>
  <inkml:trace contextRef="#ctx0" brushRef="#br0" timeOffset="-194731">25789 1779 25791 0,'0'0'1152'0,"-5"-4"224"0,-3-3-1104 0,0 1-272 16,1-2 0-16,2 0 0 0,0 0 3520 0,-1 1 656 15,-2 0 128-15,-1 1 32 0,1 0-2032 0,-1 2-416 16,-2 1-80-16,-1 0-16 0,2 2-816 0,-2 3-160 15,-2 3-48-15,-2 5 0 0,-1-3 16 0,-1 5 0 16,-3 1 0-16,3 4 0 0,2 0-176 0,2 3-32 16,-3-1-16-16,3-1 0 0,2-2-288 0,3-2-48 15,2 1-16-15,3-2 0 0,2-3-208 0,2 1 0 16,4-2 0-16,1-3 0 0,1 0-208 0,4-3 16 16,-1 0 0-16,5-3 0 0,3-1-128 0,0-2-32 15,1-2 0-15,2-2 0 0,1 2 32 0,-2 0 0 16,2-2 0-16,-1 0 0 0,-2-3 96 0,-1 0 32 0,0-3 0 0,-3 1 0 15,-1 2 192-15,-2 1-192 0,-2-3 192 0,-2 0-192 16,0-2 192-16,-2 1 0 0,0 0 0 0,-2 1 0 16,-3-1 160-16,1 1-32 15,-1 3 0-15,0 0 0 0,0 3 192 0,2-2 16 0,-2 8 16 0,0 0 0 16,0-7 0-16,0 7 0 0,0 0 0 0,0 0 0 16,0 0-176-16,0 0-48 0,0 0 0 0,7 4 0 0,0 0-128 0,1 3 0 15,0 0 144-15,1 5-144 0,-1 1 0 0,1 2 128 16,-1 0-128-16,-1 2 0 0,1-4 0 15,0 1 128-15,-1 2-128 0,-1-4 0 16,1-2 128-16,-2-1-128 0,-1-1 160 0,-2 0-160 16,1 1 144-16,0-2-144 0,-3-7 128 0,0 0-128 0,0 0 160 0,0 0-160 15,0 0 192-15,0 0-192 0,0 0 0 0,0 0 0 16,0 0-160-16,7-3 160 0,0-1 0 0,-1-1 336 16,1-2-32-16,-2 0-16 0,0-2-288 0,2-2 160 15,-1-2-160-15,2-1 128 0,1-1-128 0,0 0 0 16,1-2 0-16,0-1 0 0,2-2 0 0,-2 0 0 15,-2 2 0-15,0 1 0 0,1 3 0 0,0 2 0 16,1 2 0-16,-2 1 0 0,1 2 0 0,1 1 0 16,-3 2 0-16,1 1 0 0,0 0 144 0,-8 3-144 15,9 2 160-15,-1 2-160 0,0 1 192 0,0 3-48 0,-2 2-16 16,1 3 0-16,-1 1-128 0,-1 3 0 16,1 3 0-16,-4 1 0 0,2 1 0 0,0 0 0 15,0 2 0-15,0-5 0 0,0-1-144 0,-2-1 144 0,0 2 0 16,0-1 0-1,1 0-832-15,-1-1-48 0,0-1-16 0,0-2 0 16,1 0-1808-16,1-1-368 0,1-1-80 0,-2-1-18096 0</inkml:trace>
  <inkml:trace contextRef="#ctx0" brushRef="#br0" timeOffset="-194486.87">25541 2166 25791 0,'-6'4'2304'0,"-4"-1"-1856"15,-1-2-448-15,2 0 0 0,9-1 6208 0,0 0 1152 16,0 0 240-16,0 0 32 0,0 0-5568 0,0 0-1104 16,0 0-240-16,13-1-32 15,2-2-240-15,6 2-32 0,4-2-16 0,4-1 0 0,2-1-224 0,3 0-48 16,1 0-128-16,0 0 192 0,2-1-192 0,-2 1 128 16,-1-1-128-16,1-1 0 0,-1 1 160 0,0 2-160 15,-2-2 160-15,5 1-160 0,1-1 0 0,0-1 0 16,1 1 0-16,0 0-160 15,0 0-1152-15,-1 1-224 0,-4-2-64 0,-3 2 0 16,-1 0-1968-16,-1 0-400 0,-2 1-64 0</inkml:trace>
  <inkml:trace contextRef="#ctx0" brushRef="#br0" timeOffset="-194009.16">26933 1648 30399 0,'0'0'2704'0,"-6"-2"-2160"16,-1-2-544-16,2 0 0 0,0 0 4048 0,0 2 704 15,1-1 144-15,-1 0 32 0,-1 1-2432 0,0-1-496 0,-2 0-80 0,2 2-32 16,-1 0-928-16,-1 1-192 0,-1 0-48 0,0 1 0 16,0-1-400-16,-2 3-64 0,0-1-32 0,-1 2 0 15,-1 0-64-15,1 0-16 0,2 0 0 0,-1 3 0 16,2-1-144-16,0-1 0 0,-1 1 0 0,2 0 128 0,1 1-80 0,2-4-48 15,0 3 0-15,1-1 0 16,4-5 0-16,-3 8 0 0,3-8 0 0,0 8 0 16,0-8 0-16,4 9 0 0,2-2 0 0,0 3 0 0,1-5 0 0,0 1 0 15,4 1 0-15,1-2 0 0,1 2 0 0,1-3-160 16,2-1 160-16,1 1-192 0,1 0 192 0,-1 0 0 16,-2 0 0-16,1 3 0 0,0-3 0 0,-1 1 0 15,0 0 0-15,-2 1 0 0,-2 0 0 0,-1-1 0 16,-3 1 0-16,0 1 0 0,-2 1 0 0,-1 1 0 15,-3-1 0-15,-1 0 0 0,0 1 0 0,-2-3 0 16,-4 1 0-16,0 0 0 0,-2 3 0 0,0-1 0 16,-2 1 0-16,-2-3 128 0,-1-1-128 0,-1 1 0 15,-2-2 0-15,-1 0 0 0,0 2 0 0,0-3 0 16,-1 2 0-16,2-2-128 16,1-1-448-16,2-2-64 0,1-1-32 0,3 1 0 15,2 1-1088-15,7-2-224 0,0 0-32 0,0 0-16 16,7-8-1968-16,5-1-400 0,2-2-80 0,3 1-7296 0,6-1-1472 15</inkml:trace>
  <inkml:trace contextRef="#ctx0" brushRef="#br0" timeOffset="-192690.81">27029 1762 31503 0,'0'0'1392'0,"0"0"288"0,4-5-1344 0,-4 5-336 0,3-7 0 0,-3 7 0 15,0 0 3536-15,0 0 640 0,0 0 128 0,0 0 32 16,0 0-1792-16,0 0-368 0,2 8-64 0,-1 1 0 16,0 0-1120-16,1 2-224 0,-2-1-32 0,0 3-16 15,0-1-368-15,1 1-80 0,0 1-16 0,2-1 0 0,0-1-256 0,0-2 160 16,1 1-160-16,2-1 128 15,-1-1-128-15,1 1 0 0,1-3 0 0,1 0 0 0,1-1 0 0,0 0 0 16,0-6 0-16,0 1 0 0,0 0 0 0,3-1-176 16,0 0 176-16,-1-2-128 0,0-4 128 0,-2 1-128 15,0-1 128-15,0-1-128 0,-1 1 128 16,0-5 0-16,-2 3 0 0,1-1-128 0,-2 0 128 0,0-4 0 16,-1 1 0-16,0 1 0 15,0-2 0-15,-1-3 0 0,-1 2 0 0,2-2 0 0,-2 4 0 0,-1 3 0 16,0-3 0-16,0 5 0 0,-1 7 0 0,0 0 0 15,0 0 160-15,0 0-160 0,0 0 160 0,0 0-160 16,0 0 160-16,0 0-160 0,0 0 128 0,6 6-128 16,-1 2 0-16,0 1 144 0,-1 0-144 0,0 2 0 15,1-1 0-15,0 2 0 0,1-2 0 0,-1 1 0 16,1-1 0-16,1 0 0 0,-2 1 0 0,3 1 0 16,1-5 0-16,-1 1-176 0,0-3-64 0,-1 1-16 15,1-2 0-15,0 2 0 16,-1-2-480-16,-1 0-96 0,1-1-32 0,-7-3 0 15,0 0-880-15,0 0-176 0,6-4-48 0,1 0 0 16,-1 1-1344-16,1 1-272 0,-3-2-48 0,0-4-16 16,1-5-1120-16,-1-3-224 0,-3 0-64 0,0 2 0 15,-2-3 2240-15,0 4 432 0,-1-2 80 0,0 1 32 0,-1 4 4656 0,1 1 944 16,-2 1 176-16,1 2 32 0,3 6 1376 0,0 0 272 0,0 0 48 0,0 0 16 16,0 0-2112-16,0 0-432 0,0 0-80 0,0 0 0 15,0 0-832-15,8 3-176 0,0 3-16 0,0 2-16 16,-1 1-832-16,0 1-176 0,-1 3-16 15,0-2-16-15,3 2-48 0,-3 0-16 0,1 0 0 0,-1 0 0 16,-1-2-256-16,1 1-48 0,-1 0-16 0,0-2 0 16,-1-1-160-16,0-1 192 0,-1 0-192 0,-1-1 192 15,-2-7-144-15,0 0-48 0,0 0 0 0,0 0 0 0,0 0 0 16,0 0 0-16,4 4 0 0,-1-1 0 16,-3-3 0-16,0 0 0 0,0 0 0 0,0 0 0 0,0 0 0 0,0-5 0 15,1-3 0-15,0 3 0 0,2-1 0 0,-1-1 0 16,1-2 0-16,0-1 0 0,1-3 0 0,0 0 0 15,-1 1 0-15,3 0 0 0,0 2 0 0,1-3 0 16,-1 0 0-16,2 0 0 0,0-1 0 0,0 4 0 16,-2 2 0-16,2 0 0 0,0 1 0 0,0 1 0 15,-1 2 0-15,-7 4 0 0,0 0 0 0,10 0 0 16,-10 0 0-16,0 0 0 0,11 6 0 0,1-1 0 16,-12-5 0-16,12 12 0 0,0-1 0 0,-1 4 0 15,-2-1 0-15,3 0 0 0,-4-1 0 0,0-1 0 16,0 1 0-16,-1 2 0 0,0 0 0 0,-1-1 0 15,-2-2 0-15,0 0 0 0,2-3 0 0,-1 0 0 0,0-1 0 0,-5-8 0 16,3 9 0-16,-3-9 0 16,0 0 0-16,0 0 0 0,0 0 0 0,0 0 0 0,0 0 0 15,0 0 0-15,0 0 0 0,0 0 0 0,0 0 0 16,0 0 0-16,6-6 0 0,-1 0 0 16,-1 0 0-16,0-2 0 0,1 0 0 0,2-1 0 0,-1-1 0 15,1-2 0-15,1-1 0 0,-2 0 0 0,3-1 0 0,-2-1 0 16,2 0 0-16,3-1 0 0,-3 2 0 15,0-2 0-15,0 3 0 0,2 0 0 0,-2 2 0 16,-3 1 0-16,2 1 0 0,-1 0 0 0,-1 1 0 16,1 1 0-16,-1 2 0 0,1 0 0 0,-1 1 0 0,1 1 0 15,0 3 0-15,-7 0 0 0,8-1 0 16,0 1-912-16,1 0-176 0,0 0-48 0,-1 1 0 16,3 2-1120-16,-2 1-240 0,0 0-32 0,1 1-16 15,-10-5 912-15,11 3 176 16,-2 1 48-16,1 0 0 0,-10-4 400 15,9 3 96-15,-9-3 16 0,10 4 0 0,-10-4 1408 0,0 0 272 0,7 2 64 0,-1 2 16 16,-6-4 1152-16,0 0 224 0,5 3 64 0,-3 3 0 0,-2-6-496 16,-2 8-80-16,0-2-32 0,-1 3 0 0,0 2-736 0,-2-2-160 15,0 0-32-15,-3 3 0 0,0 1-320 0,0-2-80 16,-1 1-16-16,0 1 0 0,1 1-256 0,0 2-96 16,0-3 0-16,3 1 0 0,0-2 0 0,0 0 0 15,1 0 0-15,2-2 0 0,2-1 0 0,3 2 0 16,-2-3 0-16,-1-8 0 0,0 0 0 0,10 6-160 15,3-1 160-15,0-1-192 16,1-1-192-16,0-3-32 0,3 0-16 0,1-3 0 16,-2-1-144-16,0-2-48 0,-3-1 0 0,-1 1 0 15,1-5 32-15,0 3 0 0,-3 1 0 0,-3-4 0 0,-1 1 256 0,1 1 48 0,-4-3 16 16,1 3 0-16,-2 0 272 0,-4 0 0 0,1-2 128 0,0 3-128 16,-1 0 448-16,0 1 0 15,-3 0 0-15,1 1 0 0,1-2 0 0,-1 0 0 0,4 8 0 0,-4-8 0 16,4 8-272-16,-4-6-176 0,4 6 192 0,-2-10-192 15,-2 0 128-15,0 4-128 16,4 6 0-16,0 0 0 0,-3-7 0 0,1 3 0 0,0-1 0 0,0 1 0 16,2 4-576-1,0 0-112-15,0 0-16 0,0 0-16 16,0 0-1408-16,5 0-288 0,-5 0-48 0,9 0-18608 0</inkml:trace>
  <inkml:trace contextRef="#ctx0" brushRef="#br0" timeOffset="-190136.05">28727 1774 13823 0,'0'0'1216'0,"0"0"-960"16,0 0-256-16,0 0 0 0,0 0 4912 0,0 0 928 16,0 0 192-16,8 5 48 0,-1 0-2880 0,-2 3-560 15,-1 1-112-15,0 1-32 0,0 5-544 0,0 0-112 16,-3 4-32-16,0 0 0 0,2 1-784 0,-1 1-144 15,0 1-48-15,0-1 0 0,0-3-320 0,-1 0-80 16,0-3-16-16,1 0 0 0,-1-4-224 0,0-1-64 16,0-2 0-16,-1-8 0 0,0 0-128 0,0 0 160 15,0 0-160-15,0 0 160 0,0 0-160 0,0 0 0 16,0 0 0-16,0 0 0 0,6-4-160 0,-2-1 160 16,0-2-208-16,-2-2 80 15,-1 1-448-15,1-1-64 0,-2-1-32 0,0-1 0 16,0 2-1056-16,0-3-224 0,-2 1-32 0,2 0-12672 0,0 2-2544 0</inkml:trace>
  <inkml:trace contextRef="#ctx0" brushRef="#br0" timeOffset="-189395.27">28499 1805 3679 0,'-5'-8'160'0,"5"8"32"0,-4-6-192 0,0 0 0 0,0 1 0 0,0 1 0 15,0 0 7408-15,-1 0 1424 0,1 3 304 0,4 1 48 16,0 0-4928-16,0 0-992 0,0 0-192 0,0 0-32 15,0 0-1184-15,0 0-256 0,-4 3-32 0,2 5-16 0,-2 1-704 0,0 2-144 16,0 4-16-16,0 0-16 0,2 1-240 0,-2 0-48 16,2 1-16-16,2-2 0 0,2 2-144 0,2 0-32 15,1 0 0-15,1-1 0 0,2-2-192 0,1 0 144 16,0 1-144-16,2-2 128 0,1-1-128 16,1-2 0-16,1-1 0 0,3-1 0 15,0 0 0-15,0-3 0 0,0-2 0 0,0-1 0 0,-2 1 0 0,1-2 0 16,0-2 0-16,-2 1 0 0,0-3 0 0,1-1 0 15,-2 2-144-15,-2-5 144 0,-1-1 0 0,-4 1 0 16,-1-1 0-16,-1-1 0 0,-3-2 0 0,2 1 0 16,0-3 0-16,-3 1 0 0,-2-1 0 0,0 1 0 15,-3-2 0-15,-1 1 0 0,0 1 0 0,-1 2-160 16,1-1 160-16,1 5-128 16,-1-5-416-16,2 5-80 0,1 1-16 0,3 5 0 15,-3-7-864-15,2 2-176 0,-1 0-48 0,2 5 0 16,0 0-2592-16,7 3-528 0,2 3-96 0</inkml:trace>
  <inkml:trace contextRef="#ctx0" brushRef="#br0" timeOffset="-188385.45">28906 1840 14735 0,'0'0'1312'0,"1"-6"-1056"0,-1-1-256 0,2 1 0 0,-2 6 4800 0,0 0 896 16,0 0 176-16,0 0 32 0,0 0-2384 0,0 0-496 15,7 1-80-15,1 3-32 0,-1 1-1056 0,-2 4-224 16,-1 0-32-16,2 4-16 0,0 3-656 0,-1 1-128 16,0 1-32-16,0 2 0 0,2-1-320 0,-3 0-80 15,-2-1-16-15,1-1 0 0,0-3-352 0,0-1 0 16,3 0 0-16,-4-1 0 0,1-2 256 0,-1-2 0 15,2-3-16-15,-4-5 0 0,0 0-240 0,0 0 0 16,6 4 0-16,-6-4 0 0,7-2-160 0,-1-1-80 16,0-1-16-16,-1 0 0 0,-1-5 256 0,2 1 0 15,0-1 0-15,-1-1 0 0,2-2 0 0,-1 0 0 16,1-1 0-16,1-2 0 0,-1 0-336 0,3 0-32 16,-4-2 0-16,2 0 0 0,0 0 112 0,0 1 32 15,-1 2 0-15,0 2 0 0,-1 3 48 0,0 4 16 16,-6 5 0-16,0 0 0 0,0 0 160 0,0 0 0 15,7 0-144-15,-7 0 144 0,8 7 0 0,0 3 0 16,0 0 0-16,0 2 0 0,0-1 0 0,1 5 0 0,0-2 0 16,3 2 0-16,2 0 128 0,3-1 0 0,-2 1 0 15,4 0 0-15,2-3-128 0,1-2 0 0,-1-1 0 0,2-3 0 16,1 0 0-16,-1-2 0 0,0-1 0 0,1-1 0 16,-1-3-160-16,1-3 160 0,-3-1 0 0,0 0-144 0,-2-1 144 15,-1-1-160-15,-1-1 160 0,-1 0-160 16,-2-3 16-16,-3-2 0 0,-2-1 0 0,-1 0 0 0,-2 0 144 15,-1 0-208-15,-1 0 80 0,-2-1 128 0,-2-2-160 16,-2-2 160-16,0 1 0 0,-1 1-144 16,-1 5 272-16,-2 0 48 0,-2 2 16 0,-3 1 0 0,0 2 0 0,-5 2 0 15,0 2 0-15,0 4 0 0,-4 3-192 0,-1 4 0 16,-1 4 0-16,0-1 0 0,2 0 384 0,1 3-16 16,3 1 0-16,3 0 0 0,4-1-368 15,2 1 0-15,3-2-160 0,3 1 160 0,4-2 0 16,2-2 0-16,1-3 0 0,5 0 144 0,1-2-384 0,3 0-80 15,5-4 0-15,-1 0-16 16,2-4-208-16,0 0-32 0,0-2-16 0,0 0 0 16,-3-1 96-16,2-2 32 0,-5-1 0 0,0-1 0 0,-2 0 336 0,-2-1 128 15,0-3 0-15,-1 0-144 0,-1-2 144 0,0 0 0 16,-1-2 0-16,-1 0 0 0,-1-6 0 0,1 3 0 16,-1-6 0-16,0 1 0 0,-2 3 384 0,-1-3 48 15,0 3 16-15,0 2 0 0,-1 4-240 0,-2 3-32 0,-2 3-16 0,-1 3 0 16,3 7 208-16,0 0 32 15,0 0 16-15,-6 3 0 0,-2 2 96 0,1 6 32 0,1 3 0 16,-1 3 0-16,2 4-240 0,1 2-48 0,1 0-16 0,2 0 0 16,1 0-240-16,3 0-192 0,2-3 48 0,1 3 0 15,2-6 144-15,3 0 0 0,0-2 0 0,2 0 0 16,2-4-256-16,0 0 0 0,1-3-16 0,1-2 0 16,-1 1-96-16,-1-4-16 0,1-3 0 0,0-1 0 15,-3 1 32-15,0-4 0 0,-2 0 0 0,0-1 0 16,-1 0 176-16,-1 0 48 0,1-2 0 0,-4-2 0 15,-2 0 128-15,1 0 0 0,2 0 0 0,-3 2 0 0,-2-1 192 0,-2 8-16 16,0 0-16-16,0 0 0 0,0 0 304 0,0 0 64 16,0 0 16-16,0 0 0 0,0 0-48 0,0 0-16 15,0 0 0-15,8 8 0 0,-1 0-352 0,-1 1-128 16,1 0 0-16,-1 2 0 0,1-2 0 0,-1 0 0 16,2 0 0-16,0 0 0 15,0-2-1216-15,1-1-320 0,2-2-80 0,1-1-14048 16,1-1-2800-16</inkml:trace>
  <inkml:trace contextRef="#ctx0" brushRef="#br0" timeOffset="-187260.98">30181 1775 26719 0,'-10'-8'1184'0,"10"8"240"0,-7-6-1136 0,3 0-288 16,4 6 0-16,0 0 0 0,-4-5 5136 0,4 5 976 15,0 0 192-15,0 0 32 0,0 0-4176 0,0 0-848 16,0 0-160-16,6-1-48 0,-6 1-880 0,6-1-224 15,-6 1 0-15,9 2 0 0,2 3 0 0,-2 1 0 16,0 0 0-16,0-2 0 0,-1 1 0 0,0 2 0 0,-2 1 0 0,1 2 0 16,-2 3 0-16,0 0 0 0,0 0 0 0,-1 0 144 15,0 0 112-15,1-1 0 0,1 0 16 0,-1-3 0 16,0 3 64-16,0-1 16 0,2 1 0 0,-2-2 0 16,0 2-192-16,2-3-32 0,-2-2-128 0,1 1 192 0,0-1-192 15,0 0 0-15,-6-7 0 0,7 5 0 0,-7-5 288 16,6 1 16-16,-6-1 0 0,0 0 0 15,7-1-304-15,-7 1 160 0,0 0-160 0,5-6 128 0,-1-3-128 0,1-2 0 16,0 1 0-16,-1-3 0 0,1 1 0 16,2 3 0-16,-1-4 0 0,2 1 0 15,0-1 0-15,1-1-192 0,-1-1 32 0,1 1 16 0,0 2 144 16,0 0 0-16,-1 2 0 0,0 0 0 0,0-1-240 16,-2 2-16-16,0 3 0 0,-6 6 0 0,0 0 256 0,0 0 0 15,0 0 0-15,0 0 0 0,0 0 0 0,0 0 0 16,7 7 0-16,-1 5 0 0,-1-1 0 0,-1 2 0 15,0 1 0-15,0 0 0 0,-1 1 0 0,3-1 0 16,1 0 0-16,3 2 0 0,-1 0 0 0,2-1 0 16,3 0 0-16,1-2 0 0,2-3 0 0,1-1 0 15,2-1 0-15,-1-2 0 0,2-3 0 0,1 0 0 16,-1-1 0-16,0-2 0 0,0-2-352 0,0-1-32 16,-2-1 0-16,1-1 0 0,0 0 32 0,-3-2 0 15,-2-1 0-15,0-3 0 0,-2-1 352 0,0 0 0 0,0-1 128 0,0 0-128 16,0-1 0-16,-2-1 0 0,-1 1-144 0,-1-2 144 15,0 0 0-15,-1 0-128 0,-2 0 128 16,-1 3 0-16,-1 3 0 0,-1 2 0 0,-2 0 0 16,-1 8 0-16,-2-6 304 0,2 6-48 15,-2-4 0-15,2 4 0 0,0 0 80 0,-4 4 16 0,0 0 0 16,1 2 0-16,-1 1-176 0,1 2-48 0,0 1 0 16,1 4 0-16,1 3-128 0,1 3 0 0,0 2 0 15,2 2 0-15,2 3 0 0,1 2 0 0,2 2 0 0,1 3 0 16,2 4 144-16,0 3 48 0,-2 4 16 0,3-1 0 15,0-1-208-15,0 0-288 0,-2-1 64 16,-1-2 16-16,-2 3 208 0,-2 0 0 0,-2 2 0 0,-2-4 0 16,-3 0 144-16,-1-2 80 0,-4-1 16 0,-1-3 0 15,-3-3-240-15,1-2 0 0,-2-6 0 0,0-1 0 0,-4-2 0 0,-2-3 0 16,2-5 0-16,0-2 0 0,3-2 0 0,-2-4 0 16,1-2 0-16,-1-1 0 0,1-2 0 0,-1-2 0 15,2-2 0-15,-1-3 0 0,3-2 320 16,1-1-16-16,0-1-16 0,2-2 0 15,1-4-288-15,4 1 0 0,-1-4 0 0,3 0 0 0,2-2 0 16,4-3 0-16,2-3 0 0,3-5 0 0,4-3-144 0,3-2 144 16,3-3-128-16,5 2 128 0,2-1-128 0,4 1 128 15,3-4-128-15,0-3 128 0,3 2-128 0,-1 0 128 16,-1 0-128-16,-2 3 128 0,-2-2-320 0,0 4 0 16,-2 1 16-16,-2 4 0 0,-4 4 304 0,-1 5 192 15,-3 0-16-15,-2 5-16 0,-3-1-160 0,-2 2 0 16,-1 2 0-16,-3 3 128 0,1 4 0 0,-4 1 0 15,-1-1 0-15,-2 3 0 0,0 0 64 0,-1 7 16 16,2-6 0-16,-2 6 0 0,0 0-80 0,0 0 0 0,0 0-128 0,0 0 192 16,0 0-192-16,0 0 144 0,0 0-144 15,0 0 128-15,0 0-128 0,0 0 0 16,0 0 0-16,7 4 0 0,-7-4 0 0,10 7 0 0,-3 2 0 0,3 1 0 16,-10-10 0-16,13 7 0 0,1 3 0 0,2 0 0 15,-1 0 0-15,1 2 0 0,-2-1 0 0,2-1 0 16,-1-1 0-16,0 0 0 0,-3 2 0 0,-2-4 0 15,-2 5 0-15,-2 0 0 0,0-2 0 0,-4 1 0 16,-2-3 0-16,-1 1 128 0,-2 0-128 0,-1-1 128 16,-1-3-80-16,-1 0-48 0,-2 2 0 0,-4-3 0 15,-1-1 0-15,0 0 0 0,-1 1 0 0,-1-1 0 0,0-1 0 16,-1 0 0-16,2-1 0 0,-2 0 0 0,0 0 0 16,3-1 0-16,-1 0 0 0,4 2 0 0,0-4 0 15,4 1 0-15,-3 0 0 0,2 0 0 16,7 1-1216-16,0 0-256 0,0 0-32 0</inkml:trace>
  <inkml:trace contextRef="#ctx0" brushRef="#br0" timeOffset="-154432.71">17925 9531 22111 0,'0'0'1968'0,"0"0"-1584"0,0 0-384 15,-3-8 0-15,1 1 3776 0,0 1 656 0,2-1 144 0,0 7 32 0,-1-5-1856 0,1 5-352 16,0 0-80-16,0 0-16 0,0 0-592 0,0 0-128 16,0 0-32-16,0 0 0 0,0 0-832 0,3 8-160 15,-2 4-48-15,3 6 0 0,0 3-288 0,1 5-64 16,0 5-16-16,0 3 0 0,2 1-144 0,-2 3 128 15,2 0-128-15,0 1 128 0,1 0 0 0,0-1 0 16,0-2 0-16,1-2 0 0,0-4 16 0,0-2 0 16,-1-4 0-16,1-1 0 0,-1-4-16 0,0-2 0 15,1-4 0-15,-1-2 0 0,0-2 0 0,-2-4-128 16,1-1 192-16,-1-3-64 0,1-1-128 0,1-2 160 16,-3-4-160-16,1-1 160 0,1-3-160 0,-1-1 160 15,1-2-160-15,2-6 160 0,-1-3-160 0,1-4 192 16,-1-5-192-16,1 0 192 15,1-6-192-15,2 1 0 0,0-1 0 0,-1-3 128 0,3-5-128 0,-3-3 0 16,1-3 0-16,1 0 0 0,1-2 0 0,-1 2 0 0,-2 3 0 0,1 4 0 16,-2 4-240-16,0 1 32 0,0 3 0 0,-3 4 0 31,0 5-896-31,-2 5-176 0,0 6-48 0,-1 3 0 0,0 7-2048 16,-4 6-400-16,0 0-96 0</inkml:trace>
  <inkml:trace contextRef="#ctx0" brushRef="#br0" timeOffset="-154090.74">17775 9857 9215 0,'-24'0'816'0,"15"0"-656"0,-1-3-160 0,1 2 0 0,1-1 9200 0,4 1 1808 15,4 1 352-15,0 0 80 0,0 0-8304 0,5-5-1664 16,3-2-336-16,2 1-64 0,2-1-448 0,4 1-96 16,1-1-16-16,2 1 0 0,4-2-336 0,1 2-176 15,2-4 160-15,2 3-160 0,3 0 128 0,0-5-128 16,5 4 0-16,-1-2 144 0,-1 1-144 0,0 1 0 15,-1 0 0-15,0 0 0 16,0 1-464-16,-2 0-176 0,-1 1-48 0,-3 0 0 16,-3 2-1808-16,-1 4-352 0,-1 0-80 0,-2 2-18192 0</inkml:trace>
  <inkml:trace contextRef="#ctx0" brushRef="#br0" timeOffset="-153681.24">18445 10069 14735 0,'0'0'640'16,"0"0"160"-16,0 0-640 0,0 0-160 0,8-2 0 0,0-4 0 0,-1 2 7616 0,1 1 1472 15,1-3 320-15,2 1 48 0,-2 0-6656 0,3 0-1328 16,-1-1-272-16,2 3-48 0,-1-4-688 0,0 3-128 15,-2 0-16-15,1 2-16 0,-2-1-144 0,-3 2-32 16,-6 1 0-16,0 0 0 0,7 0 192 0,-7 0 16 16,0 0 16-16,0 0 0 0,-1 8 192 0,-3 1 32 15,-3 1 16-15,-3 3 0 0,-2-1-224 0,-4 3-48 16,-1 4-16-16,1 2 0 0,-1-2-224 0,0 2-80 16,-2 0 0-16,2 0 0 0,3-2 0 0,1 0 0 15,3-4 0-15,0 0 0 0,4-4 0 0,2 1 0 16,3-2 0-16,3 0 0 0,1-1 0 0,2-4 0 15,3 0 0-15,2-1 0 0,5-1 0 0,0-2 0 16,1 0 0-16,1-1 0 0,3-1 0 0,2-2 0 16,1-2 0-16,2-1 0 15,1-2-480-15,1-1-96 0,2-2 0 0,1-2-16 16,4 0-976-16,-1-5-192 0,0-3-32 0,3-2-16 16,-1-5-2432-16,-1 0-496 0</inkml:trace>
  <inkml:trace contextRef="#ctx0" brushRef="#br0" timeOffset="-153314.48">19424 9606 30399 0,'0'0'2704'0,"0"0"-2160"0,0 0-544 0,0 0 0 0,0 0 4096 0,0 0 704 15,0 0 128-15,0 0 48 0,0 0-2416 0,0 0-496 16,-4 4-80-16,0 0-32 0,4-4-864 0,-4 5-192 16,-2 2-16-16,1-1-16 0,-1 1-576 0,0 1-112 15,-1 0-32-15,-2 1 0 0,0-1-96 0,0 2-48 16,-1 0 0-16,-2 1 0 0,-1 1 0 0,-2-1 0 15,0 2 0-15,0-1 0 0,0-1 0 0,-1-1 0 16,-1-2 0-16,2 4 0 0,-2-2 0 0,1 0 0 16,2 1 0-16,-1 1 0 0,4-3 0 15,0 0 0-15,1-1 0 0,2-1 0 0,1 0 0 16,1-2 0-16,6-5 0 0,0 0 0 0,-3 4 0 0,3-4 0 16,0 0 0-16,0 0 0 0,0 0 0 0,0 0 0 15,0 0 0-15,11 5 0 0,0-2 0 0,2-2 0 16,0 0 0-16,2-1 0 0,0-1 0 0,1 0 0 0,0 1 0 0,1 0 0 15,1-1 0-15,3 1 0 16,-3 0 0-16,0 0 0 0,-1 0-176 0,-1 0-16 0,1 1-16 0,1 0 0 16,-1-1-128-16,0 1-32 0,-3 1 0 15,-1-2 0 1,0 0-2400-16,2 1-496 0,-1 2-80 0</inkml:trace>
  <inkml:trace contextRef="#ctx0" brushRef="#br0" timeOffset="-152730.09">19820 9501 5519 0,'-10'-11'496'0,"6"7"-496"15,0 1 0-15,0 0 0 0,4 3 9456 0,0 0 1792 16,-5-5 352-16,5 5 80 0,0 0-7648 0,0 0-1520 15,0 0-304-15,0 0-64 0,0 0-1120 0,0 0-208 16,1 8-48-16,2 3-16 0,-3 4-496 0,3 5-112 16,-1 4-16-16,1 3 0 0,-1 6 16 0,1 1 0 15,1 1 0-15,0 1 0 0,-2-2-272 0,1 2-64 16,1 0-16-16,0 1 0 0,0 0 208 0,0-1 256 16,0-4-48-16,-1-1-16 0,1-2-192 0,0-3-256 15,2-2 48-15,-3-5 16 0,1-2 192 0,0-2 0 0,1-2 0 16,-1-4 0-16,0-1 0 0,-4-8 0 0,0 0 0 15,0 0 0-15,0 0 0 0,0 0 0 0,8-2 0 0,-1 0 0 16,-7 2 0-16,6-9 0 0,1-5 0 16,0 0 0-16,1-4 0 0,1-4 0 0,2-3 0 0,2-5 0 0,-1-4 0 15,1-1 0-15,0 0 0 0,1-2 0 16,0 1 128-16,2-3 64 0,0-4 0 0,-1-4 16 0,-2 1-144 16,2-2-64-16,-1 1 0 0,-1 4 0 0,1-2 0 0,-1 9 0 15,-3 1 0-15,0 6 0 0,-1 3-320 0,-1 5-64 16,-4 4-16-16,0 5 0 15,-2 5-1472-15,-2 7-304 0,0 0-48 0,0 0-21104 0</inkml:trace>
  <inkml:trace contextRef="#ctx0" brushRef="#br0" timeOffset="-152455.39">19600 9885 52127 0,'0'0'2304'0,"-5"-1"480"0,-2-4-2224 0,7 5-560 0,0 0 0 0,0 0 0 0,0 0 960 0,0 0 64 16,6-4 32-16,3 0 0 0,2-2-560 0,4 0-112 0,3 1-32 0,3-1 0 16,1-1-352-16,4 2 0 15,0 0 0-15,3-1 0 0,-3 1 128 0,3-1-128 0,2-1 128 0,-1 2-128 31,-1 1-512-31,-1-2-192 0,2-1-16 0,-1 2-16 16,-2 1-2384-16,2 1-464 0,27-2-112 0,-12 5-16 0</inkml:trace>
  <inkml:trace contextRef="#ctx0" brushRef="#br0" timeOffset="-149456.73">20494 10147 39615 0,'0'0'3520'0,"0"0"-2816"16,0 0-560-16,0 0-144 0,-6 3 2432 0,6-3 464 15,-5 3 96-15,1 1 16 0,-1 2-2240 0,-1 2-448 16,0 1-96-16,-1 1-16 0,1 2 272 0,1 1 48 0,-2 2 16 0,-1 0 0 15,2 2-544-15,1-3 0 16,-1 1 0-16,1-1 0 16,1 1-704-16,0-2-128 0,-1 0-48 0,4-2 0 15,2 0-3232-15,2-1-656 0</inkml:trace>
  <inkml:trace contextRef="#ctx0" brushRef="#br0" timeOffset="-149222.96">21019 10110 21183 0,'-8'7'944'0,"8"-7"192"0,-6 6-912 0,3-1-224 16,-1 1 0-16,2 2 0 0,2 3 6448 0,0-2 1232 15,0 2 256-15,-1 3 64 0,1 0-5648 0,0 2-1136 16,0-1-208-16,0 2-48 0,0 0-640 0,-1 0-112 15,-1-1-16-15,2-1-16 16,2 1-832-16,-2 0-176 0,2-1-16 0,1 2-14640 16,1-2-2944-16</inkml:trace>
  <inkml:trace contextRef="#ctx0" brushRef="#br0" timeOffset="-148089.27">21832 9768 47231 0,'0'0'2096'0,"0"0"416"0,0 0-2000 0,0 0-512 0,0 0 0 0,0 0 0 0,0 0 912 0,0 0 96 15,-5 0 16-15,5 0 0 0,-7 1 208 0,1 5 48 16,2 1 16-16,0 4 0 0,0 2-944 0,1 2-192 16,0 2-32-16,0 2-128 0,0 2 128 0,1 1-128 15,-1 0 0-15,1 0 0 0,-1-1 0 0,2-2 0 16,-1 1 0-16,1-3 0 15,1-1-688-15,0-5-192 0,0 0-32 0,1-2-16 16,-1-9-2112-16,4 6-416 0,-4-6-96 0</inkml:trace>
  <inkml:trace contextRef="#ctx0" brushRef="#br0" timeOffset="-147555.31">22111 9424 30399 0,'0'0'1344'0,"-6"2"288"0,-1 1-1312 0,7-3-320 16,0 0 0-16,-5 8 0 0,0-2 4480 0,1 1 816 16,1 2 160-16,2 3 48 0,1 3-3280 0,1 2-656 0,0 4-128 0,2 5-32 15,1 4-720-15,0 4-160 0,1 1-16 0,2 1-16 16,-1-1-208-16,2 0-32 0,0-1-16 0,0 0 0 16,1-2-112-16,-2 0-128 0,0-4 176 0,-1 1-176 15,2-8 128-15,-1-2-128 0,-3-2 0 0,1-2 0 16,-1-1 128-16,0-5-128 0,0 0 0 0,-4-9 0 15,0 0 0-15,0 0 0 0,0 0 0 0,0 0 0 16,0 0 144-16,0 0-144 0,0 0 0 0,8-7 144 0,1-4-144 0,0-5 0 16,-1-2 144-16,-1-3-144 0,3-3 0 0,-1-4 128 15,-2-2-128-15,4-1 96 0,-1-2-96 16,5-2 0-16,-1 0 0 0,0-2 0 16,2 1 0-16,0 2 0 0,-2 3 0 0,0 3 0 0,-1 7 0 0,-1 2 0 15,-3 5 0-15,-2 6 0 0,-1 1 0 0,-6 7 0 16,8 2 0-16,0 3 0 0,-2 1 0 0,2 10 0 15,-1 3 0-15,1 5 0 0,-1 2 0 0,3 4 0 16,-3 0 0-16,1 0 0 0,0 0 0 16,0-1 0-16,0-2 0 0,1-1 0 0,0 0 0 0,0-1 0 15,-2-3 0-15,-1 2 0 0,2-7 0 0,0-2 0 16,-2-3 0-16,1-2 0 0,2-2 0 0,-1-3 0 16,-2-2 0-16,1 0 0 0,-7-3 0 0,8 0 0 15,-2-6 0-15,1 0 0 0,-1-2 0 0,1-1 0 16,-1-3 0-16,-1-2 0 0,1-3 0 0,0-3 0 15,1 2 0-15,-1-4 0 0,-1-3 0 0,1-1 0 16,-1-1 0-16,0-1 0 0,0 0 0 0,0-1 0 0,-1 0 0 0,-1 4 0 16,0-1-320-16,-2 4-64 15,-2 3-16-15,-2 0 0 16,0 4-928-16,-1 2-176 0,1 0-32 0,-3 4-14592 0,0-1-2896 16</inkml:trace>
  <inkml:trace contextRef="#ctx0" brushRef="#br0" timeOffset="-147338.35">21922 9346 20271 0,'-16'-6'896'0,"10"5"192"0,-3 0-880 0,2-2-208 0,2-1 0 0,5 4 0 0,0 0 7760 0,0 0 1520 16,0 0 288-16,0 0 64 0,7-4-7024 0,3 0-1408 15,4 2-288-15,3-3-48 0,1-1-656 0,5 1-208 16,1 1 128-16,5 0-128 0,-2-2 0 0,5-1 0 15,-1 2 0-15,4 0 0 16,-1 0-960-16,4-1-160 0,2 1-32 0,1 1 0 16,-1 2-2704-16,-1-1-560 0</inkml:trace>
  <inkml:trace contextRef="#ctx0" brushRef="#br0" timeOffset="-147166.84">22754 9339 5519 0,'0'0'496'0,"0"0"-496"16,0 0 0-16,0 0 0 0,4-5 9504 0,1-2 1808 15,1 3 352-15,4 2 80 0,-3-3-8272 0,2 1-1648 16,-1-1-336-16,3 1-64 0,0-2-272 0,4 1-64 16,3 0-16-16,2-3 0 0,2 2-752 0,1 0-128 15,3 1-48-15,2 0 0 16,-1-2-848-16,-2 2-192 0,-2 1-16 0,1 0-16 16,-1 4-3168-16,-2 4-640 0</inkml:trace>
  <inkml:trace contextRef="#ctx0" brushRef="#br0" timeOffset="-146761.59">23121 9979 17503 0,'0'0'1552'0,"-6"0"-1232"0,1 0-320 0,5 0 0 0,-4-1 7920 0,4 1 1520 16,0 0 304-16,0 0 64 0,0 0-7216 0,1-7-1440 15,-1 7-304-15,5-6-48 0,3-2-256 0,1 2-48 16,2-1-16-16,0-1 0 0,1 0-208 0,2 1-32 16,1 0-16-16,-1-2 0 0,1 1-224 0,-1 2 0 15,-1 0 0-15,0 2-160 0,1 3 160 0,-2 0 0 16,-3 0 0-16,-9 1-128 0,0 0 128 0,0 0 0 16,0 0 0-16,0 0 0 0,4 6 256 0,-3 2 0 15,-1 1-16-15,-4 1 0 0,-2 2-240 0,-3 3 0 16,-2 0 128-16,0 2-64 0,-2 0-64 0,0 1 0 15,-2 1 0-15,2 0 0 0,-1-2 0 0,1 0 0 16,2-1 0-16,2 1 0 0,0-4 0 0,3 0 0 0,0-3 0 16,4-1 0-16,0 0 0 0,2-1 0 0,0-8 0 15,4 7 0-15,3-2 0 0,1 0 0 0,0-2 0 16,2-2 0-16,3-1 0 0,1-1 0 16,1-1 0-16,2 1 0 15,2-5-704-15,2-1-144 0,0-1-32 0,2 0 0 16,5-3-1216-16,2-2-240 0,1-2-48 0,2 4-20016 0</inkml:trace>
  <inkml:trace contextRef="#ctx0" brushRef="#br0" timeOffset="-146401.77">24077 9553 33167 0,'0'0'2944'16,"0"0"-2352"-16,0 0-464 0,0 0-128 0,0 0 4576 0,0 0 896 15,0 0 176-15,0 0 48 0,0 0-3664 0,0 0-736 16,0 0-144-16,0 0-16 0,0 0-624 0,-3 8-128 16,-2 0-32-16,0-1 0 0,-2 3-256 0,-2 0-96 15,0 3 0-15,-2 0 0 0,-1 1 0 0,-1 2 0 16,0-3 0-16,-2 1 0 0,2 2 0 0,0-2 0 16,3-1 0-16,-2-1 0 0,2-1 0 0,-1 0 0 15,3 1 0-15,3-3 0 0,-1-1 0 0,2-1 0 16,-1-1 0-16,5-6 0 0,-3 7 0 0,3-7 0 15,-1 6 0-15,1-6 0 0,1 8 0 0,-1-8 0 16,5 5 0-16,0 0 0 0,2 2 0 0,-1-2 0 16,-6-5 0-16,11 3 0 0,-1-1 0 0,5 0 0 15,-1-1 0-15,2-1 0 0,-1-1 0 0,2 1 0 0,1 0 0 0,1-2 0 16,0 0 0-16,1-1 0 16,-2 3 0-16,0-3 0 15,1 2-896-15,-2 0-160 0,-3 1-32 0,3 0-15728 0,1-1-3136 0</inkml:trace>
  <inkml:trace contextRef="#ctx0" brushRef="#br0" timeOffset="-145799.75">24874 9535 19343 0,'0'0'1728'0,"0"0"-1392"15,1-8-336-15,-2 0 0 0,-1-1 5744 0,1 1 1072 16,-3 0 224-16,1 3 32 0,0 2-4000 0,-3 1-784 0,-3 1-176 0,0 2-16 16,-1 1-480-16,-3 5-80 15,-2 1-32-15,-2 5 0 0,-1 5-928 0,-4 4-192 0,-2 4-48 0,-2 4 0 16,0 2-240-16,0-2-96 0,3 0 0 0,2-2 0 15,4 1 0-15,3 0 0 0,3-2 0 0,6 0 0 16,2 2 0-16,6-3 0 0,4 0 0 0,3-2 0 16,7-3 0-16,5-2 0 0,3-1 0 0,1-2 0 15,1-4 0-15,3-2 0 0,0-3 0 0,3-2 0 16,-2-3 0-16,3-2 0 0,-1 0 0 0,-2-2 0 0,-1-3 0 16,-1-2 0-16,-1-5 0 0,-2 2 0 0,0-2 0 0,-1-2 0 15,-3-4 0-15,-1-2 0 16,-3-1 0-16,-1 0 0 0,-1 0 0 0,-4-1 0 0,-2-1 0 0,-3-1 0 15,-5 1 0-15,0 1 0 0,-4 0 0 16,-3-1 0-16,-5 0 0 0,-3 1 0 0,-3 1 0 0,-5-3 0 16,-2 2 0-16,-3 1 0 0,0 1 0 15,1 0 0-15,0 2 0 0,3 1 0 16,1 1-608-16,4 1-112 0,0 2-32 0,4-2-24720 16</inkml:trace>
  <inkml:trace contextRef="#ctx0" brushRef="#br0" timeOffset="-144114.34">19084 11554 34095 0,'0'0'3024'0,"0"0"-2416"0,-8 1-480 0,1 2-128 15,7-3 2240-15,-6 7 448 0,6-7 64 0,-4 11 32 16,0 2-2464-16,0 0-480 0,2 0-96 0,0 3-32 16,2 1 288-16,-1 3 0 0,-2-5 0 0,2 5 0 15,0 1 176-15,-1 2-176 0,0 6 192 0,1 2-192 0,-1 2 576 0,0 3 16 16,-2 2 0-16,-1 10 0 0,-3 7-32 16,1 6-16-16,1 3 0 0,-2 8 0 15,1 5-240-15,1 9-48 0,-2 1-16 0,0 10 0 16,0 7-240-16,2 5 144 0,-1 1-144 0,1 5 128 0,1-1-128 0,1 4 192 15,1-2-192-15,3-3 192 0,-1-2 32 0,1 4 16 16,1-6 0-16,0 1 0 0,2-7 64 0,0 2 16 16,0 1 0-16,3-4 0 0,0-5 16 0,-1-3 16 15,1-2 0-15,-1 0 0 0,0-1-32 16,0-3 0-16,2-6 0 0,-2-1 0 0,0-2-16 16,0 5-16-16,1-2 0 0,-1-1 0 0,-1-6-64 0,0-2-16 15,1-5 0-15,-1 0 0 0,-2 0 0 0,1 1 0 16,0-2 0-16,1 0 0 0,-4-6-208 0,1-2 176 0,1-7-176 15,0 2 160-15,-1-4-16 0,0-1 0 16,1-4 0-16,-1 0 0 0,-1-5 0 0,1-4 0 16,1 0 0-16,0-1 0 0,1-4-144 0,-2-3 160 0,-2-6-160 0,2 0 160 15,2-4-160-15,1-1 0 16,-3-5 144-16,2-2-144 0,-1-1 0 0,-1-1 0 0,-1-8 0 0,0 0 128 16,0 9-128-16,0-9 0 0,0 0 0 0,0 0 0 15,0 0 0-15,0 0-208 0,0 0 48 0,0 0 16 31,0 0-816-31,0 0-176 0,0 0-16 0,0 0-16 0,0 0-2048 16,-1-10-416-16</inkml:trace>
  <inkml:trace contextRef="#ctx0" brushRef="#br0" timeOffset="-143072.02">19029 16686 40143 0,'0'0'1776'0,"0"0"368"0,0 0-1712 15,0 0-432-15,0 0 0 0,12-3 0 0,-2 2 0 0,2 1-320 0,2-2 48 0,2 2 16 16,2 0 480-16,3-1 96 0,1-2 32 0,6 2 0 16,2-1 736-16,3-1 160 0,5 0 32 0,3-2 0 15,3-1-544-15,0-1-96 0,-1 1-32 0,4-1 0 0,4-1-192 0,5 2-32 16,3-1-16-16,5 1 0 16,5-1-48-16,1 1-16 0,-1 0 0 0,6 2 0 0,0 2-48 15,7 1-16-15,4-3 0 0,2 1 0 16,-1 0 48-16,4 2 16 0,2 1 0 0,5 0 0 0,6-1-96 15,-4 1-16-15,-3 1 0 0,6 3 0 0,4-3-192 0,1 2 176 16,0 2-176-16,0-1 160 0,-2 1-160 0,2-1 0 16,3 0 0-16,-5 0 0 0,-6 3 128 0,2-4-128 15,-1 1 0-15,0 2 128 0,-2 0-128 0,-9 2 0 16,-9-2 0-16,0 1 0 0,1-1 0 0,0 1 0 16,-1 1 0-16,-7-2 128 0,-8 0-128 0,-7-3 0 15,-7 1 0-15,-2 2 0 0,-2-4 0 0,-5 2 128 16,-4 0-128-16,-4 0 0 0,-3-3 128 0,-6 2-128 0,-5-1 0 15,-4 1 128-15,-6 0-128 0,-11-3 192 0,0 0-192 16,0 0 192-16,0 0 0 0,0 0 16 16,0 0 0-16,0 0 0 0,0 0 64 0,0 0 16 0,0 0 0 15,0 0 0-15,0 0-48 0,-9-6-16 0,0 1 0 0,2 1 0 16,7 4-224-16,-7-5 144 0,-1-1-144 0,1-1 128 16,1 1-128-16,6 6 128 0,-9-8-128 0,2 0 128 15,2 0-128-15,-2 2 160 0,2-5-160 0,0 2 160 16,0 0-160-16,0-2 0 0,-1 0 0 0,2-2 128 15,-1-2-128-15,1 0 0 0,-1-4 0 0,0-1 128 16,0-5-128-16,1-1 160 0,-3-3-160 0,2-2 160 16,0-1-160-16,0-8 128 0,-1-6-128 0,2 0 128 15,-2-3-128-15,-3-4 128 0,2-5-128 0,-1-3 128 16,-1-5-128-16,2-5 0 0,-3-2 0 0,1 0 128 16,-2-2-128-16,0-2 0 0,1-3 0 0,-1-5 0 15,-2 1 0-15,3-1 0 0,-2-2 0 0,0 1 0 16,-3-4 0-16,0 0 128 0,2-3-128 15,0 1 0-15,-2 0 0 0,-1 0 0 0,-1-3 0 0,-1-3 0 0,0 0 0 0,-3-4 0 16,0-1 128-16,0-5-128 0,0-1 0 0,3-1 0 16,0 3 0-16,-1 2 0 0,2-1 0 0,0-1 0 15,0-2 0-15,1 4 0 0,0 7 0 0,0-1 0 16,3 0 0-16,-2 3 0 0,0 2 0 0,2 5 0 16,-1 5 0-16,1 1 0 0,-3 7 0 0,2 4 0 15,1 5 0-15,0 7 0 0,2 3 0 16,1 6 0-16,-2 3 0 0,3 6 0 0,-1 4 0 0,0 7 0 15,3 1 0-15,-1 3 0 0,3 2-208 0,-1 4 80 16,-1 2 128-16,1 3-208 0,2 3-48 0,-1 5-16 16,-3-1 0-16,3 5 0 15,1 1-1072-15,4 3-224 0,0 0-32 0,-6 12-14272 0,-2 2-2832 0</inkml:trace>
  <inkml:trace contextRef="#ctx0" brushRef="#br0" timeOffset="-142089.7">20976 11376 29487 0,'-10'-4'2624'0,"6"4"-2112"15,-2-2-512-15,1 4 0 0,5-2 5056 0,0 0 896 16,0 0 176-16,-2 6 32 0,1 3-4960 0,1 3-1008 16,-1 1-192-16,0 0 0 0,-1 4 496 0,1-1 128 15,-2 1 16-15,2 0 16 0,-3-1-416 0,3 4-96 16,1-3-16-16,0 0 0 0,-2-1-128 0,1-3-176 0,0-3 48 15,1-3 0 1,1-1-1632-16,-1-6-320 0,0 0-64 0,0 0-16 16,0 0-2160-16,0 0-432 0,0 0-96 0</inkml:trace>
  <inkml:trace contextRef="#ctx0" brushRef="#br0" timeOffset="-141729.2">20960 11249 21183 0,'-13'-18'944'0,"5"10"192"0,-5-4-912 0,0 2-224 0,-1-2 0 0,-1 0 0 0,0 2 4848 0,-2-1 912 16,-2 5 192-16,-1 1 48 0,0 2-3376 0,-2 4-656 15,-2 3-144-15,0 2-32 0,-2 3-496 0,-1 5-96 16,1 4-32-16,0 4 0 0,0 3-384 0,0 3-80 16,0 0 0-16,0 4-16 0,1 1-272 0,3 1-48 15,1 5-16-15,4-1 0 0,3 0-192 0,3 3-32 16,5-2-128-16,5 2 192 0,3 1-192 0,6-3 0 16,3-2 128-16,3-5-128 0,4-2 0 0,2-2 0 15,1-7 0-15,2-2 0 0,2-2 0 0,3-4 0 16,4-3 0-16,4-2 0 0,5-2-144 0,0-4 144 0,4-2 0 15,0-1-144-15,1-2 144 0,0-1 0 16,-2-4 0-16,-1-2-128 0,-3-3 128 0,-1-1 0 16,-1-3 0-16,0-3 0 0,0-2 0 0,-3-4-128 15,-1-3 128-15,-3-1 0 0,-2-1-240 0,-3 0 48 0,-4-1 0 16,-2 1 0-16,-5-1 192 0,-3 2 0 0,-4 0 0 16,-4 0 0-16,-3 0 0 0,-2 3 0 0,-4-1 0 0,-2 2 0 15,-2 1 192-15,-3 1 96 0,-1-3 16 0,-1 1 0 16,-3 3-304-16,-1-1 0 0,-2-1 0 15,-1 2 0-15,-1 1-640 0,0 1-256 16,0 4-32-16,1-3-16 0,0 3-2016 0,0-2-416 16</inkml:trace>
  <inkml:trace contextRef="#ctx0" brushRef="#br0" timeOffset="-140429.72">25336 11675 17503 0,'0'0'1552'0,"-2"-6"-1232"0,-1-1-320 0,1 0 0 0,-1-3 3200 0,0 3 592 16,2 0 112-16,0 2 32 0,1 5-1696 0,0 0-352 15,0-7-64-15,0 7-16 0,0 0-32 0,0 0-16 16,0 0 0-16,0 0 0 0,0 0-864 0,0 0-192 16,0 0-16-16,0 0-16 0,0 0-160 0,5 7-16 15,-1 1-16-15,1 3 0 0,-1 4-16 0,0 2 0 16,-1 1 0-16,-1 4 0 0,1 3-192 0,-2 4-32 15,0 3-16-15,1 5 0 0,-2-1-16 0,1 3 0 16,0 4 0-16,1 28 0 0,-2-9-16 0,2 0-16 16,0-1 0-16,-1 0 0 0,1-1 0 0,-2 1 0 15,-1 1 0-15,0 0 0 0,0 3 96 0,2 4 32 16,-1 8 0-16,0-4 0 0,-1 2-112 0,1 0-32 0,1 4 0 16,-1 0 0-16,0 2-160 0,0 2 160 15,0 2-160-15,0-4 160 0,1-2-32 0,0 1 0 16,1 1 0-16,0 4 0 0,1-1 16 0,1-2 0 0,-2-1 0 15,4-1 0-15,-2-2-16 0,1 4 0 0,0-1 0 0,0-2 0 16,2-2 64-16,-2 0 0 0,0-1 0 0,0 0 0 16,2-2-192-16,1-2 160 0,-2-5-160 0,1-1 160 15,-1-6-160-15,1-2 128 0,1-2-128 0,-2 0 128 16,-1-4-128-16,1-1 0 0,-3 0 144 0,3-4-144 0,-1-5 0 16,-1-4 128-16,0-4-128 0,0-2 0 0,1-3 0 15,0-2 0-15,-2 1 0 0,-1-2 128 0,-2 0-128 0,0-3 144 16,3-1-144-16,0-3 160 0,-3-1-160 0,1-1 0 15,-1-2 0-15,0 2 0 0,2-4 0 0,0 0-176 16,-2-2 16-16,1-1 0 0,-1 1-96 0,1 0-32 16,-1-11 0-16,0 12 0 15,0-12-688-15,3 11-144 0,-3-11-32 0,0 0 0 16,0 0-1232-16,0 0-256 0,9 7-48 0,-9-7-11312 16,13 0-2256-16</inkml:trace>
  <inkml:trace contextRef="#ctx0" brushRef="#br0" timeOffset="-138894.83">25473 15961 7359 0,'0'0'320'0,"0"0"80"0,0 0-400 0,0 0 0 0,0 0 0 0,0 0 0 15,-6-4 5760-15,6 4 1056 0,0 0 224 0,0 0 32 16,0 0-5520-16,0 0-1104 0,0 0-208 0,0 0-48 0,0 0 720 0,0 0 160 16,0 0 16-16,0 0 16 0,0 0-80 0,0 0 0 15,0 0-16-15,0 0 0 0,0 0 80 0,0 0 32 16,6 9 0-16,0-1 0 0,-6-8-400 0,5 10-80 16,-3 2 0-16,1-2-16 0,0 1-320 0,0 0-64 15,1 3-16-15,-1 0 0 0,0-1-224 0,-1 3 144 16,1-1-144-16,-1 3 128 0,-2-2-128 15,0 2 0-15,-1-1 0 0,1 3 128 0,0-1-128 0,-1 1 0 16,-2 0 0-16,2-2 128 0,0-3-128 0,-1 1 128 16,0 1-128-16,0-3 128 0,0-1-128 0,0 0 0 15,1 0 144-15,0 0-144 0,0-3 0 0,-1 1 144 16,2-11-144-16,0 11 0 0,0-11 144 0,-1 12-144 16,1-12 0-16,0 10 144 0,0-10-144 0,0 0 0 0,3 10 0 15,-3-10 128-15,1 11-128 0,-1-11 192 16,0 0-192-16,5 12 192 0,-5-12-64 0,0 0-128 0,8 7 192 0,-8-7-64 15,6 9-128-15,-6-9 160 0,0 0-160 16,12 7 160-16,-1 0-160 0,0-4 0 0,-11-3 0 0,16 4 0 16,0-1 0-16,1 1 0 0,-2 0 128 0,5-2-128 15,-1 0 0-15,5-1 0 0,3 0 0 0,2 1 0 16,2-2 0-16,2 1 0 0,1 0 0 0,0-1 0 16,-1 0 0-16,3 3 0 0,1 2 0 0,5-2 0 15,4 1 0-15,7-2 0 0,5 2-144 0,2 1 144 16,0 0 0-16,-2 1 0 0,0-2 0 0,-1 2 0 15,2 2 0-15,4-2 0 0,5 0 0 0,4 0 0 16,1-1 0-16,0 2-128 0,-4-1 128 0,3 1 0 16,1-2 0-16,6-1 0 0,2 0 0 0,0 0 0 0,-3-1-176 15,-1 0 176-15,-4 3-160 0,-1-2 160 0,0-1-144 16,2 3 144-16,1-1-128 0,-2 0 128 0,-5-1 0 16,-6 3-160-16,-4-5 160 0,-2 2 0 0,-2-1-160 15,-2 1 160-15,-3 0-128 0,-2-1 128 0,-2 1-192 0,-6 0 64 16,-5-1 0-16,-6-1 0 0,-3 1 128 0,-4 1-160 15,-3-1 160-15,-3-1-160 0,-6 2 160 0,-9-4 0 16,0 0 0-16,0 0 0 0,0 0 208 0,0 0-16 16,0 0-16-16,0 0 0 0,0 0 176 0,0 0 32 15,0 0 16-15,0 0 0 0,0 0 16 0,0 0 0 16,-11 0 0-16,2-3 0 0,9 3-112 0,-10-2-32 16,1 1 0-16,9 1 0 0,0 0-112 0,-8-6-32 0,1 1 0 15,7 5 0-15,0 0-128 0,-5-8 0 0,2-1 0 16,3 9 128-16,0-9-128 0,3-4 0 15,0-1 0-15,-1-1 0 0,1 1-144 0,2-3 144 16,2-2 0-16,-1-2 0 0,-1-4 0 0,1-1 0 16,0-3 0-16,-1-1 0 0,-1-2 0 0,0-5 0 0,0-5 0 15,0-1 0-15,0-1 0 0,-2-4 0 16,-2 0 0-16,2-3 0 0,-2-3 176 0,0-1-176 16,-2-1 192-16,1-6-192 0,0-3 192 0,0-3-192 0,-1-1 192 0,2-2-192 15,0 0 176-15,2-5-176 0,0-4 160 0,1-4-160 16,1-5 128-16,0-3-128 0,-2-4 0 0,1 0 144 15,-1-2-144-15,0 3 0 0,-1 2 0 16,-1 0 0-16,-3-3 160 0,2 6-160 0,-3 0 192 16,2 3-192-16,-2 0 224 0,-2-3-64 0,0-5-16 0,-1-2 0 15,1 1-144-15,2-1 160 0,-1 1-160 0,2-2 160 0,-1 1-160 0,3 4 0 16,1-3 0-16,3 4 0 0,-2-2 0 0,0 1 0 16,2 1 0-16,-1 2 0 0,4 4 0 0,-4 0 0 15,2 1 0-15,-3 6 0 0,-1 0 0 0,0 9 0 16,-1 5 0-16,1 19 0 0,-2-1 0 0,0-1 0 15,-2 2 0-15,-1 2 0 0,1 4 0 0,-2 0 0 16,0 3 0 0,-1 0 0-16,0 3 0 0,1 4 0 0,0 2 0 0,0 4 0 0,1 2 0 0,-1 5 0 15,3 1 0-15,-3 2 0 0,2 4-144 0,0-2 144 16,1 4-192-16,-1 0 192 0,0 4-400 0,0 2 16 16,-1-1 16-16,5 3 0 15,0 0-1392-15,0 0-288 0,0 0-48 0,0 0-12752 16,0 0-2544-16</inkml:trace>
  <inkml:trace contextRef="#ctx0" brushRef="#br0" timeOffset="-138201.75">26699 11082 43311 0,'0'0'3840'0,"0"-5"-3072"0,-1-4-608 0,3 0-160 0,5-2 1040 0,0 2 176 16,1 1 48-16,1 1 0 0,1-1-688 0,-1 0-128 15,0 1-16-15,0 0-16 0,0 1-32 0,-1 2-16 16,-2 0 0-16,1 2 0 0,-7 2-176 0,0 0-16 15,0 0-16-15,0 0 0 0,0 0 128 0,0 0 32 0,0 0 0 0,-5 9 0 16,-3 3-64-16,-3 1-16 0,-2 2 0 0,-1 2 0 16,-2 2-48-16,-1 0-16 15,-1 1 0-15,1 2 0 0,2-3 80 0,2 1 0 0,2 0 16 0,1 0 0 16,1-1-64-16,2-1-16 0,3-2 0 16,3-2 0-16,2-1-64 0,0 0 0 0,1-4-128 0,2 2 192 15,1-1-192-15,3-4 0 0,2 1 128 0,3-2-128 16,2-2 0-16,1-1 0 0,3 0 0 0,0-1 0 15,2-2-224-15,1-1 64 0,3-1 16 16,1-3 0-16,0 0-736 16,-1-2-144-16,0-2-16 0,-2-1-16 0,-1-1-1088 15,1-1-224-15,-3-1-32 0,0 1-11440 0,0-5-2288 0</inkml:trace>
  <inkml:trace contextRef="#ctx0" brushRef="#br0" timeOffset="-137809.61">27018 10939 33455 0,'-13'-20'1472'0,"5"14"320"0,-3-5-1424 0,-4-2-368 0,0-1 0 0,-5 1 0 0,-2 0 1408 0,-3-3 192 15,-1-2 64-15,-1 4 0 0,-2 2 64 0,-1 1 0 16,-3 2 16-16,1 3 0 0,-3 4-592 0,2 5-112 16,0 2-16-16,1 4-16 0,-1 2-240 0,-1 6-32 15,0 2-16-15,-1 5 0 0,0 1 64 0,1 3 16 16,2 5 0-16,3-1 0 0,4 2-288 0,3 4-64 16,4 4-16-16,5-2 0 0,2 6-272 0,7-3-160 0,6-3 192 15,4 1-192-15,6-2 128 0,4 0-128 0,3-2 0 0,5-4 0 16,0 0 0-16,4-2 0 15,0-2 0-15,5-3 0 0,0-2 0 0,3-5 0 0,3-2 128 16,4-4-128-16,8-3 0 0,1 0 0 0,3-6 0 0,-3-2 0 16,-1-3 0-16,-1-2 0 15,-4-3 0-15,1-2 0 0,-1 0 0 0,2-5 0 0,2-1 0 16,-2-3 0-16,-1-2-160 0,-3-3 160 0,-3-2-160 0,-5-1 160 16,-3 0-144-16,-5-5 144 0,-3 1-128 0,-4-2 128 15,-4-3 0-15,-4-2 0 0,-5-3 0 0,-3-2 176 16,-1-1-176-16,-4 1 192 0,-4-1-192 0,-4 0 192 0,-2 2-48 15,-3 1 0-15,-8 1 0 0,-1 1 0 0,-4 4-144 16,-2 4 192-16,0-1-192 0,-4 4 192 0,2 2-192 16,0 2 0-16,0 3 0 0,3 3-176 15,1 0-384-15,3 5-80 0,0 1 0 16,4 3-16-16,1 0-1728 0,1 3-352 0,2 2-64 16</inkml:trace>
  <inkml:trace contextRef="#ctx0" brushRef="#br0" timeOffset="-135177.48">19107 12720 10127 0,'0'0'896'0,"0"0"-704"16,0-6-192-16,0 0 0 0,0-1 5712 0,0 7 1120 0,2-5 208 0,-2 5 64 15,1-5-3968-15,-1 5-800 16,0 0-160-16,0 0-16 0,0 0-128 0,0 0-32 16,0 0 0-16,0 0 0 0,0 0-944 0,0 0-192 0,-1 8-32 0,-1 5-16 15,1 2-512-15,0 5-112 16,-1 5 0-16,0 1-16 0,0 0 16 0,1 1 0 0,0-1 0 0,0 0 0 15,1-1-64-15,-2-3 0 0,2 2 0 16,2-2 0-16,-1-2-128 0,1-2 0 16,0-1 0-16,0-3 128 0,0 0-128 0,0-4-144 0,0 0 144 0,-1-3-208 15,-1-7-992 1,0 0-192-16,0 0-32 0,0 0-16 0,0 0-1312 0,0 0-272 0,0 0-48 16,6-4-16016-16</inkml:trace>
  <inkml:trace contextRef="#ctx0" brushRef="#br0" timeOffset="-134231.53">19050 12695 18431 0,'0'0'1632'0,"0"0"-1312"16,0 0-320-16,0 0 0 0,0 0 4736 0,0 0 896 16,0 0 160-16,0 0 32 0,4-4-3376 0,-4 4-672 15,9-3-144-15,1-1-32 0,2 1-384 0,2-3-96 16,3 2-16-16,0 1 0 0,3 0-448 0,2-2-80 15,-1 1-32-15,2 0 0 0,2 1 32 0,0 1 0 16,0-1 0-16,1 0 0 0,1 1-192 0,2-1-48 16,-3 1 0-16,0 0 0 0,1 1-144 0,2 0-48 15,1-1 0-15,0 2 0 0,0-2-144 0,3 0 0 16,-1 2 0-16,2-1 0 0,0 0 0 0,-1-2 0 16,-1 3 0-16,2-1 0 0,-1 1 0 0,-1 0 0 15,1 1 128-15,-2-1-128 0,-1 0 0 0,1 0 0 0,1 0 0 16,-2 0 0-16,-3 0 0 0,3-1 0 0,0 0 0 15,0-1 0-15,0 2 0 0,-1 0 0 0,-1 0 0 16,1 0 0-16,-2 2 0 0,1-2 128 0,-2 0-128 0,0 0 0 16,0 0 0-16,-1 0 0 0,-2 0 0 15,1 0 0-15,-1 0 0 0,2 0 0 0,0 0 0 0,0 0 0 0,-1 0 0 16,1 0 0-16,1 1 128 0,0 0-128 0,-1 2 0 0,0-3 0 16,-3 1 0-16,1-1 0 0,1 0 0 15,-2 1 0-15,0 1 0 0,-1 0 0 16,-1 2 0-16,-2-2 0 0,0-1 0 0,0 0 0 15,2 2 0-15,1-2 0 0,-3 0 0 0,0 1 0 0,-1-1 0 0,1 0 0 16,1 1 0-16,-1-2 0 0,0 0 0 0,0 0 0 16,1-2 0-16,-1 4 0 15,-1-1 0-15,1-1 0 0,0 0 0 0,1 1 0 0,-1-1 0 0,-1 3 0 16,0-3 0-16,0 1 0 0,-2-1 0 0,2 1 0 16,0 1 0-16,0 0 0 0,0-2 0 0,0 0 0 15,3 0 0-15,-2 0 0 0,-1 0 0 0,2-2 0 16,1 2 0-16,1 0 0 0,0 0 0 0,-3 0 0 15,0 0 0-15,-1 0 0 0,1 0 0 0,-1 2 0 16,0-2 0-16,0 2 0 0,0-2 0 0,-1 0 0 16,-2 0 0-16,-2 1 0 0,1-1 0 0,3 0 0 15,-2 0 0-15,2 0 0 0,-2 1 0 16,2-1 0-16,-2 0 0 0,4 3 0 0,-1-3 0 0,0 0 0 16,-1 0 0-16,1 0 0 0,1 0 0 0,0 0 0 0,-2 0 0 15,-1 0 0-15,5 0 0 0,0 0 0 0,-1-3 0 16,-2 3 0-16,-1 3 0 0,-2-3 0 0,0 0 0 0,-3 1 0 15,-2 2 0-15,4-2 0 0,3 0 0 0,-1 1 0 16,-2-2 0-16,-1 1 0 0,-3 2 0 16,4-3 0-16,2 0 0 0,-1 1 0 15,-2-1 0-15,2 1 0 0,0-1 0 16,-1 0 0-16,2 3 0 0,-1-2 0 0,-1-1 0 0,1 3 0 0,-2-1 0 0,1-2 0 16,-1 0 0-16,0 2 0 0,-2-1 0 0,-1 0 0 0,2 2 0 15,-4-2 0-15,0 0 0 0,1 1 0 0,-3 0 0 0,0-2 0 16,-5 0 0-16,5 0 0 0,-5 0 0 0,0 0 0 15,0 0 0-15,0 0 0 0,0 0 0 0,11 0 0 16,7 0 0-16,0-4 128 0,-3 4-128 0,-4-1 0 16,-1 0 0-16,-1 1 0 0,0 0 0 0,-9 0-192 15,0 0 32-15,0 0 16 0,0 0 144 0,0 0 144 16,0 0-16-16,0 0-128 0,0 0 0 0,0 0 0 16,0 0 0-16,0 0 0 0,0 0 0 0,0 0 0 15,0 0 0-15,0 0 0 0,0 0 0 0,0 0 0 16,0 0 0-16,0 0-144 15,-4 0-544-15,4 0-96 0,0 0-32 0,0 0 0 16,-7 0-1936-16,7 0-384 0,0 0-64 0</inkml:trace>
  <inkml:trace contextRef="#ctx0" brushRef="#br0" timeOffset="-133862.59">22544 12701 16575 0,'0'0'1472'0,"0"0"-1168"0,-11-4-304 0,8 2 0 0,3 2 3408 0,0 0 624 15,-3-3 128-15,3 3 32 0,0 0-1360 0,0 0-272 16,0 0-48-16,0 0-16 0,0 0-240 0,0 0-48 15,0 0-16-15,0 0 0 0,0 0-752 0,0 0-160 16,0 0-16-16,8 9-16 0,-2-2-400 0,-2 2-80 16,0 0 0-16,1 3-16 15,1-2-336-15,-3 3-64 0,-1 3-16 0,0 1 0 0,2 0-208 0,0 1-128 16,0 2 160-16,0 1-160 0,0-1 0 0,0 0 128 16,-2-2-128-16,1 0 0 0,-2-1 0 0,1-1 0 15,-2 0 0-15,0-2 0 0,0-1 0 0,2-1 0 16,0-2 0-16,-1-1 0 15,0-1-1024-15,0 0-80 0,-1-8-32 0,0 0 0 16,3 7-2160-16,1-1-432 0,0-1-96 0</inkml:trace>
  <inkml:trace contextRef="#ctx0" brushRef="#br0" timeOffset="-133311.6">22668 13090 27647 0,'0'0'2448'0,"0"0"-1952"0,0 0-496 0,0 0 0 16,-11-3 3344-16,0 2 576 0,-1-2 112 0,-1 2 32 15,1 0-1728-15,-2-1-352 0,-1 0-64 0,0 1 0 16,3 1-640-16,-2 0-112 0,-3-2-16 0,-2 2-16 0,0 0-432 0,-2 0-64 16,-2 0-32-16,-2 0 0 0,-4 0-256 0,0 0-48 15,1 0-16-15,-1 0 0 0,-11 0-160 0,-2 0-128 16,-2 0 144-16,-2 0-144 0,-2-1 0 15,-3 1 0-15,0 0 0 16,0 0 0-16,2 0 0 0,-2 3 0 0,0-2 0 0,0 1 0 0,-1 1 0 0,-1 1 0 16,-4-3 0-16,3 2 0 0,-2 0 0 0,1-1 0 15,-1 2 0-15,1-3 0 0,-1 2 0 0,-3 0 0 16,-1-1 0-16,-1 1 0 0,-4-1 0 0,0 1 0 16,0 1 0-16,2 0 0 0,-2 1 0 0,2-4 0 15,-1 2 0-15,0 0 0 0,1-1 0 16,1 1 0-16,5-1 0 0,3 0 0 0,4-1 0 0,1 0 0 0,1-1 0 15,4 0 0-15,1 0 0 0,1 0 0 16,0 0 128-16,2 0-128 0,1 0 0 0,1 2 128 16,0-1-128-16,3 1 0 0,1 0 224 0,0-1-48 15,0 0-16-15,3 2 0 0,0-2-32 0,2 2 0 16,2 0 0-16,2-1 0 0,1-1-128 0,2 2 128 16,1 0-128-16,1 1 128 0,-1-4-128 0,2 2 0 15,3-1 0-15,-1 2 0 0,1 0 0 0,0-1 0 16,-1 0 0-16,2 0 0 0,0 0-176 0,0 0 176 15,-1 2-128-15,0-4 128 0,-1 1 0 0,1 1-160 0,-1-1 160 0,0 2 0 16,-3-2 0-16,2 1 0 0,-2 1 0 16,1 0 0-16,0-1-128 0,3 1 128 0,0-1 0 0,-5 1 0 15,3-2-800 1,5 1-48-16,2-2-16 0,11 0-15664 0,0 0-3136 0</inkml:trace>
  <inkml:trace contextRef="#ctx0" brushRef="#br0" timeOffset="-132753.43">19098 13601 39215 0,'0'0'1728'0,"0"0"384"0,-8 5-1696 0,8-5-416 0,-6 9 0 0,1 0 0 0,-1 1 368 0,2 1-16 16,1 1 0-16,0 0 0 0,3-12 368 0,-3 14 80 16,2 2 16-16,1-2 0 0,1-1-672 0,2 0-144 15,0 0 0-15,0 0 0 16,3 2-2064-16,-1 2-416 0,0-1-80 0</inkml:trace>
  <inkml:trace contextRef="#ctx0" brushRef="#br0" timeOffset="-132628.45">19201 14297 33455 0,'-6'12'1472'0,"3"-6"320"0,-1 0-1424 0,0 1-368 15,0 4 0-15,-1-3 0 0,-1 0 0 0,0-1 0 0,1 0-160 0,0-1 160 31,0 1-1264-31,1-1-144 0,0 0-16 0</inkml:trace>
  <inkml:trace contextRef="#ctx0" brushRef="#br0" timeOffset="-132495.45">19218 14665 9215 0,'0'0'816'0,"-4"9"-656"0,0 1-160 0,-1 2 0 15,-1 0 4672-15,-1 1 896 0,3-1 176 0,2-1 32 0,-1 1-4496 0,-1-2-912 16,0 0-176-16,1 0-9184 15,1 0-1824-15</inkml:trace>
  <inkml:trace contextRef="#ctx0" brushRef="#br0" timeOffset="-132326.78">19251 15208 11967 0,'-8'10'1072'0,"1"3"-864"16,0 1-208-16,-1 3 0 0,-1 1 6096 0,1 0 1184 15,0 1 224-15,-1-1 48 0,-2 0-5376 0,2 2-1072 16,1-5-208-16,2 4-64 0,-2-1-272 0,3 3-64 15,1-2-16-15,1 2 0 16,2 0-1872-16,0 0-368 0,-2 0-80 0,2 0-16 16,1-3 816-16,0 1 144 0,0 2 48 0,0-1-14880 0</inkml:trace>
  <inkml:trace contextRef="#ctx0" brushRef="#br0" timeOffset="-132209.47">19146 16042 6447 0,'-4'20'272'0,"2"-12"80"0,-5 4-352 0,2 1 0 15,0 0 0-15,0 0 0 0,1 0 7040 0,0 1 1328 16,1-3 272-16,1-1 48 0,0 1-6832 0,1-2-1344 16,1 0-288-16,1-1-48 15,2 1-2656-15,0-3-528 0,-1 4-96 0</inkml:trace>
  <inkml:trace contextRef="#ctx0" brushRef="#br0" timeOffset="-132076.91">19189 16382 20271 0,'0'0'1792'0,"-2"6"-1424"0,-3 1-368 0,-1 2 0 0,0 0 3392 0,1 2 624 15,1-2 112 1,0 0 32-16,0 3-2064 0,1-2-416 0,1-2-80 0,-1 0 0 0,3-8-832 0,-1 6-144 16,1-6-48-16,2 7 0 15,5-2-3120-15,-1 0-624 0,1-5-128 0</inkml:trace>
  <inkml:trace contextRef="#ctx0" brushRef="#br0" timeOffset="-131927.55">19530 16474 15663 0,'0'0'688'0,"0"0"144"15,8-1-656-15,1-2-176 0,-2 1 0 0,6-2 0 0,3-3 1904 0,1 0 336 16,17-9 80-16,1 6-11616 0</inkml:trace>
  <inkml:trace contextRef="#ctx0" brushRef="#br0" timeOffset="-131693.45">20274 16394 3679 0,'22'-4'320'0,"-11"4"-320"0,0 0 0 0,4 0 0 16,0 0 2928-16,2 0 512 0,0-2 96 0,4 1 32 15,-1-2-2368-15,-1 1-480 0,1-2-80 0,-2 0-32 16,-1 0-816-16,1 1-176 0,-2 1-16 0,0-1-16 15,-2 1-1392-15,2 0-288 16,-2 1-48-16,-1 1-16 0,0 0 1040 0,-1 1 208 0,-1 1 32 0,1-1 16 0,0 0 3456 16,0 1 688-16,1-2 144 0,1-2 32 0,2 0-2928 0</inkml:trace>
  <inkml:trace contextRef="#ctx0" brushRef="#br0" timeOffset="-131561.11">21498 16417 26719 0,'0'0'1184'0,"0"0"240"0,0 0-1136 0,0 0-288 16,12-5 0-16</inkml:trace>
  <inkml:trace contextRef="#ctx0" brushRef="#br0" timeOffset="-131226.04">22432 16281 24767 0,'0'0'1088'0,"0"0"240"0,0 0-1072 0,0 0-256 15,0 4 0-15,0 2 0 0,0-6 1712 0,0 0 272 0,0 0 64 0,11 3 16 0,1 1-1504 0,-1-1-304 16,0 0-64-16,2-2-16 16,2 1-1232-16,-1-2-240 0,-1 0-48 0,0 2-16 15,-1 0-2320-15,-2 1-464 0,1-2-80 0,-1 3-32 16,-2 0 2496-16,0 1 496 0,0 1 112 0,-3 0 0 0,-3 2 3280 0,2 1 656 16,2-1 128-16,-1 1 32 0,1-3 64 0,1 1 32 15,-2 0 0-15,2-2 0 0,-1 0-1808 0,2-2-352 16,-8-3-80-16,10 1-16 0,1 1-784 0,-1 0 0 15,1 0-224-15,0 1-9440 16,2-3-1872-16</inkml:trace>
  <inkml:trace contextRef="#ctx0" brushRef="#br0" timeOffset="-131061.58">22966 16405 17503 0,'0'0'1552'0,"0"0"-1232"15,0 0-320-15,0 0 0 0,3 8 4976 0,-3-8 928 16,5 7 192-16,-1-2 48 0,-4-5-3824 0,0 0-752 15,0 0-160-15,0 0-16 0,0 0-592 0,0 0-112 16,0 0-32-16,0 0 0 0,0 0-288 0,0 0-64 16,0 0-16-16,0 0 0 0,0 0-288 0,0 0 0 15,-1-8 0-15,-1-1-144 16,1-3-3392-16,0-1-688 0,-3-19-128 0,-4 3-16 0</inkml:trace>
  <inkml:trace contextRef="#ctx0" brushRef="#br0" timeOffset="-130759.09">22977 15881 22111 0,'-4'-4'1968'0,"0"-4"-1584"0,0-3-384 0,0-4 0 16,1-2 4752-16,1-1 880 0,2-1 160 0,0-2 32 16,1-3-4112-16,0 1-832 0,-1-1-176 0,2 1-16 0,-1-2-160 0,0-1-16 15,1-3-16-15,-1-1 0 0,0-2-496 0,2-3 128 16,0-3-128-16,-1-3 0 16,-1-2-1008-16,1-1-240 0,-1 0-48 0,-2-2-16 15,-2 3-1136-15,-2 0-240 0,-2 3-32 0,0 0-16 16,-4 3 240-16,-1-2 32 0,-2 2 16 0,-2 1 0 15,-1 2 704-15,2 1 144 0,-2-2 16 16,3 4 16-16,0-1-736 0,1 4-128 16,0-1-48-16,3 2 0 0,0 0 2608 0,0 4 528 0,1-4 112 0,0 4 0 0,1 4 2176 0,1-1 416 15,-1 2 96-15,0 2 0 0,0-1-896 0,2 2-192 16,-1 2-48-16,1 0 0 0,-1 0-816 0,0 0-160 16,1 1-48-16,2-1 0 0,-1 0-752 0,0 0-160 15,-1-1-16-15,2-1-16 16,1 1-1232-16,0-3-240 0,0-1-48 0,2-1-9696 15,2-4-1936-15</inkml:trace>
  <inkml:trace contextRef="#ctx0" brushRef="#br0" timeOffset="-130643.83">22681 13730 21311 0,'0'0'944'0,"-4"-6"192"0,0-2-912 0,-1-3-224 0,-3 0 0 0,0 0 0 31,0 1-672-31,-1-2-176 0,-5 0-48 0,2-1-7680 0</inkml:trace>
  <inkml:trace contextRef="#ctx0" brushRef="#br0" timeOffset="-130493.05">22442 13321 4607 0,'-12'1'192'16,"6"2"64"-16,-3-3-256 0,-2 0 0 0,1-3 0 0,1 2 0 0,-2-1 6688 0,1 2 1296 15,1-1 256-15,1 1 48 16,1 0-7360-16,1 0-1472 0,1-3-288 0,5 3-64 0</inkml:trace>
  <inkml:trace contextRef="#ctx0" brushRef="#br0" timeOffset="-130404.75">22324 13309 11967 0,'0'0'1072'0,"0"0"-864"0,0 0-208 0,0 0 0 0,-7 3 2672 0,1 0 480 15,-4 1 112-15,1 2 0 0,0-4-1680 0,-1 3-352 16,-2 2-64-16,0-1-16 0,1-2-576 0,-3 2-128 16,1 0-32-16,0-2-8944 15,3 1-1792-15</inkml:trace>
  <inkml:trace contextRef="#ctx0" brushRef="#br0" timeOffset="-130305.62">21706 13407 21183 0,'-24'4'1888'0,"-7"1"-1504"0,-6 1-384 0,-7 2 0 15,-6 0 1792-15,-2 1 272 0,-1-2 64 0,1-3-9696 32,2-1-1952-32</inkml:trace>
  <inkml:trace contextRef="#ctx0" brushRef="#br0" timeOffset="-130093.14">20298 13355 39503 0,'-53'0'1744'0,"17"1"368"0,-3 4-1680 0,-4-5-432 0,-2 0 0 0,-1 3 0 16,-3 1-336-16,-2 0-160 0,-7-2-16 0,2-2-16 15,1 0 384-15,5 0 144 0,3-2 0 0,6 0-144 16,3 0 144-16,3 2 0 0,3 0-144 0,4 1 144 0,0 0 0 0,2 3 0 15,0-3-144-15,0 3 144 0,-4 0 784 0,2 1 224 16,0 2 32-16,1-1 16 0,-1-2-688 0,2 6-144 16,-1 3-32-16</inkml:trace>
  <inkml:trace contextRef="#ctx0" brushRef="#br0" timeOffset="-128940.45">25563 14866 16575 0,'0'0'736'0,"-2"-7"160"0,-2-3-720 0,1 2-176 0,2 1 0 0,1 7 0 16,0 0 5072-16,0 0 992 15,0 0 192-15,0 0 32 0,0 0-3344 0,0 0-656 0,0 0-144 0,0 0-32 0,0 0-816 0,12 5-160 16,-12-5-48-16,11 14 0 0,0-4-464 0,-5 4-112 16,-1-1 0-16,2 4-16 0,0 3-48 0,-1-1-16 15,-2 1 0-15,0-2 0 0,0 0-240 0,0-1-32 16,-2 0-16-16,1 2 0 0,-2-4-144 0,1 1 0 15,0-2 0-15,-2-1 128 0,-1-1-128 0,1-2 0 16,0-10 0-16,0 11 0 0,0-11-304 0,0 0-32 16,0 0-16-16,-1 9 0 15,1-9-1600-15,0 0-320 0,0 0-64 0,0 0-16 16,0 0-1680-16,0 0-320 0,0 0-80 0</inkml:trace>
  <inkml:trace contextRef="#ctx0" brushRef="#br0" timeOffset="-127675.55">25544 14853 42959 0,'0'0'1904'0,"0"0"400"0,2-10-1856 0,-2 10-448 15,8-6 0-15,0 1 0 0,-8 5 160 0,12-7-160 0,-1 5 160 0,2-4-160 16,2 5 1040-16,0-3 112 0,1 3 32 0,4 0 0 16,1 1-464-16,1 0-80 0,0-3-32 0,1 3 0 15,1 0-32-15,1 0 0 0,2 0 0 0,-1 0 0 16,0 3-128-16,1-3-16 0,2 0-16 0,4 0 0 15,1 0-240-15,-10 0-48 0,5 0-128 0,4 0 192 16,3 0-192-16,3 0 0 0,4 0 128 0,2 0-128 16,-2 0 0-16,0 0 0 0,-2 2 0 15,4 2 0-15,-1-3 0 0,0 2 0 0,1 0 0 0,0-1 0 16,2 2 0-16,0 1 0 0,-2 0 128 0,-2 2-128 0,-2-4 144 0,0 1-16 16,-3-2 0-16,-1 2 0 0,-1-3 64 15,1 2 16-15,0-3 0 0,-1 0 0 0,2-1-48 16,1-1-16-16,-1 1 0 0,1 1 0 0,2-4-144 0,-2 2 160 15,-1-1-160-15,-1 0 160 0,-1 2-160 0,0-3 0 16,-3 1 0-16,-1 1 128 0,1-1-128 0,-2 2 0 16,-1 0 0-16,0-1 0 0,1 2 0 0,-1 0 0 15,0 0 0-15,0 2 0 0,0-1 0 0,-1 0 0 16,-2 2 128-16,-1-1-128 0,-1 1 0 0,0 1 0 16,-2-1 0-16,1 1 0 0,1-3 0 0,-3 1 0 15,0 1 0-15,-2 1 0 0,0 0 0 0,1 0 0 16,1-2 0-16,-2 2 0 0,-4 2 0 0,1-4 0 15,-2 2 0-15,1 0 0 0,-2-1 0 0,1-1 0 16,-2-1 0-16,0 2 0 0,-2-2 0 0,1 2 0 0,-1-2 0 16,-2 1 0-16,-2-1 0 0,1 0 0 15,-8-1 0-15,8 3 0 0,-8-3 0 0,0 0 0 16,0 0 0-16,0 0 0 0,0 0 0 0,0 0 0 0,0 0 0 16,0 0 0-16,7 2 0 0,-7-2 0 15,0 0 128-15,0 0-128 0,0 0 0 0,0 0 0 0,0 0 0 16,0 0 0-16,0 0 0 0,0 0 0 0,0 0 0 0,0 0 0 15,0 0 0-15,0 0 0 0,0 0 0 0,0 0 0 16,0 0 0-16,0 0 0 0,0 0 0 0,0 0 0 16,0 0 0-16,0 0 0 0,0 0 0 0,0 0 0 15,0 0 0-15,0 10 0 0,0-10 0 0,0 6 0 0,1 2 0 16,-1-2 0-16,0-6 0 0,0 8 0 0,1 1 0 0,2-1 0 16,-2 0 0-16,0 1 0 0,3 0 0 0,-1 0 0 15,0 0 0-15,0 2 0 0,1-1 0 16,0 2 0-16,-1 1 0 0,0 0 0 15,-1 2 0-15,3-1 0 0,-1-1 144 0,0 0-144 0,0 0 0 0,0 3 0 16,0-2 0-16,0 2 128 0,1-2-128 16,0-1 0-16,0 0 0 0,1 3 0 0,-1-3 0 15,0-3 0-15,-1 1 0 0,0 0 128 0,0 2-128 0,-2-2 0 16,1-1 0-16,-2 1 0 0,1-1 0 0,0-1 0 16,0-1 0-16,-1 0 128 0,-1-8-128 0,1 6 0 15,-1-6 128-15,0 7-128 0,0-7 0 0,0 0 0 16,0 0 0-16,0 0 128 0,0 0-128 0,0 8 0 15,0-8 0-15,0 0 0 0,0 0 0 0,0 0 0 16,0 0 0-16,0 0 0 0,0 0 0 0,0 0 0 16,0 0 0-16,0 0 128 0,0 0-128 0,0 0 0 15,0 0 0-15,-4 6 128 0,-1-3-128 0,0 1 0 16,-2-2 0-16,1 2 128 0,-1-2-128 0,-1-1 0 0,-2 0 0 16,0-1 128-16,-2 0-128 0,-1 0 0 15,-3 0 0-15,-1-1 128 0,-1 0-128 0,-2-1 0 16,-2 2 0-16,-1 0 0 0,-2-4 0 0,-1 2 0 15,0-1 0-15,-3 0 0 0,1 2 0 0,-4 1 0 0,-2-2 0 0,-1-1 0 16,-1 0 0-16,-2 1 0 0,-3-1 0 16,1 1 0-16,-2-1 0 0,1 0 0 0,-1 1 0 15,0 2-128-15,2 0 128 0,-2-4 0 0,-1 1 0 0,0 1 0 16,-1 0 0-16,-2 0 0 0,-1-1 0 0,0 0 0 16,1 2 0-16,0-3 0 0,0 0 0 0,0 0 0 15,1 1 0-15,0-1 0 0,1 0 0 0,-2-2 128 0,-1 3-128 16,-1-1 0-16,0-2 0 0,-21-1 0 0,8 0 0 0,6 3 0 15,1-2 0-15,6 2 0 0,4 1 0 0,-2 1 0 16,-1-1 0-16,-1 2 128 0,-4-2-128 0,4 2 0 16,1-1 128-16,2 2-128 0,4-1 128 0,2 0-128 15,2 0 160-15,3-1-160 0,3 0 160 0,2 0-160 16,3 0 160-16,1 2-160 0,-1-4 160 0,1 2-160 16,1 1 160-16,2 1-160 0,2-2 128 0,-1 0-128 15,-2 2 0-15,-1-1 144 0,2 2-144 0,1-1 0 16,2 0 0-16,-1 2 128 0,2 0-80 0,1-2-48 0,1 0 0 15,2 0 0-15,0 3 0 0,1-2 0 0,1 2 0 16,1-2 0-16,1 0 0 0,-1 1 0 0,0 2 0 16,0-2 0-16,1-1-144 0,1 1 144 15,0-1 0-15,9-1-144 16,-9 0-704-16,9 0-144 0,0 0-32 0,0 0-15744 16,3 12-3168-16</inkml:trace>
  <inkml:trace contextRef="#ctx0" brushRef="#br0" timeOffset="-127070.5">25810 15618 4607 0,'-4'-12'192'0,"4"12"64"0,0 0-256 0,0 0 0 0,0 0 0 0,0 0 0 15,0 0 8640-15,0 0 1696 0,0 0 336 0,-7 3 64 16,7-3-8048-16,0 0-1600 0,-5 6-320 0,5-6-64 0,-6 11-128 0,-1-2-16 15,2 1-16-15,0-1 0 0,-1-1-544 0,1 1 0 16,0-1 0-16,1 1 0 16,-1 0-928-16,1 2-240 0,0-2-48 0,1 3-12176 15,2-2-2432-15</inkml:trace>
  <inkml:trace contextRef="#ctx0" brushRef="#br0" timeOffset="-126957.12">25771 15903 22111 0,'0'0'976'0,"0"0"208"0,-8 7-944 0,8-7-240 0,-7 6 0 0,2 1 0 0,5-7 4496 0,-5 9 864 16,0-1 160-16,5-8 48 0,-8 8-4544 0,3-2-896 0,1 3-128 0,2 2 0 31,2-1-2496-31,0 2-384 0,0-12-80 0</inkml:trace>
  <inkml:trace contextRef="#ctx0" brushRef="#br0" timeOffset="-126822.17">25771 16221 19343 0,'0'0'848'0,"-7"7"192"0,1 1-832 0,0 0-208 0,2-1 0 0,1 4 0 15,-3-2 4160-15,1 0 800 0,0-1 160 0,1 0 16 16,-3 0-3408-16,7-8-672 0,-3 10-144 0,-1-3-16 16,4-7-640-16,-4 9-128 0,1-2-128 0,3-7 176 15,0 0-3184-15,0 0-624 0</inkml:trace>
  <inkml:trace contextRef="#ctx0" brushRef="#br0" timeOffset="-126341.08">25763 16404 23039 0,'0'0'2048'0,"0"0"-1648"0,0 0-400 0,0 0 0 0,0 0 4080 0,0 0 720 15,0 0 160-15,0 0 32 0,0 0-2944 0,0 0-576 16,0 0-112-16,0 0-16 0,0 0-240 0,10-1-32 16,-10 1-16-16,13-2 0 0,0 4-800 15,0-4-256-15,-1 1 160 0,2 0-160 16,3-1-688-16,0 4-208 0,0-2-64 0,0 1 0 16,-1 0-1216-16,2 3-240 0,0-1-48 0,1 1-16 15,0 1-208-15,1-2-64 0,-2 1 0 0,1-2 0 16,2 2 1088-16,0-4 224 0,-1 0 32 0,-2 0 16 15,-1 0 656-15,-3 0 128 0,1 0 32 0,-2 0 0 0,-13 0 848 0,14 0 176 0,0 0 48 16,-1 0 0-16,0-3 496 0,-1 2 96 16,-12 1 32-16,13 1 0 0,-1-1 336 15,-2 0 64-15,1 0 16 0,-1 0 0 0,-1 0-336 0,0 3-64 16,-9-3-16-16,12 0 0 0,0-3-848 0,0 6-272 0,-1-3 160 0,2 0-160 31,0-3-320-31,1 2-160 0,-1-1-32 0,2 2 0 16,-2-4-720-16,2 1-160 0,-1-1-16 0,0 1-16 15,1 1 368-15,0-1 80 0,0-1 16 0,0 2 0 0,1-1 960 16,-2 1 128-16,-3-1 64 0,0 0 16 0,2 2 560 0,-1-2 96 0,0 2 32 16,-2 0 0-16,2-1-48 0,-2 2 0 0,-10 0 0 15,15 0 0-15,-1 0-576 0,1 0-112 0,-2 3-32 0,0 1 0 16,1-3-128-16,0 3 0 0,2 1 0 0,0 1 0 16,-2-1 0-16,2-1-256 0,-1 1 64 0,1-2 16 0,-2 1 304 15,1-1 64-15,-1 1 16 0,1 2 0 16,-1-4 816-16,-1 1 144 0,0-1 48 0,-2 1 0 0,0 1-784 0,-1 0-160 15,1 1-16-15,0-2-16 16,-2 1-1568-16,2-2-304 0,1 1-64 0,-1-1-13696 16</inkml:trace>
  <inkml:trace contextRef="#ctx0" brushRef="#br0" timeOffset="-126216.87">27437 16490 25791 0,'0'0'2304'0,"0"0"-1856"0,11-4-448 0,-1 3 0 0,1-2 3824 0,8 1 656 15,-5-1 144-15,-4 2 32 16,1-2-4656-16,2 2-816 0,0-1-208 0,8 1-10928 16,-3 1-2176-16</inkml:trace>
  <inkml:trace contextRef="#ctx0" brushRef="#br0" timeOffset="-125962.34">27825 16523 38463 0,'0'0'1712'0,"0"0"336"16,0 0-1632-16,0 0-416 0,13 4 0 0,-6-3 0 0,-7-1 640 0,12 0 32 0,-2 0 16 15,-2 0 0-15,0 0-368 0,5-1-64 0,0-2 0 0,1 2-16 16,2-1-496-16,1 1-80 0,0 0-32 0,0 2 0 31,-1-1-912-31,0 1-192 0,-2 1-48 0,1-1 0 16,-3 0 464-16,-5 1 96 0,2-1 0 0,3 1 16 0,-3 1 944 0,0-2 144 0,1 1 48 0,-1-1 16 16,-9-1 672-16,10 3 128 0,-10-3 16 15,8 1 16-15,0-1-304 0,4 0-64 0,-12 0-16 0,9-1 0 16,2 1-416-16,2 0-96 0,-13 0-16 0,10 0 0 15,-3 0-128-15,5 0 0 0,-12 0 0 0,12-3 0 16,-12 3-528 0,10-1 16-16,-10 1 0 0,11 0 0 0,-11 0-2736 0,0 0-528 0,0 0-128 0</inkml:trace>
  <inkml:trace contextRef="#ctx0" brushRef="#br0" timeOffset="-125824.02">28304 16443 11055 0,'0'0'480'0,"-3"-6"112"0,-1-4-464 0,0-4-128 0,0 0 0 0,0 5 0 0,1-1 4464 0,-3-6 864 15,1 0 176-15,0-1 48 0,0 0-3600 0,-1-1-720 16,1-2-144-16,0 2-16 0,1-3-1072 0,0 0-304 16,0 0-16-16,0-1 0 15,2-1-1920-15,-1 1-384 0</inkml:trace>
  <inkml:trace contextRef="#ctx0" brushRef="#br0" timeOffset="-125273.59">28220 15916 7359 0,'0'0'656'16,"0"0"-528"-16,-4-9-128 0,2 3 0 0,-1 1 6016 0,1-3 1152 15,-2 0 256-15,1 3 32 0,0-1-5520 0,1 1-1104 16,-1 0-208-16,1-3-48 0,-1 0-256 0,3 2-64 0,0-1 0 0,1-2 0 31,2-1-2288-31,-1 1-464 0,1 1-80 0,0-3-32 16,-1 2 544-16,2 1 96 0,-4 8 32 0,4-9 0 16,-1-2 32-16,-2 1 16 0,-1 1 0 0,0 4 0 0,-1-1 2640 0,-2-2 528 0,1-3 96 0,-1 6 32 15,-1 0 768-15,-1-3 144 0,0 0 48 0,1 3 0 16,0 0-928-16,-1-3-176 0,-1 0-48 0,6 8 0 15,-4-8-960-15,1 1-256 0,0-1 0 0,3 8 0 16,-1-9-720-16,1 9-192 0,-2-7-48 16,2 7 0-16,0 0-384 0,-1-8-96 0,1 8-16 0,0 0 0 15,0 0 1456-15,0 0 128 0,-4-5 96 0,4 5 32 0,-5-4 1216 0,1 2 256 16,0-2 64-16,0 0 0 0,-1 1 96 0,-2 0 32 16,1 1 0-16,6 2 0 0,-5-1-624 0,-2-1-112 15,2 2-32-15,0 0 0 0,0 0-704 0,-2 0-160 16,0 0-32-16,1 0 0 0,6 0-256 0,-8 3 0 15,-1-1-208-15,-5 1 80 16,-1 0-256-16,6-2-64 0,-3-1 0 0,-6 0 0 16,1-1-128-16,6 1-48 0,-4 0 0 0,-6-2 0 0,3 0 624 0,0-1 0 15,-3 1 0-15,-1 0 192 0,1 0 224 0,-1-1 48 16,-2-1 16-16,1 0 0 0,-1-1-112 0,2 4-32 16,1-3 0-16,6 1 0 0,-2-1-544 0,-7 3-112 15,3 0-32-15,7-1 0 16,0 0-2464-16,-11-2-480 0,3 1-96 0,6 1-32 15,-2-1-480-15,-9-1-112 0,0 0-16 0,1 0 0 16,0-1 1600-16,0 0 304 0,-1 2 64 0,-2 1 16 0,1-2 3104 0,-2 0 624 16,-2-1 128-16,1 1 32 0,0 1 2544 0,-1 0 512 0,1 2 96 0,0 0 32 15,-1 1-2272-15,-1-1-464 0,-5-1-96 0,-1 1-16 16,-3 1-1008-16,-1 0-208 0,-1-3-32 16,2 2-16-16,1 0-640 0,5 1-128 0,3 1-16 0,3 0-128 15,3-1-2752 1,2 0-672-16,2 2-128 0</inkml:trace>
  <inkml:trace contextRef="#ctx0" brushRef="#br0" timeOffset="-125126.17">26297 15464 31215 0,'-27'-1'1376'0,"9"1"288"0,-5 1-1328 0,-1-1-336 0,-2 0 0 0,0-1 0 0,-2-3 2368 15,2 2 384-15,0 0 96 0,1 1 16 0,2-1-672 0,1 2-128 16,1-4-16-16,1 3-16 0,1-3-1200 0,0 3-256 16,1 1-32-16,0 0-16 0,-2 0-528 0,3 4-272 15,3-2 16-15,-2 2 16 16,-1-2-2624-16,3 1-528 0,2 3-96 0,2-2-9184 15,1-2-1824-15</inkml:trace>
  <inkml:trace contextRef="#ctx0" brushRef="#br0" timeOffset="-124995.33">25734 15486 5519 0,'0'0'240'16,"0"0"64"-16,0 0-304 0,0 0 0 0,0 0 0 0,0 0 0 0,-10 0 6592 0,1 0 1248 15,-1-1 256-15,10 1 48 0,0 0-5248 0,0 0-1040 16,-11 0-224-16,3-1-12912 16,8 1-2592-16</inkml:trace>
  <inkml:trace contextRef="#ctx0" brushRef="#br0" timeOffset="-110831.03">25962 9562 12895 0,'0'0'1152'0,"0"0"-928"16,0 0-224-16,0 0 0 0,0 0 8240 0,0 0 1600 16,0 0 320-16,0 0 64 0,0 0-8144 0,0 0-1632 15,8 0-320-15,0 0-128 0,0 0 576 0,2 0 32 16,2 0 16-16,1 0 0 0,0 0-496 0,1 0-128 15,2 0 0-15,0 0 0 0,2-1 0 0,1 1-128 16,0 0 0-16,1-2 0 16,1 2-1664-16,0 0-320 0,-1 2-64 0,-1-1 0 15,1 0-2432-15,-3 2-496 0</inkml:trace>
  <inkml:trace contextRef="#ctx0" brushRef="#br0" timeOffset="-110678.71">26129 9730 27647 0,'0'0'2448'0,"-6"3"-1952"0,-2-2-496 0,1 0 0 15,7-1 4736-15,0 0 832 0,0 0 192 0,0 0 16 16,0 0-4448-16,0 0-896 0,0 0-176 0,0 0-48 16,0 0-208-16,0 0 176 0,8-2-176 0,2-1 160 31,2-1-1456-31,3 0-304 0,2 0-48 0,3-2-16 16,4 1-1472-16,2-2-288 0,4-1-64 0</inkml:trace>
  <inkml:trace contextRef="#ctx0" brushRef="#br0" timeOffset="-110396.36">26584 9550 46415 0,'0'0'2048'0,"-6"0"448"0,0 0-2000 0,0 0-496 0,-2 0 0 0,2 3 0 0,6-3 704 0,0 0 32 16,-7 0 16-16,7 0 0 0,0 0 480 0,0 0 112 16,0 0 0-16,0 0 16 0,0 0-1072 0,0 0-288 15,5 6 0-15,2 1 0 0,-1-3 0 0,5 1-128 16,2-1-16-16,2 0 0 0,2 0-96 0,2 0-16 15,-2 1 0-15,1-2 0 0,0 0 16 0,-4 1 0 16,-1-1 0-16,-1 1 0 0,-3 0 240 0,-1 1 0 16,-8-5 0-16,0 0 0 0,4 7 0 0,-4 0 0 15,-3 2 192-15,-2-1-192 0,-3-1 192 0,-1 2-64 16,-1-1 0-16,-2 1-128 0,-1 0 0 0,-1 0-224 16,-1-1 16-16,4-2 0 15,0 1-1200-15,3-2-224 0,2-1-48 0,6-4-12656 16,0 0-2512-16</inkml:trace>
  <inkml:trace contextRef="#ctx0" brushRef="#br0" timeOffset="-109259.53">27132 9339 29487 0,'0'0'2624'0,"0"0"-2112"0,-6-1-512 0,6 1 0 16,0 0 4592-16,0 0 800 0,0 0 176 0,0 0 16 16,0 0-3536-16,0 0-720 0,2 8-144 0,-1 3-32 15,3 2-464-15,0 0-112 0,-3 4 0 0,2 2-16 16,1 0-320-16,1 3-64 0,0 1-16 0,2 0 0 16,-1 3 0-16,1-4 0 0,-1 2 0 0,1 0 0 0,-1-4-160 0,2 0 192 15,-3-5-192-15,2 0 192 0,-1-2-192 0,1-3 0 16,-2-3 0-16,-5-7 0 0,8 5 0 0,-8-5 0 15,8 5 0-15,-8-5 0 0,8 0 0 0,-8 0 0 16,6-5 0-16,1 0-176 0,-1-2 176 0,-1 1 0 16,-1-1 0-16,1-3 0 0,-1-2 0 0,2-1 0 15,-1 0 0-15,0-2 0 0,-1-2 0 0,0 1 0 16,1-3 0-16,0 1-128 0,0 1 128 0,1-1 0 16,0 2 0-16,-1 4 0 0,1-1 0 0,-1 7 0 0,-5 6 0 15,0 0 0-15,0 0 0 0,0 0 0 16,0 0 128-16,6 6-128 0,1 2 256 0,-1 4-32 15,1 0 0-15,-2 2 0 0,0 2-80 0,1-2-16 0,-1 3 0 16,1-3 0-16,1 2-128 0,1-3 0 0,-1 0 0 0,1-3 0 16,0 0 0-16,1-3 0 0,0 0 0 15,0-3 0-15,2-2 0 0,-1 1 0 0,-2-2 0 16,1-1 0-16,-1-1-144 0,0-2 144 0,0-2 0 0,0 0 0 16,-2 0 0-16,1-2 0 0,-2 1 0 0,0-3 144 15,0-2-144-15,0 1 0 0,-1-2 0 0,0-1 0 16,-1 0 0-16,-1-4 0 0,1 3 0 0,0-5-176 15,-2 2 176-15,0 2-128 0,1-1 128 0,-1 2-128 16,0 1-128-16,-1 2 0 0,0 2-16 0,0 3 0 16,0 6-256-16,0 0-48 0,0 0-16 15,0 0 0-15,0 0-560 0,0 0-128 0,0 0 0 0,8-5-16 16,0 2 240-16,2-1 48 0,1 1 16 0,-1 1 0 16,-1-1-144-16,3 1-16 0,-2-1-16 0,2 2 0 15,0-1 336-15,-3 1 64 0,1 0 0 0,-10 1 16 0,0 0 1200 0,10 2 256 16,-10-2 32-16,0 0 16 0,6 6 624 0,-3 3 128 15,-3 2 32-15,-2 0 0 0,0 2 32 0,-2 1 16 16,-1 2 0-16,-1 0 0 0,1-1-464 0,0 0-96 16,0-1 0-16,0-1-16 0,1 0-624 0,1-3-128 15,0 1-32-15,3-2 0 0,0-1-224 0,0-8 0 16,3 6 0-16,-3-6 0 0,0 0-192 0,9 5-144 16,0-2-32-16,2-2 0 15,-2-3-80-15,3 0-32 0,1-3 0 0,0 0 0 16,0-1-64-16,1-2-16 0,-2 0 0 0,0-1 0 0,-2 1 192 0,-1-3 48 15,0 2 0-15,0-4 0 0,-1 0 320 0,1 0-176 16,-1-1 176-16,0 0-128 0,0-1 128 0,-2 1 0 16,2 1 0-16,-1 2 0 0,-2 1 0 0,0 2 0 15,-1 2 128-15,-4 6-128 0,5-4 256 0,-5 4 0 0,0 0-16 16,0 0 0-16,7 1 32 0,-2 3 16 0,1 1 0 16,0 3 0-16,-1 2-64 0,0 1-16 0,0 2 0 0,2 1 0 15,-1 2-208-15,3 0 176 0,-1-1-176 0,0 0 160 16,1-1-160-16,-2 0 0 0,-1-1 0 0,1 0 0 15,-1-1 0-15,0-2 0 0,-1 0 0 0,-1-3 0 16,1 0 0-16,-5-7 0 0,0 0 0 0,0 0 0 0,0 0 0 16,0 0 0-16,0 0 0 0,0 0 0 0,0 0 0 0,0 0-144 15,0 0 144-15,5-4-160 0,0-3 160 0,-1 1 0 16,-1-4 0-16,1-1 0 0,0-2-160 0,0-3 160 16,1-3-192-16,1-2 192 15,1-2-208-15,1-2 64 0,1 0 16 0,0 0 0 0,0-1 128 0,1 3-160 16,2 2 160-16,-1 0-160 0,-4 1 160 15,0 3 0-15,1 2 0 0,0 4 0 0,-1 1 0 0,0 2 0 16,-1 3 128-16,-6 5-128 0,0 0 272 0,0 0-16 16,0 0 0-16,10 3 0 0,-3 4 0 0,-1 1 0 15,0 3 0-15,-1 2 0 0,-1 1-256 0,0 3 160 0,-1 4-160 16,-2 1 128-16,2 1-128 0,1 1 0 16,-2-1 0-16,2 0 0 0,-1-1-416 0,1-1 32 15,-2-2 16-15,2-2 0 16,0-1-1808-16,0-5-352 0,0 0-80 0,1-2-11872 15,2-3-2384-15</inkml:trace>
  <inkml:trace contextRef="#ctx0" brushRef="#br0" timeOffset="-109028.99">28549 9342 11967 0,'0'0'1072'0,"-4"-5"-864"0,-1 2-208 0,1-2 0 16,-3 3 6816-16,2 0 1312 0,-1 2 272 0,-4 2 48 15,1 1-4784-15,-1 2-960 0,-1 0-192 0,1 3-32 16,-3 1-1152-16,1 2-240 0,-1 2-32 0,0 1-16 15,3-1-480-15,-1 2-112 0,2 0 0 0,0 1-16 16,2-1-192-16,2 2-48 0,1-4 0 0,3 1 0 0,1-3-192 16,0 1 0-16,4-3 0 0,1 0 0 0,2-1 0 0,2-1 0 15,1-1 0-15,2 1-160 0,1-2-96 0,1-1-32 16,2-3 0-16,1 0 0 16,0-1-848-16,4-1-160 0,1-3-48 0,0 0 0 15,2 0-2256-15,2-2-464 0</inkml:trace>
  <inkml:trace contextRef="#ctx0" brushRef="#br0" timeOffset="-108564.89">29159 9462 36447 0,'0'0'1616'0,"0"0"336"0,-3-7-1568 0,3 2-384 15,0-2 0-15,-1 1 0 0,0-2 1792 0,1 2 256 0,0-1 64 0,-3 1 16 16,-1 0-544-16,0 2-112 15,0-2-32-15,-1 3 0 0,-3 2-512 0,-2 1-96 16,-1 0-32-16,-2 4 0 0,-2 2-48 0,-2 1-16 0,-4 2 0 16,-2 3 0-16,3 1-48 0,0 2-16 0,0 0 0 0,1 0 0 15,4 1-672-15,2-2 0 0,2-1 0 0,3-1 0 16,4 1 0-16,4-1 0 0,0-2 0 0,6 1 0 31,0-2-384-31,5-3-144 0,2 1-48 0,1-4 0 16,2-2-192-16,2-1-32 0,1-1-16 0,1-2 0 0,-4-2 96 15,2 0 16-15,0-2 0 0,-2-1 0 0,-2 0 256 0,2-2 64 0,-4 0 16 0,-1-4 0 16,0-1 368-16,-1-3 0 0,-1-2 0 0,2-2 0 16,0-2 0-16,0 0 0 0,-3-2 224 0,-1-1-64 0,1 1-160 15,-1 3 0-15,-2-1 0 0,-2 2 0 0,-1 0 0 16,0 3 192-16,-2 0-32 0,0 6 0 0,0 0 304 0,0 4 64 16,0 1 16-16,0 8 0 0,-4-4 80 0,4 4 16 15,0 0 0-15,0 0 0 0,-7 6-448 0,3 1-64 16,2 4-128-16,-2 2 176 15,0 1-176-15,1 2 0 0,2 2 144 0,1 0-144 0,0 2 0 16,1 0 0-16,2 0 0 0,2-1 128 0,0 1-128 16,3 0-160-16,-1 1 160 0,2-4-208 15,2-1-1200-15,2-2-256 0,-2-1-32 0,2 0-16 16,4-5-2256-16,-1-2-464 0,-2-1-96 0</inkml:trace>
  <inkml:trace contextRef="#ctx0" brushRef="#br0" timeOffset="-107944.7">29532 9410 30239 0,'0'0'1344'0,"2"-7"256"0,-3 2-1280 0,-1 0-320 16,-5-1 0-16,0 2 0 0,2 1 2976 0,-3 0 528 16,-2 0 96-16,1 6 32 0,1-3-1152 0,-1 4-240 0,-4 1-32 0,1 2-16 15,2 0-1120-15,-1 3-240 16,1 0-32-16,-1 2-16 0,2-1-464 0,1 1-112 0,2 0-16 16,2 1 0-16,-1-3-192 0,4 1 0 0,1-1 0 15,1 2-160-15,-1-2-192 0,4-2-32 0,2 0-16 0,1-1 0 31,1-1-352-31,1-1-64 0,1 0-16 0,1-2 0 0,-1 0-48 16,2-2-16-16,-1 0 0 0,1-1 0 0,0-1 224 16,0 0 32-16,-4-2 16 0,1 0 0 0,2 0 288 0,0-3 48 0,-6 0 16 0,2-1 0 0,0 1 400 15,1-1 64-15,-3 2 32 0,2-4 0 0,-1 0 0 16,1-2 0-16,-2 1 0 0,0-2 0 0,-1 0-80 0,3 1-16 16,1 0 0-16,-1 1 0 0,-3-2-128 0,2 2 160 15,1-1-160-15,1 2 160 16,-3 0 96-16,2 0 0 0,-1 0 16 0,2 2 0 0,-2 3 16 0,-1-1 0 15,-5 5 0-15,0 0 0 0,8-1 240 0,-8 1 48 16,0 0 16-16,3 8 0 0,1-1 80 0,-1 4 16 16,1 1 0-16,-1 1 0 0,-1 0-112 0,-1 1-32 15,-2 2 0-15,1-1 0 0,1 2-208 0,2-1-32 16,-2-3-16-16,1-1 0 0,-1-1-128 0,0-3-32 16,2 0 0-16,-3-8 0 0,0 0 0 0,0 0-128 0,5 8 192 15,-5-8-64-15,1 3-128 0,1 0 160 0,-2-3-160 16,0 0 160-16,6-2-160 0,-1-1 0 0,2-1 0 15,-1-1 128-15,1-3-128 0,-2 2 0 0,0-6 0 0,3 0 0 16,1-1 0-16,0-1 0 0,2-6 0 16,1 3 0-16,1-1 0 0,1 1 0 0,0 0-144 0,-1 3 144 15,0-2 0-15,0 6 0 0,0 1 0 0,-1 2 0 16,-1 2 0-16,-1 2 0 0,-1 3 0 0,-1 0 0 16,-8 0 0-16,8 4 192 0,0 4-16 0,-3 3-16 15,-2 3 112-15,-1-1 32 0,2 3 0 0,-3 1 0 16,-1 1-96-16,0 0-16 0,-1-1 0 0,1 0 0 15,1-1-128-15,-1-2-64 0,0-1 0 0,2 0 0 16,0-4 0-16,1 0 0 0,-2 0 0 0,2 0 0 0,2-3-224 16,-5-6-32-16,0 0-16 0,0 0 0 15,9 5-1216-15,-1-2-240 16,0-2-64-16,0-2-22192 0</inkml:trace>
  <inkml:trace contextRef="#ctx0" brushRef="#br0" timeOffset="-107348.14">30178 9501 26719 0,'0'0'2368'0,"0"0"-1888"0,-6-2-480 0,1 0 0 0,2-1 4688 0,2-1 848 16,1 4 160-16,2-6 48 0,2-2-4272 0,3-1-864 15,1 0-160-15,-1 1-48 0,3-4-80 0,1 2 0 16,-2-2-16-16,1 3 0 0,-1-4-304 0,0 2 0 15,-1 0 0-15,-2 0 0 0,1 2 0 0,-2 3 0 16,-5 6 0-16,0 0 0 0,0 0 192 0,0 0 0 16,0 0-16-16,0 0 0 0,-5 4 496 0,-2 3 96 15,-2 0 32-15,-1 6 0 0,-2-1-128 0,0 3-32 16,0 4 0-16,2-1 0 0,-2 1-208 0,3 1-48 16,3-4-16-16,0-1 0 0,3 0-144 0,1-1-32 15,4-1 0-15,0 0 0 0,2-3-192 0,3 1 0 16,2-2-192-16,1-3 192 15,1-2-448-15,2 0 32 0,0-1 0 0,2-3 0 16,3-1-944-16,2-2-192 0,0-1-48 0,2-1 0 16,1-2-1504-16,2 0-304 0,1-1-64 0</inkml:trace>
  <inkml:trace contextRef="#ctx0" brushRef="#br0" timeOffset="-106663.17">30996 9346 40767 0,'0'0'1808'0,"0"0"368"0,-5-6-1728 0,-1 3-448 0,3-3 0 0,-3 4 0 15,0 0 1184-15,-2 2 160 0,0 0 16 0,-2 2 16 0,-3 0 640 0,0 4 128 16,0 0 32-16,0 4 0 0,-3 2-1264 0,0 1-240 16,1 2-48-16,0-1-16 15,0 0-208-15,3 2-32 0,1-2-16 0,2 1 0 0,2-1-224 0,0-4-128 16,4 2 128-16,1-1-128 0,2-1 0 0,0-1-240 15,1-2 48-15,2 2 0 16,2-3-256-16,0-1-32 0,0 2-16 0,2-3 0 16,1-2-160-16,0 0-48 0,-1-4 0 0,2 2 0 15,1-2 80-15,-1-1 16 0,0-1 0 0,1 0 0 16,1-2 96-16,-2-1 0 0,1 1 16 0,1-2 0 16,-2-1 64-16,-1-3 16 0,-2 0 0 0,2-1 0 0,0 0 208 0,-2 0 32 15,2-1 16-15,0 1 0 0,-1-1 160 0,0 2 0 16,1-1 0-16,-1 5 0 0,-2-1 384 0,1 2 16 15,1 1 0-15,-7 6 0 0,5-5 320 0,-5 5 64 16,0 0 16-16,9-2 0 0,-9 2-208 0,9 2-32 16,1 0-16-16,-1 3 0 0,-2 1-160 0,1 3-16 15,0 4-16-15,0 0 0 0,0 1-64 0,0 2-16 0,-2 2 0 16,1 0 0-16,-2-2-64 0,0 0-16 0,0-2 0 16,0 2 0-16,-1-3-32 0,-1-2-16 15,0-3 0-15,-1 0 0 0,2-1-144 0,-4-7 192 0,4 4-192 0,-4-4 192 16,0 0-192-16,0 0 0 0,0 0 0 0,0 0 0 15,8-3 0-15,-2-1 0 0,-6 4 0 0,7-7-176 16,1-3 176-16,-2 1-160 0,-1 0 160 0,1-2-160 16,0-4 160-16,1-1-128 0,-1 0 128 0,1-3-128 15,1-1 128-15,1 2-160 0,1 0 160 0,-1 1-160 16,0 1 160-16,0 2 0 0,1-2 0 16,-3 5 0-16,-1 1 0 0,0 4 0 0,1-2 0 0,-7 8 0 0,0 0 0 0,0 0 0 15,0 0 0-15,0 0 176 0,0 0 16 0,8 8 0 16,-2-2 0-16,-1 5 0 0,0-1-32 0,-2 3 0 15,0 3 0-15,-2-2 0 0,2 5-160 0,-1-1 0 16,-1 0 0-16,-1-1 128 0,2 0-128 0,-2-4 0 16,-2 3 0-16,2-2 0 0,2-1 0 15,-1 0-144-15,0-3 0 0,1 0 0 16,0-1-1200-16,-2-9-256 0,0 0-32 0,4 6-16 16,-4-6-1520-16,0 0-304 0,7 5-64 0,-7-5-15392 0</inkml:trace>
  <inkml:trace contextRef="#ctx0" brushRef="#br0" timeOffset="-106179.4">30841 9823 11967 0,'-17'0'1072'0,"10"0"-864"0,-1 0-208 0,2-2 0 0,-2 2 8288 0,8 0 1616 16,0 0 320-16,0 0 64 0,0 0-7104 0,0 0-1424 16,0 0-288-16,0 0-48 0,5-5-400 0,4 0-96 15,3 0-16-15,5 1 0 0,3 0-592 0,2-2-112 0,4-1-16 0,1 3-16 16,6 0-176-16,3 2 192 15,2-1-192-15,1 0 192 0,0 2-192 0,-1-2 0 16,-3 1 0-16,-1 1 128 0,-4 1-128 0,0-3 0 16,-1 2 0-16,-3-2 0 15,0 3-448-15,-2-3-128 0,-4 3-32 0,-1 0 0 16,-2 3-640-16,-6-3-128 0,0 1-32 0,-1 1 0 16,-2-1-1600-16,-1 2-336 0,-3-1-64 0</inkml:trace>
  <inkml:trace contextRef="#ctx0" brushRef="#br0" timeOffset="-104866.75">27602 10214 8287 0,'0'0'368'0,"-5"-4"80"0,-1-1-448 0,0-2 0 0,1-1 0 0,1 1 0 0,0-4 8512 0,0 2 1632 15,0 1 320-15,1 0 64 0,-3 1-7712 0,1-1-1536 16,0 0-304-16,-2 1-64 0,-2 2 32 0,1 0 0 15,-1 1 0-15,0 1 0 0,-3 2-512 0,1 0-112 16,-1 1 0-16,-1 1-16 0,1 0 64 0,2 2 16 16,-1-3 0-16,2 3 0 0,3 1-144 0,1-3-32 15,-2 2 0-15,7-3 0 0,0 0-80 0,0 0-128 16,0 0 176-16,0 0-176 0,7 7 128 0,0 1-128 16,1 0 0-16,1-1 0 0,2-1 0 0,0 1 0 15,3-1 0-15,0 1 0 0,0-1 0 0,1 1 0 16,-1-1 0-16,0-2 0 0,1 1 128 0,-1 2-128 0,-1-1 0 15,0 2 0-15,-1-1 0 0,-2-1 0 0,-1 1 0 16,-1-2 0-16,-3 3 0 0,-1-2 0 0,-4-6 128 16,2 8-128-16,-4 1 0 0,0 0 128 0,-1 0-128 0,-4 1 0 15,-2-1 176-15,-1 0-176 0,-2 0 160 0,0 0-160 16,-2 0 0-16,-2-1 0 0,0 0 0 16,-1-2 0-16,1 2-160 0,0-4-80 0,3 1-16 0,2-1 0 31,-1-1-1360-31,4-3-288 0,3 1-48 0,5-1-16 0,0 0-1776 15,0 0-352-15,9-8-80 0,4 0-7856 0,1-3-1584 0</inkml:trace>
  <inkml:trace contextRef="#ctx0" brushRef="#br0" timeOffset="-104511.72">27703 10184 37487 0,'0'0'1664'0,"0"0"336"0,0 0-1600 0,4 9-400 16,0 1 0-16,-1 1 0 0,0 1 1856 0,-2-3 272 16,2 0 64-16,0 1 16 0,0 2-688 0,0-2-144 15,1 1-32-15,0 1 0 0,1-5-736 0,0 1-160 16,3-1-16-16,0-1-16 0,0 0-288 0,2-3-128 15,1 0 0-15,2 0 128 0,1-3-128 0,2-4 0 16,1 1-160-16,1-2 160 16,1-2-432-16,1 1 16 0,0 1 0 0,-2-6 0 15,0 1-16-15,-1-2 0 0,0 2 0 0,-1-3 0 0,-3 0 160 0,0-2 16 16,-3 1 16-16,1 1 0 0,-4 1 240 0,0-1 0 16,-2 4 0-16,-1 1 0 0,-1 2 384 0,-3 6 0 15,0 0 16-15,0 0 0 0,0 0 432 0,0 0 64 16,0 0 32-16,0 0 0 0,0 0-208 0,-2 6-32 15,2 5-16-15,-1 2 0 0,1 2-336 0,0 2-64 0,1 1-16 16,1 3 0-16,0 3-128 0,2 1-128 0,0-1 192 16,1 4-192-16,0-2 144 0,1 1-144 0,1 1 0 0,0 0 144 15,-2-3-144-15,0 0 0 0,1-2 0 0,-1-1 0 16,-1-1 0-16,-2-1 0 0,1-3-224 0,1-2 80 31,-3-2-752-31,1-2-160 0,-1-3-32 0,-1-8 0 0,0 0-1104 0,0 0-240 16,0 0-32-16,0 0-11504 0,0 0-2304 0</inkml:trace>
  <inkml:trace contextRef="#ctx0" brushRef="#br0" timeOffset="-104139.95">28520 10116 30399 0,'0'0'2704'0,"-5"0"-2160"0,-3 0-544 0,0 0 0 0,0 0 3984 0,-1 0 688 15,1 0 144-15,-1 0 32 0,-2 1-3040 0,-4 1-592 16,2-1-128-16,-1 3-32 0,0 0-32 0,-1 1 0 15,1 2 0-15,0-1 0 0,1 1-608 0,-1 0-128 16,3 1-32-16,0 0 0 0,2 1-32 0,1-1-16 16,2 0 0-16,1-2 0 0,1 1-208 0,1-1 128 15,3-6-128-15,0 8 0 0,0-8 0 0,4 8 0 16,-4-8 0-16,7 8 0 0,2-2 0 0,1 0 0 16,1-2-128-16,0-1 128 0,2 3 0 0,2-5 0 15,0 2 0-15,2-1 0 0,1-1 0 0,-1 1 0 16,3-1 0-16,1 0 0 0,-6 1-192 0,2 0 192 15,0 1-192-15,-1 0 192 0,-2 0-208 0,-2 3 64 16,-3-4 16-16,-2 2 0 0,-2 3 128 0,-1-3 0 16,-4-4 0-16,0 7-128 0,-1 0 128 0,-3-1 0 15,-3 1 128-15,-1 1-128 0,-2-3 0 0,-2 0 128 16,-1-1-128-16,-1 0 0 0,-3 0 0 0,-1 1 0 16,-1-4-160-16,1 2 160 15,1 0-960-15,0-2-64 0,-1 0-32 0,1-1 0 0,1-1-912 16,3 0-176-16,3 1-32 0,3-6-11968 0,3-1-2368 0</inkml:trace>
  <inkml:trace contextRef="#ctx0" brushRef="#br0" timeOffset="-103928.29">28667 9964 22111 0,'0'0'976'0,"0"0"208"0,0 0-944 0,0 0-240 0,0 0 0 0,0 0 0 0,8 5 5536 0,-8-5 1056 16,7 8 224-16,-2 2 32 0,0-3-4064 0,-1 3-816 15,0 2-176-15,-3 2-16 0,2 0-992 0,0 3-192 16,-3 2-32-16,1 1-16 0,0 3-272 0,0 0-48 15,-1-2-16-15,2 1 0 0,-1-1-208 0,-1 1 128 16,0-5-128-16,0 3 0 0,0-5 0 0,0 1 0 0,0-2-176 0,0-1 176 31,0-2-1152-31,1-1-128 0,1-2 0 0,-2-8-16 16,1 8-1424-16,-1-8-288 0,3 8-48 0,-3-8-16528 0</inkml:trace>
  <inkml:trace contextRef="#ctx0" brushRef="#br0" timeOffset="-103611.61">28594 10220 30399 0,'0'0'1344'0,"0"0"288"0,0 0-1312 0,0 0-320 0,0 0 0 0,0 0 0 15,0 0 3968-15,10 6 704 0,-1-2 160 0,1-1 32 16,-1 3-2992-16,3-5-592 0,1 2-112 0,0-1-16 16,3 0-608-16,1-1-112 0,0-1-32 0,2-3 0 15,2 1-144-15,2-1-48 0,0-1 0 0,0 0 0 16,-2-1-80-16,1-2-128 0,-1 1 176 0,-1-2-176 15,0 2 128-15,0-1-128 0,-3 1 0 0,-3 2 0 0,-2 0 0 0,-4 1 0 16,-8 3 0-16,0 0 0 0,0 0 0 16,0 0 0-16,0 0 160 0,-5 9-160 0,-3 2 288 15,-1 2-32-15,-3 0 0 0,-2 4 0 0,1-2 0 0,1 2 0 16,0-1 0-16,2 0 0 0,1-1-64 0,1 0-32 16,2-2 0-16,1 0 0 0,1-2-160 0,3 1 0 15,1-1 0-15,1-2 0 16,-1-9-704-16,6 7-64 0,-6-7 0 0,9 6-16 15,4-4-1376-15,2 0-272 0,2-2-48 0,3-2-12096 16,1 0-2416-16</inkml:trace>
  <inkml:trace contextRef="#ctx0" brushRef="#br0" timeOffset="-102961.33">29159 10201 8287 0,'0'0'736'0,"0"0"-592"16,-8 4-144-16,2 0 0 0,0 1 8464 0,2 0 1664 0,1 2 336 0,0 2 64 15,-1 1-6928-15,1 2-1376 16,2 0-288-16,1 1-48 0,1 0-704 0,1 0-144 0,-1 0-16 0,2 1-16 15,1-3-608-15,1 0-112 16,-1 0-32-16,1-1 0 0,0-2-96 0,0 0-32 0,1-2 0 0,-6-6 0 16,5 6-128-16,-5-6 0 0,6 3 0 0,-6-3 0 15,0 0 128-15,0 0 0 0,8 2 0 0,-8-2 0 16,0 0-128-16,0 0 0 0,7-4 0 0,-1-1 0 16,-2-1 144-16,0 1 0 0,0-4 0 0,0 0 0 15,0-1-144-15,1-2 0 0,-1-1 0 0,2 0 0 16,1 0-128-16,-1 0 128 0,0-4 0 0,1 1 0 15,3 2 0-15,-1 1 0 0,-2 0 0 0,0 1 0 0,-2 1 0 16,0 4 0-16,-1 0 0 0,-4 7 0 0,0 0 0 0,0 0 0 16,0 0 0-16,0 0 0 0,8 1 0 15,-8-1 0-15,8 6 0 0,0-1 128 0,-3 3-80 16,2 2-48-16,-2-1 0 0,0 3 0 0,0 0 0 0,0 1 0 16,1 0 0-16,-1 0 0 0,0 1 0 0,0-2 0 15,3 1 0-15,-1-1 0 0,-1 1 0 0,-1-4 0 16,1 1 0-16,0 1 0 0,-1-5 0 0,1 1 0 15,-6-7 0-15,0 0 0 0,5 5 0 0,-5-5 0 16,0 0 0-16,0 0 0 0,0 0 0 0,0 0 0 16,0 0 0-16,0 0 0 0,0 0 0 0,0 0 0 0,0 0 0 0,8-4 0 15,-3-1 0-15,0-2 0 0,-2 1 0 16,0-3 0-16,1-2 0 0,0 1 0 16,2-2 0-16,-1-1 0 0,1 0 0 0,2 0 0 15,1-1 0-15,0 1 0 0,0-2-128 0,1 2 128 16,-3 1 0-16,3 5 0 0,-3 0-128 0,1 1 128 0,0 0 0 0,-1 4 0 15,-7 2 0-15,7 0 0 16,-7 0 0-16,8 2 0 0,0 2 0 0,0 2 0 16,-2-1 128-16,1 1 0 0,1 5-128 0,-3-3 0 0,0 3 0 0,0 1 0 15,-1 0 0-15,-1-1 0 0,2 1 0 0,0 0 0 16,0-2 0-16,1 1 0 0,-2-1 0 0,0-2 0 16,-4-8 0-16,3 8 0 0,-3-8 0 0,0 0 0 15,0 0 0-15,0 0 0 0,0 0 0 0,0 0 0 16,6 4 0-16,-6-4 0 0,0 0 0 0,0 0 0 15,0 0 0-15,0 0 0 0,0 0 0 0,6-5 0 16,1-2-448-16,-1 0-96 0,1 1-16 16,-1-2 0-16,2-2-1584 0,1-2-320 0,4-1-64 15</inkml:trace>
  <inkml:trace contextRef="#ctx0" brushRef="#br0" timeOffset="-102279.96">30146 10041 38703 0,'0'0'3440'0,"0"0"-2752"0,-7 2-560 0,2 3-128 15,4 3 3312-15,1 4 624 0,2 5 128 0,0 2 32 16,-1 4-3024-16,2 3-608 0,-1 0-112 0,2 1-32 16,-1 0 304-16,1 2 48 0,0-5 16 0,0-1 0 15,-1-1-304-15,1-1-48 0,0-3-16 0,1-1 0 0,1-4-320 0,-2-1 0 16,-1-1 0-16,3-4 0 0,-2 0 0 0,-4-7-256 15,0 0 32-15,0 0 16 0,0 0 208 0,0 0-144 16,0 0 144-16,0 0-128 0,0 0 128 16,6-1 0-16,1-1-144 0,-1-4 144 0,-1-1 0 0,2-2 0 15,1 0 0-15,1-1 0 0,0-1 0 0,3 1 0 16,-1-1 0-16,2 2 0 0,1 0-176 0,-1 1 48 16,0 0 0-16,0 3 0 0,1 0 128 15,-1 1 0-15,0 3 0 0,-1 1-128 0,-3 0 128 0,1 1 0 16,-1 2 0-16,-9-3 0 0,7 6 176 0,-4 1-48 15,0-1 0-15,-1 2 0 0,-4 1-128 0,-1 2 0 16,-4-1 0-16,-1 2 0 0,-2-1 0 0,-1 1 192 16,-2 1-192-16,-1 0 192 0,-2 0-192 0,1 2 0 0,-2-2-192 0,1-2 192 31,0 0-864-31,3-1-48 0,2-3-16 0,2-1 0 16,-2-2-1136-16,11-4-240 0,-6 3-32 0,6-3-16 15,0 0-2368-15,0 0-464 0,2-8-112 0,3-1-9504 0</inkml:trace>
  <inkml:trace contextRef="#ctx0" brushRef="#br0" timeOffset="-101856.17">30517 10269 15663 0,'0'0'1392'0,"0"0"-1120"0,0 0-272 0,0 0 0 16,10 1 4832-16,-10-1 912 0,0 0 176 0,6 6 32 15,-1 2-2432-15,-2 0-480 0,1-1-96 0,-2 0-32 16,0 3-1248-16,0-3-240 0,0 1-48 0,-2-8-16 16,1 8-784-16,3 1-176 0,2-2-16 0,1-2-16 15,1-1-368-15,1-2 0 0,1 1 0 0,3-2 0 0,0-1 0 0,0 0 0 16,0-1 0-16,0-2 0 15,0 0-192-15,1-1 64 0,0 0 0 0,0-3 0 0,-1-2 128 0,-1 0-128 16,0-1 128-16,-1-1-128 0,1 1 128 0,-1-1 0 16,-1-1 0-16,-2 1 0 0,0-1 0 0,-1 0 128 15,1 3-128-15,-2-1 176 0,-3 3 128 0,-3 7 16 16,0 0 16-16,0 0 0 0,0 0 304 0,0 0 48 16,0 0 16-16,0 0 0 0,3 4-256 0,0 4-32 15,-3 1-16-15,1 4 0 0,0 1-208 0,1 5-64 16,-2 0 0-16,1 5 0 0,1 3-80 0,1 2-48 15,1 2 0-15,-3 3 0 0,2 1 0 0,0 0 0 16,-1 2 0-16,1 1 0 0,-3 1 0 0,0-3 0 16,1-2 0-16,2 0 0 0,-3-3 0 0,0-2 0 15,1-4 0-15,-1-2 0 0,-3-2 0 0,2-1 0 16,1-2 0-16,0-2 0 0,-3-2 0 0,2-2 0 16,1-3 0-16,-1 0 0 0,0-1 0 0,-1-2 0 15,2-6 0-15,0 0 0 0,0 0-208 0,0 0-48 16,0 0 0-16,0 0 0 15,0 0-848-15,0 0-176 0,0 0-48 0,0 0 0 16,0 0-1808-16,-1-4-352 0,0-2-80 0</inkml:trace>
  <inkml:trace contextRef="#ctx0" brushRef="#br0" timeOffset="-101601.27">30238 10795 29487 0,'-5'6'1296'0,"3"-5"288"0,2-1-1264 0,0 0-320 16,0 0 0-16,0 0 0 0,0 0 5120 0,0 0 960 16,11-4 192-16,4 1 32 0,-2 2-4288 0,4-2-864 15,1 0-160-15,3-1-32 0,1 2-384 0,4-3-64 16,1 0 0-16,3 2-16 0,3-2-272 0,2 1-48 16,-1-1-16-16,0 0 0 0,-1 1-160 0,-2-3 0 15,0 2 0-15,-2 0 0 0,-3-2 0 0,-1 2-176 16,-2 1 48-16,-1 0 0 15,2 0-656-15,-3 2-128 0,1-2-32 0,-4 1 0 16,-2 1-352-16,-1-1-80 0,-2 2-16 16,-1-2 0-16,0 1-1488 0,-3 0-288 0,-9 2-64 0</inkml:trace>
  <inkml:trace contextRef="#ctx0" brushRef="#br0" timeOffset="-101042.81">31550 10144 49583 0,'0'0'2192'0,"0"0"464"0,0 0-2128 0,-3-4-528 0,1 0 0 16,-2 0 0-16,4 4 1152 0,-5-3 112 0,-2-1 16 0,-1 2 16 0,0-1-208 0,1 2-64 15,-2-1 0-15,-1 2 0 0,3 2-624 0,-5 0-128 16,0 2-16-16,-1 3-16 0,-1 1-240 0,1 1 128 0,-2 1-128 0,1 1 128 16,1-1-128-16,-1 0 0 0,-1 1 0 0,2-1 0 15,0 1 0-15,3-1 0 16,1-2 0-16,1 0 0 0,0-2 0 0,1 2 0 0,2-4 0 0,5-4 0 15,0 0 0-15,0 0 0 16,4 9 0-16,-1-4 0 0,1 2 0 0,1-2 0 16,-5-5 0-16,9 7 0 0,1-3 0 0,1-1 0 0,1 0 0 0,2 1 0 15,-2 0 0-15,1 0 0 16,1 0 0-16,0 0 0 0,1-2 0 0,-3 2 0 0,-2-1 0 0,-2 1 0 16,1-2 0-16,-1 2 0 0,0 3 0 0,-1-3 0 15,-3 1 0-15,0 1 0 0,0 2 0 0,-3-1 0 16,-1 1 0-16,-2 1 0 0,-3 0 0 0,-2 1 0 15,1-2 0-15,-1 0 0 0,-1 0 0 16,-1-1 0-16,-1 1 0 0,-1 0 0 0,-2 0 0 0,0 0 0 16,0-3-304-16,-1 2-48 0,-2-2-16 0,3-1 0 15,1-2-720-15,2-2-128 16,-1 0-48-16,4-2 0 0,1-1-1648 16,4-1-336-16,1-2-64 0,4-2-16 0,5-3-1840 0,3-2-368 0</inkml:trace>
  <inkml:trace contextRef="#ctx0" brushRef="#br0" timeOffset="-100335.2">31494 10240 11967 0,'0'0'1072'0,"12"-5"-864"0,-3 0-208 0,1 1 0 0,-1 0 5584 0,-9 4 1072 16,0 0 224-16,0 0 32 0,8 5-2912 0,-1 1-592 16,-3 2-112-16,-2 1-32 0,-1 3-1120 0,1-1-224 15,-2 2-64-15,1 0 0 0,0 0-1008 0,1 1-208 16,-1 3-32-16,3-3-16 0,0-1-384 0,1-1-80 16,2-1 0-16,-1-2-128 0,2-2 0 0,0 0 0 15,0-2 0-15,1-1 0 0,1-1 0 0,1-1 0 16,0 0-176-16,1-2 176 0,0-2-224 0,-3 0 64 15,-1-2 16-15,-1-1 0 0,1 1 144 0,1-4-192 16,-1 1 192-16,-1 0-192 0,-2-1 192 0,-1-4 0 16,0 2 0-16,1-2-128 0,-1 0 128 0,1 0 0 15,0 3 0-15,-1 0 0 0,0 0 0 0,0 4 0 16,-3 1 0-16,-1 4 0 0,0 0 0 0,0 0 0 0,0 0 128 0,0 0-128 16,0 0 208-16,0 0-16 0,0 0-16 15,3 8 0-15,0-2-176 0,1 3 192 0,-3 0-192 0,1 3 192 16,2-3-192-16,0 2 0 0,-1-1 0 0,1 3 0 15,0-2 0-15,1-1 0 0,0 0 0 0,0 0 0 16,-1-1-192-16,1-3 0 0,2-1-16 0,-2 1 0 31,-5-6-736-31,0 0-144 0,8 4-16 0,0-3-16 0,-2-1 416 0,-6 0 64 16,7-3 32-16,-2-1 0 0,0-1 0 0,-2-1 0 16,1-2 0-16,0-1 0 0,-3-2 448 0,3 0 160 0,0-3 0 0,1 0-144 0,0 0 144 0,1-1 0 15,-1 1 0-15,1 4 0 0,-1-2 192 0,1 3-16 16,-2 2-16-16,-2 2 0 0,-2 5 672 0,0 0 128 15,0 0 16-15,7 0 16 0,-7 0-32 0,8 4 0 16,-2 3 0-16,2 2 0 0,-3-3-432 0,0 2-80 16,-1 1-32-16,0 2 0 0,0-1-176 0,0 2-48 15,0-3 0-15,0 3 0 0,0-2-192 0,0 2 144 16,1-2-144-16,-3-1 128 0,1-2-128 0,-3-7 160 16,0 0-160-16,0 0 160 0,0 0-160 0,0 0 128 15,0 0-128-15,0 0 128 0,0 0-80 0,0 0-48 16,0 0 0-16,0 0 0 0,0 0 0 0,0 0 0 15,5-5 0-15,0-2 0 0,-2-1 0 0,1-1 0 16,1 0 0-16,2-1 0 0,-1-2 0 0,1 0 0 16,-1-1 0-16,2 0 0 0,0 0 0 0,1 0 0 15,-1 1 0-15,0 0 0 0,2 2 0 0,-1 1-128 16,3 0 128-16,-2 1 0 0,-2 1 0 0,0 2 0 0,-5 0 0 16,-3 5 0-16,9-4 0 0,-4 2 0 0,-5 2 0 0,0 0 0 15,8-3 0-15,0 0 0 0,-1 2 0 0,-1 0 0 16,-1-1 0-16,1 1 0 0,5 0 0 0,-3-2 0 15,-3 2-176-15,-1 1 32 0,0-3 0 0,1 3 0 16,-1-1-784 0,1 0-160-16,-1 1-16 0,-4 0-16 15,0 0-2176-15,4-3-432 0,4 3-96 0</inkml:trace>
  <inkml:trace contextRef="#ctx0" brushRef="#br0" timeOffset="-98807.9">32575 10266 12895 0,'2'0'1152'0,"0"0"-928"16,2-1-224-16,-1-1 0 0,0-1 6464 0,1 1 1232 0,-3 0 256 0,-1 0 48 15,0 2-4480-15,0 0-896 0,0 0-176 0,0 0-32 16,-11-2-624-16,-3 0-128 0,0 5-32 0,0 0 0 0,-1 1-832 0,0 2-160 16,-2 3-48-16,1 0 0 0,-1 3-336 0,3 1-80 15,0 0-16-15,2 0 0 0,3-2-112 0,1 0-48 16,-3 0 0-16,4 0 0 0,1 1 0 15,3-4 0-15,0 1 0 0,3-1 0 0,3 0 0 0,2-2 0 16,-1 1 0-16,0-1 0 0,2-2 0 0,-1-1-240 16,-5-3 80-16,7 2 16 0,-7-2-64 0,9 0-16 15,0 0 0-15,1-1 0 0,1-1 16 0,-3 0 0 16,0-2 0-16,2-2 0 0,0-1-32 0,1 0 0 16,1-4 0-16,-2 1 0 0,-1-1 48 0,2-2 0 15,-1 1 0-15,0 1 0 0,1 0 32 0,-1 2 16 16,-1 0 0-16,1 1 0 0,-4 2 144 0,2 0 0 15,-8 6 0-15,0 0-128 0,0 0 128 0,0 0 176 16,0 0-48-16,0 0 0 0,0 0 320 0,0 0 48 16,0 0 16-16,2 7 0 0,1 1-192 0,-2 0-48 15,-1 1 0-15,2 1 0 0,-1-2-144 0,-1 1-128 16,-3 0 192-16,5 2-192 0,3-5 0 0,1 2 0 0,2-1 0 16,3-2 0-16,2-1 0 0,1 0 0 0,-1-2 0 15,-1 1 0-15,-3-2 0 0,3-1 0 0,2 0-128 16,-1-1 128-16,-5-2-144 0,1 1 144 0,0-2-128 0,-2-2 128 15,-7 6 0-15,5-7-160 0,1-1 160 0,0 0 0 16,-5 0-160-16,0-2 160 0,2 2-128 0,-2-3 128 16,0 0-128-16,-1 0 128 0,0 1-128 0,2-1 128 15,0 0-256-15,-2 0 16 0,-4 2 16 0,2-1 0 16,2 3-608-16,-1-1-128 16,-3 2-32-16,1 1 0 0,3-2-416 15,0 7-96-15,-1-6-16 0,1 6 0 0,0 0 400 0,0 0 80 0,0 0 16 16,0 0 0-16,0 0 144 15,0 0 48-15,0 0 0 0,0 0 0 0,0 0 832 0,0 0 320 0,0 0-16 0,0 0 0 0,0 0 816 0,0 0 160 16,8 2 48-16,-1 3 0 0,-7-5-32 0,6 10 0 16,-3 0 0-16,3 0 0 0,-1 2-208 0,0-1-64 15,-4 2 0-15,2-3 0 0,0 2-288 0,-2 0-64 16,0-1-16-16,-1 0 0 0,2-2-288 0,-2 0-64 16,0-1-16-16,-2-2 0 0,2-6-160 0,0 0-128 15,0 0 192-15,0 0-192 0,0 7 128 0,0-7-128 16,0 0 0-16,0 0 0 0,0 0 0 0,0 0 0 15,0 0 0-15,0 0 0 0,0 0 0 0,0 0 0 16,0 0 0-16,5-8 0 0,-1 1 0 0,2 0 0 16,-1-1 0-16,1 0 0 0,0 0-128 0,1-1 128 15,0 0 0-15,1 0-144 0,-2 0 144 0,2 2-160 16,0 1 160-16,-2-1-160 0,1 3 160 0,-7 4-208 16,0 0 80-16,6-2 128 0,1-1-208 0,-7 3 80 15,0 0 128-15,8 1-208 0,1 2-32 0,-1 1 0 16,-3 1 0-16,1 2 0 0,1 2 240 0,2-3 0 0,0 2 0 0,0 1-144 15,2-2 144-15,-1 0 224 16,6-1-48-16,-2-1-16 0,3 0-160 16,4-1-144-16,4-1 144 0,3-1-208 0,5 0-80 0,-2 0-16 0,-2-2 0 15,6 0 0-15,-2-2 16 0,-6 0 0 0,-7 0 0 0,-3-2 0 16,-3-1 128-16,-2-1 32 0,-6 0 0 0,-1-2 0 0,-1 0 128 16,-1-2 0-16,-2-1 0 0,-1 0 0 0,2-1 0 15,-1 0 0-15,2 2 0 0,-3-2 0 0,-4 2 128 16,2 2-128-16,2-1 128 0,-2 2-128 0,-5 3 192 0,1-1-48 15,0 1 0-15,-3 3 0 0,-5 1-16 0,-3 4 0 16,-3 2 0-16,-3 1 0 0,-4 2 0 0,-1 0-128 16,0 1 192-16,7-1-64 0,4 3-128 0,1-1 0 15,3 2 0-15,4-3 0 16,1 1-192-16,6-1 0 0,3 2-16 0,4-5 0 16,3 3-128-16,4-3-32 0,1-1 0 0,4 0 0 15,0-3-128-15,6 1-16 0,0-3-16 0,-2 0 0 16,-5-1 0-16,1-1 0 15,1 0 0-15,-5-5 0 0,-6 1 208 0,1-3 32 0,3-1 16 0,-2-2 0 0,-3-5 80 0,-2-1 32 16,-2 0 0-16,-1-1 0 0,-1-3 160 0,0-1 0 16,0-3 0-16,0-1 0 0,-1-1 0 0,2-1 0 15,2 2 0-15,-2 3 0 0,-2 0 192 0,1 5-48 16,0 4 0-16,0 3 0 0,0 2 480 0,0 4 80 16,-1 1 32-16,-1 3 0 0,1 2 176 0,1-1 48 15,1 9 0-15,1 3 0 0,-4 4-608 0,2 2-112 16,2 1-32-16,-1 4 0 0,-2 0-208 0,1 1 0 0,1-4 0 0,0 3 0 15,-1-5 0-15,0 1-128 0,0 0 128 16,0-1 0 0,0 0-816-16,0-3-48 0,-1 0-16 0,1-3 0 15,1-2-464-15,-1-1-112 0,0-1-16 0,0-8 0 0,0 0-1408 0,0 7-304 16,-2-2-48-16,2-5-16 0,0 0-1232 0,0 0-240 16</inkml:trace>
  <inkml:trace contextRef="#ctx0" brushRef="#br0" timeOffset="-98423.93">33451 10279 11055 0,'0'0'976'0,"-7"3"-784"0,1-1-192 0,1 2 0 0,-1 1 6720 0,2 2 1312 16,0-1 256-16,1 1 48 0,-3 1-5056 0,4 0-1008 16,0-1-208-16,1 1-32 0,-3 0-1040 0,3 0-208 15,2-2-32-15,-1 1-16 0,-1-1-512 0,1-6-96 16,0 7-128-16,0-7 176 0,0 7-176 0,0-7 0 16,0 0 144-16,0 0-144 0,5 5 0 0,-5-5 0 15,0 0-160-15,0 0 160 16,8 2-464-16,-8-2 16 0,0 0 0 0,0 0 0 15,0 0 16-15,6-2 16 0,-6 2 0 0,4-7 0 0,-1 1 288 0,1-1 128 16,0 1-128-16,-2-1 128 0,1-1 0 0,0 0 0 0,1 1 0 0,-1 0-128 16,0 1 128-16,1 0 0 0,3 1 128 0,-7 5-128 15,0 0 256-15,6-4-32 16,1 2 0-16,-7 2 0 0,0 0 240 0,7 1 48 16,0 0 16-16,1 2 0 0,-2 1-48 0,1 1-16 0,-7-5 0 0,6 9 0 15,-1-2 0-15,-1 2 0 0,-2 0 0 16,-1 0 0-16,0 0-96 0,1 0-32 15,-4 2 0-15,2-1 0 0,2 1-144 0,-1-1-48 0,0-1 0 0,1 2 0 16,-1-2-144-16,0 0 0 0,2-1 0 16,-1-2 128-16,-2-6-128 0,6 7 0 0,0-1 0 0,2-3 0 15,0 1 0-15,1-3 0 0,3 0 0 0,-1-1 0 16,2-1 0-16</inkml:trace>
  <inkml:trace contextRef="#ctx0" brushRef="#br0" timeOffset="-71751.82">29036 11793 17503 0,'-11'5'1552'0,"5"-4"-1232"0,-1-1-320 0,-3 0 0 0,4-1 7760 0,6 1 1504 16,0 0 288-16,0 0 64 0,0 0-7632 0,0 0-1520 16,0 0-304-16,0 0-160 0,9-1 464 0,3-3 0 15,2 1 0-15,2-2 0 0,1 1-464 0,1 0 0 16,-1 1-128-16,3 1 128 0,-2-2-368 0,1 3 48 16,1-3 0-16,1 1 0 15,-2 1-1456-15,1 0-272 0,-3 1-64 0,0 2-16 16,-2 1-2400-16,-3 1-464 0</inkml:trace>
  <inkml:trace contextRef="#ctx0" brushRef="#br0" timeOffset="-71634.35">29069 11909 45903 0,'-23'6'2032'0,"13"-2"416"0,-1-4-1952 0,2 1-496 16,3 1 0-16,6-2 0 0,0 0 816 0,0 0 64 16,0 0 16-16,0 0 0 0,0 0-192 0,9-2-16 15,4 1-16-15,1 1 0 16,2-4-880-16,4 2-176 0,1-2-48 0,2-1 0 15,2-1-2560-15,2 1-512 0,3-1-96 0</inkml:trace>
  <inkml:trace contextRef="#ctx0" brushRef="#br0" timeOffset="-71365.02">29553 11772 30399 0,'-16'0'2704'0,"10"0"-2160"0,-4 1-544 0,1-1 0 0,3 0 4496 0,-1 0 800 15,-1 1 144-15,3 1 48 0,1-1-3632 0,0 2-704 16,4-3-160-16,0 0-32 0,0 0-256 0,0 0-48 15,0 0-16-15,0 0 0 0,9 7-640 0,3 0 0 16,3 0-256-16,-1-1 80 0,3 1-128 0,1-2-16 16,0 0-16-16,2 0 0 15,-2 0-176-15,-1 1-48 0,-1-2 0 0,-3 1 0 0,-1 0 288 0,-5 2 48 16,0-1 16-16,-7-6 0 0,4 9 336 0,-3-2 80 16,-1 0 16-16,-1 1 0 0,-3 0 176 0,-1-1 48 15,-2-1 0-15,-1 2 0 0,-1-3-448 0,0 2 0 16,0-2 0-16,0 0 0 15,0 2-1408-15,2-3-192 0,2-1-64 0,5-3-13216 16,0 7-2656-16</inkml:trace>
  <inkml:trace contextRef="#ctx0" brushRef="#br0" timeOffset="-69148.06">29816 11992 25791 0,'0'0'2304'0,"0"0"-1856"15,0 0-448-15,0 0 0 0,0 0 5584 0,0 0 1024 0,0 0 208 0,0 0 32 16,0 0-4992-16,12-5-992 0,-2 0-208 0,3-2-32 16,3-1-224-16,1-1-32 0,2 0-16 0,-2-4 0 15,-2 3-352-15,-1-1 0 0,2 2 0 0,-2-4 0 16,2 0 0-16,-3 0 0 0,-2-3 0 0,0 1 0 15,-1-2 0-15,-2 1 0 0,-1-2 0 0,-3 4 128 0,-3-2 0 0,0 2 16 16,-2 2 0-16,-3 0 0 0,-1 0 48 0,-3 5 16 16,1 1 0-16,-2 4 0 0,-3 0 288 0,2 6 48 15,-3 2 16-15,0 3 0 0,-1 4-400 0,1 2-160 16,-2 4 128-16,4 1-128 0,-1 3 0 0,4-4 0 16,0 1 0-16,2-1 0 0,3-2 0 0,2 0 0 15,-1 0 0-15,6-4 0 0,4 0-144 0,0-1 144 16,2-3-192-16,2 0 192 0,2-1 0 0,3-1 0 15,0-4 0-15,2-1 0 16,1-1-912-16,1-2-240 0,-1-2-32 0,-2-1-16 16,0-1 496-16,-1-3 112 0,-1 2 16 0,-2-5 0 15,-1 1 192-15,-1-2 64 0,0-2 0 0,-3-1 0 0,1 0 320 0,-2-1 0 16,0-1 0-16,0 2 0 0,-2-2 0 0,1 1 0 16,-3 0 176-16,0 2-176 0,0 1 368 0,-2 5-32 15,0 0 0-15,-2 8 0 0,0 0 304 0,0 0 64 16,0 0 16-16,0 0 0 0,0 0 48 0,0 0 16 15,0 0 0-15,2 11 0 0,-1-1-496 0,1 3-96 0,2 0-32 0,-2 2 0 16,1-1-160-16,1 0 192 16,1-1-192-16,-1 0 192 0,0 2-192 0,0-5 0 0,1 0 0 15,1 0 0-15,0-3 0 0,-2 0 0 16,0-2 0-16,1 0 0 0,-5-5 0 0,6 3 0 0,1-2 0 0,-7-1 0 16,0 0 0-16,6-1 0 0,0 0 0 0,0-3 0 15,-2-1 0-15,0-2 0 0,-2-1 0 0,4 2 0 16,-1-5 0-16,1 0 0 0,1-2 0 0,1-2 0 15,1 0-160-15,0-2 160 0,0 0 0 0,2 0-144 16,-2 0 144-16,1 2 0 0,-1 1 0 0,-1 1-128 16,0 3 128-16,-2 0 0 0,0 4 0 0,-1 2 0 15,-5 4 0-15,0 0 0 0,0 0 0 0,0 0 0 0,0 0 0 16,0 0 128-16,4 9-128 0,-2 2 128 0,2 2-128 0,-1-2 0 16,-1 4 128-16,2-1-128 0,0 0 0 15,2 2 0-15,-1-2 0 0,3-1 0 0,-1-1 0 0,4-1 0 16,1-2 0-16,1-3 0 0,1-1 0 0,0 1 0 15,3-2 0-15,-1-2-128 0,-3-2-96 0,0 0-16 16,-13 0 0-16,14-2 0 0,3-2 64 0,-2 0 16 16,-4-1 0-16,-2-2 0 0,1-1 160 0,-1-1 0 15,-2-1-144-15,3-5 144 0,-4 1 0 0,1-2 0 0,0 1 0 0,1-2 0 16,-4 1 0-16,-1 2 0 16,-2 1 0-16,0 1 0 0,1 2 0 0,-2 2 0 15,-3 2 0-15,-2 3 0 0,5 3 0 0,0 0 0 16,-8 1 192-16,-1 4-64 0,1-1 48 0,2 5 0 0,-2 2 0 15,1 2 0-15,1 1-176 0,-1 0 160 16,2 2-160-16,1-2 160 0,3 1-160 0,-1-2 0 0,4 0 0 16,-1-2 0-16,2 1 0 0,2-4 0 0,0 0 0 15,3-2 0-15,-2 0-336 0,2-3 48 0,3 0 16 0,-2 0 0 32,1-3-144-32,1-3-32 0,0 0 0 0,0 0 0 0,1-1 48 0,-2-3 0 0,2-1 0 0,-2-1 0 15,1-1 256-15,-1-2 144 16,-2-1-160-16,0 0 160 0,0-1 0 0,-1-1 0 0,0 1 0 0,-1 1 0 15,1 2 128-15,-3 4-128 0,0-3 144 0,1 5-144 16,-1 1 384-16,-4 4-32 0,0 0 0 0,0 0 0 0,0 0 144 0,6 3 16 16,1 1 16-16,-2 1 0 0,0 3-192 0,1 1-32 15,-1 1-16-15,0 2 0 0,0 1-144 0,0 2-16 16,1-2-128-16,0 0 192 0,-1 0-192 0,1 0 128 16,-3-3-128-16,1 1 0 0,-1-4 0 0,1 1 128 15,-1-1-128-15,-3-7 0 0,0 0 0 0,0 0 0 16,0 0 0-16,0 0 0 0,0 0 0 0,0 0 0 15,0 0 0-15,0 0 0 0,0 0 0 0,0 0 0 16,0 0-144-16,0 0 144 0,9-2-144 0,-9 2 144 16,6-6-128-16,-1-2 128 0,1-1 0 0,-1-1-128 15,1-1 128-15,0 1 0 0,-1-2-384 0,0 0 16 16,3-1 0-16,0 1 0 0,-2 1 208 0,2-1 160 0,0 0-208 0,0 3 80 16,-2-4 128-16,3 3 0 0,0 1-144 0,0 1 144 15,-1 1 0-15,-1 2-144 16,-7 5 144-16,0 0 0 0,0 0-128 0,0 0 128 15,0 0 0-15,0 0 0 0,10-1 0 0,-10 1 0 0,0 0 0 0,2 4 144 16,-2-1-16-16,-2 3-128 0,0 0 192 0,0 2-64 16,1 0-128-16,-2 1 192 0,-2 0-192 0,1 2 192 15,0 0-192-15,0 1 0 0,-1 0 0 0,3-1 0 16,-1 2 0-16,0 1 0 0,-2-3 0 0,1 1 0 16,3-2 0-16,1 2 0 0,4-3-160 0,-1 0 160 15,-1-1-160-15,2 0 160 0,1-1-160 0,3-1 160 16,3-2-256-16,-1 0 32 15,-10-4 16-15,6 3 0 0,5-1-64 0,-2-1-16 0,0-1 0 0,0-1 0 16,0-1 128-16,2-2 32 0,2-2 0 0,0 0 0 0,-1-2 128 0,-2 0 0 16,-1-1 0-16,2 0 0 0,-2-1 0 0,0-1 0 15,0 1 0-15,0-2 0 0,2 0 0 16,-2 0 0-16,-1 1 0 0,-1-1 0 0,-1 2 0 0,-3-1 0 16,3 2 0-16,-4 1 0 0,-2 2 128 0,2 0-128 15,-2 3 160-15,0 3-160 0,-3-7 192 0,0 3-64 16,3 4-128-16,0 0 192 0,0 0-192 0,0 0 176 15,0 0-176-15,0 0 160 0,0 0-160 0,0 0 0 16,-5 5 0-16,3 2 0 0,0 1 0 16,0 1 0-16,0 0 0 0,4 1 0 0,0 2 0 0,1-1 0 15,1 0 0-15,-2 4 0 0,5-4 0 0,-3 4 0 16,0-1 0-16,-3-2 0 0,3 0 0 0,0 1 0 16,1 1 0-16,0 2 0 0,-1-1 192 0,1 2-32 15,-1 0-16-15,0 5 0 0,0 2-144 0,-1-1 0 16,-2 1 0-16,0-1 0 0,-1-1 144 0,-2 2-144 0,-2-3 160 0,-3 1-160 15,1 1 144-15,-1-2-144 0,-3 3 128 16,-1-2-128-16,0 0 160 0,2-5-160 0,-2 0 192 16,-1 0-192-16,-1-2 288 0,2 0-48 15,-4-1-16-15,0-1 0 0,0 0 32 0,-7 1 0 0,0-2 0 16,1-1 0-16,3-4-256 0,0-1 0 0,-1-2 0 16,2-1 0-16,-1 0 0 0,4-3 0 0,2-1 0 15,3-2 0-15,1-2-208 0,3-2-96 0,1 0-16 0,3-4 0 31,2-3-576-31,6-3-128 0,2-3-32 0,4-3 0 0,4-3-288 16,2-2-64-16,2 0-16 0,3-2 0 0,2-5-512 16,0 1-112-16,1 0 0 0,0 0-16 0,1-1 912 0,-3 2 192 0,-3 2 48 15,-5 7 0-15,2 2 400 0,-1-3 96 0,1 1 16 0,-2 0 0 0,0 3 624 0,-3 2 128 16,-2-1 32-16,1-2 0 0,-3 2 960 0,-2 4 192 16,-1 2 32-16,-1 3 16 0,-1 2-112 0,-1-1-32 15,-4 10 0-15,0 0 0 0,0 0-256 0,0 0-48 16,0 0-16-16,0 0 0 0,0 0-192 0,-2 7-32 15,-2 2-16-15,0 3 0 0,0 2-544 0,1 2-96 16,-1 2-32-16,4 0 0 0,2 1-208 0,-1-4 0 16,0 2 0-16,2 0 0 0,1-3 0 15,1 0 0-15,0-3 0 0,3 0 0 0,1-1 0 0,0-2 0 16,0-2-144-16,2 0 144 0,4-2-384 0,1-2 0 16,1-1 16-16,-1-1 0 15,-2-1-96-15,0-4-32 0,2 0 0 16,-4-2 0-16,-3-1 160 0,1-1 16 0,-1 0 16 0,-1-3 0 0,-1 1 304 0,-1-2 0 15,1 0-128-15,-1-3 128 0,1 2 0 16,-2 1 0-16,-1 0 0 0,-1 2 0 0,-2-2 256 0,0 4-64 16,-1 1 0-16,0 2 0 0,0 6 128 0,0 0 0 15,0 0 16-15,0 0 0 0,0 0 128 0,0 0 32 16,0 0 0-16,0 0 0 0,0 0-224 0,0 10-32 16,3 3-16-16,-1 0 0 0,4 0-224 0,-1 4 0 15,1-1 0-15,1 2 0 0,-2 2 0 0,0 0 0 0,2 3 0 0,-1 3 0 16,0-3 144-16,-3 5 48 0,-1 0 0 0,-1 2 0 15,-2-4-192-15,-1 2-256 0,0-2 64 0,-2 0 16 16,-3-1 176-16,2-1 0 0,0-2 0 0,-3-1 128 0,2-2-128 0,-2-2 0 16,-3-2 0-16,1-2 128 0,0 0-128 0,-1-5-208 15,-1 0 48-15,3-3 16 16,3-1-224-16,-2-1-32 0,-1-2-16 16,0-1 0-16,1-1-1008 0,1-3-208 0,2-3-32 0,1-3-16 15,3-3-2032-15,5-4-384 0</inkml:trace>
  <inkml:trace contextRef="#ctx0" brushRef="#br0" timeOffset="-68960.38">32266 11591 45151 0,'0'0'2000'0,"0"0"416"0,0 0-1936 0,0 0-480 16,2 7 0-16,1 3 0 0,0 0 1408 0,-1 3 192 0,-1 0 48 0,2 3 0 15,-3 1-304-15,1 2-48 16,-1 2-16-16,0-1 0 0,0-1-704 0,2 1-160 15,-1 1-32-15,2-6 0 0,-1 1-384 0,1-2 0 16,-1-1 0-16,-2-2 0 16,2-1-1216-16,0-3-320 0,-2-7-64 0,0 0-14336 15,4 6-2864-15</inkml:trace>
  <inkml:trace contextRef="#ctx0" brushRef="#br0" timeOffset="-68802.92">32360 11537 41983 0,'0'0'1856'0,"0"0"384"0,-10 1-1792 0,4 1-448 0,6-2 0 0,0 0 0 0,0 0 592 0,0 0 32 16,0 0 0-16,0 0 0 15,0 0-1344-15,3 8-272 0,-3-8-48 0,7 6-16 16,2 1-3232-16,1 0-640 0</inkml:trace>
  <inkml:trace contextRef="#ctx0" brushRef="#br0" timeOffset="-68456.63">32456 11638 16575 0,'0'0'1472'0,"0"0"-1168"0,0 0-304 0,4 10 0 15,-1 3 5280-15,-1 0 992 0,2 0 208 0,-1 0 48 16,1 1-3152-16,-2 2-624 0,2 1-128 0,-1 3-32 0,1-5-800 0,-2 1-144 16,0-2-48-16,0 1 0 0,-1-5-640 0,-1-10-128 15,0 0-16-15,2 13-16 0,-2-13-608 0,0 0-192 16,2 12 128-16,-2-12-128 0,0 0 0 0,0 0 0 0,0 0 0 0,0 0 0 16,0 0 0-16,0 0 0 15,0 0 0-15,0 0 0 0,0 0 0 0,3 0 0 16,0-4 208-16,-1-3-64 0,2 0-144 0,1-3 0 15,2 0-160-15,1-3 160 0,2-1-128 0,3-6 128 16,3 1 0-16,7-2-144 0,7-2 144 0,2 3 0 0,1 0 0 16,0 1 0-16,-3 2 0 0,-1 1 0 0,-5 4-176 0,-1 3 176 31,-6 3 0-31,-6 0 0 0,-4 5 0 0,-7 1 0 0,0 0 208 0,0 0-64 0,-3 9-16 0,1 2 0 16,-2-1 0-16,0 3 0 0,-1 3 0 0,1 1 0 15,2 0-80-15,1 1-48 0,-3 1 0 0,2 0 0 16,-1-2 0-16,2 0 0 0,-2-2 0 0,2 0 0 15,1-4 0-15,1 1 0 0,-1-12 0 0,3 12 0 16,-3-12 0-16,0 0 0 0,5 10 0 0,-5-10 0 16,9 9-480-1,-9-9-96-15,9 7 0 0</inkml:trace>
  <inkml:trace contextRef="#ctx0" brushRef="#br0" timeOffset="-67058.26">32891 11601 9215 0,'0'0'816'0,"0"0"-656"0,-3-5-160 0,3 5 0 0,-3-7 7552 0,3 7 1472 16,-1-4 288-16,1 4 64 0,0 0-6480 0,0 0-1296 15,0 0-256-15,0 0-48 0,0 10 16 0,0 3 0 16,0 0 0-16,0 4 0 0,0 2-608 0,0 5-112 15,-2 0-16-15,1 2-16 0,-2 1-176 0,1-3-16 16,-2 1-16-16,1-3 0 0,2 0-224 0,0 1-128 16,1-5 160-16,1-1-160 15,2-2-480-15,1 0-192 0,-1-2-32 0,4 0-16 16,1-4-1920-16,1-1-384 0,3-2-80 0</inkml:trace>
  <inkml:trace contextRef="#ctx0" brushRef="#br0" timeOffset="-66647.27">32812 11791 45551 0,'0'0'2016'0,"0"0"416"0,-7-1-1936 0,7 1-496 15,0 0 0-15,0 0 0 0,0 0 1024 0,0 0 96 0,0 0 32 0,0 0 0 16,0 0-64-16,10-4-16 0,3 0 0 0,2 2 0 16,2 0-736-16,1 1-144 0,2 0-16 0,2-1-16 0,0 1-16 0,2 1 0 15,-1 1 0-15,1 1 0 0,-1-2-16 0,-5 1-128 16,1 2 192-16,-1 1-64 0,-1-1-128 0,-1 3 160 15,-3-1-160-15,-3 1 160 0,-1 2 96 0,-2 1 0 16,-5 3 16-16,-3-1 0 0,-3 3 64 0,-1-2 16 16,-2 1 0-16,-1-2 0 0,1 2-144 0,-1 0-16 15,0-1-16-15,2 0 0 0,0 0-176 0,2-1 160 16,2 2-160-16,2-1 160 0,1-4-160 0,3-3 0 16,3 0 0-16,2-1 0 0,2-1-128 0,4-2-16 15,-1-1 0-15,3-1 0 0,0-2-64 0,1-1-16 16,-3 2 0-16,-4-2 0 15,0 0 80-15,-2-1 16 0,-1 0 0 0,-1 1 0 0,0-4 128 0,-2-1 0 16,-1-2 0-16,-1 2 0 0,-3-1 128 0,0-1 0 0,0 0 0 16,-3 0 0-16,-2-2 32 0,1 5 16 15,0 0 0-15,-2 1 0 0,-2-1-48 0,-3 0-128 16,0 1 192-16,-4 1-64 0,1 1-128 0,-2 0 0 16,1-2 0-16,0 2 0 15,1 0-576-15,2 1-112 0,0 0-16 0</inkml:trace>
  <inkml:trace contextRef="#ctx0" brushRef="#br0" timeOffset="-64856.89">29924 12901 17503 0,'0'0'1552'0,"0"0"-1232"16,2-4-320-16,-2-3 0 0,0 2 5552 0,0 5 1040 0,-3-6 224 0,-1 0 32 16,4 6-4640-16,-7-3-928 0,-2-1-192 0,-1 1-48 15,-2 3 720-15,0-1 144 0,1 1 16 0,-4 0 16 16,-2 1-1088-16,3 2-208 0,-2-1-64 0,0 2 0 16,-1 1-272-16,1 2-64 0,2-1-16 0,-1 4 0 15,2-4-96-15,0 2-128 0,0-2 176 0,3 2-176 0,-1-1 128 0,3-1-128 16,2-1 0-16,1 1 0 15,5-6 0-15,0 0 0 0,-3 6 0 0,3-6 0 0,4 9 0 0,0 0-144 16,2-5 144-16,2 2-128 0,1-1 128 0,2 0-160 16,1 0 160-16,1 0-160 0,2-2 160 0,0 2-208 15,-1 1 80-15,0-1 128 0,1 0-208 0,-1 0 80 16,-2 3 128-16,-2-4-208 0,-1 5 208 0,-1-2 0 16,-3-1 0-16,-1 4-144 0,-1 0 144 0,-2 1 0 15,-2 1 0-15,-1 0 128 0,-3 0 32 0,-4-2 16 16,-3 3 0-16,2-3 0 0,-2 2-176 0,-1-1 192 15,0-1-192-15,-1-2 192 0,-1 0-192 0,4 1 0 16,-1-3 0-16,0 0-176 16,1-3-592-16,3 0-128 0,1 0-32 0,7-3 0 15,0 0-608-15,0 0-128 0,0 0-32 0,0-7 0 16,4-2-304-16,4-1-64 0,4-2-16 0,2-2 0 16,2-3 1120-16,2-2 208 0,1 0 48 0,2 1 16 0,1-1 352 0,-1 2 64 15,2 0 16-15,-3 3 0 0,-1 2 256 0,-1 2 224 16,-2 3-32-16,-3 3-16 0,-4 2 864 0,0 2 176 15,-9 0 48-15,8 5 0 0,-8-5 400 0,6 9 96 16,-3 0 16-16,1 3 0 0,0 0-560 0,0 1-96 0,-2 0-32 0,2 0 0 16,1 0-640-16,2-1-144 0,-2-1-32 0,3 0 0 15,0-2-272-15,2 0 160 0,2-2-160 16,2-5 128-16,3 1-128 0,-1-2-256 0,-1-1 64 0,1-3 16 16,0 0-224-1,-1-3-48-15,2-1-16 0,-1 0 0 0,-2-3 0 16,-1-1 0-16,0-1 0 0,-1-1 0 0,0-1 128 0,-2 1 16 0,-2-4 16 0,0 1 0 15,-3 2 304-15,0 0 0 0,-2 2 0 0,-1-1 0 0,-2 3 320 16,0 3 0-16,-1 0 16 0,-3 1 0 16,2 2 336-16,2 4 64 0,0 0 16 0,0 0 0 0,-7 5-112 0,1 3-32 15,2 1 0-15,1 3 0 0,0 4-352 0,2 2-64 16,1 1 0-16,0 5-16 0,1 2-176 0,3 1 128 16,0 5-128-16,2 3 128 0,-1 3-128 0,1-1 0 15,-1 3 0-15,1-3 0 0,-1-1 0 0,-1-3 0 16,1-1 0-16,-1-2 0 15,1-2-448-15,-1-2-128 0,-3-1-32 0,1-3 0 16,-1-3-1984-16,2-4-400 0,-2-3-80 0</inkml:trace>
  <inkml:trace contextRef="#ctx0" brushRef="#br0" timeOffset="-64469.76">30807 12868 51023 0,'0'0'2256'0,"-7"-2"480"0,-2-2-2192 0,0 2-544 16,0 0 0-16,0-1 0 0,-3 3 400 0,0 2-16 0,-1-1-16 0,0 1 0 15,-1 1 448-15,-2 1 80 0,-1 0 32 0,0 2 0 16,-1 4-672-16,-1 0-128 0,2-1-128 0,0 3 192 16,1-3-64-16,0 1 0 0,3 1 0 0,2-2 0 15,3-1-128-15,0 1 0 0,3 0 0 0,2-2 128 16,2 0-128-16,1-7 0 0,2 9-160 0,4-2 160 15,2 0-240-15,1-1 48 0,0 1 16 0,2-2 0 16,3 0 48-16,1 1 0 0,-3-2 0 0,2 2 0 0,2-2 128 16,1-1 0-16,1 3 0 0,-2-2 0 0,-2-1 0 15,0 4 0-15,1-4 0 0,-4 2 0 0,0 1-128 0,-2 0 0 16,-1-1 0-16,-3 1 0 0,-1 1 128 0,-3 1 0 16,1-1-144-16,-4 4 144 0,-2-1 0 15,0-1 0-15,-3 1 0 0,-4-1 0 0,-2 0 192 0,-1 0-64 16,0 0 0-16,-2-1 0 15,-2-2-832-15,1 0-160 0,0-1-32 0,2-3-16 16,1 1-1104-16,1-2-224 0,3-1-32 0,3-1-11744 16,2-5-2368-16</inkml:trace>
  <inkml:trace contextRef="#ctx0" brushRef="#br0" timeOffset="-64274.36">30982 12746 43071 0,'0'0'1920'0,"3"4"384"0,-3-4-1856 0,0 0-448 15,4 2 0-15,-1 2 0 0,1 1 1760 0,-3 2 256 0,2 1 48 0,-2 1 16 16,0 1-560-16,-1 3-112 16,0 3-32-16,0 2 0 0,-2 0-800 0,-1 2-176 0,2 3-16 0,0-3-16 15,1 1-240-15,-2 0-128 0,1 1 128 0,1 0-128 16,-1-1 0-16,-1 1 0 0,1-1 0 0,0 0-128 31,-1-2-1024-31,4 0-208 0,-1-1-48 0,0-2 0 0,-1-3-1936 16,2-3-400-16,-1-1-80 0</inkml:trace>
  <inkml:trace contextRef="#ctx0" brushRef="#br0" timeOffset="-63465.14">30821 13104 11055 0,'0'0'976'0,"0"0"-784"0,0 0-192 0,0 0 0 0,0 0 8064 0,0 0 1584 16,0 0 304-16,0 0 64 0,9-4-7456 0,3 0-1472 15,1 1-320-15,4-3-48 0,1 0-80 0,7 1 0 16,1-2-16-16,3-1 0 0,2-1-336 0,2 1-64 15,-1-1-16-15,1 0 0 0,-2 0-64 0,-1 0-16 16,-1-2 0-16,-3 4 0 0,-3-3-128 0,0 3 0 16,-7-1 0-16,-1 1 0 0,-5 3 0 0,-3 2 0 15,-7 2 0-15,0 0 0 0,0 0 224 0,2 6 16 16,-3 2 0-16,-2 2 0 0,-2 2 256 0,-1 1 48 16,-1 2 16-16,-2 0 0 0,0 3-272 0,1-2-48 15,-2 0-16-15,2-1 0 0,3 0-224 0,-1-1 144 16,3-2-144-16,0 0 128 0,0-2-128 0,3-2 0 0,4-2-160 0,0 1 160 15,-4-7-384-15,9 4 0 16,2 0 16-16,0-3 0 16,-1-2-224-16,0-2-48 0,2-2-16 0,-1-2 0 15,1 0 32-15,1-4 16 0,0-1 0 0,2-1 0 16,-4-1 0-16,2-2 0 0,0 2 0 0,0-3 0 0,1 1 336 0,-3 1 64 0,0 0 16 0,-2 5 0 16,-1 0 192-16,1 0 0 0,-3 4 192 0,-1 2-192 15,-5 4 576-15,0 0 16 0,0 0 0 0,7 0 0 16,-7 0 144-16,0 0 32 0,8 4 0 0,-2 4 0 15,0 0-128-15,0 2 0 0,-1 2-16 0,2-1 0 16,-1 2-288-16,1-1-48 0,-2 3-16 0,0-2 0 0,2-2-80 0,-1 1-32 16,-2-1 0-16,1-2 0 0,-1 0-32 0,0-3-128 15,-4-6 192-15,4 5-64 0,1 2-128 0,1-6 0 16,-6-1 144-16,0 0-144 0,0 0 0 0,0 0 0 16,6-4 0-16,1 0 0 0,-2-1 0 15,0-1 0-15,0-2 0 0,2-2 0 16,-1-2 0-16,2 0 0 0,-1 0 0 0,0-1 0 15,3-1 0-15,-1 0 0 0,-1 1 0 0,-2 1-128 0,2 1 128 0,0 2 0 16,-2 1 0-16,-1 3 0 0,-5 5 0 0,0 0 0 16,0 0 0-16,0 0 0 0,0 0 176 0,7 5-48 15,-2 2 0-15,-1 1 0 0,0 1-128 0,-1 1 192 16,-1 1-192-16,1 0 192 0,-1-1-192 0,1 0 0 16,0 0 0-16,-1 0 128 0,1 0-128 0,2-3 0 15,-1-1 0-15,1-1 0 0,2 1 0 0,2-4-176 16,-1-1 176-16,-2-1-192 0,1-1 16 0,-1 0 0 15,2 0 0-15,-1-5 0 0,-1 1 176 0,2 0-192 16,-2-2 192-16,1 0-192 0,-1-4-16 0,2 2-16 16,1-3 0-16,3-3 0 0,-1 0 32 0,0 4 16 0,0-3 0 0,-1 4 0 15,1 1 176-15,-1 2 0 16,-1 3-144-16,0 4 144 0,-1 0 0 0,-1 2 0 0,-7-2 0 16,6 6 0-16,1 2 304 0,-1 1-32 0,2 3 0 0,-1-3 0 15,0 2-112-15,1-1-32 16,0 0 0-16,-2 2 0 0,4-1-128 0,1-1 0 0,0 0 0 15,1 0 0-15,-2-4 0 0,3 1-176 0,0-1 48 0,0-1 0 16,0-2-1200 0,1 0-224-16,3-2-48 0,0 0-14208 0,0-1-2848 0</inkml:trace>
  <inkml:trace contextRef="#ctx0" brushRef="#br0" timeOffset="-58152.63">29287 3351 13823 0,'0'0'1216'0,"0"0"-960"0,0 0-256 0,0 0 0 0,-6-1 5952 0,6 1 1136 15,0 0 224-15,0 0 48 0,0 0-4080 0,0 0-816 16,0 0-160-16,0 0-48 0,0 0-720 0,0 0-128 0,0 0-48 0,8-4 0 15,1 0-784-15,1 0-144 16,3 0-48-16,4 2 0 0,1-5-208 0,1 2-48 0,2 0-128 0,1-1 192 16,-1 0-64-16,3 1-128 15,0-2 176-15,1 2-176 0,-1 2 0 0,-2-1 0 0,-1 1 0 0,-3-1-192 32,-1 0-512-32,-1 1-112 0,-2 0-16 0,-1 2 0 15,-3 2-688-15,0-1-144 0,-3 0-16 0,-7 0-12768 0,7 4-2544 0</inkml:trace>
  <inkml:trace contextRef="#ctx0" brushRef="#br0" timeOffset="-57946.15">29328 3457 16575 0,'-7'4'1472'0,"-1"0"-1168"0,1 1-304 0,1-1 0 0,1 0 6848 0,5-4 1328 16,0 0 256-16,0 0 48 0,0 0-5888 0,0 0-1184 16,0 0-224-16,0 0-48 0,0 0-368 0,9 6-64 15,4-3 0-15,2 1-16 0,4-3-480 0,1 0-80 16,3-1-128-16,1 0 176 0,2 2-176 0,2-2 0 15,-1-2 144-15,1 1-144 0,-1 0 0 0,0-2 0 16,-1 0 0-16,-1 0 0 16,-1-1-1536-16,-1-3-208 0,1 1-48 0,-1-1-13136 15,-1 3-2624-15</inkml:trace>
  <inkml:trace contextRef="#ctx0" brushRef="#br0" timeOffset="-57648.81">29854 3265 42495 0,'0'0'1888'0,"0"0"384"0,-5 0-1824 0,5 0-448 16,0 0 0-16,0 0 0 0,0 0 1728 0,0 0 240 15,0 0 48-15,0 0 16 0,0 0-592 0,0 0-112 0,0 0-32 0,0 0 0 16,0 0-816-16,4 7-160 0,2-1-48 0,2 1 0 16,1-1-112-16,1 1-32 0,0-1 0 0,1 2 0 15,2 0-128-15,2 0 0 0,-1-1 0 0,0 0 0 16,1-2 0-16,-1 0 0 0,3 1 0 0,-3-1 0 15,1 0 0-15,-2 2 0 0,-3-3 0 0,1-1 0 16,-5 1 0-16,2 0 0 0,0 0 0 0,-3 0 0 0,-5-4 0 16,0 0 0-16,0 0 0 0,0 0 128 0,0 7-128 15,0-1 0-15,0-6 0 0,-5 7 0 0,-1-3 0 0,-1 2 0 16,-4-3 0-16,1 1 0 0,-1 2-160 0,0-2-64 16,-1 0-16-16,0 1 0 15,2-2-2128-15,-1 3-448 0</inkml:trace>
  <inkml:trace contextRef="#ctx0" brushRef="#br0" timeOffset="-49025.32">30249 3626 11967 0,'0'0'1072'0,"0"0"-864"15,-7 2-208-15,7-2 0 0,-5 3 4944 0,5-3 944 16,0 0 192-16,0 0 48 0,0 0-3440 0,0 0-704 15,0 0-128-15,0 0-16 0,0 0 16 0,0 0 0 16,5 6 0-16,-5-6 0 0,0 0-656 0,0 0-128 16,15 0-32-16,-4-4 0 0,0-3-320 0,1-1-64 15,-1-1-16-15,2-2 0 0,0-1-256 0,-1-1-48 16,-1-2-16-16,2 0 0 0,0 0-320 0,1 1 0 16,-1-2 0-16,1 2 0 0,1-3 0 0,-4 2 0 0,1-1 0 15,-1 2 0 1,-4-1-272-16,0 2-128 0,-3 1-32 0,-2 2 0 0,-2 2 432 0,-1 3-128 0,-3 1 128 15,-1 1 0-15,-5 2 0 0,-1 5 0 0,-2 5 0 16,-1 3 128-16,-4 1 0 0,2 3 0 0,0 1 0 16,-1 2 0-16,2 1 0 0,0 1 0 0,5 1 0 0,-1 1 0 15,4-5-128-15,1 2 192 0,5 0-64 0,0-2 0 16,3-3-128-16,5-2-128 0,2 0 128 0,1-2-192 16,1-3-32-16,1-3-16 0,3 0 0 0,4-5 0 15,1-4-128-15,3 2-16 0,-1-5-16 0,0-1 0 16,0-1-48-16,0-1 0 0,2-3 0 15,-3 0 0-15,-3 0 288 0,0-3 160 0,0 2-192 0,-2-3 192 16,-2 1-560-16,-2-1 0 0,0 0 0 0,-4-1 0 16,-3-2 560-16,1 3 0 0,0 2 0 0,-4 2 0 0,-1 4 128 0,-1-1 64 15,0 10 32-15,0 0 0 0,0 0 496 0,0 0 112 16,0 0 0-16,0 0 16 0,0 0-336 0,-1 10-80 16,0-3-16-16,1 4 0 0,0 1-224 0,1 1-64 15,-1-2 0-15,1 2 0 0,2-1-128 0,0 1 0 16,2-1 144-16,0 0-144 0,2-3 0 15,-1 0 0-15,2-1 0 0,-2 0 0 0,1-3 0 0,-1-1 0 16,1-2 0-16,-7-2 0 0,0 0 0 0,8 0 0 16,1 0 0-16,-3-1 0 0,0-3 0 0,-1 0 128 15,0-1-128-15,0-2 0 0,-1 0 0 0,3-3 128 16,-2 0-128-16,0 0 0 0,2-1 0 0,-1-2 0 16,-1-3 0-16,3 2 0 0,3-2 0 0,-2 1-160 15,0 1 160-15,-4 3-208 0,0 1 208 0,-2 2 0 16,1 0 0-16,-4 8 0 0,0 0 0 0,0 0 0 15,0 0 0-15,0 0 0 0,1 10 208 0,2 2 48 0,-3 1 0 0,1 2 0 16,-1-1-256-16,3 4 0 0,1-1 128 0,0 0-128 16,1-1 128-16,1 1-128 0,1-3 176 0,3 0-176 15,2-2 0-15,1-2 0 0,1 0 0 0,2-3 0 0,0 1 144 16,1-3-144-16,0 1 0 0,1-6 144 0,0 0-144 0,0-3-176 16,-1 2 48-16,-1-2 0 15,0 1 128-15,-3-2-128 0,-2-3 128 0,1 2-128 16,1-2 128-16,-3 0 0 0,-2-3 0 0,0 1 0 15,-1-1 0-15,-1 1 0 0,-1 0 0 0,1-2 0 0,-3-1 0 0,0 2 0 16,-2 0 0-16,2 0 0 0,-4 1 0 0,-1 4 0 16,0-1 0-16,2 6 0 0,0 0 0 0,0 0 0 15,-7-6 0-15,1 5 128 0,-2 1-128 0,0 3 144 16,0 2-144-16,2 1 160 0,-1 1-160 0,1 1 0 16,1 2 0-16,-1 2 0 0,2 0 0 0,0 1 0 15,2 0 0-15,1-2 0 0,1 3 0 0,1-3 0 16,0 0-144-16,2-1 144 0,1-1-208 0,1 2 16 15,3-4 0-15,0 1 0 16,1 0-208-16,0-1-48 0,1-7 0 0,2 0 0 16,0 0-96-16,1-4-32 0,-2 1 0 0,1-2 0 15,0-3 96-15,0-1 16 0,-2-1 0 0,3-1 0 0,-1-1 144 0,0 1 16 0,-2-2 16 16,0 0 0-16,1-2 160 0,1 2 128 16,-2 1-192-16,-2 5 192 0,-2-2 0 0,0 1 0 0,-1 1 0 0,0 2 0 15,-5 5 304-15,4-4 64 16,-4 4 16-16,0 0 0 0,0 0 112 0,5 3 16 0,0-1 16 15,1 2 0-15,0 1 0 0,-1 3 0 0,1 0 0 16,0 1 0-16,-1-2-352 0,1 2-176 0,-4 3 160 0,3-2-160 16,-1-1 128-16,1 0-128 0,-1-1 0 0,2 1 144 15,-4-4-144-15,1 3 0 0,-1-1 0 0,0-1 128 16,-2-6-128-16,0 0 0 0,2 8 144 0,-2-8-144 0,0 0 128 0,0 0-128 16,0 0 128-16,0 0-128 0,0 0 0 15,0 0 128-15,0 0-128 0,0 0 0 0,4-4 0 0,1-2 0 16,1-3 0-16,-1 1 0 0,1 1 0 15,4-3 0-15,-1-1 0 0,1 0 0 0,-1-2 0 0,2 1 0 16,0 1 0-16,2 1-128 16,0-2-256-16,-1 2-32 0,-1-1-16 0,-2 4 0 0,-1 3 304 0,-2-2 128 15,-6 6-128-15,0 0 128 0,0 0 0 0,0 0 128 16,0 0 0-16,0 0 0 0,0 0 144 0,0 0 48 16,0 0 0-16,0 0 0 0,-3 8-320 0,1 0 128 15,-2 1-128-15,1 2 0 0,2-5 0 0,1 3 0 16,1 0 0-16,-1 0 0 0,2 1 0 0,0-1 0 15,2-1 0-15,1-1 0 0,2 1 0 0,1-1-176 16,1-1 176-16,1-1-160 0,1-1-48 0,2-1-16 16,1-2 0-16,0-1 0 0,2-1-32 0,0 0-16 15,-2-2 0-15,0-1 0 0,-1-1 96 0,0 0 32 16,0 0 0-16,1-2 0 0,-3 0-192 0,1 1-48 16,-2-1 0-16,1 0 0 0,-2-1 384 0,0 0-176 15,0 0 176-15,-1-1-128 0,-1 3 128 0,-1-1 0 0,-2 0 128 0,0 1-128 16,-1-1 0-16,-3 7 0 0,2-6 0 0,-2 6 0 15,0 0 224-15,0 0-32 0,0 0 0 0,0 0 0 16,-2-7 64-16,-1 2 0 0,0 1 0 0,3 4 0 16,0 0-112-16,0 0-16 0,0 0 0 15,0 0 0-15,-5 4-128 0,5-4 0 0,-3 8 0 0,2 1 0 16,0-2 0-16,0 2 0 0,2 1 0 0,3 2 0 16,0 1 0-16,-2 3 0 0,1-3 0 0,0 5 0 0,0 3 0 15,1 1 0-15,0-1 0 0,-1 1 0 16,-2 3 0-16,0-2 0 0,-1-1 0 0,-1 2 0 15,0-1 0-15,-2 1 0 0,-1-1 0 0,-1-3 128 0,-1-1 96 16,-2-2 16-16,-1-2 0 0,0 0 0 0,1-6 48 0,0-1 16 16,0-1 0-16,2-3 0 0,-1-2-96 0,7-2-16 15,0 0 0-15,-6-4 0 0,0 2-192 0,2-5 0 16,2-2 0-16,0-4 0 0,4-1 0 16,-1-5-128-16,2 1-16 0,2-4 0 0,1-1-48 0,4-2-16 15,0-1 0-15,3-3 0 0,1-1 16 0,3 0 16 16,3-1 0-16,1 2 0 0,1 2-32 0,0 2-16 15,-1 3 0-15,0 1 0 0,0 1 32 0,-4 3 16 0,-3 3 0 16,-1 2 0-16,-3 3 176 0,1 3 0 16,-5 1 0-16,0 1 0 0,-6 4 0 0,0 0 176 0,0 0-16 0,0 0 0 15,0 0 96-15,0 0 0 16,2 9 16-16,-1 0 0 0,-1 0-272 0,0 0 160 16,2-1-160-16,-1 1 128 0,2 0-128 0,1 2 0 15,1-2 0-15,-1 1 0 0,0-2 0 0,2 0 0 16,2 0-128-16,0-1 128 0,-2 0 0 0,0-2 0 0,-6-5-144 15,6 4 144-15,2-1 0 0,-2-1-192 16,-6-2 192-16,10 0-160 0,-1-1 160 0,0-4 0 0,1 0 0 0,-1 1 0 16,0-3 0-16,-1 1 0 0,0-2 0 0,0 0-128 15,-2 0 128-15,1-2 0 0,-1 1 0 0,1 1 128 16,-2 0 0-16,0 0 16 0,-1 2 0 0,0-1 0 16,-1-1 48-16,-3 8 0 0,2-5 0 0,0 0 0 0,-2 5 256 15,0 0 48-15,0 0 16 0,0 0 0 0,0 0-224 0,0 0-32 16,0 0-16-16,0 0 0 0,0 0-80 0,0 0-16 15,0 0 0-15,0 0 0 0,4 8-144 0,-2 3 0 16,1 1 144-16,-1 1-144 0,1 0 192 0,1 4-48 16,0-1 0-16,0 2 0 15,0-1-144-15,1 5 0 0,0-1-192 0,2 2 192 0,-2 1 0 16,0-1 0-16,-1-3 0 0,0 0 0 0,0 2 0 0,0-3 0 16,0 2 0-16,-2 1 0 0,0 2 0 0,-2-5 0 15,-2 2 0-15,0 5 0 0,-2-4 0 0,-1-1 0 16,-2-4 144-16,1 0-144 0,-4-1 128 0,1-3-128 15,-1-3 128-15,-1 1-128 0,0-2 240 0,-1-1-32 16,-1 1 0-16,0-5 0 0,-3 0-208 0,-1 1 0 16,2-4 128-16,-4 0-128 0,0 1 0 0,-2-5 176 15,0-1-176-15,0 0 160 0,2-1-432 0,0 0-96 16,2 0-16-16,2-2 0 16,0-1-784-16,4-3-176 0,2-2-16 0,3-1-16 15,5 0-2768-15,4-1-544 0</inkml:trace>
  <inkml:trace contextRef="#ctx0" brushRef="#br0" timeOffset="-43327.26">30773 4390 16575 0,'0'0'1472'0,"-5"-1"-1168"15,0-4-304-15,-1 1 0 0,1 0 5440 0,0 0 1040 0,0-1 208 0,-2 0 32 16,2-2-4368-16,0-1-880 16,-2 0-192-16,1 2-16 0,-2-1 352 0,0 1 80 15,2 2 16-15,-2-1 0 0,0 1-640 0,0 2-128 0,2 2-32 0,-2 4 0 16,-4 0-208-16,2 4-64 16,-2 1 0-16,-1 3 0 0,0 1-256 0,0 3-48 0,1-1-16 0,2 1 0 15,-2-2-192-15,4 2-128 0,1-7 160 0,4 3-160 16,0-2 0-16,6 2 0 0,2-4 0 0,3 0 0 15,3-1 0-15,4-3 0 0,0 0 0 0,4-2 0 16,1-2 0-16,1-2 0 0,0 1-160 0,0-4 160 16,-1-1-176-16,0 1 176 0,0 0-208 0,-3-1 80 0,-1-1 128 15,-2-1 0-15,-1 0 0 0,-4-2-128 16,-1 1 128-16,-2 0 0 0,0-2 0 0,-4 1 0 16,-2 1 0-16,0-2 128 0,-2 1-128 0,-2-1 176 0,-2 2-176 15,0 0 0-15,-1 1 0 0,0-2-176 0,-4 2 32 0,1 3 0 16,1-2 0-16,-3 2 0 15,-1 1-480-15,1 2-80 0,0-1-32 0,2 2 0 16,1-1-640-16,2 2-128 0,7 0-32 0,0 0 0 16,0 0-1760-16,0 0-352 0,0 0-80 0,12 4-16 15,2 3-864-15,2-6-160 0,1 2-32 0</inkml:trace>
  <inkml:trace contextRef="#ctx0" brushRef="#br0" timeOffset="-43086.17">30886 4300 4607 0,'0'0'400'0,"15"0"-400"0,-1 0 0 0,-1-1 0 0,0 1 4880 0,0 1 896 15,-1 2 176-15,-3-2 48 0,-9-1-1776 0,7 5-368 16,-1-1-64-16,-1 4-16 0,-1 1-512 0,-3 4-128 15,-1 3 0-15,0-2-16 0,0 3-1392 0,-1 0-256 16,0-1-64-16,1-1-16 0,1 2-800 0,0-4-144 16,2 0-48-16,1-1 0 0,1 0-272 0,3-3-128 15,1-1 128-15,3 0-128 0,1 0 0 0,1-2 0 16,3-2 0-16,0-3 0 0,3 1 0 0,-1-2 0 16,1-2 0-16,-1 1 0 0,1-2-192 0,-3 1 192 0,0-2-160 0,-2 0 160 15,0-4-288-15,-2 2 32 0,-3-1 16 16,1 1 0-16,-3-2 240 0,-1 0 160 0,0-3-32 0,-3 1 0 15,-2 1-128-15,-2-3-272 0,2 0 64 0,-4 1 16 16,0-1-720 0,-1 0-144-16,-1 1-32 0,2-1 0 0,-1 0-1248 15,2 3-256-15,1-3-48 0,2 2-17904 0</inkml:trace>
  <inkml:trace contextRef="#ctx0" brushRef="#br0" timeOffset="-42856.12">31702 4124 21183 0,'0'0'1888'0,"0"0"-1504"0,0 0-384 0,0 0 0 0,0 0 4704 0,0 0 864 16,0 0 192-16,0 0 16 0,0 0-2784 0,6 12-560 16,-4 0-128-16,1 3 0 0,-2 5-816 0,2 1-144 15,-2 2-48-15,0 5 0 0,-2-1-752 0,0 3-160 16,2 1-16-16,0-2-16 0,-2-3-352 0,1-3 128 16,-1 0-128-16,1-2 0 0,-1-2 0 0,2-2 0 15,-1 0 0-15,1-3 0 16,0-1-944-16,1-2-256 0,-1-2-48 0,-1-9-16 15,4 8-1424-15,1-2-272 0,0 1-64 0,1-5-10496 16,-6-2-2096-16</inkml:trace>
  <inkml:trace contextRef="#ctx0" brushRef="#br0" timeOffset="-42692.65">31486 4378 2751 0,'-12'2'256'0,"12"-2"-256"0,-4 0 0 0,1 0 0 15,3 0 9504-15,-2 2 1856 0,2-2 368 0,0 0 80 16,0 0-8576-16,0 0-1712 0,9 3-352 0,6 1-64 15,3-4 48-15,3 1 16 0,4-1 0 0,1 0 0 16,-2-1-688-16,1 1-144 0,1 0-16 0,0-3-16 16,-2 2-304-16,-1 0 0 0,1-1 0 0,-1 2 0 0,1-2-400 0,0 0 16 15,1 2 0-15,0-1-15504 16,1 0-3104-16</inkml:trace>
  <inkml:trace contextRef="#ctx0" brushRef="#br0" timeOffset="-41276.03">32506 4427 10127 0,'0'0'896'0,"0"0"-704"16,-8-4-192-16,1 0 0 0,1 0 7600 0,-1 0 1488 16,-1 1 288-16,1 1 64 0,-3-1-6176 0,0 2-1216 15,-2 0-256-15,1 2-64 0,-2 2-480 0,1 0-96 16,-1 1-32-16,0 3 0 0,0-1-496 0,1 2-112 15,1 0 0-15,0 1-16 0,-2 0 16 0,1 0 0 16,2-1 0-16,3 0 0 0,2 0-512 0,1-2-240 16,4-6 32-16,0 0 0 0,0 0 208 0,5 7-144 0,0-1 144 0,3-3-128 15,1 1-176-15,2-1-16 16,-1-1-16-16,2-1 0 16,1-2-64-16,-3-1-16 0,2-1 0 0,0 0 0 15,1 1-32-15,0 0-16 0,-3-3 0 0,1 0 0 0,-1 0 48 0,1 0 16 16,-2-1 0-16,-1 1 0 0,-3 0 192 0,0 0 32 0,-1-2 16 0,-1 2 0 15,-3 5 32-15,0 0 0 0,0 0 0 0,0 0 0 16,-2-7 128-16,2 7 176 0,0 0-48 0,0 0 0 16,0 0-128-16,0 0 0 0,0 0 0 0,0 0 0 0,0 0 128 0,0 0 0 15,0 0 0-15,0 0 0 0,5 7-128 0,3-2 0 16,1 0 0-16,3-3-176 16,1 0 176-16,1 1 0 0,2-3 0 0,2-3 0 15,2 1 0-15,-1-2 0 0,2-3-144 0,0 1 144 0,1-2-128 0,-1-1 128 16,-3-2-160-16,2 0 160 0,0-4-160 0,-2 0 160 15,-3-4-160-15,0 1 160 0,-3-1 0 0,-1 0 0 16,-2-3-128-16,-2 1 128 0,-2-3 0 16,-1-1 0-16,-3-1 0 0,1-2 0 15,-4 4 0-15,0-1 0 0,-3-1 144 0,-1 4-144 0,0 2 320 0,-1 4-48 16,-2 3 0-16,1 2 0 0,1 0 304 0,-1 5 48 16,-1 2 16-16,1 1 0 0,0 2 0 0,1 3 0 15,0 4 0-15,0 3 0 0,2 0-336 0,0 5-64 16,-2 6-16-16,2 3 0 0,1 3-64 0,0 6-16 15,0 3 0-15,0 1 0 0,0 5-16 0,2 0 0 16,-1 2 0-16,1 1 0 0,0-3 16 0,1 0 0 0,0-1 0 16,1-2 0-16,0 0-144 0,0-3 192 0,0-3-192 15,0 0 192-15,1-2-192 0,-1-4 0 16,0-3 0-16,0-2 128 0,-1-3-128 0,2 1-272 0,-2-5 64 0,1-1 16 16,1-3 0-16,-1 1 0 0,0-2 0 15</inkml:trace>
  <inkml:trace contextRef="#ctx0" brushRef="#br0" timeOffset="-40722.59">30309 5373 17503 0,'0'0'1552'0,"0"0"-1232"0,5-5-320 0,0-2 0 0,2 0 5792 16,-1-1 1104-16,2-1 208 0,-1 2 64 0,-3-2-5120 0,-1 1-1024 16,-1-1-208-16,-1 1-48 0,0 0 848 0,-2 2 176 15,-2 1 16-15,0 1 16 0,-1-3-1040 0,-2 3-208 16,-1 2-32-16,0 0-16 0,1 1-80 0,-2 1 0 16,0 0-16-16,-3 3 0 0,0 1-240 0,0 1-32 0,2 1-16 0,-1 1 0 15,-2-1-144-15,2 2 0 0,0 1 0 16,3 1 0-16,-1-1 0 0,3-2 0 0,2 3-224 0,2-1 80 15,1 1 144-15,2-2 0 0,2 1 160 0,3 0-160 16,-1 2 0-16,3-1 0 0,1-1 0 16,0 0 0-16,0 0 0 0,2-1 0 0,-1 0 0 15,-1 1 0-15,0 2 0 0,0-1 0 0,-5 1 0 0,1-2 0 0,-1-3 0 16,-1 2 0-16,-4-8 0 0,0 9 144 0,-2 2-144 0,-3-1 160 16,1-1-160-16,-3 0 160 0,-2-1-160 0,0 0 0 15,-2 0 144-15,1 0-144 0,-2 1 0 16,1 0 0-16,0-5 0 0,3 1 0 15,-1-1-1088-15,1-3-176 0,8-1-32 0,0 0-16 16,0 0-2096-16,0 0-432 0,4-8-64 0,4-2-9200 16,5-2-1824-16</inkml:trace>
  <inkml:trace contextRef="#ctx0" brushRef="#br0" timeOffset="-40307.43">30579 5294 20271 0,'0'0'1792'0,"0"0"-1424"15,0 0-368-15,0 0 0 0,0 0 5248 0,2 8 992 16,-2-1 192-16,0 4 32 0,-1-1-3712 0,0 1-736 15,-2-1-160-15,0 3-16 0,0 1-688 0,1 1-144 16,1-1-32-16,1-1 0 0,0-1-624 0,3 0-128 16,0-1-32-16,3 0 0 0,0-1-64 0,2-3-128 15,2-1 176-15,2 1-176 0,1-6 0 0,0 0 0 16,2-1 0-16,0-1 0 0,1 0-160 0,0-4 16 0,-2-2 0 0,0 1 0 16,-1-2-48-16,0-1 0 15,0 1 0-15,-1-3 0 0,-3 0 192 0,0-2-192 0,0-2 192 0,-1 2-192 16,-1 0 192-16,-2 3 0 0,0-3 0 0,-1 4 0 15,-1 1 0-15,-3 8 144 0,0 0-144 0,0 0 160 16,0 0 272-16,0 0 48 0,0 0 16 0,0 0 0 16,0 0-64-16,-4 10-16 0,0 4 0 0,0 6 0 15,0 3-416-15,3 4 0 0,-2 0 0 0,2 2-176 16,-2 1 368-16,3 1 80 0,2 1 16 0,-1 2 0 0,1 0-288 16,1 3 0-16,0-5 128 0,1 2-128 15,0-5 0-15,-1 1 0 0,0 0 0 0,0-3 0 0,-1-2 0 16,1 0 0-16,-1-6 0 0,1 0 0 0,-4-2 0 15,1-3 0-15,0-4-240 0,0 0 80 0,-2-5-160 0,2-5-48 16,0 0 0-16,0 0 0 16,0 0-1296-16,0 0-272 0,0 0-48 0,0 0-16 15,0-13-816-15,0-2-176 0,3-2-16 0,1-2-9552 16,4-5-1904-16</inkml:trace>
  <inkml:trace contextRef="#ctx0" brushRef="#br0" timeOffset="-39925.81">31313 5251 12895 0,'0'0'576'0,"0"0"112"0,0 0-560 0,-4-4-128 16,-1 1 0-16,-1-1 0 0,6 4 7600 0,-4-1 1488 15,1 0 288-15,-3-1 64 0,1 2-6176 0,-1 2-1216 0,-5-2-256 16,3 2-64-16,-1 2-768 0,-1 3-176 16,-1 0-16-16,0 3-16 0,-1-3-400 0,-1 1-80 15,-2 0-16-15,2-1 0 0,2 0-64 0,0 3 0 0,1-1-16 0,2-3 0 16,2 1-176-16,2-1 0 0,0 1 0 0,4-7 128 15,0 8-128-15,2 1 0 0,-2-9 0 0,6 8 0 16,0-1 0-16,3 1 0 0,2-1 0 0,0 0 0 16,1 1 0-16,0 0 0 0,-2-3 0 0,3 2 0 15,2-2 0-15,-1 0 0 0,0 1 0 0,1-1 0 16,-2-1 0-16,0 2 0 0,-3 1 0 0,1-1 0 0,-2 1 0 16,0-1 0-16,0-2 0 0,-4 1 0 0,-5-5 0 15,0 0 0-15,0 0 0 0,1 9 0 0,-1-1 0 0,-1 3 0 16,0-3 0-16,-3-1 0 0,-1 0 0 15,-2-2 0-15,-1 2 0 0,-2-1 0 0,-2 1 0 16,-1-1 0-16,-2-1 0 0,-2 1 0 16,0-2 0-16,-2-2 0 0,1 1-176 0,-1-1 176 15,0 0-800-15,2 0-80 0,3-2-16 0,1-2 0 16,3-1-1472-16,3-1-288 0,4 0-64 0,5-6-18560 0</inkml:trace>
  <inkml:trace contextRef="#ctx0" brushRef="#br0" timeOffset="-39728.68">31526 5058 23039 0,'0'0'2048'0,"0"0"-1648"16,0 0-400-16,0 0 0 0,0 0 5312 0,0 0 960 15,0 0 208-15,4 8 48 0,-1 2-4480 0,0 2-896 16,-2 1-192-16,0 1-16 0,1 0 0 0,-4 3 0 0,2 4 0 0,0 3 0 16,0 0-672-16,3 1-128 0,2-5-16 0,-2 2-128 15,-6-1 0-15,0 0 0 0,1-2 0 0,1 1 0 31,1 1-544-31,0-1-224 0,1 0-32 0,3 2-16 16,2-9-2128-16,-2-1-416 0,-5 0-96 0</inkml:trace>
  <inkml:trace contextRef="#ctx0" brushRef="#br0" timeOffset="-38920.07">31365 5337 28559 0,'-4'0'2544'0,"3"0"-2032"0,-3 0-512 0,4 0 0 0,0 0 4912 0,0 0 880 16,0 0 176-16,0 0 48 0,0 0-4432 0,13 0-880 16,-2 0-192-16,6-3-16 0,4 2-112 0,-4-1 0 15,3 1-16-15,2-4 0 0,3 1-240 0,1-1-128 16,0-2 160-16,1 2-160 0,1 1 144 0,6-2-144 16,-3-1 128-16,-3 1-128 0,-3 0 0 0,-3 4 0 15,-3 1 0-15,-4 1 0 0,-3 0 0 0,-3 1 0 16,-1 1 0-16,-8-2 0 0,3 8 128 0,-2 3 0 15,-2-1 0-15,-2 4 0 0,-1 2 144 0,-1 1 32 16,0 1 0-16,-2 1 0 0,1-1-48 0,-1 0 0 16,2-1 0-16,0-3 0 0,1-2-256 0,0-1 0 15,5-2 128-15,0 1-128 0,1-2 0 0,0-2-256 0,4 0 64 0,0-2 0 32,2-3-384-32,2-2-80 0,2-3-16 0,1 0 0 15,1-3 64-15,2 1 16 0,1-2 0 0,0-1 0 0,1-6 304 0,1 0 64 0,-1-2 16 16,1 0 0-16,-2 1 208 0,-1 1-192 0,-2 0 192 0,2 2-192 15,-3 1 192-15,-4 5 0 0,0 3 0 0,-1-2 0 16,-1 5 192-16,-7 1 48 0,5 0 0 0,1 3 0 16,-2 2 576-16,0 3 112 0,-1 2 32 0,1 2 0 15,0 1-384-15,1 3-64 0,-1-2 0 0,1 0-16 16,0 1-256-16,2-2-48 0,-1-2-16 0,2 1 0 0,0-4-176 16,1-1 128-16,-1-1-128 0,1-2 128 15,0 0-128-15,1-2 0 0,0 1 0 0,-3-2 0 16,1 1 0-16,-1-4 0 0,-1-2 0 0,2 2 0 0,1-2 0 0,-2 0 0 15,-1 0 128-15,1-2-128 0,2-5 0 0,-1-1 0 16,1 1 144-16,0-2-144 0,1-2 0 16,-1 1 0-16,-1 0 0 0,1 1 0 0,-1 0 0 15,0 2 0-15,0-2 0 0,-2 4-128 0,0 2 128 0,-6 7 0 16,0 0 0-16,0 0 0 0,0 0 0 0,0 0 0 16,0 0 160-16,0 0-160 0,0 0 288 0,6 8-32 15,-1 0-16-15,-2 0 0 0,1 0-240 0,0 2 144 16,-4-10-144-16,4 9 128 0,0 3-128 0,1-2 0 15,-1-2 0-15,1-1 0 0,-5-7 0 0,0 0 0 16,8 5 0-16,0-1-176 0,-8-4 176 0,9 3 0 16,1-3-144-16,1-2 144 0,-1 0-128 0,-1-4 128 15,2 1-160-15,0-4 160 0,2 0-144 0,0 0 144 0,-1-2-128 0,-1 2 128 16,-1 0-144-16,3 0 144 0,0 0-160 0,0-2 160 16,0 5 0-16,-1 1-144 0,-2 0 144 0,3 1 0 15,-2 1 0-15,-2 3 0 0,-3 1 0 16,2 3 0-16,1 1 160 0,-1 1 64 0,-8-6 16 15,7 10 0-15,-1 2-48 0,1 0-16 0,-2 1 0 16,-1-2 0-16,0 0-176 0,1-1 160 0,0 1-160 0,0 0 160 16,-1 0-160-16,2-1 0 0,-1-1 0 0,1-1 0 15,1-1-256-15,1-1 32 0,-8-6 0 0,7 4 0 16,4 1-1168-16,-1-1-224 16,2-1-48-16</inkml:trace>
  <inkml:trace contextRef="#ctx0" brushRef="#br0" timeOffset="-34638.57">16207 17884 8287 0,'-41'0'368'0,"12"-3"80"0,-4-2-448 0,-3 1 0 0,2 0 0 0,2 1 0 16,2-2 6656-16,2 1 1264 0,4-1 240 0,2 1 48 16,2 0-4480-16,4 3-896 0,3-3-176 0,4 1-32 15,9 3-768-15,0 0-128 0,0 0-48 0,0 0 0 16,0 0-624-16,0 0-128 0,0 0-32 0,11 7 0 15,2-4-496-15,6 0-96 0,5 1-32 0,3 0 0 0,6-1-272 16,3-2 160-16,3-1-160 0,3 0 128 16,2-1-128-16,5-2 128 0,1 1-128 0,4-1 128 0,-2 0-128 15,0 0 192-15,-1 3-192 0,-1-3 192 0,-4 0-192 0,-3 1-144 16,-3 3 144-16,-4-1-208 16,-1 0-400-16,-2 4-80 0,-4-3-16 0,-5 3 0 15,0 1-1376-15,-5-1-288 0,-4 0-48 0,-4-1-19776 0</inkml:trace>
  <inkml:trace contextRef="#ctx0" brushRef="#br0" timeOffset="-34420.97">16037 18052 46655 0,'-33'-1'2064'0,"14"2"432"0,-1 1-2000 0,3 1-496 0,4 1 0 0,4-3 0 16,9-1 1200-16,0 0 144 0,0 0 16 0,0 0 16 15,0 0 16-15,9 12 0 0,4-2 0 0,4-3 0 16,3-3-960-16,5-2-192 0,3 1-48 0,5 1 0 15,1-4-32-15,5-3-16 0,3-1 0 0,3 1 0 16,5-3-144-16,3 0 0 0,3-2 0 0,0 2 128 16,0-1-128-16,-1-1 0 0,-4 3-160 0,-1 0 160 31,-5 0-960-31,0-2-80 0,-5-2-32 0,-1 0 0 16,0 0-1568-16,-1-1-320 0,-4 0-64 0</inkml:trace>
  <inkml:trace contextRef="#ctx0" brushRef="#br0" timeOffset="-34126.09">17102 17832 16575 0,'-17'-7'1472'0,"7"4"-1168"0,-3-2-304 0,1 1 0 16,2 2 6912-16,-1-1 1344 0,1-1 256 0,1 2 48 0,9 2-5296 0,0 0-1040 16,0 0-224-16,0 0-32 0,0 0-720 0,0 0-144 15,0 0-16-15,0 0-16 0,0 0-720 0,0 0-144 16,11 14-16-16,2-1-16 0,2-7-128 0,2 4-48 16,1 1 0-16,3 0 0 0,1-3 0 0,0 2 0 15,-1 0 0-15,2 1 0 0,2-2 0 0,0-3 0 16,0 5 0-16,0-2 0 0,-3 1 0 0,-1-3 0 15,-3 0 0-15,-4-1 0 0,-2 1 0 0,-12-7 0 16,5 7 0-16,-5-7 0 0,0 0 0 0,-1 13 0 16,-3-1 0-16,-3-1 0 0,-2-1 0 0,-3-2 0 15,-1 1 0-15,0 4 0 0,-4-3 0 0,-1 1 0 16,-1-2 0-16,0 1 0 0,1 3 0 0,0-2 0 16,-3-2 0-16,0 1 0 0,0 2 0 0,0 0 0 0,1-2 0 15,0 2 0 1,0-4-384-16,4 2-80 0,-1-1-16 0,5 3 0 15,1 3-2800-15,5-1-560 0</inkml:trace>
  <inkml:trace contextRef="#ctx0" brushRef="#br0" timeOffset="-33251.4">18333 17812 32255 0,'0'0'2864'0,"0"0"-2288"0,-5-7-576 0,5 7 0 16,0 0 3872-16,0 0 672 0,-7-1 128 0,1 5 16 15,-4 3-2704-15,1 4-560 0,-2 8-96 0,-4 5-32 16,1 4-464-16,0 6-112 0,-2 3-16 0,0 3 0 15,1-5-160-15,-1-3-32 0,0-3-16 0,3-3 0 16,0-1-224-16,3-3-32 0,-1-8-16 0,2 1 0 16,2-5-160-16,1-2-64 0,1 1 0 0,5-9 0 0,0 0 0 0,0 0 0 15,0 0 0-15,0 0 0 0,0 0 0 0,0 0 0 16,0 0 0-16,0 0 0 0,3-12 0 0,2-1 0 16,0-4 0-16,2-1 0 0,0-1 0 0,4-5 0 15,-2-2 0-15,3-4 0 0,-1-1-192 16,1-1-16-16,0-3-16 0,-2 4 0 0,0 1 224 0,-1 4 0 15,0 2 0-15,-4 5 0 0,0 2 0 0,0 5 0 16,-1 3 0-16,-4 9-144 0,0 0 144 0,0 0 0 16,0 0 0-16,0 0 0 0,0 0 0 0,0 0 0 15,0 0 0-15,11 8 128 0,-1 2-128 0,1 3 0 16,-2 2 0-16,4 3 0 0,1-1 0 0,4 2 0 0,-1-2 0 16,4 3 0-16,1-3 0 0,0 0 0 0,-1 2 0 15,2 1 0-15,3-4 0 0,-3 1 0 0,-1 0 0 0,-2-2 0 16,-2-1 0-16,-2 0-160 15,-2-5 160-15,-2 2 0 0,-3 0-176 0,-4 1 176 0,-5-12-160 0,3 10 160 16,-3 0 0-16,0-10 0 0,-6 10 0 0,-3-4 0 16,-2-1 0-16,-4 0 0 15,-2 1 0-15,-2 2 0 0,-5-2 0 0,0-2 0 0,-4 0 160 0,-1 1-160 16,-1 2 128-16,-1 0-128 0,-3-3 0 0,2 2 128 16,0-3-128-16,2 1 0 0,0-1 0 0,4 0-176 31,4-1-784-31,5-1-176 0,2-2-16 0,3 1-16 15,3 1-1552-15,9-1-304 0,0 0-64 0,0 0-17696 0</inkml:trace>
  <inkml:trace contextRef="#ctx0" brushRef="#br0" timeOffset="-32746.99">19068 17585 23951 0,'0'-8'2128'0,"0"0"-1696"15,0 8-432-15,0 0 0 0,0 0 6400 0,0 0 1184 16,0 0 240-16,0 0 48 0,0 0-5536 0,0 0-1120 16,1 16-208-16,1 2-48 0,-2 2-448 0,0 6-96 15,-2 4-16-15,2 4 0 0,-1 0-192 0,1 5-32 16,1 1-16-16,1 2 0 0,-1 0-160 0,2-1 192 16,1-3-192-16,2-1 192 0,1-2-192 0,2-6 0 15,0-1 0-15,1-4 128 0,1-5-128 0,0-3 0 16,1-7 0-16,0-1 0 0,1-2 0 0,0 1 0 0,0-3 0 15,1-1 0-15,-1-3 0 0,0-4 0 0,1-2 0 16,-1 0 0-16,0-2 0 0,1-4 0 0,0-5 0 0,1-3 0 16,-4-4 0-16,5-6 0 0,1-1 0 0,1-4 0 15,0-5-192-15,1 0 192 0,-1 1-192 0,0-4 192 16,-2 0-224-16,-1 4 80 0,0 2 16 0,-3 5 0 16,-1 3 128-16,-2 4 0 0,-3 4 160 0,-1 6-160 15,-1 3 0-15,0 4 0 0,-4 8 0 0,0 0 0 16,0 0 256-16,0 0-32 0,0 0-16 0,0 0 0 15,0 0-80-15,1 11-128 0,2 2 176 0,-3 5-176 16,-2-1 128-16,0 6-128 0,-2 5 0 0,0 4 0 16,0 6 160-16,0 1-160 0,0 2 128 0,2-1-16 15,0-2-112-15,1-2 0 0,1 0 0 0,0-4 0 16,-1-2 0-16,-1-3 0 0,2-4 0 0,0-2 0 16,0-5 0-16,-1-1 0 0,0-3 0 0,-1-6 0 0,2-6 0 15,0 9-128-15,0-9 128 0,0 0-160 16,0 0-992-16,0 0-192 0,0 0-32 15,0 0-16-15,0 0-2048 0,0 0-400 16</inkml:trace>
  <inkml:trace contextRef="#ctx0" brushRef="#br0" timeOffset="-32532.9">18787 17493 35935 0,'0'0'3200'0,"0"0"-2560"0,0 0-512 0,0 0-128 16,7-8 3200-16,5 1 608 0,2 3 128 0,2-2 32 16,0 1-2336-16,3-1-464 0,7 2-80 0,2 2-32 15,0-3-736-15,2 3-128 0,2-2-48 0,-2 2 0 16,-2-1-144-16,0 2-192 0,2 0 32 0,1 1 16 31,0 0-2704-31,1 1-544 0,0 3-96 0</inkml:trace>
  <inkml:trace contextRef="#ctx0" brushRef="#br0" timeOffset="-32368.45">19461 17520 16575 0,'0'0'1472'0,"0"0"-1168"0,0 0-304 0,0 0 0 15,0 0 6800-15,7-1 1312 0,1-1 256 0,0 2 48 0,-8 0-5344 0,14-5-1056 16,-1 1-224-16,3 0-32 0,4 0-544 0,0 0-128 16,0-2 0-16,2-1-16 0,3 2-752 0,1 1-160 15,0-1-32-15,2 2 0 0,-1 1-352 0,2-1-80 16,-1 2-16-16,1 1 0 15,-2 3-2368-15,1 0-496 16,-1 3-80-16</inkml:trace>
  <inkml:trace contextRef="#ctx0" brushRef="#br0" timeOffset="-32118.54">20099 17822 30399 0,'0'0'1344'0,"0"0"288"0,0 0-1312 0,-7 0-320 0,7 0 0 0,0 0 0 0,0 0 5744 0,0 0 1072 0,0 0 224 0,0 0 32 15,0 0-5024-15,7-7-1024 0,4 1-192 0,1 1-32 16,-1 0-592-16,5 1-208 0,2 1 144 0,2-2-32 16,2 4-112-16,1-2 0 0,2 1 0 0,0 0 0 15,0 2-192-15,-3 2 192 0,-1-1-192 0,-2 3 192 31,-2-3-944-31,-1 2-80 0,0-1 0 0,-5 5-16 16,-11-7-2128-16,11 9-416 0,-5 0-96 0</inkml:trace>
  <inkml:trace contextRef="#ctx0" brushRef="#br0" timeOffset="-31971.04">20077 17972 8287 0,'0'0'736'0,"-8"4"-592"0,8-4-144 0,-9 3 0 0,9-3 8688 0,0 0 1696 15,0 0 352-15,0 0 64 0,0 0-7264 0,0 0-1440 16,0 0-304-16,11 2-48 0,0-4-1072 0,5 1-224 15,4-1-32-15,3 0-16 16,3-2-800-16,4 0-176 0,3 0-16 0,2 0-16 16,3 1-1920-16,0 2-384 0,2 2-80 0</inkml:trace>
  <inkml:trace contextRef="#ctx0" brushRef="#br0" timeOffset="-31763.7">20676 17988 47231 0,'0'0'2096'0,"0"0"416"0,0 0-2000 0,-6 6-512 0,1 4 0 16,3 0 0-16,0 3 1792 0,0 1 256 0,-1 2 48 0,2 2 16 16,2 2-1072-16,2 2-208 0,-1-2-32 0,2 0-16 15,1 0-592-15,-1-4-192 0,-1-1 0 0,1 1 0 16,1 2 0-16,-1-1 0 0,0-4 0 0,0-1 0 31,-2-2-832-31,1-1-128 0,-2 1-32 0,-1-10 0 16,0 0-1264-16,0 0-256 0,7 9-48 0,-1-4-18880 0</inkml:trace>
  <inkml:trace contextRef="#ctx0" brushRef="#br0" timeOffset="-31357.63">21243 17637 17503 0,'-4'-10'1552'0,"4"10"-1232"0,-4-7-320 0,4 7 0 0,0 0 7648 0,0 0 1472 16,0 0 288-16,-7 4 64 0,1 3-6368 15,-3 2-1280-15,-2 0-256 0,-2 8-48 0,-4 4-880 0,-1 6-192 16,0 4-16-16,1 3-16 0,0 2-240 0,1-1-48 16,2 3-128-16,5 1 192 0,2 1-128 0,3 1-64 15,2-6 0-15,3-1 0 0,3-3 0 0,1-4 0 16,3-2 0-16,3-4 0 0,0-2 0 0,4-2 0 16,2-1 0-16,3-5 0 0,5-1 0 0,3-4 0 15,-1 0 0-15,4-2 0 0,2-2 0 0,-1-2 0 16,0-2 0-16,-2-5 0 0,-2 1 0 0,-2-4 0 0,-2 0 0 15,-2-3 0-15,-1-1 0 0,-2-5 0 16,0-3 0-16,-2-4 0 0,-3-4 0 0,-1-1 0 0,-3-3 0 0,0-1 0 16,-4-4 0-16,-3 2 0 0,-1 2 0 15,-2-2 0-15,-1 1 0 0,-4 2 0 16,-4 1 0-16,-3 1 0 0,-2 3 0 0,-3 0 0 16,-4-1 0-16,1 3 0 0,1 0 0 0,-3 3 0 0,-1 3 0 0,3 3 0 15,0 4 0-15,2 2 0 16,-1 3 0-16,5 4 0 15,1 2-832-15,0 4-176 0,1 3-16 0,1 4-16 16,0 3-1456-16,1 4-272 0,-1 5-64 0,1 3-11824 16,1 6-2368-16</inkml:trace>
  <inkml:trace contextRef="#ctx0" brushRef="#br0" timeOffset="-31105.39">21328 18104 28559 0,'0'0'1264'0,"0"0"272"0,0 0-1232 0,11 0-304 0,-11 0 0 0,13 3 0 0,-2 1 5840 0,-11-4 1120 15,0 0 208-15,10 11 64 0,-2 2-4992 0,-2 0-1008 16,0 2-192-16,0-1-32 0,1 2-624 0,-1-2-128 16,1 0-32-16,1 1 0 0,-3-1-160 0,0 0-64 15,-1 1 0-15,0-1 0 0,1-4 0 0,0 2 0 16,0-3 0-16,2 0 0 15,0 1-576-15,2-3-96 0,-2-1-32 0,3-2 0 16,0-1-1664-16,3-1-352 0,1-1-64 0</inkml:trace>
  <inkml:trace contextRef="#ctx0" brushRef="#br0" timeOffset="-30797.85">21763 18074 28559 0,'0'0'2544'0,"0"0"-2032"0,0 0-512 0,0 0 0 16,0 0 5504-16,10-5 1024 0,1 1 192 0,1 1 32 15,1 2-4480-15,1 1-896 0,0-4-176 0,2 3-48 16,0-2-704-16,-2 4-160 0,2 3-32 0,-2 2 0 16,-1-2-96-16,-3 2-32 0,-1 3 0 0,-1 3 0 15,-1 1 16-15,-3 0 0 0,-3 0 0 0,-2 3 0 16,-2 2-144-16,-2-1 0 0,-3-2 0 0,-2 2 0 16,-3 0 0-16,-3 0 0 0,0 2 0 0,-1-2 0 15,0-3 0-15,2 0 0 0,0-1 0 0,4-1 48 0,-1 0-48 16,4-3 0-16,3-3 0 0,5-6 0 15,0 0 0-15,0 0 0 0,0 0 0 0,0 0 0 0,0 0 0 16,9 9 0-16,1-3 0 0,4-2 0 0,0-3 0 0,3-1 0 16,2-1 0-16,2-2 0 0,0-1 0 15,3-2 0-15,0-4 0 0,4 3 0 16,0 0-1040-16,4-3-160 0,2-3-16 0,-1 0-15504 16,0 0-3104-16</inkml:trace>
  <inkml:trace contextRef="#ctx0" brushRef="#br0" timeOffset="-30643.01">22370 18031 31327 0,'0'0'2784'0,"0"0"-2224"16,0 0-560-16,0 0 0 0,7-7 4464 0,-7 7 784 15,10-6 144-15,2-1 48 0,0 2-3136 0,1 1-640 0,3 0-112 0,1 0-16 16,2 1-896-16,2 0-192 0,0-1-16 0,1 1-16 16,0 0-416-16,2 0 0 0,0-1 0 0,4 0 0 31,-2 0-416-31,5 0-160 0,3 0-48 0,3 0-24480 0</inkml:trace>
  <inkml:trace contextRef="#ctx0" brushRef="#br0" timeOffset="-30121.4">23140 17976 20271 0,'0'0'896'0,"0"0"192"0,-4-5-880 0,4 5-208 0,0 0 0 0,0 0 0 16,0 0 7424-16,0 0 1456 0,0 0 272 0,2 13 64 16,1 3-6608-16,0 2-1328 0,-1-1-272 0,0 5-48 15,-2 3-512-15,-2 0-80 0,0-3-32 0,-1 0 0 16,0-1-176-16,1 0-32 0,-1-3-128 0,2-1 192 16,0-3-192-16,1 1 0 0,0-2 0 0,0-2 0 15,1 1-128-15,-1-12-128 0,0 0-32 0,2 9 0 16,0 2-1184-1,-2-11-256-15,0 0-32 0,0 0-14224 0,8 9-2832 0</inkml:trace>
  <inkml:trace contextRef="#ctx0" brushRef="#br0" timeOffset="-29568.71">23447 17560 34095 0,'0'0'3024'0,"0"0"-2416"15,0 0-480-15,0 0-128 0,0 0 4224 0,0 0 816 16,0 0 160-16,6 9 48 0,-6-9-3168 0,5 19-624 16,-1 2-128-16,0 3-32 0,-2-1-816 0,0 4-160 0,-1 5-48 0,0 4 0 15,0 2-144-15,2 2-128 0,1-2 192 0,0 1-48 16,1 0-144-16,0-5 0 0,1-2 0 0,-1-3 0 16,0-1 0-16,0-2 0 0,-1-7 0 0,0-3 0 15,0-4 0-15,0-5 0 0,0 1 0 0,-4-8 0 16,0 0 0-16,0 0 0 0,0 0 0 0,0 0 0 15,0 0-176-15,0 0-16 0,0 0-16 0,8-6 0 16,-2-3 208-16,1-7 0 0,-1-2 0 0,2-2 0 16,1-2 128-16,1-4 64 0,0-4 0 0,1-3 16 15,1 2-144-15,1-4-64 0,0 0 0 0,-1 2 0 16,0 0 0-16,-2 2 0 0,0 2 0 0,0 6 0 16,-4-1 0-16,-1 6 0 0,-1 4 0 0,-1 5 0 15,-3 9 0-15,0 0 0 0,0 0 0 0,0 0 0 16,0 0 0-16,2 15 0 0,0 5 0 0,-1 6 0 15,0 4 0-15,2 4 0 0,0 2 0 0,2 0 0 0,1-1 0 16,1 1 0-16,3 0 0 0,3 0 0 0,3-3 0 0,-2-5 0 16,1-4 0-16,0-2 0 0,2-3 0 0,0-3 0 15,-1-5 0-15,-3-6 0 0,-3 0 0 16,1-1 0-16,-1-3 0 0,-1-2 0 0,-9 1 0 16,12-4 0-16,-12 4 0 0,10-8 0 0,-2-1 0 0,-1-5 0 15,-3-1 0-15,0-3 0 0,-1-3 0 0,1-1 0 16,-2-3 0-16,2-2 0 0,0-3 0 0,-2 0 0 15,-2 0 0-15,0-3 0 0,-1-1 0 0,-2 2 0 16,1 2 0-16,-1 0 0 0,0 0 0 0,1 3 0 16,-3 2 0-16,1 1 0 15,0 1-336-15,0 2-64 0,0 0-16 0,0 0 0 16,-1 4-1856-16,0 3-368 0,-2 2-80 0</inkml:trace>
  <inkml:trace contextRef="#ctx0" brushRef="#br0" timeOffset="-29354.83">23239 17420 15663 0,'-13'-4'1392'0,"13"4"-1120"0,-9-6-272 0,2 4 0 16,7 2 8336-16,0 0 1616 0,0 0 320 0,0 0 64 16,0 0-7536-16,13-4-1520 0,3 1-288 0,5 1-64 15,5-2-592-15,2 0-112 0,4 0-32 0,3 1 0 16,3-1-192-16,1 2 0 0,0-1 0 0,1 2 0 31,-1 0-1104-31,-1 1-224 0,-1 0-32 0,-1 2-14656 0,-1 0-2928 0</inkml:trace>
  <inkml:trace contextRef="#ctx0" brushRef="#br0" timeOffset="-29196.32">23923 17361 19343 0,'0'0'848'0,"0"0"192"0,0 0-832 0,0 0-208 0,0 0 0 0,2-9 0 0,-2 9 6544 0,5-9 1264 16,-5 9 256-16,11-7 64 0,3 1-5168 0,1-1-1024 15,3-1-208-15,3 2-32 0,3 1-1072 0,0-1-224 16,3 2-32-16,-1 2-16 0,0 2-352 0,0 0 144 16,-3 2-144-16,3 2 0 15,-2 0-688-15,-1 4-240 0,-1 4-48 0,-1-2-15056 16,-1 2-3008-16</inkml:trace>
  <inkml:trace contextRef="#ctx0" brushRef="#br0" timeOffset="-28799.39">24232 17919 44063 0,'0'0'1952'0,"0"0"400"0,0 0-1888 0,1 8-464 0,-1-8 0 0,0 0 0 15,6 6 1920-15,-1 1 304 0,-5-7 48 0,8 5 16 16,2-1-784-16,3 0-160 0,-1-4-16 0,2 0-16 16,2-2-720-16,2 4-144 0,2-4-16 0,-1 2-16 15,1-2-224-15,-2 2-64 0,-2 2 0 0,-3 1 0 16,-3 1-80-16,-10-4-48 0,8 7 0 0,-1-1 0 15,-7-6 0-15,2 12 0 0,-3 1 0 0,-2 2 0 16,-2 1 0-16,-4 1 0 0,-4 1 0 0,-1 1 0 0,-2-1 0 16,0 0 0-16,1-4 0 0,2 2 0 0,-2-2 0 0,3-1 0 15,2-2 0-15,1 1 0 0,2-3 0 16,2 0 0-16,4-1 0 0,0-1 0 0,1-7 0 16,0 0 0-16,0 0 0 0,5 8 0 0,-5-8 0 0,10 7 0 15,1-2 0-15,2-1 0 0,1 0 0 16,3-2 0-16,1-2 0 0,2 0 0 0,1 0 0 0,3-1 0 15,4 0 0-15,0-3 0 0,4-1 0 0,-1 1 0 16,0 0 0-16,1 1 0 0,-2 1 0 0,-3 0 0 16,-5 1 0-16,-4 1 0 0,-1 0 0 0,-1 0 0 15,-2 0 0-15,-2 3 0 0,-1-1 0 0,-1 2 0 16,0-1 0-16,0 2-17472 16,-10-5-3504-16</inkml:trace>
  <inkml:trace contextRef="#ctx0" brushRef="#br0" timeOffset="-22207.56">21500 17506 3679 0,'0'0'320'0,"0"0"-320"0,5-10 0 0,-1 3 0 16,-3-4 2304-16,3 3 384 0,1 2 64 0,0-1 32 15,-5 7 96-15,0 0 32 0,4-6 0 0,-4 6 0 16,0 0-144-16,0 0-16 0,0 0-16 0,-10 13 0 16,-2 4-576-16,-4 5-112 0,-2 4-32 0,-4 5 0 0,-3 3-544 0,-5 5-96 15,-5 6-32-15,-4 6 0 0,0 3-416 0,-3 8-96 16,-2 3 0-16,0 3-16 16,-1 5-352-16,2-3-64 0,1-6-16 0,2 0 0 0,0 0-128 15,2-4-48-15,5 0 0 0,2-3 0 0,0-5-32 16,2-5-16-16,2-5 0 0,0-6 0 0,1-3 0 0,3-3 0 15,2-3 0-15,3-3 0 0,4-5-160 0,3-3 192 16,1-4-192-16,6-3 192 0,4-9-192 0,0 0 0 16,0 0 144-16,0 0-144 0,9 6 0 0,3-2 0 15,2-1 0-15,3-6 0 0,4-1 128 0,5-1-128 16,4 0 160-16,5-3-160 0,4 0 128 0,2-1-128 16,2 0 0-16,1 1 0 0,0 0 0 0,2-1 128 15,3 1-128-15,0 0 0 0,-2 2 0 0,-2 1 0 0,2 1 0 16,-3 1 0-16,-3 3 0 0,-5-4 0 0,-2 2 0 0,-2 2 0 15,-4-3 0-15,-2 2 0 0,-4-1 0 0,-1 1 0 32,-1-1-1152-32,-1-1-112 0,0-1-16 0,-4 0-16 15,1 2-1824-15,-3-1-352 0,1 0-80 0</inkml:trace>
  <inkml:trace contextRef="#ctx0" brushRef="#br0" timeOffset="-21810.57">21676 18650 37599 0,'-16'-1'1664'0,"9"0"352"0,1 1-1616 0,-2 0-400 0,3 4 0 0,5-4 0 0,-4 3 1024 0,4-3 112 16,-4 6 16-16,4-6 16 0,-3 8-272 0,2-1-48 15,1-7-16-15,-1 11 0 0,3-1-544 0,-2-10-112 16,6 7-32-16,-6-7 0 0,9 8-144 0,1-1 128 16,3 1-128-16,0-4 128 0,-13-4 0 0,13 5-128 15,-13-5 192-15,0 0-64 0,0 0 128 0,8 9 0 0,-8-9 16 0,1 12 0 16,-4-1 368-16,-7-1 80 15,-3 2 16-15,-4-1 0 0,-1 1-128 0,-1 3-32 0,-4-2 0 0,1 2 0 16,0 0-336-16,3 0-80 0,-1 1-16 0,3-2 0 16,3-1-144-16,3 0-144 0,6 0 144 0,4 0-208 31,5-2-2160-31,7-3-416 0,8 1-96 0,7-1-10720 0,6-3-2144 0</inkml:trace>
  <inkml:trace contextRef="#ctx0" brushRef="#br0" timeOffset="-21398.62">22103 18856 22111 0,'-8'-5'1968'0,"2"1"-1584"0,-1 0-384 0,3 2 0 0,-1-2 1856 0,5 4 304 16,-8-3 48-16,8 3 16 0,-7 0 256 0,0 0 48 15,7 0 16-15,0 0 0 0,-6 3-1040 0,6-3-208 16,-6 0-32-16,6 0-16 0,-6 2-416 0,6-2-96 16,0 0-16-16,-5 4 0 0,-2 0-224 0,7-4-48 15,0 0-16-15,0 0 0 0,0 0-176 0,0 0-16 16,0 0-16-16,0 0 0 0,0 0-64 0,0 0-16 16,0 0 0-16,0 0 0 0,0 0-16 0,0 0 0 15,0 0 0-15,0 0 0 0,0 0 64 0,-5 7 0 16,5-7 0-16,0 0 0 0,-5 9 0 0,5-9 0 0,-4 9 0 0,4-9 0 15,-5 10-192-15,2 1 128 0,3-11-128 0,-1 11 128 16,1-11-128-16,-2 14 0 16,1-3 0-16,1-11 128 0,0 0-128 0,0 0 0 0,1 11 0 0,-1-1 0 15,0-10 0-15,0 12 0 0,2-2 0 0,-2-10 0 16,0 0 0-16,-2 13 0 0,4-2 0 0,-2-1 0 31,0-10-1264-31,1 13-224 0,3-1-48 0,5-2-19760 16</inkml:trace>
  <inkml:trace contextRef="#ctx0" brushRef="#br0" timeOffset="-21237.25">22090 18614 31327 0,'-22'-16'2784'0,"10"7"-2224"0,2 1-560 0,2 3 0 0,3 1 2064 0,5 4 304 15,0 0 64-15,0 0 16 0,0 0-1984 0,0 0-464 16,0 0 0-16,0 0 0 15,12 9-1440-15,3 2-304 0,3 3-64 0,-1 2-14160 16</inkml:trace>
  <inkml:trace contextRef="#ctx0" brushRef="#br0" timeOffset="-20428.24">22412 18781 33167 0,'-26'-17'2944'0,"13"8"-2352"0,-1-1-464 0,1 1-128 15,0 0 1280-15,-2 1 256 0,2 2 32 0,0 1 16 16,-1 1-160-16,-12 1 1376 0,14 6-1408 16,-2-2-720-16,1 3-144 0,1 0-16 0,2 1-16 15,-2-2-176-15,3 3-48 0,1 1 0 0,1-1 0 16,1-2-112-16,6-4-32 0,-8 7 0 0,8-7 0 16,-6 10-128-16,2-1 0 0,4-9 0 0,-3 11 0 15,3-11 0-15,-3 11 0 0,3-11 0 0,0 12 0 16,0-12 0-16,4 11 0 0,-4-11 0 0,9 9 0 15,3-2 0-15,0-1 0 0,0-2-128 0,3 0 128 16,2-2 0-16,1 1-176 0,-2-3 176 0,0 0-128 16,-1 0 128-16,2 0-160 0,0 0 160 0,0 0-160 15,0 0 160-15,0 0 0 0,-1 4 0 0,-2-2 0 16,-1 2 0-16,-1 1 0 0,0 1 0 0,-5 0 0 16,0 3 0-16,-2 4 0 0,-1-1 0 0,-1 4 0 0,-3 2 128 15,-2 3 16-15,0 2 0 0,-2 3 0 16,0-1 96-16,-1 1 16 0,-2 0 0 0,-1 0 0 0,1-4-128 0,-1-1-128 15,1-2 176-15,-1-4-176 0,-1-2 144 0,-1-2-144 16,-2-2 0-16,0-1 144 0,-1-2-16 0,-1 1-128 16,0-2 192-16,-1-4-64 0,2 2 48 15,2-3 0-15,-2-3 0 0,0 2 0 0,-1-6-16 0,3 2 0 16,3-1 0-16,1-2 0 0,2-3-160 0,3 1 128 16,0-2-128-16,4-1 128 0,0-4-128 0,6-2 0 15,5-2 0-15,1-3 0 0,1 0 0 0,3-1-144 16,4-5 144-16,4 1 0 0,3-2-160 0,1 1 160 15,1 1-128-15,-1 3 128 0,0 3 0 0,-4 0-128 16,-2 3 128-16,-3 1 0 0,-1 4 0 0,-3 3 0 0,-4 3 0 16,-1 2 0-16,-3 3 0 0,-9 4 0 0,0 0 0 0,0 0 0 15,0 0 0-15,0 0 176 0,0 0-48 0,3 15 0 16,-3 2 112-16,0 1 16 0,-3 0 0 16,2 0 0-16,0 1-128 0,-1-1-128 0,2 0 176 15,2-2-176-15,-1 0 128 0,2-2-128 16,-1 0 0-16,1-1 0 0,1-4 128 0,-4-9-128 0,5 8 0 0,-5-8 0 15,0 0 192-15,0 0-192 0,0 0 192 0,10 3-192 16,-10-3 240-16,11-5-64 0,-3-3-16 0,1-1 0 16,-1 0-32-16,1-2-128 0,0-2 192 0,1 0-64 15,2-1-128-15,1-1 0 0,0 1 0 0,0 2 128 16,0-3-128-16,0 0 0 0,-1 2 0 0,-2 1 0 16,-2 1 0-16,-1 4 0 0,-7 7 0 0,0 0 0 0,0 0 0 0,0 0 0 15,0 0 0-15,0 0 128 0,0 0 48 0,0 0 0 16,-2 15 0-16,1 0 0 0,1-2-176 15,0 4 128-15,0-4-128 0,3 3 128 16,1 1-128-16,1 0 0 0,0 0 0 0,3-3 0 16,2 2-1056-16,2-1-96 0,0 0 0 0,2-2-16 15,2-3-1024-15,-1-1-208 0,2-2-32 16,3-2-16-16,2-1-1728 0,1-4-352 0,4-3-64 16</inkml:trace>
  <inkml:trace contextRef="#ctx0" brushRef="#br0" timeOffset="-19974.03">23138 18903 9215 0,'0'-10'816'0,"-2"-2"-656"16,-3 0-160-16,-2 2 0 0,1 1 5680 0,-2 0 1104 15,-1 1 208-15,1 3 48 0,8 5-3392 0,-12-3-672 16,-1 2-144-16,0 1-16 0,-1 1-1216 0,1 3-256 0,-2 0-32 0,3 1-16 16,2 2-544-16,1 0-112 0,1 1-32 0,2 1 0 15,0-1-384-15,2 1-80 0,4-9-16 0,-2 13 0 16,2-13-128-16,0 12 0 0,1 0 0 0,-1-12 0 16,7 10 0-16,-1-1 0 0,-6-9 0 0,11 8 0 15,-1-3 0-15,2-1 0 0,0-2-128 0,-1-2 128 16,0-2 0-16,-1 0 0 0,-2-4 0 0,1 1 0 15,-1-3 0-15,1-1 0 0,1-2 0 0,0-1 0 16,-3 0 0-16,3 0 0 0,-4 1 0 0,2-1 0 16,0 0 144-16,0 3-144 0,-2 1 160 15,-1 2-160-15,-5 6 240 0,5-7-48 0,-5 7-16 0,0 0 0 16,0 0 112-16,0 0 32 0,0 0 0 0,0 0 0 16,6 12-48-16,-2 2 0 0,-2-3 0 0,1 3 0 15,-1-1-80-15,2 1-32 0,0 1 0 0,0-2 0 16,0 0-160-16,-4-13 0 0,0 0 0 0,7 9 128 0,-7-9-128 15,0 0 0-15,0 0 0 0,0 0 128 0,0 0 0 0,0 0-128 16,0 0 192-16,0 0-64 0,10-8 64 0,-3 0 0 16,-4-1 0-16,0-1 0 0,-2-1-16 0,2-2 0 15,-2-1 0-15,2 1 0 0,1-3-176 0,1 2 0 16,3 0 144-16,0-2-144 0,-2 0 0 0,3 3 0 16,6-2 0-16,-2 2 0 0,-2-1 0 0,4 3 0 15,0-1 0-15,4 0 0 0,0 3 0 0,2 0-208 16,0 1 48-16,0 3 16 15,-2 1-992-15,1 1-192 0,-2 2-32 0,-2 8-16 16,-1-2-1376-16,-2 5-256 0,-2 5-64 0,1 3-10544 16,-1 7-2096-16</inkml:trace>
  <inkml:trace contextRef="#ctx0" brushRef="#br0" timeOffset="-19650.9">23567 18915 18431 0,'0'0'1632'0,"0"0"-1312"0,0 0-320 0,0 0 0 16,11-7 3536-16,0 1 640 0,1-2 128 0,0 0 32 15,-2-3-1712-15,2 0-320 0,0-1-80 0,1 1-16 16,0-2-896-16,0-2-176 0,0 1-48 0,1 1 0 15,1 1-272-15,-2 2-64 0,-3-5-16 0,2 1 0 16,0 1-240-16,-3 0-48 0,-1 1-16 0,-1-1 0 16,0 1-192-16,-2 2-48 0,-1 2 0 0,-4 8 0 15,-1-10 64-15,1 10 16 0,-6-7 0 0,6 7 0 16,-11-1 144-16,-2 4 32 0,-2 0 0 0,-2 4 0 16,-2 5-112-16,-1-2-16 0,2 3 0 0,0 1 0 15,0 0 16-15,1 1 0 0,2-2 0 0,4-1 0 0,0 1-112 16,3 0-32-16,3-1 0 0,5 1 0 15,3 0-192-15,2-1 0 0,1-3 128 0,5 0-128 0,2 1 0 0,3-2 0 16,2-1 0-16,4-1 0 0,3-1 0 16,2 1 128-16,3-4-128 0,0 1 0 0,-1-3 0 0,-1 0 0 15,2 0 0-15,3-3 0 0,1 2 0 0,0 0-288 16,-2-1 64-16,0 2 16 16,-1 0-1440-16,-1 0-272 0,1 0-64 15,1 2-20880-15</inkml:trace>
  <inkml:trace contextRef="#ctx0" brushRef="#br0" timeOffset="27006.52">17871 16982 7359 0,'0'-14'656'0,"-1"-2"-528"0,-3-1-128 0,-1-2 0 0,-2-3 3584 0,2 3 672 15,0 2 144-15,0 0 16 0,0 1-1920 0,2 3-384 16,0 3-64-16,2 0-32 0,-2 4-96 0,3 6 0 0,0 0-16 0,0 0 0 16,0 0-1056-16,0 0-208 0,4 12-32 0,0 5-16 15,0 1-128-15,0 7-16 0,1 5-16 0,0 2 0 16,1 6 240-16,-1 4 48 15,-1 6 16-15,0 5 0 0,0 4-368 0,-3 5-80 0,-2 5-16 0,-1 0 0 16,0 5-144-16,-1 1-128 0,1 3 144 16,-2-5-144-16,-2-4 128 0,4-6-128 0,-1 0 0 0,2-1 144 15,2-2-144-15,2-2 0 0,-1-4 144 0,1-8-144 16,-2-2 0-16,2-5 128 0,0-4-128 0,-3-4 0 16,-2-3 0-16,1-4 144 0,0-2-144 0,-1-2 0 15,1-1 0-15,0-5-176 0,-1-3 0 16,2-9 0-16,-4 6-1536 15,4-6-304-15,0 0-64 0,0 0-16 16,0 0-1072-16,-11-7-224 0</inkml:trace>
  <inkml:trace contextRef="#ctx0" brushRef="#br0" timeOffset="27645.36">17578 17169 26719 0,'16'-23'2368'0,"3"3"-1888"0,3 3-480 0,6 4 0 0,4 1 2480 0,10 1 400 16,8-2 64-16,6-3 32 0,5-1-2496 0,4 3-480 16,6 5-128-16,4-2-16 0,7 2 144 0,6 0 224 15,4 1-48-15,6 2-16 0,6 0-16 0,6 5 0 16,5-3 0-16,6 2 0 0,7 0 32 0,2 2 0 0,4 0 0 16,6 2 0-16,2 0-48 0,5 0-128 15,0-1 192-15,6 1-64 0,5 4-128 0,2-5 0 0,3 0 144 16,3 3-144-16,0 3 0 0,1-1 128 0,0-3-128 0,0 1 0 15,-3 0 0-15,2 0 144 0,1 1-144 0,0 0 0 16,1 0 192-16,-1-2-64 0,-2 1 0 16,6 1-128-16,1 0 384 0,-2-1-16 0,-5-1-16 0,0 3 0 15,-3 1-64-15,-1-1-16 0,-5 2 0 0,-6-1 0 16,-6-2-272-16,-7 1 0 0,-7 1 128 0,-8 1-128 16,-8-2 0-16,-11 1 0 0,-11-2 128 0,-7 3-128 15,-5-2 0-15,-7 1 0 0,-8-2 0 0,-10 1 0 16,-8 0 0-16,-8-2 0 0,-5-2 0 0,-8 1 0 15,-7 1 0-15,-3-3 0 0,-3 2 0 0,-5-1 0 16,-8-2 0-16,0 0 0 0,0 0 0 0,0 0 0 16,0 0 192-16,0 0-192 0,0 0 192 0,0 0-192 15,0 0 176-15,0 0-176 0,0 0 160 0,0 0-160 16,0 0 144-16,0 0-144 0,0 0 128 0,5-6-128 0,-5 6 0 16,0 0 128-16,4-9-128 0,-4 9 0 0,0 0 0 0,6-6 0 15,-6 6 0-15,0 0 0 0,8-1 0 0,1 2 0 16,0 3-160-16,3 2 160 0,-3 0-160 0,0 6 160 15,1 3-160-15,-1 6 160 0,-3 3-144 0,2 2 144 16,0 6-128-16,0 4 128 0,-2 3 0 0,-1 1-160 16,-1 3 160-16,-1 3 0 0,0 3 0 0,-1 1 0 15,1-1 0-15,-1 0 0 0,1-1 0 0,2-2 0 16,0-3 0-16,2-3 0 0,-1-2 0 0,2-6 0 16,-1-4 0-16,-1-2 0 0,1-1 0 0,-1-6 0 15,2-5 0-15,0 1 0 0,-2 0 0 0,-2-2 176 16,-1-3-176-16,0-3 160 0,-3-7-160 0,0 0 0 0,0 0-160 15,0 0 160 1,0 0-1888-16,0 0-288 0,-7 13-48 0,-3-3-14448 16</inkml:trace>
  <inkml:trace contextRef="#ctx0" brushRef="#br0" timeOffset="28600.35">22889 17697 19343 0,'-2'-9'1728'0,"-2"-1"-1392"0,-1-2-336 0,-2-1 0 16,-1-3 1520-16,-2-1 224 0,-3-2 48 0,-2 2 16 0,1 1-768 16,-3 2-144-16,-2 5-48 0,-2 2 0 0,-4 2-96 0,-4 2-32 15,-3 2 0-15,-2 2 0 0,-1 6-464 0,-3 3-80 16,-5-2-32-16,0 4 0 0,0 4 192 0,1 2 48 15,-1 4 0-15,1 3 0 0,1 3 96 0,0 4 32 16,1 0 0-16,3 3 0 0,3 2-240 16,7 1-32-16,6-2-16 0,8 1 0 0,4-2 16 0,6 1 0 15,6 1 0-15,6 0 0 0,5-5 160 0,7-1 48 16,7-1 0-16,4-4 0 0,6-2-80 0,5-5-16 16,5-2 0-16,6-1 0 0,2-4-96 0,2-3-32 15,1-3 0-15,0-3 0 0,-1-2-48 0,-1-2-16 16,-3-7 0-16,1-1 0 0,0-3 16 0,0 1 0 15,-1-2 0-15,-2 0 0 0,-3-3-48 0,-6-1 0 0,-4 0 0 16,-5-5 0-16,-3-3 32 0,-4-1 0 16,-3-7 0-16,-5 2 0 0,-3-1 80 0,-4-4 16 15,-3 1 0-15,-5 0 0 0,-4-2 0 0,-5 1 0 0,-6 1 0 0,-3 0 0 16,-4-1-128-16,-8 4-128 0,-4 2 176 0,-7-3-176 16,-5 2 0-16,-6 1 0 0,-5 2 0 0,-5 6 0 15,0 0 0-15,-2 8-192 0,-2-2 48 0,1 6 16 16,-1 1 128-16,-5 3-192 0,-5 4 192 0,2-1-192 15,0 6 192-15,3 5 0 0,3 5 0 0,3 2 0 16,4 0-144-16,3 2 0 0,6 2 0 0,5 3 0 16,5 2 144-16,7 2 0 0,5 0-144 0,6 3 144 15,4-1-128-15,6 5 128 0,2 3-160 0,6 1 160 16,2-1-128-16,5 1 128 0,3 1 0 0,5 0-144 0,4-1 144 16,5 4 0-16,4-5 0 0,5 1 0 0,6-2-352 15,7-2-32-15,7-3-16 0,5 0-18304 16</inkml:trace>
  <inkml:trace contextRef="#ctx0" brushRef="#br0" timeOffset="109976.05">10911 12132 35935 0,'0'-11'3200'0,"0"11"-2560"0,0 0-512 0,0 0-128 0,0 0 864 0,-1 17 160 15,-2 5 16-15,2 7 16 0,1 6-1056 0,1 4-400 0,0 10 16 0,2 7 0 16,-1 2 224-16,0 10 160 0,-2 8-192 0,0 6 192 15,-2 4 0-15,2 5 0 16,2 3 0-16,0 8 0 0,1 3 0 0,0 6 0 0,-1 3 0 0,2-1 0 16,1 4 0-16,2 2 0 0,-1 0 0 0,1 3 0 15,-1 1 0-15,1 3 128 0,-1 2-128 0,0 2 144 16,-2 2-144-16,-1 0 128 0,0-1-128 0,-2 4 128 16,1-2 80-16,-2 0 16 0,0-2 0 0,-2 0 0 15,0-5 240-15,-2-1 48 0,-1-2 16 0,-1-5 0 16,2-2-16-16,3-3-16 0,-1-4 0 0,0-5 0 15,5-2-208-15,2-8-32 0,2-2-16 0,0 0 0 16,0-5-48-16,1-6-16 0,1-7 0 0,0-1 0 16,1-4-176-16,0-3 0 0,-3-5 0 0,1-1 0 0,-1-4-208 0,-2-3-32 15,-2 1 0-15,-1-5 0 16,-2-3-320-16,0-2-64 0,-1 1-16 0,1-1 0 16,0-4-208-16,0-1-48 0,1-5-16 0,2 2 0 15,1-1-2144-15,6 9-416 0</inkml:trace>
  <inkml:trace contextRef="#ctx0" brushRef="#br0" timeOffset="110762.13">11123 12301 40479 0,'4'-18'1792'0,"0"6"384"0,0-1-1744 0,3 3-432 0,3 2 0 15,8 0 0 1,8 0-256-16,7 2-144 0,5-2-32 0,5 0 0 0,2 0 176 0,6 2 48 0,5 2 0 0,9 1 0 15,7-2 208-15,6 2 0 0,5 1 0 0,1 0 0 16,1 0 0-16,8-1 0 16,6 1 0-16,4 0 0 0,1 1 0 0,2-3 0 15,2-2 0-15,6 2 0 0,8-3 0 0,-2 2 0 0,-2 1 0 0,5-2 0 16,5-1 0-16,-2-1 0 0,-2 2 0 0,4-3 0 16,3 2 0-16,-2 2 0 0,-3 0 0 0,-1 1 0 15,1-2 0-15,-1 3 0 0,-1-3 0 0,-1 4 0 16,-2 2 128-16,-1 0-128 0,-4 0 0 0,-1 1 0 15,-3-1 192-15,4 0-64 0,0 0 0 0,-4 1-128 16,-4-1 256-16,2 0-64 0,1 0-16 0,-3-1 0 16,-4 1-48-16,2-3-128 0,-1-2 192 0,2 1-64 15,0 2 0-15,-4-1 0 0,-5-1 0 0,0 2 0 16,-3-1 0-16,0 2-128 0,-1 2 192 0,-5-2-64 0,-7-2-128 0,-5 2 0 16,-4 1 0-16,-4 4 0 0,-4-3 128 0,-5 2-128 15,-8-1 0-15,-8 1 128 0,-5-2-128 0,-6 2-144 16,-7-1 144-16,-8 1-208 15,-5 0-2000-15,-13-3-400 16,0 0-80-16</inkml:trace>
  <inkml:trace contextRef="#ctx0" brushRef="#br0" timeOffset="111754.34">11353 13182 14735 0,'0'0'640'0,"0"0"160"16,-7-3-640-16,7 3-160 0,0 0 0 0,0 0 0 0,-8-7 6656 0,8 7 1280 16,0 0 272-16,0 0 48 0,0 0-5504 0,0 0-1120 0,-3 9-224 0,0 4-32 15,2 2-480-15,-1 3-112 16,1 4-16-16,1 5 0 0,1 2-320 0,-1 0-80 16,-1-2-16-16,1 0 0 0,1 1-208 0,1-2-144 15,-2-3 192-15,1-2-192 16,2-4-288-16,-2-2-160 0,-1-2-48 0,2-2 0 15,1 1-1888-15,-3-12-384 0,4 7-80 0,-4-7-17408 0</inkml:trace>
  <inkml:trace contextRef="#ctx0" brushRef="#br0" timeOffset="111907.95">11363 12893 40319 0,'0'0'1792'0,"-9"0"352"0,9 0-1712 0,0 0-432 0,-10-3 0 0,10 3 0 15,0 0 464-15,0 0 16 0,0 0 0 0,0 0 0 16,0 0-1120-16,0 0-208 0,0 0-48 0,0 0-16 16,0 0-1968-16,10 7-400 0,3 1-80 0</inkml:trace>
  <inkml:trace contextRef="#ctx0" brushRef="#br0" timeOffset="112203.83">11761 12834 32127 0,'0'0'1424'0,"-9"-2"304"0,0-3-1392 0,-2 2-336 0,-1 3 0 0,1 0 0 0,-1 0 2576 0,0 0 448 16,-1 3 96-16,0 0 16 0,0 3-1056 0,1 2-208 15,1 2-32-15,-2-1-16 0,2 3-832 0,2 0-160 16,0-2-48-16,1 2 0 0,2-1-336 0,0 2-64 16,1 2 0-16,3 0-16 0,-1 2-160 0,0 4-16 15,2 1-16-15,2 4 0 0,2 1-176 0,1 1 0 16,1 1 0-16,-1 1 128 0,2-1-128 0,2 1 0 15,1 1 0-15,2-1 0 0,1-1 0 0,-3-2 0 0,0-1 128 16,0-4-128-16,0-2 0 0,-1-2 0 0,0-2-192 0,0-2 192 31,-2-1-960-31,-2 0-80 0,-1-1-16 0,-3-12 0 16,0 0-720-16,0 0-144 0,-3 9-16 0,3-9-16 0,-8 12-416 0,-1-6-96 0,-1-6-16 0,-5-4-9024 16,-3-1-1808-16</inkml:trace>
  <inkml:trace contextRef="#ctx0" brushRef="#br0" timeOffset="112372.56">11333 13245 38927 0,'0'0'1728'0,"0"0"352"0,0 0-1664 0,0 0-416 0,0 0 0 0,0 0 0 0,13 0 1376 0,2-3 192 15,-1 2 32-15,4-1 16 0,3-2-720 0,4-2-128 16,0-1-48-16,2 0 0 0,6 1-512 0,0-4-208 16,1 3 176-16,2-1-176 0,4 0 0 0,0 0-192 15,1-1 16-15,-1 0 0 16,-2 0-3360-16,0-3-688 0</inkml:trace>
  <inkml:trace contextRef="#ctx0" brushRef="#br0" timeOffset="112762.95">12341 12825 13823 0,'0'0'1216'16,"0"0"-960"-16,-7-1-256 0,7 1 0 0,0 0 6768 0,0 0 1296 0,0 0 272 0,0 0 48 15,0 0-5312-15,0 0-1088 16,3 9-192-16,1 3-64 0,1 1-672 0,2 0-144 0,-1 0-16 0,2 4-16 16,0 2-432-16,-2 4-64 15,2 0-32-15,1 3 0 0,0 3-112 0,-1 2-32 0,3 3 0 0,-1-3 0 16,2 1-80-16,0-1 0 0,-3-2-128 0,2-2 192 16,1-2-192-16,0-3 128 0,-2-1-128 0,-2-3 0 15,-1-2 128-15,-3-3-128 0,1-3 0 0,0-1 0 16,-1-2 0-16,-4-7 128 0,0 0-128 0,0 0 0 0,0 0 0 15,0 0 0-15,0 0 128 0,0 0-128 16,0 0 176-16,0 0-16 0,3-9 0 0,-1-3 0 0,1-2-32 0,-2-2-128 16,2-4 192-16,-1-2-64 0,2-4-128 15,1-3 0-15,1-2 0 0,-1-1 0 0,3-5 0 0,1 2 0 16,0 2 0-16,0 1 0 0,0-1 0 0,0 3 0 16,0 0 0-16,1 1 0 0,-3 2-256 0,1 2 64 15,-1 2 0-15,-2 3 16 16,0 3-656-16,0 3-144 0,-1 1-32 0,-1 2 0 15,0 4-1168-15,-3 7-224 0,0 0-48 0,0 0-11744 16,0 0-2336-16</inkml:trace>
  <inkml:trace contextRef="#ctx0" brushRef="#br0" timeOffset="112990.19">12243 13166 32255 0,'0'0'2864'0,"0"0"-2288"16,0 0-576-16,0 0 0 0,0 0 3648 0,0 0 608 16,8-4 128-16,0 1 32 0,1-4-2832 0,1 1-560 0,2-1-128 0,1 0 0 15,2-1-352-15,0 0-64 0,1 0-16 0,1 0 0 16,0 1-336-16,1 0-128 0,0-2 0 0,3 1 144 31,1 0-688-31,2 3-144 0,-2-2-16 0,1 1-16 0,2-1-1456 0,-1 2-272 16,-1 3-64-16,1 0-10960 0,-1 4-2192 0</inkml:trace>
  <inkml:trace contextRef="#ctx0" brushRef="#br0" timeOffset="113172.42">12847 13199 39567 0,'0'0'1744'0,"-4"10"368"0,0-4-1680 0,0 3-432 0,1 2 0 0,3 2 0 0,0 1 2224 0,2 3 352 16,-2 0 80-16,1 1 16 0,0 0-1056 0,1-1-208 15,-1-1-32-15,0 0-16 0,2 1-848 0,1-4-160 16,0 1-32-16,2-1-16 0,1-3-304 0,-1 1 0 16,1 1-176-16,1-5 176 15,1-1-2208-15,1-4-336 0,2 2-64 0</inkml:trace>
  <inkml:trace contextRef="#ctx0" brushRef="#br0" timeOffset="113729.25">13199 12978 18431 0,'0'0'816'0,"-4"0"160"0,-1 0-784 0,-1 0-192 15,3-2 0-15,3 2 0 0,-6 0 6592 0,6 0 1280 16,0 0 256-16,0 0 64 0,0 0-5280 0,0 0-1056 15,0 0-192-15,8-3-64 0,-1 0-816 0,2-2-160 16,0 1-48-16,0 0 0 0,2-1-336 0,0-1-80 16,1 1-16-16,1 1 0 0,0 2-144 0,1-2 0 0,1 0 0 15,0 0 0-15,1 0 0 0,0 0 0 0,-1 2 0 0,2-2 0 32,0 1-720-32,1 0-128 0,-1 1-32 0,0-1 0 15,0 2-1040-15,0-3-192 0,-1 3-64 0,0-1-12224 0,0 2-2464 16</inkml:trace>
  <inkml:trace contextRef="#ctx0" brushRef="#br0" timeOffset="113940.5">13281 13052 17503 0,'0'0'768'0,"-4"0"176"0,0 0-752 0,4 0-192 0,0 0 0 0,0 0 0 0,0 0 4736 0,0 0 896 15,0 0 192-15,11 1 48 0,2-1-3776 0,1 0-752 16,2-1-160-16,1 0-32 0,2-1-512 0,2-1-128 15,2 0 0-15,0-2-16 0,0 1-304 0,1-1-64 16,0-1-128-16,2 3 192 0,-1-3-192 0,1 1 0 16,0 0 0-16,0 0 0 15,0-1-1504-15,-1 3-240 0,0-1-48 0,-2 1-10432 16,0-1-2064-16</inkml:trace>
  <inkml:trace contextRef="#ctx0" brushRef="#br0" timeOffset="114707.71">13963 12662 23951 0,'0'0'2128'0,"0"0"-1696"0,0 0-432 0,0 0 0 0,0 0 3488 0,0 0 608 15,0 0 128-15,0 0 32 0,0 0-2080 0,2 9-400 16,1 1-96-16,1 4-16 0,1 4-160 0,3 4-32 0,0 6-16 0,2 2 0 16,-1 1-576-16,3 2-112 0,0-2-32 0,0 0 0 15,-1 0-176-15,2 2-48 0,0-6 0 0,0 2 0 16,2 0-176-16,-2-2-32 0,-3-2-16 0,-2-3 0 15,1-2-160-15,-1-2-128 0,0-2 192 0,-2-3-192 16,0-3 128-16,-1-2-128 0,-5-8 0 16,0 0 0-16,5 5 0 0,-5-5 0 0,0 0 0 0,0 0 0 15,0 0 192-15,0 0-64 0,0 0 0 0,0-8-128 16,-1-1 224-16,-3-4-64 0,0-1-16 0,1-5 0 16,1-1-144-16,-1-4 0 0,-1-2 0 0,3-3 128 0,-1 2-128 15,2-7 0-15,2 1 0 0,0-6 0 0,4-1 0 16,-1-3-176-16,0 0 176 0,3 1-192 0,2 0 48 0,2 3 0 15,-2-1 0-15,1 5 0 0,-1 3 16 0,-1 5 0 16,-1 5 0-16,0 4 0 0,0 3-64 0,-2 2 0 16,0 5 0-16,-2 3 0 0,-4 5-144 0,0 0-48 15,0 0 0-15,0 0 0 16,0 0-976-16,0 0-208 0,0 0-32 0,5 8-16 16,0 1-1776-16,0 3-336 0,3 2-80 0,1-2-16 0</inkml:trace>
  <inkml:trace contextRef="#ctx0" brushRef="#br0" timeOffset="114924.57">13840 12914 43775 0,'0'0'1936'0,"0"0"400"0,0 0-1872 0,0 0-464 0,0 0 0 15,0 0 0-15,0 0 1424 0,0 0 192 0,0 0 48 0,7-3 0 16,2-1-800-16,0 0-160 0,1-1-16 0,4 0-16 15,0 2-464-15,1-3-80 0,2-1-128 0,3 2 176 16,2 0-176-16,2-2-224 0,-1 1 48 0,6-3 16 16,2 1-1888-1,3 0-368-15,0 0-80 0,6 4-18080 0</inkml:trace>
  <inkml:trace contextRef="#ctx0" brushRef="#br0" timeOffset="115347.4">14343 13089 16575 0,'0'0'1472'0,"0"0"-1168"0,0 0-304 0,0 0 0 0,0 0 5568 0,8 0 1072 15,1-2 208-15,2 1 32 0,2-2-4448 0,-1 1-896 16,-1 0-192-16,2-1-16 0,2 0-320 0,0 0-64 16,1 1-16-16,0-1 0 0,-2 2-400 0,-1 0-80 15,0-1 0-15,-2 2-16 0,-4 0-48 0,-7 0-16 16,0 0 0-16,0 0 0 0,7 4 80 0,-7-4 0 15,2 8 16-15,0 1 0 0,-4 2 64 0,-1-1 16 16,-3 2 0-16,-1 2 0 0,-3-2-176 0,1 1-48 16,-1 0 0-16,-1 1 0 0,1 1-64 0,1 0 0 15,-2-1-16-15,2 1 0 0,0 0-64 0,1 0-16 0,1-3 0 0,1 1 0 16,4-3-32-16,-1 0-128 0,1 0 192 0,2-4-64 16,1 1-80-16,1-1-48 15,-2-6 0-15,6 5 0 0,-6-5 0 0,6 6 0 0,1-5 0 16,2 1 0-16,1 1 0 0,2-3 0 0,1-3 0 15,3 1 0-15,3 1 0 0,1-5 0 0,1 2 0 16,-1 1 0-16,3-3 0 0,-3 1 0 0,1-1 0 16,0 0 0-16,-1 1 0 0,1 1 0 0,-3 0 0 0,1 0 0 15,0 1 0-15,-2 0 0 0,-2 2 0 0,0-2 0 16,-2 2 0-16,-2-1 0 0,-1 2 0 0,-1-1 0 16,-2 1 0-16,-7 0-240 0,7-4 80 0,-7 4 16 15,0 0-1520-15,9-2-320 0,-1-4-48 16</inkml:trace>
  <inkml:trace contextRef="#ctx0" brushRef="#br0" timeOffset="119233.77">11565 15079 41183 0,'0'0'1824'0,"-6"-1"368"0,-2 1-1744 0,3 0-448 0,5 0 0 0,0 0 0 16,0 0 1136-16,0 0 144 0,0 0 16 0,0 0 16 15,0 0 112-15,0 0 32 0,2 7 0 0,1 2 0 0,1 1-720 0,0 2-144 16,0 1-16-16,0 1-16 0,-1 3-176 0,0 3-16 16,1 1-16-16,-1-2 0 0,-1-1-208 0,1 1-144 15,-1-2 192-15,0-2-192 0,0 0 0 0,0-2-224 16,-2 0 16-16,0 0 0 16,0-3-1584-16,0-10-320 0,0 0-64 0,0 0-16 15,0 0-1584-15,0 0-320 0,7 3-64 0</inkml:trace>
  <inkml:trace contextRef="#ctx0" brushRef="#br0" timeOffset="119796.48">11809 14795 41407 0,'0'0'1840'0,"0"0"368"0,0 0-1760 0,0 0-448 15,-5 0 0-15,5 0 0 0,0 0 1328 0,0 0 176 16,0 0 32-16,0 9 16 0,0 3-400 0,1-2-64 15,2 5-32-15,-1 3 0 0,1 0-368 0,1 7-80 16,0-1-16-16,1 2 0 0,0 1-192 0,0 0-32 16,1 1-16-16,-2-2 0 0,-1 0-96 0,1 0-32 15,0 0 0-15,0 0 0 0,0-1-224 0,1-3 144 0,-1-2-144 16,0-1 128-16,0-4-128 0,0 0 0 16,0-4 0-16,0-2 128 0,-4-9-128 0,0 0 0 0,2 6 144 0,-2-6-144 15,0 0 0-15,0 0 0 0,0 0 0 0,0 0 128 16,6-5-128-16,-1-3 144 0,-1-2-144 0,0-3 160 15,-2-4-160-15,2-4 128 0,0-3-128 0,0 0 128 0,0-5-128 0,1 2 0 16,0-3 0-16,2-4 0 0,-1-1 0 16,1-1 0-16,2 0 0 0,5-14 0 0,-3 11 0 15,-6 9 0-15,0 8 0 0,-1 5 0 0,1 5 0 0,-5 12 0 16,0 0 0-16,0 0 0 0,0 0 0 0,0 0 0 16,0 0 0-16,7 7 128 0,1 5-128 15,0 5 128-15,-1 3-128 0,1 6 128 0,3 3-128 16,-1 0 160-16,0-2-160 0,1 1 160 0,-1-1-160 0,2 0 0 15,0-3 0-15,0-2 128 0,-2-1-128 0,0-2 0 16,0 0 0-16,-1-2 0 0,1-3 0 0,-1-1 0 16,-1-3 128-16,0 0-128 0,-2-1 0 0,1-5 0 15,-2-1 0-15,-5-3 0 0,7 2 0 0,-1-2 0 16,1-3 128-16,0-1-128 0,-1-2 0 0,0-2 0 16,1-2 0-16,-1-4 0 0,-1-2 0 0,1-1 0 15,0 0 0-15,-1-4 0 0,1-1 0 0,-1-1 0 16,0 0 0-16,2-8 0 0,-2 2-128 0,-1 3-16 0,0 2 0 15,-3 5 0 1,-1 1-224-16,-1 2-32 0,-1 2-16 16,1 2 0-16,0 1-944 0,-1 2-192 0,2 9-48 15,-1-10 0-15,0 1-1392 0,1 9-272 0,0 0-64 0</inkml:trace>
  <inkml:trace contextRef="#ctx0" brushRef="#br0" timeOffset="120047.25">11524 14761 12895 0,'-8'5'1152'0,"-1"-3"-928"0,-2-2-224 0,11 0 0 16,0 0 8192-16,0 0 1584 0,0 0 320 0,0 0 64 0,0 0-7472 0,13-2-1472 15,2-3-320-15,3 0-48 0,3 0-336 0,3-3-80 16,3 2-16-16,0-5 0 0,2 1-288 0,1 1-128 15,-2-3 128-15,2 1-128 16,4 1-272-16,-3 1-144 0,1 1-32 0,0-2 0 16,2-1-1472-16,-10 5-320 0,0-1-48 0,4 1-11920 15,4 0-2400-15</inkml:trace>
  <inkml:trace contextRef="#ctx0" brushRef="#br0" timeOffset="120222.45">12351 14572 30399 0,'0'0'2704'0,"0"0"-2160"15,0 0-544-15,0 0 0 0,0 0 3776 0,0 0 640 16,0 0 128-16,0 0 16 0,10-5-2608 0,0 0-528 16,0 0-96-16,1 1-32 0,-1-2-400 0,3 1-64 15,2 0-32-15,0-1 0 0,1-2-560 0,3-1-112 0,2 1-128 0,-6 3 176 16,-1-1-416-16,3 0-80 0,1-1 0 0,0 2-16 31,3 0-1584-31,0 1-320 0,0-1-64 0,0 1-12176 0,-2 3-2432 0</inkml:trace>
  <inkml:trace contextRef="#ctx0" brushRef="#br0" timeOffset="120895.9">12610 15092 21183 0,'0'0'944'0,"0"0"192"0,0 0-912 0,0 0-224 0,0 0 0 0,0 0 0 16,0 0 4848-16,0 0 912 0,0 0 192 0,0 0 48 16,11-3-3680-16,1-1-720 0,-2 0-160 0,2 1-32 15,1-1-448-15,-1 3-80 0,1-2-32 0,0 1 0 16,0-1-368-16,-1 2-80 0,-2-1-16 0,1 1 0 0,-2 2-112 0,-1-1-16 16,-8 0-16-16,7 3 0 0,-7-3-48 0,0 0-16 15,0 0 0-15,3 8 0 0,-3 0 224 0,-4 2 48 16,-2-2 16-16,-2 4 0 0,-1 1-160 0,-2 1-48 15,-1 3 0-15,-2 0 0 0,0 1 112 16,-1-1 16-16,1 0 0 0,1 0 0 0,0-1-192 0,1-2-48 16,3-1 0-16,1-1 0 0,1 0-144 15,1-1 0-15,2 0 0 0,3-2 128 0,0-3-128 0,1-6 0 16,2 8 0-16,-2-8 0 0,7 7 0 0,-1-1 0 16,4-3 0-16,0 1 0 0,2-4-176 0,1 1 48 15,1-2 0-15,2-2 0 16,1-1-512-16,2-1-80 0,0-3-32 0,0-1 0 15,2-1-1024-15,1-1-208 0,3-2-32 0,1-1-13088 16,1-2-2624-16</inkml:trace>
  <inkml:trace contextRef="#ctx0" brushRef="#br0" timeOffset="121107.92">13205 14850 28559 0,'0'0'2544'0,"0"0"-2032"0,0 0-512 0,0 0 0 15,0 0 4528-15,0 0 800 0,0 0 176 0,7-4 16 16,1 0-3536-16,0 0-720 0,-2 0-144 0,1 2-32 16,0-1-240-16,3 0-48 0,-1 1-16 0,1 1 0 15,0-2-608-15,1 2-176 0,1-2 0 0,1 3 0 16,-2-3 0-16,1 3 0 0,1-1 0 0,0 1 0 16,0 0-896-16,2 0-160 0,-2 0-32 15,0 1 0-15,0 2-1344 0,0 0-256 16,-3 1-64-16,-5 1-17280 0</inkml:trace>
  <inkml:trace contextRef="#ctx0" brushRef="#br0" timeOffset="121261.57">13276 14993 23039 0,'0'0'1024'0,"-4"7"192"0,-1-2-960 0,1 2-256 0,4-7 0 0,0 0 0 0,0 0 5440 0,0 0 1056 16,0 6 208-16,0-6 32 0,0 0-4880 0,6 5-960 15,3-1-208-15,0-1-48 0,3-2-352 0,3-1-80 16,3-2-16-16,1-2 0 15,5 0-848-15,-1-2-176 0,3-1-48 0,2-1-13504 16,2-1-2704-16</inkml:trace>
  <inkml:trace contextRef="#ctx0" brushRef="#br0" timeOffset="121638.78">14044 14707 47743 0,'-13'5'2112'0,"6"-3"448"0,1 0-2048 0,-4-1-512 0,0 2 0 0,1 0 0 15,0 4 1344-15,-3 0 160 0,-1 2 32 0,0 1 16 16,0 0-352-16,-1 4-80 0,-2 1-16 0,2 3 0 16,-1 3-624-16,2 4-128 0,0-1-32 0,1-1 0 15,2 3-176-15,0-5-144 0,2 2 192 0,3 0-192 16,1-4 144-16,2 1-144 0,2-2 0 0,4-1 144 16,1-1-96-16,5-1-48 0,0-1 0 0,3 0 0 0,1-4 0 0,3-1 0 15,0-1 0-15,3-3 0 0,-1-1 0 0,2-1-240 16,3-3 80-16,-2 0 16 0,1-4 144 15,1-1 176-15,-2-2-48 0,0-1 0 0,3 0-128 16,0-1 0-16,-3 0-192 0,0-1 192 0,-1-1-144 16,1-2 144-16,-1 0 0 0,-2 0 0 0,-2 0 0 15,-1-3-128-15,-2 3 128 0,-2-1 0 0,-1 0 0 0,-4-2 0 16,-1 0 0-16,-4 1 0 0,-2-1 0 0,-2 2 0 16,-4-1 0-16,-3 1 144 0,-2 0-144 0,-5 2 192 15,-2-1-192-15,-3 0 192 0,-1 3-192 0,-3-2-192 16,-3 1 32-16,2 1 16 15,2 2-688-15,0 0-144 0,1 0-32 0,2 2 0 16,4 1-2320-16,-1-2-448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0T22:09:49.60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1521 888 26719 0,'0'0'1184'0,"0"0"240"0,-9-5-1136 0,1 0-288 0,1 0 0 0,-1 1 0 0,0-3 3888 0,-1 3 720 16,-2 2 128-16,1-3 48 0,0-1-2256 0,-1 2-448 15,1 1-96-15,-2 0 0 0,0 0-960 0,1 2-176 16,-2 0-32-16,-2 2-16 0,0 0-288 0,0 3-48 15,0 1-16-15,-1 3 0 0,2-1-192 0,-3 3-64 16,-3 5 0-16,0 3 0 0,1 4-64 0,1 5 0 16,-1 3-128-16,2 2 192 0,-1-1-64 0,1 5 0 15,2-2-128-15,2 0 192 0,0 1-192 0,3-3 128 16,4-2-128-16,2-2 0 0,0 0 0 0,4-3 0 16,3-3 0-16,2-1 0 0,4-2 0 0,0-2 0 15,2 0 0-15,2-4 0 0,2 0 0 0,2-2 0 0,1-4 0 0,1 0 0 16,2-2 0-16,2-1-192 0,2-3 192 0,1-1-208 15,0-1-144-15,0-2-32 16,0-2 0-16,2 0 0 16,-1 0-1136-16,-1 0-224 0,1-1-48 0,-1-2-16 15,-2-1-1824-15,1 2-352 0,1 0-80 0</inkml:trace>
  <inkml:trace contextRef="#ctx0" brushRef="#br0" timeOffset="379.94">1107 1399 33167 0,'0'0'2944'0,"0"0"-2352"16,0 0-464-16,0 0-128 0,0 0 2432 0,6-5 448 15,1 0 112-15,2 0 16 0,1-2-1856 0,3 1-352 16,1-1-80-16,1-1-16 0,2-1 0 0,4-1-16 15,0-1 0-15,2 2 0 0,1 0-144 0,-1 0-32 16,3 0 0-16,0-1 0 0,0-1-192 0,1 2-64 16,-3-3 0-16,0 3 0 0,-3 1-256 0,-2 3 0 15,-1 2 128-15,-1-2-128 0,-1 4 0 0,-2 1 128 16,1 1-128-16,-5 4 0 0,-1-2 288 0,-1 4-48 0,-1 0-16 0,-2 4 0 16,0 1 128-16,-2 2 32 15,-2 2 0-15,0 1 0 0,1 1-128 0,-2 0 0 16,-2 0-16-16,1 2 0 0,0 3-240 0,1-1 144 15,-2-1-144-15,2 0 128 0,0 0-128 0,0-4 0 16,0 0-192-16,3 5 192 16,0-5-1616-16,-1-7-208 0,3-2-32 0,-1-1-16 15,-4-7-2336-15,12 2-464 0</inkml:trace>
  <inkml:trace contextRef="#ctx0" brushRef="#br0" timeOffset="581.12">1883 1157 40479 0,'0'0'1792'0,"0"0"384"0,0 0-1744 0,0 0-432 0,0 0 0 0,2 8 0 0,1 1 1424 16,-2 1 208-16,0 2 32 0,1 2 16 0,-1 2-272 0,0 1-48 15,1 1-16-15,-1 1 0 0,0-1-784 0,1 1-176 16,-1 0-16-16,0-1-16 0,0 0-352 0,1 0 128 16,-1 1-128-16,0-2 0 15,2-1-784-15,0 0-240 0,-1-3-32 0,1 2-16 16,-1-5-2096-16,2-2-416 0,3-3-96 0</inkml:trace>
  <inkml:trace contextRef="#ctx0" brushRef="#br0" timeOffset="730">1976 1076 37727 0,'0'0'1664'0,"0"0"352"0,-6 0-1616 0,6 0-400 15,0 0 0-15,-7 1 0 0,2 1 912 0,5-2 112 0,0 0 0 0,0 0 16 16,0 0-864-16,0 0-176 15,0 0 0-15,1 9-12288 16,3-3-2432-16</inkml:trace>
  <inkml:trace contextRef="#ctx0" brushRef="#br0" timeOffset="1019.77">2128 1240 11055 0,'0'0'976'0,"1"11"-784"0,-2-2-192 16,1 0 0-16,1 2 7248 0,0 2 1408 0,1 0 288 0,-1 1 48 15,1 0-5280-15,1 1-1040 0,0-1-224 0,-1 2-32 16,0 1-1168-16,0 0-224 0,2-2-64 0,0 1 0 16,0-3-560-16,0 0-112 0,1 0-32 0,0-1 0 15,-1-2-128-15,0 1-128 0,0-2 192 0,0-2-192 0,-4-7 160 16,0 0-160-16,0 0 128 0,0 0-128 0,6 4 144 0,-6-4-144 16,0 0 160-16,0 0-160 0,0 0 160 0,8-5-160 15,-3-1 160-15,1-3-160 0,-1-2 128 16,-2-1-128-16,-1-1 0 0,2-1 144 0,0-2-144 0,1-1 0 15,-1-1 0-15,0 0 0 0,1-2 0 0,2 1-176 16,-1 1 176-16,2-2-192 16,-3 2-576-16,2 2-112 0,1 2-16 0,-2 2-16 15,-2-1-1184-15,1 4-224 0,2 1-48 0,-7 8-12240 16,8-1-2448-16</inkml:trace>
  <inkml:trace contextRef="#ctx0" brushRef="#br0" timeOffset="1331.91">2430 1525 8287 0,'0'0'736'0,"0"0"-592"16,0 0-144-16,12-6 0 0,0-3 4352 0,-2 0 848 16,2 0 176-16,-2-4 16 0,2 1-2736 0,1 1-544 0,0-6-128 0,-1 1 0 15,1 0-528-15,-1-2-112 16,-2-2 0-16,0-2-16 0,2 1-416 0,-1-2-80 16,0 1 0-16,-3-2-16 0,-1 1-160 0,-3 2-16 0,-2 3-16 0,1 3 0 15,-2 4 96-15,-1 3 32 0,-3 1 0 0,3 7 0 16,0 0 400-16,-7 0 96 0,-3 2 16 0,1 3 0 15,0 5-672-15,0 3-128 0,0 3-16 0,0 1-16 16,0 3-240-16,1 0-32 0,-1 1-16 0,2 1 0 16,1 1-144-16,1-1 128 0,1-1-128 0,2-2 128 15,4 2-128-15,-1-4 0 0,2 0 0 0,0-1 0 32,4-1-768-32,1 0-48 0,1-2 0 0,0-3 0 0,0-2-464 0,2-2-112 0,0 0-16 0,4 0 0 15,-1-5-576-15,0-1-112 0,-1-1-16 0,3-4-16 16,-3-2-752-1,0 0-160-15,1-3-32 0,-1 0-10976 0</inkml:trace>
  <inkml:trace contextRef="#ctx0" brushRef="#br0" timeOffset="1720.92">2843 1131 17503 0,'0'0'768'0,"0"0"176"0,0 0-752 0,0 0-192 16,0 0 0-16,0 0 0 0,-1 6 6016 0,-2 5 1184 0,1 2 224 15,1 1 64-15,1 1-4608 0,0 0-928 16,1 3-176-16,0-2-48 0,2 2-704 0,-1 2-160 15,1-1-32-15,0 0 0 0,-1-1-320 0,1-2-80 16,-3-1-16-16,2 2 0 0,1 1-224 0,1-3-32 16,0-1-16-16,0-3 0 0,-2-1-144 0,-2-10 0 15,0 0 144-15,4 7-144 0,-1 0 0 0,-3-7 0 16,0 0 0-16,0 0 128 0,0 0-128 0,0 0 0 16,0 0 0-16,0 0 0 0,6-4 0 0,1-2 0 15,-1-3-144-15,1-3 144 0,-2-1-192 0,3-5 48 0,1 0 0 0,0-2 0 16,2 0 144-16,-1-2-192 0,2-3 192 0,0 1-192 15,-2-1 192-15,0 1 0 0,0 2 0 0,0 4 0 16,-1 2 0-16,0 3 0 0,-1 3 0 0,0 3 0 16,-3 1 0-16,-5 6 0 0,0 0 0 0,0 0 128 15,0 0 64-15,7 6 32 0,-2 4 0 0,0 4 0 0,-2 3 0 16,-1 2 0-16,1 2 0 0,0 1 0 0,-1 1-224 16,-1 0 0-16,1-1 0 0,-1 0 0 0,2-1 0 15,-1 0 0-15,0 1 0 0,0-1 0 16,2-1-320-16,1 1-96 0,0-5-32 0,2 4 0 15,-3-4-1376-15,0-1-288 0,0 1-48 0,2-2-12816 16,3-1-2576-16</inkml:trace>
  <inkml:trace contextRef="#ctx0" brushRef="#br0" timeOffset="2166.46">1533 2072 38703 0,'-14'0'3440'0,"3"-4"-2752"0,1 2-560 0,3-2-128 15,7 4 2576-15,0 0 496 0,0 0 80 0,0 0 32 16,7-7-2080-16,1 1-400 0,0-1-96 0,3 1-16 0,4 0-192 0,2 1-32 15,2 1-16-15,10-5 0 16,-2-1 32-16,5 1 0 0,1 2 0 0,-6 2 0 0,2 0 0 0,7 0 16 16,4-1 0-16,4 1 0 0,5-1-160 0,2-1-48 15,2-1 0-15,2 0 0 0,-1 3-192 0,5-1 144 16,2 0-144 0,5 0 128-16,1-2-128 0,0 2 0 0,-3-1 0 0,-2 3 0 0,-3-2 0 15,-3 3 0-15,-2 0 0 0,-4 2 0 0,-3-3 128 16,-1 3-128-16,-4 1 0 0,-5 0 128 0,-3 0 64 0,-5 0 0 15,-3 0 0-15,-4 1 0 0,-2 1-192 0,-3 0 0 16,-2-1 0-16,0 1 0 0,-3-1 0 0,-2 2 128 16,-2-3-128-16,-8 0 128 0,6 4-128 0,-6-4 0 15,0 0 0-15,0 0 0 16,0 0-432-16,0 0-112 0,0 0-32 16,0 0 0-16,0 0-1536 0,0 0-320 0,0 0-64 0</inkml:trace>
  <inkml:trace contextRef="#ctx0" brushRef="#br0" timeOffset="2515.46">3617 1294 34095 0,'-10'12'3024'0,"10"-12"-2416"0,-6 2-480 0,6-2-128 0,0 0 3920 0,0 0 768 15,-4 4 160-15,4-4 16 0,-5 4-3040 0,5-4-608 16,0 0-128-16,0 0-32 0,0 0-480 0,-4 4-112 15,4-4-16-15,0 0 0 0,0 0-448 0,0 0-208 16,0 0 16-16,0 0 0 16,0 0-1136-1,0 0-208-15,6 4-64 0,1 0 0 0,-7-4-1744 0,10 5-368 0,2-4-64 0</inkml:trace>
  <inkml:trace contextRef="#ctx0" brushRef="#br0" timeOffset="2715.4">3670 1439 49695 0,'0'0'2208'0,"-3"5"448"0,-2 1-2128 16,1 1-528-16,4-7 0 0,-2 8 0 0,-1-2 1648 0,0 2 208 15,1 0 64-15,0 0 0 0,0-2-1024 0,2-6-192 16,0 8-32-16,0-1-16 0,0-7-528 0,0 0-128 16,0 0 0-16,2 7 0 0,-2-7 0 0,0 0 0 15,3 8 0-15,-3-8 0 0,0 0 0 0,0 0 0 0,8 4 0 0,-8-4 0 31,8 4-2544-31,1-1-480 0</inkml:trace>
  <inkml:trace contextRef="#ctx0" brushRef="#br0" timeOffset="5581.21">4322 1843 46015 0,'0'0'2048'0,"0"0"400"0,-5 1-1952 15,5-1-496-15,0 0 0 0,-6-3 0 0,6 3 592 0,-5-3 32 16,0-1 0-16,1-2 0 0,0 0 432 0,2-2 96 16,-1-1 0-16,2-1 16 0,-1-2-608 0,1-1-128 15,1-3-32-15,0-2 0 0,0 0-192 0,0-6-32 16,0-1-16-16,1-3 0 0,2-5-160 0,1-2 128 15,0-3-128-15,1-1 128 0,0 0-128 0,-1-2 0 16,0 1 0-16,-1-3 0 0,-2 0 0 0,3 0 0 16,-2 0 0-16,2 4 0 0,-1 5 0 0,0 1 0 15,-3 6 128-15,1 2-128 0,0 7 0 0,0 5 0 16,1 2 0-16,-4 6 0 0,2 5 0 0,0 0 128 16,0 0-128-16,0 0 0 0,0 13 0 0,0 4 0 15,2 5 128-15,0 6-128 0,2 2 0 0,2 1 0 16,-1 3 0-16,3-4-176 0,1-4 176 0,4-1 0 15,1-2 0-15,0-3 0 0,1-3 0 0,0-3 0 16,2-2 0-16,0-3-128 0,-1-1 128 0,1-3 0 16,-1-1 0-16,-1-2 0 0,1-4-144 0,-1-1 144 15,0-2-160-15,-2-1 160 0,1-2-128 0,-2-3 128 16,0 0 0-16,-1-4-144 0,0 0 144 0,1-4 0 0,-3 0 0 0,-2-5 0 16,1-2 0-16,-1-1 0 0,1-1 128 0,-2 2-128 15,1-2 0-15,-2 2 0 0,-1 1 0 0,0 8 128 16,0 1-128-16,-2 6 0 0,-2 10 128 0,0 0-128 15,0 0 272-15,0 0-16 0,0 8 0 0,2 5 0 16,-4 5-80-16,1 8-32 0,0 5 0 0,-2 5 0 16,0 1-144-16,1 2 0 0,-1-2 144 0,1 1-144 0,-1 0 0 15,0 2 0-15,3 3 0 0,-1-3 128 0,1 1-128 0,0 1 0 16,1-3 0-16,1-2 0 0,-1-1 0 0,2-5-160 16,0-2 160-16,0-5-208 15,0-1-752-15,-1-4-128 0,2-5-48 0,1 0 0 16,2-5-944-16,1-3-192 0,-2-1-32 0,6-3-11664 15,2-4-2336-15</inkml:trace>
  <inkml:trace contextRef="#ctx0" brushRef="#br0" timeOffset="5763.76">4959 1379 25791 0,'0'0'2304'0,"0"0"-1856"15,0 0-448-15,0 0 0 0,0 0 4512 0,0 0 800 16,0 0 176-16,0 0 16 0,0 0-4032 0,0 0-800 15,8-2-160-15,0 1-48 0,0 1 176 0,1-3 16 0,3 2 16 0,1 0 0 16,1-3-464-16,2 0-80 16,-1 0-128-16,2 1 176 15,2 1-688-15,-1 1-128 0,1-3-16 0,0 1-16 16,-1 0-2208-16,1 2-448 0,2 0-96 0</inkml:trace>
  <inkml:trace contextRef="#ctx0" brushRef="#br0" timeOffset="5931.19">5058 1568 15663 0,'-11'6'1392'0,"7"-3"-1120"0,-3-1-272 0,7-2 0 16,0 0 5184-16,0 0 992 0,0 0 192 0,0 0 32 0,0 0-4736 0,12 0-960 15,1-1-192-15,3 0-48 0,-1-2-224 0,4 1-48 16,-1-1-16-16,1 0 0 16,2 2-528-16,1-4-96 0,2 1-32 0,-1 0 0 15,2 0-2112-15,2 0-416 0,1-1-96 0</inkml:trace>
  <inkml:trace contextRef="#ctx0" brushRef="#br0" timeOffset="6215.93">6065 1085 16575 0,'0'0'1472'0,"0"0"-1168"15,-5-1-304-15,-2 0 0 0,7 1 6592 0,0 0 1280 16,0 0 240-16,0 0 48 0,0 0-5424 0,0 0-1088 0,0 9-224 0,0 1-32 16,0 2-432-16,1 5-64 0,1 0-32 0,-1 6 0 15,0 2-448-15,2 2-96 16,0 0 0-16,-2 0-16 0,3 0-176 0,0 2-128 16,0-2 192-16,-2 2-192 0,0 1 0 0,-1 0 0 0,-2 0 0 15,2-4 0-15,0 0 0 0,2-1-192 0,-3-3 0 16,0-1 0-1,0-3-1456-15,0-1-272 0,1-4-64 0,0-1-13056 0,1-3-2624 0</inkml:trace>
  <inkml:trace contextRef="#ctx0" brushRef="#br0" timeOffset="6458.22">6346 1140 21183 0,'0'0'1888'0,"0"0"-1504"0,-5 1-384 0,5-1 0 0,0 0 5632 0,0 0 1040 15,0 0 224-15,0 0 32 0,0 9-4848 0,0 2-976 16,0 2-192-16,2 1-32 0,-1 3 16 0,1 1 0 16,0 1 0-16,-2 2 0 0,1 2-512 0,0 1-112 15,-1-1-16-15,2 0 0 0,-1 2-96 0,0 0-32 16,1-2 0-16,-1 1 0 0,-1 2-128 0,0-5 0 16,0-2 0-16,1-2 0 15,1-2-640-15,-2-1-144 0,1-1-48 0,0-1 0 16,0-3-1104-16,2 0-240 0,-3-9-32 0,5 4-11552 15,4 0-2304-15</inkml:trace>
  <inkml:trace contextRef="#ctx0" brushRef="#br0" timeOffset="7276.81">6631 1261 9215 0,'0'0'816'0,"0"0"-656"15,0 0-160-15,0 0 0 0,0 0 6976 0,-6 0 1344 16,-1-1 288-16,-1 1 48 0,-1 0-5328 0,1 1-1088 0,0-1-192 0,0 2-64 15,0-1-768-15,1 1-144 0,0 2-48 0,-1 3 0 16,-1 1-656-16,0 1-144 0,-1 0-32 0,-1 3 0 16,-2 2 224-16,0 3 32 0,0 1 16 0,-1 2 0 15,-2-1-464-15,2 2 0 0,1 0-208 0,1 0 64 0,2 1 400 0,0 0 64 16,4-1 32-16,1-1 0 0,1-2-496 0,2 0-112 16,2 0 0-16,2-1-16 0,2-1 144 0,2-2 128 15,3-2-192-15,0 0 192 0,3 0-368 0,3-6 48 16,0 1 0-16,1-2 0 0,1-3 0 0,1-2 0 15,3-2 0-15,1-2 0 0,0-3 320 0,2 0 0 16,-2-4 0-16,3-2 0 0,-1 0-272 0,1-4 16 16,0 0 0-16,0-1 0 0,-2-2 256 0,-1 0-192 15,0-3 192-15,1 3-160 0,-3-4 160 0,0 1 128 16,-3 3-128-16,-1-1 176 0,-5 6 48 0,-2-2 16 16,-3 2 0-16,-2 5 0 0,-3 2 80 0,-2 1 0 0,-3 1 16 15,-2 1 0-15,1 1 304 0,-3 3 48 16,-2-2 16-16,0 3 0 0,-3 0-320 0,1 3-64 15,-1 2-16-15,-2 1 0 0,1 1-304 0,-2 2 0 16,1 3-128-16,-2 1 128 0,1 1 0 0,2 2 0 16,1-1 0-16,1 4 0 0,3-4-128 0,1 1 128 15,2-2 0-15,2 1-144 0,1-2 144 0,2 0 0 0,1-3-144 0,2 0 144 16,1 0-224-16,2-3 32 16,3-1 0-16,1-2 0 0,2-2-16 0,2 2 0 0,0-4 0 0,1 0 0 31,2-4-544-31,-1 0-96 0,1-2-32 0,2-2 0 0,-2 0 432 0,0-2 96 0,-3-2 16 0,0-1 0 15,0-1 336-15,1-1 0 0,-2 1-144 16,-2-1 144-16,-1 0 128 0,-1 0 64 0,-1 2 32 16,-2 3 0-16,-1-2-224 0,-2 4 0 0,1 2 0 0,-3-1 0 15,-1 1 352-15,1 6 32 0,-4-7 0 0,4 7 0 16,0 0 128-16,0 0 48 0,0 0 0 0,-5-2 0 16,5 2-112-16,-7 0 0 0,7 0-16 0,-7 2 0 0,7-2-208 15,-5 7-32-15,-1-1-16 0,2 4 0 0,3 0-176 0,1 3 128 16,-3-1-128-16,2 2 128 0,-1 2-128 0,4 2 0 15,0 2 0-15,2 0 0 0,-1 1 0 0,2 4 0 16,1 0 0-16,2 2 0 0,-1 2 0 0,1 0 0 16,2 1 0-16,-1-2 0 0,2 0 144 0,-2-2-144 15,0 1 160-15,0 0-160 0,-4 0 0 0,0-1 0 16,-1 0 0-16,-1-3 0 0,-3 1 0 0,-1-1 0 16,-1 1 0-16,0-1 0 0,-3-1 0 0,-3-1 0 15,-3-3 128-15,1 1-128 0,1-4 208 0,-2-2-48 16,-3 0-16-16,-2-4 0 0,-1 3 32 0,-1-3 0 15,-3-1 0-15,-1-3 0 0,-1-1-176 0,-2-1 160 16,-1-3-160-16,0-2 160 0,-2 1-160 0,4 0 0 16,0-2-160-16,1-3 160 15,-1-1-864-15,3 1-80 0,3-2-16 0,4 0 0 16,2 0-1984-16,2-3-416 0</inkml:trace>
  <inkml:trace contextRef="#ctx0" brushRef="#br0" timeOffset="10688.01">4263 2892 34031 0,'0'0'1504'0,"0"0"320"0,0 0-1456 0,0 0-368 0,-6-4 0 0,0 2 0 0,6 2 1792 0,0 0 304 15,-6 2 48-15,1 4 16 0,1 1-208 0,1 5-32 16,1 2-16-16,-1 6 0 0,-1-2-1008 0,0 7-192 15,2 2-32-15,-1 6-16 0,0 3-208 0,3 4-64 16,0 0 0-16,2 0 0 0,-1 0-176 0,0-4-32 16,1-2-16-16,0-1 0 0,-1-2-160 0,1-2 0 15,-1-2 0-15,2-2 0 0,-1-2 0 0,0-5 0 16,-1 1 0-16,-1-5 0 0,-1-1-384 0,-1-4-16 16,1-2 0-16,1-7 0 15,0 0-1024-15,0 0-208 0,0 0-32 0,0 0-16 16,0 0-1760-16,0 0-336 0,0 0-80 0</inkml:trace>
  <inkml:trace contextRef="#ctx0" brushRef="#br0" timeOffset="11038.27">4065 2921 43535 0,'-12'-5'1920'0,"12"5"416"0,0 0-1872 0,0 0-464 0,0 0 0 0,0 0 0 15,0 0 656-15,0 0 48 0,0 0 0 0,0 0 0 0,7-6 320 0,2 1 64 16,1 0 0-16,2 2 16 15,2-2-624-15,3 1-128 0,0 0-32 0,2 0 0 0,0 2-80 0,3-2-32 16,0 0 0-16,1 1 0 0,0-2-208 0,1 1 144 16,-1 0-144-16,2 2 128 0,0 1-128 0,-1-1 0 15,-2 2 0-15,2 3 0 0,-1-1 0 16,-2 5 0-16,-2-1 0 0,-5 1 0 0,-1 1 0 16,-3 1 0-16,-3 1 0 0,-3 2 0 0,-3 2 0 15,-2 2 128-15,-3 1-128 0,-3 1 128 0,-3 1 96 0,-3 0 16 16,-1 2 0-16,-1-2 0 0,1 0 48 0,-2-1 16 15,-1 0 0-15,-1 1 0 0,0-5-112 0,1-1-32 16,0 0 0-16,-1-1 0 0,1-2-160 0,0 1 0 16,1-5 0-16,0 2 0 15,-2-3-592-15,3-1-208 0,1-1-32 0,4-1-16 16,2 0-1392-16,8-2-256 0,0 0-64 0,0 0-17968 0</inkml:trace>
  <inkml:trace contextRef="#ctx0" brushRef="#br0" timeOffset="11245.61">4549 3497 13823 0,'0'0'608'0,"-4"4"128"0,0 4-592 0,0 1-144 16,1 0 0-16,2 2 0 0,-2-1 7424 0,2 3 1440 0,-1 0 288 0,-1 1 64 15,0 1-6112-15,2-1-1232 0,1-1-240 0,0 0-48 16,0 0-1168-16,0 0-224 0,0 0-64 0,0-1 0 15,0-2-128-15,0 0-256 0,0-1 64 0,1-1 16 16,-1-8-1936-16,2 6-400 0,-2-6-80 0,0 0-18144 16</inkml:trace>
  <inkml:trace contextRef="#ctx0" brushRef="#br0" timeOffset="11561.12">5068 3066 11967 0,'0'0'1072'0,"0"0"-864"16,0 0-208-16,0 0 0 0,0 0 7200 0,0 0 1392 16,0 0 288-16,0 0 48 0,0 0-5728 0,0 0-1136 15,0 0-224-15,6 7-48 0,-1 3-624 0,-1 1-112 16,0 4-32-16,-1 3 0 0,-2 4-448 0,0 3-112 15,-1 1-16-15,0 1 0 0,-1 1-208 0,1-1-48 16,-1-1-16-16,1-2 0 0,1-2-176 0,0-1 0 16,1-3 0-16,-1 0 0 0,0-5 0 0,-1 4 0 0,0-4-144 0,2-2 144 15,-1-2-848-15,-1-3-64 0,0-6-16 16,0 0 0 0,0 8-608-16,0-8-128 0,0 0-32 0,0 0 0 0,0 0-1440 0,0 0-272 0,0 0-64 0,0 0-13824 15</inkml:trace>
  <inkml:trace contextRef="#ctx0" brushRef="#br0" timeOffset="11787.42">4769 3020 46703 0,'0'0'2064'0,"0"0"432"0,0 0-1984 0,0 0-512 0,0 0 0 0,0 0 0 15,7-5 672-15,2 1 32 0,1 0 16 0,3 0 0 0,3-1 400 0,3 0 80 16,2-1 16-16,3 2 0 0,4-2-672 0,1-1-128 15,2 0-32-15,2 0 0 0,2 1-192 0,0 0-64 16,0 2 0-16,-1-1 0 0,0-1-128 0,-1 1 0 16,-1-1 0-16,-2 2 0 15,-2 2-832-15,-2 0-192 0,-3 1-32 0,-2 2-16 16,-3 2-1280-16,-1 2-256 0,-2 2-48 0,-2 2-17632 0</inkml:trace>
  <inkml:trace contextRef="#ctx0" brushRef="#br0" timeOffset="11988.14">5448 3479 34095 0,'0'0'3024'0,"0"0"-2416"0,0 0-480 0,-2 12-128 15,-1-5 2400-15,0 4 464 16,1 1 80-16,1 1 32 0,-2-3-1856 0,0 3-368 0,1 0-80 0,-1-1-16 15,3 1-480-15,0 0-176 0,0 0 0 0,0-1 144 32,0-1-2640-32,3 0-544 0,1-1-96 0</inkml:trace>
  <inkml:trace contextRef="#ctx0" brushRef="#br0" timeOffset="12367.29">5752 3127 19343 0,'0'0'1728'0,"0"0"-1392"16,0 0-336-16,0 0 0 0,0 0 5040 0,0 0 928 16,0 0 192-16,4 6 48 0,-3 4-3552 0,2-3-704 0,-1 4-144 0,2 2-16 15,0 5-640-15,1 2-112 16,1 3-16-16,-1 2-16 0,-1 1-304 0,2-1-64 15,0-3-16-15,-1 0 0 0,0 0-112 0,-1-1-32 0,0-1 0 0,1-5 0 16,0 0-288-16,0-5-48 16,3-1-16-16,-3 2 0 0,-1-5-128 0,2 1 0 15,-6-7 0-15,6 4 0 0,-6-4 0 0,7 2 0 0,-7-2 0 0,9 0 128 16,-1 0-128-16,-1 0 0 0,0-5 0 0,-1 1 128 16,1 0-128-16,-2-2 128 15,0-4-128-15,1 1 128 0,0-1-128 0,-1-2 128 0,-1-1-128 0,1-2 128 16,2-5-128-16,0-1 0 0,-1-4 0 15,1 1 128-15,-1-5-128 0,1 0 0 0,3-1 0 0,0-1 128 16,1-2-768 0,-1 2-176-16,2 1-16 0,1 1-15568 0,1-1-3120 0</inkml:trace>
  <inkml:trace contextRef="#ctx0" brushRef="#br0" timeOffset="12843.65">6885 3021 38127 0,'-16'-8'832'0,"20"2"192"0,4-3 16 0,0-2 32 0,0 1-864 0,-2-3-208 15,-1 0 0-15,-2 2 0 0,-2 2 496 0,-1 3 48 0,-4-1 16 16,0 2 0-16,-1 0 864 0,-1 1 176 0,-2 1 48 0,-1 3 0 15,-3 3-480-15,-1 0-80 0,-3 2-32 0,1 1 0 16,-1 0-480-16,2 1-80 0,-2 4-32 0,0 3 0 16,1 3-16-16,-1 5-16 0,2 4 0 0,-1 3 0 15,2 4-192-15,2 0-48 0,0 3 0 0,2 1 0 16,0 3-192-16,4-3 176 0,0 0-176 0,2-2 160 0,2-2-160 0,1 1 160 16,1-4-160-16,0 0 160 0,2-3-160 0,-2 2 0 15,2-5 0-15,1 2 128 16,0-2-816-16,0-2-160 0,-1-1-48 15,0-3 0-15,0-3-1056 0,-1-4-224 16,0 0-32-16,-1-5-11648 0,-1-6-2336 0</inkml:trace>
  <inkml:trace contextRef="#ctx0" brushRef="#br0" timeOffset="13383.84">6564 3393 35871 0,'0'0'1600'0,"0"0"320"0,0 0-1536 0,5-5-384 16,2-3 0-16,1 3 0 0,1-2 1168 0,1 1 176 15,3-2 16-15,3 0 16 0,2-3-304 0,3 1-64 16,1 0-16-16,2 1 0 0,-1 1-480 0,1 0-112 16,-1 1-16-16,-1 3 0 0,-1 2-176 0,-3 1-32 0,-2-1-16 0,0 5 0 15,-1 3 128-15,-3 3 32 16,-3 3 0-16,-1 3 0 0,-3-1 64 0,0 2 32 16,-2 0 0-16,-3 1 0 0,-1 0 64 0,-2-1 16 15,1 0 0-15,-2-2 0 0,1-1-208 0,-1-1-32 0,0-3-16 16,0-1 0-16,4-8-240 0,0 0 176 0,0 0-176 15,0 0 160-15,0 0-160 0,0 0 0 0,0 0-160 0,0 0 160 16,0 0-448 0,4-5 16-16,1-3 0 0,2 0 0 0,-1-1 80 0,2 0 16 0,1-4 0 0,2-2 0 15,-2 0 112-15,0-4 32 0,2 1 0 0,-1 1 0 16,0 0 192-16,2 2-176 0,0-2 176 0,0 4-160 0,-2 3 160 16,-1 4 0-16,-2 2 0 0,-7 4-128 0,9 1 128 15,-9-1 176-15,6 7-48 0,1 5 0 16,-2-1 256-16,2 5 32 0,-2 1 16 0,0 0 0 0,-2-2-112 0,1 0 0 15,-1-2-16-15,0-1 0 0,0 1-48 0,-2-4-16 16,3 1 0-16,-2-2 0 0,-2-8-64 0,0 0-16 16,0 0 0-16,0 0 0 0,0 0 16 15,0 0 0-15,0 0 0 0,0 0 0 0,0 0 16 0,0 0 16 16,0 0 0-16,0 0 0 0,0 0-80 0,0 0-128 16,6-7 176-16,-1-2-176 0,-1 0 144 0,0-2-144 15,0-4 0-15,1 0 144 0,1-2-144 0,1-3 0 16,-1 0 0-16,2 0 0 0,3-8-256 0,0 3 80 15,1 2 16-15,0 2 0 16,-2 2-992-16,3 2-192 0,0 1-32 0,0 3-16 16,-1 4-1104-16,0 2-208 0,1 3-48 15,3 2-9968-15,3 0-1984 0</inkml:trace>
  <inkml:trace contextRef="#ctx0" brushRef="#br0" timeOffset="14212.92">7814 3347 7359 0,'0'0'656'0,"4"-8"-528"0,-1 1-128 16,0-4 0-16,-1 2 6080 0,1 0 1200 0,-2-2 224 0,-1 1 48 15,-1 0-4080-15,-2 2-816 0,-1 3-160 0,0-2-48 16,-2 3-528-16,-2 3-128 0,-2 1 0 0,-2 2-16 16,-1 5-624-16,-1 3-128 0,-1 3-32 0,0 4 0 15,-4 2-544-15,2 0-128 0,0-1 0 0,3 1-16 0,1-2-48 0,4 0-16 16,0-4 0-16,2-3 0 0,3 0-240 0,2 0 0 15,0-3 0-15,2-7 0 16,0 0-448-16,0 0 32 0,7 7 0 0,1-2 0 16,-8-5-256-16,11 0-48 0,4-1-16 0,-1-2 0 15,-2-1-48-15,1 0-16 0,-1 1 0 0,1-4 0 16,0-1 160-16,0-1 16 0,-1-1 16 0,-1-2 0 0,1-1 320 16,-2 0 64-16,0-3 16 0,0-1 0 0,0 2 208 0,0-5-144 15,-1 3 144-15,-2-1-128 0,1 3 128 0,-2 5 0 16,-3 0 0-16,0 3 0 0,-3 7 0 0,0 0 0 15,0 0 0-15,0 0 128 0,0 0 64 0,0 0 32 16,0 0 0-16,-4 11 0 0,0-2-224 0,2 2 176 16,-1 1-176-16,2 1 160 0,-1-1-160 0,1 1 0 15,1 0 0-15,1-1 0 0,2-1 0 0,2 0 0 16,2-2 0-16,1-1 0 0,1-2 0 0,0 0 0 16,1-3 0-16,3 0 0 0,-1 0 0 0,1-5 128 0,0 1-128 0,0-3 192 15,0 0-192-15,0-2 128 0,2-2-128 0,0 0 128 16,0-4-128-16,-2 1 0 0,0-5 0 15,1-1 128-15,-2 0-128 0,1-2 0 0,-2-1 0 0,2-2 0 16,-1-2 0-16,0-2 0 0,-2-4 0 0,2 2 0 16,0-1 0-16,-2 3 128 0,-1 2-128 0,-2 5 0 15,-3 4 160-15,-2 2-160 0,0 6 192 0,-2 7-192 16,0 0 784-16,0 0 48 0,-9-2 16 0,-2 8 0 16,1 4-176-16,1 6-32 0,-4 6-16 0,0 3 0 15,-1 2-368-15,4 2-64 0,0-1 0 0,1 1-16 0,1 1 32 16,1-1 16-16,2-2 0 0,2-1 0 15,5-5-224-15,-1-3 0 0,0-2 0 0,3-2 0 0,0-2 0 16,3-2 0-16,-2-2-208 0,1-3 64 0,-6-5-208 16,11 3-32-16,-1-3-16 0,2-1 0 0,-2-2 32 0,3-2 16 15,2-2 0-15,-1-2 0 0,0-3 112 0,2-1 32 16,1-1 0-16,-1-5 0 0,2-5 16 0,1-2 16 16,1-1 0-16,1-3 0 0,0-2-32 0,1 1-16 15,0 1 0-15,-2 1 0 0,-3 2-16 0,-2 0 0 16,-2 4 0-16,-1 5 0 0,-3 4 240 15,-1 3 0-15,-4 4-160 0,-4 7 160 0,-3-6 176 16,3 6 96-16,-6 0 32 0,-2 4 0 0,-4 3 160 0,2 3 48 0,-2 5 0 0,0 0 0 16,-1 4-240-16,1-3-32 15,1 5-16-15,2 1 0 0,0-2 48 0,2 1 16 16,0-2 0-16,4 1 0 0,-1-2-160 0,2 1-128 16,2 0 192-16,3-2-192 0,0 0 128 0,2-1-128 0,1-2 0 0,2-1 0 15,0-1 0-15,2-3 0 16,1-1 0-16,1-2-144 15,2 2-240-15,0-1-32 0,2-1-16 0,2-3-14928 0,0-3-3008 0</inkml:trace>
  <inkml:trace contextRef="#ctx0" brushRef="#br0" timeOffset="14841.37">6000 4084 28559 0,'0'0'2544'0,"0"0"-2032"0,-6-4-512 0,0 1 0 16,-1 1 4272-16,1 0 752 15,-2 2 160-15,-1 2 16 0,-1 0-2832 0,-2 1-576 0,-3 1-128 0,0-2 0 16,-2 5-880-16,0 1-160 0,0 2-48 0,-1 1 0 15,-3 0-256-15,0 1-64 16,-1 4-16-16,0 1 0 0,-2 1-48 0,3 2-16 0,1 0 0 0,0-1 0 16,0-1-176-16,3 0 192 0,2 0-192 0,2-3 192 15,2 0-192-15,5 0 0 0,1-2 0 0,2-2 0 16,2 0 0-16,3-5 0 0,4 2 0 0,1-1 0 16,4-2 0-16,2-1 0 0,2 0-176 0,2 0 176 15,2 1-144-15,0-2 144 0,3 0-160 0,-1 1 160 16,-1-1 0-16,-1 1 0 0,-2 0-128 0,-1 1 128 0,-2 0 0 15,-2 3 0-15,0-1 0 0,-4 0 0 0,-2 0 0 16,-2 1 0-16,-1 1 0 0,-2 1 0 0,-4-1 128 16,-1 2-128-16,-1-1 144 0,-3 2-144 0,-1 1 192 0,-1 1-64 15,-2 1-128-15,-2 0 192 0,-3 1-192 0,0-3 176 16,-1 1-176-16,-1 1 160 0,0-1-160 0,-1-1 0 16,-2-2 0-16,2-1 0 0,1 0 0 0,1 0-144 15,1-4 0-15,2-2 0 16,1 0-880-16,1-2-160 0,0 0-32 0,1-2-16 15,3-3-2176-15,4-2-432 0,4-3-96 0</inkml:trace>
  <inkml:trace contextRef="#ctx0" brushRef="#br0" timeOffset="15045.31">5984 4118 21183 0,'10'-11'944'0,"-10"11"192"0,8-5-912 15,-1 0-224-15,-1 1 0 0,-6 4 0 0,0 0 4768 0,0 0 912 0,0 0 176 0,0 0 32 16,0 0-2704-16,7 5-560 15,-1 4-96-15,-2 2-32 0,-4 4-1216 0,0 4-256 0,-1 1-64 0,-2 4 0 16,-1 1-544-16,1 3-112 0,1 4-32 0,0 0 0 16,-2 2-272-16,1-1 0 0,1-3 0 0,-1-2 0 15,0-1 0-15,1-4 0 0,0 0-240 0,2-3 80 32,0 1-1264-32,0-3-256 0,-1-2-48 0,1-2-16 0,1-2-1456 15,1-3-272-15,0-1-64 0</inkml:trace>
  <inkml:trace contextRef="#ctx0" brushRef="#br0" timeOffset="15506.58">5835 4455 39615 0,'0'0'1760'0,"0"0"352"0,0 0-1680 0,0 0-432 0,0 0 0 0,0 0 0 0,0 0 1136 0,0 0 144 16,0 0 16-16,11 0 16 0,2-2-240 0,3-2-48 15,0-3-16-15,4 1 0 0,1-2-336 0,0 0-64 16,0-1-16-16,2 0 0 0,1-1-192 0,2 0-32 15,0-1-16-15,0 2 0 0,0-1-160 0,-1 4-48 16,-2 1 0-16,-3 3 0 0,-5 0-144 0,0 4 192 16,-4 0-192-16,-1 4 192 0,-5 3 192 0,0 4 64 0,-2 3 0 15,-3 2 0-15,-3 0 48 0,-2 1 16 16,-2-1 0-16,-1 0 0 0,1-1-208 0,-1-1-48 0,1-2 0 0,-1 1 0 16,1-2-96-16,0-2-32 0,1-2 0 0,0-1 0 15,2-3-128-15,4-5 0 16,0 0 0-16,0 0 0 0,0 0-272 0,0 0-96 15,0 0-16-15,0 0 0 16,0 0-64-16,4-6-32 0,0-3 0 0,1-2 0 0,1 1 160 0,0-3 48 0,-1 1 0 16,2 0 0-16,-1-1 112 0,2-2 32 0,-1 0 0 15,-1 2 0-15,1 2 128 0,-2 0 0 0,2 3 0 0,-2 2 0 16,0-2 0-16,-5 8 0 0,0 0 128 0,0 0-128 16,0 0 192-16,0 0-16 0,6 4-16 0,0 2 0 15,-1 5-160-15,0-5 0 0,-1 2 144 0,1 1-144 16,3 1 0-16,-1 0 0 0,0 0 0 0,1-1 128 15,-1-1-384-15,1-1-64 0,1-1 0 0,1 0-16 16,-2 0-1248-16,1-1-240 0,0-1-48 16,-1-1-16-16,0-3-1920 0,2 0-384 0,2-1-80 0,-2-1-16 0</inkml:trace>
  <inkml:trace contextRef="#ctx0" brushRef="#br0" timeOffset="16175.24">6596 4066 16575 0,'0'0'1472'0,"0"0"-1168"0,-6 1-304 0,1 3 0 0,-1-3 5568 0,2 4 1040 16,-3-1 224-16,1 5 32 0,-1 3-3856 0,1 4-784 16,0 3-160-16,1 3-16 0,-1 2-896 0,0 2-192 15,2 4-16-15,1 0-16 0,-1 0-416 0,1 0-64 0,0 0-32 0,2 0 0 16,2-4-224-16,1 0-64 0,-1-2 0 0,2-4 0 16,2 0-128-16,0-6 0 15,2-1 0-15,-1-1 0 0,1-2 0 0,0 0-144 0,3-4 144 0,0-2-160 16,-1-3-128-16,0-2-32 0,0 0 0 0,2-2 0 15,-1-1-32-15,1-1-16 0,0-2 0 0,1-2 0 16,1-1 112-16,-1-3 32 0,0-1 0 16,-2-2 0-16,1-1 224 0,-1-1-144 0,-1-2 144 0,0 2-128 15,-1-4 128-15,0 2 0 0,0 2 0 0,-3 2 0 16,-1 3 0-16,-2 4 0 0,0 4 0 0,-2 5 128 16,0 0 128-16,0 0 48 0,-5 2 0 0,-2 8 0 15,0 1 176-15,1 5 32 0,-1 2 16 0,1 1 0 16,-1-1-304-16,2 1-64 0,1 1-16 0,2-1 0 15,0-4-144-15,4 0 0 0,0-2 0 0,2-2 128 16,1 2-128-16,2-4 0 0,1 1 0 0,1-3 0 0,1-2-224 0,2-1 32 16,1-1 0-16,1-2 0 0,2-1-112 0,1-3-16 15,-1 0 0-15,1-3 0 0,1 0 64 16,0-2 0-16,-1-4 0 0,1 0 0 0,-1 1 64 16,-1-1 32-16,-2-1 0 0,2-3 0 0,-3-3 160 0,0-2 0 15,-1 0 0-15,-1-1 0 0,0 0 0 16,-2 1 0-16,0 0 0 0,-1 3 0 0,-3 2 0 0,0 4 0 15,-1-1 128-15,-1 4-128 0,-4 3 288 0,1 6-16 16,0 0 0-16,0 0 0 0,0 0 288 0,0 0 48 16,0 0 16-16,0 0 0 0,0 0-256 0,0 0-48 15,0 0-16-15,0 0 0 0,1 9-304 0,0 0 128 16,-1 1-128-16,1 0 0 0,3 0 0 0,0 3 0 16,0 0 0-16,0 1 0 0,1-1 0 0,1 0 0 0,-1 4 0 15,0-4 0-15,-1 2 0 0,0-2 0 16,-2 0 0-16,2-1 0 0,0-1 0 0,-1 1 0 0,-1 1 0 0,1-1 0 15,-2-2 0-15,-1-1 0 16,0-1 0-16,-1 0 0 0,-2 0 0 0,1 1 0 0,-2-3 0 0,0 1 0 16,4-7 0-16,-5 7 0 15,-2-2 0-15,-1 0-144 0,-1-2 144 0,-1 0-128 0,-1 0 128 0,2-2-128 16,-1-1-176-16,-2-1-16 0,0-2-16 0,-1 1 0 31,-1-1-1520-31,1 2-288 0,-1-6-64 0</inkml:trace>
  <inkml:trace contextRef="#ctx0" brushRef="#br0" timeOffset="16392.12">6330 4334 3679 0,'0'0'160'0,"0"0"32"0,0 0-192 0,0 0 0 0,0 0 0 0,0 0 0 0,10 0 9648 0,2-1 1872 15,-1-2 384-15,1 1 80 0,3-1-8768 0,0-1-1744 16,5 0-368-16,-1 0-64 0,1 0-336 0,2 0-64 15,0 2 0-15,3-3-16 0,0 1-432 0,1 0-64 16,2-1-128-16,1-1 176 0,0 1-176 0,1 1 0 16,-2 0 0-16,0 2 0 15,1-2-1792-15,-1 1-352 0,1 1-64 0</inkml:trace>
  <inkml:trace contextRef="#ctx0" brushRef="#br0" timeOffset="19328.38">11157 952 46527 0,'0'0'2064'0,"-1"-4"432"0,1-2-2000 0,1-1-496 0,1 1 0 0,1 1 0 16,1-1 224-16,-4 6-48 0,0 0-16 0,0 0 0 15,0 0 896-15,0 0 176 0,8 7 48 0,-1 5 0 16,-2 3-448-16,-1 9-96 0,1 6-16 0,-2 4 0 16,-2 3-272-16,0 3-48 0,-1 1-16 0,0 1 0 15,-1-3-128-15,0-2-16 0,-2-3-16 0,0-2 0 16,1-1-32-16,1-1 0 0,-1-1 0 0,1-3 0 0,0-4-192 16,-1-2 0-16,1-2 0 0,0-4 0 15,-2-2-1488-15,2-3-304 16,-1-2-48-16,2-7-16 0,0 0-1552 0,0 0-320 15,0 0-64-15,0 0-16 0</inkml:trace>
  <inkml:trace contextRef="#ctx0" brushRef="#br0" timeOffset="19511.34">11059 1029 14735 0,'-5'-10'640'0,"3"6"160"0,0-3-640 0,1 2-160 0,1-1 0 0,1-1 0 0,-1 7 6176 0,8-8 1200 15,0 0 240-15,4 1 64 0,1-1-5056 0,2 0-1024 0,4-1-192 0,0-2-32 16,1-2-544-16,2 2-128 0,1-1 0 0,2 0-16 15,3 0-512-15,-1 1-176 16,-1-2 0-16,1 1 144 16,2 3-720-16,-3-2-160 0,0 2-32 0,-2 3 0 15,0-1-3216-15,0 5-656 0</inkml:trace>
  <inkml:trace contextRef="#ctx0" brushRef="#br0" timeOffset="19763.03">11172 1320 23951 0,'0'0'2128'0,"-4"4"-1696"0,4-4-432 0,0 0 0 16,0 0 3680-16,0 0 656 0,0 0 128 0,10 0 16 15,3-3-2880-15,1-1-576 0,1 2-112 0,2-2-16 16,1-1-96-16,-1-1-16 0,0 2 0 0,0-2 0 16,0 1-448-16,-2 1-80 0,-2 1-32 0,2 1 0 0,-2-2 208 0,0 2 32 15,-1 2 16-15,-1 4 0 0,0 3 160 0,-2 2 48 16,-1-1 0-16,-3 4 0 0,0 2-32 0,-1 3 0 15,-1 2 0-15,-1 1 0 0,0-1-320 0,-2 1-64 16,0 0-16-16,-3-1 0 0,2 2-96 16,-1-5-32-16,1-1 0 0,0 0 0 15,-2-2-768-15,2-3-176 0,1-2-16 16,0-8-14928-16,0 0-2992 0</inkml:trace>
  <inkml:trace contextRef="#ctx0" brushRef="#br0" timeOffset="19912.68">11526 1156 39791 0,'0'0'880'0,"0"0"176"0,-5 2 32 0,0 2 32 0,0 1-896 0,-1 2-224 16,1-1 0-16,1 1 0 0,2 2 144 0,0 2-16 0,2-1 0 0,2-1-11984 16,0 0-2416-16</inkml:trace>
  <inkml:trace contextRef="#ctx0" brushRef="#br0" timeOffset="20695.53">11614 1328 13823 0,'0'0'1216'0,"0"0"-960"15,2 6-256-15,-1 2 0 0,1 3 6032 0,-1-1 1168 0,-1 0 224 0,0 2 64 16,0 2-3968-16,0 0-800 0,0-1-160 0,0 3-16 16,0-1-896-16,0 0-176 0,0 1-48 0,0 0 0 15,0-2-880-15,0-1-176 0,0 0-48 0,1-2 0 16,-1-1-144-16,0-3-48 0,0-7 0 0,0 0 0 15,0 0-128-15,0 0 0 0,0 0 144 0,0 0-144 16,0 0 0-16,0 0 0 0,0 0 0 0,0 0 0 0,0 0 0 16,6-6-128-16,-1-1 128 0,0-5-192 0,0 0 64 0,2-4 0 15,-1 1 0-15,1-1 0 0,1-2-64 0,-1 0 0 16,3-2 0-16,-1 2 0 0,1 0 0 0,1-1 0 16,-4 1 0-16,4 4 0 0,-2 3-48 0,-1 3-16 15,-2 2 0-15,1-1 0 0,1 4 16 0,-3 1 0 0,-5 2 0 16,6 0 0-16,1 2 240 0,-1 1-144 15,1 4 144-15,1-1-128 0,-2 4 128 0,2 0 0 0,0 0 0 0,0 3 0 16,1-1 0-16,1 3-128 16,1-1 128-16,3-1 0 0,-1-1-240 0,1-3 48 15,3-1 0-15,2-2 0 16,-1 1-448-16,1-3-96 0,2-4-16 0,1-2 0 16,2 0-176-16,-1-1-32 0,1-1-16 0,-2-1 0 15,-1-2 384-15,-2 1 80 0,0-1 0 0,-2 1 16 0,-2-2 496 0,0-2 0 16,-2 0 208-16,-4 1-64 0,-3 0 528 0,-1 0 96 0,-2 0 32 0,0-3 0 15,-3 2 16-15,-3 2 0 0,-2-2 0 0,-2 2 0 16,0 1-368-16,-3 3-64 0,-1 0 0 0,-4 3-16 16,-2 4 400-16,-1 2 64 0,-1 4 32 0,-2 1 0 15,-1 4-592-15,1 0-112 0,2 1-32 0,1 4 0 16,0-1-128-16,2 2 0 0,3-2 0 0,3-1 128 16,1-3-128-16,2 0-224 0,2 1 48 0,5-2 16 15,3-4-32-15,0 0 0 0,4-2 0 0,0-2 0 16,-7-5-272-1,11 4-64-15,2-2-16 0,0 0 0 0,2-4-32 16,0 0 0-16,2-4 0 0,0 0 0 0,0-2 48 0,0-1 0 16,0-3 0-16,0 1 0 0,0-1 272 0,0-3 48 0,1 0 16 0,-2-3 0 0,-2-2 192 0,0-2 0 15,1-3 0-15,-2-2 0 0,0-2 0 0,0-2 128 16,1-4 0-16,-1-1-128 0,0 2 0 0,-1-1 0 16,1-1 0-16,-2-1 0 0,-2-2 128 0,-2 4 128 15,0 4 32-15,-2 3 0 0,-1 6 320 0,-1 4 64 16,-2 5 16-16,0 2 0 0,-1 2 144 0,0 9 16 15,0 0 16-15,0 0 0 0,0 0-160 0,-5 9-16 16,-1 8-16-16,-2 3 0 0,0 3-448 0,-1 6-96 0,0 2 0 16,1 3-128-16,0 4 208 0,3 0-64 15,-2 2-16-15,2-2 0 0,1-4-128 0,2-3 0 16,-1-1 0-16,2-1 0 0,1-3 0 0,0-1 0 0,0-2 0 0,1-2 0 31,2-4-624-31,2-1-96 0,-1-2-32 0,0-2 0 16,1-2-944-16,1-2-192 0,1-1-32 0,2-4-13040 0,1-3-2592 0</inkml:trace>
  <inkml:trace contextRef="#ctx0" brushRef="#br0" timeOffset="20868.72">12683 1058 44863 0,'-13'8'1984'0,"9"-6"416"0,4-2-1920 0,0 0-480 0,-6 3 0 0,6-3 0 0,-5 3 704 0,5-3 64 16,-5 5 0-16,1 0 0 15,-1 0-128-15,5-5 0 0,-1 8-16 0,1 0 0 16,1 0-1824-16,0 1-352 0,2 0-80 16,1 1-12160-16,0 1-2432 0</inkml:trace>
  <inkml:trace contextRef="#ctx0" brushRef="#br0" timeOffset="21032.86">12668 1359 24879 0,'0'0'2208'0,"-2"8"-1760"0,-2 1-448 0,0-4 0 0,4-5 4224 0,-4 7 752 15,0-1 144-15,1 1 48 0,-1-1-2592 0,1 2-512 0,-1 1-96 0,1-1-32 16,3-8-544-16,-3 7-112 16,3-7-32-16,-2 5 0 0,2-5-1056 0,0 0-192 0,0 0 0 0,0 0 0 31,0 0-2368-31,6 5-352 0</inkml:trace>
  <inkml:trace contextRef="#ctx0" brushRef="#br0" timeOffset="21579.62">13505 1286 26719 0,'0'0'2368'0,"0"0"-1888"15,2-5-480-15,-1-2 0 0,-1 7 3072 0,0 0 528 0,0 0 112 0,0 0 0 16,0 0-1504-16,0 0-304 0,0 0-64 0,0 0-16 16,0 0-432-16,5 9-96 0,-1-1-16 0,-1 5 0 15,-2 6-832-15,-1 0-192 0,0 2-16 0,-1-1-16 16,-2-1-96-16,0 2 0 0,1 0-128 0,-1-2 192 16,2 0-192-16,0-4 0 0,-1 0 0 0,2-4 0 15,2-2-1168 1,-2-9-240-16,0 0-32 0,5 6-16 0,1-4-2256 0,3-3-448 15,2-3-80-15</inkml:trace>
  <inkml:trace contextRef="#ctx0" brushRef="#br0" timeOffset="22114.05">13851 888 37951 0,'0'0'1680'0,"0"0"352"0,0 0-1632 0,0 0-400 0,0 0 0 0,0 0 0 0,0 8 1920 0,0 1 320 16,-2 2 48-16,2 3 16 0,0 4-816 0,0 3-144 15,2 1-48-15,-1 3 0 0,-1 1-368 0,0 4-80 0,0 2-16 0,1 1 0 16,1 0-256-16,-1 1-64 0,-1-1-16 0,0-4 0 16,-1-2-224-16,2-3-32 15,0-1-16-15,1-3 0 0,0 1-224 0,1-3 176 16,-2-2-176-16,2-3 160 0,-1-2-160 0,1-4 160 16,-3-7-160-16,0 0 160 0,5 7-160 0,-5-7 0 0,0 0 0 0,8 3 0 15,-8-3 0-15,8-4 0 16,0 1-176-16,-1-4 176 0,0-3 0 0,1 0 0 15,1-3 0-15,0-3-128 0,0-1 128 0,0-4 0 16,2 2 0-16,0-5-128 0,1-3 128 0,0-3 0 0,0-2 0 16,-1 0 0-16,1 3 0 0,-3 7 0 0,0 1-144 0,-1 3 144 15,-3 5 0-15,1 0 0 0,-1 4 0 0,-3 1 0 16,-2 8 0-16,0 0 0 0,0 0 0 0,2 9 0 16,-2 1 144-16,1 5 0 0,-1 3 0 0,1 4 0 15,-1 3-144-15,3 0 0 0,-1 0 0 0,2-2 0 16,0 0 0-16,0-3 0 0,1-2 0 0,2-1 128 15,-1-1-128-15,0 0 0 0,0-5 0 0,3 4 0 16,0-4 0-16,1-2 0 0,-4-3 0 0,1-2 0 16,-7-4 0-16,7 1 0 0,0-1 0 0,-1-1 0 15,1-1 0-15,0 0 0 0,-1-1 128 0,2-2-128 0,0-2 0 0,0-1 0 16,-1-5 0-16,1 0 128 16,0 0-128-16,0-2 0 0,0-4 0 0,1-1 0 0,0-3 0 15,0-3 0-15,-1-1 128 0,0 1-128 0,-2-1 0 0,1 0-192 16,-2 3 32-16,1 0 16 15,0 3-688-15,-2 2-128 16,-2 2-16-16,-1 4-16 0,-1 2-880 0,0 5-176 0,-1-1-48 0,1 7-12480 16,0 0-2496-16</inkml:trace>
  <inkml:trace contextRef="#ctx0" brushRef="#br0" timeOffset="22338.65">13688 834 48895 0,'0'0'2176'0,"0"0"432"0,-5-2-2096 0,5 2-512 0,0 0 0 0,0 0 0 16,0 0 0-16,11-2 0 0,4-1 0 0,3-1 0 16,3 0 256-16,5-2-48 0,2 1-16 0,2-1 0 15,3 1-192-15,0 0 0 0,-1 2 0 0,2-3 0 31,1 1-1520-31,-1-1-240 0,-1 1-48 0,1 0-18352 0</inkml:trace>
  <inkml:trace contextRef="#ctx0" brushRef="#br0" timeOffset="22564.19">14345 792 43023 0,'0'0'1904'0,"0"0"400"0,0 0-1856 0,0 0-448 0,0 0 0 0,0 0 0 0,0 0 848 0,0 0 80 16,10 1 16-16,-1-2 0 0,2-2 208 0,-1-1 32 15,2 2 16-15,1-3 0 0,1 3-592 0,1-2-112 16,-1 0-32-16,2 1 0 0,-2 0-240 0,2 0-48 16,1 1-16-16,0-2 0 0,-3-1-160 0,-1 1 0 0,-1 0 0 0,-1 1 0 15,1 1 0-15,-1 0 0 16,-2 2-224-16,0-2 80 16,-1 0-400-16,-8 2-80 0,0 0-16 0,7 2 0 15,-7-2-1408-15,0 0-272 0,0 0-64 0,0 0-11072 16,6 6-2224-16</inkml:trace>
  <inkml:trace contextRef="#ctx0" brushRef="#br0" timeOffset="23164.94">14517 1384 41183 0,'0'0'1824'0,"-7"0"368"0,7 0-1744 0,0 0-448 0,0 0 0 0,0 0 0 0,0 0 1488 0,0 0 224 16,0 0 32-16,8-4 16 0,-1-4-240 0,1 0-48 15,1-1-16-15,1 1 0 0,2 2-784 0,1-1-160 0,0-1-16 0,0 3-16 16,-3-1-192-16,2 1-32 16,-1 1-16-16,-1 1 0 0,-2 0-64 0,-8 3-16 0,9-1 0 0,-9 1 0 15,0 0 96-15,0 0 0 0,0 0 16 0,0 0 0 16,0 0 48-16,3 8 0 0,-3 1 0 0,-4 1 0 15,-3-2-96-15,-1 3-16 0,-1 0 0 0,-1 2 0 16,-2 3-208-16,0 0 128 0,-1-1-128 0,-1 2 128 16,0 2-128-16,0-1 0 0,1-1 0 15,2-2 0-15,0 1 0 0,2-2 0 0,0-1 0 16,3-2 0-16,0-2 0 0,4-1 0 0,2-8 0 16,-2 6 0-16,2-6 0 0,0 0 0 0,0 0 0 0,7 6 0 15,1-2 0-15,2-3 0 0,3-1 0 0,0-3 0 16,3 1 0-16,1-4 0 0,2 0 0 0,1-2 0 15,-1-1 0-15,1 1 0 0,0 0 0 0,-1 0 0 16,-2 1 0-16,-1 0 0 0,-2 2 0 0,0 0 0 16,1-2 0-16,-2 2 0 0,-1 1 0 0,-2-1 0 15,0 4 0-15,0-2 0 0,-10 3 0 0,0 0 0 16,7-3-640-16,-7 3-112 0,0 0-16 0,0 0-16 16,0 0-2240-16,7 2-448 0</inkml:trace>
  <inkml:trace contextRef="#ctx0" brushRef="#br0" timeOffset="24021.2">15311 1296 37775 0,'0'0'3360'0,"0"0"-2688"0,-7-3-544 0,1 0-128 0,1-2 2560 0,-1 3 464 15,6 2 112-15,0 0 0 0,-4-5-2736 0,4 5-544 16,0 0-112-16,0 0-32 16,0 0-208-16,0 0-32 0,0 0-16 0,0 0 0 15,0 0-3376-15,0 0-688 0,14-5-128 0,-3 0-16 0</inkml:trace>
  <inkml:trace contextRef="#ctx0" brushRef="#br0" timeOffset="24173.48">15732 1243 15663 0,'0'0'688'0,"0"0"144"0,0 0-656 0,0 0-176 16,0 0 0-16,0 0 0 0,0 0 7344 0,0 0 1424 0,-5-1 304 15,5 1 48-15,0 0-6816 0,0 0-1344 16,0 0-288-16,0 0-48 16,0 0-1008-16,0 0-208 0,0 0-48 0,0 0 0 15,8-4-2304-15,1 1-480 0</inkml:trace>
  <inkml:trace contextRef="#ctx0" brushRef="#br0" timeOffset="24331.12">16024 1243 47919 0,'0'0'2112'0,"0"0"448"0,0 0-2048 0,0 0-512 0,0 0 0 0,0 0 0 0,0 0 768 0,0 0 64 16,0 0 0-16,0 0 0 16,0 0 544-16,0 0 112 0,0 0 32 0,0 0 0 0,0 0-1264 0,8-1-256 15,0 1 0-15,1-3 0 16,0-1-2208-16,1 2-336 0</inkml:trace>
  <inkml:trace contextRef="#ctx0" brushRef="#br0" timeOffset="24852.44">13194 2818 34095 0,'0'0'3024'0,"0"0"-2416"16,0 0-480-16,0 0-128 0,-3 6 2896 0,0 1 560 15,-1 2 128-15,1 2 0 0,-3 0-1824 0,1 2-368 16,0 3-80-16,1-2-16 0,-1 2-656 0,1 1-128 16,-1 0-16-16,1 0-16 0,1 0-480 0,2-2 0 15,1 1 0-15,1-3 0 16,2-3-1216-16,2 0-320 0,2-4-80 0,2-1-16 15,2-3-3040-15,4-4-624 0,17-8-112 0,0-8-10288 0</inkml:trace>
  <inkml:trace contextRef="#ctx0" brushRef="#br0" timeOffset="25219.61">13792 2274 23951 0,'0'0'1056'0,"0"0"224"0,0 0-1024 0,-5 7-256 0,5-7 0 0,-7 4 0 15,1 1 5456-15,-2 3 1040 0,-1 1 208 0,-3 4 32 16,-1 3-4128-16,-1 4-832 0,-2 5-176 16,0 6-16-16,-1 7-832 0,-1 5-176 0,-3 3-16 0,3 3-16 15,-1 1 96-15,0-2 0 0,4-2 16 0,2-3 0 16,2-3-656-16,3-1 0 0,3-5 0 0,1-2 0 16,3-4 0-16,2-3 0 0,4-4 0 0,1-2 0 15,1-2-176-15,3-2 176 0,0-4-128 0,3-4 128 16,3-3-224-16,-1-3 32 0,1-1 16 0,2-4 0 0,1-4 48 15,-1-2 0-15,3-2 0 0,-2-1 0 0,1 0 0 0,-2-1 0 16,0-2 0-16,-1-2 0 0,0-2 128 0,-1 1 0 16,-2-5 0-16,-1-2 0 0,-2-2 0 0,-2-2 0 15,-1-5 0-15,-2-2 0 0,1 0 0 0,-2 0 0 16,-1-1 0-16,-2 1 128 0,0 1-128 0,-4 1 0 16,0 3 128-16,-2 4-128 0,-3 0 0 0,-1 5 0 15,-2 1 0-15,-2 3 0 16,-2 5-848-16,1 4-144 0,0 1-32 0,0 2 0 15,-3 3-832-15,3 3-192 0,0 3-16 0,0 5-12304 16,0 2-2464-16</inkml:trace>
  <inkml:trace contextRef="#ctx0" brushRef="#br0" timeOffset="25467.91">13753 2811 13823 0,'0'0'1216'0,"0"0"-960"0,0 0-256 0,0 0 0 16,3 10 6192-16,-2 0 1184 0,0 0 240 0,0 3 64 15,-1 3-4416-15,0 0-864 0,-1-1-176 0,0 2-48 16,0 2-832-16,-2-1-160 0,0 1-32 0,1 0-16 16,-1-1-752-16,0 0-128 0,1 0-48 0,1-1 0 15,-2-1-208-15,2-3 0 0,-1-3 0 0,2 0 0 16,2-3-1600-16,-2-7-384 0,5 7-64 0,1-3-12736 15,4-3-2560-15</inkml:trace>
  <inkml:trace contextRef="#ctx0" brushRef="#br0" timeOffset="25798.36">14091 2861 13823 0,'0'0'1216'0,"-4"6"-960"0,0-3-256 0,4-3 0 0,0 0 7440 0,0 0 1456 16,0 0 272-16,0 0 64 0,0 0-6576 0,0 0-1312 15,0 0-272-15,0 0-48 0,0 0 0 0,10 4 16 16,-2 0 0-16,0 0 0 0,-8-4-528 0,0 0-128 16,6 9 0-16,-6-9-16 0,4 6-32 0,1 2 0 15,1-1 0-15,-5 2 0 0,-1 0 64 0,-3 1 16 0,-2 2 0 0,-1 1 0 16,-1-1-288-16,-1 1-128 16,-1 1 128-16,0 2-128 0,0-4 128 0,1 1-128 0,-1 0 128 0,1-1-16 15,0-2-112-15,2-1 0 0,-1-1 0 0,3-2 0 16,2 0 0-16,2-6 0 15,0 0 0-15,0 0 0 0,0 0 0 0,0 0 0 0,0 0 0 0,6 2 0 16,2 2 0-16,1-4 0 0,0-1 0 0,1-2 0 16,0-1 0-16,2 0 0 0,1 1 0 15,1-3 0-15,2-2-256 0,-2 3-64 0,-1 1 0 0,3-1 0 32,-1-3-1248-32,2 2-256 0,2-1-48 0,-1 2-21936 0</inkml:trace>
  <inkml:trace contextRef="#ctx0" brushRef="#br0" timeOffset="26006.11">14875 2655 21183 0,'-6'4'1888'0,"-1"-4"-1504"16,1-3-384-16,6 3 0 0,0 0 7840 0,0 0 1504 15,0 0 288-15,0 0 64 0,0 0-7856 0,0 0-1584 16,0 0-256-16,0 0-144 16,0 0-976-16,8 0-192 0,1-1-32 0,1 0-14336 15,2-1-2880-15</inkml:trace>
  <inkml:trace contextRef="#ctx0" brushRef="#br0" timeOffset="26137.01">15110 2712 13823 0,'0'0'1216'16,"0"0"-960"-16,0 0-256 0,0 0 0 0,0 0 6656 0,0 0 1280 0,0 0 256 0,0 0 48 16,0 0-6416-16,7-4-1280 0,0-2-256 15,3-1-19856-15</inkml:trace>
  <inkml:trace contextRef="#ctx0" brushRef="#br0" timeOffset="26300.98">15562 2624 26719 0,'0'0'2368'0,"0"0"-1888"0,0 0-480 0,0 0 0 0,0 0 5632 0,0 0 1040 16,0 0 208-16,0 0 32 0,0 0-4624 0,0 0-944 15,10-2-176-15,-1 0-32 0,0 0-368 0,1 1-64 16,2 1 0-16,0-1-16 16,1 1-1520-16,0-3-288 0,-1 3-64 0</inkml:trace>
  <inkml:trace contextRef="#ctx0" brushRef="#br0" timeOffset="27683.48">12943 3875 28559 0,'0'0'1264'0,"0"0"272"0,-5-4-1232 0,5 4-304 0,-5-2 0 0,5 2 0 15,0 0 3984-15,0 0 752 0,-3 6 128 0,1 1 48 16,-1 4-2800-16,0 3-544 0,2 4-112 0,1 1-32 16,-1 7-592-16,0 6-112 0,-1 4-16 0,1 5-16 15,-2 0-192-15,2 2-48 0,0 0 0 0,1-1 0 16,0-1-96-16,1-5-32 0,0-2 0 0,1-4 0 15,-1-7-320-15,0-2 0 0,1-4 0 0,-1-2-128 16,1-2 256-16,-2-3 48 0,2 0 16 0,-2-10 0 16,0 0 96-16,0 0 32 0,0 0 0 0,0 0 0 0,0 0-320 0,0 0 0 15,0 0 0-15,6-5 0 0,1-1 0 0,-1-3 0 16,1-3 0-16,-1-1 0 0,1-2 0 0,-1-3 0 16,4-3 0-16,-1-2 0 0,1-3 0 0,2-3 0 15,-2-2 0-15,3-2-144 0,-1-1 16 0,-2 2 0 16,1 2 0-16,-1 5 0 0,-2 5 128 15,0 5 0-15,-2 3 0 0,0 4-128 0,-6 8 128 0,0 0 0 16,0 0 0-16,6 8 0 0,-1 5 0 0,-1 5 0 16,-1 6 0-16,0 2 0 0,-1 1 0 0,1 2 0 15,-1 1 0-15,4 0 0 0,-1-4 0 0,1-1 0 16,1-3 0-16,1-3 0 0,-1-2 0 0,1-4 0 16,1-1 0-16,1-4 0 0,-1 0 0 0,0-4 0 15,0-2 0-15,-1 0 0 0,0-2 0 0,1-3 0 16,-3-1 0-16,1 0 0 0,-1-2 0 0,2-2 144 15,0-4-144-15,0 0 0 0,0 1 0 0,1-5 0 16,2-2 0-16,-1-2 0 0,-3-1 0 0,2-2 160 16,1-3-160-16,0-3 192 0,2-1-192 0,-1-1 0 0,0-2 0 15,-2 3 0-15,3 2 0 0,-2 2-176 0,1 1 176 16,-2 1-192 0,-1 2-672-16,-1 3-144 0,0 0-16 0,-2 4-16 15,-2 2-1264-15,-1 5-256 0,2 1-64 0,-4 7-18656 0</inkml:trace>
  <inkml:trace contextRef="#ctx0" brushRef="#br0" timeOffset="27884.51">12744 3818 35007 0,'0'0'1552'0,"0"0"320"0,-5 5-1488 0,5-5-384 0,0 0 0 0,0 0 0 0,0 0 3648 0,0 0 640 16,0 0 144-16,7 3 32 0,4-2-3296 0,2 0-656 15,3 1-128-15,3-2-16 0,3-3-176 0,3 0-16 16,4-1-16-16,-1 1 0 16,2-3-736-16,0 1-128 0,3 1-48 0,1-1 0 15,1 1-2608-15,0 3-528 0</inkml:trace>
  <inkml:trace contextRef="#ctx0" brushRef="#br0" timeOffset="28033.86">13547 3827 31327 0,'0'0'2784'0,"0"0"-2224"15,0 0-560-15,0 0 0 0,9-3 2800 0,0-1 448 16,2-1 80-16,0-1 32 0,2-1-1648 0,-1 1-336 0,0-3-64 0,2 2-16 16,2-1-736-16,2 2-160 15,-1-1-16-15,3 2-16 16,-1 0-1616-16,1 2-320 0,-2 2-64 0,2 2-12016 16,2 2-2416-16</inkml:trace>
  <inkml:trace contextRef="#ctx0" brushRef="#br0" timeOffset="28623.02">13750 4208 44687 0,'0'0'1984'0,"0"0"400"0,0 0-1904 0,0 0-480 0,0 0 0 0,0 0 0 0,-2 9 1408 0,-1 1 192 16,0 1 48-16,1 2 0 0,-2 2-112 0,0 4-32 15,1 0 0-15,1 2 0 0,-1 1-848 0,1 0-160 16,-1-1-48-16,2-1 0 0,-1-3-256 0,1-3-48 15,1 0-16-15,0-3 0 0,0 1-128 0,1-3 0 16,1-2 144-16,-2-7-144 0,0 0 0 0,0 0 0 16,0 0 0-16,0 0 0 0,0 0 0 0,0 0 0 15,0 0 0-15,0 0 0 0,9-2-160 0,-1-2 160 16,-1-3-192-16,3 1 192 0,0-4-192 0,0 0 64 16,2-4 128-16,0-2-208 0,2-3 64 0,1-2 16 15,-1-1 0-15,0 0 0 0,2-1-16 0,-3 4 0 16,0-1 0-16,0 3 0 0,-3 2 144 0,-2 4-128 0,-2 1 128 0,0 3-128 15,-1 4 128-15,-5 3 0 16,0 0 0-16,0 0 0 0,0 0 0 0,4 7 0 16,0 2 192-16,0 3-64 0,-3 1-128 0,1 3 0 15,-1 0-128-15,3 0 128 0,-2-1 0 0,2-1 304 0,0 0-48 0,1 0-16 16,2-3-240-16,-1 1 0 0,2-2 0 16,1 0 0-16,1-4 0 0,0-2-288 0,0-3 64 15,1 2 16-15,-1-3 208 0,1 0 192 0,0-4-48 0,1 0 0 16,0-1-144-16,1-2 0 0,0 0 0 0,0-3 0 15,-3 1 0-15,1-2-176 0,1-3 176 0,-2 1-128 16,0-1 128-16,1 0-128 0,-1-2 128 0,1-1-128 16,-3 0 128-16,-1 2 0 0,-3 0-144 0,0 5 144 0,-1 2 0 15,-3 8 0-15,0 0 0 0,0 0 0 16,0 0 0-16,-7-3 0 0,0 3 128 0,-1 4-128 16,-1 4 192-16,1 1-64 0,0 2 0 0,1 0 0 0,2 2-128 0,1 0 0 15,2 2 0-15,-1-1 0 0,0 0 0 16,2 1 0-16,1-2 0 0,3 0 0 15,2 0-832-15,1-3-64 0,2-2 0 0,3-3 0 16,0-1-672-16,3-1-144 0,0-3-16 0,1-1-16 16,2-1-1904-16,2 0-384 0,0-3-80 0</inkml:trace>
  <inkml:trace contextRef="#ctx0" brushRef="#br0" timeOffset="28834.58">14594 3993 14735 0,'0'0'1312'0,"-7"5"-1056"15,1-4-256-15,-1 2 0 0,1-1 7424 0,1 2 1440 16,-1 0 288-16,1 1 48 0,0 2-6112 0,0 3-1216 16,-1 2-240-16,3 2-48 0,0 1-912 0,0 0-176 0,1 2-48 0,0 2 0 15,-1 0-304-15,1 1-144 16,2-1 128-16,0 2-128 0,0 0 0 0,0 0 0 16,2-2 0-16,0 1 0 15,1-1-704-15,-1 1-128 0,0-2-32 0,0-2 0 16,1-3-1088-16,-2-3-224 0,2-2-32 0,-1 0-16 15,1-1-2560-15,-3-7-512 0</inkml:trace>
  <inkml:trace contextRef="#ctx0" brushRef="#br0" timeOffset="28996.85">14430 4266 16575 0,'0'0'736'0,"-4"-4"160"0,0 2-720 0,4 2-176 0,0 0 0 0,0 0 0 0,0 0 5456 15,0 0 1072-15,6-4 192 0,2 0 64 0,1 0-4784 0,0 1-944 16,6 1-192-16,-1-1-32 0,2 2-832 0,1 0 0 15,-2-1 0-15,2 2 0 16,0 0-3072-16,0 0-528 0,0 0-112 16</inkml:trace>
  <inkml:trace contextRef="#ctx0" brushRef="#br0" timeOffset="29135.57">14840 4334 20271 0,'0'0'896'0,"-1"8"192"0,1 2-880 0,0 1-208 16,0 1 0-16,1 2 0 0,1-2 4848 0,-2 2 912 0,0 0 192 15,0 2 48-15,-2 1-3808 0,2-4-752 0,0 1-160 16,2 2-16-16,-1-3-960 0,1 0-304 0,1-1 160 0,1-1-13920 31,2 3-2768-31</inkml:trace>
  <inkml:trace contextRef="#ctx0" brushRef="#br0" timeOffset="30087">15682 3905 37263 0,'0'0'1648'0,"0"-8"336"0,-1-5-1584 0,-3 2-400 0,2-1 0 0,-1 1 0 16,0 1 1536-16,2 2 208 0,-3 0 48 0,-1 2 16 15,0 2 256-15,-2 1 48 16,-1 3 16-16,-1 3 0 0,1 2-1008 0,-3 6-208 16,-5 4-32-16,0 6-16 0,-1 5-384 0,-1 4-80 0,-3 3-16 0,1 5 0 15,-1 3-48-15,0 0-16 16,1 0 0-16,5 0 0 0,2-2-48 0,3-1-16 0,3-3 0 0,4-1 0 16,3-7-96-16,4-1-32 0,4-4 0 0,2-3 0 15,3-5-128-15,4-2-176 0,1-3 48 0,3-5 0 16,1-2 128-16,2-2 0 0,2-2 0 0,-1-2 0 15,-2-3-128-15,1-2 0 0,-1-2 0 0,1-2 0 16,-1-3-64-16,-1-1 0 0,-2-3 0 0,-1-2 0 16,-2 0 64-16,0 0 0 0,-1-7 0 0,-2-1 0 15,1-2 128-15,-2-2 0 0,-2 0-144 0,0-3 144 16,-3 2 0-16,-1 0-176 0,-1 0 176 0,-2 0-128 16,-3-1-48-16,-1 4 0 0,-3 2 0 0,-2 1 0 15,-2 4-224-15,-2 6-48 16,-1 0-16-16,-2 6 0 0,-1 3-1744 0,-1 2-352 15,-2 4-64-15,-3 8-18592 0</inkml:trace>
  <inkml:trace contextRef="#ctx0" brushRef="#br0" timeOffset="30335.79">15690 4073 46655 0,'0'0'2064'0,"0"0"432"0,0 0-2000 0,0 0-496 0,-2 8 0 0,-1 3 0 0,0 4 1120 0,2 1 128 15,0 1 32-15,0 4 0 0,-2 1-336 0,2 1-64 16,-1 1-16-16,2-1 0 0,0-1-672 0,2 1-192 0,0-3 0 0,1 1 128 16,1-5-128-16,0 0-160 15,1-2 160-15,0-2-208 16,2-3-1600-16,-1-3-320 0,3 1-64 0,0-5-16 15,2 2-2480-15,-1 0-496 0</inkml:trace>
  <inkml:trace contextRef="#ctx0" brushRef="#br0" timeOffset="30942.7">15980 4188 29487 0,'0'0'2624'0,"0"0"-2112"0,0 0-512 0,0 0 0 0,0 0 3488 0,2 12 592 16,0-3 112-16,-1 3 32 0,-1-2-1648 0,0 3-320 15,0 3-64-15,0-2-16 0,-1 4-1056 0,1 1-224 16,-2-1-32-16,2 0-16 0,0 0-416 0,0-1-96 16,2-2-16-16,-1-2 0 0,0-2-160 0,0 0-32 15,-1-5-128-15,0-6 192 0,0 0-192 0,0 0 0 16,0 0 128-16,0 0-128 0,0 0 0 0,0 0 0 16,0 0 0-16,0 0 0 0,0 0-160 0,0 0-80 15,7-1-16-15,0-1 0 0,-1-1 256 0,2-4 0 16,0 1 0-16,0-6 0 0,1-2 0 0,0-2 0 15,0-1 0-15,0-1 0 0,0-2-208 0,0 2 0 16,0 0 0-16,1 2 0 0,0 1 80 0,-2 2 128 0,-2 2-208 16,0 3 80-16,-1 2 128 0,-5 6 0 15,0 0-144-15,0 0 144 0,0 0 0 0,0 0 0 0,1 6 0 0,0 2 128 16,-1 1-128-16,0 2 192 0,2 0-192 0,-2 4 192 16,0 0-192-16,1 2 0 0,0-1 0 15,2 0 0-15,-1-2 0 0,2 0 0 16,2-1 0-16,0 0 0 0,2-2 0 0,0-2 0 15,1-1 0-15,1-3 0 0,1-1 0 0,2-1-224 16,-2-3 48-16,3 0 16 0,-1-2-32 0,1 1 0 16,-2-4 0-16,1-1 0 0,-2 0 192 0,0-2-208 0,1 0 80 0,1-1 128 15,0 1-224-15,0-3 80 0,-2-1 16 0,1-1 0 16,-1-1-32-16,-1-2 0 0,-1 0 0 0,0 1 0 16,-1-1 160-16,-1 2-192 0,-1-1 192 0,-2 5-192 0,-3-1 192 15,1 4 0-15,-2 7 0 0,0 0 0 0,-3-6 0 16,3 6 144-16,-6-1-16 0,-2 2-128 0,0 2 304 15,-1 2-48-15,0 4-16 0,-1 2 0 0,1 2-96 0,0 0-16 16,0 0 0-16,1 1 0 0,2 3-128 0,-1-1 160 16,2 3-160-16,1-3 160 0,2 0-160 0,2-2 0 15,0 0 0-15,2-1 0 0,2 0 0 0,0-3 0 16,2-3-160-16,2 1 160 16,1-3-880-16,3-1-80 0,0 0 0 0,2-2-16 15,1-1-928-15,0-2-176 0,3-2-32 0,2-2-11648 16,2-2-2336-16</inkml:trace>
  <inkml:trace contextRef="#ctx0" brushRef="#br0" timeOffset="31175.51">16834 3907 31327 0,'0'0'1392'0,"0"0"272"0,0 0-1328 0,-7 0-336 15,1-2 0-15,6 2 0 0,0 0 4256 0,-7 2 784 16,1 0 144-16,6-2 48 0,-6 5-2992 0,2 3-576 0,-1 1-128 0,1 2-32 15,3 2-928-15,1 2-176 0,-3 4-32 0,2 0-16 16,0 3-352-16,-1 3 128 0,0 4-128 0,2-2 0 16,-1 2 0-16,-1 0 0 0,1-1 0 0,1 1 0 15,0 1-144-15,1-1-48 0,-1-2-16 0,0 0 0 32,-1-4-944-32,0-1-176 0,-1-3-32 0,2-2-16 0,-1-2-1008 15,0-4-208-15,1 0-32 0,1-3-10960 0,-2-2-2192 0</inkml:trace>
  <inkml:trace contextRef="#ctx0" brushRef="#br0" timeOffset="31395.82">16583 4227 34095 0,'-4'-4'3024'0,"4"4"-2416"16,-2-4-480-16,2 4-128 0,0 0 3520 0,0 0 704 16,6-5 128-16,1 1 16 0,1 2-2512 0,2-1-512 15,2 0-112-15,2 3-16 0,-1 0-608 0,4 0-128 16,0-1-32-16,3 0 0 0,0 1-240 0,3-3-48 15,0 2-16-15,1 0 0 0,3-1-144 0,2 0 0 16,-2-1 0-16,-1 2 128 0,1-2-128 0,-2 1 0 16,1-1 0-16,-1 0-176 15,0 1-1744-15,-2-1-336 0,-3 1-80 0,1 0-20320 0</inkml:trace>
  <inkml:trace contextRef="#ctx0" brushRef="#br0" timeOffset="36546.19">11192 1952 51087 0,'-14'0'2256'0,"14"0"480"0,0 0-2192 0,0 0-544 0,-3-2 0 16,3 2 0-16,0 0 352 0,0 0-32 0,10-8-16 0,1 3 0 15,5 2 432-15,1 2 96 0,4 1 0 0,4-2 16 16,1-2-400-16,4 3-96 0,1 1-16 0,-6 0 0 15,2-2-160-15,6 0-48 0,3 0 0 0,2-1 0 16,4 2-128-16,1-1 0 0,0 1 144 0,-2-3-144 16,1 2 0-16,0-1 0 0,-3 0 0 0,-1 1 0 15,-2-2 0-15,-1-1 0 0,-1-1 0 0,-1 3 0 32,0 0-768-32,-5-1-64 0,0 0 0 0,-2 0-16 15,-3 3-1840-15,-2 1-384 0,-1 1-64 0</inkml:trace>
  <inkml:trace contextRef="#ctx0" brushRef="#br0" timeOffset="37547.91">19938 814 48143 0,'-15'-4'2128'0,"15"4"448"0,-5-4-2064 0,5 4-512 0,0 0 0 0,0 0 0 16,0 0 816-16,0 0 48 0,-5 7 16 0,0-1 0 16,0 5 64-16,1 4 16 0,0 5 0 0,-1 5 0 15,1 3-544-15,0 5-96 0,0 4-32 0,0 0 0 16,0 2 64-16,0-1 16 0,1-1 0 0,1-2 0 16,-1-5-80-16,1-5-16 0,-1-1 0 0,2-5 0 15,-1-1-272-15,1-2-192 0,0-2 16 0,1-6 16 16,0-8 160-16,0 0 0 0,0 0 0 0,0 0 0 15,0 0-128-15,0 0 0 0,0 0 0 0,5-7 0 0,-1-1-48 0,1-2 0 16,0-3 0-16,1-3 0 0,0-2 176 0,2-5 0 16,0-5-144-16,2 0 144 0,2-4 0 15,1-3-144-15,1-4 144 0,2-4 0 16,1 0-128-16,1-3 128 0,2 6 0 0,1-2 0 0,-1 4 0 16,0 4-128-16,-4 6 128 0,-3 6 0 0,1 3 0 0,-1 6 0 15,-4 4 0-15,0 4 0 0,-9 5 0 0,9 1 176 16,-2 6-32-16,-3 2 0 0,0 5 0 0,-2 6 0 15,-2 1 0-15,-1 7 0 0,-2 2-16 0,0 7-128 16,-3 3 192-16,1 2-64 0,0-2-128 0,0-1 0 16,1-1 0-16,1 1 128 0,1-5-128 0,0-2 0 15,1-4 0-15,1-3 0 16,0-4-560-16,1-2-80 0,1-2-32 0,-1-2 0 16,0-4-768-16,0-4-160 0,-1-7-16 0,0 0-16 15,2 7-2032-15,-2-7-416 0,0 0-80 0</inkml:trace>
  <inkml:trace contextRef="#ctx0" brushRef="#br0" timeOffset="38043.41">19904 1008 22111 0,'-12'0'1968'0,"12"0"-1584"0,-5 0-384 0,5 0 0 16,0 0 5504-16,0 0 1024 0,0 0 208 0,0 0 48 16,13 0-5024-16,1-2-992 0,2 0-208 0,2 0-48 15,2-2 272-15,2 0 48 0,0 0 16 0,3 0 0 16,1-2-464-16,1 0-112 0,5 1-16 0,-2 0 0 15,1-1-80-15,-2 0-32 0,1 0 0 0,-2 2 0 16,-3 1-144-16,-2 2 0 0,-2 0 0 0,-1-1 128 0,-5 2-128 16,-4 0 0-16,-3 2 0 15,-8-2 208-15,0 0 16 0,0 0 0 0,0 0 0 0,-3 9-224 16,-3 0 0-16,-2 1 0 0,-1 1 480 0,-2 1 48 16,-2 1 16-16,0 1 0 0,0-4-400 0,-1 2-144 15,1-2 0-15,1 1 144 0,0-1-144 16,1-1 0-16,0 2 0 0,2-5 0 0,1 2 0 0,3-1 0 15,1-2 0-15,4-5 0 0,-3 8 0 16,3-8 0-16,0 0 0 0,4 9 0 0,3-3 0 0,1 1 0 16,1-2 0-16,1 0 0 0,2-1 0 0,2 0 0 15,2 1 0-15,1-2 0 0,1 1 0 0,2-3 160 16,-2 4 16-16,0-1 0 0,2 0-352 0,-1 1-64 16,2 1-16-16,-4 2 0 0,-1 2 80 0,-2-2 16 0,-2 0 0 15,-3 1 0-15,-1-1-32 0,-3-1-16 16,0 1 0-16,-3 0 0 0,-4 2 208 0,-2 0 0 0,-1 3 0 15,-4-2 0-15,-3-2 0 0,-2 2 256 0,-3-2-48 16,0 0-16-16,0 0-32 0,-1 0-16 0,-2-2 0 0,2-2 0 16,-3-2-288-16,3 1-64 0,0-2-16 0,1 0 0 31,1-2-1312-31,2-2-272 0,3 1-48 0,3-2-16 0,3-1-1648 16,4-1-336-16,5-3-64 0,2-1-13392 0</inkml:trace>
  <inkml:trace contextRef="#ctx0" brushRef="#br0" timeOffset="38402.76">20716 995 16575 0,'14'-10'1472'0,"-7"3"-1168"0,-1 1-304 0,0-1 0 16,-6 7 4080-16,4-5 752 0,-4 5 160 0,0 0 16 15,0 0-1648-15,0 0-336 0,0 0-64 0,-4-2-16 0,-3 0-1008 16,-2 2-208-16,-1 0-32 0,-2 3-16 0,-1 2-928 0,1 3-192 16,2-2-48-16,-2 2 0 0,-1 0-256 0,0 2-64 15,2 1-16-15,1 2 0 0,0-3-176 0,0 3 0 16,4-3 0-16,-1 1 128 0,2 0-128 0,1-2 0 15,2 0 0-15,2-1 128 0,1 0-128 0,2-1 0 16,-1 1 0-16,3-1 0 0,-5-7-128 0,8 8 128 16,3-2 0-16,0 1 0 0,2-3 0 0,2-1 0 15,0 0-144-15,4 1 144 0,-2-4 0 0,2 3 0 16,1 0 0-16,-1-3 0 0,1 2 0 0,-1 0 0 0,-2 1 0 16,-1 1 0-16,0 0 0 0,-2 1 0 0,-1 0 0 0,-3 3 0 15,0-1 0-15,-4-2 0 0,-1-1 0 0,-3 2 0 16,-4 3 0-16,-2 2 0 0,-2-1 0 15,-3 1 144-15,-2-1-144 0,0 0 192 0,-2-3-192 16,-2 1 192-16,0 1-192 0,-1 0 0 0,-1 2 0 16,0-5 0-16,0 1-144 0,0-2-112 0,1-3-32 0,1 4 0 31,0-3-1328-31,4 1-272 0,0-1-48 0,11-3-12672 0,-6 1-2544 0</inkml:trace>
  <inkml:trace contextRef="#ctx0" brushRef="#br0" timeOffset="38795.5">21079 944 46303 0,'0'0'1024'0,"-2"8"192"0,0 0 64 0,0 4 16 0,1 5-1040 0,-2 0-256 0,-1 0 0 0,-1 1 0 0,0 3 1136 16,-1 5 160-16,-1-3 48 0,2 3 0 0,1 1-368 0,1-4-64 15,2 0-16-15,1-3 0 0,1-3-896 0,2-3 0 16,-1-1-192-16,2-1 16 0,0-2 304 0,0 0 48 15,0-3 16-15,1 0 0 16,-5-7-528-16,8 0-112 0,0 0 0 0,-1 0-16 0,0-4 144 0,1 0 16 16,0-2 16-16,0-2 0 0,0 0 112 0,-1-4 32 15,1-1 0-15,0-1 0 0,0-2 144 0,1-2 0 16,0-2 0-16,2-2-128 0,-1-1 128 0,0-1 0 16,1-2 0-16,-2 1 0 0,0-1 0 0,0 4-192 0,0 4 64 0,-1 4 0 15,-3 2 128-15,-2 5 0 0,0 1 0 0,-3 6 0 16,0 0 128-16,0 0 48 0,0 0 16 0,1 9 0 15,0 0 144-15,-1 4 48 0,0 5 0 0,0-1 0 16,-1 3-384-16,-2-2 144 0,2 2-144 0,0-1 0 16,-1 0 0-16,2-1 0 0,0 0 0 0,0 0 0 15,2-2-160-15,0 0-144 0,-2-2-16 0,3-1-16 32,0-5-1824-32,-3-8-352 0,3 6-80 0,-3-6-11184 15,7 4-2240-15</inkml:trace>
  <inkml:trace contextRef="#ctx0" brushRef="#br0" timeOffset="39680.06">21445 950 35247 0,'0'0'1552'0,"0"0"336"0,0 0-1504 0,0 0-384 0,0 0 0 0,0 0 0 0,0 0 2688 0,0 8 480 16,-1-1 96-16,1 4 0 0,0 1-1232 0,0 2-256 16,-2 3-48-16,0 1-16 0,2-1-800 0,0 3-144 15,-4 0-48-15,2 0 0 0,1 1-192 0,1-2-32 16,-1 1-16-16,0-2 0 0,-1 0-288 0,2-1-48 15,0-2-16-15,0-4 0 0,0 0-128 0,2-3 128 16,-2-8-128-16,1 8 128 0,-1-8 0 0,1 6 0 16,-1-6 0-16,0 0 0 0,0 0-128 0,0 0-272 15,0 0 64-15,0 0 16 0,7 0 192 0,-1-1 0 16,-6 1 0-16,8-8 160 0,0-3-160 0,-2 0 0 0,1-2 0 0,1-2 0 16,1 0 0-16,0-4 0 0,0 0 0 15,1-2 0-15,5 0-224 0,0-1-80 16,-2 0-16-16,2 0 0 0,-5 0 320 0,2 2 0 15,-2 6 0-15,1 1 0 0,-5 1 0 0,1 5-160 0,-2 1 160 0,-5 6-128 16,0 0 128-16,4 2 0 16,0 5 0-16,-1 2 0 0,-3 3 128 0,-3 2 16 0,0 3 0 0,1 1 0 15,-2 2 64-15,0-2 16 0,0 2 0 0,-1-2 0 16,3 3-224-16,0-2 0 0,-1-2 0 0,-1 0-160 16,3-1 160-16,1-3 0 0,0-3 128 0,1 1-128 15,1-2 0-15,-2-9 0 0,2 5 0 0,2 0-128 16,-4-5 128-16,0 0 0 0,5 2 0 0,1-2 0 15,1-2 0-15,0 0 0 0,1-1 0 0,-2-2 0 16,-1-4-160-16,3-2-96 0,0 1-32 0,1-3 0 16,3 0 80-16,-2-4 16 0,1 0 0 0,1-1 0 0,-1-2-32 15,4-1 0-15,-2-2 0 0,0 2 0 0,-2 1 32 16,0 5 0-16,-3-1 0 0,-2 4 0 0,1 2 48 0,-5 4 16 16,-2 6 0-16,0 0 0 0,0 0 128 0,0 0 0 15,3 1 0-15,-2 3 0 0,-1 1 128 0,0 5 0 16,-1 3 0-16,-2 0 0 0,1 4-128 0,-2-1 128 15,1 0-128-15,1 2 128 0,-1-1-128 16,2 2 0-16,2 0 0 0,2-1 128 0,-1-5-128 0,5 1 0 16,-3 2 0-16,2-4 128 0,2-2 112 0,1-1 16 15,-9-9 16-15,11 7 0 0,4-1-272 0,0-2 0 16,-1-3 0-16,0-1 0 0,1-1 0 0,0-1 0 16,0-1 0-16,-1-4 0 0,2 1-192 0,-2-4-64 15,0-1 0-15,1-1 0 0,-1-1 256 0,2 0 0 16,-5 2 0-16,1-2 0 0,0-3 0 0,1-1 0 15,0-3 0-15,-1-1 0 0,-2-2 0 0,0 0 0 0,0 2 0 0,1-1 0 16,-3 3 0-16,-1 4 0 16,-3 2 0-16,-3 3 0 0,-1 4 128 0,0 6-128 15,-4-5 144-15,-1 3-144 0,5 2 320 0,-9 7-16 0,1-1-16 16,-1 4 0-16,1 1-144 0,-3 4-16 0,1 0-128 0,0 2 192 16,0 2-192-16,0-1 176 0,0 1-176 0,0 1 160 15,0-4 32-15,2 0 0 0,4 1 0 0,0 3 0 16,-1-3-192-16,4-1 0 0,2-2 0 0,3-1 0 15,-1-3 192-15,2 0 0 0,3-4 0 0,1-1 0 16,1 0-192-16,1-1-272 0,2 0 64 0,1-1 16 0,2-3 192 16,1 0 0-16,-2 0 0 0,7-1-144 15,-5-2-96-15,0-1-16 0,2-1 0 0,-2 1 0 0,1-3 80 16,0 2 16-16,-1 0 0 0,-1 1 0 16,2-1-944-16,-4 1-192 0,-5 0-48 0,-9 4 0 15,0 0-2048-15,0 0-400 0</inkml:trace>
  <inkml:trace contextRef="#ctx0" brushRef="#br0" timeOffset="40163.67">20093 1811 32255 0,'-25'4'2864'0,"13"-2"-2288"0,-2-2-576 16,1-2 0-16,0-2 4656 0,3 3 816 0,2-1 160 0,8 2 48 16,0 0-3888-16,0 0-768 0,0 0-144 0,0 0-48 15,0 0-144-15,0 0-48 0,10-3 0 0,4 2 0 16,3 1-448-16,6 0-192 0,3 0 128 0,6 0-128 15,3-3 160-15,7 2-160 0,3-2 192 0,1 1-192 0,5 0 192 16,0 1-192-16,3 0 192 0,3-3-192 0,4-3 0 16,7 2 0-16,5 0 0 0,0 2 0 15,1-2 0-15,1 0 0 0,-1-1 0 0,3 1 0 16,1-1 0-16,0-1 0 0,-2 1 0 0,-3 0 0 16,-5 3 0-16,-3-4 0 0,-2 2 0 0,-5 0 0 0,0 1 128 0,-4 1-128 15,-4-1 0-15,-6 2 80 16,-6 2-80-16,-3-3 0 0,0 3 0 0,-3 0 0 0,-11 0 0 15,-1 0 0-15,3 0 0 0,-3 0 0 0,1 0 0 0,-2 3-160 16,0-3 160-16,-1 1-128 0,1-1 128 0,-4 1 0 16,0 1 160-16,-2 0-32 0,0-2-128 0,-3 3 0 15,-1-1 0-15,-9-2 0 16,9 3-336-16,-1 0-64 0,-8-3-16 0,0 0 0 16,0 0-1488-16,0 0-288 0,0 0-64 0</inkml:trace>
  <inkml:trace contextRef="#ctx0" brushRef="#br0" timeOffset="40652.99">22853 1105 6447 0,'0'0'272'0,"0"0"80"0,-4 5-352 0,4-5 0 15,-3 4 0-15,3-4 0 0,0 0 9616 0,0 0 1856 16,0 0 368-16,0 0 80 0,0 0-8384 0,0 0-1680 15,-1 5-320-15,1-5-80 0,0 0-816 0,0 0-176 16,0 0-16-16,0 0-16 0,0 0-272 0,1 7-160 16,-1-7 192-16,0 0-192 0,0 0 0 0,0 5-192 15,0-5 0-15,0 6 0 16,0-6-1728-16,0 0-352 0,0 0-64 0,4 8-20128 0</inkml:trace>
  <inkml:trace contextRef="#ctx0" brushRef="#br0" timeOffset="40863.58">22859 1290 21183 0,'0'0'1888'0,"0"0"-1504"0,-4 6-384 0,4-6 0 16,0 0 6592-16,0 0 1264 0,-2 6 240 0,2-6 48 0,-3 8-5216 16,2-2-1056-16,1-6-208 0,-3 7-32 0,-1-2-864 15,4-5-192-15,0 0-16 0,0 6-16 0,0-6-384 16,-1 7-160-16,-1-2 128 0,2-5-128 0,0 0 0 0,0 0 0 15,0 0 0-15,0 0 0 16,0 7-1296-16,0-7-192 0,0 0-48 0,5 7-14848 16,1 0-2960-16</inkml:trace>
  <inkml:trace contextRef="#ctx0" brushRef="#br0" timeOffset="45709.68">23953 1054 12895 0,'0'0'1152'0,"0"0"-928"0,0 0-224 0,0 0 0 16,4-8 6976-16,1 0 1360 0,2 1 272 0,1-1 48 16,-2 0-6800-16,2 1-1344 0,0 0-288 0,-3-1-48 15,0 0 912-15,0 1 192 0,-2 2 48 0,0-1 0 16,-2-2-336-16,-1-1-64 0,-4 2-16 0,0 2 0 15,-1 0-272-15,-3 2-48 0,-2 2-16 0,-3-3 0 16,-4 0-224-16,0 1-48 0,-1 2-16 0,-2 1 0 16,-2 0-160-16,0 1-128 0,2 1 144 0,-1 0-144 15,0 2 128-15,2 1-128 0,-2-1 0 0,1 3 144 0,0-3-144 16,1 1 0-16,1 0 0 0,2 0 0 0,3 1 0 0,2-1 0 16,0-3 0-16,5 2 0 0,6-4-128 0,0 0 128 15,0 0-160-15,0 0 160 0,0 0-224 0,4 7 48 16,2-3 16-16,3 1 0 0,3 0 0 0,2-1 0 15,3 1 0-15,1-3 0 0,3 0 160 16,3 1-128-16,1-1 128 0,2 2-128 0,0 0 128 0,2 0 0 16,4 3 0-16,1 1 0 0,-1-1 0 0,1 4-128 15,-1 3 128-15,-2 2 0 0,-2 1 0 16,-2 2-128-16,-1 2 128 0,-4 1 0 0,-2 0 0 16,-3 2-128-16,-4-4 128 0,-3 3 0 0,-3-2 0 0,-2 0 0 15,-5-2 0-15,-4 0 0 0,-4-3 144 0,-1 0 64 16,-2-2 16-16,-5-1 0 0,-2 1-224 0,-2-5 0 0,-2-3 0 15,-1 1 0-15,-1 0 528 0,-2-3 64 0,-1 2 16 16,-1-2 0-16,0-3-352 0,-1 0-64 16,1-1 0-16,0-1-16 0,-1-3-176 0,0 0 160 15,1-3-160-15,0 0 160 0,2-1-160 0,2 0 0 0,-3-5 0 0,3 0 0 16,0 0 128-16,2-1 112 0,2-3 16 0,4-3 0 31,3 1-1184-31,2-1-224 0,5-1-64 0,3 0 0 16,3 0-688-16,4 2-144 0,4 1-16 0,5 2-16 15,4 2-800-15,4 2-144 0,6 3-48 0,-5 5 0 0</inkml:trace>
  <inkml:trace contextRef="#ctx0" brushRef="#br0" timeOffset="45928.93">24424 1420 36863 0,'0'0'3264'0,"0"0"-2608"0,0 0-528 0,0 0-128 0,0 0 3056 0,-4 6 576 15,-1-3 112-15,5-3 32 0,0 0-2704 0,0 0-544 16,0 0-96-16,0 0-32 16,0 0-1152-16,0 0-224 0,0 0-48 0,0 0-16 15,0 0-1936-15,6 3-384 0,-6-3-80 0</inkml:trace>
  <inkml:trace contextRef="#ctx0" brushRef="#br0" timeOffset="46340.81">24971 1084 19343 0,'0'0'848'0,"0"0"192"0,0 0-832 0,0 0-208 0,0 0 0 0,0 0 0 16,0 0 4480-16,0 0 832 0,0 0 192 0,0 0 16 15,2-5-2832-15,-1 0-576 0,-1-1-128 0,0 6 0 16,0 0-848-16,0 0-176 0,0-6-16 0,0 6-16 0,-3-7-288 0,3 7-48 16,0 0-16-16,0 0 0 0,-5-2 0 0,-1 0 0 15,-2 2 0-15,0 3 0 0,-1 1-64 0,-2 4-32 16,0 0 0-16,-2 3 0 0,-3 5 0 0,-1 2 0 15,-2 4 0-15,-1 4 0 0,-2-2-272 16,1 2-48-16,1 0-16 0,2-1 0 0,1 0 48 0,3-2 0 16,1-2 0-16,2-3 0 0,5 0-192 0,5-1 0 15,2-1 0-15,5-2 128 0,4 1-128 0,3-1 0 16,2-4 0-16,3 0 0 0,3-4-320 0,1-2 48 16,2-3 16-16,1-1 0 15,1-1-576-15,0-3-96 0,-1-1-32 0,-1-2 0 16,2 0-384-16,-1 0-64 0,0-2-32 0,-3 1 0 15,0 2-672-15,1-1-128 0,-4 1-16 0,2-1-10864 16,0 0-2176-16</inkml:trace>
  <inkml:trace contextRef="#ctx0" brushRef="#br0" timeOffset="46520.36">25353 1367 25791 0,'0'0'1152'0,"-5"2"224"0,0 1-1104 0,1 2-272 0,-2 2 0 0,2-1 0 16,1 1 4096-16,3-7 768 0,-4 4 160 0,0 2 32 16,4-6-3136-16,-1 8-608 0,1-8-128 0,0 0-32 31,0 0-1792-31,0 0-352 0,5 8-80 0,3-2-12544 0,2 0-2512 0</inkml:trace>
  <inkml:trace contextRef="#ctx0" brushRef="#br0" timeOffset="47054.68">26034 990 46527 0,'4'0'1024'0,"-4"0"224"0,-1-8 32 0,-1 4 16 0,2 4-1040 0,2-6-256 15,-2-3 0-15,-2 1 0 0,2 8 1120 0,0 0 160 0,-2-7 48 0,-2 1 0 16,-1-1-96-16,-1 1-16 15,6 6 0-15,0 0 0 0,-11-7-688 0,-1 5-144 16,1 2-16-16,1 0-16 0,-3 1-128 0,0 0-32 16,-3 3 0-16,2 0 0 0,-4 1-64 0,-2 2-128 15,1-1 176-15,-1 4-176 0,-1 0 160 0,0 0-160 16,0-3 128-16,2-2-128 0,1 4 0 0,2 0 0 16,2 2 0-16,2-1 0 0,1-1 128 0,2 2-128 15,3-1 128-15,1 1-128 0,1-2 0 0,1 0 0 0,3-3 0 0,3 4 0 16,-1-1 0-16,5 0 0 0,1 1-176 15,3 2 176-15,4-3 0 0,0 2-128 0,1 2 128 0,2-3 0 16,2-2 0-16,-1 1 0 0,1-3 0 0,2 1-128 16,-6-1 128-16,2-2 0 0,2 2 0 0,-1-1 0 15,2 1 0-15,-2 1 0 0,1-1 0 0,-3 1 0 16,-1 1 0-16,-1-2 0 0,2 1 0 0,-4 1 0 16,2-1 0-16,-4 3 0 0,0-3 0 0,-5 0 0 0,2 3 0 15,-4 1 0-15,0-1 0 0,-1-1 0 0,-3-1 0 0,-4 0 0 16,-2 0 128-16,1 1-128 0,-1-3 160 0,-5 1-32 15,0-2-128-15,-3 0 192 0,0 1-192 0,-1-1 144 16,1-1-144-16,-1-2 128 0,-2 0-128 0,-1-1 0 16,-2 1 0-16,-1-2 0 0,-4 0 0 0,1 0 0 15,-2-3-144-15,-7-1 144 16,3 0-848-16,3-1-64 0,2-2-16 0,4 2 0 16,4 1-704-16,4 0-144 0,4 1-16 0,4-1-13472 15,5 4-2688-15</inkml:trace>
  <inkml:trace contextRef="#ctx0" brushRef="#br0" timeOffset="47264.23">26425 1440 20271 0,'-8'0'896'0,"8"0"192"0,0 0-880 0,0 0-208 0,0 0 0 0,0 0 0 15,0 0 7408-15,0 0 1424 0,0 0 304 0,0 0 48 16,0 0-6416-16,0 0-1280 0,0 0-256 0,0 0-48 15,0 0-688-15,0 0-144 0,0 0-32 0,0 0 0 16,0 0-320-16,4 9 0 0,-4-9 0 0,0 0-128 31,5 8-656-31,-5-8-128 0,8 4-32 0,0 0-15824 0,1 1-3184 0</inkml:trace>
  <inkml:trace contextRef="#ctx0" brushRef="#br0" timeOffset="56681.08">23659 2371 8287 0,'0'0'736'16,"0"0"-592"-16,0 0-144 0,0 0 0 0,0 0 3152 0,0 0 608 15,0 0 112-15,0 0 32 0,0 0-1040 0,2-5-208 16,-1-1-32-16,2 0-16 0,-2-1-288 0,2 1-48 16,0-2-16-16,-1 0 0 0,1 0-848 0,-2-2-160 15,-2 1-32-15,0 0-16 0,1 1-176 0,0-1-16 16,-3 1-16-16,-1 1 0 0,-1-1-32 0,-2 2 0 15,-2 1 0-15,-1 1 0 0,-3 1-320 0,0 1-80 16,-3 0-16-16,-2 6 0 0,-1 3-160 0,0-1-48 16,-3 3 0-16,1 3 0 0,3 0-144 0,-1 1-16 15,1 1-16-15,0-1 0 0,2-1-32 0,3 1-128 0,1 0 192 0,5-2-64 16,-1 3-128-16,3-2 192 0,-1-2-192 0,5-2 192 16,1-8-192-16,0 0-224 0,9 5 48 0,4 0 16 15,2-1-16-15,2-1 0 0,1-3 0 0,0 0 0 16,3 0 0-16,1-4 0 0,2-1 0 0,0-1 0 15,0 1 16-15,-2-1 0 0,-1-2 0 0,-2 0 0 16,2-1 160-16,-3 0-208 0,-1 0 80 0,-1-2 128 16,-2 1-192-16,-1 1 192 0,-1-2-160 0,-3 1 160 15,-1 1 0-15,-1 0 0 0,-1 1 0 0,-1 1 0 16,-5 7 0-16,0 0 0 0,4-6 144 0,-4 6-144 16,0 0 384-16,0 0 0 0,0 0-16 0,0 0 0 0,0 0 0 15,-1 13 0-15,0 1 0 0,-2 6 0 0,-1 2-176 16,-1 3-48-16,0 3 0 0,-2 2 0 0,2 2 160 15,-3 4 16-15,-1 2 16 0,0 0 0 0,0 0-336 0,1-2 0 16,1 1-160-16,0-2 160 0,-1 0 0 0,0-5 0 16,1-3 0-16,1-3 0 0,1-5 0 0,1 0 0 15,-1-3 0-15,-1-1 0 0,1-3 0 0,1-2 0 16,0 0 0-16,0-3 144 16,4-7-1984-16,-3 6-400 0,3-6-64 0,0 0-32 15,0 0-1792-15,0 0-352 0,0 0-80 0</inkml:trace>
  <inkml:trace contextRef="#ctx0" brushRef="#br0" timeOffset="58046.33">23407 2809 46127 0,'0'0'1024'0,"0"0"192"0,0 0 64 0,0 0 0 0,0 0-1024 0,0 0-256 0,-3 12 0 0,14-9 0 15,0-3 464-15,3 0 48 0,0 0 0 0,4-3 0 16,-1 0 224-16,1-4 48 0,1 2 16 0,-1-3 0 15,1-1-432-15,2-1-96 0,-3-2-16 0,1 0 0 16,-1 2 16-16,-1-3 0 0,1-1 0 0,0-2 0 16,1-2-112-16,-2-1-32 0,0 0 0 0,0-2 0 15,0-2-128-15,-2 0 128 0,3-3-128 0,-1 3 128 0,0 1-128 16,-2-1 192-16,0 1-192 0,1 1 192 16,-2 2-192-16,-2 2 0 0,0 1 0 0,-2 2 0 0,-1 0 0 0,-1 2 0 15,-1 3 0-15,-2 0 0 0,-5 9 176 16,0 0-48-16,0 0-128 0,0 0 192 0,0 0 160 0,0 0 32 15,0 0 0-15,0 10 0 0,-3-1 48 0,1 4 16 16,-2 2 0-16,0 3 0 0,0-1-448 0,-1 2 0 16,2-2 0-16,2 0 0 0,-1-1-224 0,4 1-32 15,-1-3 0-15,2-1 0 0,-1-1 256 0,2-2 0 16,0-3 0-16,1-1 0 0,-5-6 0 0,7 4 0 16,-7-4-160-16,9 2 160 0,0-2-192 0,0-2 16 15,0-2 16-15,0-1 0 0,1-1 32 0,-1-1 0 16,-1-1 0-16,1-1 0 0,0-1 128 0,1-1-128 0,-1-3 128 0,0 1-128 15,1-3 128-15,-1 2 0 16,1-2 0-16,-1 3 0 0,0-2 0 0,2 2 0 16,-3 0 0-16,-1 1 128 0,0 1-128 0,-2 2-240 15,-1 3 64-15,1-2 16 0,-1 3 160 0,-4 5 0 0,0 0 0 16,0 0 0-16,0 0 0 0,0 0 0 0,0 0 0 0,2 8-128 16,-2-1 128-16,1 4 0 0,3 2 0 15,-4 1 0-15,0 2 0 0,2 1 0 0,2 2 0 0,0-3 0 16,1 0 0-16,2-2 0 0,-1-1 0 0,4-1-128 15,-1-2 128-15,1 1 0 0,1-2 0 0,-1-3 0 16,0-3 0-16,2-2 0 0,0 0-144 0,1-1 144 16,0-2-144-16,0-2 144 0,0-1-192 0,1-1 192 15,1 0 0-15,-4-2-128 0,0 0 128 0,-2-2 0 16,0 1 0-16,0-2-192 0,0 0 192 0,1-2-160 16,-4 0 160-16,2 1 0 0,-2-4 0 0,0 2 0 0,-1 1 0 15,-1 0 0-15,-2 0 0 0,0 2 0 0,-4 2 320 0,0 3-16 16,2 6 0-16,-5-4 0 0,-3 1-304 15,-1 4 0-15,-2 3 0 0,-1 3 0 0,1 3 0 0,-2 1 208 16,0 0-16-16,0 4 0 0,0 0-64 16,1 2-128-16,3 0 176 0,0 0-176 0,1 0 128 0,2-2-128 15,1-2 0-15,1-2 0 0,2 0 288 0,0-2-48 16,2-1-16-16,0-8 0 16,0 0-544-16,7 6-96 0,-7-6-32 0,8 4 0 0,-8-4 80 0,9 0 16 15,3-1 0-15,-1-3 0 0,1 1 96 0,-1-3 0 16,-4-1 16-16,3-1 0 0,-1-1 112 0,0-1 128 15,0 1-208-15,1-2 80 0,-1 0 128 0,2-1 0 0,-3 0 0 0,1 0 0 16,-1 3 0-16,-1-1 0 0,1 1 0 0,-1 1 0 16,-2 0 0-16,-1 2 0 0,-4 6 0 0,0 0 0 15,0 0 0-15,0 0 192 0,0 0-64 0,0 0 0 16,0 0 128-16,0 0 48 0,1 7 0 0,1 4 0 16,-2-2-64-16,0 1-16 0,0 1 0 0,1-3 0 15,1 1-64-15,1-1-16 0,1-2 0 0,0 1 0 16,-4-7-144-16,6 5-176 0,2-1 48 0,0-2 0 15,1 1 128-15,2-2 0 0,0 1 0 0,2-4 0 16,2-2 0-16,0-1 0 0,2-1-144 0,-2-2 144 16,-2 0-128-16,2 1 128 0,0 0-160 0,-1-1 160 15,-2-5-128-15,1 0 128 0,-3 0 0 0,1 0-144 0,0 0 144 16,-2-2 0-16,-1 0 0 0,1 0-128 0,-2-3 128 0,-2 4 0 16,-1 1 0-16,1 2 0 0,-2 1 0 0,-2 2 0 15,-1 8 0-15,0 0 0 0,2-5 160 16,-2 5-32-16,0 0-128 0,0 0 192 0,0 0 0 0,0 0-16 15,0 0 0-15,0 0 0 0,0 0-176 0,1 6 0 16,-1 2 0-16,1 1 0 0,0 0 0 0,1 2 0 16,0-3 0-16,0 2 0 0,0 2 0 0,1-2 0 15,-1 2 0-15,1-2 0 0,0 1 0 0,-1-3 0 16,1 1 0-16,1 1 0 0,-2 1-144 0,1-2 144 16,0-1 0-16,-1 1 0 0,1 0-128 0,-1 0 128 15,0-1 0-15,-2-8 0 0,1 6 0 0,-1-6 0 0,0 0 0 0,3 8 0 16,-2 0 0-16,-1-8 0 15,1 8 0-15,-1-8 0 0,0 0 0 0,0 0 0 16,0 0 0-16,0 0 0 0,3 8-128 0,-3-8 128 16,0 0 0-16,0 0 0 0,0 0-192 0,0 0 64 0,0 0 128 0,0 0-208 15,8 0 208-15,0 0-192 0,-8 0 192 0,10-3-192 16,-1 0 192-16,0-3 0 16,-2 1 0-16,-1 1-144 0,-6 4 144 0,5-4 0 0,-5 4 0 0,6-5 0 15,-6 5 0-15,0 0 0 0,5-6 0 0,-5 6 0 16,0 0 0-16,0 0 0 0,0 0 0 0,0 0 0 15,6-4 0-15,-6 4 144 0,0 0-144 0,0 0 0 16,0 0 0-16,0 0 0 0,6-5 0 0,-6 5 0 16,0 0 0-16,0 0 0 0,0 0 0 0,0 0 0 15,0 0-160-15,0 0-32 0,0 0-16 0,0 0 0 16,0 0-1344-16,0 0-272 16,-2 8-48-16,2-8-19792 0</inkml:trace>
  <inkml:trace contextRef="#ctx0" brushRef="#br0" timeOffset="58335.16">25167 2253 28559 0,'0'0'1264'0,"0"0"272"0,0 0-1232 0,0 0-304 0,0 0 0 0,0 0 0 16,0 0 4784-16,0 0 896 0,0 0 176 16,1 10 32-16,-1-3-3552 0,0 4-720 15,-1 1-144-15,-2 2-16 0,-1 2-928 0,1 2-176 16,-1-1-32-16,0 1-16 0,-2-1-176 0,1 0-128 16,0 0 144-16,1-3-144 0,0 2 0 0,0-2 0 0,2-2 0 0,0-2 0 31,1-2-1088-31,1-8-224 0,0 0-32 0,0 0-16 15,0 0-2352-15,0 0-480 0,11 1-96 0</inkml:trace>
  <inkml:trace contextRef="#ctx0" brushRef="#br0" timeOffset="58463.97">25257 2188 17503 0,'-1'-6'1552'0,"-1"-3"-1232"0,2-2-320 16,0 2 0-16,-1 3 3424 0,1 6 624 0,3-7 128 0,-3 7 32 0,0 0-2416 0,0 0-464 15,0 0-112-15,0 0 0 16,0 0-2176-16,0 0-416 0,0 0-96 0,0 0-13472 15</inkml:trace>
  <inkml:trace contextRef="#ctx0" brushRef="#br0" timeOffset="58681.13">25317 2423 30399 0,'0'0'1344'0,"0"0"288"0,0 0-1312 0,0 0-320 15,0 0 0-15,0 0 0 0,6-3 3392 0,1-1 592 16,1 0 128-16,-2-1 32 0,1 1-2096 0,1-1-432 15,-1 0-80-15,3-2 0 0,-1 0-1008 0,1-3-192 16,2 1-32-16,1-1-16 0,-1 1-288 0,1-2 128 0,0 0-128 0,0-1 0 16,-2 0 144-16,0 2-144 15,-1 1 0-15,-2 1 144 0,0 1-144 0,-2-1 0 0,-6 8 0 0,0 0 128 16,0 0-128-16,0 0 0 0,0 0 0 0,0 0 0 31,0 0-1280-31,0 0-272 0,0 0-64 0,0 0-12912 0,0 0-2560 0</inkml:trace>
  <inkml:trace contextRef="#ctx0" brushRef="#br0" timeOffset="59380.73">25954 2360 17503 0,'-11'2'768'0,"5"0"176"0,0 2-752 0,2-1-192 15,4-3 0-15,0 0 0 0,0 0 6880 0,0 0 1344 16,0 0 272-16,0 0 48 0,0 0-6304 0,0 0-1280 16,0 0-240-16,8 5-48 0,-2-4-208 0,2-1-32 15,0 0-16-15,2-1 0 0,1 0-208 0,1-1-32 16,-1 0-16-16,1-1 0 0,0-5-32 0,2 2-128 15,-1-1 192-15,2-2-64 0,-4 1-128 0,2-1 128 0,0-1-128 16,0-2 128-16,3-2-128 0,-2 1 0 16,1-2 0-16,-2 1 128 0,1-2-128 0,-1 1 0 15,-1-1 0-15,-3 3 0 0,0 0 0 0,-1 1 0 0,0 1 0 16,-2 0 0-16,-2 2 0 0,-1 4 0 16,-3 5 128-16,0 0-128 0,-4-7 0 0,-1 2 0 0,-2 4 0 15,-3 1 128-15,-2 1-128 0,-1 4 160 0,0 3-160 16,-3 2 160-16,-1 2-160 0,0 1 0 15,0 2 0-15,2 2 0 0,2 2 0 0,1-1 0 0,2 1-128 0,0-2 128 16,5-2 0-16,1-2 0 0,2 0 0 0,2 0 0 16,0-4-384-16,2 1 32 15,4-3 16-15,1 0 0 0,4-3-112 0,1-2 0 0,-1 0-16 16,5-2 0-16,1-2 112 0,0 2 32 0,-2-1 0 0,4 0 0 0,-2-4 320 16,1 1-176-16,0 0 176 0,-1-3-128 15,-3-1 128-15,2 1 144 0,0-1-16 0,-2-4-128 16,-2 2 240-16,0-2-64 0,-1 0-16 0,1 0 0 15,-2 1-32-15,0 0-128 0,-3 1 192 0,0 2-64 0,-1 3 16 0,-6 5 0 16,0 0 0-16,0 0 0 0,0 0 448 0,0 0 96 16,0 0 16-16,-5 8 0 0,1 3-176 0,-2 2-16 15,-2 2-16-15,-1 2 0 0,0 2-256 0,-2 2-48 16,0 0-16-16,-1 1 0 0,-1 4-48 0,0 2 0 16,0 0 0-16,-2 2 0 0,0 3-128 0,0-3 0 15,2 1 144-15,0 2-144 0,0-1 0 0,0 1 0 16,0-3 0-16,1-4 0 0,2-1 0 0,0-3 0 15,0-1-192-15,3-2 64 16,0-3-1216-16,2-3-256 0,1-3-32 0,3-2-16 16,1-1-2496-16,0-7-496 0,0 0-96 0,6 5-32 0</inkml:trace>
  <inkml:trace contextRef="#ctx0" brushRef="#br0" timeOffset="59531.36">26119 2646 21183 0,'-7'-1'1888'0,"5"1"-1504"0,-2-2-384 0,1 1 0 16,3 1 5056-16,0 0 928 0,0 0 192 0,0 0 32 15,0 0-3520-15,0 0-704 0,0 0-128 0,0 0-48 16,10-4-976-16,3 0-208 0,-1 0-48 0,4 0 0 16,1 0-576-16,1-2 0 0,3 1 0 0,1-2-192 31,-1-1-1024-31,1 0-224 0,0 2-32 0,0-3-16 0,2-3-2352 0,-1 0-480 0</inkml:trace>
  <inkml:trace contextRef="#ctx0" brushRef="#br0" timeOffset="59664.51">26617 2367 24879 0,'-9'6'2208'0,"6"-2"-1760"0,-2 3-448 0,2-3 0 16,-1 1 5088-16,-1 1 928 0,1 0 192 0,1 0 48 0,1 1-4592 0,-1-1-928 15,3-6-176-15,0 0-48 0,0 0-512 0,0 0-176 16,3 9 0-16,-3-9-21536 16</inkml:trace>
  <inkml:trace contextRef="#ctx0" brushRef="#br0" timeOffset="60365.3">27012 2212 24879 0,'0'0'2208'0,"0"0"-1760"0,0 0-448 0,0 0 0 0,0 0 4192 15,0 0 752-15,0 0 160 0,0 0 16 0,0 0-2816 16,0 0-560-16,0 0-112 0,4 9-32 16,-2 3-320-16,1 3-64 0,-1 5 0 0,0 1-16 0,-4 1-512 0,1 3-112 15,-1 1 0-15,-1 2-16 0,0 4-192 0,-1-1-48 16,-1-1 0-16,0 0 0 0,0 0-128 0,0-4-16 15,-1 0-16-15,4-4 0 0,-2-2-160 0,0-3 128 16,0-3-128-16,0-2 128 0,3-3-128 0,-1-3 0 16,2-6-192-16,0 0 192 15,0 0-464-15,0 0 16 0,0 0 16 0,0 0 0 16,0 0-288-16,0 0-64 0,-2-9-16 0,1-2 0 16,1-4 80-16,2 0 16 0,1-4 0 0,-1 0 0 0,2-6 256 0,0-1 48 0,0-2 16 15,1 0 0-15,1-2 208 0,0 0 176 16,2 1-208-16,1 2 80 0,1-2 128 0,2 3 0 15,0 1-144-15,1 2 144 0,3 1 0 0,-1 2 0 0,-2 2 0 0,3 2 0 16,0 2 0-16,1 2 0 0,-2 2 0 0,0 1 0 16,0 1 192-16,1 3-64 0,-3-1 0 0,-1 4 0 15,1 2 32-15,-3 1 0 0,-1 0 0 0,-9-1 0 16,5 8 64-16,-5 4 16 0,-2 2 0 0,-5 6 0 16,-3 1 128-16,-5 3 16 0,-1 4 16 15,-3-5 0-15,0 1-32 0,-2-2-16 0,-3-1 0 0,4-2 0 16,1-2-224-16,2-1-128 0,2-2 160 0,2-2-160 15,4-3-992 1,1-2-288-16,8-7-64 0,0 0-16 0,0 0-2544 0,0 0-512 0,0 0-112 0</inkml:trace>
  <inkml:trace contextRef="#ctx0" brushRef="#br0" timeOffset="60888.18">27342 2152 20271 0,'0'0'1792'0,"0"0"-1424"0,0 0-368 0,0 0 0 0,0 0 4496 0,7 0 832 16,1 2 176-16,-3 2 16 0,-5-4-2496 0,6 8-496 15,-1 1-96-15,0 4-32 0,-1 0-960 0,0 4-192 16,-2 3-32-16,1-2-16 0,-3 2-528 0,0-2-96 16,0 0-32-16,0 0 0 0,-1 1-160 0,-1-1-16 15,1-1-16-15,0-4 0 0,0-5-128 0,-2-1-32 16,0 1 0-16,1-1 0 0,2-7-48 0,0 0-16 0,0 0 0 0,0 0 0 16,0 0-128-16,0 0 0 0,0 0-160 0,0 0 160 15,0 0 0-15,6-3-144 16,1-1 144-16,1-2 0 0,-1-3 0 0,3-2 0 0,0 1 0 0,3-6 0 15,0 2-160-15,1-2 160 0,1-1-192 0,0 0 192 16,-2-1-208-16,2 0 64 0,-1-1 16 0,-1 4 0 16,-1 1 128-16,0 2-128 0,-1 1 128 0,0 4-128 15,-5 0 128-15,1 3-160 0,-7 4 160 0,0 0-160 16,0 0 160-16,0 0 0 16,0 0 0-16,0 0 128 0,0 11 32 0,0 0 16 0,-4 2 0 0,0 4 0 15,0 0-176-15,-1 3 160 0,0-1-160 0,-1 1 160 0,1-3-160 16,1 0 128-16,0-4-128 0,3 1 128 15,0 2 0-15,1-6-128 0,2 1 192 0,2-2-64 16,-4-9-128-16,7 6-192 0,1-2 32 0,1 0 16 16,0-1 16-16,3-1 0 0,1-2 0 0,-2-2 0 0,0-2-48 0,-2 0 0 15,1-1 0-15,2-2 0 0,-3 2-32 16,2-2-16-16,-2 0 0 0,0-1 0 16,-3-3 64-16,1 1 16 0,-2-2 0 0,-1-1 0 0,-3 0 144 15,-1 0-208-15,-1 0 80 0,-2 1 128 0,0 1-272 0,-3-1 64 16,0 0 16-16,-2 2 0 0,0 2-64 0,0 0-16 15,1 2 0-15,0-1 0 16,2 3-944-16,5 4-192 0,0 0-48 0,0 0 0 16,-3-5-608-16,3 5-128 0,0 0-32 0,0 0 0 15,7-5-1280-15,3 1-256 0,5 1-48 0</inkml:trace>
  <inkml:trace contextRef="#ctx0" brushRef="#br0" timeOffset="62747.63">28047 2136 3679 0,'0'0'320'0,"0"0"-320"0,0 0 0 0,0 0 0 16,0 0 6816-16,5-3 1296 15,-5 3 256-15,0 0 48 0,0 0-4208 0,0 0-848 16,0 0-160-16,0 0-48 0,0 0-720 0,0 0-160 0,-10 8-32 0,-2 3 0 16,0 2-1136-16,-1 0-224 15,1 4-48-15,-1 0-16 0,0 2-352 0,2-2-64 0,0 3-16 0,2-3 0 16,3-3-224-16,0 0-160 16,2-1 192-16,3-1-192 0,2-3 0 0,1-1 0 0,0 0 0 0,2 0 0 15,3-3-208-15,1 0 0 0,1-1 0 0,1-1 0 16,2-1-112-16,1 0-32 0,1-2 0 0,1 0 0 15,-2-2-16-15,0-2 0 0,0 2 0 0,0-5 0 16,-2 1 64-16,3-2 16 0,-3 0 0 0,2 0 0 16,-1-5 112-16,1 0 32 0,0-1 0 0,0-2 0 0,-1-1 144 0,-3 2 0 15,-5-1 0-15,1 4 0 0,0-2 0 0,-1 3 0 16,-1 4 0-16,-2 0 0 0,-1 7 0 0,0 0 176 16,0 0-48-16,0 0 0 0,0 0 240 0,0 0 32 15,0 0 16-15,0 0 0 0,-4 9-224 0,0-1-64 16,0 3 0-16,0 2 0 0,2 1-128 0,-1 2 128 15,1-1-128-15,0 0 128 0,2 0-128 0,2-3 0 16,-1-3 0-16,0 0-176 0,3 0 176 0,0 0 0 16,-1-1 0-16,-3-8-128 0,0 0 128 0,9 4 0 15,3-1 0-15,1-1-128 0,-2 0 128 0,4-2-128 16,-1-2 128-16,2 0-128 0,-2-3 128 0,2-1-160 16,-2 0 160-16,2-1-160 0,-1-3 160 0,0 1-128 15,-1-2 128-15,0 0-128 0,-1-4 128 0,0 1 0 0,2-2-144 16,-2-2 144-16,-2 0 0 0,3-2-144 0,-1 3 144 0,0 0 0 15,-2 0 0-15,0 2 0 0,-2 2 0 0,-1 2 0 16,-3 1 0-16,-1 2 0 16,-2 1 0-16,-2 7 0 0,0 0 144 0,0 0 48 15,0 0 0-15,0 0 0 0,0 0 128 0,0 0 16 16,0 0 16-16,0 0 0 0,0 0-224 0,0 0-128 0,-3 6 160 0,-1 0-160 16,1 1 0-16,3-7 0 0,-3 8 0 0,2-1 0 15,1 2 0-15,1 1 0 0,2-1 0 0,-2 1 0 16,1 1 0-16,-1-1 0 0,0-1 0 0,1 2 0 15,-1-1 0-15,0 2 0 0,0-3 0 0,2 0 0 16,-2-1 0-16,1 0 0 0,-1 1 0 0,2-3 0 0,-3-6 0 16,2 7 0-16,2-1 0 0,-4-6 0 15,0 0 0-15,0 0 0 0,4 7 0 0,0-1 0 16,-4-6 0-16,0 0 0 0,4 8-128 0,-4-8 128 16,0 0 0-16,0 0 0 0,0 0 0 0,0 0 0 0,0 0 0 15,0 0 0-15,0 0 0 0,0 0 0 0,0 0 0 0,0 0 0 16,0 0 0-16,0 0 0 0,0 0 0 15,0 0 0-15,0 0 0 0,0 0 0 0,0 0 0 0,0 0 0 16,0 0 0-16,0 0 0 0,0 0 128 0,0 0-128 16,0 0 0-16,0 0 144 0,-7 3-144 0,7-3 128 15,-5 4-128-15,5-4 128 0,-5 2-128 0,0-2 0 16,5 0 0-16,0 0 128 0,-7 0-128 0,7 0 0 16,0 0 0-16,0 0 0 0,-8 0 0 0,8 0 0 0,-5 0 0 0,5 0 0 15,0 0 0-15,0 0-192 16,0 0 32-16,0 0 16 0,0 0 144 0,0 0 224 0,0 0-48 0,0 0-16 15,-4 0-288-15,4 0-64 16,0 0-16-16,0 0 0 0,0 0 208 0,0 0 0 16,4 6 0-16,1-1 0 0,-5-5 0 0,8 5 0 15,-8-5-240-15,9 5 80 0,0-1 160 0,2-1 0 0,1-1 0 0,-1 0 0 16,2-2 0-16,2 0-160 0,-1-2 160 0,0 2 0 16,3-4-256-16,-1 2 48 0,-2-2 16 0,1-1 0 15,2-2 64-15,0-1 128 0,-2 2-208 0,2-5 80 16,0 2 128-16,0 0-128 0,-1-3 128 15,-1-1-128-15,0 0 128 0,0 0 0 0,1-4 0 0,0 2-128 16,-3-1 128-16,0 0 0 0,-3 2 0 0,1 0 0 16,-2 1 0-16,-2 2 0 0,-1-1 0 0,-2 3 0 15,-2 2 0-15,-1 0 0 0,-1 7 0 0,0 0 0 0,0 0 0 0,0 0 144 16,0 0-144-16,0 0 160 0,0 0 32 0,0 0 0 16,-3-4 0-16,3 4 0 0,0 0-192 15,0 0 128-15,0 0-128 0,0 0 128 0,0 0-128 0,0 0 0 16,-4 9 0-16,1-2 0 0,2 1-128 15,1 1 128-15,0-9 0 0,0 8 0 0,0 1 0 16,0 0 0-16,2 1 0 0,0-2 0 0,-2 2 0 0,0 1 0 16,0 1 0-16,0-1 0 0,0 0 0 15,0-1 0-15,-2 1 0 0,1-1 128 0,0 0-128 0,1 2 0 16,-2 1 0-16,1-4 0 0,0-1 0 0,0 0 0 16,1-8 128-16,-2 8-128 0,1 0 0 0,1-8 0 15,-3 6 0-15,3-6 128 0,0 0-128 0,0 0 128 16,-4 4-128-16,4-4 128 0,-5 7-128 0,1-2 0 0,4-5 0 15,0 0 0-15,-6 4 0 0,1-4 0 16,5 0 0-16,0 0 128 0,0 0-128 0,0 0 0 0,-6 1 0 0,6-1 0 16,0 0-144-16,0 0 144 15,0 0 0-15,0 0 0 0,0 0-176 0,0 0 176 16,0 0-160-16,0 0 160 0,0 0-160 0,0 0 160 16,0 0-160-16,0 0 160 0,0 0-128 0,0 0 128 0,0 0 0 0,8-1-144 15,0 1 16-15,1-3 0 0,0 1 0 16,0 0 0-16,2 2 128 0,-1 2 0 0,1-1 0 0,0 0-128 15,1-2 128-15,0-2 128 0,1 1-128 0,1-1 176 16,-1 2-176-16,2-2 0 0,-1 1 0 16,0-2 0-16,1-3 0 0,0-1 0 0,2-1 0 0,1 0 0 15,1-1 0-15,-2-1 0 0,-2 1 0 0,2-3 0 0,0-2 0 0,1 1 0 16,-1 0 0-16,0-1 0 0,-1 2 0 0,-3 0 0 16,-1 0 0-16,-3 0 0 0,-3 0 0 0,0 3 0 15,-4 2 0-15,0 1 0 0,-2 1 0 16,-2 1 0-16,0 1 144 0,-2 0-144 0,-3 2 208 0,1 2-16 15,-2 2-16-15,0 2 0 0,-1-2 0 0,0 5 0 16,0 2 0-16,0 3 0 0,-1-3-176 0,1 1 0 16,1 2 0-16,2 0 128 0,1-2-128 0,1 3 0 15,1 2 0-15,3-1 128 0,3-1-128 0,-1-1 0 16,4-1 0-16,0 0 0 0,3-1 0 0,2-2 0 16,0-1 0-16,2-2 0 0,2-1-144 0,-1-2 144 15,2 0 0-15,-1-2 0 0,2 0-128 0,0 0 128 16,0-2 0-16,-1-2 0 0,0-1-128 0,-1-3 128 15,0-1 0-15,-1-3 0 0,-1 2-128 0,1-2 128 16,1-2 0-16,-1 2 0 0,-1-6-160 0,1 1 160 16,-1-1-128-16,0 0 128 0,-1-2 0 0,0 2 0 15,0-2 0-15,-3 3-128 0,0 2 128 0,-1 2 0 16,-2 1 0-16,1 3 0 0,-3 2 0 0,0 1 0 16,-2-1 0-16,-2 7 0 0,0 0 256 0,0 0-32 15,0 0 0-15,0 0 0 0,0 0-16 0,0 0 0 16,0 0 0-16,0 0 0 0,0 0-208 0,7 8 144 0,-2 4-144 15,0-3 128-15,0-1-128 0,1 5 0 0,-1-3 144 0,0 3-144 16,0 1 0-16,2 1 0 0,-2-1 0 0,1 1 0 16,1-1 0-16,-2 0 0 0,0 1 0 0,1-1 0 15,-4 0 160-15,1-1-32 0,-3-1-128 0,0 1 192 16,1-1-192-16,0-2 0 0,-1-1 0 0,-2 2-160 16,-2-5 160-16,0 2 144 0,-3-1-16 0,0-1-128 0,-2-1 272 15,-1 1-48-15,0-1-16 0,0-3 0 0,-1 2-208 0,-1-2 0 16,1-1 0-16,0 0 128 0,0-1-128 0,-1 0 0 15,0-1 0-15,2-2 0 0,-1 1-176 0,1-2-16 16,-1-1-16-16,2-1 0 16,1 2-1136-16,3 1-208 0,5 3-48 15,-2-7-22672-15</inkml:trace>
  <inkml:trace contextRef="#ctx0" brushRef="#br0" timeOffset="66771.03">23258 3770 19343 0,'0'0'848'0,"-5"-2"192"0,-1 1-832 0,0 0-208 0,1 1 0 0,5 0 0 16,0 0 5872-16,0 0 1120 15,-5 0 240-15,5 0 32 0,-7 2-5024 0,4 4-1024 0,-1 1-192 0,0 4-32 16,0 2-480-16,1-1-80 15,1 3-32-15,-1 0 0 0,0 2-144 0,2 1-16 16,0-1-16-16,-1 0 0 0,1 0-224 0,0 5 0 16,0-5 0-16,-1-3 0 15,1-2-848-15,1-2-176 0,0-1-16 0,0-9-16 16,0 0-2352-16,0 0-480 0,9 7-80 0</inkml:trace>
  <inkml:trace contextRef="#ctx0" brushRef="#br0" timeOffset="67209.55">23824 3492 22111 0,'0'0'1968'0,"0"0"-1584"15,-4-1-384-15,2-3 0 0,-1 1 4224 0,3 3 768 16,0 0 160-16,0 0 32 0,-7-2-2832 0,1 4-560 15,-2-1-128-15,-1 5 0 0,-1 1-320 0,-2 8-48 16,-1 6-16-16,-2 2 0 0,-1 6-448 0,-3 3-80 16,1 4-32-16,0 3 0 0,0 1 176 0,2 1 16 15,2-4 16-15,2-1 0 0,3-4-560 0,3 1-112 16,4-7-32-16,2-1 0 0,5-3-64 0,3-3-16 16,1 0 0-16,4-5 0 0,1-4-416 0,3-2-96 15,2-1-16-15,0-3 0 0,2-3 384 0,1-2 0 16,0-3 0-16,2-2 0 0,2 1 0 0,-1-3 0 0,-3-1 0 15,3-1 0-15,-1-1-352 0,0 0 0 0,-1-2 0 0,-1-3 0 16,-3-1 224-16,-1-1 128 16,-1-2-160-16,-3-3 160 0,-2-3 0 0,-2-2 0 15,-2 0-128-15,-4-2 128 0,0 0 0 0,-1-4 0 0,-3 1 0 16,-3 2 0-16,-2 1 0 0,-3 1 0 0,-4 3 0 16,-1 1 0-16,-4 3 0 0,-1 3 0 15,-3 3-240-15,0 0 80 16,-1 1-1104-16,1 2-208 0,0 2-64 0,2 5 0 15,1 2-2256-15,1 4-464 0</inkml:trace>
  <inkml:trace contextRef="#ctx0" brushRef="#br0" timeOffset="67463.78">23879 3804 44575 0,'0'0'1984'0,"-4"7"384"0,4-7-1888 0,-4 9-480 16,1 3 0-16,2 1 0 0,0 0 1280 0,1 4 176 15,-1-1 16-15,-1 1 16 0,1 2-192 0,1 0-32 16,0-2-16-16,0 0 0 0,-1-2-1008 0,1 1-240 16,1 1 0-16,0-3 0 15,1-1-704-15,1-1-160 0,0-2-32 0,2-1 0 16,-1-1-1968-16,-4-8-400 0,9 7-64 0,0-1-16048 0</inkml:trace>
  <inkml:trace contextRef="#ctx0" brushRef="#br0" timeOffset="67814.56">24192 3909 32255 0,'0'0'1424'0,"0"0"304"0,0 0-1392 0,0 0-336 0,0 0 0 0,0 0 0 16,0 0 3776-16,0 0 672 0,9 0 144 0,0-1 16 15,0 0-2608-15,0-1-528 0,4 1-96 0,0-2-32 16,0-1-832-16,0 2-192 0,0-1-16 0,1 2-16 0,0-2-288 0,-1 3 0 16,-3 2 128-16,1-1-128 0,-1-1 0 0,-1 1 0 15,-9-1 128-15,8 4-128 0,-8-4 208 0,0 0-16 16,3 8 0-16,-3 0 0 0,-3 0 384 0,-2 1 64 16,1 0 0-16,-3 1 16 0,-2 3-528 0,0-1-128 15,0 0 0-15,0 1 0 0,0-3 0 0,0 2 208 16,1 0-48-16,1-1-16 15,1 0-144-15,1-1 128 0,1-3-128 0,0-1 128 16,1 1-128-16,3-7 0 0,0 0 0 0,0 0 128 0,4 6-128 0,1 0 0 16,-5-6 0-16,9 2 0 0,2-1 0 0,1 2 0 15,1-3 0-15,1-1 0 0,0-1-144 0,3 0 144 16,-1-3 0-16,2 1 0 0,2 0-192 0,1-1 192 16,1-2-192-16,-3 1 192 15,2 0-1088-15,0 1-96 0,-1-1-32 0,-1 2-15296 16,1 1-3072-16</inkml:trace>
  <inkml:trace contextRef="#ctx0" brushRef="#br0" timeOffset="70401.92">25194 3528 4607 0,'0'0'400'0,"0"0"-400"0,-7 2 0 0,1-2 0 16,6 0 9440-16,0 0 1808 0,0 0 352 0,0 0 80 16,0 0-8592-16,0 0-1712 0,0 0-352 0,0 0-64 15,9-3 32-15,2-1 0 0,-1 2 0 0,2-4 0 0,1 2-768 0,1 1-224 16,3 0 0-16,0-1 128 0,0 0-128 0,0 0 0 15,0 2 0-15,-1-4 0 16,-1 5-464-16,1-3-16 0,0 2 0 0,-1-1 0 16,0 0-1200-16,-2 1-240 0,0-1-64 0,0 2 0 15,-3 1-1248-15,-2 0-256 0,-8 0-48 0,0 0-12832 16</inkml:trace>
  <inkml:trace contextRef="#ctx0" brushRef="#br0" timeOffset="70548.75">25127 3634 22111 0,'0'0'1968'0,"0"0"-1584"16,0 0-384-16,0 0 0 0,0 0 4208 0,0 0 752 16,0 0 160-16,0 0 16 0,9 3-3472 0,2-2-688 0,4 0-144 0,0-1-16 15,2-2-336-15,2-1-64 16,1 0-16-16,1 1 0 0,1-2-528 0,-1 0-128 16,0 1 0-16,-1 2-16 15,1-2-3344-15,-2-2-672 0</inkml:trace>
  <inkml:trace contextRef="#ctx0" brushRef="#br0" timeOffset="71149.69">25751 3750 33167 0,'0'0'1472'0,"0"0"304"0,-6-1-1424 0,6 1-352 0,0 0 0 0,0 0 0 0,3-5 3872 0,5-1 704 16,0 0 144-16,2 1 16 0,2 1-3200 0,3-3-656 15,0-1-128-15,3 1-32 0,2-1-448 0,0 1-80 16,-3 1-32-16,-1 2 0 0,3-1-160 0,-4 2 0 15,1 0 0-15,-2 1 0 0,-1-1 0 0,-1 2 0 16,-4 0 0-16,1-1 128 0,-9 2 0 0,0 0-128 16,0 0 192-16,0 0-64 0,0 0 240 0,0 0 32 15,0 0 16-15,-6 8 0 0,-1-1-64 0,1 2-16 16,-4-3 0-16,0 2 0 0,0 0-112 0,0 1-32 0,0-3 0 0,0 2 0 16,-3 1-192-16,-1-1 176 0,3 0-176 0,3 1 160 15,1 0-160-15,2-1 0 16,0-1 0-16,1-1 0 0,4-6 0 0,0 9 0 0,1-1 0 0,3 0 128 15,-4-8-128-15,4 6 0 0,3 1 0 16,1 0-176-16,-1-1 176 0,4 1 0 0,-2-2 0 16,1-1 0-16,2 0 0 0,0 0 0 0,0-2 0 0,-1 1 0 15,0 1 0-15,0 1 0 0,1 0 0 0,-3 2-128 16,2-2 128-16,-3 3 0 0,-3 1 0 0,-1-3 0 16,-2 2 0-16,0 0 0 0,-2 0 0 0,-3 1 0 15,0 1 176-15,-1 1-48 0,-1-1 0 0,-4-1 0 16,-1-1 16-16,-2 1 0 0,2-1 0 0,-2 0 0 0,1 0-144 15,-2 2 128-15,0-2-128 0,-1 0 128 0,-2-2-128 16,1 1 0-16,-1-3 0 0,-2 0-176 16,0-2-800-16,2 1-176 0,3-2-16 15,2-1-16-15,2-1-2080 0,9 1-400 0,0 0-96 16</inkml:trace>
  <inkml:trace contextRef="#ctx0" brushRef="#br0" timeOffset="71522.06">26691 3247 42559 0,'0'0'1888'15,"0"0"384"-15,0 0-1824 0,0 0-448 0,0 0 0 0,0 0 0 0,0 0 1856 0,0 0 288 16,-5-1 48-16,-3 1 16 0,-1 6-480 0,-4 4-112 0,-3 6-16 0,-1 4 0 16,0 7-896-16,-1-1-176 15,-4 4-32-15,0 4-16 0,0 3-256 0,3-1-48 0,0-1-16 0,2 2 0 16,4-3-160-16,2-2 192 15,5-2-192-15,2 0 192 0,4-5-192 0,1 0 0 16,3-2 0-16,1-5 0 0,3 1 0 0,4-5 0 16,-2-5 0-16,3-1 0 0,2-3 0 0,2-1-192 0,1-1 32 0,0-3 16 15,0 0 144-15,2-5-208 0,1-1 80 0,6-3 128 16,-2-1-224-16,0-1 80 0,-3 0 16 0,0-2 0 16,-1-2 128-16,-2-3-160 0,-2 0 160 0,-1-3-160 15,-2-1 160-15,-1-6 0 0,0 1 0 0,-3 2 0 16,-3-4 0-16,-1 2 0 0,-1 0 0 0,-1 1 0 15,-4-3 0-15,-2 3 144 0,-3 1-144 0,-3 2 0 16,-2 0 0-16,-3 4-256 0,-3 1 32 0,-2 1 0 16,-2 1-816-16,1 3-176 0,-3 1-16 15,2 6-16-15,1 2-496 0,0 3-112 16,0 2 0-16,1 4-12496 0,2 2-2496 0</inkml:trace>
  <inkml:trace contextRef="#ctx0" brushRef="#br0" timeOffset="71734.95">26583 3535 18431 0,'0'0'1632'0,"0"0"-1312"0,0 0-320 0,5 5 0 0,2 4 5728 0,-2 0 1072 16,1 1 224-16,-2 3 32 0,3 2-4112 0,-3 2-832 15,0-2-176-15,-1 1-16 0,0 3-768 0,0-1-128 16,-1-1-48-16,2 1 0 0,-3-3-688 0,1-1-144 0,2 0-16 0,0-1-128 31,0 0-544-31,1-2-224 0,0-5-32 0,1 2-16 16,2 0-1904-16,3-2-384 0,0-2-80 0</inkml:trace>
  <inkml:trace contextRef="#ctx0" brushRef="#br0" timeOffset="72081.46">27160 3484 29487 0,'0'0'2624'0,"0"0"-2112"0,0 0-512 0,0 0 0 0,0 0 4864 0,-6 3 880 16,-1 1 160-16,-1-3 48 0,1 4-3632 0,-1 0-720 16,0 4-128-16,2 1-48 0,-4-4-640 0,1 1-128 15,-1 2-16-15,1 1-16 0,0 3-368 0,-2-1-80 16,1 0-16-16,1 1 0 0,1 1-160 0,-1 0 0 16,0 1 0-16,-1-2 0 0,1-1 0 0,0-1 0 15,1 0 128-15,2-1-80 0,1-1-48 0,-1 2 0 16,2-3 0-16,2-2 0 0,2-6 0 0,0 0 0 15,-1 7 0-15,1-7 0 0,0 0 0 0,2 6 0 16,2 1 0-16,1-2 0 0,3-1 0 0,1-3 0 16,0 0 0-16,4-1-160 0,2-1 160 0,0 0-192 15,2-3 192-15,2 1-192 0,1-2 0 0,1 0 0 16,-2 0 0-16,0-1 0 0,1 1-160 0,-1 1-32 16,-1-2-16-16,2 2 0 15,-2-1-800-15,-1-1-144 0,-2 1-48 0,-4 1 0 16,1 0-576-16,-3 2-112 0,-1-4-32 0,0 3-11824 0,-8 3-2368 15</inkml:trace>
  <inkml:trace contextRef="#ctx0" brushRef="#br0" timeOffset="72303.88">27149 3552 8287 0,'0'0'736'0,"0"0"-592"0,0 0-144 0,0 0 0 0,0 0 8256 0,0 0 1600 15,-2 9 336-15,0 1 64 0,-2 1-7056 0,0 2-1408 16,1 3-272-16,-2 3-64 0,-1 1-272 0,-1 3-48 16,-1-2-16-16,2 2 0 0,0 2-784 0,1 0-144 15,0-2-48-15,1 0 0 0,2-2-144 0,0-2 0 16,1-2 0-16,0 1-176 16,1-6-1424-16,1 0-304 0,2-4-48 0,0-1-16 15,4 0-2736-15,1-2-544 0</inkml:trace>
  <inkml:trace contextRef="#ctx0" brushRef="#br0" timeOffset="72531.89">27703 3326 27647 0,'0'0'2448'0,"0"0"-1952"15,0 0-496-15,0 0 0 0,0 0 5360 0,0 0 976 16,9-1 192-16,1 1 32 0,-1-3-4448 0,2 2-880 15,-1-1-176-15,2-1-32 0,1 2-288 0,3-1-48 16,-1 1-16-16,2 0 0 0,0-1-528 0,1 1-144 0,2-1 0 0,1 0 0 31,-2 2-400-31,2-1-160 0,0 0-16 0,0-1-16 16,-1 1-1840-16,-1 1-384 0,-1 1-64 0,-5 3 0 0</inkml:trace>
  <inkml:trace contextRef="#ctx0" brushRef="#br0" timeOffset="72685.71">27799 3485 20271 0,'0'0'1792'0,"0"0"-1424"16,0 0-368-16,8 3 0 0,1-3 4864 0,2 0 896 15,-1 0 176-15,3 0 32 0,1 0-4144 0,5-1-832 16,-1-2-160-16,3 3-48 0,3-2-784 0,1 2 0 16,1-2 0-16,2 0 0 15,-1-2-2752-15,3 0-512 0,-5 0-112 0</inkml:trace>
  <inkml:trace contextRef="#ctx0" brushRef="#br0" timeOffset="73090.58">28666 3328 9215 0,'3'-8'400'0,"-3"8"96"0,0-4-496 0,1 0 0 16,0 0 0-16,-1 2 0 0,0 2 8096 0,0 0 1520 16,0 0 304-16,0 0 64 0,-7-3-6080 0,-1 3-1216 15,-3 1-240-15,-2 4-48 0,2 2-1088 0,-4 2-224 16,0 4-32-16,-5 0-16 0,-7 5-544 0,-1 2-112 15,1 2-32-15,1-2 0 0,2 1-352 0,3-2 144 16,2 5-144-16,5-2 144 0,3 1-144 0,6 2 0 0,1 0 0 16,5-2 0-16,3 2 0 0,7-3 0 0,2-2 0 0,4-1 0 15,3-1 0-15,3 1 0 0,1-6 0 16,2 0 0-16,-1-3 0 0,4-1 0 0,-6-5 0 0,2 0 0 16,1 0 0-16,0-1 0 0,2-3 0 0,-1 0 0 0,2-6 0 15,-1 3 0-15,2-4 0 0,0-1 0 16,0-1 0-16,0 0 0 0,-2-3 0 0,-2-1 0 0,-3-4 0 15,-1-1 0-15,-2 0 0 0,2-8-160 0,-5 0 160 0,-4 0 0 16,-5-1 0-16,-5 3 128 16,-2 2-96-16,-4-1-32 0,-2 1 0 0,-5 3 0 0,-5-1 0 0,-3-2 0 15,-3 1 0-15,-1 0 0 0,-5 0 0 16,-2 3 0-16,-1-1 0 0,3 0 0 0,6 8 0 0,0-1 0 16,-3 1 0-16,4 4 0 0,-1-3 0 0,0 3-160 15,3 3 160-15,-1 0-192 16,4 1-1056-16,3 3-224 0,2 0-32 15,0 2-23040-15</inkml:trace>
  <inkml:trace contextRef="#ctx0" brushRef="#br0" timeOffset="74190.83">30082 3053 38703 0,'0'0'1712'0,"-4"-6"352"0,-1 1-1648 0,1 0-416 15,0 0 0-15,1 0 0 0,1-1 784 0,-1 2 80 16,3 4 16-16,-5-1 0 0,-2 1 704 0,1 1 144 16,-2 2 16-16,-1 4 16 0,-1-2-656 0,-5 5-128 15,-3 4-16-15,-2 6-16 0,-3 6-352 0,-2 5-64 16,-2 5-16-16,-1 1 0 0,2 5-32 0,0-1-16 0,3-2 0 0,2 1 0 15,3-2-176-15,3 0-32 0,5 0-16 0,2-3 0 16,3-3-240-16,4 0 0 0,3-2 0 0,5-2 0 16,1-2-320-16,2-2-16 0,3-3 0 0,3-2 0 15,2-6-768-15,1-1-160 16,2-3-16-16,3-1-16 0,2-4-896 16,1-3-176-16,1-2-48 0,2-2 0 0,2-1-2272 0,2-3-464 0,34-12-96 0,-21 2 0 15</inkml:trace>
  <inkml:trace contextRef="#ctx0" brushRef="#br0" timeOffset="74422.97">30319 3478 37023 0,'-11'-12'1648'0,"5"9"336"0,-2 2-1600 0,1 1-384 0,-2 0 0 0,-2 1 0 0,1 1 2000 0,-2-1 320 15,-2 0 64-15,-1 3 16 0,0 3-976 0,-2-1-192 16,0 1-32-16,0 0-16 0,0 4-672 0,0 1-128 16,-1 1-16-16,-1-2-16 0,4 2-160 0,0 2-16 15,2-1-16-15,2 0 0 0,0-1-160 0,3 1 0 16,1-1 0-16,1 0 0 0,2-2 0 0,2 0-176 15,1-5 48-15,1-6 0 16,1 8-448-16,3 0-64 0,1-2-32 0,1 0 0 16,2-2-192-16,1-2-32 0,2-1-16 0,1 1 0 15,-1-2-1056-15,1-2-208 0,0 1-32 0,-1-3-16 16,0 0-208-16,2 0-64 0,-1 1 0 0,-1-1 0 16,1 0-448-16,1-3-112 0,-2 1-16 0,-2-1-3568 0,0 1-720 15</inkml:trace>
  <inkml:trace contextRef="#ctx0" brushRef="#br0" timeOffset="74518.25">30219 3620 9903 0,'0'0'432'0,"0"0"96"0,0 0-528 0,0 0 0 0,0 0 0 0,0 0 0 16,0 0 320-16,0 0-64 0,0 0 0 0,0 8 0 16,0-8-256-16,1 9-192 0,-1-9 16 0,0 7 16 15,3 0 0-15,-3-7 0 0,4 7 0 0</inkml:trace>
  <inkml:trace contextRef="#ctx0" brushRef="#br0" timeOffset="74826.17">30238 3527 34847 0,'-9'-5'1536'0,"9"5"320"0,0 0-1472 0,-4 1-384 16,4-1 0-16,0 0 0 0,-2 7 1984 0,2-7 336 0,0 0 64 15,0 0 16-15,0 10-640 0,1 1-128 0,2 2-32 16,1-3 0-16,0 2-832 0,1 2-160 0,1-1-32 0,2-1-16 16,0 0-384-16,1 1-176 0,-1-3 160 0,1 1-160 15,0-2-496-15,2-3-192 16,0 1-32-16,-2-2-16 0,1-1-1744 15,0-2-336-15,2 1-80 0</inkml:trace>
  <inkml:trace contextRef="#ctx0" brushRef="#br0" timeOffset="75517.42">30637 3613 39215 0,'-6'-9'1728'0,"6"9"384"0,-7-4-1696 15,2-2-416-15,2-1 0 0,1 1 0 0,-2-1 832 0,-1 3 64 16,1-2 32-16,-1-1 0 0,-1-1 288 0,1 0 64 16,-1 3 16-16,-2 0 0 0,0 1-736 0,0 0-160 15,-2 6-16-15,-2 0-16 0,-1-2 0 0,-3 3 0 16,-2 3 0-16,0 2 0 0,-2 1-32 0,1 3 0 15,1 2 0-15,1 1 0 0,1-2-80 0,2 0 0 16,2-2-16-16,3 1 0 0,2-3-240 0,3 2 0 16,2-1 128-16,3-3-128 0,-1-7-192 0,8 6-96 15,1 1-16-15,0-5 0 16,1 1-128-16,4 0-16 0,0-2-16 0,2-2 0 16,0-3 16-16,3 0 16 0,-1-5 0 0,2 1 0 15,-1-3 0-15,1 0 0 0,-2-2 0 0,1-2 0 0,1 0 176 0,-2-2 48 0,-1-2 0 16,0 1 0-16,0-5 16 0,0-1 16 0,1 1 0 0,-2-2 0 15,-2 0 176-15,-2-1 0 0,-2-3 0 0,0 2 0 16,-3 4 128-16,0-2 96 0,-3 4 32 0,0 4 0 16,-2 3 112-16,0 2 16 0,-2 3 16 0,-2 2 0 15,2 7 496-15,0 0 112 0,0 0 16 0,-5 4 0 16,-1 4-512-16,-1 5-112 0,-1 1-16 0,0 6 0 16,1 2-224-16,-1 2-160 0,1-1 192 0,2 2-192 0,0 0 144 0,2 1-144 15,2-2 0-15,1 0 144 0,0-5-144 0,3 1 128 16,2-2-128-16,0-2 128 0,1-2-128 0,1-2-176 15,0-3 48-15,-1-1 0 0,1-3-80 16,-1-2-16-16,-6-3 0 0,8 4 0 0,0-4 64 0,-8 0 16 16,8-3 0-16,-2-1 0 0,1-2 144 0,-1-3 0 15,1 1 0-15,-1-1 0 0,1-2 0 0,-1-3 0 16,-1-1 0-16,2 2 128 0,-1 2-128 0,1-1 128 16,-1 0-128-16,0 3 128 0,-4 3 0 0,-2 6 0 15,0 0 0-15,0 0 0 0,0 0 256 0,0 0 64 16,0 0 16-16,0 0 0 0,0 0-96 0,3 10-32 15,0 0 0-15,-1 3 0 0,-1 0-208 0,1 3-128 16,0-4 160-16,1 2-160 16,0 1-320-16,-1-2-176 0,3 0-16 0,1-4-16 15,-3-1-1280-15,3-3-256 0,0 1-48 0,5-3-19456 0</inkml:trace>
  <inkml:trace contextRef="#ctx0" brushRef="#br0" timeOffset="75673.85">31100 3253 34495 0,'0'0'1536'0,"-5"-1"304"0,0 1-1472 0,5 0-368 0,0 0 0 0,0 0 0 15,0 0 688-15,0 0 64 0,0 0 16 0,0 0 0 0,0 8-768 0,2 1-384 16,5 1 32-16,2 2 16 16,3 0-2688-16,2-2-544 0</inkml:trace>
  <inkml:trace contextRef="#ctx0" brushRef="#br0" timeOffset="75990.07">31347 3392 4607 0,'0'0'400'16,"-7"3"-400"-16,-2 3 0 0,-1 0 0 0,-1 2 7568 0,-2 1 1440 16,-3 4 272-16,-1 0 64 0,-2 2-5312 0,-2-1-1056 15,-2 2-224-15,-1-1-32 0,-1 2-1056 0,3-3-224 16,1 2-32-16,4-2-16 0,3 0-752 0,4-3-160 16,2 1-32-16,3-2 0 0,2 1-448 0,3-3 0 15,3-1 0-15,-3-7-160 16,9 6-288-16,1-5-64 0,3 0-16 0,1-1 0 15,2-2-224-15,1-2-32 0,0-1-16 0,0-2 0 16,0 1 64-16,1-4 16 0,-2 0 0 0,-1 0 0 16,2-1 240-16,-1-1 48 0,-3 1 16 0,-2-2 0 0,-1-2 288 0,-1 2 128 0,-1 1-128 15,-2 2 128-15,1 2 0 0,-2 2 0 16,-5 6 144-16,0 0-144 0,0 0 640 0,0 0 32 16,0 0 0-16,0 0 0 0,0 0-80 0,0 0-16 15,1 10 0-15,1 1 0 0,-2-2-400 0,1 1-176 0,0-1 128 16,3 3-128-16,0 4 0 0,1-6 0 0,1-1 0 0,0-1 0 31,1-1-1152-31,0-1-128 0,1-2 0 0,1 1-16 0,1-4-1056 0,0 1-208 16,-1-4-32-16,0 1-9312 0,2-3-1856 0</inkml:trace>
  <inkml:trace contextRef="#ctx0" brushRef="#br0" timeOffset="76425.98">31644 3156 9215 0,'-1'-13'400'0,"1"13"96"0,0 0-496 0,0 0 0 0,0 0 0 0,0 0 0 0,0 0 7440 0,-4 7 1392 16,-2 2 288-16,0 5 48 0,2-3-5776 0,-1 8-1168 16,1 0-240-16,0 1-32 0,0 0-912 0,-1 7-176 15,1-3-32-15,0 2-16 0,0-1-384 0,3 0-80 16,-2-2-16-16,1 1 0 0,0-2-208 0,1-1-128 16,1-3 160-16,-1-2-160 0,-1-1 144 0,1 0-144 15,0-3 128-15,-1-2-128 0,1-2 160 0,1-8-160 16,0 0 192-16,0 0-192 0,0 0 144 0,0 0-144 15,0 0 0-15,0 0 144 0,0 0-144 0,0 0 0 0,0 0 0 0,0 0 0 16,0 0-208-16,8-5 80 16,1-3 128-16,2-3-208 0,-1 0 32 0,3 0 16 0,0-1 0 0,1-1 0 15,2-1 16-15,0 0 0 16,1-1 0-16,-2 4 0 0,1-2 16 0,0 3 0 0,-2 3 0 0,0 0 0 16,1 2 128-16,-2 4-192 0,-3-3 192 15,-1 2-192-15,-1 2 192 0,-2 2-128 0,1 2 128 16,-2 0-128-16,-5-4 128 0,4 6 0 0,-1 2 0 0,-2 1 0 15,-1 3 0-15,-3 2 0 0,-2 0 128 0,-3 2-128 16,-1 0 160-16,-1 1-32 0,-1-4-128 0,-2 1 192 16,-1 2-64-16,0-5-128 0,-1 2 176 0,1-1-176 15,0-3 0-15,-2 0 0 0,0 1 0 0,2-4 0 16,1-2-960 0,1 1-256-16,2-2-64 0,2-2 0 0,8-1-1536 15,0 0-304-15,0 0-64 0,0 0-14960 0</inkml:trace>
  <inkml:trace contextRef="#ctx0" brushRef="#br0" timeOffset="77017.58">32065 3390 33119 0,'0'0'1472'0,"0"0"288"0,0 0-1408 0,0 0-352 15,0 0 0-15,-5 8 0 0,-2-1 3088 0,-1 0 560 16,-2 3 96-16,-3 1 32 0,-3 4-1888 0,-1-2-368 16,0 4-80-16,2-3-16 0,-1 0-704 0,2 2-144 15,2 0-16-15,2-2-16 0,0-2-400 0,4 1-144 16,2 1 0-16,1-1 144 0,3-3-288 0,2-2-64 15,-2-8-16-15,4 6 0 16,1-1-400-16,3-1-80 0,-1-2 0 0,3 2-16 16,-1-4-144-16,1-4-32 0,2 2 0 0,0-5 0 15,-2 1 256-15,0-2 32 0,1-1 16 0,-1-2 0 0,-1 0 336 0,-1-1 64 16,3-3 0-16,-1 2 16 0,-1-1 176 0,-1 1 0 16,1 0 0-16,-1 1 0 0,0 3 0 0,-2-1 0 0,-2 2 0 0,-2 1 128 15,0 2-128-15,-2 5 144 16,0 0-144-16,0 0 160 0,0 0 256 0,0 0 48 15,0 0 16-15,0 0 0 0,-2 8-192 0,-1 1-32 0,0 2-16 0,2 0 0 16,1 1-240-16,3 0 176 0,-1-1-176 0,2 1 160 16,3-1-160-16,1-2 0 15,1-1 0-15,1-1 0 0,1 1 0 0,2-3 0 0,1-2 0 0,0 0 0 16,2-1 0-16,0-2 0 0,0-2 0 0,1-2 0 16,0-1 0-16,0-2 0 0,-1-1 0 0,0 2 0 15,-2-5 0-15,-1-1 0 0,0-1 0 0,-1 0 0 16,-2-2 0-16,1-1 0 0,-1-5 144 0,1 0-144 0,-2 1 0 15,1-4 144-15,-1 1-144 0,0-5 0 0,2 0 128 0,-2-1-128 16,4 1 0-16,-3 1 0 0,-1 1 128 16,1 3-128-16,-3 3 0 0,-1-1 0 15,-2 3 272-15,-2 4-48 0,-1 2-16 0,1 4 0 0,-2 8 448 0,0 0 96 16,0 0 16-16,0 0 0 0,0 0-352 0,0 0-64 16,0 0-16-16,-4 7 0 15,-3 2-336-15,2 5 128 0,0 3-128 0,0 2 0 0,-2 2 0 16,1 2 128-16,-1 0-128 0,1 0 0 0,-2 4 0 0,1-1 0 15,-1-2 0-15,2 1 0 0,1-1-224 0,1-5-64 16,0 1-16-16,0-2 0 16,0 0-992-16,1-1-208 0,2 0-32 15,0-4-16-15,0-2-1440 0,-1-2-272 0,2 1-64 16,0-10-14096-16</inkml:trace>
  <inkml:trace contextRef="#ctx0" brushRef="#br0" timeOffset="77240.83">32301 3390 2751 0,'-13'-9'128'0,"9"7"16"0,4 2-144 0,0 0 0 0,0 0 0 0,0 0 0 16,0 0 8896-16,0 0 1760 16,0 0 352-16,8 0 64 0,1-2-7536 0,3 0-1488 0,1 2-320 0,0 0-48 15,1 0-624-15,2 0-128 0,-1 0-32 0,2 0 0 16,-1 0-352-16,2 1-80 0,0 0-16 0,1 2 0 16,-4-1-112-16,0 2-16 0,-5 3-16 0,1-1 0 0,-2 1-48 0,-2 1-16 15,0 0 0-15,-2 1 0 0,-2 2-112 0,-1 2 0 16,0 0-128-16,-1 3 192 0,0-3-192 0,-1-1 0 15,0 1-192-15,2 0 192 16,-1-1-1136-16,0-1-112 0,1-1-32 0,0-3 0 16,-2-7-2128-16,4 7-432 0,-4-7-96 0</inkml:trace>
  <inkml:trace contextRef="#ctx0" brushRef="#br0" timeOffset="77408.03">32719 3291 25791 0,'-10'-8'1152'0,"6"4"224"0,-1-1-1104 0,0 1-272 0,1 2 0 0,4 2 0 0,0 0 4064 0,0 0 752 16,-2-4 160-16,2 4 16 0,0 0-3680 0,0 0-736 15,0 0-160-15,12 5-32 16,2-1-1856-16,2 2-384 0,2 1-80 0</inkml:trace>
  <inkml:trace contextRef="#ctx0" brushRef="#br0" timeOffset="77608.47">32985 3441 24879 0,'-5'4'2208'16,"-1"0"-1760"-16,-2 1-448 0,-1-1 0 0,0 3 4640 0,-2-1 848 0,-1 2 160 0,-1 1 48 16,-1 0-3008-16,-3 0-576 0,0 3-128 15,0 0-32-15,2-1-816 0,0 3-176 0,1-3-16 0,3 1-16 16,2-3-576-16,4 2-112 0,2 0-32 0,2 0 0 0,2-3-208 16,3 1 0-16,4 1 0 0,3-2 0 15,0-2-320-15,5-2-16 0,1 0 0 0,1-2 0 16,3 0-784-16,0-4-160 0,-2 0-16 0,2-2-16 15,-1-2-544-15,-2 1-96 0,0-5-32 16,1 0 0-16,-1 0-2064 0,-1-1-432 0</inkml:trace>
  <inkml:trace contextRef="#ctx0" brushRef="#br0" timeOffset="77891.07">33109 2901 42383 0,'0'0'1872'0,"0"0"400"0,2 7-1824 0,0 1-448 16,2 1 0-16,3 3 0 0,2-1 1056 0,2 2 112 0,2 0 32 0,3 2 0 15,2 0-240-15,7 8-32 16,0 0-16-16,0 3 0 0,-1 4-128 0,-1 3-16 16,-4 1-16-16,-1 2 0 0,-2 1-112 0,-3-1 0 0,-2-3-16 0,-4 1 0 15,-1-3-208-15,-5 0-32 0,-2-1-16 0,-3-3 0 16,-2-2-112-16,-1-1-32 0,-4-2 0 15,-1 0 0-15,-1 0-64 0,-1 2-16 16,0-3 0-16,-1 1 0 0,0-1-144 0,-1 1 0 0,0-4 0 0,2 0 128 16,0-1-128-16,-1-1 0 0,1-3 0 0,2-1-176 15,2-2-1424-15,1-1-272 0,0 0-64 0</inkml:trace>
  <inkml:trace contextRef="#ctx0" brushRef="#br0" timeOffset="88497.55">23494 5273 9215 0,'3'-4'816'0,"-3"4"-656"15,-3 0-160-15,2-3 0 0,1 1 7760 0,0 2 1520 16,0 0 320-16,0 0 48 0,0 0-7840 0,0 0-1552 15,1 4-256-15,-2 3-192 0,-3 3 976 0,-2 5 192 16,-2 0 48-16,-3 7 0 0,1-1-352 0,-4 2-64 16,-2 3-16-16,2-2 0 0,-1-2 240 0,1-1 64 15,-3-2 0-15,0-2 0 0,3 0-272 0,-1-4-48 16,2-4-16-16,2 0 0 0,0-1-384 0,2-3-176 16,2 1 160-16,2-5-160 0,0-2 128 0,5 1-128 15,0 0 0-15,0 0 144 0,0 0-368 0,1-8-80 0,3-4-16 0,1-1 0 16,2-1 0-16,2-2 0 0,2-1 0 0,2-2 0 15,-2-5-32-15,4 1-16 0,0-2 0 0,2 1 0 16,1 0 80-16,-1-1 16 0,2 1 0 0,-1 2 0 16,-1 1 272-16,-3 3-128 0,1 4 128 0,-4 2 0 15,0 4 0-15,-3 2 0 0,-2-1 0 0,-6 7 0 16,0 0 0-16,0 0 144 0,0 0 16 0,0 0 0 16,7 8 80-16,-2 1 16 0,-3 0 0 0,1 3 0 15,0 1-256-15,-1 0 176 0,0 0-176 0,1 3 160 0,3-3-160 16,1 4 0-16,1-3 0 0,1 2 0 0,2 1 0 0,1 1 0 15,-1-1 0-15,4-2 0 0,-1 0 0 0,0-1 0 16,2 0 0-16,0 0 0 16,-2-1-352-16,2-2 48 0,-3-2 16 0,-2 1 0 15,0-1-224-15,-2-2-32 0,-1-1-16 0,-2 2 0 16,1-2 192-16,-7-6 48 0,1 7 0 0,-1-7 0 0,0 0 320 0,-4 6 0 16,-4 1 192-16,-1-1-64 0,0 1 272 0,-4-1 48 15,-4 1 16-15,-1-2 0 0,-2-1-16 0,-2 1 0 16,-4 0 0-16,0-1 0 0,0-1-208 0,0-1-48 15,-2 0-16-15,4-2 0 0,-1-2-352 0,1 1-64 16,4-2-16-16,0 3 0 16,4 0-2304-16,5 0-480 0</inkml:trace>
  <inkml:trace contextRef="#ctx0" brushRef="#br0" timeOffset="88984.72">23991 5162 24879 0,'0'0'1088'0,"0"0"256"0,0 0-1088 0,0 0-256 0,0 0 0 0,5-5 0 0,0 0 3632 0,-5 5 656 16,0 0 144-16,0 0 32 0,0 0-2416 0,0 0-464 15,7 7-112-15,-1 5 0 0,-2 4-416 0,2 2-80 16,-2 4-16-16,-1 3 0 0,0-2-384 0,1 4-96 16,-1 1-16-16,-2 2 0 0,0-1-208 0,0-2-64 15,1-2 0-15,-2-3 0 0,1-1-192 0,0-3 0 16,1-1 0-16,-1-4 0 15,-1 0-1056-15,0 0-96 0,0-2-32 0,0-11 0 16,0 0-1936-16,0 0-384 0,8 4-80 0,0-2-13952 0</inkml:trace>
  <inkml:trace contextRef="#ctx0" brushRef="#br0" timeOffset="89446.69">24239 5248 11967 0,'0'0'1072'0,"-7"0"-864"0,-1 0-208 0,1 3 0 16,-1-2 5248-16,-3 4 1024 0,-2 2 192 0,-1 2 32 15,0 1-3328-15,-2 3-672 0,-1 3-128 0,1 2-16 0,1 2-912 16,-1 3-176-16,3-2-48 0,3 1 0 0,-1 2-576 0,5-2-112 16,0-1-16-16,5-3-16 0,1-5-224 0,3 0-32 15,3-1-16-15,3 0 0 0,2-3-416 0,2 0-96 16,2-4-16-16,4 0 0 16,0-2-112-16,2-3-32 0,0-2 0 0,2 0 0 15,0-2-224-15,-3-1-48 0,1-2-16 0,-1-2 0 16,-2 1-80-16,-1-1-16 0,1-1 0 0,-2-5 0 15,-3 1 240-15,1 0 32 16,1-6 16-16,-2 1 0 0,-3-4 416 0,-1 0 128 16,0-2 0-16,-1-2 0 0,0 1 0 0,-1 0 0 0,-3-2 128 15,1 6-128-15,-1-1 400 0,-2 4-16 0,-2 5 0 0,2 4 0 16,-2-2 432-16,-2 4 80 0,0 2 0 0,2 6 16 0,0 0 256 16,0 0 48-16,-7 3 16 0,2 7 0 0,0-1-640 0,-1 5-128 15,1 3-16-15,1 1-16 0,-1 3-208 0,1-1-32 16,2 3-16-16,0-1 0 0,2 6-176 0,0-2 192 15,2 1-192-15,0-1 192 0,1-1-192 0,2-3 0 16,0-2 0-16,4-1 0 0,2 0 128 0,1-4-128 16,2-2 0-16,0 0 128 0,2-4 96 0,2 0 16 0,2-2 0 15,1-2 0-15,1-5-432 0,4 0-96 0,0-4-16 16,0 2 0-16,-3-2 48 0,2-1 0 0,-1-1 0 0,-2 0 0 31,-4-3-960-31,0-3-176 0,-1 3-32 0,0-3-16 0,-4 0-1824 16,0-2-384-16,0 0-64 0</inkml:trace>
  <inkml:trace contextRef="#ctx0" brushRef="#br0" timeOffset="89645.64">24520 5124 47567 0,'0'0'1040'0,"0"0"224"0,0 0 32 0,7-2 48 0,3-4-1072 16,2 1-272-16,1 0 0 0,3 0 0 0,2 0 576 0,3 1 64 15,2-2 16-15,1 2 0 0,0-2-320 0,1 1-64 16,3 1-16-16,-4-1 0 0,-1 1-480 0,-1 1-96 16,-1-1-32-16,-2 3 0 15,-1 0-1296-15,1 1-256 0,-5 2-48 0,-2 3-11552 16,-3 1-2320-16</inkml:trace>
  <inkml:trace contextRef="#ctx0" brushRef="#br0" timeOffset="89819.19">24640 5288 19343 0,'-18'12'1728'0,"10"-8"-1392"0,2-1-336 16,-1-1 0-16,2 1 4688 0,5-3 880 0,0 0 160 0,0 0 32 16,0 0-3840-16,0 0-784 0,0 0-160 0,16 1-16 15,2-1-272-15,0-1-48 0,3-2-16 0,1 2 0 32,2-3-912-32,0 2-176 0,1 0-48 0,-1-3 0 15,-1 0-704-15,-1 0-160 0,3 1-32 0,0-2-10752 0,-2 1-2176 0</inkml:trace>
  <inkml:trace contextRef="#ctx0" brushRef="#br0" timeOffset="89978.37">25318 5234 23039 0,'0'0'1024'0,"0"0"192"0,0 0-960 0,0 0-256 0,0 0 0 0,8 0 0 0,0 0 5504 0,0-2 1040 16,-2 1 224-16,-6 1 32 0,9-1-4368 0,0-1-896 16,2 2-160-16,-1-1-32 0,-1-1-864 0,2 0-160 15,1 1-48-15,1 0 0 0,0 1-272 0,1-3 0 16,0 0 0-16,1 2 0 15,-2 1-1360-15,1-5-176 0,0 4-48 0,-1-2 0 16,0 3-2672-16,3 0-544 0</inkml:trace>
  <inkml:trace contextRef="#ctx0" brushRef="#br0" timeOffset="90128.07">25372 5407 24879 0,'-13'11'2208'0,"13"-11"-1760"16,0 0-448-16,0 0 0 0,0 0 2976 0,0 0 512 15,0 0 96-15,0 0 32 0,9 2-3184 0,1-1-640 16,3-2-128-16,3 0-32 16,1 0-1664-16,4-1-336 0,2-4-64 0</inkml:trace>
  <inkml:trace contextRef="#ctx0" brushRef="#br0" timeOffset="90616.4">26005 5154 15663 0,'0'0'1392'0,"0"0"-1120"0,0 0-272 0,0 0 0 15,0 0 5504-15,0 0 1056 0,-8 5 208 0,1 2 32 16,-1 1-3632-16,0 1-736 0,0 3-128 0,-1 2-48 0,0 2-864 0,0 1-176 16,0 1-48-16,2 0 0 0,-1 0-672 0,2 1-144 15,1-1-32-15,-1 1 0 0,2 0-144 0,3-2-48 16,-1-2 0-16,0-2 0 0,1-2-128 0,1-4 0 16,0-7 0-16,0 0 0 0,0 0-272 0,3 7 16 15,-3-7 0-15,0 0 0 16,0 0-192-16,0 0-48 0,6-1 0 0,1-6 0 0,-2-1 112 0,0 1 0 15,0-4 16-15,2 1 0 0,-1-5 96 0,2 1 16 16,0 1 0-16,0-1 0 0,0-3 128 0,1-2 128 16,0 1-192-16,0 0 192 0,0 0 0 0,0-2 0 15,0 4 0-15,0 0 0 0,-2 2 0 0,-2 7 0 16,-1 0 0-16,-4 7 0 0,0 0 256 0,0 0 176 16,0 0 16-16,0 0 16 0,0 0 80 0,5 8 16 15,0 1 0-15,-1 2 0 0,-2-2-256 0,2 0-48 16,-2 0-16-16,2 0 0 0,1 0-240 0,1 2 128 0,-1-1-128 0,3 0 0 15,-1 2 0-15,3-3 0 16,-1 0 0-16,-2 2 0 0,1-2 0 0,0 3 0 0,0-3 0 0,0 1 0 16,-2 1 0-16,0-2 0 15,-3 0 0-15,1 0-160 0,-1 0 160 0,0-2-192 0,-3-7 192 16,0 0-192-16,0 0 192 0,-2 8-160 0,2-8 160 0,-4 5-160 16,-1 0 160-16,-1-1 0 0,-2-2 0 15,-1 1 0-15,-2 0 0 0,-1-1-160 0,-1 2 160 0,0-1 0 16,3-3-192-16,-4 0 192 0,-2 1-192 0,0-1 192 15,1 3-1136 1,0-3-112-16,0 1-32 0,0 0 0 0,4 1-1424 16,0-2-304-16,3 0-48 0</inkml:trace>
  <inkml:trace contextRef="#ctx0" brushRef="#br0" timeOffset="90932.93">26462 5013 5519 0,'0'0'496'0,"0"0"-496"15,0 0 0-15,0 0 0 0,0 0 8928 0,0 0 1696 0,0 0 320 0,0 0 80 16,0 0-8208-16,0 8-1664 0,0 1-320 0,1 2-64 15,0 0 192-15,2 4 16 16,-1 3 16-16,1 0 0 0,1 4-400 0,-2 2-80 16,1 1 0-16,0 0-16 0,-1 1-272 0,1 0-48 15,1-2-16-15,-2 1 0 0,0-1-160 0,0-1 0 0,2-2-160 0,-1-1 160 32,-2-4-1472-32,0 0-208 0,-1-2-48 0,0-2 0 15,0-4-1088-15,0-8-208 0,0 8-48 0,0-8-9120 0,0 0-1824 0</inkml:trace>
  <inkml:trace contextRef="#ctx0" brushRef="#br0" timeOffset="91227.28">26433 4976 13823 0,'-1'-6'1216'0,"-1"1"-960"0,4-3-256 0,0 0 0 0,-1 1 5888 0,3 0 1152 16,2 2 208-16,0 1 48 0,3-2-4480 0,2-1-896 15,0 2-176-15,2 1-32 0,2 0-720 0,0 1-144 16,4 2-16-16,-1 1-16 0,-2 0-320 0,2-3-64 15,0 6-16-15,2-2 0 0,-1 2-192 0,1 1-32 16,-2 1-16-16,-2 2 0 0,-2-2-176 0,-1 1 160 16,-3 2-160-16,0 0 160 0,-5 0-160 0,-1 2 0 15,-3 2 0-15,-4 1 128 0,-4 0-128 0,-3 1 128 16,0 2-128-16,-3 1 128 0,-4 0 0 0,0 1-128 16,-1 0 192-16,1-1-64 0,0-2-128 0,1-1 192 15,-1-2-192-15,3 0 192 0,-2-2-448 0,2-1-96 16,4-1-16-16,-1-2 0 15,3 0-1824-15,2-2-368 0,6-4-80 0,0 0-10992 16,0 0-2176-16</inkml:trace>
  <inkml:trace contextRef="#ctx0" brushRef="#br0" timeOffset="91470.48">26854 4982 10127 0,'17'-10'448'0,"-11"7"96"0,1 0-544 0,-7 3 0 0,8 0 0 15,-8 0 0-15,0 0 6656 0,8 6 1216 0,-2 1 240 16,1 3 48-16,-2-1-4560 0,-1 1-912 15,-3 2-176-15,-1 2-32 0,0 2-1072 0,-1 2-224 0,-4 3-32 0,2 1-16 16,0-2-480-16,1 2-80 0,-1 0-32 0,2 2 0 16,0-2-288-16,1-1-64 0,0-3-16 0,1-1 0 15,3 0-176-15,1-4 0 0,3 0 0 0,1-2 0 0,0 0 0 0,1-2 0 16,2 0 0-16,1-5 0 0,2 0-128 0,0-3-16 16,1-1 0-16,1 0 0 0,1 0-192 0,0-1-48 15,1 0 0-15,0-5 0 16,-1 0-864-16,2-1-176 0,-2 0-48 0,3-3 0 15,-1 0-1296-15,-1-2-272 0,-1-1-48 0</inkml:trace>
  <inkml:trace contextRef="#ctx0" brushRef="#br0" timeOffset="91662.9">27026 4903 41295 0,'0'0'1824'0,"0"0"384"0,0 0-1760 0,8 0-448 0,1-3 0 0,1 3 0 16,2-3 464-16,3 2 16 0,0 1 0 0,1 0 0 16,-1 0 0-16,2 1 0 15,4 1 0-15,1-1 0 0,1-1-352 0,0 0-128 0,2 3 0 0,-2-1 144 32,-1 1-1824-32,-1 1-368 0,-2 0-80 0</inkml:trace>
  <inkml:trace contextRef="#ctx0" brushRef="#br0" timeOffset="91830.83">26952 5135 41807 0,'0'0'1856'0,"0"0"384"0,0 0-1792 0,0 0-448 0,9-4 0 0,1 2 0 0,2 1 320 0,1 1 0 16,0-3-16-16,4 0 0 0,4-3-112 0,2 1-32 15,1 0 0-15,5 1 0 16,3 0-2720-16,1 4-528 0</inkml:trace>
  <inkml:trace contextRef="#ctx0" brushRef="#br0" timeOffset="91998.43">27661 5111 31327 0,'0'0'1392'0,"0"0"272"0,0 0-1328 0,0 0-336 15,0 0 0-15,0 0 0 0,8 0 3280 0,0-1 592 16,-1 0 112-16,3-1 32 0,0 0-2288 0,3 0-464 15,0 2-96-15,4-1-16 0,0-3-864 0,0 2-288 16,2-1 160-16,0 2-160 16,-4 1-1872-16,2 1-464 0,0 2-96 0</inkml:trace>
  <inkml:trace contextRef="#ctx0" brushRef="#br0" timeOffset="92184.36">27666 5192 30399 0,'0'0'2704'0,"0"0"-2160"0,0 0-544 0,0 0 0 16,0 0 3440-16,3 9 576 0,1-2 112 0,-4-7 32 0,5 7-2368 0,-5-7-480 15,0 0-96-15,10 8 0 0,6-3-528 16,1-1-112-16,4-1 0 0,1 0-16 16,3-2-1024-16,2-1-208 0,3 0-32 0,0 0-16 15,-1 1-1856-15,-1-1-368 0,0-1-80 0,-5-2-15776 16</inkml:trace>
  <inkml:trace contextRef="#ctx0" brushRef="#br0" timeOffset="92598.11">28463 5043 15663 0,'5'-1'1392'0,"-1"-2"-1120"16,-4 3-272-16,0 0 0 0,-3-5 5440 0,3 5 1024 15,-1-5 192-15,1 5 64 0,0 0-3536 0,0 0-704 0,-10-1-144 0,-2-1-32 16,-5 2-720-16,0 2-160 15,4 0-16-15,-1 4-16 0,-5 3-560 0,1 2-96 16,-2 5-32-16,0 0 0 0,1 1-144 0,1 0-48 16,1 3 0-16,2 0 0 0,0-2-208 0,5 3-48 15,2-1-16-15,1-1 0 0,3 2-240 0,3-1 0 16,1-1 0-16,4-1 0 0,1 1 0 0,4-4 0 0,3 2 0 16,3-2 0-16,3-5 0 0,3-1 0 0,3-1 0 0,2 0 0 15,-1-3 0-15,1 0-240 0,0-2 32 0,-1-2 0 16,8-1 208-16,-2-1 0 0,-4-2-160 0,-2 1 160 15,-5-5 0-15,-2 1 0 0,-2-1 0 0,-3 1 0 16,0-6 0-16,-2 0-176 0,0 2 176 0,-2-6-128 16,-1 2 128-16,-2-5 0 0,-3 3 0 0,0-3 0 15,-3 0 0-15,-3 0 128 0,-4 0-128 0,1 1 0 0,-3-3 128 16,-3 1-128-16,-5 2 160 0,0-2-160 0,-6 0 0 16,-2 3 128-16,-1 0-128 0,0 4 0 0,0-4 0 0,1 4 0 15,7 4 0-15,-1 1 0 0,2 0-208 16,3 0 16-16,1 3 0 0,3 0 0 15,1-1-1568-15,3 2-304 0,2 1-64 0,4 3-21104 16</inkml:trace>
  <inkml:trace contextRef="#ctx0" brushRef="#br0" timeOffset="94207.72">24322 6595 18431 0,'0'0'816'0,"0"0"160"0,0 0-784 0,0 0-192 0,5-4 0 0,4 0 0 0,3 0 6272 0,3 0 1200 16,2 2 240-16,-1-1 48 0,-1 2-6416 0,3-1-1344 15,0 2-176-15,1-1-80 0,1 0 256 0,1-1 208 16,0 2-32-16,-1 2-16 0,2-1-160 0,1 0 0 16,1-1 0-16,-1 0 0 15,1 3-1168-15,-1 0-224 0,1-1-32 0,-2 2-11328 16,1-3-2272-16</inkml:trace>
  <inkml:trace contextRef="#ctx0" brushRef="#br0" timeOffset="94378.73">24308 6750 27647 0,'-11'1'2448'0,"11"-1"-1952"15,-6-1-496-15,6 1 0 0,-4-1 4064 0,4 1 720 16,0 0 144-16,0 0 16 15,8-6-4528-15,1 1-912 0,-1 3-176 0,5-2-32 0,2 1 704 0,2-1 128 0,4 2 48 0,0-1 0 32,4 0-752-32,2 1-160 0,2-2-32 0,3 0 0 15,2 3-2320-15,6-3-480 0</inkml:trace>
  <inkml:trace contextRef="#ctx0" brushRef="#br0" timeOffset="94657.19">24961 6629 14735 0,'0'0'1312'15,"-8"4"-1056"-15,-2-3-256 0,1 0 0 0,2-1 7680 0,7 0 1488 16,-6 2 304-16,6-2 48 0,0 0-7376 0,0 0-1472 16,0 0-288-16,0 0-64 0,0 0 96 0,0 0 32 15,0 0 0-15,5 3 0 0,-5-3-448 0,12 6 0 16,-2-1 0-16,4 0-176 0,2-4 176 0,1 5 0 16,0-3 0-16,1 3-128 0,-1 0 128 0,-1 1 0 15,-1 1 0-15,0-2 0 0,-2-2 0 0,-3 4 0 16,-2-2 0-16,-2 1 0 0,-6-7 0 0,4 8 0 15,-2 0 0-15,-4 1 0 0,-2 0 192 0,-1 0-48 0,-4 0 0 0,0 0 0 16,-3 0 48-16,1-1 0 16,-4-1 0-16,1-1 0 15,-2 1-608-15,1-1-112 0,0 2-32 0,3-3 0 16,6-1-1888-16,-1 0-384 0,7-4-80 0</inkml:trace>
  <inkml:trace contextRef="#ctx0" brushRef="#br0" timeOffset="95260.63">25737 6569 42447 0,'0'0'1872'0,"0"0"400"0,0 0-1824 0,0 0-448 0,0 0 0 0,0 0 0 0,-3 8 816 0,0 1 64 16,0 0 16-16,-3 1 0 0,0 2 416 0,-2 4 96 15,-1-1 0-15,0 3 16 0,-2 1-480 0,0 2-112 16,-1-2 0-16,0-1-16 0,-1 1-304 0,3-2-48 16,1-3-16-16,-1-2 0 0,3-2-192 0,0-2-32 15,2-3-16-15,5-5 0 0,-4 5-208 0,4-5 0 16,0 0 0-16,0 0 0 0,0 0 0 0,0 0 0 15,0 0-208-15,0 0 64 0,4-7-112 0,1-4-32 16,3-1 0-16,1-1 0 0,0-2 0 0,3-2 0 16,1 1 0-16,3-3 0 0,0-1 48 0,3 2 16 15,0-2 0-15,-2 1 0 0,-1-1 80 0,0 3 16 0,-2 4 0 16,-1 0 0-16,-1 1 128 0,-2 3 0 16,-3 1 0-16,-2 3 0 0,-5 5 192 0,0 0 32 15,0 0 0-15,0 0 0 0,0 0 192 0,0 0 32 0,0 0 16 16,5 8 0-16,-2 1-192 0,1 2-32 15,-2-1-16-15,2 2 0 0,0-1-224 0,1 1 0 0,0 0 0 0,3 0 0 16,-1-1 0-16,1 2 0 0,-1 0 0 16,3 0 0-16,-3 2-128 0,2-1 128 0,-1-1 0 0,0 0 0 15,0-2-192-15,-2-1 64 0,0-1 128 0,-1 0-208 16,-1 0 64-16,0 1 16 0,-2-3 0 16,0 0 0-16,-2-1 128 0,-2 1 0 0,1-2 0 0,0 0 0 15,-5 2 0-15,0-1 128 0,-2 1-128 0,0-3 128 16,1 0-128-16,-4-2 0 0,-1 0 0 0,-1-1 128 15,-1-1-128-15,-3 1-160 0,-3-1 160 0,0 0-208 16,-5 0-560-16,0 0-96 0,-2 0-32 16,2 0 0-16,0 0-880 0,2 0-176 0,1 0-32 0,2 0-16 15,4-1-2672-15,8-2-512 0</inkml:trace>
  <inkml:trace contextRef="#ctx0" brushRef="#br0" timeOffset="95726.11">26309 6338 27647 0,'0'0'1216'0,"0"0"256"16,0 0-1168-16,0 0-304 0,0 0 0 0,0 0 0 0,0 0 4192 0,0 0 784 16,0 0 144-16,0 0 48 0,5 6-2800 0,-2 5-544 15,-2 7-112-15,-2 4-32 0,-2 4-800 0,1 3-176 16,0 4-16-16,0-1-16 0,-4 0-320 0,3-1-64 15,0-1-16-15,2 0 0 0,1 1-128 0,1-4-16 16,3 2-128-16,1-4 192 0,0-3-192 0,2-4 0 0,1-2 0 0,-1 0 0 16,3-7 0-16,-1-1-240 0,2-2 80 0,1-2 16 15,1-4-144-15,0-1-32 0,2-2 0 0,-1-3 0 16,0-5 64-16,3-2 0 0,-1-3 0 0,-2 0 0 16,3-3 96-16,1-2 32 0,1-1 0 0,-1-3 0 15,-2-1 128-15,1-1 0 0,1-3-144 0,0-3 144 16,0 0 0-16,1-3 0 0,-1 0 0 0,0 2 0 0,0 1 0 0,-2 6 0 15,-3 1 0-15,-1 5 0 0,-3 4 256 0,-3 4-48 16,0 4 0-16,-3 4 0 0,-3 5 336 0,0 0 64 16,0 0 16-16,0 0 0 0,0 0-176 0,-1 11-16 15,0 4-16-15,-2 2 0 0,-1 2-288 0,0 3-128 16,1 3 128-16,-1 1-128 0,0 2 0 0,1-2 0 16,0-1 0-16,1-2 0 0,-1 0 0 0,3 1 0 15,2-3 0-15,-1-3 0 16,-1 2-896-16,1-6-64 0,0 2-16 0,1-5 0 15,-2 1-672-15,0-3-128 0,0-9-16 0,0 8-16 16,0 0-1840-16,0-8-384 0,0 0-64 0</inkml:trace>
  <inkml:trace contextRef="#ctx0" brushRef="#br0" timeOffset="95940.85">26166 6222 50447 0,'0'0'2240'0,"0"0"448"0,0 0-2144 0,0 0-544 0,9-4 0 0,1 1 0 15,2 2 0-15,4-2 0 0,2 1 0 0,3-1 0 16,1 1 384-16,3 0-48 0,2 1 0 0,0-2 0 31,1 1-1232-31,0-2-240 0,1-1-48 0,0 1-13408 0,1 1-2672 0</inkml:trace>
  <inkml:trace contextRef="#ctx0" brushRef="#br0" timeOffset="96097.78">26714 6175 43887 0,'0'0'1936'0,"0"0"416"0,0 0-1888 0,0 0-464 15,8 0 0-15,1 0 0 0,2 0 800 0,-1-1 64 16,1-2 16-16,2 2 0 0,2 1 224 0,2 0 48 16,2-2 16-16,0 1 0 0,2-1-800 0,2-1-176 15,2-2-16-15,-3 3-16 16,-1-1-1104-16,1 0-208 0,2 3-64 0,-1-3-13408 15,1 3-2688-15</inkml:trace>
  <inkml:trace contextRef="#ctx0" brushRef="#br0" timeOffset="96296.52">27219 6391 26719 0,'0'0'1184'0,"0"0"240"0,0 0-1136 0,0 0-288 16,0 0 0-16,7 4 0 0,0-2 4960 0,2-1 928 16,2-1 192-16,1 0 48 0,1 0-4032 0,4-1-816 0,0-1-144 0,1 1-48 15,1-2-800-15,0 2-160 0,0-2-128 0,-1 1 144 32,1-1-720-32,-1 2-160 0,-1-2-32 0,-1 2 0 0,-3 0-2224 0,-2 1-448 0,1 0-80 0</inkml:trace>
  <inkml:trace contextRef="#ctx0" brushRef="#br0" timeOffset="96467.37">27229 6522 17503 0,'0'0'1552'0,"0"0"-1232"0,-3 0-320 0,-1 1 0 0,4-1 5280 16,0 0 992-16,0 0 208 0,0 0 48 16,0 0-4432-16,11 0-880 0,1-1-192 0,0 1-16 0,2 0-208 0,2 0-32 15,2 0-16-15,0-2 0 0,1-1-592 0,0 0-160 16,1 0 0-16,2 2 0 15,-1-3-1584-15,1 2-384 0,1-1-80 0</inkml:trace>
  <inkml:trace contextRef="#ctx0" brushRef="#br0" timeOffset="97914.68">28173 6294 29199 0,'0'0'1280'0,"4"-8"288"16,0-3-1248-16,1 1-320 0,1-3 0 0,-3 0 0 0,0 0 2016 0,-2 2 352 16,1 0 64-16,-2-1 0 0,-2-4-128 0,0 3-48 15,-3 3 0-15,1 1 0 0,-2 0-720 0,1 1-160 16,-1 1-32-16,-2 3 0 0,0 2-576 0,-1 3-128 0,0 3-32 0,-3 1 0 16,-1 3-144-16,-3 5-16 0,-2 5-16 0,-3 4 0 15,-1 3-128-15,-1 5-32 0,-2 4 0 0,0 3 0 16,3 3-80-16,2-1-32 15,3 3 0-15,6 0 0 0,6-6 48 0,5-3 16 16,5-3 0-16,4-2 0 0,5 0-224 0,4-1 0 16,6-6 0-16,1-2 0 0,2-2 0 0,3-5 0 0,3-1 0 0,3-5-160 15,3-5 160-15,2-2-208 0,3-3 80 16,3-1 128-16,0-2-272 0,-3 0 64 0,-2-5 16 0,-4 0 0 16,-3-1-16-16,-2-3 0 0,-5 0 0 0,-3-1 0 15,-5 0 208-15,-4-3 0 0,-2 1-160 0,-4-5 160 16,-2-5 0-16,-3 3 0 0,-4-2 0 0,-2-2 0 15,-2-2 192-15,-3 1-64 0,-3 1 0 0,-3-1 0 16,-4 1-128-16,-1 2 160 0,-1-2-160 0,-3 4 160 16,-3 2-160-16,-1 1 0 0,-1 1 0 0,-2 5 0 0,2 3-208 15,1 4-32-15,1 2 0 0,0 1 0 16,2 2-928-16,0 2-192 0,4 5-48 0,1 3 0 16,1 3-1568-16,2 3-320 0,3 3-64 0</inkml:trace>
  <inkml:trace contextRef="#ctx0" brushRef="#br0" timeOffset="98139.6">28319 6462 41695 0,'0'0'1856'16,"0"0"368"-16,3 9-1776 0,1 0-448 0,1 0 0 0,0 3 0 0,1 2 880 0,-3 5 80 15,0-4 32-15,-2 2 0 0,2 0 688 0,-3 1 144 16,-1-2 32-16,1 1 0 0,0 0-1248 0,1-3-240 0,-1-1-48 0,-1 2-16 15,1-5-304-15,1 3 0 16,2 0-208-16,-1-5 80 16,2 0-1840-16,1-2-352 0,3-1-80 0,3-1-11744 15,2 0-2368-15</inkml:trace>
  <inkml:trace contextRef="#ctx0" brushRef="#br0" timeOffset="98313.81">28853 6354 46191 0,'0'0'2048'0,"0"0"416"0,0 0-1968 0,9 0-496 0,1-2 0 0,1 1 0 15,-1-2 528-15,2 2 16 0,1-2 0 0,1 1 0 16,3-1 400-16,3 2 80 0,2-3 0 0,3 0 16 16,-1 0-720-16,1 0-160 0,1 0-32 0,0 0 0 15,0 1-1296-15,0 0-272 0,0 3-48 0,1-3-13120 16,-3 1-2624-16</inkml:trace>
  <inkml:trace contextRef="#ctx0" brushRef="#br0" timeOffset="98949.59">29433 6063 38463 0,'0'0'1712'0,"0"0"336"0,0 0-1632 0,0 0-416 0,0 0 0 0,0 0 0 15,0 0 1792-15,0 0 256 16,0 0 64-16,0 0 16 0,5 8-208 0,-1 1-32 16,0 1-16-16,-2 6 0 0,1 0-880 0,-2 4-176 0,1 1-48 0,-1 5 0 15,0 4-288-15,-1 0-64 0,1 2-16 0,1-2 0 16,0 0-144-16,1-3-48 0,0-1 0 0,-1-3 0 15,2 0-48-15,0-2-16 0,-1-3 0 0,1-4 0 16,-1-2-144-16,1-3 0 0,0-3 0 0,-4-6 128 16,0 0-128-16,0 0 0 0,7 6 0 0,-7-6-176 15,0 0 176-15,0 0 0 0,9 0 0 0,-1-2 0 0,-2-2 0 0,2-2 0 16,0-2 0-16,0-1 0 0,0-1 0 0,-1-2 0 16,3-1 0-16,-1-3-128 0,0-2 128 0,0-2 0 15,0 1 0-15,1-2-128 0,2-1 128 0,0 0 0 16,0-1 0-16,-1 3 0 0,0 1 0 0,1 4-128 15,-5 3 128-15,0 2 0 0,1 4 0 0,-8 6 0 16,0 0 0-16,0 0-128 0,0 0 128 0,5 6 0 16,0 4 0-16,0 2 128 0,-1 3-128 0,-1 1 192 15,-1 4-64-15,2-1 0 0,0 2-128 0,0-1 176 16,1 0-176-16,2 1 192 0,1 0-192 0,1 0 0 16,3-1 0-16,-1-2 0 0,1-4 0 0,1-2 0 15,-1-3 0-15,2 0 0 0,2-2-128 0,0-1 128 16,-2-1 0-16,0-2 0 0,1-3 0 0,-2 0 0 15,0 0 0-15,0-1 0 0,-2-2 0 0,0-3 0 16,-1-2 0-16,-1 0 0 0,0 0 128 0,1-4-128 0,-1 2 128 16,0-2-128-16,-1-3 0 0,0-5 128 15,-2 0-128-15,2 0 112 0,0-3-112 0,-1 0 0 16,0-3 0-16,0 1 0 0,-1-4 0 0,-1 2 0 16,-1 1-160-16,0-1 160 15,0 0-560-15,-1 3-16 0,-2 2-16 0,-1 2 0 16,-3 4-1072-16,1 2-192 0,-2 1-64 0,-3 1-13696 0,-2 2-2752 0</inkml:trace>
  <inkml:trace contextRef="#ctx0" brushRef="#br0" timeOffset="99148.33">29169 5964 35935 0,'0'0'3200'0,"0"0"-2560"15,0 0-512-15,0 0-128 0,0 0 3152 0,8-3 624 16,0 2 112-16,1-2 16 0,2-1-3056 0,2 2-608 16,1-1-240-16,3 2 176 0,1-2-176 0,3 2 0 15,2 1 144-15,4 0-144 16,0 0-1760-16,2-1-416 0,2 1-96 0</inkml:trace>
  <inkml:trace contextRef="#ctx0" brushRef="#br0" timeOffset="99332.69">30006 5951 48255 0,'0'0'2144'0,"0"0"432"0,11-2-2064 15,2 0-512-15,1-2 0 0,3-1 0 0,0-2 640 0,1 2 32 16,1-2 0-16,0 2 0 0,2 1 96 0,0 0 32 16,0 2 0-16,1-2 0 0,0-1-624 0,1 1-176 15,2 0 0-15,0 1 0 0,-1 1 240 0,-1-2-32 16,2 2 0-16,1 1 0 15,0 0-2448-15,1 1-512 0,1 0-80 0</inkml:trace>
  <inkml:trace contextRef="#ctx0" brushRef="#br0" timeOffset="130877">1722 8028 5519 0,'0'0'496'0,"0"0"-496"15,-5-7 0-15,5 7 0 0,-9-9 3632 0,4 2 624 16,1 0 128-16,0 0 32 0,0 1-1088 0,0-1-192 0,0 1-64 0,0-1 0 15,-1 0 192-15,1 1 16 0,0-1 16 0,4 7 0 0,-4-6-1072 0,2 2-224 16,-1 0-32-16,0 0-16 16,1 0-752-16,-2 0-160 0,-1 0-16 0,-1 1-16 0,1-3-432 0,-8-1-64 15,0 1-32-15,-1 2 0 0,-4 0-224 0,-1 4-64 16,1 0 0-16,-1 0 0 0,-6 0-32 0,0 3-16 16,-1 1 0-16,0 1 0 0,-3 0-144 0,2 3 0 15,-2 0 0-15,2 1-176 0,-1-1 176 0,2 2 0 16,1-3-144-16,2 1 144 0,1-2 0 0,2 1-144 15,3-2 144-15,4 2 0 0,4-1-160 16,9-6 160-16,0 0-128 0,0 0 128 0,0 0-176 0,0 0 176 16,0 10-208-16,0-10 80 0,11 10-64 0,4-4-16 15,4-1 0-15,0-1 0 0,3-1 208 0,4-1 0 16,2 0-160-16,4 3 160 0,3-4 0 0,1 3 0 16,-1-1 0-16,0 2 0 0,0 2 0 0,0 0 0 0,1 3 0 15,-2-3 0-15,-6 4 0 0,0 0 0 16,-4 3 0-16,-3 1 0 0,-2 2 0 0,-3 1 0 0,-1 1 144 0,-3-2-144 15,-5 0 128-15,-3-1-128 0,-5 4 128 0,-3 0-128 16,-2-1 192-16,-4 1-16 0,-3 1-16 0,-2-2 0 16,-1-1 32-16,-3 1 0 0,-4-2 0 15,-1-3 0-15,-2 0-64 0,-3-1 0 0,-2-1 0 16,-3-2 0-16,-3 0-128 0,-1-3 160 0,-1-1-160 0,0 0 160 16,0-3-160-16,1 1 0 0,0-4 0 0,2-3 0 15,3 0 0-15,2-2 0 0,0-3-224 0,3 1 80 16,5-1-464-1,2-4-96-15,1-5 0 0,5-2-16 0,3-4-736 16,4 0-144-16,4-1-16 0,7 1-16 0,3-2-944 0,6 2-192 16,5 1-48-16,-1 5 0 0,5 1-1392 15,3 0-272-15</inkml:trace>
  <inkml:trace contextRef="#ctx0" brushRef="#br0" timeOffset="131125.14">1941 7902 34431 0,'0'0'1536'0,"0"0"304"0,0 0-1472 0,0 0-368 0,0 0 0 0,0 0 0 0,0 0 1872 0,0 0 304 15,0 0 64-15,0 0 16 0,8 10-336 0,-1 1-64 16,-1 2 0-16,-1 7-16 0,-1 5-736 0,0 3-144 16,0 4-16-16,-1 2-16 0,-1-2-272 0,1 2-48 15,-2 0-16-15,0-2 0 0,1 1-336 0,0-2-64 0,0 1 0 0,-1-2-16 16,-1-3-176-16,1-1 0 0,1-2 0 0,-1-5 0 31,0-1-1088-31,2-3-80 0,-3-4-32 0,0 0 0 16,0-2-1488-16,0-9-288 0,4 5-64 0,-4-5-16480 0</inkml:trace>
  <inkml:trace contextRef="#ctx0" brushRef="#br0" timeOffset="131742.93">1756 8240 36863 0,'0'0'3264'0,"0"0"-2608"0,0 0-528 0,0 0-128 16,0 0 2112-16,5 8 400 0,-5-8 80 0,9 5 16 15,3-1-1632-15,3-1-320 0,3-3-64 0,1-2-16 0,3 0-192 0,2-1-32 16,-1-1-16-16,1 0 0 0,3-1-32 0,-1-1-16 16,0-1 0-16,0 1 0 0,-1-1-288 0,-1 2 128 15,-3 0-128-15,-1-1 0 0,-1 1 144 0,-2 0-144 16,-2 1 0-16,0 1 144 0,-4 1-144 0,1-1 0 15,-1 1 0-15,-2 0 128 0,-9 2-128 0,0 0 128 16,9 2-128-16,-9-2 128 0,0 0-128 0,8 2 0 16,-8-2 144-16,7 3-144 0,-7-3 0 0,0 0 128 15,8 0-128-15,-8 0 0 0,8 1 0 0,-8-1 0 16,0 0 0-16,0 0 0 0,0 0 0 0,0 0 128 16,0 0-128-16,0 0 0 0,9 1 0 0,-9-1 0 0,0 0 0 15,0 0 0-15,0 0 0 0,0 0 0 16,0 0 0-16,0 0 0 0,0 0 0 0,0 0 128 15,0 0-128-15,0 0 0 0,0 0 0 0,0 0 144 16,0 0-144-16,0 0 0 0,0 0 272 0,0 0-48 0,0 0-16 0,0 0 0 16,0 0 0-16,0 0 0 15,0 0 0-15,0 0 0 0,0 0-80 0,0 0-128 16,8 4 176-16,0 2-176 0,-2 0 272 0,-2 1-48 0,0 2-16 0,0 2 0 16,0 2 64-16,-1 3 16 0,-2 1 0 0,0 3 0 15,-1 0-32-15,0 1 0 0,0 0 0 0,-1-1 0 16,-2-2-96-16,2-1-32 0,0-1 0 0,-1-3 0 15,0-2-128-15,0-2 160 0,1 1-160 16,1-10 160-16,0 0-160 0,0 0 160 0,0 0-160 0,0 0 160 16,0 0-160-16,0 0 0 0,0 0 0 0,0 0 128 15,0 0-128-15,0 0 160 0,1-10-160 0,2 1 160 16,1-2-160-16,0-2 160 0,0-6-160 0,0 1 160 0,1 0-160 16,1 0 0-16,1-5 0 0,2 3 0 0,2-4 0 0,-1 5 0 15,2-2 0-15,-1 1 0 0,1 1 0 0,0 0 0 16,0 4 0-16,-1 0 0 0,2 2 0 0,0 2 0 15,2 0-160-15,-1 3 160 16,-1 3-1344-16,2 2-160 0,-2 3-32 0,4 3-14704 16,3 4-2928-16</inkml:trace>
  <inkml:trace contextRef="#ctx0" brushRef="#br0" timeOffset="132143.32">2933 8227 41343 0,'0'0'1840'0,"-4"-5"368"0,-2 0-1760 0,-1-1-448 16,1 0 0-16,-2 1 0 0,-1 2 2144 0,-1-1 352 16,-2 2 64-16,-1 2 0 0,-3 1-720 0,0 4-160 0,-2-1-16 0,0 5-16 15,-2 4-976-15,2 4-192 16,-3 1-32-16,3 2-16 0,1-1-176 0,3 1-48 16,-1 1 0-16,4-2 0 0,2 0-208 0,5-1 0 15,1-1 0-15,2-3-160 0,1-2-16 0,2-2 0 0,4-1 0 0,0 1 0 31,2-4-576-31,1-2-112 0,3 0-32 0,-2-3 0 16,2-2 320-16,1-2 64 0,1 1 16 0,1-1 0 0,-4-6-96 0,4 0-32 16,0 0 0-16,0 0 0 0,-5-4 160 0,2-2 16 0,0 0 16 0,-2-2 0 15,0-2 240-15,1 2 32 0,-2 1 16 0,-2-1 0 0,-1 0 144 16,1 4 0-16,-2 0 0 0,-3 2 128 16,0 2-128-16,-1 1 192 0,-1 8-64 0,0 0 0 0,0 0 544 0,0 0 112 15,0 0 32-15,0 0 0 0,-7 7-240 0,2 2-32 16,1 3-16-16,-1 2 0 0,3 0-336 0,0 3-64 15,2 0 0-15,3 3-128 0,2-2 0 0,2 0 0 16,0-1 0-16,3 0 0 16,0-4-560-16,3 0-208 15,1 0-64-15,1-2 0 0,0-5-1200 0,2-2-240 0,0-3-48 0,3-1-11536 16,2-2-2304-16</inkml:trace>
  <inkml:trace contextRef="#ctx0" brushRef="#br0" timeOffset="132359.17">3288 7969 11055 0,'-3'-7'976'0,"1"1"-784"0,-1-2-192 0,1 2 0 16,-1 0 6992-16,-1 1 1360 16,4 5 272-16,0 0 48 0,-5-1-4640 0,0 1-912 15,5 0-192-15,-6 4-48 0,1 1-1552 0,0 3-320 16,0 1-64-16,1 3-16 0,1 2-608 0,1 3-112 16,0 2-16-16,2 4-16 0,2 0-48 0,-1 2-128 15,2 0 192-15,-2-1-64 0,1 0-304 0,2 1-64 0,2-1-16 0,-1 1 0 31,-1 0-688-31,1-2-144 0,0 0-16 0,-1-1-16 16,0-1-736-16,-1-3-128 0,-1 0-48 0,2-4 0 0,0 2-1936 16,0-3-400-16</inkml:trace>
  <inkml:trace contextRef="#ctx0" brushRef="#br0" timeOffset="133737.6">3145 8258 41519 0,'0'0'1840'0,"0"0"384"0,0 0-1776 0,0 0-448 0,0 0 0 0,0 0 0 0,0 0 1472 0,0 0 224 16,9 3 32-16,0-3 16 0,0 0-656 0,1 0-128 16,5 0-16-16,0-1-16 0,2-3-480 0,-1 0-80 15,2 1-32-15,3-1 0 0,3-4-96 0,-1 2-32 16,0-1 0-16,0 1 0 0,1-1-64 0,1 1-16 16,-3-1 0-16,0 1 0 0,-1-1-128 0,-2 2 0 15,-2 1 0-15,-2 0 0 0,0-1 0 0,-4 1 0 16,-2 2 0-16,-1-2 0 0,-8 4 0 0,0 0 0 15,0 0 128-15,0 0-128 0,0 0 224 0,0 0 16 0,0 0 0 0,-6 1 0 16,-2 2-240-16,-3 2-208 16,0 0 32-16,-1 3 16 0,-1 4 160 0,0-2 144 0,0 3-16 0,0 0-128 15,0 1 0-15,1 1-144 16,2-1-16-16,2 2 0 0,1-1 160 0,2 1-128 0,2 0 128 16,2 1-128-16,2-4-64 0,3 0 0 15,3-2 0-15,2 1 0 16,4-4-848-16,4-2-176 0,3 0-48 0,3-2 0 15,4-4-432-15,3 0-96 0,4-3 0 0,3-1-16 16,-3-5-496-16,1 0-80 0,-3-2-32 0,1 0 0 16,0-2 1408-16,-1 0 288 0,0 0 48 0,-2-4 16 0,0 0 656 0,-3 0 0 15,-4 1 176-15,0 0-48 0,-4 2 1024 0,-2-2 208 0,-3 5 48 0,-4 0 0 16,-7 2 448-16,-1 3 80 0,-4-1 32 0,-1 2 0 16,-5 1 160-16,-3 1 48 0,-2 1 0 0,-2 2 0 15,-2 1-1072-15,0 0-208 0,0 2-32 0,0 1-16 0,-3 2-592 0,2 4-112 16,0-3-16-16,2 2-128 0,0 1 0 0,2 0 0 15,1-1 0-15,1 3 0 0,3 1 0 0,1 0 0 16,2-1 0-16,1-1 0 0,2 1-144 0,0 0 16 16,2 0 0-16,1-1 0 15,3 1-352-15,1-4-64 0,1 0-16 0,3 0 0 16,1-5-336-16,1 1-80 0,-1-1-16 0,3 0 0 16,1-3 16-16,1 0 0 0,0 0 0 0,-1-4 0 15,1-2 96-15,2 0 32 0,-3-1 0 0,1 0 0 0,0 0 416 0,1-3 96 16,-2 1 16-16,-3-2 0 0,0 1 320 0,1 1 0 15,-3-3 0-15,-2 1 0 0,1 1 176 0,-2 0 48 16,-1 0 16-16,-1 1 0 0,-2 1 464 0,-1 2 112 0,0 6 16 0,-1-7 0 16,-1 1 80-16,2 6 32 15,-2-4 0-15,2 4 0 0,0 0-176 0,0 0-48 16,0 0 0-16,0 0 0 0,0 0-48 0,0 0-16 16,0 0 0-16,0 0 0 0,-6 7-336 0,2-1-64 0,1 3 0 0,0 2-16 15,2-1-96-15,1 3-16 16,1 3 0-16,2 2 0 0,0 3-128 0,4 4 128 0,-2-1-128 15,2 4 128-15,-1-1-128 0,3 3 0 0,3-1 0 16,-3 2 128-16,2 2-128 0,-4-1 0 0,1-2 0 16,0 2 128-16,-1-2-128 0,-2 0 0 0,-3-1 0 0,0 1 0 15,-1-2 0-15,-2-1 0 0,-3-1 0 0,-1 0 0 16,-4 2 0-16,-2-5 0 0,-1-1 0 0,-1-1 0 16,-1-2 128-16,-3-1-128 0,-1-5 0 0,0 0 128 15,-2 0-128-15,-1-3 0 0,2-3 0 0,-1-2 0 0,-1-2-224 0,2-2-80 16,2-4-16-16,2-1 0 15,2-1-416-15,4-4-96 0,0-3 0 0,2-1-16 16,4-5-128 0,1-4-32-16,5-4 0 0,2-5 0 0,4-6-992 0,4-1-208 0,3-4-32 0,6-2-16 15,3-3 912-15,5-1 176 0,1-2 32 16,3 1 16-16,1-1 176 0,-1 5 48 0,3 2 0 0,-3 4 0 0,-2 2 896 16,-2 3 384-16,-5 7-32 0,-4 6 0 0,-3 4 752 15,-2 4 160-15,-3 3 16 0,-4 3 16 0,-1 3 576 0,-8 4 112 16,0 0 32-16,0 0 0 0,0 0-224 0,5 8-32 15,-1 1-16-15,-3 4 0 0,-1 4-864 0,0-1-176 16,-1 2-48-16,1 0 0 0,0 0-352 0,0 1-80 16,2-1-16-16,1 0 0 0,1 0-208 0,1-1 0 15,0-2 128-15,3-1-128 0,1-3 0 0,2-2 0 16,-1-2 0-16,1 0 0 0,0-3-256 0,1-1 64 16,1-1 16-16,-1-2 0 0,2-2 16 0,2-2 0 15,-3-2 0-15,1-1 0 0,0-3 160 0,-1-1-128 16,2-4 128-16,-1-2-128 0,-1-2 128 0,0-2 0 15,0-1-144-15,0-2 144 0,-1 0-160 0,-2-1 160 0,2 0-208 16,-3 3 80-16,0 2 128 0,-1 3 0 0,-1 4-144 0,-2 3 144 16,-2 0 0-16,-2 0 0 0,0 4 160 0,-1 6-160 15,0 0 576-15,0 0 0 0,0 0 0 0,0 0 0 16,0 0 0-16,0 0 0 0,0 0 0 0,0 0 0 16,0 0-368-16,0 10-64 0,0 3-16 0,2 2 0 15,1 0-128-15,0 5 0 0,-3 2 0 0,4 1 0 16,1 5 0-16,3 2 0 0,1 2 0 0,-1 4 0 15,1-1 0-15,0 1 0 0,-1 1 0 0,1 1 0 0,0-4 128 16,-2-1-128-16,-1 0 0 0,0-2 128 0,-8-1-128 0,2 0 0 16,2-1 0-16,-2-2 128 0,-2-2-128 0,-2-1 160 15,-5-1-160-15,-1-1 160 0,-1-2-16 0,0-1 0 16,-4-2 0-16,1 0 0 0,-2-4 16 0,-1 2 0 16,2-2 0-16,-4-2 0 0,-3 1-160 0,-1 0 0 15,-3-2 144-15,0-1-48 0,-3-2-96 0,0-2 0 16,1-2 0-16,0-1 0 15,1 0-336-15,2-2-64 0,2-2-16 0,3 0 0 16,-1-2-1168-16,4 0-224 0,-1-1-48 0,4 1-14064 16,2-3-2800-16</inkml:trace>
  <inkml:trace contextRef="#ctx0" brushRef="#br0" timeOffset="134277.12">1618 8990 13823 0,'0'0'1216'0,"-5"0"-960"16,-3-2-256-16,8 2 0 0,0 0 8704 0,0 0 1680 15,0 0 352-15,9-2 64 0,1-1-8064 0,3 1-1616 16,1 0-320-16,5-2-64 0,6 3-160 0,5 0-16 16,5 1-16-16,4-3 0 0,7 2-288 0,5 0-64 15,3 1-16-15,4 0 0 0,3 1 16 0,5 0 16 16,6 2 0-16,4-3 0 0,3-3-208 0,1 2 144 15,-3-2-144-15,0-1 128 0,1 0-128 0,1-2 0 16,6-1 0-16,0 0 112 0,-3-1-288 0,2-1-16 16,-2 1-16-16,0 1 0 0,-17 3 336 0,3 2 64 0,-3-3 0 15,1 3 16-15,-2-2-208 0,-1 3 0 16,-4 1 0-16,-2 0 0 0,11 0 0 0,-6 0 0 0,-6 1 0 16,-5 1 0-16,-5 0 0 0,-6-2 0 0,-5 2 0 0,-6 0 64 15,-3 1-64-15,-2-1 0 0,-3 2 0 0,-2-2 0 16,-2 0 0-16,0-1 0 0,-3 1 0 0,-2-1 0 15,-2 0 0-15,2 2 0 16,-12-3 0-16,11 4 0 0,-11-4 0 0,10 3 0 0,-10-3 0 16,0 0 0-16,0 0 0 0,0 0 0 15,0 0 0-15,0 0 0 0,0 0-224 0,0 0-32 0,0 0-16 0,0 0-25680 16</inkml:trace>
  <inkml:trace contextRef="#ctx0" brushRef="#br0" timeOffset="134987.19">5478 8061 22111 0,'0'0'1968'0,"0"0"-1584"0,-10 3-384 0,1-2 0 0,9-1 6336 0,0 0 1200 15,-9 3 224-15,9-3 48 0,0 0-4928 0,0 0-976 16,0 0-208-16,0 0-32 0,0 0-768 0,0 0-128 0,0 0-48 0,0 0 0 16,0 0-544-16,0 0-176 0,0 0 0 0,0 0 0 15,0 0 0-15,0 0 0 0,0 0 0 0,0 0 0 31,0 0-224-31,0 0-160 0,0 0-16 0,0 0-16 16,0 0-2160-16,3 7-432 0,4-1-96 0</inkml:trace>
  <inkml:trace contextRef="#ctx0" brushRef="#br0" timeOffset="135167.68">5500 8274 35007 0,'0'0'3120'0,"-5"8"-2496"0,5-8-496 0,-5 8-128 0,5-8 4240 0,0 0 832 0,-4 7 176 15,4-7 16-15,-5 10-3296 0,5-10-672 0,0 0-128 0,0 0-16 16,0 0-736-16,0 0-144 0,0 0-16 0,0 0-16 0,1 6-176 0,-1-6-64 16,1 8 0-16,-1-8 0 0,0 0 0 0,0 0 0 15,0 0 0-15,0 0 0 0,0 0 0 0,0 0 0 16,0 0 0-16,4 6 0 16,-4-6-1776-16,8 4-336 0,1-1-80 0</inkml:trace>
  <inkml:trace contextRef="#ctx0" brushRef="#br0" timeOffset="139622.12">6493 8582 18431 0,'0'0'1632'0,"-7"-4"-1312"16,0 1-320-16,0 3 0 0,-1 0 6592 0,1 1 1264 0,7-1 240 0,-6 7 48 16,-3 1-6224-16,0 2-1232 15,-1 2-256-15,3 1-48 0,-1 0 64 0,1 3 32 0,-1-3 0 0,2 2 0 16,2 2-480-16,0 0 0 15,1 0 0-15,1-2 0 0,1 0 0 0,-1 0-208 0,2-2 32 0,2-2 16 32,0 0-2720-32,3-2-528 0,5 0-112 0</inkml:trace>
  <inkml:trace contextRef="#ctx0" brushRef="#br0" timeOffset="140317.25">7041 8055 28559 0,'0'0'2544'0,"0"0"-2032"16,0 0-512-16,0 0 0 0,-1-5 3392 0,1 5 576 16,0 0 112-16,0 0 16 0,0 0-2288 0,0 0-464 15,0 0-80-15,0 0-32 0,0 0 32 0,0 0 0 16,-3 11 0-16,2 3 0 0,0 2-688 0,1 5-144 16,0 3-32-16,1 2 0 0,0 3-80 0,2 2-32 15,0 1 0-15,-1 1 0 0,1 0-112 0,1-2-32 16,1-2 0-16,2-3 0 0,-2-3-144 0,0-2 0 15,0-3 0-15,0-1 128 0,1-2-128 0,-1-4 0 0,0-2 0 0,0-1 0 16,-5-8 0-16,0 0 128 0,7 5-128 16,-7-5 0-16,0 0 0 0,0 0 0 0,0 0 0 0,0 0 0 15,9-1 0-15,-1-3 0 0,-2-2 0 0,1-2 0 16,-2-3 0-16,1-2 0 0,0-2 0 0,0-5 128 16,1-3-128-16,-1-3 0 0,2-3 0 0,0 2 0 15,1-2 0-15,-1 3 0 0,1 1 0 0,0 4 0 16,0 3 0-16,-1 2 0 0,-1 3 0 0,-4 3 0 15,1 2 0-15,-4 8 0 0,0 0 0 0,0 0 0 0,0 0 0 16,8 7 0-16,0 0 0 0,0 5 0 0,-2 2 0 16,2 5 160-16,0 2-160 0,1 3 160 0,2 4-160 0,0 0 0 15,1 1 0-15,1-3 128 0,1 0-128 0,-1-2 0 16,1-1 0-16,-1-3 0 16,0-3 0-16,0-2 0 0,0-3 0 0,-2-2 0 0,0 0 0 15,-1-3 0-15,2-3 128 0,-2-1-128 0,0 0 0 0,-1-1 0 16,-2-4 0-16,1-1 128 0,-1-1-128 0,-1-1 128 15,1-3-128-15,-2 0 128 0,-1-2 16 0,1-2 0 16,2-1 0-16,-2-1 0 0,-1-6-144 0,1-1 0 16,0-2 0-16,0-2 128 0,1-2-128 0,-2-1 0 0,1 1 0 15,0-1 0-15,0 2 0 0,0 2 0 0,-1 1 0 16,-1 1-176-16,-2 0-144 0,1 3-16 0,-1-1-16 0,0 0 0 31,-1 3-1232-31,0 2-240 0,-1 1-48 0,1 0-13488 16,0 3-2704-16</inkml:trace>
  <inkml:trace contextRef="#ctx0" brushRef="#br0" timeOffset="140572.76">6779 7896 39615 0,'0'0'3520'0,"0"0"-2816"0,0 0-560 0,0 0-144 0,8-4 2368 16,3 0 432-16,0 1 80 0,4-2 32 0,2 1-2144 0,2 0-416 15,3 1-96-15,2-3 0 0,1 2 48 0,2 0 16 16,0 1 0-16,2-3 0 0,1 2-320 0,1-2 0 16,1-1 0-16,0 2 0 15,3 0-1088-15,3 0-320 0,0 1-64 0,2 1-13088 16,2 2-2624-16</inkml:trace>
  <inkml:trace contextRef="#ctx0" brushRef="#br0" timeOffset="140756.67">7602 7836 23039 0,'0'0'2048'0,"0"0"-1648"16,0 0-400-16,0 0 0 0,0 0 5760 0,0 0 1056 15,0 0 224-15,0 0 32 0,0 0-4944 0,0 0-976 16,0 0-208-16,6-5-48 0,1 1-448 0,5 0-80 15,2 0-32-15,3 0 0 0,1 0-336 0,3 0 0 16,4 0 0-16,2 2 0 16,2 0-752-16,1-1-208 0,1 1-64 0,1 1 0 15,-1 1-2400-15,0 1-480 0</inkml:trace>
  <inkml:trace contextRef="#ctx0" brushRef="#br0" timeOffset="141157.67">7848 8350 12895 0,'0'0'576'0,"-6"6"112"0,-1-2-560 0,2 1-128 0,5-5 0 0,0 0 0 0,0 0 7984 0,0 0 1552 16,0 0 320-16,0 0 64 16,9 4-7072-16,2 0-1424 0,2-3-272 0,0 1-64 0,1-2-512 0,0 0-112 15,3-2-16-15,-1 2 0 0,0-2-176 0,-1-1-32 16,0 1-16-16,-2 0 0 0,0 2-64 0,-3 2-16 15,-2 0 0-15,-1 1 0 0,-7-3 48 0,3 8 16 16,-1-2 0-16,-1 3 0 0,-4 2 240 0,0 0 32 16,-4 4 16-16,-1 0 0 0,-1 4-304 0,-4 0-48 15,0 2-16-15,-1 0 0 0,-1 0 16 0,2-2 0 16,0-2 0-16,1 0 0 0,2 0-96 0,2-1-48 16,0-3 0-16,3-3 0 0,0 1 0 0,2-5 0 15,3-6 0-15,0 0 0 0,0 0 0 0,4 7 0 16,-4-7 0-16,8 5 0 0,1 0 0 0,2-1 0 15,0 0 0-15,1-1 0 0,1-1 0 0,0-2 0 16,2-2 0-16,-1-1 0 0,2 2 0 0,0-3 0 16,3 1 0-16,-1-1 0 15,0-1-752-15,2-1-80 0,-1-2-32 0,2-1 0 16,1-2-1376-16,1 1-288 0,0-2-48 0,2-1-19632 0</inkml:trace>
  <inkml:trace contextRef="#ctx0" brushRef="#br0" timeOffset="141389.82">8595 8270 16575 0,'0'0'1472'0,"-6"-3"-1168"0,-1 1-304 0,3 1 0 0,4 1 8224 16,0 0 1584-16,0 0 320 0,0 0 64 0,0 0-6912 0,0 0-1376 16,0 0-288-16,11-3-48 0,2 0-1248 0,0-1-320 15,0 2 0-15,0-1 0 0,3 2 0 0,-1 0 0 16,5-2 0-16,-2 3 0 0,2-1 0 0,-1 1 0 15,-2-2 0-15,3 4 0 16,-2-1-944-16,2 0-144 0,-2-2-16 0,0 2-16 16,-2 2-800-16,-2 1-176 0,-1 0-16 0,-2 1-12848 15,-2 0-2560-15</inkml:trace>
  <inkml:trace contextRef="#ctx0" brushRef="#br0" timeOffset="141547.29">8580 8459 50223 0,'-15'1'2224'0,"15"-1"464"0,0 0-2160 0,0 0-528 16,0 0 0-16,0 0 0 0,0 0 544 0,0 0 0 15,0 0 0-15,10 3 0 0,1 0-160 0,2-3-16 16,2 0-16-16,0 0 0 0,5 0-352 0,1 0 0 16,3-6 0-16,4 1 128 15,-1-3-1520-15,7 2-288 0,5-2-64 0</inkml:trace>
  <inkml:trace contextRef="#ctx0" brushRef="#br0" timeOffset="142174.57">9900 7592 40143 0,'0'0'1776'0,"3"-6"368"0,-3-5-1712 0,3 1-432 15,1-3 0-15,-4 1 0 0,-3 0 1728 0,-4-1 256 16,2 4 48-16,-1-1 16 0,-2 2-416 0,0-3-80 0,-1 2-16 0,-2 3 0 16,1 1-704-16,-2 1-128 0,2 0-48 0,-7 1 0 15,1 2-144-15,1 1-48 0,-2 1 0 0,1 4 0 16,-1 2-208-16,-1 5-32 0,1 1-16 0,-1 2 0 15,2 5-64-15,0 1-16 0,3 2 0 0,0 2 0 16,0 1-128-16,3 3 0 0,1 3 144 0,1 5-144 16,4 2 0-16,1 5 128 0,5 2-128 0,0 3 0 15,1 5 0-15,2 1 144 0,0-5-144 0,2 3 0 0,2 0 128 16,-1 2-128-16,1 1 0 0,-1 3 0 0,2-3 0 0,-2 0 0 16,-1-4-160-16,0-1 160 0,-1-2 0 0,-3-6 0 15,-1-1 224-15,-2-2-64 0,-2 1-160 16,1-3 0-16,-3-2 0 0,-1-1 0 0,-1-5 0 15,-2-2 0-15,-1-1 0 0,-1-2 48 16,0-3-48-16,-2-1-128 0,1-3 128 0,-3-2-160 0,0-2 160 0,0-1 0 16,-1-1 160-16,1-4-32 0,0-3-128 0,-1 0 0 15,1-1 0-15,0-1 0 0,-1-2 0 0,1-1 0 16,-2-1 0-16,3-1 0 16,0 0-432-16,2-1-80 0,0 0 0 0,2 1-16 15,1-3-1344-15,3 1-272 0,5 4-48 0</inkml:trace>
  <inkml:trace contextRef="#ctx0" brushRef="#br0" timeOffset="143777.9">9225 9456 10127 0,'0'0'448'0,"0"0"96"0,0 0-544 0,0 0 0 0,0 0 0 0,0 0 0 16,0 0 8496-16,0 0 1584 0,0 0 320 0,0 0 64 0,1 8-7200 15,2 1-1424-15,0 2-304 0,1 3-48 0,1 4-432 0,0 2-96 16,0 3 0-16,0 2-16 0,3 1-448 0,1-1-96 15,-1-1-16-15,1-1 0 0,-1-1-192 0,-1-1-64 16,0-5 0-16,0-1 0 0,-1 0-128 0,1-2 128 16,-2-3-128-16,0 1 128 0,-5-11-128 0,0 0 0 15,0 0 144-15,6 6-144 0,-6-6 0 0,0 0 144 16,0 0-144-16,0 0 144 0,0 0-144 0,0 0 0 16,0 0 0-16,0 0 0 0,0 0 0 0,5-6 0 15,0-5 0-15,2-1 0 0,-2-2 0 0,1-6 0 16,2-3 0-16,0-2 0 0,1-3 0 0,0-2 0 0,0-3 0 15,2 0 0-15,-1 1 0 0,-1 2 0 0,0-1 0 0,1 1 0 16,-1 1 0-16,-1 5-192 16,-1 2 192-16,0 4-208 15,-1 2-608-15,1 6-112 0,-2 1-32 0,-1 2 0 16,-4 7-1360-16,0 0-288 0,0 0-48 0,0 0-19168 0</inkml:trace>
  <inkml:trace contextRef="#ctx0" brushRef="#br0" timeOffset="144014.81">9095 9606 31327 0,'0'0'2784'0,"-7"0"-2224"0,1-1-560 0,6 1 0 16,0 0 4992-16,0 0 896 0,0 0 192 0,0 0 16 0,0 0-4368 0,0 0-896 15,8-5-160-15,3 1-32 0,2-3-320 0,3 2-48 16,1 0-16-16,2-2 0 0,2 1-256 0,1-1 0 15,3 1 0-15,1-3 0 0,-1 1 128 0,2 1-128 16,2-2 0-16,-1 3 0 16,0-1-1072-16,2 1-272 0,0-1-48 0,-1 3-16 15,-2 2-2336-15,2 0-480 0,0 2-80 0</inkml:trace>
  <inkml:trace contextRef="#ctx0" brushRef="#br0" timeOffset="144346.18">9645 9689 15663 0,'0'0'1392'0,"0"0"-1120"0,0 0-272 0,0 0 0 15,0 0 7664-15,0 0 1472 0,0 0 288 0,1 6 64 16,-1 3-6336-16,2 2-1264 0,-1-1-256 0,0 2-48 16,0-1-784-16,1 3-160 0,-1 0-16 0,0 2-16 15,1-3-352-15,-1-2-80 0,-1 2-16 0,1 0 0 16,-1 0-160-16,2-1 0 0,-1-1 0 0,0-1 128 16,0-1-128-16,1-1 0 0,-2-8 0 0,1 9 0 15,-1-9-560-15,0 0-32 0,0 0-16 0,0 0 0 16,0 0-640-16,0 0-128 0,0 0-32 0,0 0 0 15,0 0-1648-15,0 0-336 0,10-4-64 0</inkml:trace>
  <inkml:trace contextRef="#ctx0" brushRef="#br0" timeOffset="145182.39">9490 6779 30399 0,'-11'-11'1344'0,"6"7"288"15,-3-2-1312-15,0 1-320 0,2 1 0 0,1 0 0 0,1 1 4288 0,4 3 768 0,0 0 176 0,0 0 16 16,0 0-3280-16,0 0-672 0,0 0-128 0,5 8-16 15,2 4-544-15,0 5-96 16,1 0-32-16,3 3 0 0,-2 4-96 0,0 2-32 0,0 0 0 0,0 1 0 16,0 1-128-16,0-3-32 0,-1-2 0 0,1-1 0 15,0-2-64-15,1-3 0 0,-4-4-128 0,1-2 192 16,-2-1-192-16,0-4 176 16,2-1-176-16,-2-1 160 0,-5-4-160 0,0 0 160 0,0 0-160 0,0 0 160 15,6 0-160-15,1-4 192 0,-2-1-192 0,0 1 192 16,-1-2-192-16,1-3 192 0,-1-2-192 0,0 1 192 15,1-9-192-15,1 1 0 0,0-3 144 0,-1-1-48 16,1-1-96-16,1-3 0 0,0-2 0 0,-1 0 0 0,2-1 0 16,0 2 0-16,0 2 0 0,-2 1 0 0,1 2 0 0,-1 3-240 15,0-1 80-15,-1 4 16 16,1 3-928-16,1 2-176 0,1 1-32 0,0 3-16 16,-2-1-2864-16,1 4-560 0</inkml:trace>
  <inkml:trace contextRef="#ctx0" brushRef="#br0" timeOffset="145399.67">9398 6906 51263 0,'0'0'2272'0,"-6"-1"464"0,-1-3-2192 0,2 0-544 15,5 4 0-15,0 0 0 0,3-8 464 0,1 2-16 16,2 1 0-16,5-2 0 0,2 1 192 0,2-1 16 15,2 1 16-15,3-2 0 0,1-1-400 0,1 0-80 0,3-2 0 0,-1 2-16 16,1 1-176-16,1 0 0 0,2 1 0 0,0-1 0 16,1 1-208-16,-2 1-128 0,0-1-32 0,-1 3 0 31,-2 2-1744-31,0 2-368 0,-1 0-64 0,-1 2-19184 0</inkml:trace>
  <inkml:trace contextRef="#ctx0" brushRef="#br0" timeOffset="146013.76">9835 7080 43247 0,'0'0'1920'0,"0"0"384"0,0 0-1840 0,0 0-464 0,0 0 0 0,0 0 0 16,0 0 1600-16,3-7 208 0,-3 7 48 0,6-6 16 16,2-1-352-16,0-2-80 0,0 3-16 0,1-1 0 15,-1 1-784-15,2 0-176 0,2 0-16 0,0 1-16 16,-1 1-208-16,1-2-32 0,-1 5-16 0,-2-1 0 0,0 0-176 0,-9 2 128 15,8 2-128-15,-8-2 128 0,0 0-128 16,0 0 128-16,0 0-128 0,0 0 128 16,2 9-128-16,-2 0 128 0,-4 1-128 0,-1 1 128 0,-1-1 0 0,-2 1 0 15,-1-1 0-15,-2 2 0 0,1 1 16 0,-1 0 0 16,1-2 0-16,1 1 0 0,2-3-144 16,1 0 0-16,1-1-160 0,1 0 160 0,-2 1 0 0,4-4 0 15,2-5 0-15,0 0 0 0,0 0 0 0,0 0 0 16,0 0 128-16,0 0-48 0,0 0-80 0,4 7 0 15,4-3 0-15,1-2 0 0,1 0 0 0,3-2 0 16,2-2 0-16,0 0 0 0,2-2 0 0,3 0-240 16,1-1 80-16,3 0 16 15,6-2-1136-15,2 3-208 0,1-5-48 0</inkml:trace>
  <inkml:trace contextRef="#ctx0" brushRef="#br0" timeOffset="146582.97">10058 8161 42495 0,'0'0'1888'0,"-2"-3"384"0,2 3-1824 0,-2-4-448 16,1-1 0-16,1 5 0 0,0 0 1184 0,0 0 144 15,0 0 16-15,0 0 16 0,0 0 128 0,0 0 32 16,0 0 0-16,6 8 0 0,0-1-720 0,0 5-144 16,-1 3-16-16,2 3-16 0,-2 4-224 0,2 3-32 0,-2 1-16 0,0 2 0 15,2 2-192-15,-1-1-32 0,1 0-128 0,-2-2 192 16,0 1-192-16,2-2-128 0,-2-2 128 0,1 0-208 16,-2-5 208-16,0 0 0 0,-1-5 0 0,1 0 0 31,0-1-896-31,1-1-144 0,-3-5-32 0,1-1 0 0,-3-6-1552 15,0 0-320-15,0 0-64 0,0 0-17328 0</inkml:trace>
  <inkml:trace contextRef="#ctx0" brushRef="#br0" timeOffset="146913.4">9895 8102 23039 0,'0'0'2048'0,"0"0"-1648"16,0 0-400-16,0 0 0 0,0-7 5792 0,4 2 1072 15,3 0 224-15,2 1 32 0,3 0-5392 0,1 2-1088 16,2-4-224-16,3 2-32 0,3 0 624 0,3 1 128 16,1-1 16-16,1 1 16 0,1 0-464 0,2 2-80 15,-1 0-32-15,4 1 0 0,-2-3-592 0,0 2-160 16,-2 0-16-16,1 2 0 0,-2 0 176 0,1 2 0 16,-2 1 0-16,-3 0 0 0,-2 0 0 0,-3 1 0 15,-3 0 0-15,-5 3 0 0,-1 1 0 0,-4 1 0 16,-2 1 0-16,-4 1 128 0,-3-3 48 0,-3 1 16 15,-3 1 0-15,-2 2 0 0,-2-2-64 0,0 2 0 16,-5 0 0-16,-2 0 0 0,1 0-128 0,-1-2 160 0,-1-1-160 16,-1 1 160-16,0 0-160 0,1 0 0 0,-3-3 0 0,0 1 0 31,-2-3-560-31,2 1-144 0,2-5-16 0,2 2-16 16,2 0-1424-16,5-1-272 0,2 0-64 0,5-1-19328 0</inkml:trace>
  <inkml:trace contextRef="#ctx0" brushRef="#br0" timeOffset="148254.99">10958 8496 3679 0,'0'0'160'0,"0"0"32"0,0 0-192 0,0-8 0 15,-2-1 0-15,1-2 0 0,-3 2 9312 0,2-3 1824 16,-2 2 352-16,-2 0 80 0,-3-1-8288 0,2-1-1648 16,-1 1-336-16,-1 0-64 0,-1 2-192 0,0 1-32 15,0 0-16-15,-2 3 0 0,-1 3-416 0,-2 2-96 16,0 2-16-16,-2 3 0 0,-3 3-112 0,-1 3-32 15,1 3 0-15,-4 3 0 0,2 0-128 0,0 4-16 16,1 0-16-16,3 1 0 0,1 1-160 0,4-1 192 16,2-2-192-16,5-2 192 0,-1-1-192 0,6-1 0 15,2-2 0-15,4-1 0 0,3-5 0 0,1-3-176 16,4-1 48-16,3-1 0 0,1 1-96 0,1-4-16 16,3-3 0-16,0-1 0 0,0-2-80 0,0-4 0 0,-2 0-16 15,0 0 0-15,-2-3 80 0,-1 0 32 0,0-3 0 16,-2 0 0-16,-1 1 80 0,1-5 16 0,-3-1 0 15,1-1 0-15,0-4 128 0,-2-1 0 0,-2-6 0 0,-2 2 0 16,-2-2 0-16,-1 2 0 0,-2 0 0 0,-1 1 128 16,2-3-128-16,-1 4 128 0,-1 2-128 0,-1 3 128 15,-2 4 64-15,-1 3 32 0,0 1 0 0,0 4 0 0,0 2 160 0,0 3 48 16,-1 3 0-16,5 4 0 0,0 0-160 0,0 0-16 16,-4 6-16-16,2 3 0 0,0 4-240 15,1 5 0-15,1-1 0 0,1 4 0 0,2 1 0 0,2-1 0 16,0 2 0-16,2 1 0 0,-1 1 0 0,2-1-160 15,1 0 160-15,-1-2-128 16,3-1-640-16,-1-2-112 0,1-2-16 0,-1-1-16 16,-1-3-1216-16,0-1-240 0,0-3-64 0,0-1 0 15,1-2-2304-15,-1 1-480 0</inkml:trace>
  <inkml:trace contextRef="#ctx0" brushRef="#br0" timeOffset="148619.18">11156 8077 23951 0,'0'0'2128'0,"0"0"-1696"16,-4-5-432-16,1 1 0 0,1-3 5536 0,2 7 1024 16,0 0 208-16,0 0 32 0,0 0-4048 0,0 0-832 15,0 0-144-15,4 10-48 0,1 1-1008 0,1 4-208 16,2 0-32-16,1 4-16 0,1 1-32 0,-1 4-16 16,0-1 0-16,1 2 0 0,2 0-240 0,0 1-48 15,-1 0-128-15,1-1 192 0,-1 0-192 0,-1-3 128 0,2 1-128 0,-2-2 0 16,-1-4 0-16,-1-3 128 0,0-1-128 0,-2-1 0 15,1-4 0-15,-2 0 0 0,0-3 128 0,-5-5-128 16,0 0 0-16,0 0 144 0,0 0-144 0,7 3 128 16,-7-3-128-16,6 0 0 0,-6 0 0 0,6-7 0 15,-1 1 0-15,0-5 0 0,-1-2 0 0,0-3 128 16,0-2-80-16,0-3-48 0,1-2 0 0,0-2 0 16,-1-1 0-16,1 0 0 0,-1 0 0 0,1 0 0 0,1-2 0 0,0 1 0 15,1 0 0-15,-2 1 0 0,0 1-128 0,-1 1-32 16,-3 4 0-16,2-1 0 15,-1 5-608-15,1 0-112 0,0 6-16 0,-3 2-16 16,-2 2-1360-16,2 6-272 0,0 0-48 0,0 0-19296 16</inkml:trace>
  <inkml:trace contextRef="#ctx0" brushRef="#br0" timeOffset="148888.9">11002 8308 39615 0,'-13'1'3520'0,"13"-1"-2816"15,-9-1-560-15,2 0-144 0,7 1 3344 0,0 0 640 16,0 0 128-16,0 0 32 0,2-7-2736 0,3-1-528 16,3 2-112-16,3-1-32 0,4 1-304 0,3-1-64 15,3-1-16-15,2 1 0 0,2-1-352 0,1 0 144 0,0 0-144 0,0 2 0 16,0-2 144-16,1 4-144 0,1-3 0 0,0 2 144 15,0-1-144-15,1-1 0 0,0 3 144 0,1 0-48 16,-2-1-96-16,2-2 0 0,-1 4 0 0,1-3 0 16,-1 5-480-1,-2-3 16-15,-2 2 0 0,0-1 0 0,-2 0-2352 16,0 2-448-16</inkml:trace>
  <inkml:trace contextRef="#ctx0" brushRef="#br0" timeOffset="151070.31">12482 8279 4607 0,'0'0'400'0,"0"0"-400"16</inkml:trace>
  <inkml:trace contextRef="#ctx0" brushRef="#br0" timeOffset="159437.18">12128 8282 21183 0,'0'0'944'0,"0"0"192"0,-5-4-912 0,1 0-224 0,0 0 0 0,4 4 0 0,0 0 6400 0,2-6 1248 16,-2 6 240-16,2-7 48 0,-2 7-5520 0,4-6-1120 15,1 0-208-15,2 2-64 0,1 3-448 0,1-4-112 16,0 4-16-16,2-3 0 0,0 1-256 0,2-2-64 16,0 1-128-16,0 1 192 0,2 2-192 0,-1-2 0 15,0 1 0-15,2-1 0 0,-2 2 0 0,1 0 0 16,-2 1 0-16,0 0 0 16,0 0-736-16,-1 1-144 0,-2 0-16 0,2 0-16 15,-3-1-1168-15,-1 2-224 0,-2-1-64 0,1 2-11664 16,1 1-2352-16</inkml:trace>
  <inkml:trace contextRef="#ctx0" brushRef="#br0" timeOffset="159625.19">12044 8472 52575 0,'-12'1'2336'0,"12"-1"480"0,0 0-2256 0,0 0-560 16,0 0 0-16,0 0 0 0,0 0 144 0,0 0-144 15,0 0 0-15,10-1 144 0,6-3 224 0,2 2 32 16,2-5 16-16,2 2 0 0,4 0-272 0,0-1-144 0,2 3 160 0,-1-1-160 15,0-3 0-15,-1 2 0 0,0 0 0 0,2-1 0 16,-3 0 0-16,-1-1 0 0,1 1 0 0,1-1-160 16,-2 2-2128-16,0 0-416 0,0 0-96 15</inkml:trace>
  <inkml:trace contextRef="#ctx0" brushRef="#br0" timeOffset="160618.89">13199 8636 41471 0,'-3'13'1840'0,"3"-13"368"0,0 8-1760 0,0 0-448 0,2 0 0 0,-2 0 0 0,0-8 1584 0,0 0 224 16,0 0 48-16,-2 8 16 0,2-2-80 15,0-6-32-15,0 0 0 0,0 0 0 0,0 0-864 0,0 0-192 16,0 0-16-16,0 0-16 0,0 0-288 0,0 0-48 16,0 0-16-16,0 0 0 0,4-6-128 0,-1-4-48 15,-2-1 0-15,0-2 0 0,-1 1-144 0,2-4 0 16,-2-2 144-16,0-3-144 0,0-1 0 0,0-3 0 15,0-3 0-15,0-4 128 0,0-4-128 0,0-2 0 16,1 0 0-16,0 0 0 0,1 2 0 0,-1 1 0 16,0 2 0-16,0-1 0 0,1 2 0 0,-1 0 0 15,0 4 0-15,1 3 0 0,-1 4 0 0,0 4 0 16,1 4 0-16,-1 1 0 0,-1 4 0 0,0 8-128 16,0 0 128-16,0 0 0 0,0 0 0 0,0 0 0 15,0 0 0-15,6 13 128 0,1 4-128 0,-1 4-160 16,1 4 160-16,2 0-208 0,2 0 208 0,2-1 0 0,1 1 0 0,2-1 0 15,1-1 0-15,1-3 0 16,3-2 0-16,-1-1 0 0,3-2 0 0,-1 1 0 0,-1-5 0 0,0-2 0 16,-1-3-128-16,0-1 128 0,-3-2 0 0,0 0-144 15,0-6 144-15,-3 0-128 0,-2-2 128 0,-2 3-128 16,-2-4 128-16,0 1 0 0,-2 0 0 0,0-2 0 16,-2 0 0-16,-1-5 0 0,0 0 0 0,0 0 0 15,-1 1 0-15,0-2 0 0,-1-3 0 16,0-1 0-16,1 1 0 0,-2 2 0 0,0-3 0 0,0 1 0 15,0 1 0-15,1 0 0 0,0 2 0 0,0 3 0 0,-1 1 0 16,0 2 128-16,0 7-128 0,0 0 0 0,0 0 160 16,0 0-32-16,0 0-128 0,0 0 192 15,0 0-192-15,4 9 128 0,0 4-128 0,0 2 0 0,-1 2 0 0,-2 2 128 16,2 2-128-16,-1 3 0 0,1 0 0 0,1 4 0 16,-2-1 128-16,1 1-64 0,0 2-64 0,-1-4 0 15,1 0 0-15,-1-3 0 0,1 1 0 0,0-6 0 16,1 0 0-16,-2-5 0 0,1 0 0 0,-2-1 0 15,0-3 0-15,2-1 0 0,0 0-288 0,-3-8-48 16,2 6-16-16,-2-6 0 16,0 0-1088-16,0 0-224 0,8 4-32 0,1-4-22240 0</inkml:trace>
  <inkml:trace contextRef="#ctx0" brushRef="#br0" timeOffset="162112.43">14591 7597 9215 0,'0'0'816'0,"0"0"-656"0,0 0-160 0,4-7 0 0,-4 7 3712 0,4-8 720 15,-1 0 144-15,1 1 32 0,-1-2-1760 0,-3 9-352 16,3-6-64-16,0-1 0 0,-1-2-224 0,-2 9-32 16,3-9-16-16,-3 9 0 0,-1-9-624 0,1 9-112 0,-2-9-16 0,2 9-16 15,-2-6-288-15,-1 3-48 16,-1 0-16-16,-1 0 0 0,-2 3-336 0,2 0-64 0,-1 0 0 0,-2 3-16 15,-1 2-240-15,-2 2-32 16,0-1-16-16,-2 5 0 0,0 3-96 0,-2 3-32 16,1 2 0-16,-1 2 0 0,1 0-16 0,0 4-16 15,1 2 0-15,1 3 0 0,0 4-16 0,3 4 0 0,1 2 0 0,3 5 0 16,0 2-160-16,1 1 192 16,4 1-192-16,1 1 192 0,3-3-192 0,1 3 160 0,1 2-160 0,0 1 160 15,2 3-160-15,1 2 0 0,0 0 0 16,0 0 128-16,0-2-128 0,2-6 0 0,-3 1 0 0,-2-2 0 15,-1-1 0-15,1 0 0 0,-2-1 0 0,0 0 128 16,-3-4-128-16,0-3 0 0,-1 1 144 0,1-2-144 16,-2-4 0-16,-1-2 144 0,-2-5-144 0,-2 2 0 15,1-6 160-15,0-1-160 0,-2-3 128 0,1-1-128 16,-1 0 128-16,0-4-128 0,-1-2 0 0,0-1 128 16,-1-3-128-16,2-1 128 0,1-1-128 0,-2-2 128 15,3 0-128-15,-2-1 0 0,2 0 0 0,-2-2 128 0,2-2-128 16,0 0 0-16,1 0 0 0,0 0 0 0,-1 0 0 15,5 0-224-15,-4 0 80 0,4 0 16 16,-4 0-656-16,-1-4-128 16,2 2-32-16,3 2 0 0,2-8-2160 0,-1 0-432 0</inkml:trace>
  <inkml:trace contextRef="#ctx0" brushRef="#br0" timeOffset="162748.04">14330 9677 4607 0,'0'0'192'0,"0"0"64"0,0 0-256 0,0 0 0 15,0 0 0-15,0 0 0 0,-5-2 8960 0,5 2 1728 0,0 0 368 0,0 0 64 16,0 0-7408-16,0 0-1488 0,0 0-304 0,-2 7-48 16,0 3-704-16,2 2-144 15,0 0-16-15,2 1-16 0,-1 0-480 0,2 1-80 16,-1 2-32-16,2 0 0 0,0 1-128 0,0-3-16 0,0 2-16 0,1-3 0 15,0-2-112-15,0 1 0 16,1-4-128-16,0 1 192 0,-2 0-192 0,0-2 144 0,-4-7-144 0,0 0 128 16,5 5-128-16,-5-5 160 0,0 0-160 0,0 0 160 15,0 0-160-15,0 0 160 0,0 0-160 0,7-1 160 16,-1-3-160-16,-1-2 0 0,1 0 144 0,-1-2-144 16,0-1 0-16,2-1 128 0,-1-2-128 0,1-3 0 15,-1 0 0-15,2-2 0 0,0-1 0 0,1-1 0 16,-3-2 0-16,2 1 0 0,0-1 0 0,-1 3 0 15,-1 1-208-15,1 1-16 0,1 0 0 0,-3 3 0 16,0 2-992-16,0 1-192 0,0 3-32 0,1 0-16 16,0 2-1744-16,-1 2-336 0,2 1-80 15</inkml:trace>
  <inkml:trace contextRef="#ctx0" brushRef="#br0" timeOffset="162989.34">14603 9837 26719 0,'0'0'2368'0,"0"0"-1888"0,0 0-480 0,0 0 0 0,0 0 4848 0,0 0 864 15,0 0 176-15,0 0 48 0,0 0-3632 0,0 0-704 16,0 8-160-16,1 0-32 0,-1 0-704 0,2-1-160 0,0 3-32 0,-1-1 0 16,2 0-320-16,0 0-192 15,-1 1 192-15,1 1-192 0,-1-2 128 0,0 0-128 0,-2-1 0 0,0-8 0 31,2 6-704-31,-2-6-256 0,0 0-64 0,0 0 0 16,0 0-2096-16,0 0-416 0,7 7-96 0</inkml:trace>
  <inkml:trace contextRef="#ctx0" brushRef="#br0" timeOffset="163764.28">14336 7018 16575 0,'0'0'1472'0,"0"0"-1168"0,0 0-304 0,0 0 0 0,0-6 4624 0,0 6 880 16,0-7 160-16,0 7 32 0,0 0-2832 0,0 0-576 15,0 0-112-15,0 0-32 0,0 0-608 0,6 7-128 16,1 1-32-16,1 2 0 0,-1 3-464 0,1 2-80 15,0-1-32-15,1 2 0 0,2-1-176 0,-2-2-48 16,0-1 0-16,-1 0 0 0,-2-1-224 0,2 1-48 16,0-5-16-16,-2-1 0 0,1-1-112 0,-1-1-32 15,0 0 0-15,0-1 0 0,2-2-16 0,-8-1 0 16,0 0 0-16,6-1 0 0,1-3 32 0,-2-1 0 16,-1-2 0-16,3 1 0 0,-2-1-32 0,0-1-128 15,0-1 192-15,0-1-64 0,2-3-128 0,-2-2 0 16,0-1 144-16,2-3-144 0,-2 1 0 0,3 1 0 15,-2-1 0-15,1 0 0 0,0-1 0 0,-1 4-128 16,-1-2 128-16,0 4-192 16,-1 1-688-16,0 3-144 0,0 1-16 0,1 4-16 15,-5 4-1056-15,0 0-224 0,0 0-32 0,8 5-16 16,0 2-1952-16,-1 2-384 0</inkml:trace>
  <inkml:trace contextRef="#ctx0" brushRef="#br0" timeOffset="164113.17">14667 7171 37375 0,'0'0'1664'0,"0"0"320"0,0 0-1584 0,0 0-400 0,0 0 0 0,0 0 0 16,0 0 1360-16,0 0 192 0,0 0 48 0,8-1 0 15,-1-2-256-15,1 1-32 0,0-2-16 0,-1 0 0 0,-1 0-528 0,1-1-96 16,-1-2-32-16,1 1 0 0,1 0-128 0,-1 4-48 16,0-4 0-16,-7 6 0 0,6-3-144 0,-6 3-48 15,0 0 0-15,0 0 0 0,0 0 96 0,0 0 16 16,0 0 0-16,0 0 0 0,0 0 128 0,0 0 16 15,-4 6 16-15,-1 3 0 0,-3 2-224 0,2 0-64 16,-1 1 0-16,0 0 0 0,-1 0-64 0,0-1 0 16,0 1-16-16,0 0 0 0,-1 0-176 0,1-1 192 15,3 1-192-15,3-2 192 0,0 0-192 16,1-4 160-16,1-6-160 0,0 0 160 0,0 0-160 0,0 0 0 16,0 0 0-16,5 7 128 0,2-2-128 0,0-4 0 15,1 0 0-15,0 1 0 0,-8-2 0 0,11-2 0 16,-1 1 0-16,0 0 0 0,2-4 0 0,1 1 0 0,0 0 0 15,2-3 0 1,-1 2-656-16,2 1-112 0,-1 0-32 0,1 0 0 16,1 0-3008-16,2 2-608 0</inkml:trace>
  <inkml:trace contextRef="#ctx0" brushRef="#br0" timeOffset="164679.62">14830 8197 28559 0,'0'0'2544'0,"0"0"-2032"0,0 0-512 16,0 0 0-16,0 0 3936 0,0 0 688 0,0 0 144 16,0 0 32-16,0 0-2432 0,0 0-496 15,0 0-80-15,0 0-32 0,0 0-592 0,4 5-112 0,-2 4-32 0,2 4 0 16,1 4-704-16,1 3-128 0,0 3-48 0,-1 2 0 15,1 3 144-15,-1-4 32 0,0 1 0 0,0-1 0 16,-1-2-320-16,1-1 160 0,-1-2-160 0,0 1 128 16,-1-3-128-16,-1-2 0 0,0 0 0 0,-1-2 0 15,0-3-400-15,-1-1-112 16,2-1-32-16,-2-8 0 0,0 0-816 0,0 0-176 0,0 0-16 16,0 0-16-16,0 0-1424 0,0 0-272 0,0 0-64 0,0 0-9536 15,0 0-1888-15</inkml:trace>
  <inkml:trace contextRef="#ctx0" brushRef="#br0" timeOffset="165013.94">14741 8163 23039 0,'0'0'2048'0,"0"0"-1648"15,-2-5-400-15,2 5 0 0,-2-7 4912 0,4 1 896 16,-1-1 176-16,-1 7 32 0,5-6-3712 0,2 1-736 16,0-1-160-16,3 3-16 0,0-4-320 0,3 2-64 15,0-2-16-15,1 1 0 0,5 1-416 0,0-2-64 16,1 1-32-16,2-1 0 0,0 0-288 0,3 1-48 15,-2-1-16-15,1 4 0 0,-1-1-128 0,1 1 0 16,0 3 0-16,-1 0 0 0,-3 0 0 0,0 1 0 16,0 3 0-16,-2 1 0 0,-3 2 0 0,0 1 0 15,-5 1 0-15,1 0 0 0,-3 0 0 0,-3 3 0 16,-3 0 0-16,-2-1 0 0,-2 1 0 0,-2 0 0 16,-1 0 128-16,-2-1-128 0,1 1 176 0,-4-3-48 0,0 2-128 15,-2-1 192-15,1 0-64 0,-4 1 0 0,1-1-128 0,-2-1 192 16,1 1-64-16,-4-4-128 0,1 1 176 0,0-1-176 15,0-1 0-15,-1 1 0 0,1-3 0 0,0 1 0 32,1-2-720-32,1-1-160 0,3 2-16 0,1-3-16 15,3 0-1008-15,3 0-192 0,1-3-32 0,5 3-16 0,0 0-2784 0,9-4-560 0</inkml:trace>
  <inkml:trace contextRef="#ctx0" brushRef="#br0" timeOffset="165664.68">15796 8425 17503 0,'0'0'1552'0,"0"0"-1232"0,0 0-320 0,1-6 0 16,-1-2 4160-16,-1-1 768 16,2 0 144-16,-1-2 48 0,0 1-2272 0,-1-1-448 0,-3 1-96 0,-1-1 0 15,-3 1-640-15,-1 0-128 0,1-1-32 0,-1 2 0 16,-2-1-464-16,0 3-80 0,-1 2-32 0,0 1 0 15,-2 0-288-15,-3 4-64 0,-3 0-16 0,-1 7 0 16,-2-1-160-16,-2 5-16 0,-2 2-16 0,-1 0 0 16,-1 4-96-16,1 2-16 0,2-1 0 0,3 2 0 15,2-1-16-15,2 0-16 0,5-4 0 0,4 1 0 16,2-2-224-16,4 1 0 0,4-2 0 0,1-2 0 0,6 0 0 16,2-2 0-16,4 0-128 0,3-2 128 0,1-2-272 0,2-1 48 15,2-2 16-15,1-2 0 0,2-1-48 0,-1-3-16 16,1-1 0-16,-1-2 0 0,-1 1 16 0,-2-2 16 15,-2 0 0-15,-1-1 0 0,-3-3 96 0,1 1 16 16,-1-1 0-16,-4-2 0 0,-1-2 128 0,-1-2 0 16,-1-3-144-16,-1-1 144 0,0-2 0 0,-3-1 0 15,0 1 0-15,-3-1 128 0,3-1 32 0,-2 1 0 16,-1 0 0-16,0 3 0 0,-1 1 0 0,-1 3 0 16,1 2 0-16,-2 3 0 0,1 2 80 0,-1 1 16 15,1 4 0-15,2 6 0 0,0 0 0 0,0 0 0 16,0 0 0-16,0 0 0 0,-7 6-256 0,3 4 176 15,3 0-176-15,0 3 160 0,1 4-160 0,1-1 0 16,0 2 0-16,2 0 0 0,2 0 0 0,0 2 0 16,0 0 0-16,3-1 0 0,1-1 0 0,1 2 0 15,-4-1 0-15,2 0 0 16,0-4-1008-16,0 0-128 0,-1-4-16 0,1 1-16 16,-1 0-912-16,1 0-176 0,-1-6-48 0,1 2-12224 0,0-3-2432 0</inkml:trace>
  <inkml:trace contextRef="#ctx0" brushRef="#br0" timeOffset="166017.74">15925 8245 24879 0,'0'0'2208'0,"0"0"-1760"0,0 0-448 0,0 0 0 16,0 0 5760-16,-3 7 1088 0,3-7 192 0,-2 8 64 16,0-1-4480-16,4 4-880 0,-1-1-176 0,3 3-32 0,1 2-816 0,2 2-144 15,0 2-48-15,3 1 0 0,-1 1-272 0,0-3-64 16,0 1-16-16,1 0 0 0,1-1-48 0,-2-1-128 15,-1-1 192-15,1-2-64 0,-3-2-128 0,1-2 0 16,-1-1 0-16,-2-2 128 0,0-2-80 0,-4-5-48 16,0 0 0-16,0 0 0 0,0 0 0 0,0 0 0 15,0 0 0-15,0 0 0 0,7 0 0 0,-7 0 0 16,0 0 0-16,6-5 0 0,1-2 0 0,1-2 0 16,-2-1 0-16,1-3 0 0,-2-3 0 0,1-1 0 15,2-1 0-15,0-2 0 0,0-2 0 0,0 0 0 16,1 0 0-16,0 0 0 0,0 1 0 0,0 1 0 15,-1 1 0-15,0 2 0 0,-2 4 0 0,0 0 0 16,-1 2 0-16,0 2 0 0,-1 0 0 0,0 2 0 16,0 3 0-16,-4 4 0 0,2-6 0 0,-2 6-128 15,0 0 128-15,0 0-160 16,0 0-1712-16,0 0-352 0,8 0-64 0</inkml:trace>
  <inkml:trace contextRef="#ctx0" brushRef="#br0" timeOffset="181970.42">6262 11326 30399 0,'0'0'2704'0,"0"0"-2160"0,-4-4-544 0,-1-2 0 16,1-1 3376-16,1 1 560 0,2 0 112 0,1 6 32 0,0 0-2576 15,0 0-512-15,0 0-96 0,0 0-32 0,0 0 560 0,0 0 112 16,0 0 32-16,-7 8 0 0,1 3-864 0,-1 2-160 16,1 2-32-16,-2 3-16 0,0 3-240 0,2 2-32 15,-2 0-16-15,-1 2 0 0,-1 2-80 0,3-2 0 16,-1-2-128-16,0 0 192 0,2-4-192 0,-1-1 128 15,0 1-128-15,4-6 0 0,-1-2 0 0,0-2 0 16,2 1 0-16,2-10 0 0,0 0 0 0,0 0 0 16,0 0 0-16,0 0-160 0,0 0-48 0,0 0-16 15,0 0 0-15,-1-7 0 0,0-3-80 0,0-2-16 16,1-2 0-16,2-6 0 0,1-1 96 0,1 0 16 16,0-3 0-16,1-3 0 0,0 0 32 0,0 1 16 15,2-3 0-15,-2 3 0 0,1 1 160 0,1 2-160 0,-2 3 160 0,0 1-160 16,1 3 160-16,-2 3 0 0,-1 3 0 0,0 3 0 15,-3 7 160-15,0 0 16 16,0 0 0-16,0 0 0 0,0 0 32 0,0 0 16 16,0 0 0-16,8 7 0 0,-2 2-64 0,4 0-16 0,-1 1 0 0,1 4 0 15,2 0-144-15,0 1 0 0,1-1 144 0,1 2-144 16,3-1 0-16,1 0 0 0,3 2 0 16,-1 0 0-16,0-1 0 0,1 1 0 15,0 3 0-15,1-5 0 0,-2 1 0 0,-1-2 0 0,1-1 0 16,-1 2 0-16,-3-5 0 0,0 3-208 0,1-1 48 15,0-2 16-15,-4-2-112 0,-2 0-32 0,1 0 0 0,-4-1 0 16,-4-1 96-16,-4-6 0 0,5 5 16 0,-5-5 0 16,0 0 176-16,-5 5 0 0,-3-1 0 0,-1 0 0 0,0-1 176 0,-4-1-48 15,-2-2 0-15,0 0 0 0,-1 0 64 16,-3 1 0-16,-4-1 0 0,-3 2 0 0,-2-2 0 16,-1 1 16-16,-1 0 0 0,0 2 0 0,-1 0-80 0,1-1 0 15,1 2-128-15,2-3 192 0,2 5-192 0,1-4 0 16,2 2 0-16,-4 0 0 15,5-1-1184-15,7-2-128 0,4 0-32 0,10-1-21888 16</inkml:trace>
  <inkml:trace contextRef="#ctx0" brushRef="#br0" timeOffset="182715.43">7105 11117 34095 0,'0'0'1504'0,"0"0"320"0,0-6-1456 0,0 6-368 15,0 0 0-15,0 0 0 0,0 0 3136 0,0 0 544 16,0 0 112-16,0 0 32 0,0 0-2096 0,0 0-400 16,0 0-96-16,-1 13-16 0,1 5-448 0,0 4-112 15,0 6-16-15,0 2 0 0,0 4-128 0,0 1-48 16,1 1 0-16,3-1 0 0,-1 2-128 0,1-1-16 15,1-2-16-15,0 0 0 0,0-4-304 0,2-1 128 16,3-2-128-16,-1-3 0 0,-1-2 0 0,0-2 0 16,0-4 0-16,2 0 0 0,-1-4-192 0,2 0-64 15,-1-6 0-15,1-2 0 16,-2-1-208-16,0-3-48 0,1-3-16 0,0-1 0 16,-1-2-64-16,-2-2-16 0,3-1 0 0,-1-3 0 15,0-2 128-15,0-2 32 0,0-4 0 0,0-2 0 0,0-3 32 0,2-2 16 0,-2-2 0 16,1-2 0-16,1-3 80 0,1-1 32 0,1-2 0 15,-3 1 0-15,-2-1 144 0,0 4 144 0,-1 1-208 0,0 5 80 16,-2 3 128-16,0 5 128 0,-2 3-128 16,0 6 176-16,-2 3 400 0,-1 7 96 0,0 0 16 0,0 0 0 15,0 0 0-15,1 12 0 0,2 5 0 0,-1 1 0 16,1 4-304-16,0 4-64 0,-1 4-16 0,1-2 0 16,2 0-96-16,2 2-16 0,0-2 0 0,0 2 0 0,-1-1-192 15,2-2 0-15,0-2 0 0,1-1 0 16,-2 0-448-16,-1-5-192 0,-1-2-48 0,1-1 0 15,-2-4-1248-15,1-2-256 0,0-1-48 0,-1-2-18864 16</inkml:trace>
  <inkml:trace contextRef="#ctx0" brushRef="#br0" timeOffset="182999.68">6882 11010 9215 0,'0'0'400'0,"0"0"96"0,0 0-496 0,0 0 0 0,11-5 0 0,2 1 0 15,1 0 8672-15,2 1 1632 0,1-1 336 0,0 0 64 16,-2-2-7936-16,4 1-1584 0,-1 1-320 0,1-1-64 15,1 0-544-15,1 1-128 0,1 0 0 0,0 0-128 32,0 0-608-32,0 0-224 0,2 2-64 0,-1-1 0 0,0 2-2720 15,1-3-544-15</inkml:trace>
  <inkml:trace contextRef="#ctx0" brushRef="#br0" timeOffset="183166.64">7499 10978 15663 0,'0'0'688'0,"0"0"144"0,0 0-656 0,0 0-176 0,0 0 0 0,0 0 0 0,0 0 7040 0,0 0 1360 16,0 0 288-16,9-3 48 0,2 1-6016 0,0 0-1200 16,1 0-240-16,1 0-64 0,0 0-768 0,1-1-176 15,1 1-16-15,0-1-16 0,2 0-240 0,3 0-288 16,1-1 64-16,1 0 16 16,-1 2-2992-16,2-2-608 0</inkml:trace>
  <inkml:trace contextRef="#ctx0" brushRef="#br0" timeOffset="184099.7">8223 11376 22111 0,'-6'-4'1968'0,"1"1"-1584"16,-1 0-384-16,-1 1 0 0,1 0 4864 0,-1 2 880 15,2 0 176-15,-2 0 32 0,7 0-3104 0,0 0-624 16,-5-3-128-16,5 3-32 0,0 0-656 0,0 0-144 0,0 0-32 0,0 0 0 16,0 0-720-16,0 0-160 0,8-2-32 0,1 1 0 15,0-2-192-15,3 1-128 16,2-2 160-16,3 1-160 0,0-1 0 0,1 2 128 0,2-1-128 0,0 0 0 16,-1 0 0-16,1 1 0 0,-1 1-192 0,-2-2 192 31,1 2-960-31,1 0-64 0,-1-1-32 0,-1 2 0 15,-2 0-1024-15,0-3-208 0,-3 1-32 0,-2 2-18816 0</inkml:trace>
  <inkml:trace contextRef="#ctx0" brushRef="#br0" timeOffset="184286.36">8185 11497 38703 0,'-5'1'3440'0,"-2"-1"-2752"0,7 0-560 0,-7 3-128 16,7-3 2304-16,0 0 416 0,0 0 96 0,0 0 0 0,0 0-1408 15,0 0-272-15,0 0-64 0,0 0-16 0,0 0-592 0,0 0-112 16,10-4-32-16,1 1 0 0,1 1-320 0,2-4 0 16,5 2-160-16,2 1 160 0,2-4-320 0,2-1 64 15,1 2 0-15,3-2 0 16,-1 1-1584-16,1 2-304 0,0 0-64 0,-1 2-18944 0</inkml:trace>
  <inkml:trace contextRef="#ctx0" brushRef="#br0" timeOffset="185067.08">8988 11737 13823 0,'0'0'1216'0,"-1"5"-960"0,-3 0-256 0,1-4 0 15,-2 1 7360-15,5-2 1440 0,0 0 288 0,0 0 48 16,0 0-6368-16,0 0-1264 0,-3 0-256 0,3 0-48 16,-4-2 272-16,4 2 64 0,0 0 16 0,0 0 0 15,-4-4-832-15,-1 1-160 0,3 0-48 0,-2-1 0 16,-2-1-288-16,3 0-64 0,0-2-16 0,-1-2 0 0,0 0-96 0,1 0-48 15,-2 0 0-15,3-4 0 0,-1-2 0 0,-1 0 0 16,2-2 0-16,-1-3 0 0,-1-5 0 0,3 1 0 16,-2-5 0-16,2 1 0 15,-2 0 0-15,1-1 0 0,-1 0 0 0,0 1 0 0,1-2 0 16,-2 0 0-16,0 0 0 0,0 2 0 0,0 2 0 16,1 3 0-16,0 2 0 0,0 3 0 0,0 3 0 0,1 0 0 15,-1 2 0-15,2 2 0 0,-2 3 0 0,3 2 0 16,0 6 0-16,0 0 0 0,0 0 0 0,0 0 0 15,0 0 0-15,0 0 0 0,5 9 0 0,2 5 0 16,-2-1 0-16,4 6 0 0,2 2 0 0,0 1 0 16,1 0 0-16,3 0 0 0,2-2 0 0,2-2 0 15,1-1 0-15,0-2 0 0,3-5 0 0,-1 0-160 0,0-2 160 0,1-2-192 16,0-2 192-16,-1-1-208 0,-1-3 80 0,-2-1 128 16,-1-2-272-16,-1-1 64 15,0-1 16-15,-1-2 0 0,-2-1 0 0,2 2 16 0,-3-7 0 0,-1 0 0 16,-2-3 176-16,1-1 0 0,-4-1 0 0,0-3 0 15,-1-1 0-15,0-1 0 0,-1 0 0 0,1-3 0 16,-2-1 0-16,0 1 0 16,0 0 0-16,0 2-128 0,-1 2 128 0,-1 3 0 0,1 2 160 15,-2 4-160-15,-1 1 240 0,1 5-48 0,-1-2-16 0,0 9 0 16,0 0 32-16,0 0 16 0,0 0 0 0,0 0 0 16,0 0-224-16,3 13 176 0,0 3-176 0,1 3 160 15,-1 4-160-15,1 1 0 0,0 4 144 0,2 2-48 16,-1 2-96-16,1 2 0 0,1 1 0 0,-1 1 0 15,1-4 0-15,1-2 0 0,-2-2 0 0,1-2 0 0,-1 0 0 0,1-3 0 16,-1-1 0-16,1-1 0 16,-2-2 0-16,0-3 0 0,0 0 0 0,1-2 0 15,-1-2 0-15,-1-1 0 0,0-1 0 0,0-3 0 0,-4-7-192 16,5 7-48-16,-5-7 0 0,0 0 0 16,0 0-672-16,0 0-144 0,0 0-32 0,0 0 0 15,0 0-1008-15,0 0-208 0,0 0-32 0,0 0-19408 16</inkml:trace>
  <inkml:trace contextRef="#ctx0" brushRef="#br0" timeOffset="185775.47">9937 11343 43023 0,'0'0'1904'0,"0"0"400"0,0 0-1856 0,0 0-448 0,0 0 0 0,0 0 0 15,0 0 1568-15,-7 1 224 0,1 2 32 0,-1 1 16 16,1 2-304-16,-2 3-48 0,0 2-16 0,0 2 0 0,1 3-768 0,-3-1-144 15,0 3-48-15,0 1 0 0,-1-1-192 0,3-1-64 16,1 0 0-16,-1-2 0 0,1 0-128 0,2-1-128 16,0-2 192-16,2-2-192 0,-1-2 0 0,2-1 0 15,2-7 0-15,0 0 0 0,0 0 0 0,0 0 0 16,0 0-160-16,0 0 160 0,0 0-288 0,0 0 64 16,0 0 16-16,0 0 0 0,0 0 0 0,2-7 0 15,1-1 0-15,2-2 0 0,0-3 32 0,0-2 16 16,1 1 0-16,0-4 0 0,2-2 160 0,1-1-208 15,3-1 80-15,-2 3 128 0,-1 1-192 0,2 1 192 16,-2 0-160-16,-1 2 160 0,0 4 0 0,-2 1 0 16,-1 3 0-16,-1 1 0 0,-4 6 352 0,0 0 64 15,0 0 16-15,0 0 0 0,0 0-48 0,0 0 0 16,0 0 0-16,0 0 0 0,8 3-192 0,0 1-64 0,-2 1 0 16,2 2 0-16,1-1-128 0,1 2 0 0,-1 0 0 15,-2 1 0-15,4 0 0 0,1-1 0 0,-1 1 0 0,1 1 0 16,2 2 0-16,1-1 0 15,-1-1 0-15,-1 0 0 0,0 1 0 0,-1-1 0 16,0 2 0-16,-2-4 0 0,1 1-128 0,-2 0 128 0,-2-1 0 16,0-2 0-16,-2 0 0 0,-5-6-144 0,5 6 144 0,-5-6 0 15,0 0-176-15,0 0 176 16,0 0-160-16,0 0 160 0,0 0 0 0,0 0 128 0,0 0 16 0,0 0 0 16,-5 7-304-16,-3-2-64 0,1-1-16 0,-4-2 0 15,-2 1 240-15,-3 1 0 0,0-1 0 0,-3-1 0 16,1-1 0-16,-2 2 0 0,1 1 0 0,-3-1 0 15,0-1 0-15,2 1 0 0,0 1 0 0,1-2-192 16,-1 0 0-16,2-1 0 0,1 2 0 16,3-1 0-16,2-1-576 0,3 3-128 15,2-1 0-15,7-3-16 0,0 0-1008 0,0 0-208 0,0 0-48 0,0 0 0 16,8 3-2496-16,5-2-512 0</inkml:trace>
  <inkml:trace contextRef="#ctx0" brushRef="#br0" timeOffset="186268.86">10355 11332 44175 0,'0'0'1952'0,"0"0"416"0,0 0-1904 0,0 0-464 15,-5 0 0-15,5 0 0 0,-6 3 1664 0,0 1 224 16,1 1 48-16,0 2 16 0,1 1-464 0,0 2-80 0,2 0-32 0,-2 3 0 15,1 1-864-15,0 0-160 0,2 1-32 0,1 1-16 16,1-2-128-16,2 3-32 0,0 0 0 0,1 0 0 16,2-1-144-16,1-2 0 15,-1-2 0-15,2-2 0 0,1 1 0 0,0-3 0 0,2 0-160 0,0-5 160 16,0 0-304-16,-1-2 48 0,1-1 0 0,-1-1 0 16,1-2-48-16,-1 1 0 0,0-3 0 0,0-2 0 15,-1-1 112-15,-2-1 0 0,0 0 16 16,0-4 0-16,-1 0 176 0,-1 0 0 0,0-3 0 0,2 1-128 15,-3-4 128-15,1 1 0 0,0 0 0 0,-1 1 0 16,0 0 0-16,-1 0 128 0,1 1-128 0,-2 2 128 16,1 2 64-16,-2 2 0 0,1 2 16 0,-1 2 0 0,0 0 240 0,-1 6 32 15,0 0 16-15,0 0 0 0,0 0-192 16,0 0-48-16,0 0 0 0,0 0 0 0,0 0-112 0,0 0-16 16,4 9-128-16,0 2 192 0,-1 1-192 0,0 2 0 15,1-1 128-15,0 1-64 0,0 2-64 0,1-3 0 16,1 3 0-16,-1-1 0 0,-1 1 0 0,1 0 0 15,0 1 0-15,0-4 0 0,-1 0 0 0,2-2 0 16,-1 2 0-16,0-2 0 16,0-2 0-16,2 0-160 0,-3-1 160 0,1 0-192 15,0-3-720-15,2 0-160 0,0-1-16 0,4-1-15616 16,-2-2-3136-16</inkml:trace>
  <inkml:trace contextRef="#ctx0" brushRef="#br0" timeOffset="187734.59">11310 11308 42271 0,'0'0'1872'0,"0"0"384"0,-7 0-1808 0,1-2-448 0,0 1 0 0,6 1 0 15,0 0 1344-15,0 0 160 0,0 0 32 0,0 0 16 16,0 0-464-16,0 0-112 0,10-1-16 0,1 0 0 16,1-1-384-16,1 1-64 0,1 0-32 0,2-2 0 15,1 3-352-15,1-3-128 0,-1 2 0 0,2 0 144 16,0-1-144-16,2 2 0 0,0-2 0 0,0 1 0 15,0-2-1008-15,-1 3-224 0,1-3-48 0,-3 2-16 16,-1 0-2224-16,-1 2-432 0</inkml:trace>
  <inkml:trace contextRef="#ctx0" brushRef="#br0" timeOffset="187909.59">11394 11455 23951 0,'0'0'2128'0,"-7"3"-1696"16,0-1-432-16,-1 0 0 0,1-1 5184 0,0-1 944 15,-1 0 192-15,8 0 32 0,0 0-4624 0,0 0-944 16,0 0-176-16,0 0-32 0,0 0 208 0,0 0 48 16,11-1 16-16,0-2 0 0,4 0-848 0,0 1-416 15,1-1 32-15,4 1 16 16,0-4-1088-16,4 1-208 0,1 0-64 0,2 1 0 16,2 0-1984-16,1 1-384 0</inkml:trace>
  <inkml:trace contextRef="#ctx0" brushRef="#br0" timeOffset="189483.54">12598 11146 28559 0,'0'0'2544'0,"-3"-6"-2032"15,1-4-512-15,-2 0 0 0,-2-4 3616 0,1 2 624 0,0-1 128 0,-1 0 32 16,-2 2-2224-16,0-2-448 0,-1 2-96 0,0-1-16 16,0 0-368-16,-1 4-80 0,0-1-16 0,0 4 0 15,-1 0-576-15,1 2-112 0,-2 2-16 0,0 2-16 16,-3 3-32-16,-1 3 0 0,-1 2 0 0,-1 4 0 0,-2 2-128 0,1 4-16 15,-1 0-16-15,-1 5 0 0,-1 3-112 0,1 3 0 16,2 0-128-16,3 1 192 0,3 2-64 0,1-4-128 16,6-2 176-16,3-1-32 0,3-1-144 0,3-3 0 15,4-1 0-15,5-3 0 0,4 0 0 0,2-1 0 16,2-1 0-16,-1-3 0 0,2-3 0 0,1 0 0 16,0-3 0-16,2 0 0 0,-1-2 0 0,2-1 0 15,0-4 0-15,1-3 0 0,0 1 0 0,0-2-128 16,0-3 128-16,-1 1-160 0,1-2 160 0,0-1 0 15,0-2 0-15,-2 0 0 0,-1-1 0 0,-1-4-128 16,-1 2 128-16,-3-4 0 0,-2 0 0 0,-2-2 0 16,-3-2 0-16,-3-2-128 0,-2 1 128 0,-2-2 0 15,-3 0 0-15,-2-1 0 0,-3 0 0 0,-2 1 0 16,-2 2 0-16,-3 1 0 0,-2 1 0 0,-1 1 0 16,-2 3 0-16,-1-1 0 0,-1 3 0 0,-1 0-128 15,-2 2 128-15,0 1-128 0,0 2-144 0,-1 3-32 16,0 5 0-16,0-1 0 15,1 6-864-15,1-1-176 0,1 5-48 0,0 3 0 16,4 2-1472-16,-1 2-288 0,0 3-64 0,2 2-16720 0</inkml:trace>
  <inkml:trace contextRef="#ctx0" brushRef="#br0" timeOffset="189708.23">12497 11335 10127 0,'0'0'896'0,"0"0"-704"0,0 0-192 0,0 0 0 16,0 0 8256-16,0 0 1600 0,0 0 336 0,0 0 64 16,0 0-7040-16,0 0-1408 0,0 0-272 0,7 7-64 0,-7-7-256 0,8 9-64 15,0 2 0-15,-1-1 0 0,1 0-752 0,0 2-144 16,1 1-48-16,0 0 0 0,-1 0-208 0,0 0 176 16,0 0-176-16,0 0 160 0,-2-3-160 0,2 1-144 15,1 1 144-15,0-1-208 16,-1 1-1008-16,-1-3-192 0,0 0-32 0,1-1-16 15,1-1-1936-15,0-2-384 0,1 0-64 0</inkml:trace>
  <inkml:trace contextRef="#ctx0" brushRef="#br0" timeOffset="189925.72">13084 11250 49119 0,'0'0'2176'0,"0"0"448"0,0 0-2096 0,8-1-528 0,2 0 0 0,1-1 0 16,-2 0 624-16,0 1 16 0,4-1 0 0,1 1 0 16,2-2 80-16,2 1 32 0,3-2 0 0,0 0 0 15,3 3-624-15,-1-2-128 0,3 0 0 0,0 1 0 32,0 0-1472-32,2 2-256 0,-2-2-32 0,0 1-13184 0,0 1-2640 0</inkml:trace>
  <inkml:trace contextRef="#ctx0" brushRef="#br0" timeOffset="190576.8">13732 10971 13823 0,'0'0'1216'0,"0"0"-960"16,0 0-256-16,0 0 0 0,0 0 8752 0,0 7 1696 16,0-1 352-16,0 4 64 0,1 1-8112 0,1 2-1632 15,-1 2-320-15,-1 3-64 0,3 3-96 0,-2 2-32 16,1 3 0-16,2 3 0 0,0 4-368 0,2-2-80 16,0-1-16-16,-1-1 0 0,3-5-144 0,-3-2 160 15,2-1-160-15,-1-4 160 0,1-1-160 0,-2 0 0 16,0-3 0-16,3-3 0 0,-1-1 0 0,0-1 0 0,-1 0 0 0,0-3 0 15,-1-4 0-15,1 5 0 0,-6-6 0 0,0 0 0 16,0 0-144-16,0 0 144 0,7-4 0 0,0 1 0 16,-1-4 0-16,0 1-128 0,-1-2 128 0,0-1 0 15,0-4 0-15,2 0 0 0,1-3 0 0,-1-1 0 16,1-1-128-16,1-3 128 0,1-4 0 0,-1 1 0 16,-1-1-144-16,-1 1 144 0,1 2 0 0,-1 3-144 15,-1 2 144-15,-1 5 0 0,-1 3 0 0,0 0 0 16,-4 9 0-16,3-7 0 0,-3 7 128 0,0 0-128 0,0 0 192 0,0 0-48 15,0 0 0-15,2 9 0 0,0 2-144 16,0 4 192-16,4 5-192 0,-3 2 192 0,1 0-144 16,3 1-48-16,-1-1 0 0,2-1 0 0,0-1 0 15,3 0 0-15,-2-2 0 0,1 0 0 0,3-1 0 16,0-2 0-16,0-3 0 0,0-1 0 16,0 0 0-16,2-2 0 0,-5-1 0 0,3-2 0 0,-3-3 0 0,2-1 0 15,0 1 0-15,-2-2 0 0,1-2 0 0,-2 0 0 16,0-1 0-16,-1-2 0 0,1 1 0 0,-2-4 0 15,-1-2 0-15,-1 0 0 0,0-2 0 0,-1-2 0 16,0-1 0-16,0-2 0 0,0-1 0 0,-1-1 0 16,-1-4 0-16,0-2 0 0,-2-6 0 0,0 1 0 15,-2 0 0-15,1-1 0 0,0 0 0 0,-2-1 0 16,1 2 0-16,-4 2 0 0,1 2 0 0,0 4 0 16,0-1 0-16,-2 3 0 15,3 4-416-15,0 2-80 0,-1-2-16 0,2 5 0 16,1 2-1472-16,1 2-320 0,1-1-48 0,0 7-20672 0</inkml:trace>
  <inkml:trace contextRef="#ctx0" brushRef="#br0" timeOffset="191244.26">13585 10939 29487 0,'-11'2'1296'0,"6"-2"288"0,0 0-1264 0,0 0-320 0,5 0 0 0,0 0 0 0,0 0 5008 0,0 0 944 16,0 0 192-16,0 0 48 0,9 0-4400 0,0-2-896 15,1 0-160-15,5 0-32 0,3 2-464 0,0 0-96 16,-1 0-16-16,3-3 0 0,-1 3-128 0,1-1-272 15,1 0 64-15,1 1 16 16,0 0-2192-16,1 0-432 0,1-2-96 0,-1 2-18176 0</inkml:trace>
  <inkml:trace contextRef="#ctx0" brushRef="#br0" timeOffset="191442.25">14057 10921 47103 0,'0'0'2096'0,"0"0"416"0,0 0-2000 0,6-6-512 0,1 2 0 0,3-1 0 16,-1 0 832-16,2 2 80 15,0-2 16-15,2 1 0 0,1 0 208 0,0-1 32 16,3 1 16-16,0 3 0 0,1-2-608 0,2 1-128 16,0-1-32-16,1 2 0 0,0-1-192 0,0 1-32 15,0 0-16-15,0 1 0 0,0 0-176 0,1 0 0 0,0-3 0 0,-3 3 0 32,-3 0-368-32,1 3-144 0,1-3-48 0,-2 1 0 15,0 0-848-15,-2 1-192 0,-1-1-16 0,0 0-13680 16,0 2-2720-16</inkml:trace>
  <inkml:trace contextRef="#ctx0" brushRef="#br0" timeOffset="201182.44">17334 7968 43071 0,'0'0'1920'0,"0"0"384"0,0 0-1856 0,0 0-448 16,-2 5 0-16,-1 1 0 0,0 5-208 0,2 0-144 16,-3 4-32-16,2 3 0 0,-4 0 384 0,2 2 288 15,-2 1-48-15,-2 7-16 0,2 1 128 0,2-7 32 16,1-1 0-16,0-1 0 0,1-2-176 0,1-1-16 16,-1-1-16-16,1-2 0 0,1-1-176 0,0 0 192 15,1-3-192-15,-2-2 192 0,1-8-192 0,0 0 0 16,0 0 0-16,0 0-176 0,0 0-32 0,0 0-16 15,0 0 0-15,0 0 0 0,-4-6 224 0,0-3 0 16,0-3 0-16,0 0 0 0,0-1 256 0,2-3-48 16,0-2-16-16,2-3 0 0,2-2-192 0,-1-3 0 0,2-2 0 15,1 1 0-15,0-2 0 0,1 2 0 0,-1 1-160 0,1 4 160 16,0 3 0-16,0 4-160 0,-1 4 160 0,1 4 0 16,-1 0 0-16,-4 7 224 0,0 0-16 0,0 0 0 15,0 0 256-15,0 0 48 0,6 8 16 0,-1 4 0 0,0 2-112 16,1 3-32-16,1 1 0 0,1 4 0 0,1 2-192 15,0 1-64-15,2 1 0 0,2-2 0 0,1-1-128 16,0-4 0-16,1 2 0 0,0-1 0 0,2-1 0 0,0-1 0 16,0 1 128-16,-1-5-128 0,-1 2 0 0,1-5 0 15,0 0-192-15,-2-2 192 0,-2-1-384 16,-1-2 32-16,2 1 16 0,-5-3 0 0,-8-4 48 0,0 0 16 16,0 0 0-16,0 0 0 0,0 0 144 0,0 0 128 15,0 0-192-15,-4-6 192 0,-2-1-160 0,-2 0 160 16,-1-5-128-16,-3 2 128 0,0-2 0 0,-3 0 144 15,-2-1 0-15,-1-1 0 0,-2-4-144 0,-1 1 0 16,-1 0 0-16,0 1 0 16,-2 2-448-16,0 1-32 0,-1 0 0 0,-3 1 0 0,-3 0 480 0,1 2-144 15,-1 1 144-15,1 1 0 0,0 3 352 0,4 1 160 16,2 1 16-16,4-1 16 0,3 2-288 0,1 2-48 16,4 1-16-16,3 0 0 0,3 1 80 0,0 0 16 15,6-2 0-15,0 0 0 0,0 0-96 0,4 9-32 16,3-2 0-16,3 1 0 0,1 0-160 0,4-3 0 0,5 0 0 0,2 2 0 15,1-1 0-15,4-2 0 16,3 1 0-16,0-1 0 0,0-3 0 0,1-1 0 0,0-1 0 16,0 1 0-16,2 1-320 0,0 1 64 0,-1-2 16 15,-1 0 0 1,-2 1-240-16,-4 0-48 0,-3 2-16 0,-2 0 0 0,-5-2 288 0,-3 1 64 16,-4 1 16-16,-2 0 0 0,-6-3 176 0,0 0 256 0,0 0-64 0,0 6-16 15,-2-1 320-15,-2 1 64 0,-1-3 16 0,-2 1 0 16,-1 2-112-16,-1 0-16 0,-1 5 0 15,-1-5 0-15,-2 2-128 0,0 1-16 0,-1 1-16 16,0 2 0-16,-1-1 0 0,-2-1 0 0,0 0 0 0,0 2 0 0,0 3-32 16,2-5 0-16,-2 2 0 0,1-2 0 0,1 1-112 15,0-4-16-15,1 1-128 0,2-1 192 0,2-1-192 16,-1 2 0-16,2-1 0 0,4-1-160 16,0-3-1376-16,-1 1-256 0,6-4-64 15,0 0-12544-15,0 0-2512 0</inkml:trace>
  <inkml:trace contextRef="#ctx0" brushRef="#br0" timeOffset="203764.19">9817 11876 24879 0,'0'0'2208'0,"-7"0"-1760"16,1 0-448-16,-1 0 0 0,0 1 4544 0,1-1 832 16,6 0 176-16,0 0 16 0,0 0-4048 0,0 0-816 15,0 0-176-15,0 0-16 0,0 0 368 0,10 0 80 16,0 0 0-16,4 2 16 0,3-2-448 0,3 1-80 0,5-1-32 0,2-1 0 16,4 1-96-16,3 0 0 0,0-2-16 0,3 2 0 15,0-1-80-15,1 1-16 0,-1 0 0 0,-1-2 0 16,-2 0-208-16,0 1 128 0,-3 0-128 0,1-3 0 15,-2 2 0-15,-2 1 0 0,-2-3 0 0,0 3 0 16,-1 1-1056-16,-4 0-160 16,-4 0-16-16,-4 0-16 0,-1 0-1200 0,-12 0-240 0,0 0-64 15,0 0-10144-15,-4 9-2032 0</inkml:trace>
  <inkml:trace contextRef="#ctx0" brushRef="#br0" timeOffset="204036.04">9683 12065 24879 0,'-34'0'2208'0,"19"1"-1760"0,0 1-448 0,0-2 0 0,5 0 5136 0,2 0 944 16,8 0 192-16,0 0 48 0,0 0-4592 0,0 0-928 16,11 0-176-16,3-2-48 0,3 1 224 0,4-1 32 15,1 0 16-15,7 1 0 0,1-2-304 0,4-1-64 16,-1 1-16-16,7-4 0 0,1 2-176 0,4 2-32 16,2-2-16-16,-1 4 0 0,3-5-112 0,-2 1 0 15,0 1-128-15,0 2 192 0,-2-1-192 0,1 1 0 16,-1-2 0-16,-2 1 0 0,-1-1 0 0,-4 3 128 15,-2 1-128-15,-2 0 0 0,-2 0 0 0,-5 1 0 16,-4 2-192-16,-3-2 192 0,-6 2-288 0,-2 1 48 16,-1-2 16-16,-4 1 0 15,-7-3-160-15,0 0-16 0,0 0-16 0,0 0 0 16,0 0-592-16,0 6-112 0,0-6-32 0,-1 8 0 16,-2-1-1680-16,3-7-352 0,-3 5-64 0</inkml:trace>
  <inkml:trace contextRef="#ctx0" brushRef="#br0" timeOffset="212840.87">15298 11171 36975 0,'0'0'1632'0,"0"0"352"0,0 0-1600 0,0 0-384 16,0 0 0-16,0 0 0 0,6-3 2016 0,2 2 320 15,1-3 64-15,3 3 16 0,0-1-704 0,2 2-144 16,3-2-32-16,3 0 0 0,2 1-416 0,3 1-96 16,1 0 0-16,1 0-16 0,3-1-464 0,0 0-96 15,1-1 0-15,1 2-16 0,0 0-240 0,2 0-32 0,1-2-16 0,2 2 0 16,-1-2-144-16,2 2 0 16,0 0 144-16,-2 0-144 0,1 2 0 0,-3-1 0 0,-2 0 0 0,0 2-128 31,-1 1-720-31,-2-2-144 0,-2 1-32 0,-4-2 0 15,0 2-1120-15,-4-3-224 0,-2 0-64 0,0 0-11856 0,-4 0-2384 16</inkml:trace>
  <inkml:trace contextRef="#ctx0" brushRef="#br0" timeOffset="213104.26">16276 11094 24879 0,'0'0'2208'0,"0"0"-1760"0,-6 1-448 0,0-2 0 15,-1 1 4864-15,7 0 896 0,0 0 192 0,0 0 16 16,0 0-4288-16,0 0-848 0,0 0-192 0,0 0-16 15,0 0 240-15,0 0 48 0,0 0 16 0,0 0 0 16,11 1-448-16,1 2-96 0,1 1 0 0,0 0-16 0,1-2-368 0,2 2 0 16,2 0 0-16,0 0 128 0,2 0-128 0,-2 2 0 15,1-3 0-15,0 1 0 0,-1 0 0 0,-1 1 0 16,-3 0 0-16,-2 2 0 0,-3-1 0 0,-2 1 0 16,-3-1 0-16,-3 1 0 0,-4 1 144 0,-2 0 64 15,-3 2 16-15,-2-2 0 0,-5 1 128 0,-2 0 32 16,-2 1 0-16,-3-2 0 0,-2 1-544 0,0-1-96 15,0-1-32-15,3-2-15968 16,2 1-3200-16</inkml:trace>
  <inkml:trace contextRef="#ctx0" brushRef="#br0" timeOffset="213833.28">17862 10954 27647 0,'0'0'1216'0,"-4"-3"256"0,0-3-1168 0,2 0-304 15,-1-2 0-15,2-1 0 0,1-2 3520 0,1 1 656 16,0 1 128-16,1-3 32 0,-2 2-3120 0,-2 2-608 16,1-1-128-16,-3 2-32 0,-1 1 624 0,1 0 112 15,0 4 32-15,-1 1 0 0,-4-2-288 0,0 4-48 16,0 3-16-16,-3 3 0 0,-4 2-144 0,-2 5-16 15,0 6-16-15,-2 3 0 0,-2 6-240 0,0 1-32 16,0 1-16-16,1 4 0 0,3 2-16 0,2-1 0 16,3 0 0-16,4-3 0 0,4-1-176 0,3-5-32 0,5-2-16 15,3-3 0-15,4-1-160 0,1-2 0 16,8-4 0-16,1-2 0 0,4-3 0 0,1-1 0 16,-1-2 0-16,4-3 0 0,-1-2-192 0,2-2 192 15,0 0-192-15,0-2 192 0,4-2-192 0,-3-3 192 0,-4 0-160 16,2-1 160-16,-2 0-144 0,-2-1 144 0,-1-4-128 0,-3 0 128 15,-3-2 0-15,-1 0-128 0,-3-5 128 0,-1-1 0 16,-3-3 0-16,-3-1 0 0,0-1 0 0,-4-2 0 16,-2 0 0-16,-1-2 0 0,-4-2 0 0,-2 2 0 0,-2-1 0 0,-1 2 0 15,-3 1 0-15,-2 2 0 0,-2 1 0 16,-1 3 0-16,-3 1-128 0,-1 1 128 0,-1-1-304 0,0 6 32 16,1-2 0-16,1 4 0 15,1 2-288-15,0 4-48 0,0 0-16 16,2 4 0-16,1 3-1696 0,2 4-352 0,0 3-64 15,1 3-18384-15</inkml:trace>
  <inkml:trace contextRef="#ctx0" brushRef="#br0" timeOffset="214101.02">17861 11146 44799 0,'0'0'1984'0,"0"0"416"0,0 0-1920 0,0 0-480 16,0 0 0-16,0 0 0 0,4 8 960 0,0 2 80 15,-2 1 32-15,4 2 0 0,0 2 240 0,1 1 48 16,-1 2 16-16,1 1 0 0,-2-2-752 0,0-1-160 16,0 1-16-16,2 0-16 0,-1-1-272 0,2-2-160 15,0 2 192-15,-2-4-192 0,0 1 0 0,-1-1 0 0,-1-3 0 0,1 0-144 31,0-1-1184-31,-5-8-224 0,7 6-48 0,-1 1-16 16,1-2-1904-16,1-1-368 0,-1-2-80 0</inkml:trace>
  <inkml:trace contextRef="#ctx0" brushRef="#br0" timeOffset="214319.28">18500 11039 5519 0,'0'0'496'16,"0"0"-496"-16,0 0 0 0,6 0 0 0,-6 0 9376 0,9-4 1776 16,3 0 368-16,0 2 64 0,0-1-8320 0,-1 1-1664 15,0-1-336-15,2 0-64 0,1 2-208 0,2-2-32 16,-1 1-16-16,1-1 0 0,1 2-752 0,1-2-192 0,1 2 0 0,-1 0 0 31,0-1-368-31,0 2-144 0,2 0-48 0,-1 0 0 16,0 0-1808-16,-1 0-384 0,1 0-64 0</inkml:trace>
  <inkml:trace contextRef="#ctx0" brushRef="#br0" timeOffset="214497.16">18643 11111 43535 0,'0'0'1920'0,"0"0"416"0,0 0-1872 0,0 0-464 0,0 0 0 0,0 0 0 15,0 0 1056-15,0 0 112 0,0 0 32 0,0 0 0 16,11 5-368-16,0-1-64 0,2-3 0 0,3 2-16 15,2-3-512-15,2 0-112 0,2 0 0 0,1-3-128 16,4 2-624-16,-4 0-224 16,0-2-48-16,2 0-13664 0,0 0-2720 0</inkml:trace>
  <inkml:trace contextRef="#ctx0" brushRef="#br0" timeOffset="-213814.35">19433 11378 44511 0,'0'0'1984'0,"0"0"384"0,0 0-1888 0,0 0-480 0,0 0 0 0,0 0 0 16,0 0 1344-16,-6 0 192 0,-2-2 16 0,0-1 16 16,-2-1 32-16,2-3 0 0,0 1 0 0,-1-2 0 15,-2 0-864-15,2 0-160 0,-1 2-48 0,3-4 0 0,2-2-272 16,0-1-64-16,2-2-16 0,2-4 0 16,-2-1-176-16,2-1 128 0,0-3-128 0,1-1 128 0,0-5-128 0,0-1 0 15,0-2 0-15,0 0 0 0,0 1 0 16,0-2 0-16,0 1 0 0,0 2 0 0,-2 1 0 0,1 3 0 15,2 1 0-15,-1 5 0 0,-1 0 0 0,1 5 0 16,1-1 0-16,1 6 0 0,-1 3 0 0,-1 8 0 16,0 0 0-16,0 0 0 0,0 0 0 0,0 0 0 15,9 8 0-15,-1 2 0 0,2 3 0 0,4 3 0 16,-1 1 0-16,1 0 0 0,0-2-128 0,2 1 128 16,0 1 0-16,0-3 0 0,3 2 0 0,0-3 0 15,2-3 0-15,1-1 0 0,-1-1 0 0,1-3 0 16,2-1 0-16,1-2 0 0,-1-2 0 0,0-2 0 15,-1-4 0-15,-1-1 0 0,1 0-176 0,-3-4 48 16,0 1 0-16,-2-2 0 0,1 0 128 0,-3-2-208 16,-1-3 80-16,-1-1 128 0,-1-2-128 0,0-1 128 15,-1-1 0-15,-2-1 0 0,-2-1 0 0,-1 1 0 16,-2-1 0-16,0 5 0 0,0-1 0 0,1 6 0 16,-3-1 0-16,0 6 0 0,-2 3 0 0,-1 6 128 15,0 0-128-15,0 0 192 0,0 0-64 0,0 0-128 0,0 0 192 0,0 0-64 16,3 10-128-16,-2 6 0 15,1 5 0-15,-1 5 128 0,0 0-128 0,1 3 0 16,-2 2 0-16,1-1 0 0,0-3 0 0,-1 3 0 0,0 1 0 0,0 1 0 16,0 0 0-16,1-2 0 0,-1 0 128 0,0-1-128 15,0-2 0-15,0 1 0 0,2 0 0 0,-2-4 0 16,0-2-160-16,0-1-16 0,2-3 0 0,0 0 0 16,-1-3-912-16,0-1-192 0,2-3-48 0,-1-1 0 15,2-4-1616-15,0 0-336 0,3-4-64 0</inkml:trace>
  <inkml:trace contextRef="#ctx0" brushRef="#br0" timeOffset="-213237.03">20339 10932 24879 0,'0'0'2208'0,"0"0"-1760"16,0 0-448-16,0 0 0 0,0 0 4608 0,0 0 848 15,0 0 176-15,7 9 16 0,-3-1-3664 0,0 3-720 16,-2 2-160-16,1 1-16 0,-3 2 176 0,0 2 32 15,-1-1 16-15,-1 2 0 0,1-2-736 0,0 0-160 16,-2-1-32-16,2 1 0 0,-2-4-144 0,2 0-48 16,-2-3 0-16,2 1 0 0,1-2-48 0,0-9-16 15,0 0 0-15,0 0 0 0,0 0-128 0,0 0 0 16,0 0 0-16,0 0 0 0,0 0 0 0,0 0 0 16,0 0 0-16,0 0 0 15,-1-9-320-15,1-2-112 0,1-2-16 0,2 0 0 0,0-2 160 0,1-2 32 16,2-3 0-16,-1-1 0 0,1-1-16 0,2 0 0 15,0 0 0-15,-2 2 0 0,0 2 144 0,-1 2 128 0,-1 1-192 16,0 4 192-16,-2 3 0 0,0 2 0 0,-1 1 128 0,-1 5-128 16,0 0 528-16,0 0 16 0,0 0 0 0,0 0 0 15,0 0-96-15,0 0 0 0,0 0-16 0,4 6 0 16,0 1-432-16,1 1 0 0,3-1 0 0,0 4 0 16,-1-2 0-16,3 3 0 0,0-2 0 0,2 3 0 15,-1-1 0-15,2 1 0 0,-1 0 0 0,1 0 0 16,0 1 0-16,0-1 128 0,0-2-128 0,0 2 0 15,-2-3 0-15,1 1 128 0,-1-1-128 0,0-1 0 0,-1 0 0 0,-2-2 0 16,-2-1 0-16,0 1 0 0,-2-1-128 16,-4-6 128-16,0 0 0 0,0 0 0 0,0 0-128 15,0 0 128-15,4 6-160 0,-4-6 160 0,0 0 0 0,0 0 0 16,-6 5-128-16,-2-1 128 0,-1-2 0 0,-1 1 0 16,-2 1 0-16,-1-3 0 0,0 1 0 0,-1-1 0 15,-1 0 208-15,-2 2-64 0,-1 1-144 0,0-2 0 16,0-2 0-16,-1 2 0 15,3 0-384-15,-1 1-128 0,1-1 0 0,2-2-16 16,1 2-768-16,1-1-160 0,1-1-16 0,5 0-16 16,6 0-1600-16,0 0-320 0,0 0-64 0,0 0-8992 15,10 0-1792-15</inkml:trace>
  <inkml:trace contextRef="#ctx0" brushRef="#br0" timeOffset="-212798.47">20839 10924 20271 0,'0'0'1792'0,"0"0"-1424"0,0 0-368 0,-6-1 0 16,6 1 6272-16,-5 1 1168 0,-1 3 240 0,-1-1 64 15,2 2-4864-15,-2 3-976 0,1 2-192 0,1 2-48 16,-2 1-688-16,2 3-144 0,0 1-16 0,1 0-16 16,1 0-480-16,2 1-112 0,2 0-16 0,2 0 0 15,1-1-192-15,1 0 144 0,3-1-144 0,1-2 128 0,1-1-128 0,2-1 0 16,0-3 0-16,1-1 0 0,1-3 0 0,2 0 0 15,-2-2-224-15,-1-2 80 0,0-1-96 0,0-1-16 16,-1-2 0-16,-2 1 0 0,0-5 112 16,0 1 16-16,-1-2 0 0,0-1 0 15,0-2 128-15,-1-2-192 0,0-2 192 0,-1 0-192 0,-1-2 192 0,1 2 128 16,-1-2-128-16,-1 0 176 0,-1 0-176 0,0 3 0 16,-1 2-192-16,-1-1 192 0,0 2 0 0,-1 2 128 15,-1 1 32 1,0 8 0-16,0 0 32 0,0 0 0 0,0 0 0 0,0 0 0 0,0 0 0 0,0 0 0 15,0 0 0-15,0 0 0 0,0 0-192 0,0 0 0 16,0 10 0-16,0 1 128 0,1 2-128 0,1-2 0 0,-1 1 0 16,1 2 0-16,2-2 0 0,0 1 0 15,0-2 0-15,0 0 0 0,0-1 0 0,1 1-176 16,0-2 176-16,2 0-128 16,-1-1-704-16,4-2-128 0,-3 1-16 0,1-3-16 15,0 1-1104-15,1-4-208 0,2 1-64 0,2-2-12192 16,-2-2-2448-16</inkml:trace>
  <inkml:trace contextRef="#ctx0" brushRef="#br0" timeOffset="-212336.17">21643 10917 13823 0,'-7'-8'608'0,"5"4"128"0,-2-1-592 0,-1-1-144 16,2 4 0-16,1-3 0 0,-1 3 8176 0,0 2 1600 15,2 0 320-15,1 0 64 0,0 0-7136 0,0 0-1424 0,0 0-272 0,0 0-64 16,0 0-640-16,0 8-128 15,-1 4-32-15,-1 1 0 0,4 1-272 0,-2 3-48 0,1 0-16 0,0 0 0 16,-1 1-128-16,2 2-144 16,-2-4 144-16,1-1-208 15,0-2-368-15,2 0-64 0,-1-1 0 0,0-2-16 16,-1-2-1104-16,0 0-224 0,1 0-32 0,-2-8-12848 0,0 0-2576 0</inkml:trace>
  <inkml:trace contextRef="#ctx0" brushRef="#br0" timeOffset="-212176.8">21414 11030 15663 0,'-12'-4'688'0,"8"3"144"0,-3-2-656 0,2 2-176 0,0-3 0 0,5 4 0 0,0 0 6912 0,0 0 1344 16,0 0 256-16,0 0 64 0,0 0-5872 0,8-5-1168 15,1 1-256-15,3 1-32 0,2 1-928 0,2 0-176 16,2 2-144-16,0-2 192 0,2-1-320 0,1 2-64 16,2 0-16-16,0-1 0 15,1 1-1472-15,1 0-304 0,-1-2-48 0,3 0-11728 16,1 2-2368-16</inkml:trace>
  <inkml:trace contextRef="#ctx0" brushRef="#br0" timeOffset="-211249.02">22107 10677 30399 0,'0'0'2704'0,"0"0"-2160"16,0 0-544-16,0 0 0 0,0 0 3584 0,0 0 592 15,0 0 128-15,0 0 32 0,0 0-2096 0,0 0-432 16,0 0-80-16,7 13 0 0,-1 0-640 0,1 2-128 0,-1 4-32 0,1 2 0 15,-3 3-400-15,1 1-80 16,-1 1 0-16,0 3-16 0,0-2-176 0,-1 3-16 0,1 0-16 0,0-1 0 16,-1-2-96-16,1-2 0 0,-2-3-128 0,1-1 192 15,-2-3-192-15,1-1 128 0,2-1-128 0,-2-3 0 16,-1-3 0-16,1-1 0 0,-1-2 0 0,-1-7 0 16,0 0 0-16,0 0 0 0,0 0 0 0,0 0 0 15,0 0 0-15,0 0 0 0,0 0 0 0,7-5 0 16,-1-2 0-16,1-1 0 0,-2-2 0 0,1-2 0 0,1-2 0 0,1-2-128 15,1-2 128-15,0-3-208 16,0-2 208-16,2-1-176 0,0-3 176 0,2 1-160 0,2 2 160 0,0 1-160 16,1-3 160-16,0 4-160 0,-1 1 160 15,0 4 0-15,-2 1 0 0,-2 4-128 0,-3 3 128 0,-1 4 0 16,-7 5 0-16,0 0 0 0,0 0 0 16,0 0 128-16,6 8-128 0,-2 2 176 15,1 5-16-15,-1 0 0 0,-1 2 0 0,1 3 0 0,-2 1-160 0,4 1 160 16,-1 1-160-16,1 0 160 0,3 1-160 15,1 0 0-15,-1-2 144 0,1-1-144 0,-1-4 0 0,3-2 0 16,-2-2 0-16,1 0 128 0,-2-5-128 0,0-1 0 16,3-2 0-16,-2-1 0 0,-1-1 0 15,0-3 0-15,-9 0 0 0,11-3 128 0,-2-1-128 0,0-3 0 16,-2 2 0-16,-2-3 128 0,1-2-96 0,0 1-32 16,-1-4 0-16,-1-3 0 0,1-2 0 0,0-2 0 15,-1-3 0-15,1 1 0 0,1-2 0 0,-1 1 0 16,0-1 0-16,-1 1 0 0,1-1 0 0,-1 2 0 15,-1 0 0-15,-1 1 0 0,1 2-176 0,-1 0-16 0,-2 4-16 0,-2-1 0 32,1 6-928-32,-2-1-176 0,-1 2-32 0,1 1-15104 0,1 4-3008 0</inkml:trace>
  <inkml:trace contextRef="#ctx0" brushRef="#br0" timeOffset="-211023.86">21866 10666 7359 0,'0'0'656'0,"0"0"-528"0,0 0-128 0,0 0 0 0,0 0 9904 0,0 0 1936 16,9 0 400-16,2 0 80 0,2 0-9840 0,3 0-1968 15,4 0-512-15,2-2 128 0,3 0-128 0,2 1 128 16,2 0-128-16,1-3 128 15,0 3-1312-15,0-3-256 0,0 0-48 0,1 0-13040 16,3 0-2592-16</inkml:trace>
  <inkml:trace contextRef="#ctx0" brushRef="#br0" timeOffset="-210818.77">22712 10592 11055 0,'0'0'480'0,"0"0"112"0,0 0-464 0,0 0-128 15,8-1 0-15,2-1 0 0,3 1 8048 0,2 0 1584 16,-1-2 320-16,-1 2 64 0,0-2-6592 0,1 3-1312 15,-1-5-272-15,3 4-48 0,1 1-848 0,0-3-176 16,3 1-16-16,0 0-16 0,1 1-464 0,3 0-80 16,-1-1-32-16,-1 2 0 0,2 0-160 0,-2 0 0 15,-2-1 0-15,-2 1 0 16,-1 0-816-16,-2 0-144 0,1 1-16 0,1-1-15232 0,0-1-3056 0</inkml:trace>
  <inkml:trace contextRef="#ctx0" brushRef="#br0" timeOffset="-157077.14">1797 17730 36447 0,'-4'-20'1616'0,"4"20"336"0,0 0-1568 0,0 0-384 0,0 0 0 0,0 0 0 15,0 0 0-15,10 0 128 0,-10 0-128 0,10-4 0 16,-10 4 0-16,0 0 0 0,11 4 0 0,-11-4-176 16,0 0 176-16,0 0 0 0,0 0 0 0,0 0-128 15,0 0 128-15,0 0 0 0,0 0 0 0,0 0 0 0,0 0 128 0,5 9-128 16,-5-9 128-16,-1 11-128 16,0 1-1440-16,-1-2-352 0,0-2-80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0T22:14:28.79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776 924 27647 0,'-8'-13'1216'0,"4"9"256"0,-3-2-1168 0,1 1-304 0,-1 1 0 0,4-1 0 0,0 1 4912 0,3 4 912 16,0 0 192-16,0 0 48 0,0 0-3760 0,0 0-768 16,0 0-128-16,0 0-48 0,5 12-848 0,0 1-192 15,1 5-16-15,0 6-16 0,1 2-96 0,-1 2-32 16,1 4 0-16,-1 2 0 0,1 0-32 0,0 7 0 15,0-3 0-15,0-3 0 0,-2-2-128 0,0-3 0 16,-1-4 0-16,0 0 128 0,-2-4-128 0,1-1 0 16,-2-3 0-16,1 1 0 0,-1-6 0 0,0-2-272 15,-1-2 32-15,0-2 16 16,0-7-1488-16,0 0-288 0,0 0-64 0,0 0-16 16,0 0-1056-16,0 0-224 0,-4-7-32 0</inkml:trace>
  <inkml:trace contextRef="#ctx0" brushRef="#br0" timeOffset="267.14">626 896 24879 0,'-20'-13'2208'0,"10"7"-1760"0,-2 0-448 0,3 0 0 0,2-2 4832 0,4 2 880 0,-1-1 176 0,4 7 48 15,0 0-3584-15,0 0-720 0,0 0-144 0,2-9-16 16,2 0-416-16,3 2-80 0,2 1-16 0,4-2 0 16,1 0-576-16,-2 4-128 0,2 0-32 0,6 0 0 15,3-1-224-15,2 1 128 0,2-2-128 0,2 1 0 16,1-1 144-16,8 1-144 0,-3 0 128 0,-2 4-128 15,-3-1 0-15,-3 2 0 16,-2 2 0-16,-3 0 0 0,-2 1 0 0,-4 2 0 0,-1 3 0 16,-3 0 0-16,-3 1 0 0,-3-1 0 0,-2 3 0 0,0 2 0 15,-4 3 0-15,-4 2 0 0,-4 3 144 0,-2 1-144 16,-5 2 160-16,1 2-32 0,-4 0-128 0,-2 0 192 0,-1-3-192 0,-1 1 0 16,-1 1 128-16,-1-1-128 15,1 1-576-15,-1-1-144 0,0-3-48 0,3-1 0 16,3-3-1152-16,3 0-256 0,3-2-32 15</inkml:trace>
  <inkml:trace contextRef="#ctx0" brushRef="#br0" timeOffset="835.88">1112 1167 44975 0,'0'0'1984'0,"0"0"432"0,-4 7-1936 15,2-1-480-15,2 1 0 0,0 3 0 0,-2 3 1216 0,2 0 160 16,0 3 32-16,0 0 0 0,0-2 32 0,0 2 16 15,2 1 0-15,-1 1 0 0,1-4-816 0,1 2-176 0,0-2-16 0,-1 1-16 16,0-2-240-16,2 1-32 16,-1-4-16-16,1 1 0 0,0-2-144 0,-4-9 128 15,0 0-128-15,0 0 128 0,5 6-128 0,-5-6 192 0,0 0-192 0,0 0 192 16,0 0-64-16,0 0 0 16,0 0 0-16,0 0 0 0,0 0-128 0,4-7 192 15,-1-4-192-15,0 1 192 0,-2-1-192 0,1-2 0 0,1 0 0 0,1-1 128 0,0-2-128 0,1-1 0 16,2 0 0-16,0 0 0 15,1-3-160-15,0 4 160 0,3-1-208 0,-1 3 80 16,-1-1-432-16,2 1-80 16,2 1 0-16,1 1-16 0,0 4-576 0,2-2-112 15,0 1-32-15,0 2 0 0,3 3-304 0,-1-1-64 16,0 1-16-16,0 2 0 0,-1 0 800 0,0 2 176 16,-1 2 16-16,-3-1 16 0,-4 3 544 0,0-1 208 0,0 3-176 0,-3 2 176 0,-5 2 1264 15,-1 6 336-15,-1 0 80 0,-1 4 16 0,-3-3 32 0,-1 3 16 16,-3 2 0-16,-1 0 0 0,1-1-704 0,-1 1-144 15,-1 2-16-15,4-2-16 0,-1-3-448 0,3-2-96 16,1 0 0-16,1 0-16 0,2-1-304 16,2-2 0-16,0-2 128 0,3-2-128 0,1-2 0 0,2-1 0 15,1-2 0-15,1-2 0 0,3-2 0 0,-1-1-144 16,2-3 144-16,0-1-192 0,-1-2 48 0,0-1 0 16,0 0 0-16,-2 0 0 0,1-5 144 0,-1 1 0 15,-1-1 0-15,-1-1-128 0,0-3 128 0,-2 1 0 16,-1-5 0-16,-1 3 0 0,2 1 0 0,-4 1 0 15,-1-1 0-15,-1 0 128 0,-1-1-128 0,-3 2 0 16,-1 2 0-16,0 0-128 0,-2 1-112 0,-1 0-16 0,-1 1 0 16,2 1 0-1,-1 4-1200-15,0 1-240 0,0 1-48 0,8 4-16 16,0 0-1568-16,0 0-304 0,0 0-64 0,0 0-14864 0</inkml:trace>
  <inkml:trace contextRef="#ctx0" brushRef="#br0" timeOffset="1794.06">1787 1214 5519 0,'0'0'240'0,"0"0"64"0,0 0-304 0,0 0 0 0,0 0 0 0,0 0 0 15,0 0 8944-15,0 0 1728 0,-4 11 336 0,1-1 80 16,-3 3-7120-16,0 2-1440 0,-2 2-288 0,-1 2-48 0,-2 2-1072 0,2 1-224 16,3 0-32-16,-1 0-16 0,2-1-464 0,1-1-112 15,2-3-16-15,0 1 0 0,4 2-256 0,0-3 0 16,2-3 0-16,3-1 0 0,2-1 0 0,0-2-144 15,1-2 16-15,2-2 0 16,0-2-256-16,2-2-32 0,2-4-16 0,1 1 0 16,1-5-96-16,0-2-32 0,2-3 0 0,-3 0 0 0,2-2 240 15,-2-2 64-15,0 0 0 0,-1-2 0 0,-3 0 256 0,0-2 0 16,-1 0 0-16,-2-1 0 0,0 2 0 0,1-2 176 16,-3 4-32-16,-3 0 0 0,-2 2 96 0,-2 0 16 15,-1 1 0-15,-1 4 0 0,-2 3 112 0,3 6 16 16,0 0 16-16,0 0 0 0,0 0-16 0,-7 2 0 15,1 2 0-15,-1 5 0 0,1 1-224 0,1 3-160 16,1 1 192-16,0 0-192 0,1 3 128 0,2 1-128 16,2-2 0-16,2 0 0 0,-1-1 0 0,4 0 0 0,-1-1 0 0,1-1 0 15,2-1 0-15,1 0-192 0,2-1 192 0,0-2-192 16,1-5-80-16,3-1-16 0,0 0 0 0,1-2 0 16,-2-2-32-16,1-3 0 15,-2-3 0-15,0-1 0 0,0 1 112 0,0-4 16 0,0-1 0 0,0-1 0 16,-2-1 192-16,1-2 0 0,0-1 0 0,-2-1-144 15,-2-3 144-15,1 0 0 0,-1-1 0 0,0-1 0 16,-2-2 0-16,1 3 0 0,0 1 0 0,-2 4 0 16,-1 3 128-16,-2 1-128 0,1 2 128 0,-2 3-128 15,-1 8 496-15,0-6 16 0,0 6 16 0,0 0 0 16,0 0-256-16,0 0-48 0,0 0-16 0,0 0 0 16,0 0 0-16,0 0 0 0,1 9 0 0,3 1 0 15,0-2-208-15,0 3 0 0,1 3 0 0,1 0 0 0,0 2 0 16,1 1 0-16,-1-4 0 0,2 1 0 15,0-1-224-15,-2 0 64 0,2 0 16 0,0 1 0 0,-1-1 144 16,-1 0 0-16,1 0 0 0,-1-2 0 0,-1 1 128 0,1-1 0 16,-3-1 0-16,1-1 0 0,0 1-128 0,-1-2-160 15,-1 1 160-15,2-1-208 0,-4-8 208 0,4 7 0 16,-4-7 0-16,0 0 0 0,0 0 0 0,0 0 0 16,0 0 0-16,0 0 0 0,0 0 0 0,0 0-144 15,7 1 144-15,-7-1-128 0,6-1 128 0,1-2 256 16,-2-2-64-16,2-2-16 0,0 1-176 0,4-5 0 0,-3-2 0 15,1-2 128 1,1-3-432-16,-1-2-80 0,-1-1-32 0,0 0 0 16,2 0 416-16,-2 1-160 0,-1-1 160 0,1 2 0 0,-2 0 0 0,-2 2-128 0,0 4 128 0,0-1 0 15,-2 4 0-15,0 4 0 0,-2-1 0 0,0 7 144 16,0 0 176-16,0 0 16 16,0 0 16-16,0 0 0 0,0 0-96 0,0 0 0 15,0 0-16-15,0 0 0 0,0 0-112 0,0 0-128 16,0 0 176-16,0 0-176 0,1 10 0 0,2 0 0 0,-1 0 0 15,5 1 0-15,-1 1 0 0,2-1-144 0,0 2 144 16,1 0 0-16,1 0 0 0,1 0 0 0,-1-3 0 0,1 0-128 16,-1-1 128-16,2 2 0 0,0-1 0 0,-3 0 0 15,0 0 0-15,1-3 0 0,1 2 0 0,-2-1 0 16,-3 3 0-16,-2 0 0 0,0-1 0 0,-2 0 0 16,-4-1 0-16,0 2 0 0,-1-1 0 0,-2 0 0 15,-2 1 0-15,-1-1 0 0,-1 2 0 0,-1-3 128 0,-2 0-128 16,0-2 0-16,2-2 0 0,-2 2 0 15,1-1-528-15,-1-2-128 16,0 0-32-16,2-2 0 0,1 0-1472 0,1-1-288 0,8-1-64 0,0 0-19632 16</inkml:trace>
  <inkml:trace contextRef="#ctx0" brushRef="#br0" timeOffset="2092.38">3421 753 23039 0,'0'0'2048'0,"0"0"-1648"16,0 0-400-16,0 0 0 0,0 0 5648 0,0 0 1056 15,0 0 208-15,0 0 32 0,0 0-4096 0,0 0-816 16,0 0-176-16,0 0-16 0,0 0-816 0,0 0-144 0,3 9-48 0,-2 1 0 16,-1 2-544-16,0 2-112 0,-1 5-32 0,-1 3 0 15,0 4-144-15,-2 4 128 16,-1 1-128-16,1 4 128 0,0 1-128 0,0-1 160 15,0 1-160-15,-3 0 160 0,1-1-160 0,-1-3 0 0,3 1 0 0,-1-6 0 16,1-2 0-16,0-1 0 0,0-4 0 0,3 0 0 16,-1-3 0-16,0-1 0 0,1-2 0 0,1-1 0 31,0-4-704-31,1-1 0 0,2-2-16 0,-3-6 0 16,0 0-1136-16,6 6-208 0,2-1-48 0,0-4-13184 0,0-2-2640 0</inkml:trace>
  <inkml:trace contextRef="#ctx0" brushRef="#br0" timeOffset="2385.1">3720 1156 50799 0,'0'0'2240'15,"0"0"480"-15,0 0-2176 0,0 0-544 0,0 0 0 0,0 0 0 0,0 0 1248 0,0 0 144 16,0 0 16-16,0 0 16 0,0 0-784 0,7-2-144 16,4 2-48-16,-1-2 0 0,-1-1-448 0,4-1 0 15,2 0 0-15,2 0 0 16,-2-1-1552-16,5 0-304 0,-1-2-64 0,2 1-13936 15,1-1-2768-15</inkml:trace>
  <inkml:trace contextRef="#ctx0" brushRef="#br0" timeOffset="2758.59">4103 914 42383 0,'0'0'3776'0,"0"0"-3024"15,0 0-608-15,0 0-144 0,0 0 2496 0,4-5 448 16,0-1 112-16,2 2 16 0,3-3-1856 0,2 3-384 15,0 1-64-15,4-1 0 0,3 0-512 16,-1 0-112-16,3 1-16 0,-2 2 0 0,1-2-128 0,-2 3 0 16,2 3 0-16,-4 1 0 0,-3-3 0 0,0 3 0 15,-3 1 0-15,1 4 0 0,-3-1 0 0,-1 4 192 16,-3 1-32-16,-2 0 0 0,-3 4 80 0,-1 2 16 16,-1 5 0-16,-5 1 0 0,-5-1 0 0,-1 4 16 15,1 1 0-15,-2-1 0 0,-2 0-272 0,-2-1 0 16,0-1 0-16,0-1 0 15,0-3 0-15,1-1 0 0,1-2 0 0,1 1 80 0,0-6-80 0,1 1 0 16,2-1 0-16,2-1 0 0,3-1 0 0,2-1 0 16,1 0 0-16,3-2 0 0,3-9 0 0,0 8 0 15,0-8 0-15,0 0 0 0,8 6 0 0,3 1 0 16,0-2 0-16,2-1 0 0,3-3 0 0,2-2 0 16,6-2 0-16,-2 1 0 0,-3-2 0 0,5-3 0 15,7-2 0-15,0 0 0 16,-1 1-1312-16,2-2-208 0,0-2-32 0,2 3-14960 15,0-1-3008-15</inkml:trace>
  <inkml:trace contextRef="#ctx0" brushRef="#br0" timeOffset="2940.14">4833 960 56383 0,'0'0'2496'0,"0"0"512"0,-11 1-2400 15,5-1-480-15,6 0-128 0,0 0 0 0,-5-1 448 0,1 1 64 0,1 0 0 0,1-1 16 16,2 1-272-16,0 0-48 0,-6 1-16 0,4-1 0 16,2 0-560-16,0 0-112 0,2 5-32 0,1 2 0 15,-6-1-2912-15,3 2-592 0</inkml:trace>
  <inkml:trace contextRef="#ctx0" brushRef="#br0" timeOffset="3102.1">4825 1290 39615 0,'-8'12'3520'0,"8"-12"-2816"0,-4 6-560 0,4-6-144 0,-1 8 3600 0,1-1 688 0,-3-1 144 0,3-6 32 0,2 5-2848 0,-1 2-560 16,-1-7-112-16,0 0-32 0,0 0-720 0,0 0-144 15,3 4-48-15,-3 0 0 0,-3-4 0 0,3 0 0 16,0 0 0-16,0 0 0 16,0 0-384-16,4 2-80 0,-4-2-16 0</inkml:trace>
  <inkml:trace contextRef="#ctx0" brushRef="#br0" timeOffset="4294.83">1344 1913 13823 0,'-22'3'1216'0,"5"1"-960"0,-3-4-256 0,1 1 0 16,2 0 6304-16,1 1 1216 0,3 0 240 0,2-2 48 15,0 0-5792-15,2-2-1168 0,0-2-224 0,9 4-48 16,0 0 1216-16,0 0 240 0,0 0 48 0,0 0 16 0,0 0-816 0,0 0-176 15,0 0-16-15,0 0-16 0,12 0-528 0,1 1-96 16,0 0-32-16,2-1 0 0,6-1-160 0,4 1-48 16,4 0 0-16,3 0 0 0,5 1-64 0,3 3-16 15,6-3 0-15,-11 1 0 16,8-4-128-16,7 2 0 0,7-1 0 0,11-1 128 16,9 0-128-16,5 1 0 0,5 0 0 0,7-5 0 0,5 3 0 0,8-1 0 15,2 2 0-15,1 0 0 0,-6-1 0 0,4 0 0 16,2 2 0-16,-3 1 0 0,-5-1 0 15,-10 1 0-15,-2 0 0 0,0 1 0 0,-3 2 0 0,-3 1 0 16,-5 0 0-16,-4 2 0 0,-9 1 0 0,-3-1 0 16,-5-1 0-16,-2 2 0 0,-1-2 0 0,-5 2 0 15,-5-3 0-15,-3 1 0 0,-4-1 0 0,-5-2 0 16,-6 1 0-16,-4-2 0 0,-3-1 0 0,-3 0 0 16,-3-1 128-16,-3 0-128 0,-4-1 0 0,-7 2 0 15,0 0 0-15,0 0 128 0,0 0-128 0,0 0 128 16,0 0-128-16,0 0 128 0,0 0-128 0,0 0 0 15,0 0 0-15,0 0 0 16,3-6-832-16,-3 6-80 0,3-7-32 0,-3 7 0 16,5-2-2320-16,1-2-480 0</inkml:trace>
  <inkml:trace contextRef="#ctx0" brushRef="#br0" timeOffset="7507.61">6369 795 33167 0,'0'0'2944'0,"0"0"-2352"0,0 0-464 0,-6 3-128 16,-4-1 2512-16,5 0 496 0,3 4 80 0,1 1 32 15,0 4-2064-15,-3 3-416 0,0 3-64 0,1 3-32 16,1 6 48-16,-1 2 16 0,2-1 0 0,0 0 0 16,-1 0-352-16,1 2-80 0,2 2-16 0,1-1 0 15,0-1-32-15,1-3-128 0,-2-1 192 0,2 3-64 16,-3-3-128-16,0-4 0 0,0-5 0 0,1-1 128 16,3 0-400-16,-3-2-96 0,-1-4-16 0,3 0-9280 31,1-2-1872-31,-4-7-368 0</inkml:trace>
  <inkml:trace contextRef="#ctx0" brushRef="#br0" timeOffset="7807.46">6164 755 5519 0,'0'0'240'0,"0"0"64"0,-4-2-304 0,4 2 0 15,-3-4 0-15,3 4 0 0,0 0 8784 0,0 0 1712 16,0 0 320-16,8-5 80 0,1 1-8208 0,3-3-1664 15,1 2-320-15,2 0-64 0,1-2-160 0,5 2-32 16,3-1-16-16,2-2 0 0,1 0-304 0,3 0-128 16,0 2 128-16,0-1-128 0,-1 3 0 0,0 0 0 15,-3 2 0-15,-2 0 0 0,0 2 0 0,-3 2 0 16,-4 0 0-16,-4 2 0 0,-2 3 0 0,-1-1 0 16,-5 2 0-16,-3 4 0 0,-2 1 0 0,-1 0 128 15,-3 4-128-15,-2-3 192 0,-6 2 64 0,-1 3 32 16,1 0 0-16,-2 1 0 0,-3 1-160 0,1 0-128 0,2 1 192 0,-3-2-192 15,-3 1 0-15,3-2 0 0,2 1-240 0,2-1 80 16,-2 0-1424 0,5-1-272-16,2-5-64 0,4 4-16 15,2-3-2624-15,-1 2-528 0</inkml:trace>
  <inkml:trace contextRef="#ctx0" brushRef="#br0" timeOffset="8008.04">6636 1321 46239 0,'0'0'2048'0,"0"0"432"0,0 0-1984 0,-1 9-496 0,-1 1 0 0,2-3 0 0,0-7 832 0,-2 9 64 15,0 4 0-15,1-2 16 0,1-1 160 0,-1-1 16 16,1 1 16-16,0 0 0 0,1-2-816 0,0 2-160 16,2-1-128-16,0 1 144 15,-1-3-960-15,2 0-192 0,0-1-32 0,-4-6-16 16,8 4-1984-16,1-2-400 0,1-4-80 0</inkml:trace>
  <inkml:trace contextRef="#ctx0" brushRef="#br0" timeOffset="8331.64">7070 1090 11967 0,'0'0'1072'0,"0"0"-864"0,0 0-208 0,0 0 0 0,0 0 7104 0,0 0 1360 16,0 0 288-16,0 0 48 0,0 0-6144 0,0 0-1232 15,0 0-240-15,0 0-48 16,7 6-64-16,0-1-16 0,3-4 0 0,0 2 0 0,0-1-736 15,1 0-128-15,1-2-48 0,-1 0 0 16,2-2-144-16,0 1 0 0,0-1 0 0,2-1 0 0,-2 0-160 0,0 1-112 16,0-2-32-16,0 1 0 15,-1 2-1872-15,-2-2-368 0,-1 2-80 0,0 1-10896 16,0 0-2192-16</inkml:trace>
  <inkml:trace contextRef="#ctx0" brushRef="#br0" timeOffset="8498.36">7116 1229 40031 0,'-16'6'1776'0,"11"-2"352"0,-2 1-1696 0,2-1-432 16,0-1 0-16,5-3 0 0,0 0 1104 0,0 0 144 16,-4 6 32-16,4-6 0 0,0 0 144 0,0 0 48 15,0 0 0-15,0 0 0 0,6 6-1008 0,2-1-192 16,1-1-32-16,2-2-16 0,2 0-224 0,1-2 0 16,1 0 0-16,2-2 0 15,1-2-832-15,0 0-176 0,3-1-16 0,0 0-16 16,1-1-1728-16,1-1-352 0,1-1-64 0</inkml:trace>
  <inkml:trace contextRef="#ctx0" brushRef="#br0" timeOffset="9180.46">7705 1001 41407 0,'0'0'1840'0,"0"0"368"0,0 0-1760 0,0 0-448 0,0 0 0 0,0 0 0 16,0 0 1120-16,0 0 144 0,0 0 16 0,1-6 16 15,4 0 192-15,3 2 48 0,4-3 0 0,4 2 0 16,2-1-864-16,3-1-160 0,2 1-48 0,3 0 0 16,3 0-80-16,0-1-32 0,-2 1 0 0,0 2 0 15,0 0-160-15,-3 1-16 0,0 2-16 0,-5 1 0 16,-2 0-160-16,-2 1 160 0,-4 1-160 0,0-1 160 15,-5 2-32-15,1 2 0 0,-5 4 0 0,-2 1 0 16,-1 2 144-16,-4 2 32 0,-2 3 0 0,-3 2 0 16,-4 0-96-16,-1 3-16 0,-3 1 0 0,-2 0 0 15,1 0 32-15,-1 1 0 0,-1-4 0 16,2 0 0-16,1 0-224 0,1-1 0 0,1-3 0 0,3 0 0 0,1-3 0 0,3 0 128 16,1-1-128-16,3-2 0 0,1-1 128 0,3-1-128 15,1-8 0-15,0 0 0 0,4 9 0 0,1-1 0 16,3-3 0-16,1-1 0 0,1-1 0 0,5-3 0 15,3-2 0-15,2 0 0 16,2-2-768-16,3-1-32 0,2-5-16 0,4 0 0 16,-1-3-2432-16,0 0-480 0,31-20-112 0,-18 9 0 0</inkml:trace>
  <inkml:trace contextRef="#ctx0" brushRef="#br0" timeOffset="9296.56">8289 1255 20271 0,'-5'5'1792'0,"-2"-1"-1424"16,7-4-368-16,0 0 0 0,-2 6 6656 0,2-6 1280 15,0 0 240-15,0 0 48 16,0 0-6944-16,0 0-1280 0,6 3-448 0,3-2 0 16,3-2-1488-16,4-3-304 0,2-2-48 0</inkml:trace>
  <inkml:trace contextRef="#ctx0" brushRef="#br0" timeOffset="9668.62">8809 806 23039 0,'0'0'2048'0,"0"0"-1648"0,-8 4-400 0,-1 0 0 16,1 1 5760-16,1-1 1088 0,-1 1 192 0,0 3 64 0,-1 3-4560 0,-2 4-912 16,0 2-176-16,-1 4-48 0,2 3-448 0,-2 2-112 15,1 4-16-15,2 0 0 0,3-2-320 0,1 2-64 16,3 0 0-16,1 3-16 0,2-4-432 0,3-2 0 16,3-1 0-16,0-4-176 0,3-2 176 0,1-3 0 15,2-3 0-15,4-1 0 0,3-2 0 0,-1-1-208 16,1-4 80-16,0-2 128 0,3 0-272 0,-1-2 64 15,0-5 16-15,-1 3 0 0,0-3-16 0,0 1 0 16,-2-2 0-16,-2 0 0 0,0-5 208 0,-2 0 0 16,-2-2 144-16,0 0-144 0,-3-1 0 0,1-3 0 15,-6 0 0-15,-1 0 0 0,-3 2 0 0,-1 2-240 0,-3 2 32 0,-2-1 0 16,-4 1 208-16,-1 3 0 16,-7 3 0-16,-2 2 160 0,0 2-32 0,-1 4 0 0,-2 3 0 0,1 3 0 15,0-1-128-15,1 2 128 16,0 1-128-16,2 0 128 0,3 0-128 0,4 1 0 0,0-1 0 15,3 0 0 1,3-2-1232-16,3-1-176 0,3-2-48 0,4 0 0 16,3 1-3136-16,4-2-624 0</inkml:trace>
  <inkml:trace contextRef="#ctx0" brushRef="#br0" timeOffset="10144.74">9305 1340 35935 0,'0'0'3200'0,"0"0"-2560"0,0 0-512 0,0 0-128 0,6-7 3296 0,-1 2 640 15,-3-2 128-15,-1 2 32 0,-1 5-2208 0,1-6-432 16,-1-2-96-16,0-1-16 0,-2-1-512 0,-1-3-128 16,2-1 0-16,-1 0-16 0,1-1-368 0,0 0-80 15,0-4-16-15,1 1 0 0,-3-4-224 0,-1 0 0 16,1-2 128-16,2-2-128 0,-1-4 0 0,-1 0 0 16,2-1-144-16,-2 4 144 0,0 1-128 0,2 3 128 15,-3 4 0-15,2 3-144 0,-1 3 144 0,2 3 0 16,-1 3 0-16,2 7-128 0,0 0 128 0,0 0 0 15,0 0 0-15,0 0 0 0,0 0 0 0,0 0 0 16,0 0 0-16,0 0 0 0,3 9 0 0,1 2 0 16,2-2 0-16,4 0-128 0,0-1 128 0,-1-2 0 15,0 1 0-15,4-3-128 0,0-2 128 0,2 0 0 16,-1-1 0-16,3-2 0 0,-1-3-160 0,-1-3 160 0,3-3-192 16,-1 1 192-16,0 1-176 0,2-1 176 0,-1 0-160 0,-1-2 160 15,2-2-144-15,-2-1 144 16,-1 0-128-16,-3 1 128 0,3 1 0 0,-3-1-128 15,1 1 128-15,-2 2 0 0,-3-1 0 0,0 3 0 0,-1 3 0 0,-2 3 0 16,-6 2 0-16,0 0 0 0,4 3 0 0,0 5 176 16,0-1 16-16,-1 2 0 0,-3 4 0 0,0 1 0 15,0 1-192-15,0 3 160 0,0 3-160 0,0 2 160 16,0 2-160-16,0 2 0 0,0-2 0 0,2 1 0 16,3 3 0-16,1-3 0 15,-2-4 0-15,0 0 0 16,-2 0-1024-16,2-3-64 0,0-1-32 0,1-1 0 0,0-4-1488 15,1-4-288-15,0 2-64 0,1-4-11296 0,2-3-2256 0</inkml:trace>
  <inkml:trace contextRef="#ctx0" brushRef="#br0" timeOffset="10358.7">9915 797 46415 0,'0'0'2048'0,"0"0"448"0,0 0-2000 0,-4 4-496 15,1 3 0-15,1-1 0 0,-2 1 1536 0,1 0 192 16,1 1 64-16,-1 5 0 0,2 0-912 0,-1 6-176 15,1 0-48-15,0 2 0 0,-2 4-352 0,3 1-80 16,0-1-16-16,0 2 0 0,1 0-208 0,1 1 0 16,-1-3 0-16,2 2 0 0,-1-6 0 0,0 1-240 15,0-3 48-15,1 0 16 16,-3-5-1024-16,0-2-208 0,1-2-32 0,2-2-16 16,-2 0-1056-16,2-3-224 0,-1 0-32 0,-2-5-10416 15,3-1-2064-15</inkml:trace>
  <inkml:trace contextRef="#ctx0" brushRef="#br0" timeOffset="10653">9971 728 8287 0,'0'0'368'0,"0"0"80"0,-4-4-448 0,0 0 0 0,4 4 0 0,0 0 0 16,0-6 8896-16,1-1 1712 0,2 3 336 0,2 0 64 16,2 2-8160-16,0-2-1632 0,5 1-320 0,3 2-64 15,0 0-432-15,5-2-80 0,1 0-32 0,3 2 0 16,2 1-288-16,1 1 0 0,-1 1 0 0,-2-1 0 15,1 0 0-15,-3 2 0 0,-2 2 0 0,-3 2 0 16,-3-1 240-16,-1-1-64 0,-2 3-16 0,-4 1 0 16,-1-1 400-16,-4 1 80 0,-2 2 0 0,-2-1 16 15,-4 2 0-15,-4 1 0 0,-2 3 0 0,-5-1 0 16,-2-3-256-16,-3 2-48 0,-3 2-16 0,-1-2 0 0,-3 1-160 0,0-2-48 16,1 1 0-16,0-2 0 0,4-1-80 15,-1 0-48-15,0-2 0 0,3-1 0 0,1-2 0 0,4-2 0 16,1 2 0-16,2-3 0 15,0-1-1472-15,3-2-192 0,5 0-48 16</inkml:trace>
  <inkml:trace contextRef="#ctx0" brushRef="#br0" timeOffset="11592.29">10314 1144 26719 0,'0'0'1184'0,"0"0"240"0,0 0-1136 0,0 0-288 0,0-9 0 0,1 1 0 15,0 0 3424-15,2 0 624 0,1 1 128 0,0-1 32 16,-2 0-2256-16,2 1-448 0,0 3-96 0,-1-1 0 16,-1-1-208-16,1-1-48 0,-3 7 0 0,0 0 0 0,0 0-384 15,0 0-64-15,0 0-32 0,0 0 0 0,0 0-160 0,0 0-16 16,0 0-16-16,0 0 0 15,-8 5-160-15,-1 2-16 0,0 2-16 0,0 1 0 0,1 2-288 0,0 0 0 16,0 1 0-16,2 0 0 0,-1 0 0 0,2-1 0 16,1-3 0-16,2-1 0 0,-1 2 0 0,2-2 0 15,1-8 0-15,0 0 0 0,0 0 0 0,0 0-256 16,9 4 80-16,0-1 16 0,-1-2-48 0,1-1-16 16,1-3 0-16,1 2 0 0,-1-4 96 0,2 1 128 0,1-1-208 15,0-1 80-15,-3 2 128 0,1-1 0 16,-2 1 0-16,-1 2-128 0,-2 0 128 0,-6 2 0 15,0 0 0-15,8 3 0 0,0 1 288 0,0-1-16 16,0 2 0-16,1 1 0 0,0 1 64 0,0-1 16 16,1 1 0-16,1 2 0 0,1-3-224 0,-1 2-128 15,0-4 128-15,2 3-128 0,0-2 0 0,0 1 0 0,1-3 0 0,2 1 0 32,-1-3-1280-32,5 1-320 0,2-2-64 0</inkml:trace>
  <inkml:trace contextRef="#ctx0" brushRef="#br0" timeOffset="12144.52">6126 2420 23039 0,'0'0'2048'0,"0"0"-1648"0,-5-2-400 0,5 2 0 0,0 0 5392 0,-4 9 1008 16,0 1 192-16,2 6 32 16,-2 2-4960-16,1 6-976 0,2 4-208 0,-1 6-32 15,0 4 400-15,-1 4 96 0,1 1 16 0,-2-2 0 0,-2 0-384 0,3-3-80 16,1-4-16-16,0-1 0 0,-1-3-208 0,0-3-32 16,2-3-16-16,0 0 0 0,-2-3-224 0,1-4 0 15,-1-3 0-15,0-1 0 16,2 0-848-16,-2-5-224 0,3-8-32 0,0 0-16 15,0 0-1840-15,0 0-368 0,0 0-80 0</inkml:trace>
  <inkml:trace contextRef="#ctx0" brushRef="#br0" timeOffset="12433.12">5962 2471 10127 0,'0'0'896'0,"0"0"-704"0,0 0-192 0,-3-5 0 0,3 5 8704 0,2-7 1696 16,0 1 352-16,2-1 64 0,1 1-8080 0,3-1-1616 15,1 2-320-15,3 0-64 0,2 0 64 0,2-1 16 0,2 1 0 0,3-1 0 16,3 2-496-16,2-1-112 0,2 1-16 0,1 1 0 16,-2 2-64-16,2-2-128 15,-2 2 176-15,0 2-176 0,-4 2 0 0,-2 1 0 0,-3 1 0 0,-2 0 0 16,-3 0 0-16,-1 2 0 16,-2 1 0-16,-4 1 0 0,-2 1 128 0,-2 3-128 15,-4 2 0-15,-3-1 0 0,-3 0 192 0,-1 2-32 0,-1 1 0 0,-3 1 0 16,-4 0-160-16,0 2 160 0,-1-2-160 0,-2 0 160 15,-1-1-160-15,0 2 0 0,2-1-160 16,-1-2 160 0,2-1-1152-16,2 1-128 0,1-2-16 0,2-1-16 0,1-2-1616 15,3-1-320-15,2-1-64 0</inkml:trace>
  <inkml:trace contextRef="#ctx0" brushRef="#br0" timeOffset="12729.81">6409 2865 25791 0,'0'0'1152'0,"0"0"224"0,9 2-1104 0,2 0-272 0,0-2 0 0,1 0 0 0,0 0 3728 0,-3 0 688 16,1 0 144-16,1 0 32 0,-1 0-2160 0,2-2-416 16,-2 2-96-16,2-2 0 0,0 2-960 0,0 0-192 15,-3 2-48-15,1-4 0 0,2 1-352 0,-2 2-80 16,-2 1-16-16,-8-2 0 0,0 0 48 0,0 0 0 16,5 8 0-16,-1 0 0 0,-1 0 128 0,-3 1 16 15,-4 0 16-15,-1 3 0 0,0 2-96 0,-2 1-32 16,-1-1 0-16,0 0 0 0,-1-1-32 0,0 3-16 15,1-6 0-15,2 2 0 0,1 1-144 16,1-1-32-16,0-2 0 0,1-1 0 0,3-1-128 0,0-8 0 0,0 0 0 0,4 8 0 16,0 0 0-16,2-2 0 15,2 0 0-15,0-2 0 0,1-2 0 0,2-1-176 0,2-1 48 0,1-1 0 32,-1-1-816-32,3-2-144 0,2-3-48 0,2-2 0 15,-1-3-1712-15,3 1-352 0,3-1-64 0</inkml:trace>
  <inkml:trace contextRef="#ctx0" brushRef="#br0" timeOffset="12929.05">7099 2729 50047 0,'0'0'2224'0,"0"0"448"0,0 0-2144 0,0 0-528 16,0 0 0-16,0 0 0 0,0 0 944 0,0 0 80 0,0 0 0 0,0 0 16 0,0 0 0 15,0 0 0-15,0 0 0 0,0 0 0 0,9 0-720 0,1 0-160 16,1 0-32-16,0 0 0 0,1-1-128 0,0 0 0 15,2-2 0-15,1 0 0 16,0 1-1376-16,1-1-304 0,-2 1-64 0,2-1-14384 16,0 0-2880-16</inkml:trace>
  <inkml:trace contextRef="#ctx0" brushRef="#br0" timeOffset="13044.1">7300 2775 5519 0,'0'0'496'0,"0"0"-496"0,0 0 0 0,0 0 0 0,0 0 7520 15,0 0 1408-15,9 3 288 0,0-2 48 0,1-1-7600 0,3-3-1504 16,2-2-304-16,4 0-11248 16,6 0-2240-16</inkml:trace>
  <inkml:trace contextRef="#ctx0" brushRef="#br0" timeOffset="13432.4">8061 2514 28559 0,'0'0'1264'0,"0"0"272"0,0 0-1232 0,0 0-304 0,-4-1 0 0,-3-4 0 15,1 1 5056-15,-3 0 944 0,0 0 192 0,-2 1 32 16,0 3-3680-16,-1 2-752 0,-1-1-128 16,-2 0-48-16,1 2-912 0,-3-2-192 0,1 2-48 0,2 1 0 15,-2 1-272-15,3 0-48 0,0 2-16 0,2 0 0 0,0 1-80 0,1 1-48 16,2-2 0-16,1 2 0 0,2 0 0 0,1 0 0 16,0 0 0-16,3-2 0 0,2 1 0 0,2 2 0 15,0-1 0-15,2 2 0 0,1-1 0 0,4 2 0 16,1-3 0-16,4 3 0 0,0-1 0 15,3 1-128-15,2-1 128 0,1 2-160 0,0 1 32 0,2-1 0 16,1-1 0-16,-1 0 0 0,2-1 128 0,-2 1 0 16,-3-2 0-16,-2 1 0 0,-1-1 0 0,-1 1 0 15,-3 0 0-15,-3-3-128 0,-1 0 128 0,-2 0 0 16,-1 1 0-16,-2-1 0 0,-2 1 0 0,-4 0 0 16,-2 0 0-16,2-1 0 0,-3-1 0 0,-2 0 0 15,-2 0 0-15,-1-1 0 0,-2 0 0 0,-1-1 0 16,-4 0 0-16,-1-1 0 0,-3-3 0 0,0-1 0 15,-1 0 0-15,-2-1 0 0,1 1 0 0,-3-4 0 16,0 1 0-16,1-4 0 16,1 0-816-16,1-2-224 0,1-1-48 0,2-3-23696 0</inkml:trace>
  <inkml:trace contextRef="#ctx0" brushRef="#br0" timeOffset="13611.57">7886 2528 38703 0,'0'0'3440'0,"9"-1"-2752"0,3-1-560 0,4-1-128 15,3 0 2768-15,2 1 528 0,-1-1 96 0,-2 2 32 16,-1-4-1568-16,0 3-320 0,0-2-64 0,-2 2-16 16,1-2-752-16,0 1-128 0,1 1-48 0,0-2 0 15,-2-1-368-15,3 1-160 0,2 2 128 0,0-2-128 16,-2 2 0-16,0-2-272 0,2 1 32 0,-1-1 16 16,-1 4-1840-16,1 4-368 0,0-1-80 0</inkml:trace>
  <inkml:trace contextRef="#ctx0" brushRef="#br0" timeOffset="14122.27">8505 2940 12895 0,'0'0'1152'0,"0"0"-928"0,0 0-224 0,0 0 0 0,0 0 8400 0,0 0 1648 15,0 0 320-15,0 0 64 0,0 0-7152 0,0 0-1424 16,0 0-272-16,0 0-64 0,0 0-720 0,8-3-144 15,-3-4-16-15,-1-1-16 0,0-1-432 0,-1 0-192 16,-2-1 160-16,1-2-160 0,0 0 0 0,-1-1 0 16,2-1-128-16,-2-3 128 0,-1-3 0 0,0-2 0 15,0-3 0-15,0 0 0 0,0-1 0 0,0-1 224 16,-1-2-32-16,0-1-16 0,-1 3-176 0,2 2 0 16,-1 2-192-16,1 3 192 0,1 6-208 0,-1 1 80 15,0 4 128-15,0 2-208 0,0 7 48 0,0 0 16 16,0 0 0-16,0 0 0 0,0 0 144 0,7 5-192 15,1 2 192-15,1 1-192 0,0 1-64 0,1 3 0 16,2 2-16-16,1-1 0 0,2-4 272 0,-1 2 192 0,0-1-16 0,1-2-16 16,-1-3-160-16,2-1-144 0,1 1 144 15,1-2-208-15,0-5-32 0,-1-1 0 0,-1-4 0 0,-1 0 0 16,0 2 96-16,0-3 16 0,0-2 0 0,-2 1 0 16,1-4 128-16,-1 0 0 0,-3 0-144 0,1 0 144 15,-2 0 0-15,0 1 0 0,-2 3 0 0,-1-2 0 16,1 1 0-16,-1 2 0 0,-1 2 0 0,-5 6 128 0,0 0 128 15,0 0 32-15,0 0 0 0,0 0 0 0,0 0 32 0,0 0 16 16,3 10 0-16,-2 3 0 0,1 1-208 16,-1 5-128-16,0 3 160 0,1-3-160 0,0 2 0 15,1 0 0-15,-1 0 0 0,1 0 0 0,0 0 0 16,0 1 0-16,1-4 0 0,-1 0 0 16,2 1-960-16,2-1-96 0,-1-5-16 0,2 0 0 15,1-1-1328-15,2-1-272 0,0-4-48 0,1-1-18352 16</inkml:trace>
  <inkml:trace contextRef="#ctx0" brushRef="#br0" timeOffset="14350.64">9230 2463 20271 0,'0'0'1792'0,"-4"-2"-1424"0,4 2-368 0,0 0 0 0,0 0 6144 0,0 0 1152 0,0 0 224 0,0 0 48 16,-5 5-4496-16,1 1-912 15,-1 5-176-15,2 1-48 0,2 1-928 0,-1 2-192 16,2 5-48-16,0-2 0 0,-2 3-464 0,2 1-112 15,0 0 0-15,0 2-16 0,3 2-176 0,1 0 0 16,-2-4 0-16,1 0 0 0,1-1 0 0,-2 0 0 16,0-4 0-16,2-1 0 0,-2-2-400 0,1-2 32 15,-2-2 16-15,2-2 0 16,-3-8-1104-16,0 0-208 0,0 0-64 0,0 0 0 16,0 0-1664-16,0 0-320 0,4 2-80 0,-4-2-14752 0</inkml:trace>
  <inkml:trace contextRef="#ctx0" brushRef="#br0" timeOffset="14662.84">9149 2369 40831 0,'-5'-13'1808'0,"5"13"368"0,0 0-1728 0,0 0-448 0,3-6 0 0,-2-1 0 0,0 1 2144 0,3 1 352 15,2-1 64-15,-1 3 0 0,1 0-928 0,3 0-192 16,-9 3-32-16,12-2-16 0,3-1-784 0,1 2-160 16,3-3-16-16,3 3-16 0,0 1-224 0,3 1-64 15,2 0 0-15,-1 2 0 0,2-1-128 0,-2 2 0 16,-1 2 0-16,-1-1 0 0,-2 1 0 0,1 3 0 15,-4 2 0-15,-1-3 192 0,-6 1 208 0,-1-1 48 16,0 1 16-16,-2 1 0 0,-5 2-464 0,-4 1-240 16,3 0 32-16,-6 1 0 0,-3 1 208 0,-5 0 160 15,-2 1-32-15,-1 1 0 0,-2 1-128 0,-2 0 192 0,-3-1-192 0,-1 0 192 16,1-1-144-16,-1-2-48 16,1 2 0-16,0-4 0 0,-2-1 0 0,1 0 0 0,2-1 0 15,2 1-160 1,5 0-608-16,1 0-112 0,0-2-16 0,3 3-16 15,1-1-720-15,3 2-144 0,1-3-16 0,6-1-16 16,0-1-1328-16,-2-8-256 0,13 7-48 0,4-1-9008 0,2-1-1808 0</inkml:trace>
  <inkml:trace contextRef="#ctx0" brushRef="#br0" timeOffset="14950.13">9676 2703 12895 0,'9'-12'1152'0,"-3"7"-928"0,1-3-224 0,1 2 0 16,-1 2 4896-16,-1 1 928 0,-6 3 192 0,0 0 48 0,4-6-2272 15,-4 6-448-15,0 0-80 0,-6 0-32 0,-4-3-768 0,-4 6-160 16,-5 3-16-16,0 2-16 15,0 3-1248-15,-1 0-256 0,1 2-64 0,0 0 0 0,5 4-384 0,1-1-96 16,-1 1-16-16,3 0 0 0,2-5-208 16,1 1 0-16,3-2 0 0,1-1 0 0,3 0 0 0,0 0 0 15,1 0 0-15,1-3 0 0,-1-7 0 0,0 0 0 16,9 7 0-16,1-2-160 0,3-1 160 0,2 0-192 16,-1-4 192-16,2 0-192 0,2 0 192 0,3 0-128 15,0-4 128-15,-2 1-128 0,2 1 128 0,-3-2 0 16,-1 0 0-16,-1 1 0 0,-2-1 0 0,-1 4 0 15,0-3 160-15,-1 3-160 0,-1 0 144 0,-2 1-144 16,-9-1 128-16,0 0-128 0,11 5 192 0,0-1-64 16,-1 0 0-16,-1 1 0 0,2 3-128 0,-3-4 0 15,-2 1 0-15,-1 0 0 16,2 2-2480-16,19-2-368 0</inkml:trace>
  <inkml:trace contextRef="#ctx0" brushRef="#br0" timeOffset="15479.37">7096 2970 7359 0,'-12'0'656'0,"8"0"-528"15,-1 0-128-15,5 0 0 0,-4-3 9152 0,4 3 1792 16,-4-4 352-16,4 4 80 0,0 0-7952 0,0 0-1584 15,0-6-320-15,0 6-64 0,0 0-368 0,7-5-80 0,-1 1-16 0,4 0 0 16,-1 0-608-16,4-2-128 16,2 1-32-16,0 0 0 0,0-1-80 0,2 1-16 0,2 0 0 15,0 1 0-15,2 0-128 0,-3 1 0 0,2-2 0 0,-1 4-176 16,1-3 176-16,-2 1 0 0,0 2-144 0,1 0 144 31,0-1-1808-31,1 2-304 0,1 2-48 0</inkml:trace>
  <inkml:trace contextRef="#ctx0" brushRef="#br0" timeOffset="16548.48">12518 514 17503 0,'-5'-13'768'0,"4"8"176"0,-2-3-752 0,2 0-192 0,-2 1 0 0,3 0 0 0,0 0 5504 0,2 1 1088 16,-2 6 192-16,0 0 64 0,0 0-4816 0,0 0-960 16,0 0-192-16,3 12-48 0,1 2-16 0,2 3-16 15,0 3 0-15,-1 3 0 0,3 2-352 0,0 1-80 16,0-3-16-16,1 3 0 0,0 2-224 0,-1-1-128 16,2-1 128-16,1-4-128 0,-2 1 0 0,1-3 0 15,-1 1 0-15,-1 0 128 0,0-3-128 0,-1-1-208 16,-2-5 48-16,-1 1 16 15,0-1-1104-15,-2-2-224 0,0 1-32 0,-2-2-16 16,0-9-768-16,0 0-144 0,-4 6-48 0,-2-2-8944 16,-1-1-1792-16</inkml:trace>
  <inkml:trace contextRef="#ctx0" brushRef="#br0" timeOffset="16779.34">12134 456 49183 0,'-11'-7'2176'0,"11"7"448"0,-5-4-2096 0,5 4-528 0,0 0 0 0,3-6 0 0,2-1-176 16,3 1-144-16,2-1-16 0,4 2-16 15,5-2 1024-15,3 1 208 0,4-1 32 0,3 1 16 16,2-2-160-16,3 0-48 0,1-2 0 0,4-1 0 16,3 2-352-16,0 1-80 0,-1 1-16 0,2 0 0 15,2 2-144-15,-1 2-128 0,2 3 144 0,-2 0-144 16,-2 3-576-16,-2 1-224 0,-3 1-32 0,-1 3-16 15,-5 3-1712-15,-1 5-352 0,-2 4-64 0,-4 2-17184 16</inkml:trace>
  <inkml:trace contextRef="#ctx0" brushRef="#br0" timeOffset="16981.12">13088 1024 25791 0,'0'0'2304'0,"3"10"-1856"16,-3 1-448-16,1 2 0 0,0 0 3584 0,2 1 608 0,-2 2 128 15,2-2 32-15,-2 3-2320 0,2 0-464 16,-1 1-96-16,1-2 0 0,-1 1-272 0,1 0-48 16,0-5-16-16,1 1 0 0,0-2-832 0,-1 0-176 15,1-1-128-15,2-1 192 16,-1-2-768-16,0-3-128 0,-5-4-48 0,9 2 0 16,0 1-2240-16,3-2-448 0,1-2-80 0,4-2-32 0</inkml:trace>
  <inkml:trace contextRef="#ctx0" brushRef="#br0" timeOffset="17148.24">13544 856 23951 0,'0'0'1056'0,"0"0"224"0,0 0-1024 0,0 0-256 0,0-7 0 0,0 7 0 16,0 0 5504-16,4-5 1024 0,-4 5 224 0,7-5 32 16,-1-2-4848-16,2 3-976 0,1 2-192 0,0-1-32 0,2 1-544 0,1 0-192 15,-1 0 0-15,4 2 144 16,-1 0-1344-16,2 2-272 0,-3-2-48 0,2 3-12720 15,1 1-2544-15</inkml:trace>
  <inkml:trace contextRef="#ctx0" brushRef="#br0" timeOffset="17294.21">13639 1081 17503 0,'0'0'1552'0,"0"0"-1232"0,-6 7-320 0,6-7 0 0,0 0 5456 0,0 0 1040 15,0 0 208-15,0 0 32 0,0 0-4528 0,0 0-912 16,0 0-176-16,0 0-32 0,8-4-624 0,4 1-112 15,2-1-32-15,2-2 0 16,2-4-848-16,3 0-176 0,-1-1-48 16,5-1-12672-16,4 0-2528 0</inkml:trace>
  <inkml:trace contextRef="#ctx0" brushRef="#br0" timeOffset="17664.33">14448 561 32255 0,'0'0'2864'0,"0"0"-2288"0,0 0-576 0,0 0 0 16,0 0 3328-16,0 0 544 0,0 0 112 0,0 0 32 15,-5 5-2192-15,-1 2-432 0,0 1-96 0,-1 0-16 16,0-1-128-16,-1 3-48 0,0-1 0 0,0 1 0 0,-1 0-592 0,0 2-112 16,-2 1-16-16,1 0-16 0,-1 0-128 0,1-1-32 15,-2 0 0-15,1 0 0 0,-1-1-80 0,1-2-128 16,0 2 176-16,0-2-176 0,1 0 160 0,-1-1-160 15,1 0 128-15,1 0-128 0,1-2 128 0,2 1-128 16,0-2 128-16,6-5-128 0,-5 6 128 0,5-6-128 16,0 0 0-16,0 0 128 0,0 0-128 0,0 0 0 15,0 0 0-15,0 0 0 0,0 0 0 0,8 4 0 16,1 0 0-16,4 0 0 0,1-1 0 0,3-2 0 16,2-1 0-16,0 0 0 0,2-1 0 0,2-1-176 15,2 2 176-15,0-1-128 0,-1 0-32 0,0-1 0 16,2 1 0-16,0 0 0 15,2-4-736-15,-3 3-128 0,-2 0-48 0,-1-1 0 16,-1 2-1376-16,-1-3-288 0,-2 3-48 0,-2-1-18224 0</inkml:trace>
  <inkml:trace contextRef="#ctx0" brushRef="#br0" timeOffset="17921.77">14469 596 9215 0,'0'0'400'0,"0"0"96"0,0 0-496 0,0 0 0 0,0 0 0 0,0 0 0 16,0 0 7952-16,0 0 1504 0,0 0 288 0,0 0 64 16,0 0-6368-16,7 7-1280 0,0 1-256 0,-2 5-48 15,0-2-656-15,-1 8-128 0,-4 0-32 0,2 5 0 16,-2-3-512-16,0 3-96 0,-2 2-32 0,0 3 0 16,-1 1-176-16,1 0-32 0,0-1-16 0,2-1 0 0,0 1-176 0,2 0 0 15,0-4 0-15,3-1 0 16,2-3-912-16,3 1-176 0,-1-5-16 0,3-1-16 15,1-3-1056-15,2-4-192 0,1-4-64 16,3-5 0-16,-1-2-1856 0,3-2-384 16,21-13-80-16,-2-3-16 0</inkml:trace>
  <inkml:trace contextRef="#ctx0" brushRef="#br0" timeOffset="18284.02">15048 778 17503 0,'6'-11'1552'0,"2"-2"-1232"16,-2-1-320-16,1-1 0 0,-1 0 4784 0,0 2 896 15,-4 0 176-15,-2 2 32 0,-1 5-2304 0,-3-1-448 16,-3 1-112-16,0 2-16 0,-4 0-1200 0,1 3-240 15,-2 1-48-15,-1 1-16 0,-1 3-928 0,-2 2-192 16,-4 1-48-16,2 3 0 0,0 2 48 0,0 1 0 16,1-1 0-16,1 0 0 0,2-1-384 0,1 2 0 15,0-4 0-15,2 2 128 0,3 1-128 0,2-1 0 16,-1 0 0-16,4-1 0 0,0-1-192 0,2-2 64 16,1-7 0-16,2 9 0 0,-2-9-128 0,7 8 0 0,1 0-16 0,1-3 0 15,0-3-48-15,1 0 0 16,3 0 0-16,2-2 0 0,0-4 48 0,1 2 0 0,0-5 0 0,1 1 0 15,-1-1 80-15,1 1 32 0,-1-2 0 0,0 0 0 16,-2-1 160-16,0 1 0 0,-3 2 0 0,-1 2-128 16,-2 1 128-16,-1 2 0 0,-7 1 0 0,0 0 128 0,5 4 256 0,0 1 64 15,-1 3 16-15,-1 1 0 16,-2 3-128-16,0 2-16 0,-1 3-16 0,0 0 0 0,1 0-80 16,-1 2-16-16,0 0 0 0,2 0 0 0,-1 1-208 0,3-1 0 15,-1 1 0-15,0-3 0 16,3-3 0-16,-2-1-240 0,1 0 48 0,3 0 16 15,-2-2-1552-15,2-2-320 16,1-3-64-16,3-2-13312 0,3-1-2640 0</inkml:trace>
  <inkml:trace contextRef="#ctx0" brushRef="#br0" timeOffset="18681.12">15672 715 18431 0,'-10'-12'816'0,"4"7"160"0,1-1-784 0,0-4-192 16,1 1 0-16,-1-1 0 0,1 3 6272 0,-3 2 1200 15,-3 0 240-15,-1 1 48 0,-2 0-4832 0,-2 3-976 16,-1 1-192-16,1 1-32 0,-4 3-848 0,2 1-176 0,-1 2-16 0,2-1-16 16,-1 5-336-16,1 2-64 15,0 0-16-15,2 0 0 0,1-5-128 0,-1 2-128 16,5 2 192-16,2-2-192 0,-1 2 0 0,4-3 0 0,1 3 0 0,2-3 0 16,1 0-256-16,0-9 32 15,5 9 16-15,2 0 0 0,-2 0-144 0,3-2-32 16,1-1 0-16,0 2 0 0,4-4 80 0,0 0 16 15,1-1 0-15,1-1 0 0,0-4 48 0,1 0 16 0,2 1 0 0,-1 0 0 16,1-6 16-16,1 2 0 0,-1-1 0 0,-1-1 0 0,-3 2 208 16,1-2-176-16,-2 2 176 0,-2 1-160 0,-2 2 160 0,-9 2 0 15,0 0 0-15,0 0 0 16,7 2 496-16,-1 1 16 0,-6-3 16 0,0 0 0 16,0 8 176-16,-1 5 16 0,-1 0 16 0,-2 2 0 15,-2-2-352-15,1 4-64 0,0 0 0 0,1 3-16 0,-1-1 80 16,0-2 0-16,1 3 16 0,-1-3 0 0,-1-3-528 15,2 1-128-15,0-2 0 0,2 1-16 16,1-2-368-16,1-2-64 0,1 0 0 16,1 1-16-16,-2-11-2480 0,0 0-480 0</inkml:trace>
  <inkml:trace contextRef="#ctx0" brushRef="#br0" timeOffset="18826.88">15825 1131 11055 0,'-8'6'976'0,"5"-3"-784"15,3-3-192-15,0 0 0 0,0 0 8400 0,0 0 1648 16,0 0 320-16,0 0 64 0,-4 0-8496 0,4 0-1680 16,0 0-256-16,0 0-240 15,0 0-912-15,5-8-176 0,5 0-32 0,-1-1-18608 0</inkml:trace>
  <inkml:trace contextRef="#ctx0" brushRef="#br0" timeOffset="19177.34">16200 768 11055 0,'0'0'976'0,"0"0"-784"0,0 0-192 0,0 0 0 15,4-5 8080-15,1 1 1584 0,-5 4 304 0,8-4 64 16,0 2-6944-16,0-3-1376 0,-1 3-288 0,4 0-48 16,1-2-432-16,-1 0-96 0,2 1-16 0,3 1 0 15,1 2-528-15,-1 2-112 0,-2-2-32 0,0 2 0 16,-1 0-160-16,-1 1 192 0,0-1-192 0,-3 2 192 15,-4 3-32-15,-1-3 0 0,-1 1 0 0,-2 1 0 0,0 2 48 0,-2 0 16 16,-3 1 0-16,-1 3 0 0,-2 2-16 0,-2-2 0 16,1 6 0-16,-2-3 0 0,-3 2-80 15,0 1-128-15,0 0 176 0,1 0-176 0,-2 3 176 0,-1 1-176 16,5-5 160-16,0 3-160 0,2-6 0 0,1-1 0 16,2-1 0-16,0-2 0 0,5 1 0 0,0-3 0 15,0-1 0-15,4 1 0 0,0-2 0 0,2-3 0 16,1 0-144-16,2 0 144 0,0 1-304 15,4-3 48-15,3-1 0 0,2-1 0 16,-1 1-752-16,1-3-144 0,2-1-16 0,0 0-16 16,3-1-2112-16,10-7-416 0</inkml:trace>
  <inkml:trace contextRef="#ctx0" brushRef="#br0" timeOffset="19400.43">16909 642 16575 0,'-4'-7'1472'0,"3"5"-1168"15,1 2-304-15,0 0 0 0,0-7 6688 0,0 2 1280 16,0 5 256-16,0 0 48 0,-1-2-5296 0,1 2-1056 16,0 0-224-16,0 0-32 0,1 5-320 0,0 3-64 0,-1 2-16 0,2 3 0 15,-1 1-864-15,0 5-160 0,-1 0-48 0,-1 2 0 16,0-1-192-16,1 0 0 0,0 1 128 0,-2 0-128 16,1 3 0-16,1-1 0 0,0-3 0 0,0-1 0 15,1 1-624-15,-1-1-112 0,0-3-32 0,2 0 0 16,-2-2-1344-16,0 0-256 15,-2-1-64-15,4-4-12368 0,-1-1-2480 0</inkml:trace>
  <inkml:trace contextRef="#ctx0" brushRef="#br0" timeOffset="19633.77">17169 736 35007 0,'-32'4'1552'0,"22"-2"320"0,-2 0-1488 0,0 2-384 16,-1 1 0-16,2 1 0 0,-2 1 3568 0,-2 3 640 15,2-2 128-15,0 3 16 0,-2-4-2336 0,0 4-480 16,1-2-80-16,0 3-32 0,-1 1-704 0,5 2-144 0,3-3-16 16,-1 1-16-16,3 0-304 0,1 0-64 15,0 0-16-15,3-1 0 0,2 2-160 0,5-1 0 16,-1 0 0-16,4-2 128 0,0-1-128 0,4-1 128 16,4-1-128-16,1 0 128 0,1-3-128 0,0 2 0 15,3-2-160-15,2 0 160 0,6 0-400 0,-2-3 16 0,-1-1 0 0,1-1 0 31,0-3-2128-31,-9-1-432 0</inkml:trace>
  <inkml:trace contextRef="#ctx0" brushRef="#br0" timeOffset="20367.8">12488 2341 32479 0,'0'0'1440'0,"0"-7"288"0,-1-1-1376 0,1 2-352 0,0-1 0 0,1 2 0 0,-1 5 2464 0,0 0 416 15,0 0 96-15,0 0 16 0,0 0-448 16,0 0-96-16,0 0-16 0,0 0 0 0,0 0-1200 0,6 9-240 16,-3-1-48-16,3 4-16 0,-1 1-464 0,0 0-80 15,-1 3-32-15,0 2 0 0,0 0-160 0,0 2-48 16,0-1 0-16,-2 1 0 0,0-1-144 0,0 1 0 15,1-1 0-15,-2 2 128 0,0 0-128 0,1 0 0 16,-2-3 0-16,-2-1 0 0,0 0 0 0,0-1 0 16,1-2 0-16,1 0 0 0,0-1-192 0,0 1-128 15,0 0-32-15,0-5 0 16,-1 1-1088-16,1-3-224 0,0-7-32 0,0 0-16 16,0 0-1040-16,6 5-192 0,-6-5-64 0,8-1 0 15,0-3-2128-15</inkml:trace>
  <inkml:trace contextRef="#ctx0" brushRef="#br0" timeOffset="21017.01">12049 2351 44799 0,'-20'5'1984'0,"13"-1"416"0,-3-4-1920 0,3 2-480 0,7-2 0 0,0 0 0 16,0 0 1472-16,0 0 192 0,0 0 32 0,0 0 16 0,9-2-288 0,4 2-48 15,2-4-16-15,5 2 0 0,5-5-800 0,2 1-176 16,4-2-16-16,3 0-16 16,2 0-112-16,0 2-32 0,2-5 0 0,-2 2 0 15,0 0-80-15,0 1-128 0,1-1 176 0,-1 3-176 0,-1-2 128 0,0 3-128 16,-1 1 0-16,3 0 0 16,-2 0-288-16,0 1-112 0,-1 1-32 0,0 0 0 15,-1 2-1632-15,-2 4-336 0,-1 0-64 0,0 3-20272 0</inkml:trace>
  <inkml:trace contextRef="#ctx0" brushRef="#br0" timeOffset="21323.64">12920 2680 25791 0,'0'0'2304'0,"0"0"-1856"16,0 0-448-16,0 0 0 0,0 0 4816 0,0 0 880 15,0 0 160-15,6 5 32 0,0-1-3760 0,0 0-752 16,-6-4-160-16,9 2-16 0,-1 0-320 0,0-2-64 0,0 0-16 0,0 0 0 15,-8 0-224-15,7 1-64 0,-7-1 0 0,8 4 0 16,-8-4-112-16,0 0-16 0,5 4-16 0,-1 2 0 16,-2 2-48-16,-2 1-16 15,-2 2 0-15,0 0 0 0,-1 1-128 0,-1 1-32 16,-1 2 0-16,0-1 0 0,0-1-96 0,-1 0-48 0,0-1 0 0,1-1 0 16,1 0 0-16,1-2 0 0,0-1 0 0,1 1 0 15,2-9 0-15,2 6 0 0,-2-6 0 0,0 0 0 16,7 7 0-16,-1-3 0 0,2 1 0 0,3-2 0 0,0-3 0 15,2-2 0-15,1 0 0 0,2-1 0 0,4-1 0 16,2-1 0-16,0-1 0 0,2-4-160 16,3-3-752-16,2-1-160 0,1-3-16 15,2-1-16-15,1-3-2352 16,0-1-448-16</inkml:trace>
  <inkml:trace contextRef="#ctx0" brushRef="#br0" timeOffset="21516.92">13598 2440 4607 0,'0'0'400'0,"0"0"-400"16,0 0 0-16,0 0 0 0,0 0 10432 0,0 0 2016 16,0 0 400-16,0 0 80 0,0 0-9664 0,2-4-1920 15,1 1-384-15,2-2-64 0,2 4-48 0,1 1 0 16,1 0 0-16,1 0 0 0,2-4-656 0,2 3-192 16,2-1 0-16,-1 2 128 0,1 0-128 0,0 0 0 15,-2 0 0-15,2 2 0 16,-1-1-1088-16,0 0-128 0,-2-1-16 0,0 3-16 15,-1-1-1824-15,-2 4-384 0,-1-1-64 0</inkml:trace>
  <inkml:trace contextRef="#ctx0" brushRef="#br0" timeOffset="21734.08">13565 2639 46655 0,'0'0'2064'0,"0"0"432"0,0 0-2000 0,0 0-496 0,0 0 0 0,0 0 0 16,0 0 1184-16,0 0 144 0,0 0 16 0,0 0 16 15,0 0-144-15,9 2-48 0,2-2 0 0,2-2 0 0,1 0-640 0,0-1-128 16,5 0-16-16,-1 1-16 0,3-1-176 0,0-1-48 16,0-1 0-16,-3 1 0 0,1 2-144 0,0-1 0 15,-2 0 144-15,-2 1-144 0,-2-1 0 0,0 2 0 16,-1 1 0-16,0 0 0 16,-1-1-1440-16,0-1-208 0,-2 1-32 0,-1 1-22224 15</inkml:trace>
  <inkml:trace contextRef="#ctx0" brushRef="#br0" timeOffset="22535.61">14813 2190 36863 0,'0'0'3264'0,"0"0"-2608"16,0 0-528-16,0 0-128 0,0 0 2880 0,0 0 528 15,0 0 112-15,0 0 32 0,0 0-2080 0,0 0-400 0,-5 2-96 0,-3 1-16 16,0-1-64-16,0 2 0 0,0 1-16 0,-1 2 0 16,0 1-480-16,-1 2-80 0,1-2-32 0,-2 1 0 15,-1 0-32-15,2 2-16 0,1-1 0 0,2 1 0 16,-2-2-112-16,1-1-128 0,2-2 176 0,1 1-176 16,2 0 128-16,2 0-128 0,1-7 0 0,1 8 0 15,-1-8 0-15,5 8 0 0,2-2 0 0,2 1 0 16,3-1 0-16,1 1 0 0,0-1 0 0,2 1 0 15,4-2 0-15,0 0 0 0,1-2 0 0,-1 2 0 16,3 0 0-16,1 0 0 0,-1 1 0 0,-1-1 0 0,-1 1 128 16,1 1-128-16,-1-2 0 0,-3 2 0 0,-3 0 0 15,-1 1 0-15,-1-1 0 0,-2-1 0 0,-2 1 0 0,-3-1 0 16,-2 2 0-16,-2-1 0 0,-1-7 128 0,-2 9-128 16,-4 0 0-16,0 1 0 0,-1-3 128 0,-3 2-128 15,-4 0 0-15,-2-1 144 0,-2-3-144 0,-2 0 0 16,1 2-160-16,-2-1 160 15,-1-2-784-15,1 0-80 0,0-2-16 0,0-1 0 16,0-1-1696-16,4 0-352 0,2-1-64 0</inkml:trace>
  <inkml:trace contextRef="#ctx0" brushRef="#br0" timeOffset="23319.64">14650 2294 10127 0,'0'0'896'0,"0"0"-704"15,6-7-192-15,4 1 0 0,1-1 9040 0,4 1 1776 16,3-5 368-16,3 2 64 0,2 0-8560 0,3-1-1696 15,3-1-352-15,1 2-64 0,3 1 240 0,0 2 32 16,1-5 16-16,0 3 0 0,-1 2-448 0,-2 1-96 16,-2 0 0-16,-3 3-16 0,-1 0-112 0,-3 2 0 0,-3 2-16 0,-2 0 0 15,-4 0-48-15,-2 2 0 0,-3 1 0 0,-2 3 0 16,-1 4 32-16,-1 0 0 0,-2 1 0 0,-4 2 0 16,-2 3-32-16,-1 2-128 0,-1 0 192 0,-2 2-64 15,-3-1-128-15,1 1 0 0,-1-1 0 0,1 1 0 16,0-4 0-16,-1 0 0 0,2 1 0 0,1-1 48 15,2-3-48-15,0 1 0 0,3-2 0 0,1 1 0 16,1-2 0-16,2 0 0 0,4-4 0 0,2 0 0 0,1 0 0 16,2-2 0-16,3-3 0 0,3-2 0 0,1 0 0 15,1-1 0-15,3-1 0 0,1-3 0 0,0-1 0 0,0-2 0 16,2-1 0-16,-2-2 0 0,-2-1 0 0,-1-1 0 16,-1 1-160-16,-2-1 160 0,-2 1-128 15,-2 0 128-15,-4-2-128 0,-1-1 128 16,-4 0-144-16,-1 1 144 0,-1 0-160 0,-2 1 160 0,-3-1-128 15,-3 0 128-15,-1 0 0 0,-1 1-144 0,-1-1 144 0,-2 2 0 16,-2 0 0-16,0 1-128 0,-1-1-64 0,-2 3-16 16,0 1 0-16,0-1 0 15,-1 1-704-15,2 1-144 0,3 1-32 0,3 1 0 16,2 3-624-16,8 0-128 0,-5 3-16 0,5-3-16 16,0 0-1808-16,10 4-352 0,5-2-80 0,6 2-16 15,3 1 2336-15,8-3 480 0,3-2 96 0,4 0 0 16,1 0-2352-16,2 0-464 0,0-2-112 0,-3 2-16 15,-5-4 2880-15,-3 2 576 0,-4-3 128 0,-2 3 0 0,-4-2 3504 0,-3 3 688 16,-3 1 144-16,-4 0 16 0,-3 0 576 0,-8 0 128 0,0 0 0 0,0 0 16 16,0 0-976-16,-4 7-208 15,-3 2-48-15,-3 1 0 0,-1 1-1568 0,-5 0-320 0,-2 4-64 0,-2-1-16 16,-1 2-592-16,-1-1-128 16,0 1-32-16,1 0 0 0,3-2-352 0,1-1-192 0,3-1 192 0,2-1-192 15,3 0 128-15,4-3-128 0,3 1 0 0,4-1 80 16,1-2-80-16,4 1 0 0,3-2 0 0,5 1 0 15,3-3 0-15,3 1 0 0,1-2 0 0,1 1 0 16,1-4-192-16,-1 1 0 0,1-2 16 0,-1 1 0 16,1-3-64-16,-1 0-16 0,-2-2 0 0,-1 1 0 15,-3-2 256-15,-3 1 0 0,-1-2 0 0,-3-1 0 16,-2-2 0-16,-3 1 0 0,-2-1 0 0,-2 1 0 16,-2 1 0-16,-3-3 0 0,-2 2-128 0,-2-1 128 0,0-1-176 15,-1 1 16-15,0 0 0 0,-3 0 0 0,-1 1 160 16,0 1 0-16,1 3 0 0,2-3 0 0,-1 2 0 0,4-1-208 15,-3 2 48-15,3 1 16 16,1 1-1200-16,6 4-224 0,0 0-48 0,0 0-16 16,0 0-1216-16,0 0-240 0,10-2-48 0,3 2-9888 15,2 0-1968-15</inkml:trace>
  <inkml:trace contextRef="#ctx0" brushRef="#br0" timeOffset="23585.1">16544 2113 35935 0,'0'0'1600'0,"0"0"320"0,-1-4-1536 0,1 4-384 15,-3-7 0-15,3 7 0 0,0 0 3888 0,0 0 704 16,0 0 144-16,0 0 16 0,0 0-2832 0,0 0-560 0,0 0-112 0,4 8-32 16,-4-8-784-16,3 14-176 0,1 5-16 0,-3 0-16 15,2 5-32-15,1 0-16 0,-3 4 0 0,0 2 0 16,-1-5-176-16,0 1 0 0,4 0 0 0,-3-2 0 15,-1 0 0-15,2-3 0 0,-2-2 0 0,2 1 0 16,0-2-144-16,0-1 144 0,1 1-192 0,-2-7 192 16,2-1-832-16,-3-10-48 15,0 0-16-15,0 0 0 0,7 9-1200 0,3-5-240 0,1-1-48 0,4-3-12544 16,3-5-2512-16</inkml:trace>
  <inkml:trace contextRef="#ctx0" brushRef="#br0" timeOffset="23835.8">16930 2225 49583 0,'-5'-3'1088'0,"-3"-1"240"0,-1 2 32 0,0 0 32 0,2 2-1120 0,-1 2-272 0,1 0 0 0,-3 1 0 0,0 1 1776 0,-2 0 288 15,3 1 64-15,0 1 16 0,-1 2-1520 0,-2 0-304 16,-1 4-64-16,0 1-16 0,-1-3-16 0,-1 5 0 16,1-1 0-16,1 0 0 0,0-1-160 0,2-2-64 15,2 2 0-15,-1 2 0 0,1-3 0 0,3 1 0 16,3-2 0-16,3 0 0 0,2-3 0 0,5 1 0 15,-1-1 0-15,3 0 0 0,0-4 0 0,2 0 0 16,3 0 0-16,4 1 0 0,1-3 0 0,2-2 0 16,1-1 0-16,-1-1 0 0,2 2 0 0,0-3 0 15,1 2 0-15,1-3 0 16,0 1-448-16,-1 2-16 0,-2-3-16 0,1 4 0 16,4-3-2592-16,-5 3-528 0</inkml:trace>
  <inkml:trace contextRef="#ctx0" brushRef="#br0" timeOffset="26125.42">18571 706 24879 0,'0'0'1088'0,"0"0"256"0,-2-8-1088 0,-2 0-256 0,1 2 0 0,2-1 0 0,1 7 5040 0,0 0 944 15,0 0 192-15,0 0 32 0,0 0-3712 0,0 0-768 16,0 0-128-16,0 0-48 0,4 11-528 0,0 4-128 16,2 2 0-16,2 4-16 0,1 3-512 0,2 0-112 15,-1 0 0-15,2-2-16 0,0 0-16 0,1 0 0 16,0-1 0-16,1-1 0 0,2-2-224 0,-1-2 144 16,1-3-144-16,0-2 128 0,-1-1-128 0,1-3 128 15,-2-1-128-15,-1-4 128 0,-1 1-128 0,1-3 128 16,-2-2-128-16,-1 0 128 0,-1-3-128 0,0-1 128 15,0 0-128-15,-1-1 128 0,-1-3-128 0,-1 1 192 16,2-2-192-16,-3-2 192 0,0-2-144 0,1 0-48 16,-1-2 0-16,0 2 0 0,0-2 0 0,0-3 0 15,-1 1 0-15,0-1 0 0,0 1 0 0,0-2 0 16,-1 0 0-16,-1 3 0 0,1-1-256 0,-2 4-64 16,2 2 0-16,-2 2 0 15,0 1-864-15,-1 3-176 0,0 7-48 0,0 0 0 16,0 0-2192-16,0 0-448 0,7 6-96 0</inkml:trace>
  <inkml:trace contextRef="#ctx0" brushRef="#br0" timeOffset="26603.43">19183 874 23039 0,'0'0'2048'0,"0"0"-1648"15,0 0-400-15,0 0 0 0,0 0 5808 0,0 0 1072 16,4 8 224-16,-2 0 32 0,0 1-4656 0,-1 1-944 16,-1 1-176-16,3 2-32 0,-3 0-560 0,1 1-128 0,-1 0 0 0,1 1-16 15,1-3-496-15,-1-1-128 0,1 0 0 0,1-1 0 32,0-2-848-32,-1 0-240 0,1-2-64 0,-3-6 0 15,5 6-2048-15,3 0-432 0,1-2-80 0</inkml:trace>
  <inkml:trace contextRef="#ctx0" brushRef="#br0" timeOffset="26852.24">19570 654 49247 0,'0'0'2176'0,"0"0"448"0,0 0-2096 0,0 0-528 0,0 0 0 0,0 0 0 0,0 0 928 0,0 0 80 15,0 0 16-15,0 0 0 0,0 0-64 0,9 1 0 16,2-1 0-16,0 1 0 0,2 3-768 0,3-4-192 16,0 2 0-16,-1-1 0 0,4 3 208 0,0-3 0 15,1 0 0-15,-1 3 0 16,1-1-640-16,-1 2-128 0,-2-1-16 0,2 0-16 16,-4 0-1552-16,0 0-304 0,-2-3-64 0,-3 4-12272 15,-1-1-2432-15</inkml:trace>
  <inkml:trace contextRef="#ctx0" brushRef="#br0" timeOffset="27036.88">19591 841 48143 0,'0'0'1056'0,"0"0"224"0,0 0 32 0,0 0 48 0,0 0-1088 0,0 0-272 16,0 0 0-16,0 0 0 0,0 0 1136 0,0 0 160 16,8 0 48-16,1 0 0 0,3 2-848 0,1-2-176 15,1 0-16-15,2 0-16 0,1-2-288 0,-2 1 0 0,4 0 0 0,0-2 0 16,1 3 0-16,0 0-256 0,0 0 32 0,1 0 0 15,0-2-1744-15,-2-1-336 16,1 0-80-16,-1 2-11952 0,1 1-2400 0</inkml:trace>
  <inkml:trace contextRef="#ctx0" brushRef="#br0" timeOffset="27716.95">20586 611 12895 0,'0'0'1152'0,"0"0"-928"0,0 0-224 0,0 0 0 16,-4-5 6624-16,-1-1 1280 0,2 2 256 0,-2 2 48 0,5 2-4720 16,0 0-944-16,-7 0-192 0,1 2-48 0,-3 1-592 0,-2 4-128 15,-2 2-32-15,1 1 0 0,-1 4-736 0,2 2-160 16,-4 5-16-16,4 0-16 0,1-4-432 0,1 0-64 15,1 1-128-15,2-2 176 0,3-3-128 16,1-2-48-16,3 2 0 0,2 0 0 0,1-2 0 0,2-2 0 16,5 0 0-16,2-1 0 0,2-3 0 0,2-2 0 15,-1 1 0-15,2-2 0 0,2-3 0 0,-1 0 0 16,2-3 0-16,0 1 0 0,-4 2 0 0,0-4 0 16,-2 1 0-16,0-2 0 0,-4 0 0 0,0-2 0 0,-2 0 0 15,-4 2 0-15,2-5 0 0,-5 2 0 16,0 0 0-16,-5-1 0 0,0-2 0 0,0 0 0 0,-1-1 0 0,-2 0 0 15,0 0 0-15,-3 0 0 16,-2 0 0-16,0 1 0 0,-4-1 0 0,1 2 0 16,0 0 0-16,-1 3 0 0,0-1 0 0,0 3 0 15,2 0-160-15,0 3 160 16,0 0-1088-16,3 2-144 0,1 1-32 0,9 0 0 16,0 0-3600-16,0 0-704 0</inkml:trace>
  <inkml:trace contextRef="#ctx0" brushRef="#br0" timeOffset="27866.17">20775 805 47391 0,'0'0'2112'0,"0"0"416"0,-4 8-2016 0,4-8-512 0,0 0 0 0,-4 6 0 15,1-2 1056-15,2 1 112 0,1-2 32 0,1 1 0 0,-1-4-320 0,0 0-64 16,0 0-16-16,0 0 0 16,8 0-1632-16,4-1-336 0,1-1-64 0,5 1-14192 15,7-2-2848-15</inkml:trace>
  <inkml:trace contextRef="#ctx0" brushRef="#br0" timeOffset="28255.44">21316 555 45615 0,'0'0'2016'0,"0"0"416"0,0 0-1936 0,0 0-496 16,0 0 0-16,-4 7 0 0,-1-1 1856 0,1 0 256 15,-1 2 64-15,-2 1 16 0,-1 3-736 0,-1 2-160 16,-3 2-16-16,1 0-16 0,-2 3-816 0,0-1-144 15,1-1-48-15,1 0 0 0,4-1-176 0,0 1-80 0,3-3 0 0,3-1 0 16,1-2 0-16,2-1 0 16,4 2 0-16,0-4 0 0,2-1 0 0,2 3 0 15,1-1 0-15,3-3 0 0,2 1 0 0,1-2 0 16,0-1 0-16,1 0 0 0,2 0 0 0,-1-3 0 0,1-4 0 16,-2 2 0-16,0 0-160 0,-1-2 160 0,-1-2-128 0,-2 0 128 15,-1-2 0-15,-2 1-160 0,-2-2 160 0,0-1 0 16,-1-2-128-16,-2-2 128 0,-1 2 0 15,-2-1 0-15,-2-3 0 0,-1 2-128 0,-2-1 128 0,-1 1 0 0,-2 0 0 16,-2-1 0-16,-1-1 0 0,-1 2 0 0,-1 0-176 16,-3 3 176-16,-1-2-160 0,-2 2 160 15,0-1-304-15,1 2 48 0,-1 1 0 0,-1 2 0 16,0 1-256 0,3 1-64-16,-1 0 0 0,5 1 0 0,2 3-1024 0,8 0-224 15,0 0-32-15,0 0-16 0,0 0-1200 0,4 5-256 0,3 2-32 16,4-1-8896-16,8 0-1776 0</inkml:trace>
  <inkml:trace contextRef="#ctx0" brushRef="#br0" timeOffset="28584.9">21728 620 20271 0,'0'0'1792'0,"0"0"-1424"0,0 0-368 0,0 0 0 0,0 0 6512 0,0 0 1232 16,0 0 240-16,0 0 48 0,-7 4-4944 0,-1 2-976 16,1 1-208-16,-5 1-48 0,-1 1-944 0,-2 0-192 15,0 4-32-15,-1 0-16 0,2 1-400 0,-3-1-80 16,0 2 0-16,3-2-16 0,2-2-128 0,3 0-48 15,2-3 0-15,3 1 0 0,3 0 0 0,4 0 0 16,2 0 0-16,4 0 0 0,1-2 0 0,5-2 0 0,-1-1 0 16,2 0 0-16,3-2 0 0,1 1 0 0,1-3-160 15,0 0 160-15,2 0-272 0,-1-3 16 0,0 1 16 0,6-2 0 16,-4-1-48-16,0-2-16 16,-6-1 0-16,-3-1 0 0,-1 1 128 0,-4 1 32 0,-1 0 0 0,-3-1 0 15,-5-5 144-15,0 0 0 0,1 3 0 0,-5-2 0 16,-2 0 160-16,0 1-32 0,-3-1-128 0,0 0 192 15,0 0-192-15,-1-1 0 0,-3 2 128 0,2 0-128 16,-1 2 0-16,1 1-208 0,-1-1 32 0,2 3 16 16,-1 0-592-1,2 4-112-15,0-3-32 0,3 1 0 0,1 1-848 16,4 3-176-16,0 0-48 0,0 0 0 0,0 0-2640 0,0 0-544 16</inkml:trace>
  <inkml:trace contextRef="#ctx0" brushRef="#br0" timeOffset="28868.06">22202 499 21183 0,'0'0'1888'0,"0"0"-1504"0,-5-3-384 0,5 3 0 0,-5-4 6912 0,5 4 1296 15,0 0 272-15,0 0 48 0,0 0-5728 0,0 0-1152 16,0 0-240-16,0 0-32 0,-5 7-624 0,2 2-128 15,4 0-32-15,1 1 0 0,-4 2-464 0,2 2-96 0,2 2-32 0,-1 4 0 16,-1 0 0-16,1 1 0 0,2 0 0 0,-2 1 0 16,2 2 0-16,-2-3 0 0,0-3 0 0,1 0 0 15,3-1 0-15,-1-1 0 0,0-3 0 0,0 0 0 16,-2-4 0-16,1 0-160 16,1-1 160-16,0 2-11712 15,1-3-2224-15,-5-7-448 0</inkml:trace>
  <inkml:trace contextRef="#ctx0" brushRef="#br0" timeOffset="29616.95">22823 766 15551 0,'0'0'688'0,"0"0"144"0,0 0-672 0,0 0-160 16,-5-1 0-16,-1 1 0 0,6 0 192 0,0 0 16 0,0 0 0 0,0 0 0 16,-5 0-208-16,5 0-160 0,0 0 32 0,0 0-6992 15</inkml:trace>
  <inkml:trace contextRef="#ctx0" brushRef="#br0" timeOffset="31450.06">22522 501 21183 0,'0'0'1888'0,"0"0"-1504"0,0 0-384 0,0 0 0 0,0 0 6016 0,11-2 1152 16,1 2 208-16,1-2 48 0,3 0-5536 0,2 2-1120 15,0 0-208-15,5 0-48 0,-1-2 16 0,1 2 16 16,1 0 0-16,0 2 0 0,2-1-224 0,-1 0-32 16,-3 3-16-16,2-2 0 0,-2 3-16 0,-2-4-16 15,-3 4 0-15,-2 0 0 0,-2 1-64 0,-5-2-16 16,-8-4 0-16,5 6 0 0,-5-6 128 0,0 9 32 15,-4 0 0-15,-2 0 0 0,-3 2 128 0,-4 1 48 16,-2 1 0-16,-2 1 0 0,-1 0-256 0,0 1-48 16,-2-1-16-16,2 2 0 0,1-2-16 0,1 2 0 15,2-2 0-15,4-2 0 0,1-3-160 0,1 1 0 0,1-2 144 16,3 0-144-16,4-8 0 0,0 0 0 16,2 8 0-16,2 0 0 0,1-2 0 0,3-1 0 15,1-1 0-15,1-1-192 0,3-2-64 0,3-1-32 0,1-1 0 0,2 0 0 31,3-3-736-31,1 0-128 0,1 0-48 0,4-3 0 16,0-2-576-16,2 1-112 0,2 2-32 0,-1-5 0 16,-4-3 560-16,-1 1 96 0,1 1 32 0,-4-1 0 15,-2-1 272-15,-3 1 48 0,-6 1 16 0,-2 2 0 0,-1 1 1776 0,-3 1 352 0,-4 3 80 0,-2 5 16 16,0 0 720-16,0 0 160 0,-6-2 32 0,-2 2 0 16,-1 0-688-16,-2 4-128 0,0 0-16 0,-1 4-16 15,0 4-784-15,2-1-160 0,-5 1-16 0,4 1-16 0,0 0-160 0,2 3-16 16,3-3-16-16,0 0 0 0,4-3-224 15,3 1 144-15,3-2-144 0,2 1 128 0,4-1-128 16,1 1 0-16,2-4 0 0,3 1 0 16,5-1-144-16,0-1-16 0,0-2 0 0,-1-2 0 0,0-1-160 15,1 0-16-15,0 0-16 0,-2-2 0 0,0-4 0 16,-2 4 0-16,-4-2 0 0,0 0 0 0,-2-4 128 16,0 2 32-16,-3-1 0 0,-2 1 0 0,-2-2 192 0,-3 0 0 15,-1 0 0-15,-2 0-144 0,-2-2 144 0,-1-1 0 16,-1 0 0-16,-1 0 128 0,-4 2-128 0,-1 0 0 15,3 1 0-15,-1-1 0 0,-1 1-128 0,1 2-64 16,-2-2 0-16,2 3 0 16,1-1-960-16,1 3-192 0,8 3-32 0,0 0-16 15,-7-6-1408-15,7 6-272 0,0 0-64 0</inkml:trace>
  <inkml:trace contextRef="#ctx0" brushRef="#br0" timeOffset="31673.59">23484 439 43535 0,'0'0'1920'0,"0"0"416"0,0 0-1872 0,0 0-464 0,0 0 0 0,5 1 0 15,-5-1 1248-15,5 3 160 0,-2 3 16 0,1 1 16 16,-2 2 304-16,2 0 64 0,-1 6 16 0,1 4 0 16,-2-4-1120-16,2 6-208 0,0-1-48 0,1 1-16 15,-1 1-272-15,2 1-160 0,0-2 192 0,1-1-192 16,-1-3 0-16,2-2 0 0,1 0 0 0,0-2 0 15,0-2-1216-15,2 1-208 0,-1-3-48 0,-1-1 0 16,2-3-1536-16,1-1-320 0,2-1-64 0</inkml:trace>
  <inkml:trace contextRef="#ctx0" brushRef="#br0" timeOffset="32039.95">24034 406 24879 0,'0'0'2208'0,"0"0"-1760"0,0 0-448 0,0 0 0 0,0 0 4784 0,0 0 864 16,0 0 176-16,0 0 48 0,0 0-3488 0,0 0-688 16,0 0-144-16,0 0-16 0,0 0-288 0,0 0-48 15,1 9-16-15,-1 0 0 0,-2 2-720 0,-2-2-144 16,-1 3-16-16,-3 5-16 0,-3-1-288 16,1 0 0-16,-1 0 0 0,1-2 384 0,0-1 0 15,-1 0 16-15,2-1 0 0,3-2-256 0,-1 1-144 0,-1-2 160 0,2 0-160 16,-1-2 144-16,1-1-144 0,0 2 128 0,1-3-128 15,5-5 0-15,-5 5 128 16,0-1-128-16,5-4 0 0,0 0 0 0,0 0 128 0,0 0-128 0,0 0 112 16,0 0-112-16,0 0 0 15,0 0 0-15,0 0 0 0,0 0 0 0,6 4 0 0,2-1 0 0,1-1 0 16,0 0 0-16,3-2 0 0,4-2 0 0,2 1-160 16,2 0 160-16,0 1-160 0,3-4 160 0,1 1-160 15,1 1-128-15,0-1-32 0,-2 0 0 0,0 1 0 31,-3-1-896-31,1 1-192 0,0 0-48 0,-1-2 0 16,-5 2-1232-16,0-3-240 0,-2 1-48 0,-3 1-10672 0,-1-1-2144 0</inkml:trace>
  <inkml:trace contextRef="#ctx0" brushRef="#br0" timeOffset="32279.88">24104 394 9215 0,'0'0'816'0,"-3"-6"-656"15,-3-2-160-15,2 3 0 0,4 5 8192 0,0 0 1616 16,-2-4 320-16,2 4 64 0,0 0-6608 0,0 0-1344 16,0 0-256-16,0 0-48 0,0 0-640 0,0 0-128 15,0 0-16-15,-3 9-16 0,1 3-624 0,0 2-112 16,0 3-16-16,-1 1-16 0,0 2-192 0,2 1-48 16,0 0 0-16,0 1 0 0,1 0-128 0,1 0 0 15,0 0 0-15,2 0 0 0,2 0-144 0,1-1-112 0,1-2-32 0,3-1 0 31,2-1-864-31,3-2-160 0,0 1-32 0,3-2-16 16,2-4-1792-16,3-1-368 0,2 0-64 0</inkml:trace>
  <inkml:trace contextRef="#ctx0" brushRef="#br0" timeOffset="32858.44">24673 521 44063 0,'0'0'1952'0,"0"0"400"0,0 0-1888 0,0 0-464 0,0 0 0 0,0 0 0 16,0 0 1824-16,0 0 272 0,0 0 48 0,-1 9 16 16,2 3-560-16,0-1-96 0,0 4-32 0,2 0 0 0,1 1-960 15,1-2-208-15,0 3-48 0,1 0 0 0,0 0-112 0,1-1-16 16,-1-3-128-16,1 0 192 0,-1-1-192 0,1-2 0 16,-1 2 128-16,1-6-128 0,-2 1 0 0,-5-7 0 15,0 0 0-15,0 0 0 0,0 0 0 0,0 0 0 16,0 0 0-16,0 0 0 0,0 0 0 0,0 0 128 15,7-3-128-15,-1-1 0 0,-1 0 0 0,0-1 0 16,-1-1 128-16,2-2-128 0,-1-1 0 0,1-2 0 16,1 1 0-16,-1-1 0 0,1-2-128 0,2-1 128 15,-1-2 0-15,0 2 0 0,-1 0-128 0,1 2 128 16,0 2 0-16,0 2 0 0,-2 0 0 0,1 3-128 16,-7 5 128-16,0 0 0 0,0 0 0 0,8 0 0 15,-8 0 0-15,0 0 144 0,8 5-144 0,-2 3 160 16,-1 1-160-16,1 0 160 0,-3 1-160 0,1 1 0 15,0-1 0-15,0 2 128 0,-1 0-80 0,-1-2-48 0,1 2 0 16,1-3 0-16,-4-9 0 0,5 8 0 0,-1-2 0 0,-4-6 0 16,0 0 0-16,7 6 0 0,-7-6 0 0,0 0 0 15,0 0 0-15,0 0 0 16,0 0 0-16,9-2 0 0,-1-3 0 0,-2 1 0 0,2-2 0 0,1-2 0 16,0-1-160-16,2-2 160 0,-1-2-128 0,0 0 128 15,0 0-144-15,1 0 144 0,1 0-160 0,0 1 160 16,-1 1-160-16,3 0 160 0,-3 1-160 0,1 3 160 15,-3 1 0-15,-1 2 0 0,-8 4-128 0,9 0 128 16,-2 4 0-16,-1-2 0 0,-6-2 0 0,7 8 0 16,-1 1 0-16,1 2 160 0,-2 2-160 0,0-3 128 15,0 2-128-15,2 0 0 0,-2-2 0 0,2 0 0 16,-2 1-448-16,3-2-128 16,-1-1-32-16,3-2 0 0,-1 0-1600 15,1-2-320-15,1-2-64 0,-1-1-19760 0</inkml:trace>
  <inkml:trace contextRef="#ctx0" brushRef="#br0" timeOffset="33341.85">25374 286 28559 0,'-4'-4'2544'0,"2"-1"-2032"0,2 5-512 0,-2-7 0 0,0 2 4624 0,2 5 832 16,0 0 176-16,0-6 16 0,0 1-3344 0,0 5-688 15,2-6-128-15,-2 6-16 0,7-4-768 0,-1 2-160 16,2 0-32-16,5 1 0 0,2 1-512 15,-2 0 0-15,2 0 0 0,1-2 128 0,0 2-128 0,-1 2 0 16,1-2 0-16,1 3 0 0,-1-2 0 0,-1 2 0 0,1 1 0 16,-1-2 0-16,-4 1 0 0,-2-1 0 15,-9-2 0-15,0 0 0 0,0 0 128 0,0 0-128 16,0 0 144-16,0 0-16 16,0 0-128-16,-8 8 192 0,-2 0-192 0,-1-1 0 0,1-2 0 15,-1-1 224-15,1 0 0 0,0 1 0 0,-1-1 0 16,2 0-224-16,1 0 0 0,2-1 0 15,0 3 0-15,6-6 0 0,0 0 0 0,0 0 0 16,-2 5 0-16,2-5 0 0,0 0-160 0,2 8 160 16,2-2-240-16,2 1 48 0,0-2 0 0,8 2 0 15,3-1 192-15,0-1 0 0,7 3 0 32,-6 1-704-32,-4-2-80 0,-4-1-32 15,-10-6 0-15,0 0 608 0,0 0 208 0,0 0-144 0,-4 7 144 0,-3-1 176 0,-1 1 112 16,-1-3 32-16,-1 0 0 0,-1 0-144 0,2 1-32 15,-1-3 0-15,-1 4 0 0,1-3-144 0,-2 1 0 16,0 0 0-16,2 1 0 0,1 2 0 0,1 0 0 16,0 0 0-16,0 0 0 15,2 1-288-15,-1 0-32 0,2-1-16 0,1 1 0 16,2-3-1712-16,2-5-320 0,-2 8-80 0,4 1-11984 16,0-1-2400-16</inkml:trace>
  <inkml:trace contextRef="#ctx0" brushRef="#br0" timeOffset="33656.91">25991 149 47855 0,'0'0'2112'0,"0"0"448"0,0 0-2048 0,0 0-512 0,0 0 0 0,0 0 0 16,0 0 1152-16,0 0 128 0,1 7 32 0,1 1 0 15,-2-1-16-15,-2 5 0 0,1-1 0 0,-2 2 0 16,1 2-816-16,-1 3-160 0,-2 5-48 0,-3 7 0 16,0 0-144-16,0 2-128 0,1-1 144 0,-1 2-144 15,-1 1 128-15,0-1-128 0,-1-2 0 0,1-1 0 16,-1-1 0-16,1-2 0 0,0 0 0 0,1-2 0 0,-1-4 0 16,1-4 0-16,0-3 0 0,3-2 0 15,0 0-704-15,1-3-64 0,0-3-32 16,1 1 0-16,3-7-1632 0,0 0-320 0,3 8-64 0,1-3-19056 15</inkml:trace>
  <inkml:trace contextRef="#ctx0" brushRef="#br0" timeOffset="33848.25">26112 458 41983 0,'0'0'1856'0,"0"0"384"0,0 0-1792 0,0 0-448 15,0 0 0-15,0 0 0 0,1 7 1216 0,-1-1 160 16,0-6 32-16,-2 11 0 0,-2 2 160 0,-1 1 32 15,-2 2 16-15,3 1 0 0,-1 0-816 0,-1 1-160 0,-2 1-48 0,0 0 0 16,0-2-352-16,2 0-80 16,0 1-16-16,2-4 0 0,-1 2-144 0,3-3 0 0,2-1 0 0,0-3-176 31,0-9-1232-31,0 0-240 0,5 9-48 0,1-3-16 16,1-2-1584-16,3 1-320 0,3-1-64 0</inkml:trace>
  <inkml:trace contextRef="#ctx0" brushRef="#br0" timeOffset="34541.42">26450 608 22111 0,'0'0'1968'0,"-5"-5"-1584"0,-1 0-384 0,1 1 0 16,1-3 4288-16,0 1 768 0,-1-1 144 0,0 2 48 15,-2 1-2848-15,0 0-560 0,-3 2-112 0,1 0-32 16,-1-2-256-16,-1 3-48 0,-2 0-16 0,-1 2 0 16,-2 0-608-16,-1 3-128 0,-2-1-32 0,1 2 0 0,-1 2-256 0,0-1-48 15,-1 3-16-15,1 2 0 0,1-1-112 0,-1 3-32 16,2 0 0-16,4 0 0 0,2 0-144 0,0 0 0 15,1-1 0-15,3 0 0 0,2-2 0 0,4 2 0 16,1 0 0-16,1-2-176 0,0-1-16 0,-1-9-16 16,11 9 0-16,3-2 0 0,2-1-160 0,5 1-16 15,2-2-16-15,4 0 0 16,5-5-160-16,0 0-16 0,1-2-16 0,-1 0 0 16,2 2-192-16,-1-2-48 0,-3-5 0 0,-1 2 0 15,-3-1 128-15,1-2 0 0,2-1 16 0,-2 1 0 0,-2-3 368 0,-3 2 80 16,-1 1 16-16,-3-1 0 0,-2 0 224 0,-6 1 208 0,-1 2-32 15,-3-1-16-15,-4 1 592 0,-2-1 112 0,0 7 32 0,-6-6 0 16,-2 1 128-16,-1 1 48 0,-2 0 0 0,0 2 0 16,-1 1-496-16,-1 1-112 0,-2 1-16 0,2 2 0 15,0 0-128-15,0 1-16 0,0 1-16 0,2 1 0 16,-1 1-128-16,1-1-32 0,2 0 0 0,1 0 0 16,2 2-128-16,1 2 0 0,1-3 0 0,1 1 0 15,2-1 0-15,1-7-192 0,1 8 32 0,3 0 16 16,-4-8-208-16,8 8-32 0,1-2-16 0,1-2 0 31,2-4-16-31,0 0 0 0,4-1 0 0,-1-2 0 0,1 1 64 0,1-2 16 0,1 1 0 16,0-3 0-1,-1-3-112-15,-1 0-32 0,1-1 0 0,-1 1 0 0,-2 0 128 0,-1 0 32 0,-3-1 0 0,-1 2 0 16,-1 1 320-16,-3 1 0 0,-2-1 0 0,-3 7 128 16,0 0 512-16,0 0 112 0,0 0 16 0,0 0 0 15,0 0-64-15,0 0-16 0,0 0 0 0,0 0 0 0,-5 7-304 0,1-1-48 16,0 3-16-16,1 2 0 0,1 1-112 15,1 1-16-15,-1 1-16 0,1 3 0 0,0 1-48 0,1 2 0 16,0 1 0-16,0 1 0 0,0 0 48 16,0 3 0-16,0 1 0 0,0 1 0 0,-2-1-48 0,0 0-128 15,-2 0 192-15,-1 0-64 0,-2-1 32 0,1-1 0 16,-4-2 0-16,0-1 0 0,-2-2 80 0,-1-1 16 16,-1-1 0-16,0-4 0 0,1 0-128 0,-2-2-128 15,0-2 176-15,-1-1-176 0,-1-3 144 0,1 0-144 16,2-2 0-16,-2-2 144 0,1-1-96 0,-1-1-48 15,0-2 0-15,-1-1 0 16,2 0-640-16,-1-2-112 0,2-1-16 0,-2 1-24672 0</inkml:trace>
  <inkml:trace contextRef="#ctx0" brushRef="#br0" timeOffset="34891.44">18668 2347 5519 0,'0'0'496'0</inkml:trace>
  <inkml:trace contextRef="#ctx0" brushRef="#br0" timeOffset="35208.3">18628 2328 19343 0,'0'0'1728'0,"-7"-2"-1392"0,-1-1-336 0,0-1 0 0,1 0 3152 0,0 0 560 0,2 0 128 0,0 1 0 15,5 3-1312-15,0 0-272 0,0 0-48 0,0 0-16 16,0 0 80-16,0 0 16 0,0 0 0 0,1 8 0 15,1 4-928-15,4 2-176 0,-2 3-32 0,2-1-16 16,2 3-368-16,1 0-80 0,0 0-16 0,0 1 0 16,2-1-288-16,-1 1-48 0,1 1-16 0,-1-2 0 15,-1-2-128-15,2-3-48 0,-2-3 0 0,0-1 0 16,0-2-144-16,-1-3 192 0,0-1-192 0,-1-1 192 16,1-2-192-16,0-1 192 0,1-2-192 0,-1-1 192 15,-1-2-192-15,0-2 0 0,1-2 144 0,0-1-144 16,-1-1 0-16,-1 1 0 0,1-2 0 0,0-2 128 0,1-2-128 15,0 0 0-15,-1-2 0 0,-1-1 0 0,2-1-128 0,-2-1 128 16,1 0-128-16,-1 1 128 0,1-1-320 0,0 1 32 16,-2 1 0-16,3 0 0 15,-3 2-1168-15,1 2-224 0,-1 2-48 0,2 2-16 16,0 5-2288-16,-1 2-448 0,1 4-80 0</inkml:trace>
  <inkml:trace contextRef="#ctx0" brushRef="#br0" timeOffset="35531.19">19037 2493 35007 0,'0'0'1552'0,"0"0"320"0,0 0-1488 0,0 0-384 16,0 0 0-16,9 4 0 0,0-1 2960 0,0-3 528 15,0-3 96-15,1 2 32 0,0-3-1696 0,0 3-320 16,1-1-80-16,-1 0-16 0,1-1-784 0,-1 1-144 16,-1-1-48-16,-9 3 0 0,7 3-80 0,-7-3-32 15,0 0 0-15,0 0 0 0,0 0-144 0,0 0-16 16,6 5-16-16,-6-5 0 0,2 9-16 0,-2 1 0 15,-4 2 0-15,-2 1 0 0,1 1-96 0,-3 1 0 0,-1-2-128 0,0 2 192 16,-1 1-192-16,1-2 0 0,-1-1 0 16,4 1 128-16,-1-3-128 0,4 0 0 0,0-1 0 0,2 1 0 15,1-2 0-15,2-2 0 0,-2-7 0 0,7 8 0 16,1 0 0-16,1 0 0 0,0-2 0 0,0-2 0 16,3 0 0-16,1-1 0 0,0-2 0 0,1-1 0 15,0-1 0-15,3 1 0 0,0-4 0 0,2 1 0 16,0-3-640-16,2-1-128 15,0 0-32-15,0-3 0 0,1 0-1664 16,1 0-336-16,-2 2-64 0,-1-3-19184 0</inkml:trace>
  <inkml:trace contextRef="#ctx0" brushRef="#br0" timeOffset="35710.17">19695 2338 33167 0,'0'0'2944'0,"0"0"-2352"16,0 0-464-16,8-4-128 0,0 2 3760 0,1 0 720 15,0 2 160-15,2-1 32 0,-1 0-2496 0,0-1-512 16,3 1-80-16,2 0-32 0,-1 1-944 0,2 0-192 0,-1 0-32 0,0 0-16 16,0 0-368-16,1 0-208 15,0 1 16-15,-1-1 16 16,0 0-992-16,-1 1-208 0,0 1-32 0,-1-1-14416 0,-1 2-2880 0</inkml:trace>
  <inkml:trace contextRef="#ctx0" brushRef="#br0" timeOffset="35915.78">19818 2474 4607 0,'0'0'192'0,"-5"-2"64"0,-2 2-256 0,7 0 0 0,-5 0 0 0,5 0 0 15,0 0 10224-15,0 0 2000 0,0 0 384 0,0 0 96 16,0 0-9136-16,0 0-1840 0,0 0-352 0,9 0-80 16,1 0-736-16,1 0-160 0,3 0-16 0,1-1-16 15,0 0-368-15,2 1 0 0,1-4 0 0,1 1 128 16,-1 1-528-16,0 0-112 0,-1 1 0 0,3 0-16 31,-3-3-2016-31,1 1-400 0,0 2-64 0</inkml:trace>
  <inkml:trace contextRef="#ctx0" brushRef="#br0" timeOffset="36751.33">20949 2149 29487 0,'0'0'2624'0,"0"0"-2112"16,-5-4-512-16,1-4 0 0,2 1 4544 0,0 0 784 15,0 1 176-15,0 0 16 0,0 1-3680 0,2 5-752 16,-4-4-128-16,-1 2-48 0,-2 2 96 0,1 2 16 15,-3 5 0-15,-3-1 0 0,0 3-368 0,-1 4-64 16,-3 3-16-16,-1 4 0 0,1 2-336 0,-1 1-80 16,1 2-16-16,2 0 0 0,1-4-96 0,2 1-48 15,2-7 0-15,2 1 0 0,4-2 0 0,3-1 0 16,2-2 0-16,5-1 0 0,1-2 0 0,3 0 0 0,5 0 0 0,2-2 0 16,3-2 0-16,2-1 0 15,5-2 0-15,1-1 0 0,-1-1 0 0,1 1 0 16,-2-3 0-16,1 1 0 0,-4-2 0 0,0-2 0 0,-3 0-160 0,-2-1 160 15,0 1-208-15,-4-2 32 0,-3-1 16 16,-2 0 0-16,-2 0 160 0,-1 0 0 16,-3-2 0-16,-3 2 0 0,-2-3 0 0,-2-1 0 0,-1 0 0 0,-2 0 0 15,-4 3 0-15,0-2 0 0,0 3 0 0,-2 1 0 16,-1 2-240-16,1 0 48 0,0 1 0 0,1 3 0 16,-1-1-1072-1,0 3-208-15,2 0-32 0,2 1-16 0,1 1-1408 16,7-2-272-16,0 0-64 0,0 0-16 0,13 7-1136 0,0 0-240 15,1-2-32-15,1 0-16 0,1 0 3088 0,1 1 608 16,-2-2 128-16,0 1 32 0,0 1 1200 0,1 2 240 0,-2 0 48 0,-1 1 16 0,-2 0 2032 16,-2-1 416-16,0-1 80 0,-1 0 16 0,-2 1-48 15,-2-1 0-15,-4-7 0 0,0 0 0 0,7 6-1664 0,-7-6-336 16,8 4-64-16,0-1 0 0,-8-3-912 0,11 0-176 16,1 0 0-16,1-5 0 15,1-1-2560-15,2 1-416 0,1-1-96 0</inkml:trace>
  <inkml:trace contextRef="#ctx0" brushRef="#br0" timeOffset="37109.12">21780 2080 46943 0,'0'0'2080'16,"0"0"416"-16,0 0-1984 0,-8 1-512 0,-1-1 0 0,-1 2 0 0,0 0 1344 0,-1 2 160 15,-2 1 32-15,-2 3 16 0,1 3-48 0,-2-1-16 16,-1 2 0-16,0 1 0 0,0 1-944 0,2 2-192 15,-2 1-32-15,1 1-16 0,3 0-224 0,3-2-80 16,1 0 0-16,2-2 0 0,3-1 0 0,3 1 0 0,1-1 0 0,3-4 0 16,2 1 0-16,3-1 0 15,3 0 0-15,2-1 0 0,0-2 0 0,2-1 0 0,3-1 0 0,0 0 0 0,0-1 0 16,3-2 0-16,3 0 0 16,-1-1 0-16,1-1-160 0,-2 0-32 0,0-4 0 0,1 1 0 15,-3-2-64-15,0 0 0 0,-3-2-16 16,-2 0 0-16,0-2 32 0,-4-2 16 0,-2 2 0 0,-3-1 0 15,0 0 224-15,-2-1-192 0,-3-1 192 16,-2 0-192-16,-2 0 192 0,-2 0 0 0,0 0 0 16,-2 2 0-16,-4-2 0 0,0 1 0 0,1 2 0 0,-3 0 0 0,0-1 0 0,0 2 0 15,-2 0-192-15,1 0 48 16,0 0-720-16,1 1-144 0,1 1-16 0,2 3-16 16,0 0-1024-16,3 2-208 0,7 2-32 0,0 0-11760 15,0 0-2336-15</inkml:trace>
  <inkml:trace contextRef="#ctx0" brushRef="#br0" timeOffset="37495.23">22241 2113 34095 0,'0'0'1504'0,"0"0"320"0,-3-3-1456 0,-3-1-368 15,1 1 0-15,5 3 0 0,-6-2 3712 0,-2 1 656 16,-1-1 144-16,-2 4 32 0,1 0-2304 0,-2 5-464 0,-1-1-96 0,-3 1-16 15,-1 2-912-15,0 3-192 16,0 3-48-16,2 0 0 0,-3 0-256 0,3 1-48 0,2 0-16 0,4 2 0 16,0-3-128-16,4 2-64 15,2-2 0-15,3-1 0 0,1-1 0 0,3 0 0 0,3-1 0 0,2-2 0 16,3-2 0-16,2-1 0 0,4-1 0 0,1-1 0 16,0 1 0-16,1-1-240 0,-1-4 80 0,1 0 16 15,-2 1-112-15,2-4 0 0,-1 1-16 0,-2 0 0 16,-1-3 16-16,-2 0 0 0,0-1 0 0,-1 0 0 15,-2-1 80-15,-1-3 32 0,-1 1 0 0,-1-1 0 16,-1-2 144-16,-2-1-160 0,-1-1 160 0,-1 0-160 16,-3-2 160-16,-2 1 0 0,0 1-144 0,-2 1 144 0,0-2 0 15,-3 1-144-15,-1 1 144 0,2 3 0 0,-1-1-336 16,1 0 32-16,-2 3 16 0,0 0 0 16,-1 3-768-16,0-2-160 0,2 2-16 15,7 4-16-15,0 0-1184 0,0 0-224 0,0 0-48 0,0 0-16752 16</inkml:trace>
  <inkml:trace contextRef="#ctx0" brushRef="#br0" timeOffset="37744.94">22674 2046 44975 0,'0'0'1984'0,"0"0"432"0,0 0-1936 0,0 0-480 15,0 0 0-15,0 0 0 0,0 0 1584 0,0 0 208 0,-1 9 64 0,1 3 0 16,0 1-384-16,1 0-80 0,-2-1-16 0,1 2 0 16,0 3-864-16,1 0-192 0,1 0-16 0,0 1-16 15,-1-1-288-15,1 3 128 0,0-5-128 0,1 2 0 16,0-4 0-16,-2 0 0 0,2-2 0 0,0-1-192 31,1 1-1008-31,0-2-192 0,-1 0-32 0,-3-9-16 16,0 0-2208-16,0 0-432 0,6 8-80 0</inkml:trace>
  <inkml:trace contextRef="#ctx0" brushRef="#br0" timeOffset="38093.64">22876 2073 29487 0,'0'0'2624'0,"0"0"-2112"16,0 0-512-16,7-3 0 0,1 0 4304 0,1 2 752 15,1 1 160-15,-1 0 32 0,0 0-3056 0,2 0-592 16,1-3-128-16,3 3-32 0,0 0-448 0,0 3-96 15,1-1 0-15,1 2-16 0,-1 0-528 0,-1 3-96 16,-1 0-32-16,-2 1 0 0,-1 0-224 0,-2 1 0 16,-1 2 0-16,-1 0 0 0,-3 4 160 0,-2-4 32 15,-5 4 16-15,-1 2 0 0,0-2-208 0,-2 4 0 16,-3-1 0-16,-3 0 0 0,-3-1 0 0,0-1 0 16,-1-3 0-16,1 0 0 0,0-1 192 0,2-1 0 15,0 2 0-15,3-4 0 0,1-1-192 0,1 0 0 16,3-1 0-16,5-7 128 0,-4 5-128 0,4-5 0 0,0 0 0 15,0 0 0-15,6 6 0 0,2 1 0 16,0-2 0-16,4 0 0 0,3-3 0 0,2 0 0 16,0 1 0-16,3-3 0 0,0 0 0 0,3 0 0 0,-1-3 0 0,1 1 0 15,-2-2-272-15,0 1 0 0,-4-1 0 16,0 0 0 0,1 0-2416-16,-1-1-496 0</inkml:trace>
  <inkml:trace contextRef="#ctx0" brushRef="#br0" timeOffset="38890.91">23743 1810 37775 0,'0'0'3360'0,"0"0"-2688"0,-4 5-544 0,4-5-128 16,-4 6 3264-16,1 1 640 0,-1 3 112 0,1-1 16 16,2 0-2752-16,-1 0-576 15,0 3-96-15,1 1-32 0,1 0 0 0,-2 1 0 0,1-1 0 0,1 0 0 16,1 0-576-16,1-2 0 0,0-1 0 0,1-1 0 15,-1-2 208-15,2 0 80 16,-1 0 16-16,-3-7 0 0,0 0-176 0,0 0-128 0,0 0 144 0,0 0-144 0,0 0 0 0,0 0 128 16,0 0-128-16,0 0 0 0,5-8 0 0,-1 2 0 15,0-5 0-15,2 0 0 0,1-3 0 0,-1 0 0 16,1-2 0-16,1 2 0 16,1-3-160-16,3 2 160 0,-3-2-128 0,1 0 128 0,2-2 0 15,-2 2-160-15,0 3 160 0,-1 2 0 0,0 2 0 0,0 2-128 16,-3 2 128-16,-6 6 0 0,0 0 0 0,0 0 0 15,8 1 128-15,-1 4-128 0,-2 2 272 0,-1 0-32 16,-3 3-16-16,2-3 0 0,-1 3-48 0,1-1-16 16,1 0 0-16,-1-1 0 0,0-1-160 0,1 1 0 15,-4-8 144-15,7 8-48 0,1-1-96 0,0-1 0 16,-8-6 0-16,7 3 0 0,2 1 0 0,1-4 0 16,-1 0 0-16,0 0 0 0,0 0 0 0,0 0 0 15,0-4 0-15,0 1 0 0,-2-5 0 0,2 2 0 16,0-1 0-16,2-1 0 0,0 1 0 0,1-4 0 15,1 1 0-15,1 1 0 0,-1-3-128 0,-1 3 128 16,0-2 0-16,0 4 0 0,-1 0 0 0,0 3 0 0,-3 1 0 16,-2 3 0-16,-1 0 0 0,-5 0 0 0,0 0 0 0,8 6 0 15,-1 2 0-15,-2 1 0 0,-1 0 0 0,0 1 128 16,0 1-128-16,0-2 0 16,-1 0 0-16,1 0 0 0,0 0 0 0,0 0 0 0,3 0 0 15,-1-1 0 1,1-1-656-16,1-2-128 0,-1 0-32 0,3-1 0 15,-1-1-1744-15,1-2-368 0,0-1-64 0,2 0-18896 0</inkml:trace>
  <inkml:trace contextRef="#ctx0" brushRef="#br0" timeOffset="39318.8">24449 1549 46879 0,'0'0'2080'0,"-3"-6"416"0,0 1-1984 0,2-2-512 0,0-1 0 0,1 2 0 16,0 6 1104-16,0 0 128 0,1-8 32 0,3 1 0 0,1 4 0 0,0-1 0 15,2 1 0-15,1-3 0 0,1 2-880 0,3 1-160 16,-1 3-32-16,1 0-16 0,2 0-176 0,1 0 0 16,-1 0 144-16,-1 1-144 0,-2-1 0 0,-1 3 0 15,-1 0 0-15,-1-1 0 0,-8-2 0 0,8 4-192 16,-8-4 32-16,6 7 0 0,-2-1 384 0,-4-6 80 16,0 0 16-16,0 0 0 0,0 8-128 0,0-8-32 15,0 0 0-15,-2 6 0 0,-1 0-160 0,3-6 160 16,0 0-160-16,-4 5 160 0,0 0-160 0,4-5 0 0,0 0 0 0,0 0 0 15,0 0 0-15,0 0 0 16,0 0 0-16,1 8 0 0,-1-8 0 0,6 9 0 0,-1-1 0 0,3-2 0 16,1 0 0-16,0-1 0 0,0 0 0 0,2-1 0 15,-1 0-144-15,0-2 144 16,0 1 0-16,-1-3 0 0,-3 3 0 0,-6-3 0 0,7 5 0 0,-7-5 0 16,5 5 0-16,-5-5 0 0,0 0 0 0,0 0 0 15,-1 7 0-15,-1-2 0 0,-3 1 0 16,-1 0 0-16,-2 0 0 0,-1-2 0 15,-2 1 0-15,-1 0 0 0,-1 1 0 0,0-1 0 0,0 0 0 0,2 2-160 32,-1-4-416-32,3 1-96 0,0 2-16 0,1-2 0 15,3-1-1328-15,5-3-272 0,0 0-48 0,0 0-12672 0,0 0-2528 0</inkml:trace>
  <inkml:trace contextRef="#ctx0" brushRef="#br0" timeOffset="39578.41">25065 1556 30399 0,'0'0'2704'16,"0"0"-2160"-16,0 0-544 0,0 9 0 0,-1 1 4352 0,0 1 752 15,-2 1 144-15,-1 1 48 0,-1 1-3008 0,-2 6-608 16,-2-2-112-16,-1 7-32 0,-2 1-560 0,-1 2-112 16,-1 1-32-16,-2 0 0 0,0-2-640 0,1 0-192 15,-1 2 0-15,1-1 128 0,-2 0 80 0,0 1 32 16,-2 0 0-16,1-2 0 0,-1-1-240 0,-1 0-288 15,0-1 64-15,2 1 16 0,0-1 208 0,1-2 0 16,0-1 0-16,0-1 0 0,0-1-176 0,4-6 16 0,1-1 0 16,2-1 0-1,1-2-976-15,1-1-192 0,3-1-32 0,5-8-16 16,0 0-1888-16,0 0-368 0,8 0-80 0,2 0-15984 0</inkml:trace>
  <inkml:trace contextRef="#ctx0" brushRef="#br0" timeOffset="39813.9">25093 1977 21183 0,'6'-8'944'0,"-6"8"192"0,0 0-912 0,0 0-224 0,0 0 0 0,0 0 0 16,0 0 6032-16,0 0 1168 0,0 0 224 0,0 0 64 15,7 9-4464-15,-2 2-880 0,-2-1-176 0,-3 5-48 16,-2 0-912-16,1 1-192 0,-3-1-48 0,0 4 0 0,-1-2-496 0,0 2-96 16,-2-3-32-16,1 5 0 15,-1-3-144-15,1 2 0 0,-2-2 0 0,1-1 128 16,1-2-128-16,0 1 0 0,1-2 0 0,1-1-176 15,2-2-464-15,0-1-80 0,2-10-32 0,0 0 0 16,0 0-1120-16,0 0-240 0,7 7-32 0,1-5-16 16,0 0-1824-16,1-4-368 0,1-3-80 0</inkml:trace>
  <inkml:trace contextRef="#ctx0" brushRef="#br0" timeOffset="40546.73">25322 2068 16575 0,'0'0'736'0,"0"0"160"0,0 0-720 0,0 0-176 15,0 0 0-15,-5-1 0 0,-2 0 5120 0,7 1 976 16,-7 0 208-16,-3 1 32 0,1 2-3296 0,-1 0-672 16,-2 3-128-16,0 2-16 0,-2 1-832 0,-2 0-176 15,-1 1-16-15,1 2-16 0,-3 1-352 0,2 1-64 16,0 2 0-16,0 0-16 0,2 1-224 0,0 0-32 16,4-2-16-16,2 1 0 0,1-3-288 0,4 0-64 15,3-1-128-15,2-1 192 0,3 0-192 0,4-2 0 16,2-1-144-16,4 0 144 0,5-3-288 0,3-3 32 0,4 2 16 15,1-1 0-15,3-2-128 0,1-1-16 0,1-2-16 0,-2 0 0 16,-3 0 32-16,1-2 16 0,-1-1 0 0,0-2 0 16,2-1 128-16,0-1 32 0,-2-3 0 0,0 1 0 15,1-4-112-15,-1 2-16 0,-2-1 0 0,-3 0 0 16,-2-1 64-16,-3 1 0 0,-4 2 0 0,-4 0 0 16,-4 3 256-16,-2 0 128 0,-5 0-128 0,-2 3 192 0,-2 0 448 15,-5 2 96-15,-2 0 16 0,-1 2 0 0,0-1-96 0,-3 3-16 16,-2 2 0-16,3 0 0 0,0 1-240 15,-2 3-48-15,-1 1-16 0,1 3 0 0,0-1-112 16,1 3-32-16,0 0 0 0,3 1 0 0,1 3-48 16,1-1-16-16,3 1 0 0,1-2 0 0,3-1-128 0,1-1 0 15,3-3 0-15,2 0 0 0,1 0 0 0,4-1 0 16,0-1-224-16,3-2 80 0,2 0-208 0,-1 0-32 16,3-3-16-16,2-1 0 15,1-1-128-15,1-1-32 0,-4-1 0 0,2-3 0 0,0 1 160 0,0-1 16 16,-1-2 16-16,-1 1 0 0,0-3 160 0,0 0 16 15,-1-3 16-15,-3 0 0 0,0 2 176 0,0-1 0 16,-1 1 0-16,-1 1 0 0,-2 2 0 0,-1 1 128 16,-3-2 0-16,-1 8 0 0,0 0 368 0,0 0 80 0,0 0 0 0,0 0 16 15,0 0 0-15,0 0 0 16,0 0 0-16,0 0 0 0,0 0-256 0,-3 8-48 16,1 0-16-16,1 2 0 0,-1 0-96 0,2 2-32 0,0 1 0 0,3 2 0 15,1-1-144-15,1 2 128 16,2-1-128-16,-1 2 128 0,2-1-128 0,0 1 0 0,-2 0 144 15,3 2-144-15,2 2 0 0,-2 0 128 0,-1 0-128 0,-2 1 0 16,-1 1 0-16,-1 1 0 0,-1-1 0 0,0 0 128 16,-3-3-128-16,-2 1 0 0,0 1 0 0,-2-2 128 15,-3-3-128-15,-2 0 144 0,-1-2-144 16,-3 2 160-16,0-5-160 0,-3 1 0 0,-1-1 0 16,-1-2 0-16,-3-3 0 0,0-1 0 0,1 1 0 0,-3-3 48 15,-2 0-48-15,0-3 0 0,1-1 0 0,-1-1 0 16,1-1 0-16,0-1 0 0,-1-4 0 0,1 0 0 0,0 1-272 15,-1-2-48-15,0 0-16 0,0 1 0 16,2-4-1440-16,1-2-272 16,0-3-64-16</inkml:trace>
  <inkml:trace contextRef="#ctx0" brushRef="#br0" timeOffset="44986.11">6194 5141 10127 0,'0'0'448'0,"-13"-5"96"0,-1-2-544 0,-2 1 0 16,-1 1 0-16,1-1 0 0,1 1 7216 0,-1 3 1328 16,0-2 272-16,2 1 48 0,1 3-4384 0,3-2-896 15,10 2-160-15,0 0-32 0,-12-2-1808 0,12 2-368 16,0 0-64-16,0 0 0 0,0 0-800 0,0 0-160 16,0 0-16-16,0 0-16 0,6-6-160 0,5 0 0 15,1 0 0-15,3 2 112 0,3 0-112 0,7 2 0 16,4-1 0-16,3 2 0 0,4-6 0 0,2 3 0 15,2 2 0-15,2-4 0 0,-2-1 0 0,3-1 0 16,1 1 0-16,2 1 0 0,4-1 0 0,-17 2 0 16,3 0 0-16,3 0 0 0,2-2 0 0,1 0 0 15,-1 1 0-15,-2-1 0 16,-4 2-352-16,-1 1-64 0,-2 3-16 0,-5 0 0 16,-7-2-1360-16,-1 3-288 0,-6 3-48 0,-4 2-16 15,-5 0-2544-15,-3 6-512 0,-6 2-112 0</inkml:trace>
  <inkml:trace contextRef="#ctx0" brushRef="#br0" timeOffset="45191.02">6502 5197 16575 0,'-34'7'1472'0,"-4"-1"-1168"0,-1 1-304 0,2-2 0 16,6-1 5984-16,5 1 1136 0,6 0 240 0,6 1 32 15,2-4-3984-15,5-1-784 0,7-1-176 0,0 0-16 16,0 0-912-16,0 0-176 0,0 0-48 0,0 0 0 0,15 3-768 0,5 0-144 16,-1-2-48-16,2-1 0 0,1-1-160 0,2 1-48 15,-2-4 0-15,5 1 0 0,5 3-128 0,-1-4 0 16,-2-1 144-16,3 0-144 0,5 0 0 0,-10 1 0 15,3-2 0-15,1 0 0 16,4-2-640-16,3-1-80 0,1 0-32 0,1-2 0 16,3 5-1232-16,0-2-240 0,-3-1-48 0,0 1-12832 15,-2-2-2576-15</inkml:trace>
  <inkml:trace contextRef="#ctx0" brushRef="#br0" timeOffset="45467.9">7288 4995 22111 0,'-13'-2'1968'0,"6"2"-1584"16,-1 1-384-16,-1 0 0 0,0 0 6352 0,0 1 1200 15,1-2 224-15,2 1 48 0,-1 2-5232 0,7-3-1056 0,-5 0-192 0,5 0-64 16,0 0-352-16,0 0-80 16,0 0-16-16,0 0 0 0,0 0-544 0,8 7-112 0,1 3-32 15,3-1 0-15,1-3-144 0,4 2 0 0,1 0 0 0,3 0 0 16,2-2 0-16,1 1 0 0,0-1 0 0,3 2 0 16,-5 0 0-16,1 0 0 0,-1-2 0 15,-1 1 0-15,-3 1 0 0,-2-2 0 0,-2 1 0 0,-2-1 0 16,-3 2-144-16,-2 0 144 0,-5 0 0 0,1 1 0 15,-3 0 0-15,-3 1 0 0,-3 2 0 0,-2-2 0 16,-4 2 0-16,-2 1 0 0,-2 0 0 0,-2-1 0 0,-1-2 0 16,-1 2 0-16,-1 1 0 0,0-4 0 15,0 2 0-15,2-1 0 0,-1-1 0 0,3 0-160 16,3 1-1760-16,4-1-336 0,2 0-80 0</inkml:trace>
  <inkml:trace contextRef="#ctx0" brushRef="#br0" timeOffset="46009.79">8820 5050 37775 0,'0'0'3360'15,"0"0"-2688"-15,0 0-544 0,0 0-128 0,0 0 1872 0,0 0 352 16,0 0 64-16,-2 9 16 0,0 0-416 0,-2 3-80 16,0 4-16-16,0 3 0 0,0 3-736 0,-2 2-160 15,-1-1-16-15,1 1-16 0,-1-4-512 0,2 3-96 16,1-5-32-16,0 0 0 0,3-1-224 0,-1-1 0 16,2-2 0-16,2-1 0 15,0-2-1648-15,2-2-320 0,1-1-64 0,2-3-13440 16,1-3-2688-16</inkml:trace>
  <inkml:trace contextRef="#ctx0" brushRef="#br0" timeOffset="46420.75">9385 4734 35935 0,'0'0'3200'0,"-5"-4"-2560"0,-1 2-512 0,6 2-128 16,-7-4 2976-16,2 1 576 0,5 3 112 0,0 0 32 15,-8 3-1536-15,-1 3-304 0,-1 1-64 0,-1 1-16 16,1 5-912-16,-1 4-176 0,0 5-48 0,0 7 0 16,-2 5-320-16,0 2-80 0,1 2-16 0,2 0 0 15,1-2-224-15,2 1 144 0,3-1-144 0,3-1 128 16,2-1-80-16,3 0-48 0,4-3 0 0,3-1 0 16,2-2 0-16,5-3 0 0,1-3 0 0,4-4 0 0,1-2 0 15,5-3 0-15,2-4 0 0,3-3 0 0,1-2 0 16,1-2 0-16,-1-4 0 0,0-2 0 0,-1-2 0 0,0-3 0 15,-2-3 0-15,1 0 0 0,-2 0 0 0,-2-3 0 16,-3-3 0-16,-4-2 0 0,-1-1 0 0,-1-4 0 16,-3 1 0-16,-4-2 0 0,-3-1 0 0,-2 3 0 15,-3-1 0-15,-4-1 0 0,-3 1 0 0,-2-1 0 16,0 3 0-16,-5-1 0 0,-4-3 0 0,-3 2 0 16,-1 0 0-16,0 2 0 0,-2 1 0 0,-4 2 0 15,0-1 0-15,-3 2 0 0,-1-1 0 0,-5 2 0 16,1 1 0-16,0 2 0 0,-1 5-224 0,0 2-32 15,2 3-16-15,1 1 0 16,2 1-816-16,1 3-144 0,2 2-48 0,5 3 0 16,2 3-1920-16,1 4-400 0,3 2-80 0</inkml:trace>
  <inkml:trace contextRef="#ctx0" brushRef="#br0" timeOffset="46704.18">9598 5107 28559 0,'0'0'2544'0,"0"0"-2032"0,0 0-512 0,0 0 0 16,0 0 4176-16,9 2 752 0,-1 0 128 0,0 3 48 0,0 3-1984 0,-2 3-400 16,3-1-80-16,0 4-16 0,-1 5-1728 0,1 4-368 15,0-2-64-15,-1 1-16 0,0 0-192 0,0 0-64 16,0 1 0-16,-2-3 0 0,1 1-192 0,-1 0 176 15,1-5-176-15,-2 1 160 0,0-2-160 0,0 0 0 16,1-2 0-16,-1-3 0 16,0-2-1024-16,2 1-176 0,-1-5-32 0,2-1-16 15,-8-3-1616-15,10 0-320 0,2-4-64 0,0 1-17680 0</inkml:trace>
  <inkml:trace contextRef="#ctx0" brushRef="#br0" timeOffset="47135.75">10153 5209 13823 0,'0'0'1216'0,"-5"1"-960"0,0-2-256 0,5 1 0 16,0 0 5952-16,0 0 1136 0,0 0 224 0,0 0 48 15,0 0-4240-15,0 0-864 0,0 0-160 0,0 0-48 16,9 3-128-16,0-1-48 0,-1 1 0 0,2-2 0 16,1 2-960-16,-1-3-192 0,1 0-32 0,0 0-16 15,1 1-96-15,1 0 0 0,-1-1-16 0,-3 2 0 0,2-1-560 0,-2 1 0 16,0 1-160-16,-3 1 160 16,-6-4 0-16,0 0 0 0,5 7 192 0,-1-1-64 0,-4-6-80 0,-1 10-48 15,-2 2 0-15,-2 1 0 0,0 0 0 0,-3 2 0 16,-2 0 0-16,-1 2 0 0,0 1 0 0,-1 1 0 15,0-2 0-15,2 0 0 0,1 0 0 0,1-2 0 16,1-2 0-16,2 2 0 0,1-4 0 0,3 0 0 16,1-3 0-16,1-1 0 0,2 1 0 0,-3-8 0 15,6 7 0-15,2-5 0 0,0 2 0 0,2-4 0 16,2 0 0-16,-1 0 0 0,0 0 0 0,4 0 0 16,0-5 0-16,2 0 0 0,1-2 0 0,2-2-128 15,-2-4 128-15,4 0-160 16,2-1-1600-16,-1-2-320 0,2-2-64 0,0-3-21792 15</inkml:trace>
  <inkml:trace contextRef="#ctx0" brushRef="#br0" timeOffset="47359.68">10941 4874 44223 0,'0'0'3936'0,"0"0"-3152"0,0 0-624 15,0 0-160-15,0 0 2784 0,0 0 528 0,0 0 96 0,0 0 32 16,13-1-2256-16,0-1-448 0,3 1-96 0,0 0 0 16,4-2-496-16,3 0-144 0,1 0 0 0,3-3 144 15,2 2-144-15,0 1 0 0,-1-3 0 0,1 2 0 16,0-1-896-16,-2 3-192 0,-2-4-16 0,-2 5-16 31,-4-3-2528-31,-4 3-496 0,1 1-96 0</inkml:trace>
  <inkml:trace contextRef="#ctx0" brushRef="#br0" timeOffset="47504.09">11110 4969 41983 0,'0'0'1856'0,"0"0"384"0,-4 7-1792 0,4-7-448 15,-2 6 0-15,2-6 0 0,0 0 1824 0,0 0 272 16,0 0 48-16,5 5 16 0,-5-5-1280 0,12 6-256 16,2-3-48-16,2 0-16 15,1-2-1024-15,2-1-208 0,2 0-32 0,4-2-16 16,1-2-2128-16,3-1-416 0,-1 1-96 0</inkml:trace>
  <inkml:trace contextRef="#ctx0" brushRef="#br0" timeOffset="47850.99">11941 4737 49471 0,'-11'0'2192'0,"7"0"448"0,-1 0-2112 0,-3 0-528 0,8 0 0 0,-10 7 0 16,-3-4 1680-16,-3 4 240 15,-1 1 32-15,0 3 16 0,-3 3-1040 0,-3 2-208 16,1 4-32-16,0 2-16 0,1 2-544 0,2 0-80 0,2 0-48 0,4-1 0 16,0 0 0-16,3-3 0 0,7 3 0 0,0-3 0 15,2 0 0-15,3 0 0 0,2-1 0 0,4-2 0 16,2-3 0-16,3 2 0 0,3-3 0 0,2-1 0 16,8-2 0-16,0 1 0 0,-1-6 0 0,3 0 0 15,-1-1 0-15,2-1 0 0,1-3 0 0,-3-2 0 16,-1-2 0-16,0-1 0 0,4-4 0 0,-2 1 0 15,-4 0 0-15,-2 1 0 0,-1-3 0 0,-2-3 0 16,-4-1 0-16,-3 0 0 0,-3-2 0 0,-4 0-160 0,-1-1 160 16,-1 1 0-16,-4-1-144 0,-3-4 144 0,-3 0 0 15,-2-1-176-15,-3 0 176 0,-3-2-128 16,-2 1-672-16,-3-1-128 0,-2 1-32 0,0 1-15760 16,-3-1-3168-16</inkml:trace>
  <inkml:trace contextRef="#ctx0" brushRef="#br0" timeOffset="48790.56">13155 4476 9215 0,'0'0'816'0,"-6"-1"-656"15,-2-6-160-15,1 1 0 0,0-1 8784 0,2 1 1728 16,1 2 352-16,-1 0 64 0,5 4-7600 0,0 0-1536 16,0 0-288-16,-5-4-64 0,5 4-400 0,0 0-80 15,0 0 0-15,0 0-16 0,0 0-544 0,0 0-96 16,0 0-32-16,0 0 0 0,0 0-144 0,7 8-128 16,3 2 144-16,1 3-144 0,4-1 0 0,-1 2 128 15,2 0-128-15,-1 1 0 0,1 3 0 0,-2-1 0 16,1 3 0-16,-2-2 0 0,-2 2 0 0,1-1 0 15,-3 0 128-15,-1 0-128 0,0-2 0 0,-4-4 128 16,-2-1-128-16,1 0 0 0,-2-1 144 0,1 1-144 16,-4-2 128-16,-2 0-16 0,-2 0-112 0,-2-2 0 15,-4 0 0-15,-1-1 0 0,-2 0 0 0,-4 2 0 16,-2 2 0-16,2-5 0 0,-3 1 0 0,-8-1 0 16,2 2 0-16,0-2 0 0,-2 1 0 0,1-1 0 15,0 2 0-15,1-2 0 0,0-5 0 0,4 0 0 16,0 0 0-16,3 2 0 0,3-3 0 0,2 1 0 0,6-1 0 0,2-1 0 31,4-3-992-31,4 4-192 0,7-6-32 0,8-2-23776 0</inkml:trace>
  <inkml:trace contextRef="#ctx0" brushRef="#br0" timeOffset="49685.26">8050 4329 31327 0,'0'0'2784'16,"0"0"-2224"-16,0 0-560 0,0 0 0 0,0 0 4896 0,0 13 864 15,-1-3 192-15,4 6 16 0,1 5-5040 0,-2 6-928 16,2 6-352-16,-3 3 16 0,-2 5 816 0,0 8 160 16,0 10 48-16,-1 5 0 0,2 5-112 0,2 4-32 15,-2 1 0-15,0-3 0 0,-2-5-128 0,2-1-32 16,2 1 0-16,-1-3 0 0,-1-1-128 0,1-6-16 0,3-3-16 16,-1-8 0-16,-1-5-224 0,2-2 128 0,0-6-128 0,-3-2 0 15,1-1 0-15,-2-4 128 0,0-2-128 0,1-3 0 16,-1-1 0-16,0-3 0 0,0-2 0 0,0-2 0 15,-1 0-256-15,-1-3 0 0,2-9 0 16,0 0 0-16,-1 8-1008 16,1-8-192-16,0 0-32 0,0 0-16 15,0 0-2336-15,9-15-480 0</inkml:trace>
  <inkml:trace contextRef="#ctx0" brushRef="#br0" timeOffset="50687.23">8196 4152 19343 0,'0'0'1728'16,"0"0"-1392"-16,0 0-336 0,-1-7 0 0,1-3 6864 0,5 1 1312 15,2-1 256-15,6 1 48 0,5 0-6752 0,-5 4-1344 16,-1 0-256-16,13-6-128 0,3 1 544 0,2-1 48 16,3 2 16-16,3 3 0 0,5-3-80 0,5 1-16 15,6-1 0-15,2 1 0 0,4 1-112 0,-13 5-16 16,11-3-16-16,8-1 0 0,8 1-176 0,6 0-16 15,4 0-16-15,7 1 0 0,6 0-160 0,6 1 0 16,3 1 0-16,5-1 0 0,7 2 0 0,7 1 0 16,6-4 0-16,9 3 0 0,8-1 0 0,6 0 128 0,-30-1-128 15,11 0 0-15,9 2 0 0,7 1 128 0,3 1-128 16,1-1 0-16,-1 0 0 0,6 2 0 0,12-1 0 16,-15 2 0-16,-18-1 0 0,-8 0 0 0,-1 0 0 0,-2 2 0 15,-2 1 0-15,-3-2 0 0,-8 1 128 0,-6 0-128 16,-5 1 0-16,-3-2 0 0,3-1 0 0,-11-1 0 15,-10 1 0-15,-4 0 0 0,-7 0 0 0,-3-2 128 0,-5-2-128 16,1 0 128-16,3-1-128 0,-7 1 128 0,-9-1-128 0,-7 0-192 16,-7 1 32-16,-6-1 16 0,-8-1 368 0,-2 0 80 15,-3 0 16-15,-4 2 0 0,-3-3-176 0,-2 1-16 16,-1 1-128-16,-2-1 192 0,-5 4-64 0,0 0 0 16,0 0-128-16,0 0 192 0,5-4-192 0,-5 4 0 15,0 0 0-15,0 0 0 0,0 0 0 0,0 0 256 16,0 0-64-16,0 0 0 0,0 0-192 0,0 0 0 15,0 0 128-15,0 0-128 0,0 0 0 0,0 0 0 16,0 0 0-16,0 0 0 0,0 0 0 0,0 0 128 16,0 0-128-16,0 0 64 0,0 0-64 0,0 0 0 15,0 0 0-15,0 0 0 0,0 0 0 0,0 0 0 16,1 7 0-16,-1 2 0 0,-2 1 0 0,-2 7 0 16,-1 5 0-16,-1 6 0 0,1 4 0 0,-1 9 0 15,-1 8 0-15,1 6 0 0,0 6 0 0,4 7 0 16,2 3 0-16,0 26 0 0,-3 2 0 0,2-2 0 15,3-5 0-15,1-2 0 0,2-4 0 0,-1-18 0 0,1 1 0 16,3 0 0-16,0 3 0 0,0-7 0 0,1-1 0 16,-2-1 0-16,-1-6 0 0,3 14 0 15,-2-8 0-15,-1-4 0 0,-1-8 0 0,-1-5 0 16,0-3 0-16,-1-6 0 0,-1 0 0 0,0-6 0 0,-2-2 0 16,0-6 0-16,0-3 0 0,-2-4 0 0,0-2 0 0,1-2 0 15,1-1 0-15,-2-3 0 0,1-1 0 0,0-1 0 16,-3-1 0-16,0 1 0 0,4-6 0 0,0 0 0 15,-5 2 0-15,-4 0 0 0,-3 0 0 0,-1-1 0 0,-2 1 0 16,-2-1 0-16,-3-1 0 0,-4 1 0 0,-2-2 0 0,-3 0 0 16,-1-2 0-16,-6 2 0 15,6 2 0-15,-5 2 0 0,-4-2 0 0,-7 0 0 0,-9-1 0 0,-5 2 0 16,-8-2 0-16,-7 2 0 0,-5-2 0 0,-7 3 0 16,-12-3 0-16,-7 1 0 0,-6 1 0 0,-9 1 0 15,-8-1 0-15,-7 0 0 0,-63 2 0 0,31-2 0 16,-3-4 0-16,-94 2 0 0,38 3 0 0,25-2 0 15,14-1 0-15,67-1 0 0,-12-2 0 0,-22 2 0 16,0 1 0-16,1-4 0 0,3 1 0 0,2 0 0 16,5-3 0-16,4 5 0 0,7 2 0 0,8 2 0 15,9 0 0-15,6-2 0 0,7 1 0 0,10 0 0 16,8 0 0-16,-20 2 0 0,22 0 0 0,45-1 0 16,3-1 0-16,1 1 0 0,3 0 0 0,2-2 0 15,6 0 0-15,2 2 0 0,4-1 0 0,-9 2 0 16,10-1 0-16,7 0 0 0,3-2 0 0,6-1 0 15,0 0 0-15,-2 0 0 0,2 0 0 0,0 0 0 16,0 0 0-16,0 0 0 16,0 0-464-16,0 0-96 0,11 2-16 0,11 0 0 15,1-1-1888-15,3-1-384 0,6-3-80 0</inkml:trace>
  <inkml:trace contextRef="#ctx0" brushRef="#br0" timeOffset="55635.29">6194 7483 23951 0,'-25'2'1056'0,"7"1"224"0,-3-2-1024 0,0 0-256 0,0-1 0 0,3 2 0 0,1-2 5024 0,3 0 944 16,2 0 192-16,3 0 48 0,0 0-3328 0,9 0-672 15,0 0-128-15,0 0-32 0,0 0-832 0,0 0-160 16,0 0-32-16,0 0-16 0,0 0-592 0,12-4-112 15,1-1-32-15,5 1 0 0,1 0-144 0,-2-1-128 16,3 1 144-16,2 0-144 0,4-1 160 0,3-1-160 16,3 0 160-16,2 1-160 0,0-2 0 0,0 2 0 15,0 0 0-15,1 1 0 0,-1 0 0 0,0 1 0 16,0 1 0-16,-2 0 0 0,1 2-384 0,-2-2 16 16,-2 2 16-16,0 0 0 15,-3 0-736-15,-4 2-128 0,-2 2-48 0,-5 0 0 16,-2 1-1376-16,-2 2-288 0,-5 1-48 0,-3 2-10880 15,-6 1-2176-15</inkml:trace>
  <inkml:trace contextRef="#ctx0" brushRef="#br0" timeOffset="55823.92">6271 7729 10127 0,'-13'3'896'0,"-3"1"-704"0,-2 1-192 0,1 1 0 16,1-1 8128-16,2-1 1600 0,4 0 320 0,0-1 64 16,3 0-7232-16,7-3-1440 0,0 0-288 0,0 0-64 15,0 0 0-15,0 0 16 0,0 0 0 0,9 3 0 16,2-3-672-16,4 3-144 0,0-2-32 0,4-1 0 15,0 0-32-15,5 0-16 0,2 0 0 0,3-1 0 0,0-2-208 0,3-2 0 16,2 0 0-16,0-2 0 16,-1 0-608-16,3-1-160 0,0-1-48 15,3 1 0-15,0-4-1568 0,2 3-320 0,1 0-64 16</inkml:trace>
  <inkml:trace contextRef="#ctx0" brushRef="#br0" timeOffset="56102.63">7096 7509 20271 0,'0'0'1792'0,"-6"2"-1424"0,-2 0-368 0,1-2 0 0,2-2 6832 0,5 2 1296 16,-5 0 256-16,5 0 48 0,0 0-6256 0,0 0-1264 15,0 0-240-15,0 0-48 0,0 0 320 0,0 0 64 16,4 8 16-16,2-1 0 0,-1-1-736 0,6 1-144 16,2-2-16-16,4 0-128 0,1 3 128 0,3 0-128 15,1-2 0-15,0 1 0 0,3-3 0 0,-1 2 0 16,-1-1 0-16,-1 2 0 0,-2-1 0 0,-2 1 0 15,-2-3 0-15,-3 2-192 0,-5 2 192 0,-2 1 0 16,-2-2 0-16,-3 2-144 0,-3-1 144 0,-4 1 0 0,-3 1 128 16,-2 0-128-16,-2 0 208 0,-3 2-16 0,-2-1-16 15,-3 2 0-15,-3 0-176 0,-2 1 0 0,-1-3 0 0,1 1 128 32,1 1-1024-32,4-1-192 0,0 1-64 0,2-3-23296 0</inkml:trace>
  <inkml:trace contextRef="#ctx0" brushRef="#br0" timeOffset="56524.17">8195 7685 35935 0,'0'0'3200'0,"0"0"-2560"0,0 0-512 0,0 0-128 16,-8 0 3840-16,8 0 736 0,0 0 160 15,0 0 16-15,-5 6-3472 0,5-6-704 0,-2 15-144 0,0 2-32 16,2 2-16-16,0 2-16 0,0 0 0 0,3 1 0 16,-1-1-368-16,4-2 0 0,-2 1 0 0,-1-4 0 15,3-2-640-15,0-1-192 0,1-3-32 0,-1-2-16 31,-6-8-1856-31,7 4-368 0,-1-1-80 0</inkml:trace>
  <inkml:trace contextRef="#ctx0" brushRef="#br0" timeOffset="57053.26">8535 7325 35007 0,'0'0'1552'0,"0"0"320"0,0 0-1488 0,0 0-384 0,0 0 0 0,-1 10 0 0,2-1 3456 0,1 3 640 16,-1 4 112-16,2 1 16 0,1 5-2432 0,1 5-480 16,0 3-96-16,2 2-32 0,-1 0-576 0,2-1-112 15,1 1-32-15,0-1 0 0,2-2-176 0,-2-1-32 16,0-3-16-16,0-1 0 0,0-4-240 0,0 1 144 16,0-1-144-16,-1-3 128 0,-1-4-128 0,-2-3 0 15,0-1 0-15,0-1 0 0,0-3 0 0,-5-5 0 16,0 0 0-16,0 0 0 0,0 0 0 0,0 0 0 15,6-5 0-15,-2-1-176 0,0-2 176 0,-1-4 0 16,1 0 0-16,2-3 0 0,-1-3-128 0,0-3 128 16,-1-1-128-16,1-1 128 0,2-3-224 0,0 2 32 15,0-3 16-15,1 3 0 0,1-1 0 0,-1 3 0 0,-3 4 0 0,-2 3 0 16,-1 5 176-16,1 2 0 16,-3 8 0-16,0 0 0 0,0 0 0 0,0 0 304 0,4 8-48 15,1 3-16-15,-1 4 16 0,1 4 16 0,0 0 0 0,2 0 0 16,-2 1-96-16,3-1-32 0,1 1 0 15,3-1 0-15,-1 1-144 0,4-2 160 0,0 0-160 16,2-1 160-16,0-4-160 0,0-2 0 0,0-3 0 16,1-2 0-16,1-1 0 0,-1-1 0 0,-1-1 0 0,-1-3 0 15,-3-3 0-15,0 1 0 0,0-2 0 0,-3 1 0 0,-1-2 0 16,-1-2 0-16,-3 0 0 0,0-1 0 16,1-3 128-16,-1 0-128 0,-3-2 0 0,1 1 128 0,0-4-128 0,-2-1 0 15,-2 0 0-15,1-5 128 0,1 0-128 0,0 0 0 16,-1-2 0-16,0 2 0 15,-1 0-608-15,0 1 0 0,-1 0 0 0,2 2 0 16,0 2-928-16,0 1-176 0,0 3-32 0,0 0-13824 16,0 0-2768-16</inkml:trace>
  <inkml:trace contextRef="#ctx0" brushRef="#br0" timeOffset="57291.08">8271 7346 42383 0,'0'0'3776'0,"0"0"-3024"16,0 0-608-16,0 0-144 0,9-4 2800 0,1 0 528 0,2 1 96 16,2-3 32-16,2-1-2528 0,5-2-496 15,1 0-112-15,4 1 0 0,3 2-160 0,2-1-32 0,0 1 0 0,2-1 0 31,0-1-592-31,0 2-128 0,0-5-32 0,2 4 0 16,2 0-2096-16,-1 0-416 0,2 0-96 0</inkml:trace>
  <inkml:trace contextRef="#ctx0" brushRef="#br0" timeOffset="57453.9">9045 7200 23951 0,'0'0'2128'0,"0"0"-1696"0,0 0-432 0,0 0 0 0,0 0 5104 0,9-3 928 16,0-1 192-16,1 2 48 15,-1-1-3968-15,1 0-768 0,3-1-176 0,4 1-16 0,0 1-384 0,1-3-64 16,2 1 0-16,1 2-16 0,0 0-640 0,2-2-240 16,2 2 176-16,1 0-176 15,3 0-800-15,1 0-256 0,0 1-48 0,0 2-14448 16,-3 3-2896-16</inkml:trace>
  <inkml:trace contextRef="#ctx0" brushRef="#br0" timeOffset="57771.26">9418 7713 40719 0,'0'0'1792'0,"0"0"384"0,0 0-1728 0,0 0-448 0,0 0 0 16,0 0 0-16,8 3 1696 0,1-2 256 0,1-1 48 0,2 0 16 16,1-1-720-16,0 0-144 0,0-1-16 0,2 2-16 15,0 0-544-15,1 0-128 0,0 0 0 0,-5 0-16 16,0 2 16-16,-3-1 16 0,-8-1 0 0,5 4 0 15,-5-4 96-15,4 6 16 0,0 2 0 0,-3 1 0 16,-4 4-160-16,-1-2-32 0,-1 2 0 0,0 0 0 16,0 1-240-16,-1 1-144 0,0-1 160 0,-1 0-32 15,0-1-128-15,1-1 0 0,3 0 0 0,0 0 0 0,2-2-176 0,-1-2-16 16,2 0-16-16,3-1 0 0,1 0 208 0,4-1 0 16,-1 1 0-16,3-1 0 0,-1-3 0 0,0 1 0 15,1-3 0-15,3 1 0 0,2-2 0 0,3-2 0 16,1 1 0-16,4-4 0 15,-3 0-1392-15,5-3-224 0,3-1-48 0</inkml:trace>
  <inkml:trace contextRef="#ctx0" brushRef="#br0" timeOffset="58238.14">10045 7494 28559 0,'0'0'2544'0,"0"0"-2032"0,0 0-512 0,0 0 0 0,0 0 5872 0,0 0 1072 16,0 0 224-16,11 0 32 0,0 0-5616 0,4-4-1136 16,-1 2-208-16,3-3-48 0,0-1-32 0,4 1 0 15,1 1 0-15,5 0 0 0,1-1-160 0,0 1-224 16,0 0 48-16,-2-1 16 16,0 1-1760-16,-1 0-336 0,-3 0-80 0,1 2-12592 15,2-1-2528-15</inkml:trace>
  <inkml:trace contextRef="#ctx0" brushRef="#br0" timeOffset="58420.94">10265 7640 47679 0,'-15'7'2112'0,"8"-6"448"0,-1 2-2048 0,1-1-512 16,-1 1 0-16,1 0 0 0,7-3 800 0,0 0 64 0,0 0 16 16,0 0 0-16,0 0 80 0,0 0 0 15,11 0 16-15,0 0 0 0,3 0-768 0,1 0-208 16,2 0 0-16,4-3 0 0,1-2 0 0,4 1 0 15,0-3-192-15,4 1 192 16,3-2-1760-16,2-1-224 0,2 0-64 0,3-2 0 0</inkml:trace>
  <inkml:trace contextRef="#ctx0" brushRef="#br0" timeOffset="59772.39">11054 7842 27647 0,'0'0'1216'0,"0"0"256"0,-5 0-1168 0,0 0-304 0,0-3 0 0,-1 0 0 0,2 0 4928 0,-1 1 944 16,-3-4 176-16,2 1 32 0,-1-1-3744 0,2-2-752 15,0-2-160-15,0 0-16 0,0 1-656 0,1-1-128 16,0-1-32-16,1 0 0 0,-1-4-304 0,2 1-64 15,-1-2-16-15,2 1 0 0,-1 0-208 0,1-4 176 16,0-1-176-16,-2-1 160 0,2-3-160 0,1-1 0 16,0-1 0-16,0 0 0 0,0 0 0 0,0-2 0 15,0 1 0-15,0 1 0 0,0 0 0 0,1 2 0 0,0 2 0 16,1 5 0-16,-2 4 0 0,1 3 0 16,0 3 0-16,-1 7 0 0,2-4 0 0,-2 4 0 15,0 0 0-15,0 0 0 0,0 0 0 0,9 9 0 16,-1 4 0-16,2 3 0 0,2 2 0 0,1 1 0 0,0-1 0 15,2 0 0-15,2 0 0 0,2-3 0 16,-2-2 0-16,1-2 0 0,1-1 0 0,1-4 0 16,-2-2 0-16,1-3 0 0,-1-1 0 0,1-2 0 15,0-4 0-15,-2 0 0 0,-1-2 0 0,0 0 0 16,-2-5 0-16,-1 0 0 0,-1-1 0 0,0-3 0 0,0-1 0 0,-2-3 0 16,-1-1 0-16,0 1 0 0,0-4 0 15,-1 2 0-15,-1-1-128 0,-1 1 128 0,0-1 0 0,1 2 0 16,1 4 0-16,-1-2 0 0,-2 5 0 0,0 2 0 15,-1 1 0-15,0 4 0 0,0 3 0 0,-4 5 0 16,0 0 0-16,0 0 0 0,0 0 0 0,5 10 0 16,0 3 0-16,1 5 128 0,-1 5-128 0,0 4 128 15,0 3-128-15,2 4 0 0,1 1 0 0,1 2 0 16,0-1 0-16,0-1 0 0,1-1 0 16,1 0 0-16,-1-1 0 0,1-2 0 0,-2-1 0 0,1-3 0 0,1-3-256 15,-1-3-64-15,-1-3-32 0,0-1 0 16,0 0-944-16,2-2-192 0,-1 2-48 15,1-5 0-15,-1-1-2272 0,2-1-464 0</inkml:trace>
  <inkml:trace contextRef="#ctx0" brushRef="#br0" timeOffset="60206.07">12411 6955 3679 0,'0'0'320'0,"-4"-7"-320"16,2-3 0-16,-2-2 0 0,0-1 8704 0,1 1 1664 16,0 2 320-16,-3 1 80 0,1-1-7504 0,0 3-1488 15,0-4-304-15,-1 5-64 0,1 0-192 0,0 3-16 16,0-1-16-16,0 1 0 0,-1 2-416 0,0 1-64 16,-1 1-32-16,1 3 0 0,-2 5-224 0,0 4-64 0,-2-1 0 0,-1 6 0 15,0 6-176-15,-2 3-32 0,1 4-16 0,0 3 0 0,2 1 48 0,1 3 16 16,-2 3 0-16,3 2 0 0,2 2-48 0,2 1-16 15,1 2 0-15,3 3 0 0,3 2-32 16,1 1 0-16,1-1 0 0,1 3 0 0,2-2 0 0,0 2 0 16,1 1 0-16,0 2 0 0,1-4-128 0,-1-1 0 15,0 0 0-15,0-5 0 0,-3-2 0 16,1-4 0-16,-1-4 0 0,-2-2 0 0,-2-3 0 0,-2 1 0 16,-2-5 0-16,1 0 0 0,-3-4 0 0,0 2 0 15,-2-2 0-15,0-4 0 0,-1-1 0 0,-2-4 0 16,-3-2 0-16,1 0 0 0,1-2 0 0,1 0 0 15,-2-4 0-15,2 0 0 0,-1-3 0 0,1-2 0 16,0-1 0-16,-1 0 0 16,3-1-368-16,0-2-96 0,1 0-32 0,0-2 0 15,2-1-1056-15,2-2-224 0,2-2-32 0,4-2-21552 0</inkml:trace>
  <inkml:trace contextRef="#ctx0" brushRef="#br0" timeOffset="60690.92">11954 8863 22111 0,'0'0'1968'0,"0"0"-1584"0,0 0-384 0,0 0 0 0,0 0 5904 0,0 0 1104 15,0 0 224-15,0 0 32 0,0 0-4576 0,0 0-928 16,0 0-176-16,0 0-48 0,0 0-336 0,1 11-80 15,0 2-16-15,1 0 0 0,-1 0-672 0,2 4-144 16,-1-3-32-16,1 3 0 0,-1 1-256 0,1-1 160 16,-2 3-160-16,2-5 128 0,1 0-80 0,0-2-48 15,0-1 0-15,0-1 0 0,-2-3 0 0,2-1 0 16,-4-7 0-16,0 0 0 0,0 0 0 0,0 0 0 16,0 0 0-16,0 0 0 0,0 0 0 0,0 0 0 15,8-4 0-15,0 0 0 0,-2-3 0 0,-1-2 0 16,2 0 0-16,0-1 0 0,-1-3 0 0,2-3 0 15,2 0 0-15,1-5 0 0,-1-1 0 0,2 0 0 16,0 0 0-16,-1 1 0 16,0 2-880-16,-1 2-160 0,-1 2-48 0,-1 2 0 15,-3 5-1360-15,1 3-288 0,-6 5-48 0,6-2-18896 0</inkml:trace>
  <inkml:trace contextRef="#ctx0" brushRef="#br0" timeOffset="60875.79">12271 8930 9215 0,'0'0'816'0,"0"0"-656"0,0 0-160 16,0 0 0-16,0 6 8448 0,1 3 1664 0,0 1 336 0,0-1 64 0,1 1-6928 16,-1 1-1408-16,-1 0-256 0,1 2-64 0,1 2-784 0,-1 0-160 15,-1 2-16-15,0 1-16 0,0 1-560 0,0-2-128 16,0-2 0-16,0 1-16 0,1 0-176 0,-1-2 0 16,-1-2 0-16,1-2-176 15,1-2-1376-15,-1-8-288 0,6 6-48 0,1-2-21680 0</inkml:trace>
  <inkml:trace contextRef="#ctx0" brushRef="#br0" timeOffset="61639.48">12067 6407 40831 0,'0'0'1808'0,"0"0"368"0,0 0-1728 15,0 0-448-15,0 0 0 0,0 0 0 0,0 0 1088 0,4 8 128 0,0 1 16 0,1 4 16 16,2 0 240-16,1 4 48 0,-1-1 16 0,4 1 0 16,-1-2-784-16,2 0-144 0,0 2-48 0,2-6 0 15,-1 2-256-15,0-1-48 0,-1 0-16 0,0-3 0 16,-1 0 0-16,0-2 0 0,-2-4 0 0,0 1 0 15,-1-1 48-15,0 0 0 0,-8-3 0 0,6 1 0 16,-6-1-144-16,0 0-32 0,5-1 0 0,1-3 0 0,-6 4 64 0,4-6 0 16,1 0 0-16,-1-1 0 15,-2 1-64-15,1-2 0 0,1 2 0 0,-2-5 0 0,2-2-128 0,0 0 0 16,0-3 0-16,0 1 0 0,1-1 0 0,0 0 0 16,1 2-160-16,-1 0 160 15,-1 1-672-15,0 1-32 16,0 2-16-16,1 2 0 0,0 1-1216 0,0 2-240 0,-5 5-64 0,7-3-12608 15,2 2-2512-15</inkml:trace>
  <inkml:trace contextRef="#ctx0" brushRef="#br0" timeOffset="61962.46">12437 6603 6447 0,'0'0'576'0,"0"0"-576"16,0 0 0-16,0 0 0 0,0 0 8768 0,0 0 1632 15,0 0 336-15,0 0 64 0,0 0-7968 0,0 0-1584 16,0 0-320-16,0 0-64 0,10-2 0 0,-1 0 0 15,1-1 0-15,1 0 0 0,-2 0-432 0,2-3-96 16,2 1-16-16,-2 3 0 0,-2-2-144 0,-9 4-48 16,0 0 0-16,0 0 0 0,0 0-128 0,0 0 160 0,9 1-160 0,-9-1 160 15,0 0 96-15,0 0 32 0,0 0 0 0,1 9 0 16,-4-2 128-16,-1 2 32 0,-2 1 0 0,-1 1 0 16,-3-1-192-16,1 2-16 0,0-2-16 0,3 1 0 15,-1-1-16-15,1 0 0 0,-1 1 0 0,2-2 0 16,1-1-64-16,4-8-16 0,0 0 0 0,0 0 0 15,-1 8-128-15,1-8 0 0,2 7 144 0,-2-7-144 16,0 0 0-16,8 4 0 0,1-1 0 0,2 0 0 16,-1-3 0-16,2 0 0 0,1 0-176 0,1-4 176 15,1 1-960 1,3-1-112-16,1 0-16 0,2 0-15424 0,0 0-3072 0</inkml:trace>
  <inkml:trace contextRef="#ctx0" brushRef="#br0" timeOffset="62609.65">12653 7305 29487 0,'0'0'2624'0,"0"0"-2112"15,-6-1-512-15,6 1 0 0,0 0 4704 0,0 0 832 0,-5 1 160 0,1 2 48 16,-1 2-3776-16,2 4-752 15,0 4-160-15,0 0-32 0,0 4-160 0,2 3-32 0,0 1-16 0,1 2 0 16,1 3-512-16,0 2-112 16,2-1 0-16,1-2-16 0,1-2-176 0,0-2 0 0,2-3 0 0,-1-2 0 15,-1 1 0-15,2 0 0 16,-2-4-144-16,0-1 144 16,1-3-1136-16,-2 0-112 0,-4-9-32 0,3 6 0 15,-3-6-1584-15,3 7-320 0,-3-7-64 0,0 0-16832 0</inkml:trace>
  <inkml:trace contextRef="#ctx0" brushRef="#br0" timeOffset="62925.77">12513 7288 47167 0,'0'0'2096'0,"0"0"416"0,-3-5-2000 0,3 5-512 0,2-6 0 0,2-1 0 0,2-1 944 16,2 2 80-16,1-1 32 0,2 2 0 0,-1 0-32 0,2 0 0 15,3-1 0-15,5 1 0 0,0 1-448 0,4 0-112 16,4 2-16-16,0-1 0 0,1 1-272 0,1 0-176 15,0-2 192-15,0 4-192 0,-1 0 160 0,-2 4-160 16,-2-2 128-16,-3 3-128 0,-2-4 0 0,-4 4 0 16,-1-1 0-16,-3 3 0 0,-3-1 0 0,-3 3 0 15,-1 2 0-15,-3-2 0 0,-4 0 144 0,0 0-144 16,-3 2 160-16,-2 0-160 0,-2 1 192 0,-3 0-48 16,0 0-16-16,-2-2 0 0,-3 0-128 0,-1 1 0 15,-2-3 144-15,2 1-144 0,-3 0 0 0,-1-1 0 16,0 1 0-16,1-4 0 15,2 0-512-15,2 0-80 0,1-1-16 0,3 0 0 16,4-1-1312-16,2 1-272 0,7-4-48 0,0 0-16 16,5 4-3456-16,6 2-688 0</inkml:trace>
  <inkml:trace contextRef="#ctx0" brushRef="#br0" timeOffset="63380.88">13376 7588 34431 0,'0'0'1536'0,"0"0"304"0,0 0-1472 16,0-8-368-16,-1 2 0 0,-2-3 0 0,-1 2 2640 0,-1 1 464 0,-3-1 96 0,-1 1 0 16,-3 0-960-16,-2 1-208 0,-2 1-48 0,-1 4 0 15,-1 0-848-15,-1 2-176 0,-3 3-48 0,-2 3 0 0,2 3-400 0,-3 2-96 16,0 3-16-16,1 0 0 0,0-1-192 0,3-2-32 16,4 2-16-16,3-2 0 15,2-1-160-15,4-1 0 0,3 0 0 0,3-2 0 0,2-1 0 0,3-1 0 16,1 0-224-16,6-2 80 0,1 0-144 0,2-3-32 15,3-1 0-15,1-2 0 0,2-3 0 0,2 0 0 16,0-3 0-16,1 0 0 16,0-1 64-16,-1 0 0 0,2-1 0 0,-3-2 0 0,-1-2 80 15,-2-1 32-15,-3-3 0 0,0 1 0 0,-1-3 144 0,0-1 0 16,-2-2 0-16,-3-1 0 0,-3-2 0 0,-1 1 0 16,-2 2 0-16,0 0 128 0,-1 0 48 0,-1 1 16 15,-1 3 0-15,-2 0 0 0,-1 2 112 0,1 4 16 16,0 2 16-16,-3 2 0 0,2 1-16 0,2 2-16 15,2 5 0-15,0 0 0 0,0 0-64 0,0 0-16 0,0 0 0 0,-4 8 0 16,0 1-224-16,3 3 0 16,1 2 128-16,1 3-128 0,0 1 0 0,3 3 0 0,1-1 0 15,2 3 0-15,1-1 0 0,1 1 0 16,0-3 0-16,3 1 0 0,1 0-128 0,1-3 128 0,1-1-192 0,-2-2 192 31,0-2-944-31,0 0-80 0,-2-3 0 0,0-1-16 16,-1-1-1216-16,-1-1-240 0,-1-2-64 0,0 0-11968 0,1 0-2384 0</inkml:trace>
  <inkml:trace contextRef="#ctx0" brushRef="#br0" timeOffset="63691.56">13583 7433 23951 0,'0'0'2128'0,"0"0"-1696"0,0 0-432 0,0 0 0 16,0 0 5248-16,0 0 976 0,0 0 192 0,-1 8 48 0,0 2-3696 0,1-1-720 15,1 6-160-15,2-2-32 0,-2 2-672 0,4 2-144 16,2 0-16-16,1 2-16 0,1-1-624 0,-1 0-112 15,-1 0-16-15,2-1-16 0,-1-1-64 16,3-2-16-16,-1-1 0 0,-1 0 0 0,0-3-112 0,-1-1-48 16,0 0 0-16,0-3 0 0,-8-6 0 0,0 0 0 15,8 3 0-15,-8-3 0 0,0 0 0 0,0 0 0 16,0 0 0-16,0 0 0 0,6-3 0 0,1-1 0 16,-2-1 0-16,-1-1 0 0,0-2 0 0,0-1 0 15,-2-2 0-15,4 0 0 0,-1-3 0 0,0-1 0 16,0-3 0-16,2-1 0 0,-1 1 0 0,1 0 0 15,-2-2 0-15,0 3 0 0,0 2 0 0,1 0 0 0,-1 4 0 0,-1 0 0 16,-2 2 0-16,0 0 0 0,-1 1 0 0,0 2 0 16,-1 6-192-16,4-7-48 15,1-1 0-15,2 0-17088 0,1-1-3408 0</inkml:trace>
  <inkml:trace contextRef="#ctx0" brushRef="#br0" timeOffset="76535.64">14290 7226 33167 0,'0'0'2944'0,"0"0"-2352"0,-5-4-464 16,5 4-128-16,0 0 3632 0,0 0 704 16,0 0 144-16,0 0 16 0,8 6-2976 0,-1 1-608 0,4 1-112 0,1-2-32 15,1 2-32-15,2 3-16 0,2 0 0 0,3 2 0 16,-1-1-464-16,1 1-112 0,1 1-16 0,0-1 0 16,1 2-128-16,3-2 0 0,-3-1 0 0,-1 1 0 15,-1 0 0-15,1-2-256 0,1 0 48 0,-2-1 0 16,-2-1-1408-16,-1 0-288 0,-2-1-48 15,-1 0-16-15,-2 0-2096 0,-1-2-416 16</inkml:trace>
  <inkml:trace contextRef="#ctx0" brushRef="#br0" timeOffset="76735.13">14728 7258 7359 0,'0'0'320'0,"-6"-1"80"0,-7 0-400 16,1-2 0-16,0 1 0 0,2 2 0 0,1 1 9056 0,-3 3 1728 15,-1 0 352-15,0 2 64 0,1 3-7952 0,-2 2-1584 16,-5 2-320-16,1 2-64 0,-1 2-592 0,-2 2-112 16,-3-2-32-16,2 1 0 0,-1 1-176 0,0 1-48 15,3-2 0-15,0 0 0 0,0-1-192 0,2 0-128 16,1-5 160-16,3 1-160 16,2 0-1232-16,3-2-352 0,0-6-64 0,4 1-21440 0</inkml:trace>
  <inkml:trace contextRef="#ctx0" brushRef="#br0" timeOffset="79339.84">15312 7451 27647 0,'0'0'2448'0,"0"0"-1952"0,-5-5-496 0,0 1 0 15,1 0 4576-15,4 4 816 0,0 0 176 0,0 0 16 16,0 0-3024-16,0-6-624 0,0 6-112 0,0 0-32 16,0 0-672-16,5-5-144 0,4 1-16 0,3 1-16 0,0 0-544 0,5 2-96 15,1 0-32-15,3 1 0 16,3 0-144-16,4 0-128 0,2 0 192 0,2 1-48 0,4 0-144 0,0-1 0 16,3 2 0-16,2-2 0 0,2-3 0 0,1 2 0 15,3 1 0-15,2-3 0 0,1 2 0 16,0 1 0-16,-4-1 0 0,1 1 0 0,-1 1 0 0,-3 0 0 15,-4 2 0-15,-1-2 0 0,-3 2 0 0,-2-1 0 16,-3 1-160-16,-2 0 160 16,1-2-576-16,-3 1-16 0,0 0-16 0,-2-1 0 15,-2-1-912-15,-3-1-176 0,1-1-32 0,-3 0-16 16,-1-1-2352-16,-1-1-448 0,1 0-112 16,-4 2-16-16</inkml:trace>
  <inkml:trace contextRef="#ctx0" brushRef="#br0" timeOffset="79630.49">16542 7342 18431 0,'-13'0'816'0,"7"0"160"0,0-3-784 0,-1 1-192 15,2 0 0-15,-1-2 0 0,6 4 7104 0,0 0 1392 16,0 0 272-16,0 0 48 0,0 0-5936 0,0 0-1200 16,0 0-224-16,0 0-48 0,0 0-592 0,0 0-112 15,0 0-32-15,0 0 0 0,0 0-352 0,10 4-80 16,2-1-16-16,1 1 0 0,1-2-224 0,3 2 0 0,0 0 0 0,0 0 0 16,1-1 0-16,2-2 0 0,1 0 0 0,-1 3-160 15,0-2 160-15,0 3 0 0,-1-3 128 16,-1 2-128-16,-1 0 0 0,-2 0 0 0,-2 0 0 0,-2 1 0 15,0-2 0-15,-3 1 0 0,-8-4 0 0,0 0 0 16,4 8 0-16,-3-1 144 0,-2 0-144 0,-2-1 0 16,-2 2 192-16,-3 0-192 0,-2 0 192 0,0 1-48 0,-1 0-144 15,-4 3 0-15,0-2 0 0,-1-1 0 16,-4 3 0-16,0-1 0 0,-3-2 0 0,1 0 0 0,-1 1 0 0,-1-1 0 16,1 2 0-16,1-5 0 0,1 1-224 0,0-1-32 15,1 1-16-15,1-2 0 16,3 0-2128-16,3-3-416 0</inkml:trace>
  <inkml:trace contextRef="#ctx0" brushRef="#br0" timeOffset="81031.64">18170 7194 15663 0,'0'0'1392'0,"0"0"-1120"0,0 0-272 0,-3-5 0 0,2-1 5792 0,1 6 1104 15,0 0 208-15,0 0 64 0,-7-4-4480 0,1 1-880 16,1 3-176-16,0 3-32 0,-1 2 64 0,-3 4 32 0,-1-1 0 0,1 4 0 16,-2 1-1008-16,3 1-208 15,1 3-32-15,-1 1-16 0,0-1-48 0,0 2-16 0,0-1 0 0,2-4 0 16,1 2-176-16,-2-3-48 0,0-1 0 0,4-1 0 15,-4 0-144-15,2-2 0 0,1-1 0 0,0-3 128 16,4-5-128-16,0 0 0 0,0 0 0 0,0 0 0 16,0 0 0-16,0 0 0 0,0 0 0 0,0 0-176 15,0 0 176-15,0 0-192 0,0 0 192 0,0-9-192 16,-1 0 48-16,2-3 0 0,2 0 0 0,-1-1 0 0,2-4 0 0,1-1 0 16,1-2 0-16,1 1 0 0,0 1 144 0,-1 1 0 15,2 2-144-15,0 2 144 0,0 3 0 0,-2 1 0 16,1 0 0-16,-1 2 0 0,0 3 0 0,-6 4 0 15,6-4 144-15,-6 4-16 0,8 0 64 0,0 1 32 16,-8-1 0-16,9 6 0 0,1 0-80 0,1 1-16 16,-1-1 0-16,2 3 0 0,1 1-128 0,0 1 0 15,1-2 144-15,2 2-144 0,0 1 128 0,1 1-128 16,1 0 160-16,0 0-160 0,3-2 0 0,-1 4 0 16,-2-2-128-16,0 0 128 0,0-1 0 0,-2-1-128 15,0-3 128-15,-2 1 0 0,-1 0 0 0,0-1 0 16,0-1-128-16,-3-1 128 0,0-1 0 0,-4-1-192 15,-1 0 192-15,-5-4-160 0,0 0 160 0,0 0 0 16,0 0 0-16,-5 5-128 0,-1-1 128 0,-2 0 0 16,-3 0 0-16,0-1 128 0,-4-1-128 0,0 2 176 0,-2-2-176 15,-4-1 192-15,-3 3-64 0,0-4-128 16,-1 1 192-16,-1 2-64 0,-2-1-128 0,1 1 0 16,-2-2 0-16,3 2 128 0,1-1-128 0,2 1 0 15,2-2 0-15,3 1 0 16,1-1-576-16,5 0-64 0,0-1 0 0,3 0 0 15,3 0-960-15,6 0-192 0,0 0-32 0,0 0-16 16,8-4-3264-16,3-1-656 0</inkml:trace>
  <inkml:trace contextRef="#ctx0" brushRef="#br0" timeOffset="81666.02">18969 7028 26719 0,'0'0'1184'0,"-1"-8"240"0,-2-1-1136 0,1-3-288 16,-1 2 0-16,2 2 0 0,1-1 4112 0,-2 2 768 16,2 7 160-16,0 0 16 0,0 0-2320 0,0 0-480 15,0 0-80-15,0 0-32 0,0 0-1120 0,-2 12-240 16,-2 3-32-16,0 5-16 0,0 2-368 0,0 2-80 16,1 2-16-16,1 2 0 0,-1 2-16 0,2 2-16 15,1 0 0-15,1-2 0 0,3 2-240 0,1-1 128 0,3-4-128 0,3-1 0 16,2-2 0-16,1-1 0 0,2-3 0 15,-1-3 0-15,1-2 0 0,0-4-256 0,1-3 48 16,1-3 16-16,1-1-112 0,1-2-16 0,-2-4 0 0,0-2 0 16,2-3 16-16,-2-1 0 0,0-1 0 0,-1-2 0 15,0-1 176-15,-1-1 128 0,0-5-192 0,-1-2 192 16,-2-3 0-16,2-2 0 0,-1-3 0 0,2-2 0 16,-3-2 0-16,-2-1 0 0,4-1 0 0,-3-1 144 15,-1-1-144-15,0-1 0 0,-3 2 0 0,1 2 0 0,-3 5 128 16,-1 4-128-16,-1 2 128 0,-1 6-128 0,-1 5 432 0,0 4 0 15,-2 7 0-15,0 0 0 0,0 0-32 0,0 0 0 16,0 0 0-16,-2 8 0 0,1 6-160 0,0 7-48 16,-2 1 0-16,1 6 0 0,0-2-192 0,1 2 128 15,0 1-128-15,1 0 0 0,1-2 0 0,2 2 0 16,-1-2 0-16,1 1 0 0,-1-4 0 0,2 0 0 16,2-2 0-16,-1-1 0 0,-1-4 0 0,1 0-192 15,-1-5 48-15,0-1 0 16,0 0-976-16,-2-2-192 0,-2-9-32 0,3 5-16 15,-3-5-688-15,0 0-128 0,0 0-16 0,0 0-16 16,0 0-1808-16,0 0-352 0,-1-18-80 0,-7-8-16 0</inkml:trace>
  <inkml:trace contextRef="#ctx0" brushRef="#br0" timeOffset="81881.88">18807 6797 23039 0,'-14'-3'1024'0,"9"2"192"0,0 0-960 0,1-1-256 0,4 2 0 0,0 0 0 16,0 0 6144-16,0 0 1168 0,0 0 240 0,8-1 64 15,2 0-5552-15,3-1-1104 0,3 1-208 0,2 1-48 16,1 0-464-16,4 0-96 0,-1 0-16 0,1-2 0 16,2 0-304-16,1 1-64 0,2 0-16 0,0 1 0 15,2-4-2032-15,0 2-400 0,-2 2-96 0,0 0-17744 16</inkml:trace>
  <inkml:trace contextRef="#ctx0" brushRef="#br0" timeOffset="82049.77">19367 6769 46879 0,'0'0'2080'0,"0"0"416"0,0 0-1984 0,0 0-512 0,0 0 0 0,8 3 0 0,1-3 704 0,0 0 64 16,1 0 0-16,1 0 0 0,-1 0 416 0,2 0 96 15,0 0 0-15,3 0 16 0,2 0-608 0,3 0-128 16,1-3-32-16,-1 2 0 0,3 0-336 0,0 0-64 15,2 1 0-15,1-3-128 16,-1 2-256-16,-1-1-176 0,0 2-16 0,1 0-16 16,-2 0-2480-16,2 2-480 0</inkml:trace>
  <inkml:trace contextRef="#ctx0" brushRef="#br0" timeOffset="82554.85">20154 7266 35007 0,'0'0'3120'0,"-6"3"-2496"16,-3-3-496-16,1 0-128 0,8 0 4224 0,0 0 816 0,0 0 160 0,0 0 48 16,0 0-3808-16,0 0-752 15,0 0-160-15,6-5-16 0,3-1-240 0,4 1-32 0,4-1-16 0,3 2 0 16,-1-3-224-16,2 3 0 15,4 0 0-15,1 0 0 16,2 1-992-16,0 1-144 0,0-2-16 0,0 3-16 16,1 1-2608-16,-3 0-512 0</inkml:trace>
  <inkml:trace contextRef="#ctx0" brushRef="#br0" timeOffset="82691.7">20239 7402 23039 0,'-14'2'1024'0,"6"0"192"0,-3-4-960 0,2 1-256 0,0 0 0 0,1 1 0 15,3-4 5760-15,5 4 1120 0,-4-3 224 0,4 3 32 16,0 0-5360-16,5-6-1072 0,4-1-224 0,3 1-32 31,5-2-1888-31,4 1-368 0,1 1-80 0,7 1-18592 0</inkml:trace>
  <inkml:trace contextRef="#ctx0" brushRef="#br0" timeOffset="83299.88">20725 7700 41471 0,'-5'2'3680'0,"-2"-2"-2944"0,1 0-592 0,6 0-144 16,-7 0 2128-16,7 0 400 15,0 0 80-15,-6-2 16 0,6 2-896 0,-4-5-192 16,1 0-16-16,3-2-16 0,0 1-1024 0,3-1-208 16,0-2-32-16,1-1-16 0,-1-1-64 0,4-3-16 15,-1-2 0-15,2-4 0 0,0-3-144 0,0 0 0 16,1-3 0-16,-1-4 128 0,-2-3-128 0,4-3 128 15,-1-5-128-15,0 0 128 0,-1-4-128 0,-1 0 0 16,-1-2 0-16,0 0-176 0,1-1-16 0,-2 1 0 0,-3 2 0 0,1 4 0 16,-2 3 48-16,-1 5 0 0,-2 6 0 0,-2 5 0 15,0 5 144-15,-1 4-128 0,0 6 128 16,1 2-128-16,4 5 128 0,0 0 0 0,-8 6 128 0,3 6-128 16,1 5 0-16,2 3 0 0,2 4 0 0,3 4 0 15,2 0 0-15,3 1 0 0,2 1 0 0,3-2 128 16,4 0-128-16,3-3 128 0,1-3-128 0,1-1 128 15,3-3-128-15,0-1 0 0,-1-6 0 0,0-2-128 0,-2-1 128 16,1-3 0-16,1-4 0 0,-2-1 0 0,-1-3-144 0,0 0 144 16,-3-4-160-16,0 1 160 0,1-2-128 0,-3-4 128 15,0 0 0-15,-2-1-144 0,0-1 144 0,-1-2 0 16,-3-6 0-16,0-1 128 0,0-2-128 0,-1-3 0 16,0 0 0-16,-1-1 0 0,-1 0 0 0,1 2 0 15,-1 1 0-15,-2 4 0 0,-1 2 0 0,-2 6 144 16,0 2-144-16,-1 4 160 0,-1 3 16 15,0 5 0-15,0 0 0 0,0 0 0 0,1 8 0 0,1 8 0 16,-2 1 0-16,-2 6 0 0,1 6-48 0,0 3 0 16,-1 5 0-16,1 1 0 0,0-2-128 0,0-1 0 15,-1 1 0-15,2-1 128 0,0-1-128 0,0 1 0 16,0 0 0-16,0-2 0 0,0 2 0 0,0-5 0 16,-1-3 0-16,-2 1 0 0,1-2-176 0,-1-3-64 15,-1-1-16-15,2-2 0 16,-4-1-1024-16,3-4-224 0,-1 0-32 0,0-3-16 15,0 0-1712-15,1-2-352 0,2-1-64 0,1-9-16 0</inkml:trace>
  <inkml:trace contextRef="#ctx0" brushRef="#br0" timeOffset="83800.67">21725 7217 9215 0,'0'0'400'0,"0"0"96"0,0 0-496 0,0 0 0 0,0 0 0 0,0 0 0 15,0 0 8896-15,0 0 1696 0,3 9 336 0,-5 3 64 16,0-1-7424-16,-1 4-1488 0,1 0-288 0,-2 2-64 16,-1 1-960-16,-1 3-192 0,1-4-48 0,0 3 0 0,0-3-176 0,1 2-32 15,0-3-16-15,0 0 0 0,0-2-304 0,1-1 0 16,1-3 0-16,0 1 0 0,1-5 0 16,1-6 0-16,0 0 0 0,0 0 0 0,0 0 0 0,0 0-144 15,0 0 16-15,0 0 0 16,0 0-272-16,0 0-48 0,8-2-16 0,-1-5 0 15,-1-2 16-15,2-3 16 0,0-1 0 0,1-2 0 0,0-2 48 0,0 0 16 16,-1-3 0-16,1 3 0 0,-1-2 112 0,1 3 32 16,0 2 0-16,-1 1 0 0,-2 2 224 0,0 5 0 15,-2-1 0-15,-4 7 0 0,2-5 336 0,-2 5 112 16,0 0 32-16,0 0 0 0,0 0 80 0,0 0 16 16,0 0 0-16,8 7 0 0,-8-7-352 0,10 7-64 15,-2 4-16-15,3-2 0 0,-1 3-144 0,-1-1 0 16,2 0 0-16,-1-1 0 0,1 1 0 0,-1-1 0 15,0-1 0-15,-1 0 0 0,3-1 0 0,-3 3 0 16,2-2 0-16,-3 0 0 0,1 1 0 0,-1-3 0 0,-2 1 0 0,-6-8 0 16,4 7 0-16,-4-7 0 0,4 8 0 0,-4-8 0 15,0 0-144-15,0 0 144 0,-1 7 0 0,1-7 0 16,-3 6-128-16,3-6 128 0,-5 7 0 0,-2-5 0 16,-1 2-176-16,-2-2 176 0,-3 2-160 0,0-2 160 15,-4-1-192-15,-1 3 48 0,-3-1 16 0,-3 1 0 16,1 0 128-16,-2 0-192 0,-2 1 192 0,1 0-192 15,2-2-112-15,3-2-16 0,2 0-16 0,1 1 0 16,2-1-1616-16,4 2-320 0,4-2-64 16,8-1-12192-16,0 0-2432 0</inkml:trace>
  <inkml:trace contextRef="#ctx0" brushRef="#br0" timeOffset="84190.09">22124 7221 17503 0,'-5'-2'768'0,"2"-2"176"0,3 4-752 0,0 0-192 0,-2-2 0 0,0 2 0 0,2 0 7280 0,0 0 1424 16,0 0 272-16,-1 6 64 0,0 2-6096 0,-1 3-1216 16,-1 2-240-16,0 1-48 0,-1 2-736 0,3 2-160 15,-1 1-32-15,4 1 0 0,-1-2-320 0,4 2-192 16,2-1 192-16,-2 1-192 0,3-5 0 0,0 0 0 16,1-2 0-16,1-1 0 0,-1-1 0 0,3-4 0 15,-2-1-128-15,2-3 128 0,1-2-272 0,-1-1 32 16,1-1 16-16,-3-2 0 0,1-1 16 0,2-2 0 15,-4-2 0-15,0-1 0 0,0-1 208 0,-1-2 0 16,1-3-160-16,3 1 160 0,-4-3 0 0,0-2 0 0,1-2 0 16,-3-1 0-16,3 2 0 0,-1 3 0 0,-3 0 0 15,-1 4 0-15,0 1 0 0,-1 3 0 16,-1 3 0-16,1 1 0 0,-3 5 320 0,0 0 0 0,3-2-16 0,-2 2 0 16,2 2-32-16,-1 0 0 0,-2-2 0 0,0 0 0 15,1 12-272-15,2-2 128 0,0 5-128 0,-1-2 0 16,2 1 0-16,-1-2 0 0,1 1 0 15,1-1 0-15,1-1 144 0,4 2-144 0,1-2 0 0,1-2 144 16,-3-1-704 0,3 1-144-16,1-5-16 0,4 0-16 0,2 1-1760 15,2-4-368-15,0-1-64 0</inkml:trace>
  <inkml:trace contextRef="#ctx0" brushRef="#br0" timeOffset="84382.69">22786 7153 40543 0,'0'0'3600'0,"0"0"-2880"0,0 0-576 0,0 0-144 0,0 0 2896 0,0 0 560 16,0 0 96-16,0 0 32 0,0 0-2000 0,0 0-400 15,11-2-80-15,-1 0-16 0,2-1-704 0,2 2-160 16,2 0-32-16,1-1 0 0,1 2-192 0,3 0 0 16,-3 0 0-16,3 0 0 15,0 0-624-15,0 0-112 0,-3 2-32 0,0-1 0 16,-2 2-1728-16,-2 0-368 0,-1 3-64 0</inkml:trace>
  <inkml:trace contextRef="#ctx0" brushRef="#br0" timeOffset="84551.33">22789 7316 41119 0,'-7'2'1824'0,"10"2"368"0,-3-4-1744 0,0 0-448 0,0 0 0 0,0 0 0 15,0 0 1424-15,0 0 208 0,7 0 32 0,2 2 16 16,-9-2-224-16,10 0-48 0,2 0-16 0,2-2 0 15,3 0-896-15,0-1-176 0,4 0-48 0,0 1 0 16,1-2-1056-16,4 0-224 0,8 1-32 0,0 1-21536 16</inkml:trace>
  <inkml:trace contextRef="#ctx0" brushRef="#br0" timeOffset="85028.64">23404 7308 23951 0,'0'0'2128'0,"0"0"-1696"0,0 0-432 0,9-3 0 16,1-1 5184-16,0 3 944 0,6 2 192 0,-2 2 32 15,-14-3-4000-15,17 7-816 0,4 2-144 0,-4 1-48 0,-6 1-528 0,-3 2-112 16,-1 1-32-16,-3 0 0 0,0 2-448 16,-2 1-96-16,1-3 0 0,-1 2-128 15,0-1-320-15,0 0-192 0,2-2-16 0,3-4-16 31,-2-1-1840-31,3 0-368 0,4-3-80 0,1-5-17696 0</inkml:trace>
  <inkml:trace contextRef="#ctx0" brushRef="#br0" timeOffset="85418.25">24073 6944 31327 0,'0'0'1392'0,"0"0"272"0,0 0-1328 0,-5-4-336 16,-2 2 0-16,7 2 0 0,-6 0 4336 0,-1 4 784 15,0 1 176-15,-3 4 16 0,-1 0-3072 0,0 7-608 16,0 5-128-16,-3 2-32 0,0 3-816 0,0 3-160 16,1 1-48-16,1 0 0 0,6 0-32 0,0 0-16 15,2-2 0-15,3 1 0 0,1 0-400 0,4-2 0 16,5-1 0-16,5 0 0 0,5-6 0 0,2-1 0 16,5 0 0-16,4-4 0 0,4-2 0 0,-1-5-144 15,1-1 144-15,2-3-160 0,0-3-80 0,-3-2-16 0,-2-2 0 0,-1-2 0 16,0 0-48-16,-3-3-16 0,-2-3 0 15,-3 0 0-15,-2-4 160 0,-2 0 32 0,-2-2 0 0,-3-4 0 16,-4-3 128-16,-4 0 128 0,-2-1-128 0,-3-3 176 0,-4 1 48 16,-1 2 16-16,-3-3 0 0,-3 0 0 15,-4 1 0-15,-2 1 0 0,0-3 0 0,-2 3 0 16,0 1-96-16,-2 0-16 0,-1 2 0 0,1 2 0 16,-2 2-128-16,-2 0 0 0,-1 4 0 0,1-2 0 0,-2 4-128 15,2 2-16-15,0 3 0 0,3 2 0 16,2 3-592-16,3 3-112 0,3 3-32 0,2 3 0 15,2 4-1408-15,1 4-272 0,2 4-64 0,3 3-16 16,2 8-1712-16,2-2-352 0,0 3-64 16</inkml:trace>
  <inkml:trace contextRef="#ctx0" brushRef="#br0" timeOffset="85602.69">24312 7307 47343 0,'0'0'2096'0,"0"0"432"0,0 0-2016 0,0 0-512 16,0 0 0-16,0 0 0 0,0 0 1392 0,1 9 176 16,0 1 32-16,1 2 16 0,-1 0-592 0,0 1-112 0,2 0-16 0,-1 0-16 15,2 1-656-15,0-1-224 0,1 0 144 0,2-1-144 32,1 0-560-32,1-2-192 0,1-1-32 0,2 0-16 15,1-2-2064-15,2-1-400 0,0-3-96 0</inkml:trace>
  <inkml:trace contextRef="#ctx0" brushRef="#br0" timeOffset="85921.95">24730 7281 30399 0,'0'0'1344'0,"0"0"288"0,0 0-1312 0,0 0-320 0,0 0 0 0,8-2 0 16,-8 2 4272-16,8-4 784 0,-8 4 144 0,10-1 48 0,1-2-3184 0,3 3-624 15,-1-1-128-15,0 2-32 0,1 2-784 0,0 2-176 16,-5-2-16-16,1 3-16 0,-2 1 32 0,0 1 16 15,-3 0 0-15,-1 1 0 0,-4 0 48 0,0 3 0 16,-1-1 0-16,-3 2 0 0,-2 0 0 0,0 0 0 16,-2 0 0-16,-1 2 0 0,0-2-384 0,0 1 0 15,-2-2 0-15,1-3 128 0,5 3-96 0,-1-2-32 16,2 1 0-16,1-4 0 0,-1 0 0 16,0-2 0-16,5 0 0 0,0-1 0 0,-1-4 0 0,0 0 0 15,0 0 0-15,9 5 0 0,1-1 0 0,-1-1 0 16,2-2 0-16,3-1 0 0,-1-1 0 0,0-2 0 15,2-2 0-15,3-1 0 16,1-2-848-16,3-4-176 0,0 0-16 0,3-3-16 16,2-2-2560-16,-1 0-512 0</inkml:trace>
  <inkml:trace contextRef="#ctx0" brushRef="#br0" timeOffset="88538.1">25518 7081 48095 0,'0'0'2128'0,"-6"-1"432"0,-1-4-2048 0,1-1-512 0,4-1 0 0,2 0 0 16,1 2 640-16,3-2 32 0,1 1 0 0,2-1 0 15,-1 1 576-15,2-1 112 0,3 1 32 0,2-1 0 0,1 3-960 0,2 2-192 16,2-1-48-16,0 0 0 0,2 1-192 0,-1 1 0 16,2-1 128-16,2 2-128 0,1-1-192 0,-1 2-64 15,1 1-32-15,1-1 0 16,-2-1-1712-16,1 0-352 0,-2 0-64 0,0 1-19728 15</inkml:trace>
  <inkml:trace contextRef="#ctx0" brushRef="#br0" timeOffset="88725.85">26215 7064 24879 0,'-5'-1'2208'0,"5"1"-1760"0,-4 1-448 0,-1 0 0 16,5-1 5824-16,-4 7 1072 15,1 1 208-15,1 2 64 0,-2-2-5168 0,-1 2-1024 16,-1 2-208-16,2 3-32 0,1 0 80 0,0 2 16 0,0 0 0 0,1 1 0 16,0 1-688-16,0-4-144 0,2 5 0 0,2-6 0 15,2 2-320-15,2-3-64 0,-1-1-16 0,1-1 0 32,2-3-1456-32,1 0-272 0,0-3-64 0,2-1-16 0,0-3-2464 0,3-2-480 0</inkml:trace>
  <inkml:trace contextRef="#ctx0" brushRef="#br0" timeOffset="89292.14">26533 6656 31327 0,'0'0'1392'0,"0"0"272"0,0 0-1328 0,0 0-336 0,0 0 0 0,0 0 0 0,0 0 4224 0,0 0 768 15,0 0 144-15,0 0 48 0,0 0-3008 0,2 7-608 16,-1 0-112-16,1 4-32 0,2 1-784 0,0 5-176 15,0 2-16-15,1 2-16 0,2 1-432 0,-2 3 0 16,0 2 128-16,1 1-128 0,-4 2 0 0,3-2 0 16,-2 0 0-16,0 2 128 0,-2-3-128 0,3 2 0 15,-3-6 0-15,2-3 0 0,1-1 0 0,-2 0 0 16,1-8 0-16,-2 1 0 0,2 0 0 0,-2-4 0 16,-1-8 0-16,0 0 0 0,0 0 0 0,0 0 0 15,0 0 0-15,0 0-176 0,0 0 176 0,0 0 0 16,0 0 0-16,4-4 0 0,0 0 0 0,1-5 0 15,0-2 128-15,1-2-128 0,0-2 0 0,2-4 0 0,1-3 0 0,1-1 0 16,1-3 0-16,1-1 0 0,1 0 0 0,1 0 0 16,0-2 0-16,-1 2 0 15,2-1 0-15,-2 4 0 0,0 1 0 0,0 5 0 0,-3 4 0 16,1 2 0-16,-3 3 128 0,-1 2 16 0,-1 3 0 16,-6 4 0-16,7 3 16 0,1 0 0 0,-3 3 0 15,1 5 0-15,0 3 0 0,1 3 0 16,-2 4 0-16,0 1 0 0,0 1-160 0,1 3 160 15,-1 3-160-15,3-1 160 0,2-1-160 0,0-1 0 0,0-1 0 0,0-2 0 16,2-2 0-16,1-1 0 0,-2-5 0 0,1 0 0 16,0-5 0-16,-2-2 0 0,2-3 0 0,0-2 0 15,-2-1 0-15,1 0 0 0,-3-2 0 0,-1-3 0 16,4-1 0-16,-3-1 0 0,-2-3 0 0,-1 0 0 0,2 2 0 0,-1-6 0 16,-2-2 144-16,0-2-144 0,0-2 0 15,0-2 0-15,0-3 0 0,-1-1 128 0,-3 1-96 0,1-2-32 16,-1-1 0-16,1 0 0 0,0 0 0 0,-1 0-160 15,-1 1 160-15,0 1-192 16,0 1-960-16,-1 2-208 16,-3 2-48-16,1 3-15104 0,-1 6-3040 0</inkml:trace>
  <inkml:trace contextRef="#ctx0" brushRef="#br0" timeOffset="89490.85">26361 6493 53279 0,'0'0'2368'0,"0"0"464"0,0 0-2256 0,7-5-576 0,1 0 0 0,3-1 0 15,5 3 144-15,1-1-144 0,-2 1 0 0,5-2 144 16,3 1 304-16,5 0 48 0,2 0 16 0,2 0 0 16,4 0-512-16,1 0 0 0,3 0-176 0,0 2 176 15,2 1-2896-15,1-2-464 0,2 3-96 0</inkml:trace>
  <inkml:trace contextRef="#ctx0" brushRef="#br0" timeOffset="90024.48">27162 6442 16575 0,'-13'2'1472'0,"6"-2"-1168"0,-2 0-304 0,2-3 0 16,0 2 8400-16,3-1 1632 0,4 2 320 0,0 0 64 0,0 0-7680 15,0 0-1536-15,0 0-304 0,0 0-64 0,0 0-368 0,11 4-64 16,1-1-16-16,5-2 0 0,1 2-384 0,6-1 0 16,2 0 0-16,4-1 0 0,1-2 0 0,3 1-176 15,-3-2 176-15,2 2-192 16,-3 2-1664-16,1-1-352 0,-3 2-64 0,-2 1-13536 15,-3 2-2720-15</inkml:trace>
  <inkml:trace contextRef="#ctx0" brushRef="#br0" timeOffset="90355.19">27505 6935 7359 0,'1'7'320'0,"-1"-7"80"0,-1 2-400 0,1-2 0 15,0 0 0-15,0 0 0 0,10 5 9104 0,-2 1 1744 0,0-1 352 0,1-1 64 16,-9-4-7472-16,11 4-1488 16,0 0-288-16,1 1-64 0,-5 0-976 0,3 0-192 0,-4 2-32 0,1-1-16 15,-1 1-528-15,-2 3-208 0,-1-3 176 0,-2 2-176 16,-2 1 256-16,-1 1-32 0,-2-1-16 0,-1 1 0 16,-4 0-80-16,1 1-128 0,-1 0 176 0,0 1-32 15,-1-3-144-15,-1 1 0 0,3-1 0 0,1 1 0 16,0-2 0-16,2-2 0 0,1 3 0 0,3-4 0 15,1-6 0-15,1 7 0 0,-1-7 0 0,5 6 0 16,3-1 0-16,1 1 0 0,4-1 0 0,3 0 0 0,1-1 0 16,1-1 0-16,1-2 0 0,5 0 0 15,2-1 0-15,1-1 0 0,2-2 0 0,-2 2 0 0,1 0 0 0,-2-1 0 16,-3 1 0-16,0 2 0 0,-3-1-320 16,0 0-48-16,-3 2-16 0,0-1-16848 15,-3 0-3376-15</inkml:trace>
  <inkml:trace contextRef="#ctx0" brushRef="#br0" timeOffset="94041.87">24490 6312 22111 0,'0'0'1968'0,"0"0"-1584"0,0 0-384 0,0 0 0 15,0 0 5840-15,0 0 1088 0,0 0 224 0,0 0 32 0,0 0-5152 0,2 10-1040 16,-1 6-208-16,-5 1-32 0,-2 9 352 0,-4 1 80 15,-1 6 16-15,-2 3 0 0,-3 2-656 0,3-5-128 16,-1 2-32-16,-2 5 0 0,-1 7-128 0,-1 7-16 16,-1 1-16-16,-3 3 0 0,-1 1-64 0,-8 17-16 15,-3-5 0-15,-4 0 0 0,-1-2-144 0,0-3 160 16,-2-2-160-16,2-1 160 0,3-1-160 0,-1-6 192 16,1-5-192-16,2-3 192 0,2-1-16 0,4-6 0 15,-2-2 0-15,2-3 0 0,2-2-128 0,3-2-48 16,2-4 0-16,4 1 0 0,0-6 0 0,3 1 0 15,1-3 0-15,2-2 0 0,3 1 0 0,3-3 0 16,0-4 0-16,4-1 0 0,2-1 0 0,3-2 0 16,2-2 0-16,4-1 0 0,0 1 0 0,4 0 0 15,2-5 0-15,2 2 0 0,2-7 0 0,2 2 0 16,1-1 0-16,2-2 0 0,4-2 0 0,-2 2 0 0,3-3 0 0,0 0 0 16,3 2 0-16,-1 1 0 15,0-3 0-15,0 2 0 0,0 0 0 0,-2 0 0 16,-3 0 0-16,0-1-160 15,-1 2-720-15,2-1-144 0,-3 0-16 16,-2 0-16-16,-1 0-2256 0,-1-2-448 0,0 1-80 16</inkml:trace>
  <inkml:trace contextRef="#ctx0" brushRef="#br0" timeOffset="94338.14">24331 7909 13823 0,'-13'4'608'0,"8"-2"128"0,-1-2-592 0,-1 0-144 0,2 2 0 0,5-2 0 16,0 0 8528-16,0 0 1680 0,-3 2 336 0,3-2 64 15,0 0-7712-15,-1 6-1536 0,-2-4-304 0,3-2-64 16,2 5-448-16,-1 2-96 0,0 1 0 0,3-2-16 0,0-1-256 0,1 2-48 16,3 0-128-16,0-1 192 0,1-1-192 0,1 0 0 15,0 2 0-15,0-1 0 0,0 2 0 0,1 0 0 16,1 0 0-16,-3 0 0 0,0-2 0 0,-1 1 0 16,-4-1 0-16,-1 3 0 0,0-1 0 0,-3 1 0 15,-3 1 0-15,0 0 0 0,-3 3 0 0,0-3 0 16,-5 2 144-16,1 0-144 0,0-2 176 0,-2 1-48 15,0-1-128-15,0-1 192 0,1-2-192 0,0-1 0 16,2 1 128-16,3-2-128 16,-1 0-496-16,7-5-144 0,-3 7-16 0,3-7-16 15,0 0-1488-15,6 5-288 0,1-4-64 0,6 1-16 16,2-2-1280-16,3-3-256 0,4-1-48 0,4 2-12528 16</inkml:trace>
  <inkml:trace contextRef="#ctx0" brushRef="#br0" timeOffset="94636.99">24859 8084 42559 0,'11'-3'944'0,"-11"3"192"0,0 0 32 0,0 0 16 0,0 0-944 0,0 0-240 16,0 0 0-16,0 0 0 0,0 0 2768 0,0 0 512 16,-7 5 112-16,-1 3 0 0,1 2-1904 0,-5 4-384 0,-1-3-80 0,-2 4 0 15,0-2-704-15,-1 0-144 0,-1 1-32 16,2 0 0-16,-1 2-96 0,3-2-48 0,0-1 0 0,5-2 0 16,4 1 0-16,3 1 0 0,-1-3 0 0,5 0 0 15,2 0 0-15,4-1 0 0,2-1 0 0,3-2 0 16,4 1 0-16,3-4 0 0,-2 0 0 0,1 0 0 15,1-2 0-15,1-1 0 0,-2-3 0 0,1 2 0 0,-3-3 0 0,-1 2 0 16,-4-2 0-16,-2-2 0 0,-2-1 0 0,-2-3 0 16,-3 0 0-16,0 0-160 0,-2-1 160 0,-1 2 0 15,-2 0 0-15,-3 0 0 0,0 0 0 0,-4 0 0 16,-4 2 0-16,-2-2 128 0,-2 1-96 0,1 2-32 16,-2-1 0-16,-2 2 0 0,2-3 0 0,-2 2 0 15,-2-1 0-15,1 0 0 16,2 0-416-16,1-2-80 0,2-2-16 0,0 1-16640 15,4-2-3344-15</inkml:trace>
  <inkml:trace contextRef="#ctx0" brushRef="#br0" timeOffset="101120.18">19993 9430 23039 0,'0'0'2048'0,"0"0"-1648"0,-7-1-400 0,2 0 0 15,0 1 6496-15,5 0 1216 0,0 0 240 0,-6 2 48 16,1 2-6144-16,0 2-1216 0,0 0-256 0,1 3-64 16,0 2 288-16,-1 0 48 0,1 1 16 0,1 1 0 0,1 1-544 0,0 2-128 15,1-3 0-15,0 1 0 0,1 2 0 0,1-2-144 16,2-1 144-16,-1-2-208 16,1-2-1104-16,1-1-224 0,2-3-32 0,2-1-16 15,0-4-2624-15,1 0-528 0</inkml:trace>
  <inkml:trace contextRef="#ctx0" brushRef="#br0" timeOffset="101654.54">20444 9009 37775 0,'0'0'3360'0,"0"0"-2688"15,0 0-544-15,0 0-128 0,0 0 2848 0,0 0 544 16,0 0 96-16,0 0 32 0,-2 8-2016 0,1 4-400 15,0 5-80-15,-1 0 0 0,2 5-176 0,0 3-16 16,0 3-16-16,2 0 0 0,0 0-432 0,2 1-96 16,0 2-16-16,0-5 0 0,1 1-112 0,0-4-32 15,1-1 0-15,0-1 0 0,1-1-128 0,-1 0 0 16,1-4 0-16,-1-2 0 0,1-4 0 0,-1-3 0 16,2 0 0-16,-1-1 0 0,-1-4 0 0,-6-2-176 0,7 0 48 0,-1 0 0 15,1-2 128-15,-1-2-128 0,-1-2 128 0,2-2-128 16,-1-2 128-16,0-3 0 0,-1-2 0 0,0 0 0 15,0-2 0-15,2-2 0 0,-1 0 0 0,2-1 0 16,0-3 0-16,1 3 0 0,2-2 0 0,-2 1 0 0,-3 2 0 16,1 2 0-16,-1 2 0 0,1 5 0 0,-1 2 0 15,0 4 0-15,-6 4 0 0,0 0 128 0,6 4 0 0,-1 7 16 16,0 2 0-16,-1 4 0 0,2 2 0 0,-1 3 0 16,0 2 0-16,0 1 0 0,0 1-144 0,1 2 0 15,0-2 0-15,2 1 0 0,0-3 0 0,2-2 0 16,1-2 0-16,0-3 48 0,1-1-48 0,-1-2 0 15,-2-4 0-15,2-2 0 0,1-1 0 0,-1-2 0 16,-1-2 0-16,-1-2 0 0,2-1 0 0,-1-3 0 16,-1-1 0-16,0-1 0 0,0 0 0 0,1-2 0 15,-3-3 0-15,2 0 0 0,2-4 0 0,-1-1 0 16,1-2 0-16,0-3 0 0,0-1 0 0,-1-1 0 16,2-1 0-16,-1-1 0 0,-1-3 0 0,0 1 0 15,1 0 0-15,1 0 0 16,-1-2-432-16,0 2-80 0,-2 0 0 0,1 1-16 15,2 1-1344-15,-2 3-272 0,-3 1-48 0,-2 5-20976 0</inkml:trace>
  <inkml:trace contextRef="#ctx0" brushRef="#br0" timeOffset="101889.97">20223 8966 40543 0,'0'0'3600'0,"0"0"-2880"0,0 0-576 0,0 0-144 15,2-8 2848-15,3 1 544 0,4 1 96 0,1-1 32 16,3-1-2576-16,4 0-512 0,4 1-112 0,4 2 0 16,1 1-80-16,3-2-16 0,-1 1 0 0,1 1 0 15,1 1-688-15,0 2-144 0,1 1-32 0,2-3 0 16,0 1-2224-16,0-1-448 0</inkml:trace>
  <inkml:trace contextRef="#ctx0" brushRef="#br0" timeOffset="102070.57">20985 8896 51951 0,'0'0'1152'0,"0"0"224"0,14-1 48 0,-8-1 32 0,2-3-1168 0,0 1-288 16,1 0 0-16,2 2 0 0,0-1 1024 0,4 0 128 15,0 1 48-15,4-1 0 0,0-1-832 0,2 0-176 16,1 2-16-16,2-2-16 0,2 1-416 0,-1 3-96 16,1-2-16-16,0 2 0 15,-4 0-1872-15,1 4-368 0,1 1-80 0,-3 3-19280 0</inkml:trace>
  <inkml:trace contextRef="#ctx0" brushRef="#br0" timeOffset="102506.11">21337 9527 32255 0,'0'0'2864'0,"0"0"-2288"0,0 0-576 0,0 0 0 0,0 0 5312 0,0 0 960 16,9-1 192-16,1-1 48 0,2 2-4880 0,2-1-976 15,2-2-192-15,0 2-32 0,4-2-176 0,0 3-16 16,0-2-16-16,-2 1 0 0,-1 1-224 0,-2 1 128 16,0-1-128-16,-4 2 0 0,0 0 128 0,-3 0-128 15,0 4 0-15,-5-1 144 0,-3-5-144 0,2 6 192 16,-2 2-192-16,-4 1 192 0,-3 3-192 0,-1-2 160 16,1 3-160-16,-5 2 160 0,-1 0-112 0,-1 1-48 15,-2-2 0-15,0 1 0 0,1-1 0 0,0 0 0 16,2 1 0-16,0-2 0 0,5-3 0 0,2 1 0 15,1-2 0-15,1-1 0 0,1-2 0 0,3-6 0 16,0 0 0-16,0 0 0 0,5 8 0 0,3-2 0 16,1 0 0-16,2-2 0 0,0 0 0 0,2-4 0 15,1 0 0-15,1 1 0 0,2-1 0 0,0-1 0 16,0-2 0-16,1 0 0 0,1 1 0 0,-1-2 0 16,-1 0 0-16,1 1 0 0,-1 2 0 0,-1 0 0 0,-2-2 0 0,2-1 0 15,-2 2-240-15,0-4 16 0,-2 5 0 0,0-6 0 16,-1 2-2480-1,0 0-496-15</inkml:trace>
  <inkml:trace contextRef="#ctx0" brushRef="#br0" timeOffset="103858.18">22459 9248 21183 0,'0'0'1888'0,"0"0"-1504"0,0 0-384 0,0 0 0 0,-4-7 7360 0,3 1 1392 16,1 6 272-16,1-7 64 0,-1-1-7232 0,0 2-1440 15,3-1-288-15,1 2-128 0,1-1 608 0,0 0 64 16,-4 1 16-16,5 1 0 0,4 0-544 0,4-2-144 16,3 3 0-16,3-3 0 0,2 1 0 0,2 1 0 15,-1 1 0-15,8-2 0 0,-1 0 0 0,2 3-160 16,-4-2 160-16,0 3-208 16,-2 2-1248-16,2-1-240 0,0 4-48 0,-2-2-13856 15,-3 2-2768-15</inkml:trace>
  <inkml:trace contextRef="#ctx0" brushRef="#br0" timeOffset="104041.41">22616 9428 26719 0,'-12'4'2368'0,"5"-4"-1888"0,0-2-480 0,-1 1 0 0,0-2 5696 0,1 1 1056 16,2-1 208-16,5 3 32 0,0 0-5328 0,0 0-1088 15,0 0-192-15,8-5-64 0,1 2 192 0,4-2 48 16,3 1 0-16,1 0 0 0,2-1-560 0,0 0-304 15,1 1 48-15,3 0 0 16,1 0-880-16,4 3-160 0,-1-3-48 0,3 1 0 16,1-1-1520-16,2 2-304 0,1-1-64 0</inkml:trace>
  <inkml:trace contextRef="#ctx0" brushRef="#br0" timeOffset="104326.24">23416 9346 33167 0,'0'0'1472'0,"0"0"304"0,0 0-1424 0,0 0-352 0,0 0 0 0,0 0 0 0,3-7 4736 0,2 2 864 15,1 0 176-15,5-1 48 0,2 4-3904 0,3-3-784 16,2 2-160-16,5-1-16 0,3-1-640 0,2 0-112 16,0 1-16-16,0 0-16 0,-1-1-176 0,1 1 128 15,-1 0-128-15,0 0 128 0,-2 0-128 0,-1 1 0 16,-2 1 0-16,-3-1 128 0,2 2-128 0,-3 0 0 15,-2-2 0-15,-3 2 0 0,-5 1 0 0,-2 0 0 16,-6 0 0-16,0 0 0 16,0 0-304-16,0 0-80 0,0 0-32 0,0 0 0 15,0 0-848-15,0 0-160 0,0 0-48 0,0 0-14528 16,0 0-2928-16</inkml:trace>
  <inkml:trace contextRef="#ctx0" brushRef="#br0" timeOffset="105027.64">24296 9606 31327 0,'0'0'2784'0,"0"0"-2224"0,0 0-560 0,0 0 0 16,0 0 4192-16,0 0 736 0,0 0 128 0,0 0 48 0,0 0-2704 0,0 0-544 16,0 0-96-16,0 0-32 15,0 0-896-15,0 0-192 0,0 0-48 0,7-4 0 0,-3-2-288 0,-2-3-64 16,1 0-16-16,-2 0 0 0,0-1-224 0,1-1 0 16,-1-1 128-16,0-4-64 0,-1-1-64 0,0-2 0 15,0-2 0-15,0-2 0 0,2-4 0 0,-2 0 0 16,0 0 0-16,0-2 0 0,0-1 0 0,-2-1 0 15,1-2 0-15,-2-1 0 0,1 0 0 0,-1 0 0 16,1 3 0-16,0 1 0 0,-2 3 0 0,-1-1 0 16,1 5 0-16,0 3 0 0,0 3 0 0,2 6 0 15,0 2 0-15,1 2 0 0,0 3 0 0,1 4 0 16,0 0 0-16,0 0 0 0,1 9 0 0,2 3 0 16,-1 2 0-16,4 3 0 0,1 3 0 0,3 3 0 15,1 1 0-15,4-3 0 0,2 1 0 0,2-1 0 16,2-2 0-16,1-1 0 0,-1-3 0 0,2-2 0 15,2-5 0-15,0-1 0 0,0-3 0 0,0 0 0 16,1-1 0-16,-2-3 0 0,-1-3 0 0,-3-1 0 16,0-3 0-16,-2-1 0 0,-2 0 0 0,-1-1 0 0,-1-2 0 0,-3 0 0 15,0-4 0-15,-2 1 0 16,-1-2 0-16,-1-2 0 0,3 0 0 0,-3 0 0 0,0-1 0 16,1-3 0-16,0-1 0 0,-2 1 0 0,1-1 0 0,-1 2 0 15,1 3 0-15,-1 3 0 0,-1 0 0 0,-1 2 0 16,0 1 0-16,0 5 0 0,-1 0 0 0,-3 7 0 15,0 0 0-15,0 0 0 0,0 0 0 0,0 0 0 16,2 9 0-16,1 3 0 0,0 2 0 0,-2 5 0 16,-1 3 0-16,1 4 0 0,-1 3 0 0,0 2 0 0,0 3 0 0,0 1 0 15,0 1 0-15,0 1 0 0,0-2 0 0,1-2 0 16,-1-2 0-16,2-2 0 0,0-3 0 16,1-1 0-16,-2-3 0 0,2-1 0 0,-1-1 0 0,1 0 0 15,-2-3 0-15,2-1 0 0,1-2 0 0,0-5 0 16,0 0 0-16,1-1 0 15,3 0-736-15,1-3-144 0,1-1-16 0,5-7-24416 0</inkml:trace>
  <inkml:trace contextRef="#ctx0" brushRef="#br0" timeOffset="105931.97">25790 8876 3679 0,'0'0'320'0,"0"0"-320"16,-9-6 0-16,0-1 0 0,1-2 10272 0,0 1 1984 15,2 2 400-15,1 2 80 0,-3-1-9536 0,0 2-1888 16,0 2-384-16,-1 1-80 0,0 0 272 0,-2 2 48 16,0 5 16-16,-1 5 0 0,-2 3-736 0,-2 5-160 0,-2 5-32 0,-2 5 0 15,1 5-48-15,0 1-16 0,-2 7 0 0,3-2 0 16,1-2-32-16,3-1-16 0,2-2 0 0,3-1 0 16,4-3-96-16,1-1-48 15,1-1 0-15,6 0 0 0,1-4 0 0,1-1 0 0,2-2 0 0,0-1 0 16,4-2 0-16,1-4 0 0,-1-1 0 0,4-2 0 31,0-1-576-31,2-4 0 0,1-2 0 0,2 0 0 16,1-3-672-16,1-1-144 0,0-2-16 0,2-2-16 15,0-3-960-15,1-1-192 0,-1-2-48 0,-1 0 0 16,1-5-832-16,-1-1-192 0,-3-2-16 0,-2 0-16 16,-2-3-896-16,-1-2-176 0,-2-1-48 0,-2 0 0 0,-2-1 2832 0,-3 0 560 0,-2 1 128 15,0 0 0-15,-3 1 5120 0,1 0 1024 0,-2 3 208 0,-2 2 48 16,1 2-640-16,0 3-112 0,-2 0-16 0,1 3-16 15,2 8-1440-15,0 0-272 0,0 0-64 0,0 0-16 0,-7 4-976 0,3 2-192 16,0 3-32-16,2 4-16 0,-1 3-624 0,2 1-128 16,-3 1-32-16,3-1 0 0,1 1-224 0,1 1-64 15,1-1 0-15,2-1 0 0,0 0-256 16,1-2 128-16,2 2-128 0,1-4 0 0,1-2 0 0,0 2 0 16,0-7 0-16,2 1 0 0,0-2 0 0,0-2 0 15,-2-2 0-15,1-2-144 0,1-2 0 0,-1-1 0 16,-1 0 0-16,0-2 0 0,1-3 144 0,-1-2-160 15,0 0 160-15,0-3-160 0,0 0 160 0,1-2-128 16,0 1 128-16,-1-2-128 0,0-1 128 0,-1 1 0 16,0 0 128-16,-2 1-128 0,-1 4 0 0,-1-1 0 15,0 4 0-15,-1 3 0 0,-2 0 144 0,-1 6-144 16,0 0 192-16,0 0-192 0,0 0 336 0,0 0-32 16,0 0-16-16,0 0 0 0,-1 8-288 0,2 3 128 15,0 0-128-15,-1 0 0 0,3 2 128 0,0 0-128 16,-1-1 0-16,2-1 0 0,1 1 0 0,2 0 0 15,-1 0 0-15,2-1 0 0,-1-2 0 0,2 2 0 0,1-2 0 16,2-1-192 0,-2-2-752-16,2 1-144 0,0-1-16 0,-2-3-16 15,1 1-2016-15,0-1-384 0,1 0-96 0</inkml:trace>
  <inkml:trace contextRef="#ctx0" brushRef="#br0" timeOffset="106230">26510 9342 29487 0,'0'0'1296'0,"0"0"288"0,0 0-1264 0,0 0-320 0,0 0 0 0,0 0 0 0,0 0 5136 0,0 0 976 16,0 0 192-16,0 0 32 0,8-3-4288 0,-1 1-880 16,3-1-160-16,0 3-48 0,2 0-608 0,-1 0-128 15,2 0-32-15,-1 3 0 0,-1 0-64 0,-1 3 0 16,-1-1-128-16,0 1 192 0,-2-2 64 0,-2 3 0 16,-1 2 0-16,-1-1 0 0,-2 1 0 0,-2 1 0 15,-2 1 0-15,-1 0 0 0,-1 1-256 0,0 0 144 16,-3-2-144-16,0 3 128 0,-1 0-80 0,1-2-48 15,0-1 0-15,0 2 0 0,2-2 0 0,2-2 0 16,3-1 0-16,-1-1 0 0,1 0 0 0,1-1 0 16,0 1 0-16,3-1 0 0,-3-5 0 0,5 6 0 15,-5-6 0-15,9 5 0 0,1-1 0 0,2-2 0 16,1-2 0-16,3-1 0 16,3-3-1024-16,2-1-208 0,1-2-48 0,3 1-15424 15,0-6-3072-15</inkml:trace>
  <inkml:trace contextRef="#ctx0" brushRef="#br0" timeOffset="106409.89">27053 9330 37775 0,'0'0'3360'0,"0"0"-2688"16,-2-7-544-16,2 7-128 0,0 0 3376 0,4-6 640 0,-3 1 128 0,4 1 16 16,2 0-2640-16,1 0-544 0,2 1-96 0,3 1-32 15,3-1-512-15,3 2-96 0,2-2-32 0,1 3 0 16,0 0-496-16,2 0-96 0,-2 0-32 0,2-1 0 15,-1 0-1408-15,-1 1-288 0,0 0-48 0,1 0-12864 16,-3-2-2576-16</inkml:trace>
  <inkml:trace contextRef="#ctx0" brushRef="#br0" timeOffset="106830.66">27458 9084 48031 0,'0'0'2128'0,"0"0"432"0,0 0-2048 0,0 0-512 0,0 0 0 0,0 0 0 0,0 0 1232 0,0 0 144 16,0 0 32-16,0 0 0 0,-4 6-144 0,-2 6-32 16,1 0 0-16,0 3 0 0,-1 3-656 0,0 3-144 15,2-1-32-15,2 1 0 0,0-2-288 0,4 1-112 16,-1-5 0-16,3 2 0 0,1 0 0 0,2 0 0 0,-1-1 0 0,2-3 0 16,3-3 0-16,0 1 0 0,1-5 0 0,1-2 0 15,0 0 0-15,-1-1-192 16,0-3 192-16,-1-1-208 0,1-2 80 0,0-4 128 0,-1 2-208 0,0-1 80 15,-1-3 128-15,1-1-160 16,-2 0 160-16,1-3-160 0,1-1 160 0,-1-1-128 0,2 0 128 16,0-1-128-16,1-2 128 0,-2-2 0 0,1-1 0 15,-1 2 0-15,-1-1 0 0,-1 2 0 0,-1 2 0 0,1 1 0 16,-2 2 0-16,-2 5 176 0,-3 1-176 0,-2 7 192 16,0 0 0-16,0 0 0 0,0 0 0 0,0 0 0 15,0 0-192-15,0 0 128 0,2 7-128 0,-1 3 128 16,0 2-80-16,1 2-48 0,-1 1 0 0,2 0 0 15,-2 0 0-15,3 0 0 0,0 1 0 16,0 1 0-16,-1-1 0 0,1-1 0 0,3-2 0 0,-2 3 0 16,0-3-704-16,1 1-128 15,-1 2-16-15,1-3-16 0,2-3-1424 0,-1 1-272 16,-2-1-64-16,-1 2-19584 0</inkml:trace>
  <inkml:trace contextRef="#ctx0" brushRef="#br0" timeOffset="107008.9">28059 9308 48207 0,'0'0'2128'0,"0"0"448"16,0 0-2064-16,0 0-512 0,0 0 0 0,-2 8 0 0,0-2 1280 0,0 2 128 15,1-3 48-15,1 3 0 0,1 1-384 0,1 3-80 16,0-3-16-16,2 5 0 0,1-1-720 0,2 0-128 16,-1-1-128-16,2 0 144 15,0-2-992-15,1 1-208 0,0-3-32 0,2-1-16 16,-1 0-1680-16,1-1-336 0,-1-4-64 0,-10-2-17296 0</inkml:trace>
  <inkml:trace contextRef="#ctx0" brushRef="#br0" timeOffset="107380.4">28116 8606 13823 0,'0'0'1216'0,"-3"-2"-960"0,-1-2-256 0,2-1 0 15,1-1 7776-15,1 6 1504 0,0 0 320 0,0 0 48 16,0 0-6624-16,0 0-1312 0,0 0-272 0,7 4-48 0,2 3-80 0,5 2-16 16,-1 0 0-16,4 4 0 0,1 0-944 0,0-1-192 15,2 1-32-15,2 4-128 0,5 1 192 0,0-1-192 16,2 4 192-16,4 1-48 0,-1 0-144 0,1 6 0 16,1-2 0-16,-3 2 0 0,0 4 0 0,9 6 0 15,-5 3 0-15,-4-3 0 0,-4 1 0 0,-1 0 0 16,-2-1 0-16,-3-3 0 0,-7-2 0 0,-3-2 0 15,-5-1 0-15,-3 0 0 0,-2-1 0 0,-5-3 0 16,-1 0 0-16,-2 1 0 0,-2-4 0 0,0-1 0 16,-1 0 0-16,-1-3 0 0,0 0 0 0,-3-1 0 15,1-4 0-15,2 2 0 0,-1-3 0 0,0-1 0 16,1-1 0-16,0 0 0 0,2-2 0 0,0 0 0 16,0-2 0-16,1 0 0 0,1-3 0 0,2 2 0 0,1-3 0 0,4-3 0 31,0 0-832-31,0 0-144 0,0 0-48 0,0 0-24160 0</inkml:trace>
  <inkml:trace contextRef="#ctx0" brushRef="#br0" timeOffset="114959.11">24454 10215 50511 0,'0'0'2240'0,"0"0"448"0,0 0-2144 0,0 0-544 15,0 0 0-15,0 0 0 0,0 0 384 0,0 0-48 0,0 0 0 0,0 0 0 16,5 11-128-16,-1-4-16 0,0 4-16 0,1-1 0 15,2 2 336-15,0 2 64 0,0 1 0 0,-1-1 16 16,2-1-400-16,0 0-192 0,-1 0 160 0,0-4-160 16,0 2 384-16,-1-1-32 0,1-3 0 0,0-1 0 15,-7-6-64-15,6 3-16 0,-6-3 0 0,8 2 0 16,-2 0-32-16,-6-2-16 0,7 0 0 0,-7 0 0 0,6-3-48 0,1-1-16 16,-1-1 0-16,2-2 0 15,1 2-160-15,2-3 192 0,-1-2-192 0,3-2 192 0,4-1-192 0,-1-2 0 16,0-2 0-16,0-4 128 0,3 1-128 15,-1-3 0-15,2-5 0 0,-1 0 0 0,2 2 0 0,-1-4 0 16,-2 2 0-16,1 3 0 0,0 2-128 0,-2 2-16 16,-3 0 0-16,-1 6 0 15,0 0-688-15,-4 4-128 0,-2 0-16 0,-2 3-16 16,-5 8-1792-16,0 0-352 0,0 0-80 0</inkml:trace>
  <inkml:trace contextRef="#ctx0" brushRef="#br0" timeOffset="123291.93">5802 11433 36687 0,'-23'-1'1616'0,"13"2"352"0,-2 1-1584 0,-1-2-384 0,0 0 0 16,1 0 0-16,1 0 2304 0,0-2 368 0,1 1 80 0,1-1 0 15,1 1-448-15,1 1-112 0,7 0-16 0,0 0 0 16,0 0-1024-16,0 0-224 0,0 0-32 16,0 0-16-16,0 0-480 0,11-1-80 0,2-1-32 0,5 2 0 15,4-1-160-15,3 0-128 0,2 1 144 0,6 0-16 16,2-2-128-16,3 1 0 0,2-1 0 0,3-1 0 15,4 2 0-15,4-1 0 0,4 1 0 0,0 1 0 16,-1-4 0-16,1 3 0 0,0 0 0 0,-4-2 0 16,-3 0 0-16,-2 2 0 0,-1 1 0 0,0-3 0 15,-6 2 0-15,-1 0 0 0,-3-1 0 0,-3 2 0 16,-2 0 0-16,-2 0-208 0,-4-1 64 0,0 0 16 16,-3-2-736-16,-2 1-144 0,-2-2-16 0,-1-1-16 15,-4-1-944-15,-2 0-192 0,-1-1-48 0,-1-1 0 16,-3-1-976-16,-1 1-192 0,-2 2-32 0,-4-3-16 15,-3 0 1600-15,-3 1 320 0,-2 0 64 0,-2 0 16 0,-1 0 1760 16,0 1 368-16,0 1 64 0,1 1 16 0,0 1 2304 0,2 3 448 16,1-3 112-16,2 3 16 0,1-1-1200 0,6 2-224 15,-5 0-48-15,5 0-16 0,0 0-784 0,0 0-160 16,0 0-16-16,0 0-16 0,0 0-592 0,0 0-112 16,0 0-32-16,1 8 0 0,-1-8-304 0,5 8-144 15,2 0 128-15,0-2-16 0,1 1-112 0,3-1 0 16,0-2 0-16,1 2 0 0,0-1 0 0,2 0 0 15,1 0 0-15,0 0 0 0,2 2 0 0,1-3 0 16,2 0 0-16,0 0 0 0,-3 0 0 0,-1 0 0 0,1-1 0 0,-2 4 0 16,-2-4 0-16,-3 0 0 0,-1 1 0 15,-1 0 0-15,-8-4 0 0,0 0 0 0,0 0 0 0,0 0 0 16,4 7 0-16,-4-7 0 0,-1 6 0 0,-2 1 0 16,-1-2 0-16,-1 3 0 0,-1-3 0 0,-1 0 0 15,-1 1 0-15,-1-1 0 0,0 1 0 0,-1 1 0 16,-4-2 0-16,0 2 0 0,-2-1 0 0,1 1 0 15,-1-1-256-15,-1 2-64 0,2 1 0 0,0-2 0 16,1 2-2688-16,2 0-528 0</inkml:trace>
  <inkml:trace contextRef="#ctx0" brushRef="#br0" timeOffset="125308.55">8177 11256 35183 0,'0'0'1552'0,"5"-6"336"0,-1 0-1504 0,0-2-384 15,1 0 0-15,-1 2 0 0,-4 6 2336 0,0-6 400 16,-1 0 80-16,-3-1 0 0,-1 2-272 0,-2 1-64 15,-2 2-16-15,-3 0 0 0,-1 2-1312 0,-2 2-272 16,-1-1-48-16,-1 2-16 0,-1 1-400 0,-1 1-80 16,-1 1-16-16,0 1 0 0,1-1-160 0,-1 1-32 15,0 2-128-15,1-3 192 0,2 2-192 0,1 0 0 16,2 0 128-16,0 0-128 0,1-2 0 0,2 1 0 0,2-1 0 0,2 0 0 16,4-3 0-16,3-3 0 15,0 0 0-15,0 0 0 0,0 0 0 0,6 7 0 0,3-1 0 0,3 1 0 16,2-3 0-16,2 1 0 0,1 0 0 0,2-1 0 15,4 0 0-15,-1 0-128 0,-1 0 128 0,2 2 0 16,1-3 0-16,-1 1 0 0,0 3 0 16,0-4 0-16,-4 3 0 0,-2-1 0 0,-1 1 0 0,-2 4 0 15,-1-4 0-15,-1 3 0 0,-2-1 0 0,-3 1 0 16,-3 2 0-16,-3-4 0 0,-1 2 0 0,-3 2 0 0,-3 1 0 0,-2 1 0 16,-1 1 128-16,-4-1-128 0,-3-1 0 0,1 1 0 15,-4-1 0-15,0 1 0 0,-5-3 0 0,1 0 0 16,-1 1 0-16,0-1 0 0,-1-1-272 0,0 1-48 15,0-3-16-15,3 0 0 16,1-2-912-16,3-1-176 0,1-1-48 0,5-3 0 16,3-2-2816-16,4-3-576 0</inkml:trace>
  <inkml:trace contextRef="#ctx0" brushRef="#br0" timeOffset="125505.05">8349 11145 21183 0,'0'0'944'0,"0"0"192"0,0 0-912 0,0 0-224 15,0 0 0-15,0 0 0 0,8 4 7088 0,-3 1 1360 0,-5-5 288 0,5 8 48 16,0 1-6240-16,1 1-1264 16,-1 3-240-16,0 3-48 0,0 2-608 0,1 3-128 0,-3 1-32 0,3 0 0 15,-1 2-224-15,0-1 0 16,0 1 128-16,1-1-128 0,-1 2 0 0,-1-2 0 0,-2 1 0 0,1-2 0 31,-1-1-640-31,1 0-160 0,-2 0-32 0,2-3-16 16,-2-2-1520-16,1-2-320 0,-2-1-48 0,0 0-18624 0</inkml:trace>
  <inkml:trace contextRef="#ctx0" brushRef="#br0" timeOffset="125965.12">8202 11532 23951 0,'0'0'2128'0,"0"0"-1696"0,0 0-432 0,0 0 0 15,0 0 6080-15,0 0 1152 0,0 0 208 0,0 0 48 0,8-4-5584 0,2 1-1136 16,2 0-208-16,2-1-48 0,6-2 160 0,2 1 32 15,1 0 16-15,1-2 0 0,2 1-416 0,2-1-96 16,2 1-16-16,2-1 0 0,-1 0-192 0,-1-1 0 16,0 0 128-16,-1 1-128 0,-3 1 0 0,-3-1 0 15,-1 0 0-15,-2 3 0 0,-4 1 0 0,-3 3 128 16,-4 0-128-16,-3 3 0 0,-6-3 0 0,5 6 128 16,-2 2-128-16,-3 5 0 0,-3-3 256 0,-2 5-32 15,0 3-16-15,-3 0 0 0,-1 2 0 0,0-2 0 16,0 0 0-16,2-2 0 0,-1-2-208 0,2-1 176 15,1 0-176-15,1-1 160 0,3-1-160 0,-1-5 0 16,2 1 0-16,0-7 0 0,0 0-160 0,0 0-16 16,0 0 0-16,8 2 0 0,0-2-64 0,1-1-16 15,0-4 0-15,2-2 0 0,-1-2 128 0,0 0 128 16,1-2-208-16,-1-2 80 0,1-1 128 0,-2-2 0 16,1 1 0-16,-1-1 0 0,-1 1 0 0,0-1 0 15,-3 2 0-15,2 2 0 0,-2 1 0 0,-1 4 0 16,1 1 0-16,-5 6 128 0,0 0 0 0,0 0 16 15,0 0 0-15,0 0 0 0,0 0 0 0,9 7 0 16,-1 2 0-16,0-1 0 0,-3 4-144 0,3-3 0 16,-2 1 0-16,4 2 0 0,-3-2 0 0,4 1-224 0,-1-1 48 0,2-2 16 31,0-2-1424-31,1 0-272 0,0-1-64 0,1-1-16 0,0-3-1600 16,2-1-320-16,2 0-64 0,-1-2-14320 0</inkml:trace>
  <inkml:trace contextRef="#ctx0" brushRef="#br0" timeOffset="126354.74">9159 11326 11967 0,'5'-29'528'0,"-1"18"112"0,-2-4-512 0,1 1-128 16,0 1 0-16,-1 4 0 0,-1 2 6592 0,-1 7 1280 16,0 0 256-16,0 0 48 0,0 0-4144 0,0 0-832 15,-2 12-176-15,-1 1-16 0,-1 4-1536 0,0 2-288 16,-1 0-64-16,0 2-16 0,1-2-592 0,1 2-112 16,1-3-16-16,2 2-16 0,0-2-192 0,4 0-48 15,1-1 0-15,2-1 0 0,0 0-128 0,1-5 0 16,1 1 0-16,0-2-176 0,1 0 48 0,0-4 0 15,2-1 0-15,-2 1 0 0,-2-6 0 0,2 0 0 16,2 0 0-16,-1-4 0 0,-1 1 128 0,-1-2-192 16,-1-2 192-16,0-1-192 0,-2 1 192 0,2-4 0 15,-1 1-144-15,-1-1 144 0,-2 0-128 0,1 0 128 16,-2 1-160-16,-2 2 160 0,-1 0-128 0,-1 2 128 16,-2 0 0-16,3 6-144 0,-5-2 144 0,0 2 0 15,5 0 0-15,-7 2 128 0,1 4 48 0,-1-1 16 16,2 1 0-16,0 2 0 0,1 0-192 0,1 1 192 0,2-1-192 0,2 1 192 15,3 0-192-15,0 0 0 0,1 0 0 16,3 1 0-16,3-1 0 0,2-2 0 0,1 1 0 0,0-1 0 16,3-2-192-16,0-1 192 0,0-1-192 0,0-2 192 15,0-1-832 1,0 0-32-16,-3 0-16 0,-1-1 0 16,-2-2-976-16,-2 0-208 0,-1 2-48 0,-3-3 0 0,0 2-1648 0,-5 2-336 0</inkml:trace>
  <inkml:trace contextRef="#ctx0" brushRef="#br0" timeOffset="126550.1">8916 11304 49247 0,'0'0'2176'0,"0"0"448"0,0 0-2096 0,0 0-528 0,11 5 0 0,0-1 0 0,4-1 624 0,0 0 16 15,4-3 0-15,3 3 0 0,4-2-64 0,1 2-16 16,3-3 0-16,3-3 0 0,1 2-432 0,2 0-128 15,2-1 0-15,4-3 0 16,2 1-1056-16,2-1-272 0,1 0-48 0,1 1-13664 16,4-3-2752-16</inkml:trace>
  <inkml:trace contextRef="#ctx0" brushRef="#br0" timeOffset="126806.05">10024 11076 45903 0,'0'0'2032'0,"0"0"416"0,0 0-1952 0,0 0-496 0,0 0 0 0,0 0 0 16,0 0 1904-16,0 0 272 0,0 0 64 0,0 0 16 16,0 0-864-16,0 0-176 0,4 7-48 0,-1 4 0 15,-1-2-768-15,1 5-144 0,0 3-48 0,-2 3 0 16,0 6-208-16,-1-1 0 0,2 3 0 0,-2 0 0 16,0-2 0-16,0 0 0 0,0-1 0 0,-2-1 64 15,1 0-64-15,0-1 0 0,-1 0 0 0,1-1 0 16,0-1 0-16,-1-1 0 0,1 1 0 0,0-2 0 0,-1-2 0 15,4-2-240-15,-2 0 80 0,1-2 16 16,0-6-768-16,1 1-160 16,0-1-16-16,2-2-16 0,3-1-2384 0,1-3-480 15,3-2-80-15</inkml:trace>
  <inkml:trace contextRef="#ctx0" brushRef="#br0" timeOffset="126975.09">10398 11210 37775 0,'0'0'3360'0,"0"0"-2688"16,0 0-544-16,0 0-128 0,0 0 2768 0,0 0 528 15,0 0 96-15,0 0 32 0,0 0-2464 0,0 0-480 16,0 0-96-16,0 0-32 16,0 0-2112-16,0 0-416 0,7 6-96 0</inkml:trace>
  <inkml:trace contextRef="#ctx0" brushRef="#br0" timeOffset="127140.5">10492 11442 54943 0,'-14'10'2432'0,"9"-4"512"0,1-1-2368 0,1 1-448 15,1 1-128-15,2-7 0 0,-4 6 832 0,4-6 160 0,-2 10 32 16,2-10 0-16,-3 7-752 0,3-7-144 0,-3 7-128 0,3-7 192 16,0 0-192-16,0 0 0 0,0 0 0 0,0 0 0 15,0 9 0-15,0-9 0 0,0 0 0 0,0 0 0 16,0 0-176-16,0 0-16 0,8 3 0 0,1 1-25792 15</inkml:trace>
  <inkml:trace contextRef="#ctx0" brushRef="#br0" timeOffset="-212836.2">11405 11267 15663 0,'0'0'1392'0,"0"0"-1120"15,0 0-272-15,4-8 0 0,-2 2 4496 0,1-1 848 16,0-2 160-16,-2 3 48 0,-1-1-2912 0,0 7-576 16,-1-8-112-16,-2 2-32 0,0 1-176 0,0 0-32 15,-3 1-16-15,0 1 0 0,-1 0-800 0,1 2-176 16,-1 0-16-16,-1 1-16 0,1 1-416 0,-3 0-80 15,0 2 0-15,-2 0-16 0,1 1-176 0,-4 2 160 0,1-1-160 0,1 2 160 16,0-1-160-16,1 1 0 0,0 2 144 0,3-3-144 16,0 1 0-16,4-2 0 0,1 0 0 0,4-5 0 15,0 0 0-15,0 0 0 0,1 8 0 0,3 0 0 16,3 0 0-16,1-2 0 0,1 1 0 0,2-1 128 16,4 0-128-16,0-1 128 0,2 1-128 0,2 0 128 15,1-1-128-15,1 0 0 0,0 0 0 0,1 0 128 16,2-1-128-16,-2 2 0 0,-3 0 0 0,1 2 0 15,-2 0 0-15,-1 1 0 0,-1 1 0 0,-3 2 0 16,-3-2 0-16,-3 1 0 0,-2 1 0 0,-2-1 0 0,-3 1 240 16,-3 1-32-16,-2 0 0 0,-3 0 0 0,-1 2 224 15,-4-2 32-15,-1-2 16 0,-2 1 0 0,-4-4-128 0,1 1-32 16,-2 0 0-16,-1 2 0 16,1-5-160-16,-1 1-32 0,-2-6-128 0,2 1 192 0,-3 1-192 0,1 1 0 15,0-4 0-15,-5-3 0 16,6-1-656-16,5 1-80 0,3-7-16 0,6 1 0 15,4 0-1296-15,5-3-272 0,5-1-48 0,6 3-12176 16,7-3-2432-16</inkml:trace>
  <inkml:trace contextRef="#ctx0" brushRef="#br0" timeOffset="-212473.62">11879 11322 22111 0,'-6'4'1968'0,"-3"-4"-1584"16,-3 1-384-16,0 2 0 0,1-1 5408 0,-2 4 992 15,-3-1 208-15,-1 1 48 0,-3 4-4288 0,0 0-832 0,-3 2-192 0,1 1-16 16,0 0-240-16,1 2-64 0,2 1 0 0,2 0 0 16,1-2-560-16,4 0-112 0,2 1-32 0,3-2 0 15,1-1-320-15,5-2 0 0,1-1 0 0,2 2 0 16,-2-11-176-16,8 6-48 0,0 1-16 0,4-5 0 31,1 2-208-31,1-4-64 0,0 0 0 0,2 0 0 0,0-5-32 16,1 0-16-16,-2-1 0 0,1 0 0 0,-2-1 176 0,-1 0 16 0,0-3 16 0,-1 1 0 15,-2-1 224-15,0 2 128 0,-3-1-160 0,2 0 160 16,-2 1 0-16,-2-2 0 0,-1 2 0 0,-1 0 0 0,-2 1 0 16,-1 7 0-16,0 0 192 0,0 0-192 0,0 0 288 0,0 0-48 15,0 0-16-15,0 0 0 0,0 0-32 0,0 0 0 16,0 10 0-16,1 0 0 0,2 0-192 0,1 1 0 16,0 1 0-16,2-2 0 0,2 3 0 0,1-4-192 15,0 2 192-15,2-2-160 16,-1 1-1072-16,2-2-224 0,1-2-32 0,1 0-16 15,1-4-2528-15,0-2-512 0</inkml:trace>
  <inkml:trace contextRef="#ctx0" brushRef="#br0" timeOffset="-212237.88">12127 11115 21183 0,'0'0'1888'0,"0"0"-1504"16,0 0-384-16,-6 2 0 0,2 5 5568 0,-1-4 1056 15,1 2 208-15,-2 1 32 0,4 3-4560 0,-1 4-896 16,1 0-192-16,2 4-48 0,-2 3-400 0,1 2-96 0,0 2-16 0,1-1 0 16,1 1-480-16,0-1-176 15,1-1 0-15,0 0 144 0,1-1-144 0,-1 0 0 0,1-1 0 0,0-2 0 16,-1-1-240-16,1-2-80 0,-1 0 0 0,0-2-16 16,-1-1-1392-16,0-2-256 0,-1-2-64 0,0-8-16 15,-1 8-960-15,1-8-192 0,0 0-48 0,0 0-13056 16</inkml:trace>
  <inkml:trace contextRef="#ctx0" brushRef="#br0" timeOffset="-212086.58">12005 11416 8287 0,'-8'-14'736'0,"5"8"-592"0,-1 1-144 0,0 1 0 0,0 0 6672 0,4 4 1312 15,-3-2 256-15,3 2 48 0,0 0-4064 0,0 0-832 16,0 0-144-16,0 0-48 0,0 0-1664 0,0 0-352 16,0 0-64-16,10-3-16 0,2 2-784 0,-1 0-176 15,0 1-16-15,2 0-128 0,1-3 0 0,3 3 0 16,0 3 0-16,4-3 0 15,1 1-1408-15,0 1-256 0,3 0-32 0,1 2-16 16,0 0-2880-16,-1-1-576 0</inkml:trace>
  <inkml:trace contextRef="#ctx0" brushRef="#br0" timeOffset="-211971.33">12467 11476 4607 0,'-2'6'400'0,"-2"1"-400"16,0-1 0-16,1 2 0 0,1-1 9664 0,1 1 1856 15,-1-2 384-15,2-6 64 0,-1 7-8944 0,1-7-1776 16,0 0-352-16,0 0-80 0,0 0-432 0,5 5-96 15,-5-5-16-15,8 2 0 16,2-2-2640-16,3-2-544 0,0-2-96 0</inkml:trace>
  <inkml:trace contextRef="#ctx0" brushRef="#br0" timeOffset="-211550.13">12909 11095 43535 0,'0'0'1920'0,"0"0"416"0,0 0-1872 0,0 0-464 0,0 0 0 0,0 0 0 16,0 0 1984-16,0 0 320 0,0 0 48 0,-2 9 16 0,-1 2-896 0,2 2-160 16,1 2-32-16,-1 5-16 0,-1 2-704 0,1 3-144 15,-2 1-32-15,2 1 0 0,-2 2-192 0,2-2-64 16,0-2 0-16,1 0 0 0,1-2-128 0,2 1 0 16,-1-2 0-16,2-2 0 0,1-2 0 0,1-1 0 15,0 0 0-15,2-4 0 0,0-3 0 0,0-1 0 16,0 1 0-16,1-7 0 0,1 0-224 0,1-2-80 15,-1-2-16-15,0-2 0 0,1 0 0 0,-1-5 0 16,-1 0 0-16,0-3 0 0,1 1 64 0,0-4 16 16,0-1 0-16,1 1 0 0,-3-4 112 0,2-1 128 15,-1-3-208-15,3 3 80 0,-2 1 128 0,1 1-160 16,-2 2 160-16,0 3-160 0,-1 1 160 0,-2 3 0 16,-2 3 0-16,-4 5 0 0,0 0 176 0,0 0 64 15,0 0 16-15,0 0 0 0,8 5 64 0,-1 3 0 16,-2 1 16-16,-2 1 0 0,0 2-160 0,1 0-48 15,-1 0 0-15,1 1 0 0,-2-2-128 0,2 2 0 16,0 0 0-16,0-1 128 0,-1-1-128 0,1-1 0 16,0-1 0-16,1-1-176 15,-1-2-864-15,0 1-176 0,-4-7-48 0,0 0 0 16,0 0-1984-16,6 4-400 0,-6-4-64 0</inkml:trace>
  <inkml:trace contextRef="#ctx0" brushRef="#br0" timeOffset="-211386.74">13349 11121 23039 0,'0'0'1024'0,"-4"-1"192"0,-3-2-960 0,2 2-256 16,1 0 0-16,4 1 0 0,-4-3 5296 0,4 3 1008 0,0 0 208 0,0 0 32 15,0 0-4992-15,0 0-992 0,0 0-208 0,0 0-32 16,0 9-1152-16,3 0-208 0,0 1-48 0,3 1-16 16,3 1-1712-16,4 1-320 0,4 1-80 0,-3 3-13008 15</inkml:trace>
  <inkml:trace contextRef="#ctx0" brushRef="#br0" timeOffset="-210979.82">13642 11321 14735 0,'0'0'640'0,"0"0"160"0,0 0-640 0,0 0-160 0,0 0 0 0,0 0 0 0,0 0 5968 0,-8 2 1168 15,0-2 224-15,-1 3 64 0,-1-2-4368 0,-2 4-880 16,-1-2-160-16,0 4-32 0,-1-2-896 0,-2 1-160 16,0 1-32-16,1 2-16 0,-1-2-528 0,2-2-96 15,-1 1-32-15,4 1 0 0,-1-2-224 0,3 2 0 16,0-5 128-16,4 2-128 0,5-4 0 0,0 0-160 15,0 0 32-15,0 0 0 0,0 0-192 0,0 0-16 16,6 4-16-16,3-1 0 0,0-3 32 0,3-2 0 16,1-2 0-16,0 3 0 0,0-5 192 0,2-1 128 15,-1-1-160-15,0 2 160 0,-1-1 0 0,0 1 0 16,-1-1-128-16,0 4 128 0,-2 0 0 0,-1 1 0 0,-2 2 192 0,-1 3-192 16,-6-3 720-16,7 5 48 0,-3 2 0 0,1 2 0 15,-2 1 64-15,-2 5 32 0,-1-2 0 0,-1 3 0 16,1 4-240-16,-2 4-48 0,0-1-16 0,-1 3 0 15,2 4-272-15,-1-1-48 0,1 3-16 16,0 1 0-16,-2 0-64 0,3-1-16 0,-1-2 0 0,1-3 0 16,0 0-96-16,0-1-48 0,0-6 0 0,-1 3 0 0,-1-5 0 15,1 0 0-15,0-2 0 0,-1-2 0 0,1-1 0 16,0 0 0-16,0-5 0 0,-2 1 0 0,-1-2-256 0,4-7 0 16,0 0 0-16,0 0 0 15,0 0-512-15,-5 4-80 0,-2-2-32 0,2-2 0 16,0-5-720-16,0 0-160 0,-1-3-32 0,0-3-13376 15,-2-2-2672-15</inkml:trace>
  <inkml:trace contextRef="#ctx0" brushRef="#br0" timeOffset="-210829.28">13428 11735 21183 0,'-9'4'944'0,"9"-4"192"16,-2 3-912-16,2-3-224 0,0 0 0 0,0 0 0 0,0 0 6208 0,9 5 1184 16,-1-4 240-16,2 2 48 0,0 0-5120 0,2-3-1024 15,0 0-192-15,0 0-64 0,2 1-560 0,2-2-112 0,2 1-32 0,0-4 0 16,3 2-352-16,-2-2-80 0,1-1-16 0,2 0 0 15,2-1-352-15,2-1-80 0,-2 0-16 0,1 1-16080 32,1-1-3232-32</inkml:trace>
  <inkml:trace contextRef="#ctx0" brushRef="#br0" timeOffset="-210169.9">14343 11399 51023 0,'0'0'2256'0,"0"0"480"0,0 0-2192 0,0 0-544 0,0 0 0 0,0 0 0 0,0 0 704 0,4-5 16 16,2 0 16-16,1 1 0 0,5 0-352 0,4 0-64 15,1 3 0-15,4-3-16 0,2 1-32 0,3 0 0 16,3 2 0-16,1-2 0 0,-1 1-272 0,1 1 0 15,-1-1 0-15,3 1 0 0,0 1 0 0,2-3 0 16,0 1 0-16,0 0 0 16,0 1-480-16,0 0-208 0,-2 0-32 0,0-1-16 15,-2 0-1440-15,-2-1-304 0,0 0-48 0,-6 2-18560 16</inkml:trace>
  <inkml:trace contextRef="#ctx0" brushRef="#br0" timeOffset="-209867.84">15038 11250 22111 0,'-14'3'976'0,"8"-2"208"0,-4 1-944 0,0-1-240 16,1-1 0-16,1 0 0 0,0 1 6400 0,3-1 1216 16,5 0 256-16,0 0 64 0,0 0-5520 0,0 0-1104 15,0 0-224-15,0 0-32 0,0 0-544 0,6 8-96 16,1-1-32-16,2-1 0 0,2 1-384 0,2-1 0 16,1 1 0-16,2-1 0 0,2-2 0 0,0 0 0 15,-1 0-128-15,3-2 128 0,-2 1-256 0,0 1 32 0,-1-1 0 0,-1 0 0 16,-3 1 80-16,0 0 16 0,-1 0 0 0,-3-2 0 15,-9-2 128-15,0 0 0 0,0 0 0 16,0 0 0-16,0 0 272 0,-2 7-16 0,-2 2 0 0,-1-2 0 16,-1 0 64-16,-3-2 0 0,-2 0 0 0,-1 0 0 15,-1 3-128-15,0-1-32 0,-1-1 0 0,-2-1 0 16,-1 2-160-16,2-1 0 0,-4 1 0 0,3-1 0 16,-1 0-640-16,1-1-48 0,0 0-16 0,5-1 0 15,0 0-912-15,5-2-192 0,6-2-48 0,0 0-13136 16,0 0-2640-16</inkml:trace>
  <inkml:trace contextRef="#ctx0" brushRef="#br0" timeOffset="-209219.25">15806 11219 10127 0,'0'0'896'0,"0"0"-704"0,0 0-192 0,-6 1 0 16,-2 1 8048-16,8-2 1568 0,-9 1 320 0,2 4 64 15,1 3-6512-15,1 2-1312 0,-1 3-256 0,1 4-48 16,0 0-784-16,0 4-144 0,1 1-48 0,0 4 0 16,1-3-368-16,1 1-80 0,0 2 0 0,4-2-16 0,0 2-208 0,3-4-32 15,2-1-16-15,1-1 0 0,2-2-176 0,2-2 0 16,-2-3 0-16,2-3 0 0,1-1 0 0,2-2 0 15,-1-3-160-15,2-2 160 0,-1-2-256 0,2-2 64 16,-1-2 0-16,-1-3 0 0,0-2 16 0,0 0 16 16,-2-2 0-16,-1 0 0 0,-1-2 160 0,0-2-128 15,1-2 128-15,-2-1-128 0,-2-1 128 0,0-1 0 16,0-3 0-16,1-1 0 0,-1-1 0 0,-2 1 0 16,-2-3 0-16,0 4-128 0,1-3 128 0,-1 2 0 15,-2 4 128-15,0 4-128 0,1 0 160 0,-1 8-32 16,0-1-128-16,-2 9 192 0,0 0 64 0,0 0 16 15,0 0 0-15,0 0 0 0,0 0-112 0,1 9-32 16,0 2 0-16,1 5 0 0,-1 3 16 0,0 2 0 16,1-1 0-16,-1 0 0 0,0 3-96 0,2 0-48 15,1-3 0-15,0 0 0 0,0 0 0 0,-1 0 0 16,1-2 0-16,0 0 0 0,0-4 0 0,1 2 0 16,-1-2 0-16,2-2 0 0,-1-1 0 0,0-2-160 15,1-2 160-15,0 0-192 16,0-2-576-16,1 0-112 0,-7-5-16 0,6 2-16 15,1-2-1184-15,1-2-224 0,1 0-48 0,-4-3-19856 0</inkml:trace>
  <inkml:trace contextRef="#ctx0" brushRef="#br0" timeOffset="-208749.17">16398 11561 2751 0,'0'0'256'0,"0"0"-256"0,0 0 0 0,0 0 0 15,0 0 9680-15,0 0 1904 0,0-3 368 0,0 3 80 16,0 0-7856-16,0 0-1552 15,0 0-320-15,-4 7-64 0,2-1-960 0,-4 3-176 16,1 3-32-16,1 4-16 0,-1-3-640 0,0 4-128 16,2-2-32-16,1 3 0 0,-2 1-256 0,1-1 0 0,1-2 128 0,-1 1-48 15,2-2-80-15,-1-2 0 0,2-1 0 0,2-2 0 16,-1-2-512-16,-1-8-80 0,1 8-32 0,-1-8 0 16,0 0-1008-16,0 0-208 0,11 0-32 0,-1-3-16 15,3-2-1792 1,-1-4-352-16,2-3-80 0</inkml:trace>
  <inkml:trace contextRef="#ctx0" brushRef="#br0" timeOffset="-208535.21">16780 11241 32255 0,'0'0'2864'0,"0"0"-2288"16,0 0-576-16,0 0 0 0,0 0 4384 0,0 0 768 15,0 0 160-15,0 0 16 0,0 0-3552 0,0 0-720 16,0 0-144-16,0 0-16 0,9-1 16 0,-1-2 16 15,1 2 0-15,3 0 0 0,1-1-640 0,0 1-128 16,-1 0-32-16,1 0 0 0,0-2-128 0,2 2 0 16,0-1 0-16,0 1 0 0,0 0-288 0,0-1 64 15,0 0 16-15,-1 0 0 16,0-1-1600-16,0 0-320 0,-5 0-64 0,5 6-21168 0</inkml:trace>
  <inkml:trace contextRef="#ctx0" brushRef="#br0" timeOffset="-208365.12">16854 11330 7359 0,'-15'9'656'0,"8"-5"-528"0,1-1-128 16,6-3 0-16,-7 3 8672 0,7-3 1696 16,-5 3 352-16,5-3 64 0,0 0-7552 0,0 0-1504 0,0 0-320 0,0 0-48 15,0 0-320-15,0 0-64 0,0 0-16 0,8 4 0 16,2 0-752-16,2 0-208 0,0-2 0 0,3 1 0 31,2-3-512-31,2 0-176 0,1-4-32 0,0 1-16 0,2 1-1440 0,2-1-272 0,2-2-64 0,0 2-18048 16</inkml:trace>
  <inkml:trace contextRef="#ctx0" brushRef="#br0" timeOffset="-207945.88">17322 11132 24879 0,'0'0'2208'0,"0"0"-1760"0,0 0-448 0,0 0 0 0,-5 5 4672 0,1 1 864 15,-1 2 160-15,0 1 48 0,-2 1-2848 0,2 3-560 16,0 4-112-16,0 2-32 0,1 2-944 0,0 1-192 15,-1 0-32-15,1 2-16 0,3 0-496 0,2-3-112 16,3 2-16-16,0-3 0 0,1 1-384 0,1-1 0 16,4-2 0-16,-1-1 0 0,1-1 0 0,3-3 0 15,-2-3-192-15,0 1 192 0,2-5-256 0,3-2 80 16,-2-1 16-16,-1-3 0 0,-1-2-64 0,0-3-16 16,1 0 0-16,-1-2 0 0,1-2 80 0,-3 0 16 15,-1-3 0-15,2-1 0 0,-2-1 144 0,-1 0 0 16,-1-2 0-16,2-1 0 0,2-3 0 0,-3-2 0 0,0-1 0 0,1-3 0 15,0-4 0-15,0 1 0 16,1-1 0-16,-1 1 0 0,-1 2 0 0,0 5 0 0,-1 5 0 16,0 0 0-16,-3 3 0 0,0 3 0 0,-1 3 192 15,-3 8-64-15,0 0 160 0,0 0 32 0,0 0 16 0,0 0 0 16,0 0-96-16,1 8-32 16,1 4 0-16,-1 2 0 0,1 6-64 0,2 1-16 0,-2 2 0 0,0 2 0 15,-3 0-128-15,1-1 0 0,1 0 0 0,2-1 0 16,-2 0 0-16,0-3 0 0,1 0 0 0,0-3 0 0,4 3 0 15,0-5 0-15,2 1 0 0,0-1 0 16,1-2-768-16,1 1-192 0,3-1-48 0,3-6 0 16,2 0-2720-16,-6-5-560 0</inkml:trace>
  <inkml:trace contextRef="#ctx0" brushRef="#br0" timeOffset="-207583.48">18032 11442 30399 0,'0'0'2704'0,"0"0"-2160"16,0 0-544-16,0 0 0 0,0 0 4816 0,0 0 864 15,-3-7 160-15,2 1 48 0,-2-1-3600 0,3 7-720 16,-1-6-144-16,-2-1-16 0,3 7-704 0,-2-6-144 16,-1-1-32-16,3 7 0 0,-5-6-368 0,5 6-160 15,-8-7 128-15,0 3-128 0,8 4 0 0,0 0 0 16,-9-2 0-16,0 1 0 0,9 1 0 0,0 0 0 16,-8 0 0-16,-1 0 0 0,9 0 0 0,-9 1 0 15,0 3 0-15,9-4 0 0,-7 6 0 0,1 2 0 16,1-1 0-16,-1 0 0 0,1 3 0 0,2 0 0 15,3 3 0-15,-1-3 0 0,0 3 128 0,2 1-128 16,-1 0 128-16,1 1-16 0,2 2-112 0,1 0 0 0,0 2 0 16,2-1 0-16,0-1 0 0,-1 1 0 0,-3 2 0 0,4-2 0 15,-4 1 0-15,2 1 0 0,-3 0 0 0,2-2 0 16,-2-3 0-16,2 1 0 0,-2-2 0 0,-1-1 0 16,0 1 0-16,-1-3 0 0,-3-2 0 0,1-1 0 15,1 0 0-15,-2-1 0 0,4-7 0 0,-5 5 0 16,5-5-288-16,-5 2-48 0,-3-2-16 0,1 0 0 15,2-1-928-15,-2-3-176 0,0 0-32 0,0-1-16 16,-1-3-2912-16,2-1-576 0,1-3-112 0</inkml:trace>
  <inkml:trace contextRef="#ctx0" brushRef="#br0" timeOffset="-207434.83">17836 11720 32879 0,'0'0'1456'0,"0"0"304"0,0 0-1408 0,0 0-352 0,0 0 0 0,0 0 0 0,0 0 3808 0,0 0 688 16,0 0 144-16,0 0 32 0,0 0-2496 0,0 0-480 15,-4 4-96-15,4-4-32 0,0 0-816 0,0 0-176 16,0 0-16-16,0 0-16 0,8 2-368 0,1 1-176 15,3-1 160-15,1-2-160 0,1 0 0 0,1 0 0 16,3 0 0-16,-1-1 0 16,1-1-768-16,-1-1-80 0,0-2-32 0,1 2 0 15,2-3-1872-15,-1-1-368 0,0-1-80 0</inkml:trace>
  <inkml:trace contextRef="#ctx0" brushRef="#br0" timeOffset="-207174.16">18317 11289 14735 0,'0'0'1312'0,"0"0"-1056"15,0 0-256-15,0 0 0 0,0 0 8432 0,7 0 1616 0,-1-2 336 0,1 1 64 16,-1-1-7472-16,1 1-1504 0,-7 1-288 0,9 0-64 16,1 0-432-16,1-3-96 0,1 1-16 0,1 0 0 15,1 2-400-15,-1 0-176 0,0 0 128 0,1 0-128 16,1 2 0-16,0-1 0 0,0 0 128 0,0 2-128 15,0-3 0-15,-1 1 0 0,0 1 0 0,1-1 0 16,-4 1-352-16,1-2-48 0,0 2-16 0,-2-2 0 16,1 0-1056-16,-2 0-224 0,-4 0-32 0,2 0-14176 15,2-2-2832-15</inkml:trace>
  <inkml:trace contextRef="#ctx0" brushRef="#br0" timeOffset="-206961.4">18321 11390 9215 0,'-14'2'816'0,"14"-2"-656"0,0 0-160 0,0 0 0 0,0 0 8368 0,0 0 1632 16,0 0 336-16,0 0 64 0,8 7-6720 0,-1-6-1344 15,3 2-272-15,-1 1-48 0,-1-2-800 0,1 1-144 0,4-2-48 0,1 1 0 16,2-2-608-16,1 1-128 16,2-1-32-16,-4 1 0 0,1-1-256 0,3 0 0 15,-2 2 128-15,1-2-128 0,0 0 0 0,2 0 0 16,-1-2 0-16,-2 4 0 0,1-2 0 0,-1 1-144 0,0 0 16 0,0-1 0 31,3 0-1440-31,-2 3-288 0,2-2-48 0,-5 0-22032 0</inkml:trace>
  <inkml:trace contextRef="#ctx0" brushRef="#br0" timeOffset="-201217.99">19518 11177 28559 0,'0'0'2544'0,"-3"-9"-2032"0,-1-1-512 16,2-2 0-16,-1 0 2944 0,1-1 480 15,-1-1 96-15,-1 1 32 0,0-4-2720 0,-1 3-560 0,-2 2-96 0,0-2-32 16,-1 1 640-16,-1 1 128 0,-2 1 32 0,-2 4 0 16,0 1-304-16,0 2-48 0,-3 0-16 0,1 2 0 15,-2 3-48-15,-4 3-16 0,1 1 0 0,1 3 0 16,-1 1-128-16,0 3-16 0,1 0-16 0,2 3 0 15,2 0-144-15,0 0-16 0,4 2-16 0,1 0 0 16,3 0-176-16,0 0 192 0,3-1-192 0,3-1 192 16,2 0-192-16,2-2 0 0,1-3 0 0,2-1 0 0,2 1 0 15,1-4 0-15,0-2 0 0,4-3 0 0,0-1-192 0,3-1 48 16,1-3 0-16,0-2 0 0,0-2-16 0,1-1 0 16,0-1 0-16,1-1 0 0,2-1 16 0,-3-1 0 15,-1-1 0-15,0 2 0 0,0 1 144 0,-3 2-128 16,-1-1 128-16,-1 1-128 0,-1 2 128 0,-1 2 0 15,-3 2 0-15,-7 3 0 0,0 0 336 0,0 0 48 16,6 7 16-16,-2 1 0 0,-3 5 208 0,-1 5 32 16,-1 4 16-16,-2 4 0 0,-2 4-128 0,-1 5-16 15,3-2-16-15,-4 1 0 0,1 1-192 0,-1 0-48 16,0-1 0-16,1 0 0 0,1 0-256 0,0-4 128 16,-1 1-128-16,2-2 0 0,1-3 0 0,1-1 0 15,-2 0 0-15,2-6 0 16,-1-1-432-16,2 1-32 0,-2-2-16 0,3-7 0 15,0-2-1264-15,1-2-256 0,-1-6-48 0,6 6-16 16,0-6-2800-16,-6 0-576 0</inkml:trace>
  <inkml:trace contextRef="#ctx0" brushRef="#br0" timeOffset="-200825.61">19865 11091 8287 0,'0'0'736'0,"0"0"-592"0,-5 4-144 0,5-4 0 15,-3 9 8256-15,0 0 1600 0,-1 3 336 0,0 4 64 16,-1 3-7184-16,-1 2-1456 0,-2 5-272 0,1 4-64 16,1 2 64-16,-1-1 0 0,0 1 16 0,0 0 0 15,3 3-752-15,2-2-160 0,0-1-16 0,2 1-16 16,3-2-240-16,2-1-48 0,3-4-128 0,1-1 192 16,0-2-192-16,4-2 0 0,0-3 0 0,2-1 0 0,0-4-176 15,1-2-16-15,1-3-16 0,1-3 0 0,-1-4-96 0,0 1-16 16,0-5 0-16,0-2 0 0,0-2 16 0,-2-2 0 15,-2 0 0-15,0-3 0 0,1-1 160 16,-1-1 144-16,1-3-208 0,-2-3 80 0,-3-1 128 0,-1-1 0 16,-2 0 0-16,-1 1-128 0,-1 3 128 0,-1 0 0 15,-3 3 0-15,-1 5 128 0,-3 0 128 0,-2 4 16 16,-1 4 16-16,-3 2 0 0,0 2 144 0,-2 5 16 16,-1 3 16-16,-1 5 0 0,0 3-272 0,-1 0-64 15,2 0-128-15,1 2 192 0,2-2-192 0,2 0 0 16,2 1 0-16,2-2 0 15,1 0-544-15,3-4-160 0,3 0-16 0,1-3-16 16,2-2-1056-16,2-2-224 0,2-2-32 0,3-4-16 16,2-2-2224-16,0 0-448 0</inkml:trace>
  <inkml:trace contextRef="#ctx0" brushRef="#br0" timeOffset="-200466.92">20453 11198 25791 0,'0'0'2304'0,"0"0"-1856"0,0 0-448 0,-2-5 0 15,2 5 4928-15,0 0 896 0,-5-5 192 0,5 5 16 16,-5-3-3728-16,5 3-736 0,-5-2-160 0,0 3-16 16,5-1-432-16,-8 6-64 0,0 2-32 0,0 4 0 15,0 2-496-15,2 2-112 0,-1-2 0 0,2 2-16 16,0 0-48-16,2-1-16 0,2 0 0 0,1-2 0 0,2 0-176 0,2-2 0 16,3 1 0-16,1-1 128 0,1-4-128 0,1 0 0 15,2-2 0-15,1-1 0 0,0-1-240 0,1-2 80 16,1-1 16-16,-1-1 0 0,0-1 0 0,0 1 0 15,-3-3 0-15,1 0 0 0,-2-2 16 0,1-1 0 16,-2 1 0-16,-1-1 0 0,-3 1 128 0,0-2 0 16,0-1 0-16,-2 1 0 0,-2 0 0 15,-1 1 0-15,-2-3 0 0,0 1 128 0,-1 0-128 0,-3 1 176 16,1-2-176-16,-1 3 192 0,-2-1 80 0,0 0 32 16,-1 1 0-16,-2 0 0 0,1 2-528 0,-2 1-96 15,-2 0-32-15,1 1 0 16,0 2-352-16,-2 1-80 0,0 0-16 0,0 1 0 15,0 5-1248-15,0 0-240 0,1 2-48 0,2 0-11968 16,2 2-2400-16</inkml:trace>
  <inkml:trace contextRef="#ctx0" brushRef="#br0" timeOffset="-200114.8">20605 11442 14735 0,'0'0'1312'0,"0"0"-1056"0,0 0-256 0,-1-5 0 15,-3 0 5696-15,0-1 1072 0,4 6 208 0,-5-2 64 16,-3-2-3824-16,0 4-752 0,-1 1-160 0,-3 3-16 16,-1 3-592-16,-2 3-112 0,-2-1-32 0,-1 4 0 0,-2 3-656 0,0 2-144 15,0 2-32-15,0 0 0 16,0 0-208-16,3 0-64 0,2-2 0 0,2-1 0 16,2 1-272-16,5-4-176 0,2 2 192 0,1-3-192 0,5 0 0 0,2-2 0 15,2-1 0-15,3-1 0 0,2-1-352 0,0-2 32 16,2 0 0-16,2-4 0 0,0 0 320 0,1-2 0 15,0-3 128-15,-1 0-128 16,2-2-640-16,-1 0-224 0,-2-2-32 0,-1 0-16 16,-1-4 352-16,-2 1 80 0,2 1 16 0,-1-4 0 15,-2-2 80-15,-3 1 32 0,1 0 0 0,-2-1 0 0,-1 0 112 0,-1 0 32 16,-2 1 0-16,0 1 0 0,-2 0-48 0,-2 2-16 16,-1 4 0-16,-1-4 0 15,0 3-160-15,0 2-16 0,-1 1-16 0,0 1 0 16,-1 2-1232-16,7 2-240 0,0 0-48 0,-9-1-17216 0</inkml:trace>
  <inkml:trace contextRef="#ctx0" brushRef="#br0" timeOffset="-199912.86">21029 11580 12895 0,'0'0'1152'0,"0"0"-928"0,-7 4-224 0,7-4 0 16,0 0 8000-16,-2 7 1536 0,2-7 320 0,-4 10 64 0,-1-6-7696 0,1 1-1552 16,4-5-304-16,-4 5-64 15,4-5-304-15,-3 7-256 0,3-7 64 0,0 9 0 16,0-9-2624-16,3 7-528 0,2-4-112 0</inkml:trace>
  <inkml:trace contextRef="#ctx0" brushRef="#br0" timeOffset="-199469.05">21534 11319 23951 0,'0'0'2128'0,"0"0"-1696"0,0 0-432 0,0 0 0 16,0 0 4880-16,0 0 896 15,0 0 176-15,-4-3 48 0,-2-3-3552 0,0 4-704 16,-1-1-144-16,0 3-16 0,-1 0-464 0,-1 3-96 15,-2 1 0-15,1 0-16 0,-2-1-768 0,0 4-240 16,1-1 128-16,-1 2-128 0,-1-1 528 0,2-1 48 16,0 3 16-16,1-2 0 0,3 1-592 0,-1 0-320 15,0-3 48-15,3 1 0 0,1 4 272 0,1-4 0 16,2 1 0-16,1 2 0 0,0-2 0 0,3 1 0 0,0-1 0 0,3-1 0 16,1 1 0-16,1-1 0 0,0 4 0 0,3-4 0 15,0 3 0-15,2-1 0 16,0-2 0-16,2 2 0 0,0-1 0 0,2 1 0 0,-1-2 0 0,1 1 0 15,0 1 128-15,0-2-128 0,0 1 176 0,-2 0-176 16,-2 1 176-16,-1 1-176 0,0 0 160 16,-3 1-160-16,-9-10 144 0,7 10-144 0,-2 0 128 15,-1 0-128-15,-3-1 176 0,-1 2-48 0,-3 0-128 0,-2 1 192 16,0-5 48-16,-3 3 0 0,-2-1 0 0,-2-2 0 16,-1 3-240-16,0-4 0 0,-4-1 0 0,1-1 0 0,1-2 0 15,-2-1 0-15,-4 0 0 0,3-2 0 16,-1-2-624-16,2-1-208 15,0-3-64-15,-1-1 0 0,1-1-1984 0,3-3-416 0,1 1-80 0</inkml:trace>
  <inkml:trace contextRef="#ctx0" brushRef="#br0" timeOffset="-198982.47">21453 11352 44639 0,'0'0'1984'0,"0"0"384"0,10-3-1888 0,2 1-480 15,-2-1 0-15,5 1 0 0,3-1 800 0,0 0 64 16,-1 1 16-16,0 0 0 0,0 0 320 0,1 1 64 15,2-1 16-15,2 4 0 0,0-4-624 0,4 2-112 16,-1 0-32-16,1 0 0 0,0 2-256 0,0-2-48 16,-1-2-16-16,0 4 0 0,-2-2-192 0,-1 0 0 15,-3 0 128-15,-2 0-128 0,-2 1 0 0,0 1 128 16,-15-2-128-16,0 0 0 0,9 3 208 0,-9-3-48 16,7 5-16-16,-1 1 0 0,-6-6 176 0,0 0 48 15,-6 6 0-15,0 1 0 0,-2-1-128 0,-2 1-32 16,-2-2 0-16,-1 1 0 0,0 0-208 0,-1 0 144 0,-2 1-144 0,0-1 128 15,1 1-128-15,0-1 0 0,4 2 0 0,-1 0 0 16,1-2 0-16,2 1 0 0,1-1 0 0,2 2 0 16,1 0 0-16,3 0 0 0,1-2-144 0,1 2 144 15,3-1 0-15,2 0 0 0,1 1-128 0,2 0 128 0,1 0 0 16,2 0 0-16,3 0 0 0,0-1 0 16,2 0 0-16,1-1 0 0,1 1 0 0,2-2 0 0,2 2 0 0,2 1 0 15,-2-2 0-15,1 2 0 0,1-2 0 0,-2 2 0 16,1 0 0-16,-2 1 0 0,-3-1 0 0,-1 1 0 15,0 2 0-15,-2-4 0 0,-4 5 0 0,-2-3 0 16,-1 2 0-16,-1-1 0 0,-3-1 160 0,-3 0-160 16,-1 0 160-16,-3 2-160 0,-2 1 224 0,-3-3-48 15,-2 0-16-15,-2-1 0 0,-1 2-160 0,0-5 128 16,-4 2-128-16,0-2 128 0,-2-1-80 0,0-1-48 16,-1-3 0-16,-3 0 0 0,1 0 0 0,0-3-128 15,-1 2 128-15,-1-3-160 16,2-1-880-16,1-1-176 0,0 1-48 0,2-4 0 15,0 1-1968-15,4-1-400 0,0-1-80 0</inkml:trace>
  <inkml:trace contextRef="#ctx0" brushRef="#br0" timeOffset="-198781.62">21852 11353 14735 0,'0'0'1312'0,"0"0"-1056"0,0 0-256 0,9 3 0 16,1-3 7360-16,6 1 1424 15,5 1 288-15,0-1 48 0,-3 1-6320 0,1 0-1264 0,1 0-256 0,1 1-64 16,1 0-48-16,0-2-16 0,2 2 0 0,0-2 0 16,1 0-768-16,1 0-144 0,2-1-48 0,0 0 0 31,2 0-560-31,-4 0-112 0,3-1-32 0,4-1-24240 0</inkml:trace>
  <inkml:trace contextRef="#ctx0" brushRef="#br0" timeOffset="-198278.65">22846 10994 48143 0,'0'0'2128'0,"0"0"448"0,0 0-2064 0,0 0-512 0,-4-3 0 0,4 3 0 0,0 0 320 0,0 0-32 15,0 0-16-15,-1 6 0 0,0 5 752 0,1 3 128 16,-1 1 48-16,-1 2 0 0,1 1-656 0,0 4-128 15,-1-1-32-15,2 1 0 0,0 1-128 0,0 1-48 16,2-2 0-16,0-1 0 0,1-2-208 0,1-2 0 16,0-2 128-16,1-2-128 15,1-3-848-15,2-1-224 0,1-2-32 0,2-3-16 16,-1-2-1584-16,2 1-320 0,2-6-64 0,1-1-10352 16,-1-1-2080-16</inkml:trace>
  <inkml:trace contextRef="#ctx0" brushRef="#br0" timeOffset="-198047.42">23153 11089 16575 0,'0'0'736'0,"-7"1"160"0,-2-1-720 0,0 1-176 16,0 2 0-16,-2-3 0 0,0 1 6656 0,-4 2 1280 15,0 2 272-15,0 3 48 0,-2 1-5312 0,0 1-1088 16,2 0-192-16,0 1-64 0,1 1-560 0,2 0-112 16,1-1-32-16,2 0 0 0,1-1-448 0,2 1-80 15,3-2-32-15,0 0 0 0,3 1-336 0,3-2 0 16,-1-1 0-16,2 1 128 0,1-1-128 0,3 0-208 0,1-1 48 0,2 1 16 15,0-4 16-15,1 1 0 0,1-2 0 0,2 1 0 16,0-2-96-16,2-1-16 0,0-1 0 0,3-1 0 31,2 0-896-31,-1-3-176 0,1-3-32 0,0 0-16 0,1-1-2400 16,0 1-464-16</inkml:trace>
  <inkml:trace contextRef="#ctx0" brushRef="#br0" timeOffset="-197666.73">23430 10995 16575 0,'0'0'1472'0,"-7"-1"-1168"0,-1-3-304 0,0 2 0 0,-1 2 5760 0,0-1 1088 16,0 0 208-16,1 1 48 0,0 0-4672 0,0 0-960 15,0 1-176-15,8-1-32 0,-6 3-64 0,-1-1-16 16,1 1 0-16,-1 1 0 0,7-4-672 0,-5 5-144 16,0-1-32-16,5-4 0 0,-4 6-16 0,4-6-16 15,0 0 0-15,-3 8 0 0,2 0-304 0,1-8 0 0,0 0 0 0,3 8 0 16,-3-8 0-16,5 8 0 15,1 0-128-15,0-2 128 0,-6-6-192 0,10 8 48 16,2-2 16-16,-1 1 0 0,0-1 128 0,1 1-192 16,-1-1 192-16,2 1-192 0,0-1 192 0,0 2 0 15,0 1 0-15,-1-2 0 0,0 2 0 0,-2 0 0 16,-1 0 0-16,1 2 0 0,-3-1 0 0,0 1 144 16,-2-1-144-16,-1 0 160 0,-1 2-32 0,-2 1 0 15,-2-1 0-15,-1-2 0 0,0 3 64 0,-3-2 0 16,-3 1 0-16,-1-1 0 0,-2 0 64 0,-1 0 32 0,-1-1 0 15,0-3 0-15,0 1 0 0,-2-1 0 0,-2-2 0 0,1 2 0 16,0-5-144-16,1-1-16 0,-2-1-128 0,3-1 192 16,-1 1-336-16,1-1-80 0,1-3-16 15,2 1 0 1,1-1-1568-16,1 0-320 0,4-1-64 0,-3 1-20176 0</inkml:trace>
  <inkml:trace contextRef="#ctx0" brushRef="#br0" timeOffset="-197345.54">23850 11113 26719 0,'0'0'2368'0,"0"0"-1888"16,0 0-480-16,0 0 0 0,0 0 4832 0,-1 7 864 15,-3 1 192-15,1 1 16 0,-1 3-3616 0,1 1-736 16,-3 1-144-16,1 2-16 0,0 3-432 0,0 3-64 16,-2 1-32-16,-1 0 0 0,-1 2-480 0,-1 0-80 15,-3-1-32-15,-2 2 0 0,0 1-64 0,-1-4-16 16,-2 0 0-16,0 1 0 0,1-1-192 0,-3 1 144 16,-1-3-144-16,2 0 128 0,2-3-128 0,-1 1 0 15,1-2 0-15,1-1 0 16,3 0-560-16,0-3-80 0,1-2-32 0,3-1 0 15,1-3-1296-15,3 0-256 0,2-1-48 0,3-6-12800 16,0 0-2560-16</inkml:trace>
  <inkml:trace contextRef="#ctx0" brushRef="#br0" timeOffset="-197094.46">23893 11407 39791 0,'0'0'1760'0,"0"0"368"0,0 0-1696 0,0 0-432 0,0 0 0 0,0 0 0 0,0 0 1456 15,0 0 208-15,5 9 32 0,-2 0 16 0,0 3 128 0,-3 0 16 16,-2 1 16-16,1 4 0 0,-2-2-960 0,-2 2-192 16,-1 1-32-16,-1 2-16 0,1-2-240 0,-1 0-48 15,1-1-16-15,-1 0 0 0,1 2-240 0,0-5-128 16,0 2 128-16,1-2-128 0,1-1 0 0,1 0-192 16,-1-1 32-16,3-2 0 15,0-2-864-15,2-2-160 0,-1-6-32 0,4 7-16 16,-4-7-912-16,8 3-176 0,2-2-48 0,2-1-11520 15,3-1-2304-15</inkml:trace>
  <inkml:trace contextRef="#ctx0" brushRef="#br0" timeOffset="-196252.68">24211 11568 33231 0,'0'0'1472'0,"0"0"304"0,0-6-1424 0,-1-2-352 16,0-1 0-16,-1 2 0 0,0 1 1952 0,-1-1 320 15,-1 1 64-15,0-1 16 0,-3 2-672 0,0 0-128 0,-1 1-16 0,0 1-16 16,-1 2-512-16,0-1-112 0,-3 2 0 0,-1 0-16 15,-1 1-272-15,1 3-48 0,-3 0-16 0,-1 1 0 16,-1 0-64-16,1 6-16 0,-2-4 0 0,0 4 0 16,-1 1-144-16,0 1-48 0,0-2 0 0,2 2 0 15,3 0-112-15,0 2-32 0,2-1 0 0,3 0 0 16,2-1-128-16,3 3 160 0,-1-3-160 0,4 0 160 16,2 1-160-16,2 0 0 0,1-3 0 0,4 0 0 0,-1-1-192 15,5-2 16-15,2 0 16 0,2 0 0 0,2-2-128 16,3 1-32-16,3-5 0 0,1 2 0 15,2-4-64-15,0 0-32 0,0 0 0 0,1-5 0 16,2 1 144-16,-2 0 16 0,2-5 16 0,1 1 0 0,-4-1 240 0,0 0 0 16,-1-2-160-16,0 0 160 0,-1-2-144 15,-1 0 144-15,0 0-192 0,-1 0 192 0,-1 0-192 0,-3 1 64 16,-1 0 128-16,-4-1-208 0,0 1 208 0,-2 3 0 16,-2 0 0-16,-4 0 0 0,0 1 0 0,-1 2 160 15,-2-1-160-15,-2 7 192 0,-3-6 64 0,-1 0 0 16,-1 2 16-16,-2 2 0 0,-2 1 80 0,0-2 16 15,0 3 0-15,-1 3 0 0,-4-2-176 0,1 4-48 16,0-2 0-16,0 3 0 0,-2 1-16 0,0 2 0 0,2 3 0 0,-1-3 0 16,0 0 0-16,-1 0 0 15,2 3 0-15,2-1 0 0,0 1-128 0,5-1 0 0,0 2 0 0,4-6 128 16,-1 3-128-16,3-1 0 16,0-2-160-16,3 3 160 0,-1-5-320 0,4 1 48 15,0 0 0-15,1 0 0 0,-7-6-80 0,11 3-16 16,1 1 0-16,0-4 0 0,1-3-16 0,0 0 0 0,0-1 0 15,1 1 0-15,2-3 0 0,0 0 0 0,-1 1 0 16,2-6 0 0,0 1-16-16,0-1-16 0,-1 0 0 0,-2-1 0 0,-2 1 96 0,-2 1 32 0,-1 0 0 0,-2-2 0 15,-1 3 288-15,-2 1 0 0,-4 8 0 16,0 0 0-16,0 0 672 0,0-7 32 0,0 7 16 0,0 0 0 16,-2-5 112-16,-2 3 0 0,4 2 16 0,0 0 0 15,0 0-336-15,0 0-80 0,0 0-16 0,0 0 0 16,-5 1-208-16,1 4-32 0,0 2-16 0,1-1 0 15,2 2-32-15,0 1 0 0,-1-1 0 0,4 4 0 0,-1-1-128 0,0 2 192 16,2 2-192-16,1 0 192 0,1 4-64 16,1-1-128-16,2 1 192 0,0 2-64 0,-3-2-128 15,2 1 192-15,1 1-192 0,-3-1 192 0,1 1-192 0,0-4 0 16,0 2 0-16,-2 1 128 0,-3-1-128 0,1 1 0 16,-1-3 0-16,-1 1 128 0,-1 0-128 0,-1-1 0 15,1 0 144-15,-3-1-144 0,-1-2 128 0,1-1-128 16,-3-2 160-16,0 2-160 0,-1 0 256 0,-3-3-64 15,0 1 0-15,-2-2 0 0,0-1 32 0,-3 1 0 16,-2-3 0-16,-5 3 0 0,1-1-96 0,4-3 0 16,0-1-128-16,0-1 192 0,-1-2-128 0,0 2-64 15,0-3 0-15,1 0 0 0,0-3 0 0,-5 1 0 16,0-4 0-16,4 4 0 16,1-5-512-16,1 2 0 0,-2-2 0 0,5 2 0 15,1-1-928-15,4-3-176 0,0 1-48 0,2-3-22016 16</inkml:trace>
  <inkml:trace contextRef="#ctx0" brushRef="#br0" timeOffset="-137859.71">8266 12854 45327 0,'0'0'2000'0,"0"0"432"0,0 0-1952 0,0 0-480 16,0 0 0-16,0 0 0 0,0 0 1408 0,0 0 192 16,0 0 48-16,0 0 0 0,-2 9-304 0,2 0-64 15,2 3-16-15,-2-2 0 0,0 1-688 0,0 1-144 0,0-1-32 0,0 1 0 16,0 1-176-16,0 0-32 15,0 1-16-15,1 1 0 0,0-2-176 0,0 0 0 16,1 0 0-16,-1-1 128 0,0-1-128 0,1 0 128 16,-1 0-128-16,2-3 128 0,-2 0-128 0,-1-8 0 15,1 7-192-15,-1-7 192 16,0 0-800-16,4 6-32 0,-4-6-16 0,0 0 0 16,0 0-1392-16,8 3-288 0,0-3-48 0,4-4-19200 0</inkml:trace>
  <inkml:trace contextRef="#ctx0" brushRef="#br0" timeOffset="-137091.91">8082 12804 11967 0,'0'0'528'0,"-4"-5"112"0,0 0-512 0,1 0-128 0,3 5 0 0,-5-7 0 15,0 2 7840-15,-2 0 1536 0,0 1 304 0,-1 0 64 16,0 0-6336-16,-1 1-1264 0,-2 2-256 0,0 0-48 16,-1 0-1072-16,-2 1-192 0,-2 0-64 0,0 2 0 15,1 1-64-15,-1 1 0 0,-1 1-16 0,-1-1 0 16,-3 2-432-16,1 2 0 0,1 0 0 0,1 2 0 15,-1 1 192-15,2-1-64 0,3 1 0 0,1-2 0 0,0 0-128 0,2 0 0 16,2-1-160-16,4 0 160 0,1 0 0 0,3-1 0 16,1 2 0-16,3-2 0 0,2 1 0 0,1 1 0 15,6-3 0-15,2 1 0 0,3 1 128 0,2 0-128 16,3-1 0-16,1 1 0 0,2 0 0 0,1 0 0 16,0-2 0-16,0 2 0 0,0 0 0 0,-1 0 0 15,-2 0 0-15,-2 0 0 0,-2-1 0 0,-2 2 0 16,-3 1 0-16,-1 0 0 0,-4-2 0 0,-1 1 0 15,-3 0 0-15,-2 0 0 0,-1 0 0 0,-3 1 0 16,-3 0 160-16,-1-1-160 0,-3-1 240 0,-1 1-48 16,-2 0 0-16,-2-1 0 0,-1-2-64 0,-3 1 0 0,-4 1-128 15,0-2 192-15,-1 1-192 0,-1-2 128 16,-2-1-128-16,-1 0 128 0,0 0-128 0,0-2 0 16,0 0 0-16,1-2 0 0,0 0-256 0,4 1 64 0,0-2 16 15,2-2 0 1,2 0-608-16,3 0-128 0,2-1-32 0,3 1 0 15,2-1-688-15,7 4-144 0,-2-8-16 0,3-1-16 16,3-3-2320-16,5-1-464 0,4 0-80 0</inkml:trace>
  <inkml:trace contextRef="#ctx0" brushRef="#br0" timeOffset="-136692.18">8189 12834 23039 0,'0'0'1024'0,"0"0"192"0,0 0-960 0,0 0-256 16,0 0 0-16,0 0 0 0,0 0 5504 0,0 0 1072 0,0 0 208 0,-2 8 32 16,-2-1-4064-16,4 1-800 0,2 1-160 0,-1 0-48 15,2 1-928-15,-1 2-192 0,2 0-48 0,0 1 0 16,1 1-224-16,1 2-48 0,-1 2-16 0,0-2 0 16,0 2-160-16,0 0-128 0,1 3 192 0,-1-3-192 15,-1 2 0-15,0-1 0 0,-2 0 0 0,0-1 0 16,-1-1 0-16,0-2 0 0,0 0 0 15,1-2 0-15,-2-1-704 16,0-2-80-16,0-2-32 0,0-2 0 16,0-6-1040-16,0 0-224 0,0 0-32 0,0 0-12688 0,0 0-2544 0</inkml:trace>
  <inkml:trace contextRef="#ctx0" brushRef="#br0" timeOffset="-136210.24">8146 13033 41007 0,'0'0'1808'0,"0"0"384"0,0 0-1744 0,0 0-448 0,9 3 0 0,0 1 0 0,1-1 1088 0,2 0 128 16,2 0 16-16,2-1 16 0,0 0 272 0,3 1 48 15,5-6 16-15,-1 3 0 0,2 0-816 0,1-1-176 16,0-2-16-16,0 1-16 0,3-1-160 0,0-1-16 16,-1-1-16-16,0-1 0 0,-2-1-208 0,0-1-32 15,-2 0-128-15,-1 1 192 0,-5-1-192 0,-1 1 0 16,-1 1 0-16,-3 1 0 0,-4-1 0 0,-3 2 128 15,-6 4-128-15,0 0 0 0,0 0 128 0,0 0-128 16,0 0 176-16,-8 7-176 0,-3-1 320 0,-4 4-64 16,-2 3 0-16,-1 1 0 0,-3 0-96 0,2 2-32 15,0 0 0-15,2-1 0 0,3 0-128 0,2-1 0 16,3 0 0-16,1-2 128 0,2-2-128 0,3 0 0 16,3 0 0-16,2-3-176 0,0-1 32 0,5 1 0 15,2-5 0-15,1 2 0 16,3-4-368-16,0-1-80 0,2-2-16 0,2-2 0 15,0-2 48-15,0 0 16 0,0-1 0 0,-2-1 0 0,0 0 128 0,-1-4 32 0,0-1 0 16,-1 1 0-16,-1 0 192 0,0 0 32 0,-2 0 16 0,2 3 0 16,-2 1 144-16,-2 1 0 0,-4 3 0 0,-4 5 0 15,0 0 192-15,0 0 80 0,0 0 16 0,0 0 0 16,9 5 288-16,-1 1 48 0,0 1 16 0,0 2 0 16,-1 2-320-16,3 0-48 0,-1 1-16 15,1 1 0-15,1-3-256 0,-1 4 0 0,2-5 0 0,-1 0 0 16,1-1-736-16,3-1-256 15,-1-1-48-15,0-2-16 0,-1-2-2784 0,4-2-576 16,24-8-96-16,-13-2-32 0</inkml:trace>
  <inkml:trace contextRef="#ctx0" brushRef="#br0" timeOffset="-135840">9190 12754 10127 0,'0'0'896'0,"0"0"-704"0,0 0-192 0,0 0 0 0,-5 2 7792 0,-1 2 1520 16,6-4 304-16,-5 8 64 0,0 5-6192 0,0-1-1248 15,1 2-240-15,0 3-48 0,-1 0-736 0,1 2-160 16,-1 2-32-16,2 1 0 0,3-2-512 0,0 1-96 16,1 0-32-16,3 0 0 0,0-1-384 0,0-3 0 15,1 0 0-15,2 0 0 0,2-1 0 0,0-2 0 16,0-1-192-16,0-2 192 0,0-2-240 0,1 0 80 16,0-2 16-16,0-5 0 0,1 1-128 0,1-2-32 15,1-2 0-15,0-2 0 0,-2 1 64 0,1-5 16 16,-1 1 0-16,-4-2 0 0,3-1 80 0,-1-2 16 0,0-1 0 15,-1 1 0-15,-2-2-48 0,-1 0 0 0,-1 1 0 0,-1 1 0 16,-2 2-16-16,-1 3-16 0,0 6 0 0,0 0 0 16,-5-4 208-16,0 3 256 0,0 1-48 0,-1 1-16 15,1 3 208-15,0 1 48 0,1 2 0 16,0 0 0-16,0 2-160 0,3 1-32 0,1 0 0 0,1-1 0 16,2 3-80-16,2 0-32 0,1-1 0 15,2 1 0-15,1 0-144 0,2 0-192 0,1-6 32 0,1 1 16 16,0-2-496-16,1 0-112 15,0-1-16-15,-1-1 0 0,-1-1-1312 0,0-3-272 0,-3 0-48 0,0-3-11808 16,0 1-2368-16</inkml:trace>
  <inkml:trace contextRef="#ctx0" brushRef="#br0" timeOffset="-135658.49">8979 12847 22111 0,'0'0'1968'15,"0"0"-1584"-15,0 0-384 0,0 0 0 0,0 0 5888 0,8 2 1088 16,3 0 208-16,2 1 48 0,0-3-5696 0,2 1-1152 16,0-1-240-16,6 0-144 0,3-1 192 0,2 1-64 15,1-4 0-15,3 1-128 16,3-4-2112-16,2-1-544 0,1-3-96 0</inkml:trace>
  <inkml:trace contextRef="#ctx0" brushRef="#br0" timeOffset="-135288.24">9812 12670 28559 0,'0'0'1264'0,"0"0"272"0,0 0-1232 0,0 0-304 0,0 0 0 0,0 0 0 15,0 0 5648-15,0 0 1072 0,0 0 224 0,9-1 32 16,3 0-4832-16,-2 1-976 0,2 0-192 0,1 0-32 16,4-2-576-16,0 2-112 0,4 0-32 0,1 0 0 15,0 0-224-15,1 0 0 0,1 2 0 0,-1 0 0 16,-3-1 0-16,-2 2 0 0,-1 1 0 0,-1 1 0 15,-2 2 0-15,-1-1 0 0,-2 2 0 0,-4 1 0 0,-1 0 0 0,-3 3 0 16,-1 1 128-16,-4 1-128 0,-1 2 144 0,-4 1-16 16,-2 1 0-16,-4 2 0 0,-3-1-128 0,-2 1 0 15,-2-1 144-15,0-3-144 0,-3 0 0 0,1-1 144 16,0 1-144-16,3 1 0 0,0-3 0 0,4 2 0 16,0-2 0-16,4-1 0 0,0-1 0 0,3 0 0 15,3-2 0-15,2-1 0 0,2 0 0 0,2 1 0 16,1 0 0-16,2-3 0 0,-4-7 0 0,8 7 0 15,1 0 0-15,2-2 0 0,4-1 0 0,2-1 0 16,1-2 0-16,1-1 0 0,2-1 0 0,0-2-144 16,0-1 144-16,4-1-128 15,2-2-368-15,2 1-64 0,0-2-16 0,-1-1 0 16,1-2-1312-16,2-2-272 0,1 0-48 0</inkml:trace>
  <inkml:trace contextRef="#ctx0" brushRef="#br0" timeOffset="-135095.7">10538 12765 51423 0,'0'0'2288'0,"0"0"464"0,0 0-2208 0,0 0-544 0,0 3 0 0,0-3 0 16,0 0 1104-16,0 0 112 0,0 0 32 0,0 0 0 16,0 0-640-16,4 4-128 0,-2 2-32 0,1 1 0 15,1-1-576-15,-1 0-128 0,-3-6-32 0,4 7 0 31,-1 1-1856-31,0 0-368 0,1 0-80 0,4 0-19920 0</inkml:trace>
  <inkml:trace contextRef="#ctx0" brushRef="#br0" timeOffset="-134954.79">10675 13026 31327 0,'-3'7'2784'0,"-1"-1"-2224"0,-1-1-560 0,1 3 0 0,2-1 5056 16,2-1 912-16,0-6 176 0,0 8 48 0,0 0-4016 15,-2 0-816-15,0-2-144 0,2-6-48 0,0 0-672 0,2 8-144 16,-2-8-32-16,4 8 0 0,-4-8-224 0,4 8-96 15,-4-8 0-15,0 0 0 16,8 5-1312-16,1 0-256 0,3 2-48 0</inkml:trace>
  <inkml:trace contextRef="#ctx0" brushRef="#br0" timeOffset="-133973.62">11620 12819 11967 0,'0'0'1072'0,"0"0"-864"16,1-8-208-16,-1-1 0 0,-1 0 6352 0,1 1 1232 15,0 1 240-15,0 7 48 0,-1-6-4496 0,1 6-912 16,0 0-176-16,0 0-48 0,0 0-608 0,0 0-128 15,0 0-32-15,0 0 0 0,0 9-688 0,0 5-144 16,0 5-16-16,0 3-16 0,0 2-224 0,0 3-32 16,-2 0-16-16,2 2 0 0,-1-1-144 0,2 1-48 15,-1 0 0-15,0-1 0 0,2 1-144 0,-1-6 0 16,0 1 144-16,3-2-144 0,0-2 0 0,-1-3 0 0,-1 0 0 16,1-6 0-16,-2 1 0 0,2-3-192 0,-2-1 32 0,1 0 0 31,-2-8-528-31,0 0-96 0,0 0-32 0,0 0 0 0,0 0-464 0,0 0-80 15,0 0-32-15,-4-5 0 0,0-2-1616 0,1-3-336 0,-2-2-64 0</inkml:trace>
  <inkml:trace contextRef="#ctx0" brushRef="#br0" timeOffset="-133730.84">11255 12752 23951 0,'0'0'2128'0,"0"0"-1696"16,0 0-432-16,0 0 0 0,0 0 5184 0,0 0 944 15,0 0 192-15,0 0 32 0,0 0-3904 0,0 0-784 16,10 0-144-16,3-1-48 0,4 0-672 0,3-2-144 16,0 0-16-16,4 1-16 0,4-2-304 0,-7 1-48 15,2 1-16-15,4-4 0 0,6 1-32 0,2 0-16 16,3-1 0-16,1-1 0 0,0 0-208 0,0 1 0 16,0-1 0-16,1 4 0 15,-3 0-432-15,0 0-176 0,-2 2-32 0,-1 0-16 16,-3 1-1008-16,-2 1-208 0,-4 2-48 0,-3 1 0 15,-3-1-2000-15,2 8-416 0</inkml:trace>
  <inkml:trace contextRef="#ctx0" brushRef="#br0" timeOffset="-133388.27">12307 12890 27647 0,'0'0'2448'0,"0"0"-1952"0,0 0-496 0,0 0 0 15,0 0 3392-15,0 0 576 0,0 0 112 0,0 0 16 16,0 0-1296-16,-1 7-272 0,-1 1-48 0,-1-2-16 16,-3 0-1024-16,-1-1-208 0,-3 0-32 0,-1 1-16 0,0 1-576 15,0-1-112-15,-3 0-32 0,1-1 0 0,-1 1-208 0,0 1-64 16,1-1 0-16,0 1 0 0,-2 1-192 0,1 0 176 16,0-1-176-16,2 0 160 0,0-3-160 0,2 1 0 15,-1 0 144-15,2 1-144 0,1-3 192 0,2 1-16 16,6-4-16-16,-5 4 0 0,5-4-112 0,0 0-48 15,0 0 0-15,0 0 0 0,0 0 0 0,0 0 0 16,0 0 0-16,0 0 0 0,7 7-144 0,3-2-32 16,-3-1 0-16,4-1 0 0,1-2 48 0,-1 0 0 15,2-1 0-15,2 0 0 16,0 0-576-16,2 0-128 0,3-1 0 0,-1 2-16 16,2-2-1392-16,3 0-288 0,0-1-48 0,-1-2-19200 0</inkml:trace>
  <inkml:trace contextRef="#ctx0" brushRef="#br0" timeOffset="-133106.34">12749 12820 24879 0,'0'0'2208'0,"0"0"-1760"15,0 0-448-15,0 0 0 0,0 0 5216 0,0 0 960 0,0 0 192 0,0 0 32 16,0 0-4096-16,0 0-832 0,0 0-176 0,5 8-16 15,0 1-176-15,1 3-16 0,-1 2-16 0,-1 2 0 16,0 2-864-16,-2-1-208 0,1 2 0 0,-3 2 0 16,1 1 368-16,1-1 16 0,-1 2 16 0,0 0 0 0,0-2-400 0,-1 1 0 15,0-4 0-15,2 1 0 0,-2-1 0 0,0-3 0 16,0-2 0-16,0-2 0 0,0 1-128 0,-2-5-64 16,2-7-16-16,0 0 0 15,0 0-880-15,0 0-160 0,0 0-32 0,0 0-16 16,0 0-912-16,0 0-176 0,0 0-48 0,-3-9-18400 0</inkml:trace>
  <inkml:trace contextRef="#ctx0" brushRef="#br0" timeOffset="-132881.56">12421 12686 20271 0,'0'0'1792'0,"0"0"-1424"0,0 0-368 0,0 0 0 16,0 0 6400-16,0 0 1216 0,0 0 256 0,0 0 32 15,3-4-5456-15,3 0-1088 16,0 0-208-16,5 1-64 0,3 1-80 0,4-2-32 0,4 1 0 0,4-1 0 15,3-1-528-15,2 1-96 16,5 0-32-16,0-1 0 0,1 1-112 0,-1 0-16 0,1 0-16 0,-1 2 0 16,2-2-176-16,-2 1 0 15,0 1 0-15,-1 0 128 0,1 2-304 0,-2 0-64 0,-1-2-16 0,-2 4 0 32,-2 0-1280-32,-2 3-256 0,-2-1-48 0,-4 2-13984 0,1 3-2800 15</inkml:trace>
  <inkml:trace contextRef="#ctx0" brushRef="#br0" timeOffset="-132471.64">13254 13081 23951 0,'0'0'2128'0,"0"0"-1696"0,0 0-432 0,0 0 0 16,-6-5 5280-16,1 1 976 0,0 0 192 0,0 1 32 0,-3 1-3648 0,0-1-720 15,-1-1-160-15,-1 1-32 0,-1 1-1056 0,-1 2-224 16,-1 1-32-16,0 0-16 0,0 2-336 0,-1-2-64 15,0 2 0-15,1 1-16 0,1-2-48 0,0 2 0 16,0-1 0-16,3 1 0 0,1 0-128 0,3-2 128 16,5-2-128-16,0 0 128 0,-5 6-128 0,5-6 0 15,0 0 0-15,0 0 0 0,1 7 0 0,2 1 0 16,-3-8 0-16,9 7 0 0,3-1 0 0,1 1 0 16,0-2 0-16,2 2 0 0,4-5-144 0,-2 2 144 15,2 0 0-15,1 0 0 0,-1 0 0 0,1 1 0 16,-3-4 0-16,0 5 0 0,-2-4 0 0,0 3 0 0,-1 1 0 15,-3-1 0-15,-4 0 144 0,-1 0 48 0,-6-5 0 0,0 0 0 16,0 0-192-16,1 8-144 0,-2-1 144 16,-2-1-208-16,-1-1 208 0,-4 2 128 0,-1-1 0 0,-1 1-128 15,-2-1 0-15,-1 1 0 16,-1-1 0-16,-1 1 0 0,-2 2 0 0,0-5 0 0,0 1 0 0,2-1 0 16,0 0-352-16,6 0 32 0,1-1 0 15,8-3 0 1,-6 0-1360-16,6 0-272 0,0 0-48 0,0 0-16 15,4-4-1488-15,5-3-288 0,4-2-64 0,5 0-8512 0,4-3-1712 16</inkml:trace>
  <inkml:trace contextRef="#ctx0" brushRef="#br0" timeOffset="-131920.29">13569 13103 19343 0,'0'0'848'0,"0"0"192"0,0 0-832 0,0 0-208 0,-5 6 0 0,-2 0 0 16,0-1 6880-16,-3 1 1328 0,-1 4 272 0,-2-3 48 15,-2 4-5584-15,1 1-1104 0,-2-3-240 0,2 1-32 16,1 1-944-16,3-2-192 0,0 1-48 0,4 0 0 0,-1 0-384 0,3 0 0 15,2-3 0-15,2 0 0 16,0-7-256-16,0 0-128 0,4 8-16 0,2-3-16 16,2-1-144-16,1 2-16 0,-1-6-16 0,1 0 0 15,2-3 16-15,-1 0 16 0,0-2 0 0,0 0 0 0,-3 0 144 0,1-2 32 16,0-1 0-16,-1 1 0 0,-2-1 160 0,0 0 32 16,-1 1 16-16,0 0 0 0,-2-3 176 0,1 3 0 15,0 0 0-15,-3 7-128 0,0 0 128 0,0 0 0 16,0 0 0-16,0 0 0 0,0 0 192 0,0 0 0 15,0 0 16-15,0 0 0 0,0 0-32 0,0 0-16 16,0 0 0-16,1 9 0 0,2 0-160 0,0 3 0 16,1-4 0-16,2 1 128 0,0 0-128 0,2 2 0 0,0-2 0 15,1-1-176 1,1-2-656-16,2 1-128 0,1-5-16 0,0-1-16 16,0-2-1312-16,0-1-272 0,2-1-48 0,-2-1-16 15,0-2-176-15,0-1-48 0,-2-2 0 0,0 1 0 16,-1-2 1408-16,-1-1 288 0,2-2 48 0,-3-2 16 15,-3-2-288-15,0-2-48 0,-1 1-16 0,1-4 0 0,0-3 1024 0,-1 2 208 16,-1-2 32-16,-2 1 16 0,0 1 1520 0,1 1 288 0,-2 2 64 16,-2 2 16-16,1 2 1616 0,-1 5 320 0,-1 1 64 15,-1 1 0-15,3 2-320 0,1 7-80 0,0 0-16 0,0 0 0 16,0 0-1424-16,0 0-272 0,-4 6-64 0,1 4-16 16,1 0-848-16,0 1-160 0,1 2-48 0,0 2 0 15,1 0-288-15,0 2-176 0,1 3 192 0,2 1-192 16,1 0 0-16,-1 1 0 0,3 0 0 0,-1-1 0 0,-1-3 0 15,1 0 0-15,-1 1 0 0,1-5-192 16,0 0-832-16,-1 1-144 16,-1-5-48-16,-1-1 0 0,0-1-768 0,-2-2-144 0,0-6-48 0,0 0 0 15,0 0-1984-15,0 0-416 0</inkml:trace>
  <inkml:trace contextRef="#ctx0" brushRef="#br0" timeOffset="-131757.24">13698 13119 15663 0,'0'0'1392'0,"0"0"-1120"15,0 0-272-15,0 0 0 0,0 0 6336 0,0 0 1200 16,0 0 240-16,0 0 48 0,0 0-4768 0,0 0-960 16,0 0-192-16,0 0-48 0,13-2-1184 0,2 1-240 15,0 0-48-15,5-1-16 0,1 0-368 0,3 0-192 16,4 1 32-16,0-1 0 16,1-1-976-16,2 2-192 0,2-2-32 0,0 3-16 15,-1-4-1632-15,2 3-320 0,0 0-64 0</inkml:trace>
  <inkml:trace contextRef="#ctx0" brushRef="#br0" timeOffset="-131104.67">14971 13014 5519 0,'-11'-8'240'0,"5"6"64"0,-1-2-304 0,3 0 0 0,3-1 0 0,0 1 0 0,-5 1 10464 0,0 2 2032 15,-3-3 416-15,-3 3 80 0,-1-1-9584 0,-1 2-1904 16,-2 2-384-16,-2-1-80 0,-4 4-496 0,1 3-96 15,0 1-32-15,1 3 0 0,-1-3-224 0,3 4-32 16,1 1-16-16,3-2 0 0,2 0-144 0,3 1 0 16,1 0 0-16,4-3 0 0,3 4-176 0,1-5-16 15,0-2 0-15,3 1 0 16,3-1-272-16,3-2-64 0,0-2-16 0,2 1 0 16,-2-4-80-16,1 1-16 0,2-1 0 0,-1 0 0 0,-1-1 256 0,0 1 64 15,0-4 0-15,-1 1 0 0,0-4 320 0,0 2-176 16,-1-1 176-16,0-2-128 0,-2 0 128 0,1 0 0 15,-2-1 0-15,0 1-128 0,-1 2-16 0,0 1 0 16,-4 5 0-16,0 0 0 0,0 0 144 0,0 0 0 16,0 0 0-16,0 0-128 0,0 0 384 0,0 0 64 15,0 0 32-15,0 0 0 0,0 0 48 0,4 10 16 16,-2-2 0-16,4 2 0 0,-1 2-192 0,1-3-32 0,1 0-16 16,1 0 0-16,-2 1-176 0,5-1 0 15,0-2 0-15,4 0 0 0,0-3 0 0,2 0 0 16,-1-2 0-16,2-2-176 15,2 3-240-15,1-3-48 0,-1 1-16 0,-1-2 0 16,-1-2-352-16,-1 0-64 0,-1-3 0 0,-2 0-16 16,-4 1-48-16,2-6-16 0,-3 2 0 0,0-4 0 15,-1-1 368-15,-1-2 80 0,-1 0 16 0,1-2 0 0,-2-3-192 16,0-1-16-16,-1-1-16 0,-1-2 0 0,-1-1 304 0,1 1 64 0,1-2 16 0,-2 2 0 0,0 1 512 0,-2 2 96 16,0 4 32-16,0 0 0 15,-3 3 880-15,2 5 176 0,-1-1 48 0,0 5 0 16,-2 1 208-16,4 5 32 0,0 0 16 0,0 0 0 15,0 0-512-15,0 0-112 0,-7 6 0 0,3 3-16 16,1 4-432-16,1 0-96 0,0 2-16 0,0 2 0 16,4 2-464-16,-2 2 0 0,1 1 0 0,0-1 0 15,2 1 128-15,-1 1-128 0,0 0 0 0,0-2 0 0,2 1 0 0,-1 1 0 16,0-2 0-16,-1 2 0 0,1-7-192 0,1 1-48 16,0-1 0-16,-2-2 0 15,-1-1-816-15,1-2-160 0,-1-3-48 0,-1-8 0 16,0 0-688-16,0 0-144 0,-4 5-16 0,4-5-11920 15,0 0-2384-15</inkml:trace>
  <inkml:trace contextRef="#ctx0" brushRef="#br0" timeOffset="-130901.86">14978 13025 17503 0,'0'0'1552'0,"0"0"-1232"15,0 0-320-15,0 0 0 0,6 1 7376 0,-6-1 1424 16,0 0 288-16,0 0 48 0,0 0-6000 0,0 0-1184 15,13 0-240-15,0 0-48 0,2 1-976 0,2 1-192 16,0-2-48-16,4 0 0 0,0 0-288 0,2 1-160 16,3 0 160-16,1 1-160 0,-1-4 0 0,1 2 0 0,0 0 0 0,1 0 0 15,-2 0 0-15,-1 3 0 0,-2-2 0 0,-3 0 0 32,-3-1-560-32,1 2-144 0,0-1-48 0,-1 0-16048 0,-1-1-3216 0</inkml:trace>
  <inkml:trace contextRef="#ctx0" brushRef="#br0" timeOffset="-130083.6">11705 13398 27647 0,'-5'0'2448'0,"-1"0"-1952"15,1 0-496-15,5 0 0 0,0 0 5408 0,0 0 992 16,0 0 192-16,0 0 32 0,7-6-4640 0,0 1-912 16,3-1-192-16,1-1-48 0,4 2-368 0,0 1-80 15,2 0 0-15,3 1-16 0,-2 1-240 0,0 1-128 16,1 1 128-16,-2 2-128 0,-2 2 128 0,0-1-128 16,-1 1 128-16,-2 2-128 0,-2-1 128 0,-1 2-128 15,-1-1 160-15,-3 2-160 0,-1 0 304 0,-1 0-48 16,-2 0 0-16,-1-1 0 0,-1 3-16 0,-3-3-16 15,-1 3 0-15,-1-1 0 0,0 1-32 0,-2-2-16 16,0 0 0-16,2 0 0 0,-2 1-128 0,0-1-48 16,2 1 0-16,-1-4 0 0,2 0 0 0,5-5 0 15,-5 7 0-15,5-7 0 0,0 0 0 0,0 0 0 0,0 0 0 16,0 0 0-16,0 0 0 0,0 0 0 0,6 6 0 16,2-2 0-16,2-1 0 0,2-3 0 0,1 0 0 0,1 0 0 15,2 0 0-15,1-3 0 0,-1 0 0 0,2 2 0 16,0 1 0-16,0-4 0 0,2 2 0 0,0-1 0 15,-2 2 0-15,0-1-240 0,0 0 80 0,1 0 16 16,-2 2-1376-16,-1 0-272 0,1 0-48 16</inkml:trace>
  <inkml:trace contextRef="#ctx0" brushRef="#br0" timeOffset="-129167.98">16137 12774 28559 0,'0'0'2544'0,"0"0"-2032"0,-5-6-512 0,1-1 0 0,3 2 4912 0,1 5 880 16,0 0 176-16,0 0 48 0,0 0-4224 0,0 0-848 15,0 0-176-15,0 0-16 0,0 0 176 0,0 12 32 16,1 2 16-16,1 8 0 0,-1 1-784 0,2 4-192 16,-2-1 0-16,0 4 0 0,2 1 192 0,-2 2-16 15,2-1 0-15,-1-3 0 0,1 0-176 0,1 0 0 16,-2-5 144-16,2 0-144 0,0-2 0 0,0-3 0 15,0-2 0-15,1-1 0 0,-2-4-144 0,-2-3-112 16,0-3 0-16,-1-6-16 16,0 0-1072-16,0 0-192 0,0 0-64 0,0 0 0 15,0 0-576-15,0 0-112 0,2-7-16 0,0-1-16 16,0-1-1632-16,-2-3-320 0</inkml:trace>
  <inkml:trace contextRef="#ctx0" brushRef="#br0" timeOffset="-128836.87">15891 12671 28559 0,'-16'-13'2544'0,"10"8"-2032"16,-1 0-512-16,0-2 0 0,0 0 2816 0,3-1 480 16,1 0 96-16,3 1 0 0,0 0-1296 0,6-1-272 15,0 0-48-15,5 1-16 0,2 0-320 0,5 0-64 16,4 1-16-16,2-1 0 0,4 2-624 0,2-2-128 0,0 3-32 0,3 2 0 16,1-2-160-16,1 1-32 0,-1 1-16 0,2 0 0 15,3 1-192-15,1 1-48 0,0 0 0 0,0 1 0 16,2 2-128-16,-3 1 0 0,-1 1 0 0,-3 2 0 15,-2 0 0-15,-3 3 0 0,-4 1 0 0,-4-2 0 16,-1 2 0-16,-5 1-144 0,-5 1 144 16,-2 1-160-16,-2-1 304 0,-5 1 64 0,-3-1 16 0,-4 4 0 15,-4-1-224-15,-5 0 0 0,-5-1 128 0,-2 1-128 16,-1-2 224-16,-3 2 0 0,-2-3 0 0,-3 1 0 0,-2 2-48 16,-1-4-16-16,-1-1 0 0,0 0 0 0,2-2-160 15,3-1 0-15,0-2 0 0,3-2 0 0,0 1-416 0,3-5 32 16,0 3 16-16,5-2 0 15,2 2-560 1,5-3-112-16,2 0-32 0,2 0 0 0,7 0-1920 0,0 0-384 0,0 0-80 0</inkml:trace>
  <inkml:trace contextRef="#ctx0" brushRef="#br0" timeOffset="-128449.7">16602 13104 5519 0,'0'0'240'0,"0"0"64"0,0 0-304 0,0 0 0 16,0 0 0-16,0 0 0 0,0 0 8928 0,0 0 1728 16,0 0 352-16,0 0 64 0,0 0-7296 0,0 0-1440 15,9 4-288-15,0-1-64 0,0-1-1024 0,-1 1-192 0,-8-3-32 0,11 1-16 16,0 1-432-16,-3 2-96 0,1-3 0 0,-9-1-16 16,9 2-48-16,-9-2 0 0,0 0 0 0,0 0 0 15,0 0 64-15,4 10 16 0,-3-5 0 0,-2 4 0 16,-4 1 160-16,-4 2 16 0,-1-2 16 0,-1 4 0 15,-4 0-192-15,-2 1-32 0,-1 2-16 0,-1 0 0 16,2-1-112-16,1-2-48 0,0-1 0 0,3 0 0 0,3-1 0 0,2-1 0 16,2-2 0-16,2-1 0 0,2-1 0 0,2 1 0 15,3 0 0-15,-3-8 0 0,9 5 0 0,3 0 0 16,2 1 0-16,2-5 0 0,2 2 0 0,0-3 0 16,3 0 0-16,1 0 0 0,2 0 0 0,-2-3 0 15,0 0 0-15,0 1 0 0,0-1 0 0,-1-1 0 16,-1-1 0-16,-1 1 0 0,0 2 0 0,-2-1 0 15,-2 2 0-15,-2-2 0 16,-1 2-352-16,-3-1-64 0,0 1-16 0,-1 1 0 16,-8 0-1840-16,0 0-368 0,8 0-80 0</inkml:trace>
  <inkml:trace contextRef="#ctx0" brushRef="#br0" timeOffset="-127200.12">17764 13016 41119 0,'0'0'1824'0,"-6"-3"368"0,6 3-1744 0,-9 0-448 0,9 0 0 0,0 0 0 0,0 0 1328 0,0 0 176 16,0 0 32-16,0 0 16 0,0 0-592 0,14 3-128 16,3-2-32-16,3 2 0 0,2-3 32 0,1 0 0 15,2-3 0-15,4 3 0 0,3 0-400 0,-6 3-80 16,4-3-16-16,4 0 0 0,3-3-64 0,2 3-16 16,3 3 0-16,2-3 0 0,2 1-256 0,-1-1 0 15,0 0 0-15,-1 0 0 0,0 1 0 0,1 0-176 16,-1 2 0-16,-2 1 0 15,-2-1-1040-15,-2 2-192 0,0 0-64 0,-3-2 0 16,-1 0-1648-16,-3 4-336 0,-1-4-64 0</inkml:trace>
  <inkml:trace contextRef="#ctx0" brushRef="#br0" timeOffset="-126920.04">18810 12983 24879 0,'-5'-3'2208'0,"-3"2"-1760"0,1 0-448 0,1-1 0 16,1-1 4496-16,0 1 816 0,5 2 176 0,0 0 16 15,0 0-3872-15,0 0-784 0,0 0-144 0,0 0-48 16,0 0 80-16,0 0 16 0,9 5 0 0,1 2 0 16,-1-3-592-16,3 2-160 0,0 1 0 0,-1-1 0 15,1 1 128-15,1-3-128 0,0 1 128 0,0 2-128 0,-1-2 0 0,0 0 0 16,-3 0 0-16,1 0 0 0,-1-1 0 0,-1 0 144 16,-3 0-144-16,-5-4 0 0,0 0 144 0,0 0-144 15,0 0 0-15,3 5 144 0,-3-5 96 0,0 0 16 16,-1 7 0-16,-3-1 0 0,-3 2 80 0,-1-1 32 15,-1-1 0-15,-2 1 0 0,-2-2-240 0,-3 0-128 16,-1 1 160-16,0 0-160 0,0-2 0 0,-1 2 0 16,-2 0 0-16,2-1 0 15,0 0-1024-15,1-1-256 0,0 0-64 0,1 0-13520 16,3 1-2720-16</inkml:trace>
  <inkml:trace contextRef="#ctx0" brushRef="#br0" timeOffset="-125083.58">19642 12940 17503 0,'0'0'1552'0,"-4"-5"-1232"0,-3-2-320 0,1 1 0 16,-3 1 5472-16,1-1 1040 0,0 1 208 0,0 2 32 15,-1 0-4288-15,-1 3-864 0,-2 1-160 0,0 1-32 16,-1 1-32-16,-1 2 0 0,-3 4 0 0,0 2 0 16,0-1-928-16,1 2-176 0,2 1-32 0,2 4-16 15,1-4-224-15,1 1 176 0,3 1-176 0,3-2 160 16,2 0-320-16,6 0-64 0,4-1-16 0,4-1 0 15,4 1-2144-15,3-5-432 0,5-2-96 0,3-1-17312 16</inkml:trace>
  <inkml:trace contextRef="#ctx0" brushRef="#br0" timeOffset="-124335.78">19946 12986 21183 0,'-17'-7'1888'15,"9"4"-1504"-15,-3 3-384 0,-2-2 0 0,-2 1 5472 0,-1 1 1024 16,-2 0 208-16,0 3 32 0,-1 1-4576 0,1 3-928 15,-2 1-176-15,2 1-32 0,-1 1 64 0,3 2 32 16,2 0 0-16,1-1 0 0,2 0-704 0,3-1-144 16,3 1-16-16,3 1-16 0,2-5-240 0,2 2-160 15,2 1 32-15,4-3 0 16,2 0-368-16,2-2-64 0,1-1-16 0,3 0 0 16,1-1-128-16,0-2-48 0,1-1 0 0,0 0 0 15,0-1 48-15,1-2 16 0,-5 0 0 0,2-1 0 16,-2 1 208-16,-1-3 32 0,1 1 16 0,-2 0 0 0,-3-3 432 0,0 0-160 15,0 0 160-15,-1-1 0 0,-1-1 0 0,-1-1 0 0,1 1 128 0,-2 0-128 16,-1-1 336-16,0 2-16 0,0 3-16 0,0-1 0 16,-4 7-80-16,0 0-16 0,0 0 0 0,0 0 0 15,0 0 240-15,0 0 64 0,0 0 0 0,0 0 0 16,0 0 0-16,0 0 0 0,5 7 0 0,-1-1 0 16,1 3-80-16,-1 2-16 0,0-1 0 0,1 2 0 15,0 1-112-15,1 1-32 0,0-1 0 0,-1 2 0 16,0-5-112-16,1 0-32 0,-1-2 0 0,0 0 0 0,0-1-128 15,-5-7 0-15,8 3 0 0,-8-3 0 16,8 3 0-16,-8-3 0 0,9 0 0 0,-1 0 0 0,0-3 0 0,-2 1 0 16,-1-3 0-16,1-2 0 0,-1-1 0 15,1-1 0-15,2-3 0 0,0 1 0 0,1-2-320 16,-1-2 64-16,0 4 16 0,0-2 0 0,-2-3-16 16,2 3-16-16,-1 1 0 0,-2 3 0 0,0-1 128 0,-1 2 144 15,-3 1-208-15,-1 7 80 0,0 0 128 0,0 0 224 16,0 0-48-16,0 0-16 0,0 0 160 0,0 0 48 15,0 0 0-15,0 0 0 0,1 8-192 0,1 0-48 16,-1 1 0-16,2 0 0 0,-1 0-128 0,2-1 0 16,1 0 0-16,1 1 0 0,0-2 0 0,2-1 0 15,1 1 0-15,0-2 0 0,0 0-336 0,2-2 48 0,-1 1 16 16,1-2 0-16,-1-1 0 0,1-1 0 16,-2-1 0-16,1 0 0 0,-1 0 48 0,0-5 16 0,0 1 0 0,1 0 0 15,-1-2-80-15,0 1-16 0,0-1 0 0,0-1 0 16,0-2-32-16,0 0-16 15,0 1 0-15,-1-2 0 0,-1 3 112 0,-1 0 32 16,0 1 0-16,-3 1 0 0,-3 6 208 0,0 0 0 0,4-4 0 16,-4 4 160-16,0 0 160 0,0 0 48 0,0 0 0 15,0 0 0-15,0 0 16 0,0 0 0 0,3 8 0 0,0 3 0 16,-2 0-208-16,1-1-48 0,2 0 0 0,0 0 0 16,2 1-128-16,0-1 0 0,2-1 0 0,1 1-176 15,0 0-176-15,2-3-32 0,-1 0-16 0,2 0 0 16,1-2-1456-16,0-1-304 0,1-1-48 15,0 1-16-15,-1-4-1040 0,1 1-192 0,-1-1-64 16,-2-1-6528-16,0-5-1328 0</inkml:trace>
  <inkml:trace contextRef="#ctx0" brushRef="#br0" timeOffset="-124115.9">20772 12949 33855 0,'0'0'1504'0,"0"0"304"0,0 0-1440 0,0 0-368 0,0 0 0 0,0 0 0 0,3 8 2496 0,-1 0 448 16,4 3 64-16,-4-1 32 0,1 3-1280 0,1 1-256 15,0 2-48-15,0 1-16 0,-1 2-864 0,1 2-192 16,0 0-16-16,1 1-16 0,-1 0-352 0,0 2 144 16,-1-1-144-16,-1-1 0 0,0-1 0 0,-2-1 0 15,0 1 0-15,-2-6 0 0,0 1-208 0,-1-2-112 16,1-2 0-16,-1-3-16 16,3-1-880-16,-1-2-192 0,1-6-16 0,0 0-16 15,0 0-1136-15,0 0-240 0,0 0-32 0,0 0-14288 0</inkml:trace>
  <inkml:trace contextRef="#ctx0" brushRef="#br0" timeOffset="-123871.15">20746 12990 37151 0,'0'0'1648'0,"-6"-6"336"0,-2 0-1600 0,0-2-384 0,0 4 0 0,2 1 0 16,6 3 2304-16,0 0 368 0,-4-5 80 0,4 5 0 16,0 0-1280-16,0 0-272 0,0 0-48 0,7-4-16 15,3 0-816-15,1 2-176 0,4 0-16 0,0 1-128 0,4 1 0 0,0 0 0 16,2 0 0-16,1 0-144 0,0 3 144 0,-1-1 0 15,-1 2 0-15,-2 2-128 0,-2-3 128 0,-1 4 0 16,-3-3 0-16,-2 0 0 0,0 1 0 0,-3 0 0 16,0 0 0-16,-3 2 0 0,-3 1 0 0,-1 1 0 15,-1 0 0-15,-1 0 0 0,1-1 0 0,-4 2-128 16,-3-2 128-16,0 0 0 0,2 0-176 0,-2 1 176 16,0-2-208-16,2 0 80 15,-1 1-1360-15,1-3-272 0,0 1-48 0,6-6-18864 0</inkml:trace>
  <inkml:trace contextRef="#ctx0" brushRef="#br0" timeOffset="-123724.33">21174 13043 30399 0,'0'0'2704'0,"0"0"-2160"16,0 0-544-16,0 0 0 0,0 0 3968 0,0 0 672 15,0 0 144-15,0 0 16 0,0 0-3584 0,0 0-704 16,7 6-160-16,3-2-32 15,-1 2-1280-15,2-4-272 0,3 1-48 0,0-1-12432 0,2 0-2480 0</inkml:trace>
  <inkml:trace contextRef="#ctx0" brushRef="#br0" timeOffset="-123285.62">21672 12720 20271 0,'0'0'896'0,"-4"1"192"0,4-1-880 16,-4 1-208-16,-1-1 0 0,2 3 0 0,-1 1 6576 0,4-4 1264 16,-4 5 256-16,2 5 48 0,-2 0-5616 0,1 4-1120 15,0-1-240-15,0 5-32 0,-1 3-624 0,1 0-112 16,2 0-16-16,-1 1-16 0,2-3-240 0,0 0-128 16,4 0 128-16,2 0-128 0,-1-3 0 0,1-1 0 15,2 0 0-15,1-1 0 0,-1-5 0 0,1 0-160 16,2-1 160-16,0-2-208 0,1-2-48 0,-1-1-16 15,-2-2 0-15,0-1 0 0,-1-1 16 0,2-2 0 16,-1-1 0-16,0-1 0 0,0-2 48 0,1 0 16 16,-3-3 0-16,1 0 0 0,0-2 32 0,0 1 16 15,0-1 0-15,-1-1 0 0,1 0 144 0,1 1-192 16,1-1 192-16,-3 1-192 0,-1 4 192 0,-1 2 0 16,-5 6 0-16,0 0 0 0,0 0 224 0,0 0 80 15,0 0 16-15,0 0 0 0,0 0 128 0,0 0 16 16,0 0 16-16,6 6 0 0,-2 2-256 0,0 0-48 15,-1 0-16-15,1 1 0 0,0 0-160 0,-1 2 0 16,1-1 0-16,2 3 0 0,-1-4 0 0,0 0 0 16,0-1 0-16,0-1 0 15,2-2-1040-15,0 0-144 0,-1 0-32 0,1-2 0 16,0-2-1648-16,2-1-336 0,1-2-64 0,-3 0-15808 0</inkml:trace>
  <inkml:trace contextRef="#ctx0" brushRef="#br0" timeOffset="-123147.42">22045 12811 5519 0,'-3'-18'240'0,"3"10"64"0,-3 0-304 0,1-1 0 0,-1 0 0 0,2 0 0 16,-2 0 6272-16,2 1 1216 0,-2 1 224 0,3 7 48 0,-1-6-5184 16,1-1-1040-16,0 7-192 0,0 0-64 15,1-5-1872-15,-1 5-384 0,0 0-80 0,0 0-16 16,8 1-2256-16,3 2-464 0</inkml:trace>
  <inkml:trace contextRef="#ctx0" brushRef="#br0" timeOffset="-122763.83">22398 12804 26079 0,'0'0'1152'0,"0"0"256"0,0 0-1136 16,0 0-272-16,0 0 0 0,0 0 0 0,0 0 2816 0,0 0 512 15,-7 2 112-15,-3-1 16 0,-3 0-1168 0,-1 2-240 16,-5-2-32-16,1 2-16 0,1-1-720 0,-2 2-128 0,-1 2-48 0,2-1 0 16,-1 0-528-16,4 0-96 15,0 0-32-15,2 2 0 0,0-4-256 0,3 0-64 0,2 1-128 0,3 2 192 16,1-1-192-16,4-5 0 15,0 0 0-15,0 0 0 0,1 9 0 0,5-1 0 16,-3-2 0-16,4 1 0 0,1-2-176 0,1-1 176 16,1 0-160-16,2 0 160 0,0-2 0 0,0 1-144 0,-2-2 144 0,3 2 0 15,-1 1 0-15,-1 1 0 16,0-2 0-16,-1 0 0 0,1 3 0 0,-1 2 0 0,-2 2 192 0,0 3-64 16,-2-3 256-16,0 3 48 0,-1 2 16 0,-3 2 0 15,0 2 80-15,-2 3 32 0,0-2 0 0,0 4 0 16,-2-1-176-16,1 0-48 0,-2 1 0 0,1 1 0 15,-1-1-112-15,1 1-32 0,-1-1 0 0,0-1 0 16,1-1-192-16,-1-2 0 0,-1-2 0 0,2-6 0 0,-1 1 0 0,1-1 128 16,-2-2-128-16,0-1 0 0,0 2 0 0,-1-5 0 15,-1-2 0-15,0 3 0 16,1-4-816-16,5-3-96 0,-7 3-32 0,-1-2 0 16,0-2-912-16,3 0-176 0,0-2-32 0,-1-1-12592 15,-2-4-2528-15</inkml:trace>
  <inkml:trace contextRef="#ctx0" brushRef="#br0" timeOffset="-122587.85">22097 13193 22111 0,'0'0'1968'0,"0"0"-1584"0,0 0-384 0,9 1 0 0,0 1 4672 0,0-1 864 16,2 0 160-16,-1 0 48 0,2-1-3456 0,-1-1-688 16,2 1-144-16,3 0-32 0,2 0-720 0,2 0-160 15,-2 1-32-15,3-1 0 0,1 0-384 0,2 0-128 16,-2 0 0-16,1 0 0 15,-1 0-1024-15,2 0-256 0,1-1-48 0,-6 0-16 16,3 0-2384-16,-1-2-496 0</inkml:trace>
  <inkml:trace contextRef="#ctx0" brushRef="#br0" timeOffset="-122411.27">22749 13137 35935 0,'0'0'1600'0,"0"0"320"0,0 0-1536 0,0 0-384 0,0 0 0 0,0 0 0 16,0 0 3472-16,0 0 624 0,0 0 128 0,0 6 32 15,0-6-2272-15,1 7-448 0,0-1-80 0,-1-6-32 16,1 7-768-16,-1-7-144 0,2 6-48 0,0 4 0 16,-2-10-464-16,0 0 0 0,0 0 0 0,7 6 0 15,-1-1-1152-15,1 1-128 0,-7-6-32 0,8 3-15040 16,1 0-3008-16</inkml:trace>
  <inkml:trace contextRef="#ctx0" brushRef="#br0" timeOffset="-120397.75">17738 14498 26895 0,'-15'-4'1184'0,"3"3"256"0,-2-1-1152 0,-1 2-288 15,2 2 0-15,0-2 0 0,2-2 3328 0,-1 2 624 0,3 0 112 16,1 0 32-16,3-4-1248 0,5 4-240 0,0 0-48 0,0 0-16 16,0 0-976-16,0 0-192 0,0 0-32 0,0 0-16 15,0 0-672-15,0 0-128 0,0 0-16 0,15-1-16 16,0 0-256-16,2 0-48 0,1-2-16 0,-1 0 0 0,2 3-176 0,3-2 128 16,3-2-128-16,1 1 128 0,0 2-128 0,2-3 128 15,0-1-128-15,-5 2 128 16,1 2-128-16,5-3 0 0,2 1 0 0,3 1 0 0,0-1 0 15,1 1 0-15,1-1 0 0,14-1 0 0,-4 1 0 0,-8 0 0 16,-4 1 0-16,-3 1 0 0,-1-4 0 0,-4 3 0 16,-4 2-192-16,-2 0 192 15,-2 0-608-15,-2 0 0 0,-2 0 0 0,-1 0 0 16,-3 0-800-16,-10 0-176 0,11-2-16 0,-11 2-16 16,0 0-2336-16,8-3-464 0</inkml:trace>
  <inkml:trace contextRef="#ctx0" brushRef="#br0" timeOffset="-120115.97">18505 14356 32255 0,'0'0'2864'0,"0"0"-2288"0,-12 0-576 0,3 0 0 0,9 0 4160 0,0 0 704 0,0 0 160 0,0 0 32 16,0 0-3520-16,0 0-704 0,0 0-144 0,0 0-32 16,0 0 272-16,0 0 48 0,0 0 16 0,0 0 0 15,12 6-736-15,-4-2-256 16,-2 0 144-16,3 1-144 0,2 2 0 0,2-3 0 0,0 1 128 0,2 2-128 15,2-2 128-15,2 1-128 0,-1 3 192 0,1-2-64 16,0-3-128-16,-1 1-176 0,2 0 48 0,-4 0 0 16,-2-1 128-16,-1 0 0 0,-2 2 0 0,-2-1 0 15,-3 0 0-15,-6-5 0 0,0 0 0 0,0 0-128 16,0 0 128-16,-2 5 0 0,-3 2 128 0,-3-1-128 0,-1 1 128 16,-3-1-128-16,-1-1 160 0,-2 2-160 15,-2-1 0-15,-1 1 0 0,-2-2-176 0,0 2 176 16,1 1-1904-16,1-1-256 0,1 3-48 0</inkml:trace>
  <inkml:trace contextRef="#ctx0" brushRef="#br0" timeOffset="-119297.97">19191 14311 45087 0,'0'0'2000'0,"0"0"416"0,0 0-1936 0,0 0-480 0,-7-2 0 0,7 2 0 0,0 0 560 0,0 0 16 16,-8 9 0-16,2 4 0 0,-3 3 448 0,1 5 112 16,1 5 16-16,1 1 0 0,1-1-480 0,1 0-96 15,0-1 0-15,3-3-16 0,2 2-224 0,3-4-32 0,0 0-16 0,3-6 0 16,1-1-160-16,1-1-128 0,1-1 144 0,1-2-144 16,1-2 0-16,1-4 0 0,1-3 0 0,2-1 0 15,0-1 0-15,-1-3-240 16,1-1 80-16,0 1 16 0,-2-2-48 0,0-5 0 0,-1-1 0 15,2 0 0-15,-5-2 48 0,1-1 0 0,-1-1 0 0,-1-3 0 16,-1-2 16-16,-2 1 0 0,1-1 0 0,-1-1 0 16,0-3 128-16,-1 2 0 0,-1 3 0 0,-2 4 0 15,1 2 0-15,-3 4 0 0,0 11 0 0,0 0 0 16,0 0 192-16,0 0-16 0,0 0-16 0,0 0 0 16,0 0 96-16,-3 15 0 0,2 3 16 0,-1 5 0 15,-1 2-96-15,2 0-32 0,1-2 0 0,0 2 0 16,0 0-16-16,1-2-128 0,2-3 192 0,-1 0-64 15,1-1-128-15,-1-1 0 0,1-2 0 0,2-3 0 0,-1-1 0 16,0-1 0-16,0-3 0 0,0 0 0 16,-4-8-992-16,0 0-80 0,6 8-16 0,-6-8 0 15,11 4-1440-15,-1-4-288 0,-10 0-64 16,13-4-16832-16</inkml:trace>
  <inkml:trace contextRef="#ctx0" brushRef="#br0" timeOffset="-118949.56">19612 14590 30399 0,'0'0'2704'0,"0"0"-2160"16,0 0-544-16,0 0 0 0,0 0 3424 0,0 0 576 16,0 0 112-16,9 0 32 0,0 0-3216 0,0 0-640 15,2 0-128-15,-2 0-32 0,1 0 912 0,2 0 176 16,1-1 48-16,1 1 0 0,-1 0-784 0,0 0-160 16,0 1-16-16,-1 1-16 0,0 0-144 0,-2 1-16 15,-2 1-128-15,-1 0 192 0,-7-4 144 0,5 9 32 16,-3-3 0-16,-2 1 0 0,-1 1 160 0,-3 1 48 15,-1 0 0-15,-3 1 0 0,0 2-112 0,-3 1-16 0,-2 0 0 0,-2 0 0 16,0-1-128-16,0 0-48 0,1 0 0 0,0-2 0 16,-1-1-80-16,4 2 0 0,0-4-16 15,3 1 0-15,0-1-176 0,3-2 160 0,5-5-160 16,0 0 160-16,0 0-160 0,0 0 0 0,0 0 0 0,4 6 0 16,-4-6 0-16,9 6 0 0,0-2 0 0,3-2 0 15,1-1 0-15,3 1-176 0,-1-2 176 0,2-2-128 16,2 0-64-16,-1-2-16 0,1 0 0 0,1-1 0 15,0-2-560-15,0 2-96 0,0 1-32 0,1-2 0 16,1-2-880-16,0 0-176 0,-1 1-32 0,1-3-12928 16,0 2-2592-16</inkml:trace>
  <inkml:trace contextRef="#ctx0" brushRef="#br0" timeOffset="-118678.5">20330 14391 19343 0,'0'0'1728'0,"0"0"-1392"16,0 0-336-16,0 0 0 0,0 0 6720 0,0 0 1264 15,0 0 256-15,0 0 48 0,0 0-5664 0,0 0-1152 0,0 0-208 0,8-3-48 16,0 3-336-16,0 0-64 16,1-2-16-16,0 2 0 0,0 0-608 0,1 0-192 15,0 0 128-15,0 0-128 0,2 2 0 0,1-2 0 16,-1 2 0-16,1-1 0 0,-2 2 0 0,4-1 0 15,-4 1 0-15,1-1 0 16,-1 1-768-16,-1 0-96 0,-1-1-32 0,0 1 0 16,0-1-1232-16,-1 2-256 0,-8-4-48 0,7 3-18816 0</inkml:trace>
  <inkml:trace contextRef="#ctx0" brushRef="#br0" timeOffset="-118464.65">20298 14571 46303 0,'0'0'2048'0,"0"0"432"0,-7-3-1984 0,7 3-496 0,0 0 0 0,0 0 0 16,0 0 944-16,0 0 80 0,0 0 32 0,0 0 0 16,0 0 80-16,10-2 16 0,2-1 0 0,3 1 0 0,2-1-816 0,1 0-144 15,0-1-48-15,2 2 0 0,0-2-144 0,1 0 0 16,1 0 144-16,-1 1-144 0,-1-2 0 0,-1 1 0 16,0 0 0-16,-1 2 128 0,-1 0-320 0,-1 1-48 15,-1 1-16-15,0 0 0 16,-4 1-1536-16,1 1-320 0,-2-2-64 0,0 2-12544 15,-1 2-2496-15</inkml:trace>
  <inkml:trace contextRef="#ctx0" brushRef="#br0" timeOffset="-104587.7">21626 14345 47631 0,'0'0'2112'0,"0"0"432"0,0-6-2032 0,-1-2-512 0,1 0 0 0,0 0 0 16,0-1 0-16,0 1 0 16,-2 2 0-16,1-2 0 0,0 0 768 0,-2 0 96 15,-1-1 32-15,0 2 0 0,-1-1-336 0,0 1-64 16,-2 2-16-16,-2 0 0 0,-1 1-64 0,-2-1-16 0,-3 3 0 0,-1 2 0 15,-4 3-64-15,-1 2-16 0,-2 2 0 0,-2 0 0 16,-1 3-320-16,0 1 144 0,1 2-144 0,2-1 0 16,1 0 0-16,1 1 0 0,3-3 0 0,5 2 0 15,1-2 0-15,3 1 0 16,3-5 0-16,6-6 0 0,0 0-128 0,4 7-48 0,4-2 0 0,3 0 0 16,2-5-128-16,2 0-16 0,2 0-16 0,3 0 0 15,2-5 80-15,0 1 32 0,2 0 0 0,0-1 0 16,1 0 48-16,0 0 16 0,0-1 0 0,-2 4 0 15,-1-3 160-15,-1 1 0 0,-3 1 0 0,-1 2-128 0,-2 1 128 16,-4 2 0-16,-1 1 0 0,-3 2 0 0,-1 4 256 0,-2 1 96 16,-2 3 16-16,-2 3 0 0,-2 4 352 0,-2 1 80 15,-2 1 16-15,1 3 0 0,-1 1-336 0,-2-1-64 16,0 1-16-16,2 0 0 0,-4-1-208 0,3-2-64 16,-1 1 0-16,0-2 0 0,1-3-128 0,1 0 0 15,-1-3 0-15,2 0 0 0,3-3 0 0,-1-1-272 16,-1-2 32-16,3-2 16 15,1-8-1344-15,0 0-272 16,0 0-48-16,6 4-13920 0,5-3-2800 0</inkml:trace>
  <inkml:trace contextRef="#ctx0" brushRef="#br0" timeOffset="-104249.17">21794 14379 27647 0,'0'0'2448'0,"-4"3"-1952"15,-1-2-496-15,5-1 0 0,0 0 4864 0,0 0 864 16,0 0 176-16,0 0 48 0,0 0-4640 0,0 0-928 0,8 0-176 0,4-1-32 16,-1-2 656-16,5 1 144 0,0-2 32 15,3-3 0-15,1 2-688 0,2 0-128 0,0-2-16 0,3-1-16 16,0 2-16-16,-1-1 0 0,1 1 0 0,-3-1 0 16,1 1-144-16,-3 1 0 0,-1 1 144 0,-2 1-144 15,-2-1 0-15,-3 4 144 0,-2 0-144 0,0 3 0 16,-3-1 288-16,-7-2-48 0,6 7-16 0,-3 3 0 15,-1 1 160-15,-1 3 16 0,-1 3 16 0,-1 1 0 0,-3 1-112 0,0 0-32 16,0 2 0-16,0 0 0 0,-1 0-144 16,0 1-128-16,-1-4 192 0,1 2-192 0,0-1 128 0,1 0-128 15,0-1 0-15,0-1 0 0,-1-2 0 0,1 1 0 16,0-2 0-16,0-1 0 16,2-1-464-16,0-1-112 0,1-1 0 0,-1-2-16 15,2 0-736-15,0-8-144 0,0 0-16 0,0 0-16 16,3 6-2976-16,-3-6-576 0</inkml:trace>
  <inkml:trace contextRef="#ctx0" brushRef="#br0" timeOffset="-103748.56">21896 14536 47631 0,'0'0'2112'0,"0"0"432"0,0 0-2032 0,0 0-512 15,0 0 0-15,0 0 0 0,10 1 0 0,2 0 128 16,1 2-128-16,3-3 0 0,3 0 464 0,3 0 48 0,3-3 16 0,1 1 0 15,0-2-352-15,2 0-176 0,-2 0 160 0,1-1-160 16,1 0 0-16,0-1 0 0,4 0 0 0,-1-1 0 16,1 1 0-16,1-2 0 0,-2-2 0 0,-1 0 0 15,-1-1-160-15,-2 0 32 0,-1 1 0 0,-2 1 0 16,-4 1 128-16,-5-1 0 0,-3 2 0 16,-3 3 0-16,0 3 240 0,-9 1 16 0,0 0 16 0,0 0 0 15,0 0 624-15,-5 7 112 0,-3 2 16 0,-2 2 16 0,-2 2-368 0,-1 3-80 16,-3 1-16-16,-1 1 0 0,2 1-224 0,-1-1-48 15,2-1-16-15,1 0 0 0,1-2-112 0,3 1-32 16,2-2 0-16,3-1 0 0,3 0-144 0,1-1 0 16,3-3 0-16,1 0 0 0,3 0 144 0,4-3 0 15,2-2 0-15,4-2 0 16,2 1-592-16,1-1-128 0,1 0-32 0,1-2 0 0,0 0 224 16,0-2 64-16,0-1 0 0,-1-3 0 0,-1 0 96 0,-2 1 32 15,-1-3 0-15,0-1 0 0,-1-2 32 0,-2 1 16 16,-1-1 0-16,-3 1 0 0,-2-2 144 0,-1 2 0 15,-2-1 0-15,0 1 0 0,-3-1 144 0,-2 0 16 16,-2 0 0-16,0 1 0 0,-2-1 64 0,-2 1 16 16,-1 1 0-16,0 1 0 0,-1 0-96 0,-1 0-16 0,-1-1 0 15,-2 1 0-15,0 1-128 0,1 1 0 16,-1 0-160-16,1-1 160 16,0 2-448-16,2 1 0 0,1 2 0 0,1 0 0 15,2 2-1328-15,5 0-256 0,-5 4-48 0,5-4-16 16,1 9-2400-16,2-1-496 0</inkml:trace>
  <inkml:trace contextRef="#ctx0" brushRef="#br0" timeOffset="-103541.7">22995 14610 20271 0,'0'0'1792'0,"0"0"-1424"0,-5 5-368 0,1 0 0 0,4-5 6384 0,-4 8 1200 0,0-1 240 0,4-7 48 0,-5 6-5072 0,1 0-1024 15,4-6-208-15,-4 5-32 0,4-5-768 0,0 0-128 16,0 0-48-16,0 0 0 0,0 0-592 0,0 0-288 16,0 0 32-16,0 0 0 15,1 8-1680-15,-1-8-336 0,6 6-64 0,1-1-12640 16,4-1-2544-16</inkml:trace>
  <inkml:trace contextRef="#ctx0" brushRef="#br0" timeOffset="-103147.02">23511 14412 24879 0,'0'0'2208'0,"0"0"-1760"16,-2-4-448-16,2 4 0 0,0 0 4512 0,0 0 816 15,-2-5 176-15,0 1 16 0,0 0-3088 0,-1 1-640 0,3 3-112 0,0 0-16 16,-7 0-384-16,0 3-80 0,0 1-16 0,-1 2 0 15,-3 2-496-15,0 4-112 0,-2 0 0 0,-2 2-16 16,0 0-176-16,-1 2-48 0,-1-2 0 0,3 2 0 16,1 0-176-16,1-1-32 0,2-2-128 0,2 0 192 15,1-1-192-15,5 0 128 0,0 0-128 0,4-2 0 16,-1-1 0-16,3-1 0 0,5 0 0 0,3 0 0 16,1-3-192-16,2 0 0 0,4-1 16 0,0 0 0 15,1-2-16-15,1 0-16 0,1-1 0 0,0-1 0 16,-1-3 64-16,-2 1 16 0,1 0 0 0,-2-3 0 15,-1 0 128-15,-1-1 0 0,-3-2 0 0,-2-1-128 16,-3-1 128-16,-1 0 192 0,-2 0-32 0,-1-2-16 0,-3 1-144 0,-2-2 0 16,-2 2 0-16,-1 0-176 0,0 1 176 0,-1-1 0 15,-4 1 128-15,-1 1-128 0,-2-2 0 0,0 2-192 16,-2-1 32-16,0-1 0 16,-1 0-1984-16,1-2-400 0</inkml:trace>
  <inkml:trace contextRef="#ctx0" brushRef="#br0" timeOffset="-102609.72">24299 14004 30399 0,'0'0'2704'0,"0"0"-2160"0,0 0-544 0,0 0 0 0,0 0 4032 0,0 0 704 15,-2-3 144-15,2 3 32 0,0 0-3680 0,0 0-720 16,0 0-160-16,0 0-32 0,4 12 848 0,-1 2 176 16,-2 2 16-16,-2 2 16 0,1 3-768 0,0 4-160 15,-1-2-16-15,-1 3-16 0,0 2-224 0,0-4-64 0,1 0 0 0,0-2 0 16,1 0-128-16,-2-2 0 16,1-1 0-16,1-3 0 15,3 0-1104-15,-1-5-208 0,1 0-32 0,1-3-16 16,0-1-1456-16,1-3-304 0,4-1-48 0,-1-2-10080 15,1-1-2032-15</inkml:trace>
  <inkml:trace contextRef="#ctx0" brushRef="#br0" timeOffset="-102370.64">24509 14111 19343 0,'0'0'1728'0,"-8"0"-1392"0,-3-3-336 0,1 3 0 16,-1 1 5648-16,1 1 1072 0,-3 0 192 0,1 2 64 15,1 1-4256-15,-1 3-848 0,0 0-160 0,0 1-48 16,1 0-496-16,0 2-96 0,2-1-32 0,0 2 0 15,1 0-592-15,2-1-112 0,2 2-16 0,1-1-16 0,2-1-176 0,-1 0-128 16,5-2 144-16,1 2-144 0,2-1 0 0,4-1 0 16,0-1 0-16,2-1-160 0,1 1-32 0,4-3-16 15,2-3 0-15,3 0 0 16,3-2-1392 0,3-2-256-16,0 0-64 0,2-3-16 0,2-1-1008 0,0-3-192 0,1 1-32 0,-2 1-14800 15</inkml:trace>
  <inkml:trace contextRef="#ctx0" brushRef="#br0" timeOffset="-102080.95">24876 14040 11055 0,'0'0'976'0,"0"0"-784"0,-9-2-192 0,-1 0 0 0,-2 1 7504 0,3 1 1456 15,-2 0 304-15,2 1 48 0,3 1-6704 0,-2 0-1344 16,0 1-272-16,8-3-48 0,0 0 272 0,-6 5 64 16,6-5 16-16,0 0 0 0,0 9-768 0,1 0-144 15,3 2-48-15,1-5 0 0,2 5-112 0,0-1-32 16,2 1 0-16,3 0 0 0,-1 2-192 0,0 0 144 15,1 0-144-15,1-1 128 0,0-1-128 0,0-1 0 0,2 0 0 0,0 1 0 16,-2 1 0-16,-1-2 0 0,-2-1 0 16,0 2-176-16,-1-4 176 0,-3 1 0 0,1 0-144 0,-3-1 144 15,-2-2 0-15,0 1 0 0,-2 1 0 0,-3-3 0 16,-1 1 0-16,-3 0 0 0,-2-1 0 0,-1 0 0 0,1 1 128 16,-3-1-128-16,-1-1 0 0,0-1 128 15,0 1-128-15,1 1 0 0,-2-1 0 0,0-1 0 16,-1 1-320-16,1-1 48 0,0 4 16 0,0-4 0 15,0 1-1152-15,0-1-240 0,1 0-32 16,2-1-16-16,4 0-2176 0,7-1-432 0,0 0-96 0,0 0-16 16</inkml:trace>
  <inkml:trace contextRef="#ctx0" brushRef="#br0" timeOffset="-101780.54">25292 14145 26719 0,'0'0'1184'0,"0"0"240"0,0 0-1136 0,0 0-288 16,0 0 0-16,0 0 0 0,0 0 4976 0,3 7 928 16,-2 3 192-16,-1-1 48 0,-1 0-3536 0,1 1-704 0,-3 5-144 0,1-1-32 15,-2 3-976-15,0 0-208 0,-3 4-32 0,1 2-16 16,0 3-160-16,-3 3-16 16,-1-3-16-16,-1 1 0 0,0 1-144 0,-1-3-32 15,0-1 0-15,-1-2 0 0,0 2-128 0,3-3 0 16,-3-2 0-16,1 1 0 0,0-3 0 0,2-2 0 0,-1 0 128 0,2-2-128 15,1 0 0-15,3-1-144 0,-1-3 144 16,-1-1-208 0,2-2-608-16,5-6-112 0,0 0-32 0,0 0 0 15,0 0-1024-15,0 0-192 0,0 0-64 0,0 0 0 0,0 0-1920 16,6-3-384-16,4-2-64 0,4-5-32 0</inkml:trace>
  <inkml:trace contextRef="#ctx0" brushRef="#br0" timeOffset="-101513.42">25425 14412 17503 0,'0'0'1552'0,"0"0"-1232"0,0 0-320 0,0 0 0 0,0 0 3968 0,0 0 720 16,0 0 160-16,0 0 16 0,0 0-2208 0,0 0-448 16,3 9-96-16,-1-1 0 0,1 0-192 0,-2 1-16 15,1 0-16-15,-1 1 0 0,-1 2-736 0,-1 0-160 16,-2 0-32-16,0 1 0 0,1-2-320 0,-2 2-64 15,0 0 0-15,0 0-16 0,-1 0-352 0,0 0-64 16,-1 1-16-16,1-1 0 0,0-2-128 0,1 1 0 16,0 0 0-16,0-1 128 0,0 1-128 0,-1 0-144 15,2-2 144-15,2 0-208 16,2-1-736-16,2-2-144 0,0 0-16 0,1 0-16 16,2-1-1184-16,5-2-256 0,-4-3-32 0,5 1-10960 15,4-2-2192-15</inkml:trace>
  <inkml:trace contextRef="#ctx0" brushRef="#br0" timeOffset="-100774.3">25699 14574 4607 0,'0'0'400'0,"0"0"-400"0,-5-6 0 16,-2 0 0-16,-1-1 7376 0,0 2 1392 0,-2 0 288 0,-2 1 48 15,1 1-4944-15,-2 3-1008 0,-2-1-192 0,1 1-32 16,0 1-1264-16,-3 2-240 16,0 1-48-16,0 0-16 0,0 1-656 0,0 2-144 0,0 0-32 0,1 2 0 15,1 3-128-15,2-1-16 0,1 0-16 0,1 1 0 16,2-1-240-16,1-1-128 0,2 0 160 0,2 1-160 0,1-1 0 0,2 2 0 15,1-4 0-15,1 1-160 16,5-1-112-16,0 0-32 0,2-2 0 0,2 1 0 16,2-2-240-16,2 0-48 0,3-2-16 0,0-1 0 15,2-2-80-15,1 0-16 16,1-1 0-16,1-2 0 0,1-2-32 0,0 0-16 0,1-2 0 16,-1 1 0-16,3-3 48 0,-1 1 0 0,-2 0 0 15,0 0 0-15,-3-1 352 0,0 0 80 0,-2 0 16 0,-2 1 0 0,-4 0 256 16,-2 2 144-16,-1 1-16 0,-4-1 0 0,-5 6 384 15,0 0 80-15,2-6 16 0,-2 6 0 0,0 0 112 0,-4-5 32 16,-1 2 0-16,-2-1 0 0,0 1-176 0,0 3-48 16,-2 0 0-16,-1 0 0 0,3 3-144 0,-3 1-48 15,0 2 0-15,1-2 0 0,0 2-160 0,0 0-48 0,0 1 0 16,2 0 0-16,2-3-128 0,-2 2 0 16,3 1 0-16,3 0 0 0,1-7 0 0,3 8-192 0,1 0 64 15,1-2 128-15,0 1-400 0,3-2 32 16,1-1 16-16,1 0 0 15,2-2-144-15,0 0-16 0,1-2-16 0,0 0 0 16,1 0 0-16,1-2 0 0,0 0 0 0,-2-2 0 16,0 0 80-16,-1 0 32 0,0 0 0 0,0-3 0 0,-3 1 192 0,0-1 32 0,-1 0 16 0,-2-1 0 15,2 0 176-15,-3 1 128 0,-2 1-128 16,-1 1 176-16,2 0 192 0,-4 5 32 0,0 0 16 0,0 0 0 16,0 0 320-16,0 0 64 0,0 0 16 0,0 0 0 15,0 0-48-15,0 0 0 0,0 0 0 0,0 0 0 16,0 0-256-16,0 0-48 0,0 0-16 0,-2 7 0 15,-1 2-96-15,3 2-32 0,0 1 0 0,0 2 0 0,0-1-128 0,1 4-16 16,1 3-16-16,2-2 0 0,-2 1-160 0,1 2 192 16,-1 1-192-16,1 2 192 0,1 1-192 0,-3-2 160 15,-1 1-160-15,0-2 160 0,2 0-160 0,-2-1 128 16,0-2-128-16,-3-1 128 0,-1 1-128 0,0-2 0 16,-1-2 0-16,0 0 0 0,-2-2 0 0,1 0 0 15,-2-2 0-15,-1 1 0 0,-3-3 0 16,-1 0 0-16,-1 1 0 0,-2-4 128 0,0-2-128 0,-1 0 192 15,-1 1-192-15,-1-2 192 0,-6-2-192 0,1 0 192 16,0-1-192-16,-1 0 192 0,1-1-192 0,-1 0 0 16,2-1-192-16,1 1 192 0,0-5-320 0,1 0 48 15,1 0 16-15,2-1 0 16,1 2-864-16,1 0-160 0,2-2-48 0,4 1 0 16,3-1-2384-16,1 1-496 0</inkml:trace>
  <inkml:trace contextRef="#ctx0" brushRef="#br0" timeOffset="-88695.32">24868 11717 21183 0,'0'0'1888'0,"0"0"-1504"0,0 0-384 0,0 0 0 0,11 7 3584 0,3-1 640 16,6-1 128-16,-6-3 16 0,3 0-3152 0,4 1-624 15,4-2-128-15,5 0-16 0,5-2 432 0,4-1 80 16,3-1 32-16,2-1 0 0,2-1-480 0,4 0-80 16,4-5-32-16,5 3 0 0,3-2-112 0,5-2-32 15,3-2 0-15,2-4 0 0,-2-2-48 0,2-4-16 16,1-1 0-16,1-2 0 0,4-4-64 0,1 1 0 15,-1-1-128-15,-4-1 192 0,-3-1-192 0,-1-2 128 16,-1-1-128-16,0-1 0 0,0-2 128 0,-4-1-128 16,-2 0 0-16,-6-2 144 0,-3 0-144 0,-5-1 192 15,-2 0-192-15,-2 2 192 0,-6-1 48 0,0 2 16 0,0-3 0 0,-1 1 0 16,-2-2-16-16,1 0 0 0,-3 0 0 16,-2 0 0-16,0-2 16 0,-1 1 16 0,-1 1 0 15,-1 1 0-15,-5 1-16 0,0 1-16 0,-3 4 0 0,-2 1 0 16,-3 1-240-16,-2 5 0 0,-2-1 0 15,-3 7 0-15,-1 3 0 0,-4 1 0 0,0 2 0 16,-2 4 0-16,0 1 256 0,-2 1-32 0,-2 1-16 0,1 3 0 16,0 1-80-16,-1 1-128 0,1 0 176 0,0 1-176 0,1 4 176 15,-3-6-176-15,3 6 160 0,-2-4-160 16,-1 1 0-16,3 3 0 0,0 0 0 0,0 0 0 16,-3-4 0-16,3 4 0 0,0 0 0 0,0 0 0 0,-2-6 0 0,2 6 0 15,0 0 0-15,0 0 0 0,0 0 0 0,-3-2 0 16,3 2 0-16,0 0 0 0,0 0 0 0,0 0 0 15,-4-4 0-15,4 4 0 0,0 0 0 0,0 0 128 16,-8 4-128-16,8-4 0 0,-7 8 0 0,-1-2 0 16,0 5 0-16,0-4 0 0,3 1 0 0,-2 0 0 15,2 0 0-15,5-8 0 0,-6 6 0 0,6-6 0 16,0 0 0-16,0 0 0 0,0 0 0 0,0 0 0 16,0 0 128-16,0 0-128 0,-7 2 0 0,7-2 0 15,0 0 128-15,0 0-128 0,-1-3 0 0,1-3 0 16,1-1 0-16,2-3-160 0,2-1 160 0,0 2 0 15,2-4-144-15,0-1 144 0,1-1 0 0,1 0 0 16,1-5-144-16,-1 2 144 0,1 0 0 0,1 2 0 16,-2 2 0-16,-2 5 0 0,0-2 0 0,0 2 0 0,-2 4 0 0,-5 5 0 15,0 0 0-15,0 0 256 0,0 0-64 0,0 0 0 16,0 0 192-16,0 0 16 16,2 13 16-16,0 0 0 0,-4 3-128 0,2-1-32 15,2 1 0-15,0-3 0 0,1 0-256 0,-1 0 0 0,1 0 0 0,1 0 0 16,1 0 160-16,2-3-160 0,-2 2 128 15,1 0-128-15,1-2 0 0,-2 2 0 0,-1-4 0 0,0 4 0 16,1-1-1648 0,0 4-304-16,1 0-64 0,-1 4-12880 0,0 1-2576 0</inkml:trace>
  <inkml:trace contextRef="#ctx0" brushRef="#br0" timeOffset="-87177.62">25788 14172 30399 0,'0'0'2704'0,"0"0"-2160"0,0 0-544 0,0 0 0 16,0 0 1472-16,5-5 176 0,1 0 32 0,2-1 16 15,1-3-1696-15,0-1-256 0,2-2-80 0,-2 0-32 16,0-1 656-16,0-2 128 0,-1-2 32 0,0 0 0 15,0 0 320-15,-1-4 64 0,0-1 0 0,-1-2 16 16,0 0 176-16,-1-4 16 0,0-3 16 0,3-17 0 16,-2 1-288-16,1-2-48 0,-1-3-16 0,1 3 0 0,-3-1-256 15,1-2-64-15,0-4-16 0,1-4 0 0,-4-3-112 0,2-4 0 16,0-8-16-16,-1 1 0 0,-3-3-96 0,2-2-16 16,1-4 0-16,-2-1 0 0,2-4-128 0,-1 0 160 15,-2 2-160-15,3-2 160 0,2-4 0 0,-1-2 0 16,0 0 0-16,0 7 0 0,0 2 32 0,-3 30 16 15,-1-9 0-15,1-1 0 0,1-4-16 0,2 1-16 16,-2-1 0-16,3 3 0 0,1 0-176 0,-2 3 0 16,1 0 144-16,0 3-144 0,2 0 0 0,-1 3 0 15,-1-1 0-15,3 5 128 0,1 5-128 0,-2 1 0 16,-1 2 0-16,2 5 0 0,0 1 0 0,-2 2 0 16,-2 1 0-16,2 3 0 0,-3 3 0 0,1 2 0 15,0 0 0-15,-1 3 128 0,-2 3-128 0,0-1 0 16,1-1 128-16,-1 2-128 0,-1 1 160 0,0-1-32 15,0 0-128-15,1 0 192 0,-1 1-192 0,0 3 0 16,0-4 128-16,-1 5-128 0,1 0 0 0,0 2 0 16,0 0 0-16,1 2 0 0,-1-2 0 0,0 2 0 15,0 2 0-15,-1-1 0 0,1-1 0 0,-1 2 0 16,-1 1 0-16,1-2 0 0,0 3 128 0,0 1-128 0,-1-1 0 16,1 1 0-16,-2 0 144 0,2 1-144 0,0 0 128 15,-1 1-128-15,1 0 0 0,1 1 128 0,0-1-128 0,0-1 0 16,0 1 0-16,0-2 0 0,0 1 0 0,1 1 0 15,1 1 0-15,0-2 0 0,1-1 0 16,-2 2 0-16,1-1 0 0,-1 1 0 0,0 0 0 0,2 2 0 16,-3 1 0-16,0 3 0 0,0 0 0 0,0 0 0 15,-3-4 0-15,3 4 128 0,-4-3-128 0,4 3 128 16,0 0-128-16,0 0 0 0,0 0 0 0,0 0 128 0,-6 4-128 16,6-4 0-16,-7 5 0 0,1 3 0 0,-1-1 0 0,1 0 0 15,-1 2 0-15,1 1 0 0,-1-3 0 0,-1 3 0 16,0 0 0-16,1 0 0 0,-1 3 0 0,0-1 0 15,0 1 0-15,0-1 0 0,1 1 0 0,-1 5 0 16,3-3 0-16,1-5 0 0,4-10 0 0,-7 10 0 16,7-10 0-16,0 0 0 0,0 0 0 0,0 0 0 15,0 0 0-15,0 0 0 0,0 0 0 0,0 0 0 16,0 0 0-16,0 0 0 0,0 0-128 0,1-5 128 16,-1-3-160-16,3-1 160 0,1-4 0 0,1 0 0 15,2-2-128-15,0-2 128 0,3-3 0 0,0 1 0 16,2-4 0-16,1 2-144 0,-1 1 144 0,-1-1 0 15,2-1 0-15,-2 3 0 0,-1 4 0 0,-1 0 0 0,-1 4 0 0,-3 0 0 16,-1 5 0-16,-1 0 0 16,1 3 0-16,-4 3 128 0,0 0 0 0,0 0 0 15,0 0 0-15,0 0 0 0,0 0-128 0,0 0 144 16,-4 13-144-16,0 0 160 0,0 4-160 0,0-4 0 0,0 4 144 0,2 0-144 16,0-1 0-16,2 0 0 0,2 0 0 15,-1-1 0-15,0 1 0 0,2-3 0 0,1 0 0 0,1 0 0 16,0-1 0-16,0 0 0 0,3-5 0 15,-1 3 0-15,-1-3 0 0,2 0 0 0,0-2 0 0,1-1 0 16,0-1 0-16,0-2-320 0,2 2 64 0,-2-1 16 16,-1-1-1344-16,2 1-272 15,2 2-48-15,-1-3-12512 0,3 2-2512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0T22:20:37.61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613 2270 10127 0,'-11'-2'896'0,"6"-2"-704"15,-1-1-192-15,2-2 0 0,0 1 6656 0,-1-1 1280 16,1 1 272-16,4 6 48 0,-4-11-4864 0,0 2-992 16,4 9-192-16,0 0-32 0,0 0-448 0,0 0-64 15,0 0-32-15,0 0 0 0,0 0-736 0,0 0-160 16,0 0-32-16,0 0 0 0,1 14-304 0,0 5-64 0,-2 3-16 0,1 0 0 16,0 3-144-16,-1 1-48 15,0 0 0-15,1 1 0 0,-3 1-128 0,3 0 0 16,0 2 144-16,0 3-144 0,-1 1 0 0,2 1 0 15,0-1 0-15,2-3 128 0,-1-3-128 0,1-4 0 0,0-4 0 0,1-5 0 16,-1 0-512-16,1-6-80 0,-4-9-16 16,0 0 0-16,0 0-1344 0,0 0-272 0,13-1-48 0,-1-5-16 15,-1-7-1952-15,-4-2-400 0</inkml:trace>
  <inkml:trace contextRef="#ctx0" brushRef="#br0" timeOffset="288.58">462 2195 34095 0,'-12'-7'3024'0,"-1"-2"-2416"0,1 0-480 0,3 1-128 0,4-1 3264 0,-1 1 640 16,3 0 128-16,3 8 32 0,0-9-1792 0,0 9-352 16,6-10-80-16,3 1-16 0,2-2-1152 0,2 1-224 15,1 1-64-15,2-3 0 0,-1 0-384 0,5 1 128 16,3-1-128-16,5 1 0 0,4 1 0 0,-13 7 128 16,5 2-128-16,2 0 0 0,3 1 128 0,1 1-128 15,-3-1 0-15,1 4 128 0,-2 1-128 0,16 6 0 16,-11-1 0-16,-9 0 128 0,-6 2-128 0,-6 1 0 15,-5-2 0-15,-2 3 0 0,-4 2 0 0,-5 2 192 16,-3 3-192-16,-4 1 192 0,-2 1-48 0,-4 2 0 16,-3-1 0-16,-1 0 0 0,-3 1-144 0,0-3 160 15,0-2-160-15,11-8 160 0,-3 1-160 0,-2 1 0 16,1 0 0-16,-1-2 0 16,2 0-512-16,1 1-128 0,1-3-16 0,-7 10-16 15,10-7-2144-15,5-3-416 0,5-1-96 0</inkml:trace>
  <inkml:trace contextRef="#ctx0" brushRef="#br0" timeOffset="834.79">802 2347 29487 0,'0'0'2624'0,"0"0"-2112"0,0 0-512 0,8 9 0 15,2 1 3728-15,-2-1 640 0,-2 1 128 0,1 2 32 0,-1-2-2000 0,1 3-400 16,-1 3-80-16,0 5 0 0,-2-2-832 0,-1 6-176 16,0 1-16-16,0 0-16 0,1 0-560 0,1-3-96 15,-1-3-32-15,-2 0 0 0,1-2-128 0,1-2-48 16,-3-3 0-16,0 0 0 0,1-1-144 0,-2-12 160 15,0 0-160-15,0 0 160 0,0 0-160 0,0 0 160 16,0 0-160-16,0 0 160 0,0 0-112 0,0 0-48 16,0 0 0-16,0 0 0 0,0 0 0 0,0-11 0 15,1 1 0-15,2-2 0 0,-1 0 0 0,4-2 0 16,1-4 0-16,2-1 0 0,-1-1 0 0,1 1 0 16,1-3 0-16,0 4 0 0,2 1 0 0,1 3 0 15,0-1 0-15,0 4 0 0,0 0 0 0,1 3 0 16,1 2 0-16,-2-2 0 0,0 3 0 0,-2 2 0 15,-11 3 0-15,12-1 0 0,-12 1 0 0,12 2 0 16,-12-2 0-16,8 8 0 0,-8-8 0 0,5 13 0 16,-1 2 0-16,-6 2 0 0,0 1 0 0,-1 3 0 15,-1 1 0-15,-1 1 0 0,-1 1 0 0,2-2 0 0,1-1 0 0,2-2 0 16,-2-3 0-16,3 0 0 0,4-2 0 0,0-1 0 16,0-3 0-16,1 1 0 0,0-1 0 0,3-2 0 15,-8-8 0-15,13 4 0 0,0-4 0 0,2 0 0 16,-2-1 0-16,-3-2 0 0,-1-2 0 0,2-2 0 15,-1 1 0-15,2-1 0 0,-2-4 0 0,2-1 0 16,-2-1 0-16,1-1 0 0,-2-2 0 0,-1 0 0 0,-2 1 0 16,-3-2 0-16,-2 0 0 0,0 0 0 15,-1 0 0-15,-2 1 0 0,-2 2 0 0,-1 1 0 0,-2 0 0 16,-1 2 0-16,-1 0 0 0,-2 1 0 0,0 1 0 16,-5-2 0-16,1-1 0 0,0 3 0 0,1 5-288 15,2 0-48-15,2 1-16 0,10 3 0 16,0 0-784-16,-9 0-144 15,9 0-48-15,0 0 0 0,0 0-2720 0,0 0-560 0,0 8-96 0</inkml:trace>
  <inkml:trace contextRef="#ctx0" brushRef="#br0" timeOffset="1746.18">1550 2428 15663 0,'0'0'688'0,"0"0"144"0,0 0-656 0,0 0-176 15,1-5 0-15,-1 5 0 0,0 0 6704 0,0 0 1296 0,0 0 272 0,0 0 48 16,0 0-4672-16,-6 5-960 15,-2 3-176-15,0 2-32 0,-1 3-1296 0,0 4-256 16,-1 3-48-16,-1 2-16 0,1 0-496 0,1 2-112 16,1-2 0-16,3 1-16 0,1 1-240 0,4-1 0 15,1-1 128-15,2-1-128 0,0-2 0 0,4-3 0 16,1-2 0-16,1-3 0 0,1-2 0 0,2-1-160 16,1-1 160-16,1-5-192 0,2-2 0 0,0-1 0 15,1-2 0-15,0-3 0 0,0-5 0 0,-2 1-16 16,0-3 0-16,-1-1 0 0,0-1 80 0,-2 0 128 15,-2-2-208-15,0-2 80 0,-1 0 128 0,-1-1 0 0,-3-2 0 16,-1 1 0-16,1 2 0 0,-1 2 0 0,-2-1 128 0,-2 3-128 16,0 1 144-16,-1 2-144 0,1 4 192 0,-1 2-192 15,-3 2 288-15,4 4-48 0,0 0-16 0,0 0 0 0,-4 4-48 16,0 2-16-16,0 0 0 0,2 4 0 0,-1 4-160 16,0 2 0-16,2 1 0 0,1 1 128 0,3 0-128 0,1 1 0 15,2-1 0-15,2-1 0 0,1-1 0 0,0-2 0 16,0-1 0-16,0-1 0 0,3-1 0 0,1-4 0 15,1-1 0-15,2 0 0 0,1-1-224 0,0-4 80 16,0-2 16-16,0-3 0 0,-1-1 128 0,-1-2-208 16,1-1 80-16,-2-2 128 0,1 0-176 0,-2-4 176 15,-2 0-128-15,0-3 128 0,-2-1 0 0,0-2-128 16,0 0 128-16,-1-3 0 0,0 0 0 0,-2-1-128 16,-1 2 128-16,1 1 0 0,-2 3 0 0,0 4 0 15,-2-1 0-15,-1 5 0 0,-1 2 0 0,-1 2 0 16,1 6 0-16,0 0 176 0,0 0 48 0,0 0 16 15,0 0 0-15,0 0 0 0,0 0-112 0,0 0-128 16,0 0 176-16,0 0-176 0,0 0 0 0,0 9 0 16,1-1 0-16,2 2 0 0,0 2 0 0,1-2 0 15,1 2 0-15,0 2 0 0,-1 1 0 0,1 0 0 16,2 1 0-16,0 0 0 0,1-1 0 0,0 2 0 0,0-1 0 16,0-1 0-16,-2 2 0 0,2 0 0 0,0-4 0 0,0 0 0 15,-2-2 0-15,1-1 0 16,-1-1 0-16,2-1 0 0,0 1 0 0,-2-2 0 0,0-1 0 0,-6-6 0 15,5 6 0-15,-5-6 0 0,0 0 0 0,0 0 0 16,0 0 0-16,9 1 0 0,-1-2 0 0,-8 1 0 16,6-4 0-16,1-3 0 0,-1-1 0 0,1-1 0 15,-1-2 0-15,1-3 0 0,-1-1 0 0,2-5-144 0,0-2 144 16,3-1-128-16,-1-5 128 0,2 1-128 0,1 1 128 0,-2 0-208 16,1 0 80-16,0 2 128 15,0 2-176-15,-2 1 176 0,1 3-128 0,-2 2 128 0,-3 3 0 0,-1 4 0 16,-1 3 0-16,-4 6 0 15,0 0 0-15,0 0 224 0,0 0-32 0,0 0 0 0,0 0-48 0,0 0-16 16,0 0 0-16,0 0 0 0,7 6-128 0,-1 2 0 16,1 0 144-16,-2 1-144 0,0-1 0 0,2 2 0 15,-1 1 0-15,2 0 0 0,0 1 0 0,1 0 0 16,0-2 0-16,0 2 0 0,0 2 128 0,1 2-128 16,-3 0 160-16,1-1-160 0,0 1 0 0,-1-3 0 15,-2 1 0-15,0 2 0 0,-2-2 0 0,-2 2 0 16,-1 0 0-16,0-2 0 0,0-4 0 0,-3 1 0 15,-1-2 0-15,0 0 0 0,1 1 0 0,0-3 128 16,-2 1-128-16,-2-2 64 0,-2-1-64 0,0 1-160 16,0-1 160-16,0-3-192 15,1 2-1856-15,-1 2-368 0</inkml:trace>
  <inkml:trace contextRef="#ctx0" brushRef="#br0" timeOffset="2351.44">3022 2300 42383 0,'0'0'3776'0,"0"0"-3024"0,0 0-608 0,7-2-144 0,4-1 2560 0,1-1 496 16,1 0 80-16,1-1 32 0,2 1-2224 0,1 0-448 16,1 0-96-16,2 2-16 0,1-2-16 0,-2 1-16 15,1 1 0-15,-2 0 0 0,-1 2-112 0,0 2-32 16,0 0 0-16,-3 0 0 0,-1-1-32 0,-1 3-16 16,-2-2 0-16,0 4 0 0,-5-1-32 0,0 3 0 15,-2 1 0-15,-3 0 0 0,-2 1 0 0,0-1 0 16,-4 3 0-16,1 4 0 0,-3-2-128 0,-2 4 160 0,-3 3-160 15,-1 0 160-15,1 0-112 0,-4 2-48 0,-2 1 0 16,0-1 0-16,-1 1 0 0,1-1 0 0,-1-1 0 0,2 1 0 16,1-3 0-16,3 1 0 0,1-1 0 15,1-3 0-15,1 0 0 0,4-2 0 0,1-2 0 16,5-1 0-16,1-3 0 0,4-1 0 0,2 0 0 0,1-1 0 16,0-1 0-16,2-1 0 0,2-1 0 0,4-3 0 15,0-1 0-15,2-2 0 0,3-2 0 0,1 0 0 0,0-1 0 0,-1 1 0 16,1-4 0-16,1-1 0 15,3-1 0-15,0-2 0 0,0-1 0 0,0-2 0 16,1 0-1216-16,0-1-224 0,1-1-48 0,2 0-15088 16,-1 0-3008-16</inkml:trace>
  <inkml:trace contextRef="#ctx0" brushRef="#br0" timeOffset="2518.5">3739 2509 24879 0,'-5'-1'2208'0,"5"1"-1760"16,0 0-448-16,0 0 0 0,0 0 5664 0,0 0 1056 15,0 0 192-15,0 0 64 0,0 0-4592 0,0 0-912 16,0 0-176-16,8-2-32 0,1 0-688 0,1-1-144 16,2-1-32-16,1 2 0 15,-1-2-832-15,3 0-160 0,2-1-48 0,2-3 0 16,-1-3-2880-16,1 2-576 0,18-8-112 0,-7 3-16 0</inkml:trace>
  <inkml:trace contextRef="#ctx0" brushRef="#br0" timeOffset="3007.81">4002 2298 45903 0,'0'0'2032'0,"0"0"416"0,0 0-1952 0,0 0-496 0,0 0 0 0,0 0 0 16,4-5 1168-16,3 1 144 0,-1-2 32 0,3 4 0 15,2-3 64-15,1 1 0 0,2 1 16 0,2-1 0 16,2 0-816-16,1 2-160 0,2-1-48 0,-1 0 0 16,-2 1-160-16,-1-1-48 0,0 2 0 0,-1 1 0 15,-3 2-192-15,0 0 0 0,-4-2 0 0,-1 1 0 16,-8-1 144-16,0 0-16 0,0 0 0 0,0 0 0 0,1 9 16 15,-2 0 0-15,-3 2 0 0,-3-3 0 16,-2 1-96-16,-1 1-48 0,-2-1 0 0,-1 2 0 0,-1-1 0 0,-1 2 0 16,0 0 0-16,-2-2 0 0,0 2 0 0,0-4 0 15,-2-1 0-15,4 3 0 16,2 1 0-16,1-2 0 0,2 1 0 0,2-3 0 0,1 1 0 16,2 1 0-16,1-2 0 0,4-7 0 0,0 0 0 0,3 6 0 15,1 2 0-15,1-1 0 0,3-2 0 0,1 0 0 16,1 0 0-16,3-2 0 0,2 2 0 0,0 0 0 15,2 1 0-15,3-3 0 0,-2-1 0 0,0 0 0 16,-1 2 0-16,2-1 0 0,-1 2 0 0,0 2 0 0,0 0 0 16,-2 3 0-16,0-3 0 0,-3 1-160 15,-2-1 160-15,0 1-128 0,-2 2 128 0,-1 0 0 0,0 1 160 0,-5-3-32 16,-1 2-128-16,-4 2 0 16,0-3 0-16,-2 3 0 0,-1 1 0 0,-3 0 0 15,-3 0 0-15,0 1 0 0,-4-1 0 0,0 0 0 0,-1-1 0 16,-2 0 0-16,-2-1 0 0,1 0 0 0,-1-2 0 15,-1-1 0-15,-2-2 0 0,2 0 0 0,1-3 0 0,3 1 0 16,3-1 0-16,2-2 0 0,1-3-160 0,3 0 160 31,3 2-1200-31,5 0-144 0,0 0-48 0,2-7 0 16,5-5-2576-16,5-3-512 0,6 0-96 0</inkml:trace>
  <inkml:trace contextRef="#ctx0" brushRef="#br0" timeOffset="3175.21">4667 2354 52527 0,'0'0'2320'0,"0"0"496"0,0 0-2256 0,0 0-560 0,0 0 0 0,0 0 0 0,0 0 608 0,0 0 16 15,0 0 0-15,0 0 0 0,0 0-144 0,0 0-32 16,0 0 0-16,0 0 0 16,0 0-1424-16,0 8-304 0,0 1-48 0,4 0-14560 15,5 1-2928-15</inkml:trace>
  <inkml:trace contextRef="#ctx0" brushRef="#br0" timeOffset="3304.27">4789 2574 52175 0,'-7'14'2304'16,"6"-6"496"-16,-1 3-2240 0,1-2-560 0,1-1 0 0,0 1 0 0,-1-1 1296 0,1 1 160 15,0 0 16-15,0-1 16 0,0-8-864 0,0 8-176 16,0-1-48-16,0-7 0 0,0 0-400 0,0 0 0 16,0 0 0-16,0 0-176 0,0 0 176 0,0 0 0 15,0 0 160-15,9 6-17584 16,4-4-3520-16</inkml:trace>
  <inkml:trace contextRef="#ctx0" brushRef="#br0" timeOffset="7068.58">5959 2272 44399 0,'0'0'1968'0,"0"0"400"0,0 0-1888 0,0 0-480 0,0 0 0 0,0 0 0 0,-2 10 384 0,0 2-32 15,2 2 0-15,2 3 0 0,-1 1 688 0,0 3 144 16,1 5 32-16,0 0 0 0,1 6-512 0,-2 0-80 16,0 1-32-16,2 1 0 0,1 0-304 0,-1-2-64 15,-1-3-16-15,1-2 0 0,1-1-80 0,0-5-128 16,-1-3 176-16,0-1-176 0,0-1 0 0,-1-4-144 16,1-3-16-16,-3-9 0 15,0 0-1280-15,0 0-256 0,0 0-48 0,0 0-16 16,0 0-1904-16,0 0-384 0,6-13-80 0</inkml:trace>
  <inkml:trace contextRef="#ctx0" brushRef="#br0" timeOffset="7372.88">5818 2195 32255 0,'-13'1'1424'0,"6"-1"304"15,-2-1-1392-15,2 1-336 0,2-4 0 0,5 4 0 0,0 0 4032 0,0 0 720 16,0 0 160-16,0 0 16 0,12-1-3296 0,1-1-672 0,5 2-128 0,3 0-16 15,2-5-448-15,3 1-96 0,2 0-16 0,3 0 0 16,3 0-96-16,-11 2-32 0,3-2 0 0,4 1 0 16,3 3-128-16,1-2 0 0,-2 2 144 0,-2 2-144 15,-1 1 0-15,-2 2 0 0,-2 2 0 0,-4 0 0 16,-3 1 0-16,-3 3 0 0,-4 0 0 16,-3 4 128-16,-1-2-128 0,-6 0 0 0,-4 1 0 15,-3 2 0-15,-3 1 128 0,-3 0 16 0,-4 0 0 0,-1 0 0 16,-2-2 0-16,-1 1 0 0,-2-2 0 0,1-1 0 0,-1-2-144 0,-7 4 0 15,6-4 0-15,3-1 128 16,5-1-1024-16,2-2-192 0,2-3-64 16,11-4 0-16,0 0-2688 0,0 0-560 0,0 0-96 0,0 0-32 0</inkml:trace>
  <inkml:trace contextRef="#ctx0" brushRef="#br0" timeOffset="7706.75">6395 2669 38703 0,'0'0'3440'0,"0"0"-2752"0,9 4-560 0,0-1-128 0,0-2 1248 0,0 2 224 16,2-1 32-16,-2 0 16 0,-1-1 464 0,-1 0 80 15,3 1 32-15,-1 0 0 0,0-1-944 0,-1 3-192 16,-1-4-48-16,1 2 0 0,0-1-480 0,1 3-112 16,-1-3 0-16,-8-1-16 0,8 3-128 0,-3 1-32 0,-5-4 0 0,0 0 0 15,4 8-16-15,-3 1 0 0,-1 0 0 0,-1 1 0 16,-4 1 128-16,0 0 0 15,-1 2 16-15,-1 0 0 0,-3 0-80 0,1 1-32 16,-1-1 0-16,-1 0 0 0,1-2-160 0,0 2 160 0,0-1-160 0,3 0 160 16,0-3-160-16,3 0 0 0,0-1 0 0,2-2 0 15,2-6 0-15,0 0 0 0,0 0 0 0,6 7 0 16,2-1 0-16,1-3 0 0,0 1 0 0,2-4 0 16,2 0 0-16,1 0 0 0,2 0 0 0,1-3 112 0,1 1-112 15,1-2 0-15,1 0 0 0,1-1 0 16,2 0-512-16,1-2-80 0,-2-1-32 0,1 3 0 15,2-2-1360-15,1-2-288 0,2 0-48 16,-1 0-20560-16</inkml:trace>
  <inkml:trace contextRef="#ctx0" brushRef="#br0" timeOffset="12601.78">7156 2523 47391 0,'-13'7'2112'0,"13"-7"416"0,0 0-2016 0,0 0-512 16,0 0 0-16,0 0 0 0,0 0 656 0,0 0 48 0,0 0 0 0,0 0 0 15,8-3 128-15,1 2 48 0,0 0 0 0,4-3 0 16,2 1-528-16,1 0-96 0,4 1-32 15,0-1 0-15,0 1-224 0,1 0 0 0,1-2 0 0,2 2 0 32,2-1-896-32,0 3-256 0,1-2-64 0,2 0-14032 0,2 1-2800 0</inkml:trace>
  <inkml:trace contextRef="#ctx0" brushRef="#br0" timeOffset="13468.71">7133 2390 21183 0,'0'0'1888'0,"-8"-2"-1504"0,0 2-384 0,0-2 0 15,2 0 5952-15,0 2 1136 0,6 0 208 16,0 0 64-16,-6-4-4560 0,6 4-912 0,0 0-176 0,0 0-48 16,0 0-592-16,0 0-128 0,0 0-32 0,0 0 0 15,8-5-592-15,1-1-128 0,1 3-32 0,3-1 0 16,2 2-32-16,0-2 0 0,2 2 0 0,0 2 0 16,3-4-128-16,-1 1 0 0,1 1 0 0,1 0 0 0,0 2 0 0,-2 0 0 15,2 0 0-15,0 0 0 16,-2-1-352-16,1 0-96 0,0-2-32 0,-2 2 0 15,-1 1-1136-15,0 1-240 0,-2 2-32 0,2-2-16 16,-2 4-2848-16,-2-3-576 0</inkml:trace>
  <inkml:trace contextRef="#ctx0" brushRef="#br0" timeOffset="13922.75">8088 2298 32255 0,'0'0'2864'0,"0"0"-2288"15,0 0-576-15,0 0 0 0,0 0 3264 0,0 0 560 0,-6 0 96 0,1 0 32 16,-2 1-1664-16,-1 0-336 16,-1-1-64-16,-1 0-16 0,-1 2-736 0,-1 0-160 15,-2 0-16-15,-2 3-16 0,3-3-560 0,0 2-96 16,-1 0-32-16,1 1 0 0,0-1-256 0,1 2 0 0,1 0 0 15,1-1 0-15,3-1 160 0,0 1-32 0,2-1 0 0,0 2 0 16,5-6-128-16,0 7 0 0,1 1 0 0,-1-8 0 16,0 0 0-16,6 9 0 0,2-2 0 0,4 2 0 15,1 0 0-15,3 0-176 0,1 2 48 0,1-2 0 16,0 0 128-16,0 1 0 0,2-1 0 0,0 2 0 16,0-1 0-16,1 3 0 0,0 2 0 0,-1 0 0 15,-1 0 0-15,-1-2 0 0,-2-2 0 0,0 1 0 16,-1 1 0-16,-2 0 176 0,-2-1-48 0,-3-2 0 15,-3 1-128-15,-3-3 0 0,-2-2 0 0,-2 1 0 0,-5-1 0 0,0 1 192 16,-4-2-64-16,-2 3 0 0,-3-2 16 16,-3-1 0-16,-3 1 0 0,-2-2 0 0,-2 1-144 0,-1-3 0 15,-2 1 0-15,-2-2 112 0,0-2-112 16,-1-2 0-16,0-2 0 0,2 0 0 16,1-2-1088-16,3 1-176 0,2-3-16 0,5-2-16 15,2-2-2736-15,5-2-560 0</inkml:trace>
  <inkml:trace contextRef="#ctx0" brushRef="#br0" timeOffset="14086.71">7914 2366 28559 0,'0'0'2544'0,"7"-2"-2032"0,3 0-512 0,3-2 0 0,2 0 3968 0,2 0 704 15,0-1 144-15,0 1 32 0,1-3-2608 0,2 3-512 16,-2 0-96-16,0 1-32 0,-1-3-656 0,0 1-144 16,1-3-32-16,-1 3 0 0,3 2-496 0,0 1-96 15,-2-1-32-15,0 1 0 16,3-1-800-16,0 0-176 0,1 3-16 0,-1 3-16 15,-2 1-1552-15,4 2-304 0,0 2-64 0,0 1-17504 0</inkml:trace>
  <inkml:trace contextRef="#ctx0" brushRef="#br0" timeOffset="14557.78">8683 2766 32255 0,'0'0'2864'0,"0"0"-2288"0,0 0-576 0,0 0 0 15,0 0 3296-15,0 0 544 0,0 0 128 0,0 0 0 0,0 0-2416 0,0 0-480 16,-2-7-112-16,1-1 0 0,0-5 80 0,1 2 32 15,0-1 0-15,1-1 0 0,0 0-576 0,1-3-112 16,0-1-32-16,0-1 0 0,-1-2-112 0,0 1-32 16,1-1 0-16,-1-3 0 0,-1-3-208 0,0 2 176 15,0 0-176-15,-1 3 160 0,-1 1-160 0,1 3 128 16,-3 2-128-16,1 0 128 0,1 2-128 0,-1 3 128 16,1 1-128-16,-1 3 128 0,3 6 0 15,0 0 0-15,0 0 0 0,-5 4 0 0,1 2 16 0,1 0 0 16,1 2 0-16,0 2 0 0,4-1-144 15,0 3 0-15,4 1 0 0,1-1 0 0,1-3 0 0,3 0 0 16,-1 0 0-16,4-2 0 0,3-1 0 0,2-3 0 16,-3 0 0-16,4-3 0 0,1-2 0 0,1 0 0 15,-1-2-128-15,-2 0 128 0,2-3 0 0,0 1 0 16,-1-2 0-16,-2 0 0 0,0 0 0 0,-2-3 0 16,-2 0 0-16,-1-2 0 0,0-1 0 0,-1-1 0 15,0 0 0-15,0 2 0 0,-2-4 0 0,-2 4 0 16,-2-2 0-16,0 4 0 0,0 0 0 0,-2 1 0 15,0 3 0-15,-4 7 0 0,0 0 192 0,0 0-64 16,0 0 0-16,0 0 0 0,0 0 0 0,2 11 0 16,1 2 0-16,0 0 0 0,-2 4-128 0,0 2 0 0,-1 2 0 0,3 0 0 15,0-3 0-15,0 3 0 0,3 1 0 0,-2 2 0 16,-2-2 0-16,2 0 0 0,0 0 0 16,1 0 0-16,2-1-512 15,1 0-96-15,-3-4-16 0,0 1 0 0,-1-3-1168 16,0 0-256-16,1-4-32 0,0-1-13296 0,2-2-2672 0</inkml:trace>
  <inkml:trace contextRef="#ctx0" brushRef="#br0" timeOffset="14801.46">9324 2320 20271 0,'0'0'1792'0,"0"0"-1424"0,-6-1-368 0,6 1 0 0,0 0 5952 0,-6 4 1104 15,1-1 240-15,5-3 32 0,0 0-4512 0,-1 8-912 16,1 1-176-16,0 2-48 0,0 2-608 0,1 4-128 15,1 0-32-15,0 2 0 0,-1-2-592 0,2 4-112 16,1 1-16-16,-1 2-16 0,-2-1-176 0,1 2 0 16,2-3 0-16,-1-1 128 0,-2-3-128 0,2-1 0 15,0-1 0-15,-1-2 0 0,-1-2-288 0,1-3-32 16,-1-2-16-16,-1-7 0 16,0 0-1072-16,0 0-192 0,0 0-64 0,0 0 0 15,0 0-336-15,0 0-80 0,0 0-16 0,-1-8 0 16,-2-4-1792-16,2-4-352 0</inkml:trace>
  <inkml:trace contextRef="#ctx0" brushRef="#br0" timeOffset="15101.79">9266 2225 12895 0,'-7'-15'1152'0,"7"15"-928"0,-4-6-224 15,1-1 0-15,2 1 6656 0,1-1 1296 0,0 7 256 0,0 0 48 16,0 0-4800-16,0 0-960 0,5-5-192 0,2 1-32 16,1 2-1056-16,1-1-192 0,4 0-64 0,1 2 0 15,2 0-416-15,1 1-96 0,4 1 0 0,3 0-16 16,4-2-208-16,-2 1-32 0,1 1-16 0,2 2 0 0,-2 1-176 0,1 1 0 15,-4 2 144-15,-1-1-144 16,-5 1 176-16,-1 0-48 0,-4 1 0 0,-1 0 0 0,-2 1 0 0,0 0 0 16,-4 3 0-16,-2-1 0 15,-2 0 0-15,-2 0 0 0,-1 0 0 0,-3 1 0 16,-4 0 0-16,-4 0 0 0,1 1 0 0,-2 0 0 0,-2-3-128 0,0 1 128 16,-4 0-128-16,0-2 128 0,-1 1-128 15,-1 1 0-15,1-2 0 0,-4 1 0 0,2-1 0 0,1 0-192 16,2-3 32-16,0 1 16 15,2-1-560-15,6 3-128 0,2 2 0 0,1-3-16 16,1-3-1264-16,2 1-256 0,0 1-64 0,3-1 0 16,6 2-2640-16,4-1-544 0</inkml:trace>
  <inkml:trace contextRef="#ctx0" brushRef="#br0" timeOffset="15452.8">9989 2482 18431 0,'0'0'1632'0,"0"0"-1312"15,0-6-320-15,0 6 0 0,0 0 5120 0,0 0 960 0,0 0 192 16,0 0 48-16,-13 0-2576 0,-1 3-512 0,-5 3-96 0,1 2-32 16,-3 0-1568-16,-1 4-304 0,1 5-64 0,-1-2-16 15,0-2-576-15,2 2-128 0,2 2-32 0,1-3 0 16,4-1-224-16,0 0-32 0,3-1-16 0,2 0 0 16,3-1-144-16,2-3 128 0,2 0-128 0,2 0 128 15,-1-8-128-15,0 0-192 0,7 8 32 16,0-3 16-16,4-4 16 0,-1-1 0 0,2-1 0 0,0 1 0 15,-1-4 128-15,1 1-128 0,0-3 128 0,2-1-128 16,2 0 128-16,0 0 0 0,-3-1 0 0,1 3-128 16,0-2 128-16,-1 4 0 0,2 0 0 0,-4 2 0 0,0-1 128 15,-11 2 0-15,10 4 0 0,1 0 0 0,-1 1 96 0,-1-1 32 16,0 5 0-16,2-2 0 0,-2 1-256 0,0 1 0 16,0 1 128-16,2 1-64 0,-5 0-64 0,3 0 0 15,0 2 0-15,3-1 0 0,-3-2 0 0,0 1-240 16,-1-4 80-16,0 4 16 15,0 2-2208-15,-2 0-432 0</inkml:trace>
  <inkml:trace contextRef="#ctx0" brushRef="#br0" timeOffset="16130.39">5846 3762 23951 0,'0'0'1056'0,"0"0"224"0,-5-3-1024 0,5 3-256 0,0 0 0 16,0 0 0-16,0 0 4608 0,0 0 848 0,-3 9 176 0,3 4 48 15,0 2-2960-15,0 3-592 0,3 4-112 0,1 4-32 16,-1 7-832-16,3-1-160 0,-1 2-32 0,1-1-16 16,-2 2-416-16,2 0-80 0,-1-1 0 0,0 0-16 15,0 0-176-15,2 0-48 0,1-2 0 0,1-3 0 16,-4-4-208-16,0-2 128 0,0-3-128 0,1 1 0 15,-3-4 0-15,1-2 0 0,0-4 0 0,-4-11 0 16,3 9-320-16,-3-9-144 0,0 0-48 0,0 0 0 16,0 0-896-16,0 0-176 15,0 0-32-15,0 0-16 0,0 0-1376 0,0 0-256 16,1-13-64-16</inkml:trace>
  <inkml:trace contextRef="#ctx0" brushRef="#br0" timeOffset="16456.09">5593 3734 43887 0,'0'0'1936'0,"0"0"416"0,0 0-1888 0,0 0-464 16,0 0 0-16,1-7 0 0,-1 7 976 0,7-8 112 15,1 3 0-15,3 1 16 0,4 1 288 0,3 0 48 16,3 1 16-16,2-1 0 0,2-1-752 0,1 2-160 16,0 2-32-16,2-4 0 0,-1 1-224 0,3-1-48 15,0 2-16-15,-1 2 0 0,-2 1-224 0,2 4 176 0,-1-1-176 0,-9 0 160 16,-1 0-160-16,1 2 0 0,1 2 0 0,-1 0 0 15,0 1 0-15,-2-2 128 0,-3 2-128 0,-1 1 0 16,-3 1 0-16,-2 0 128 16,-2 1-128-16,-4 1 0 0,-1-1 144 0,-3 2-144 0,-3 3 160 0,-2-2-160 15,-2 0 256-15,-3 0-64 0,-1-2 0 0,-8 6 0 16,2-1-32-16,-1-1-16 0,1-4 0 16,-1-1 0-16,1 0-144 0,-1-2 0 0,2 1 144 0,-2-1-144 15,2 2 0-15,0-2 0 0,1 1 0 0,1-3 0 31,3-3-880-31,1-1-144 0,2-2-16 0,10-2-16 0,0 0-2736 16,0 0-560-16</inkml:trace>
  <inkml:trace contextRef="#ctx0" brushRef="#br0" timeOffset="16993.22">6430 4159 36863 0,'0'0'3264'0,"-5"4"-2608"0,5-4-528 0,0 0-128 0,0 0 3040 0,0 0 576 16,0 0 112-16,0 0 32 0,0 0-1888 0,0 0-368 16,0 0-80-16,0 0-16 0,0 0-672 0,0 0-144 15,10 0-16-15,1 0-16 0,0 0-416 0,1 0-144 16,-2 0 0-16,2-2 144 0,0-1-144 0,1 2 0 16,-1 1 0-16,-2 1 128 0,-2 0-128 0,-8-1 0 15,9 4 0-15,-9-4 0 0,0 0 208 0,0 0-32 0,7 6-16 0,-7-6 0 16,1 7-32-16,-1 1-128 0,0 1 192 0,-4-2-64 15,0 1-128-15,0 1 0 16,-1-1 0-16,0-1 128 0,0 1-128 0,-1 1 0 16,0-1 0-16,1 1 0 0,1-2 0 0,0-1 0 0,0 4 0 0,1-3 112 15,3 1-112-15,0-8 0 0,2 8 0 0,-1 0 0 16,0 0 0-16,2-1 0 0,1 0 0 0,1-1 0 16,1 1 0-16,2 0 0 0,1-1 0 0,2 1 0 15,1-2 0-15,1 1 0 0,0 1 0 0,0-1 0 16,-2 0 0-16,2-3 0 0,-1 1 0 15,0 3 0-15,-2-3 0 0,-2 1 0 0,0 0 0 0,0 0 0 16,-8-5 0-16,0 0 0 0,0 0 0 0,5 7 0 16,-5-7 0-16,1 8 0 0,-3 1 0 0,-1-3 0 15,-2 1 0-15,-2-1 0 0,0 1 0 0,-1 1 0 0,-1 1 0 16,-2-3 0-16,-2-2 0 0,-1 2 0 0,-1 0 0 16,2-1 0-16,0 1 0 0,-1-1 0 0,1 0 0 0,0-2 0 15,1 0 0-15,-1 1 0 0,0-1 0 0,1 0 0 16,2-1 0-16,0 0 0 0,-1-2-192 15,3-2 0-15,8 2 16 0,0 0 0 16,0 0-1184-16,0 0-240 0,-1-6-64 0,4-3 0 16,4-4-2688-16,5-3-528 15</inkml:trace>
  <inkml:trace contextRef="#ctx0" brushRef="#br0" timeOffset="17403.28">7183 3973 47519 0,'0'0'2112'0,"0"0"416"0,0 0-2016 0,0 0-512 0,0 0 0 0,0 0 0 0,0 0 1344 0,0 0 160 15,0 0 32-15,8 3 16 0,1-2-352 0,1-1-80 16,0 0-16-16,2 0 0 0,1 0-784 0,1 0-144 15,0 0-48-15,2 0 0 0,0-1-128 0,-1-1 0 16,2 0 0-16,0-1 0 0,0 0-256 0,-1 2 32 16,-3 1 0-16,-1 1 0 15,-1-2-1264-15,-2 0-256 0,-2 0-48 0,-7 1-16 16,0 0-1440-16,0 0-272 0,4 6-64 0,-4 2-9104 16,-5 0-1824-16</inkml:trace>
  <inkml:trace contextRef="#ctx0" brushRef="#br0" timeOffset="17595.9">7137 4124 15663 0,'-15'9'688'0,"10"-5"144"0,-2 0-656 0,2 0-176 16,0 1 0-16,5-5 0 0,0 0 6400 0,0 0 1264 16,0 0 240-16,0 0 48 0,0 0-4752 0,3 7-960 15,-3-7-192-15,6 6-48 0,2-3-912 0,2 1-176 16,2-3-32-16,0 0-16 0,4-1-368 0,2 0-80 16,3 0-16-16,1-1 0 0,0-1-96 0,1-1-32 15,0 0 0-15,0-2 0 0,1 4-272 0,-1-4-256 16,0 3 64-16,0-2 0 0,-4 2 320 0,-1-3 80 0,-1-1 16 0,2 2 0 31,-1 3-688-31,-1 1-144 0,-3 0-32 0,-1 1 0 16,-2-1-1936-16,-1 2-400 0,1 0-80 0</inkml:trace>
  <inkml:trace contextRef="#ctx0" brushRef="#br0" timeOffset="18555.3">8306 3969 19343 0,'3'-12'1728'0,"-3"12"-1392"16,2-6-336-16,1-1 0 0,1 1 3072 0,-2 1 560 16,4 1 96-16,-1 0 32 0,0-3-992 0,-5 7-192 15,0-4-32-15,-1 2-16 0,-2-3 16 0,2 3 0 16,1 2 0-16,-2-1 0 0,-1-2-1040 0,0 2-208 16,-1 0-32-16,-2 1-16 0,-1 0-592 0,-1 1-112 15,-1 0-32-15,0 2 0 0,1 0-272 0,-1 2-64 16,-3-3-16-16,0 2 0 0,2 3-160 0,1-3 0 15,0 1 0-15,0 1 0 0,-2 2 0 0,2-1 128 0,1-1-128 0,4 1 0 16,0-2 128-16,4-5-128 0,0 0 128 0,0 7-128 16,0-7 0-16,3 7 0 0,2 1 0 0,3-1 0 15,3-2 0-15,2 1 0 0,1 1 0 0,2 1 0 16,2-2 0-16,0 1 0 0,4-1 0 0,2 1 0 16,-1-3 0-16,1 2 0 0,-1 1 0 0,1 1 0 15,-4 1 0-15,0 1 0 0,-2 1 0 0,1 0 0 16,-5-2 0-16,-1 1 0 0,-3-3 0 0,-2 1 0 15,-3 1 0-15,-1 2 0 0,-2-2 0 0,-2 1 0 16,-2-2 0-16,-2 0 128 0,-2-3-128 0,-3 2 128 0,-3 2-128 16,-4-3 192-16,-2 0-192 0,-1 0 192 0,-2 1-144 0,-3-2-48 15,-2 1 0-15,-1-2 0 0,-1 0 0 16,0 1 0-16,-2-3 0 0,0-1 0 0,2 0 0 0,1-2-240 16,0-2 80-16,0-3 16 15,4-1-1600-15,2 1-320 0,2-3-64 0,-1-3-21712 0</inkml:trace>
  <inkml:trace contextRef="#ctx0" brushRef="#br0" timeOffset="18719.49">8080 3850 22111 0,'0'0'1968'0,"0"0"-1584"15,0 0-384-15,10-1 0 0,0-3 6576 0,3-1 1232 16,0 0 240-16,3 0 48 0,-1-1-5760 0,2 2-1152 16,2 1-224-16,-1-1-64 0,0 0-128 0,0-3-48 15,4 2 0-15,2 1 0 0,1 0-432 0,-2 0-96 0,2 0 0 0,0 0-16 16,1 1-176-16,-1 0 128 0,-2 0-128 0,1 3 128 31,-1-1-768-31,2 0-144 0,1 1-48 0,-1 0 0 16,-1 0-2240-16,1 2-464 0,-1 2-96 0</inkml:trace>
  <inkml:trace contextRef="#ctx0" brushRef="#br0" timeOffset="19265.49">8927 4311 35935 0,'-12'2'1600'0,"12"-2"320"0,0 0-1536 0,-7-2-384 16,7 2 0-16,-4-2 0 0,4 2 4272 0,0 0 784 15,-5-6 144-15,3-1 48 0,-1 1-3424 0,2-2-672 16,-1 0-144-16,2 0-32 0,0-1-672 0,0-1-144 16,0-3-32-16,0-3 0 0,2-1-128 0,-1-1 0 15,-1-2 144-15,1-3-48 0,1 1-96 0,-1 0 0 16,0-1 0-16,0 1 0 0,-1-1 0 0,2-1 0 15,-1 2 0-15,-1 1 0 0,0-1 0 0,-1 4 0 16,-2 2 0-16,2 3 0 0,0 0 0 0,-1 3 0 16,0 1 0-16,0 3 0 0,2 6 0 0,0 0 0 15,0 0 0-15,0 0 0 0,0 0 0 0,0 0 0 16,4 10 0-16,3-1 0 0,-1 0-128 0,1 4 128 16,5-1 0-16,-1-1 0 0,2-2 0 0,3 1 0 15,0-1 0-15,1 0 0 0,-2-3 0 0,1 1 0 16,1-2 0-16,0-1 0 0,-2-3-128 0,1-1 128 0,1-1-192 15,0-2 192-15,-3-1-128 0,-1 0 128 16,-1-1 0-16,-2-1 0 0,1-1 0 0,-1-4 0 0,2-1 0 0,-3-1 0 16,-1-3 0-16,-1-1 0 0,-2 0 0 0,0 0 0 15,0 0-176-15,0 2 176 0,1-1-160 0,-2 3 160 16,-2 1 0-16,-1 3 0 0,1 1 0 0,-2 8 160 16,0 0-160-16,0 0 0 0,0 0 0 0,0 0 0 15,0 0 0-15,0 0 0 0,2 12 0 0,1 2 0 0,0 2 0 16,-1 2 128-16,1 2-128 0,-1 1 0 0,1 2 0 0,0 2 0 15,-1 0 0-15,1-2 0 0,-1 1 0 16,2 0 0-16,0 4 0 0,0 0 0 16,0 1-320-16,-1 0-80 0,-2-6-32 0,0 1 0 15,1-3-1088-15,0-2-208 0,1-1-64 16,-1-1 0-16,1-5-2176 0,1 0-432 0,0-6-80 16</inkml:trace>
  <inkml:trace contextRef="#ctx0" brushRef="#br0" timeOffset="19491.73">9504 3827 41343 0,'0'0'1840'0,"0"0"368"0,0 0-1760 0,0 0-448 15,0 0 0-15,0 0 0 0,0 0 2080 0,0 0 336 16,5 7 64-16,-1 0 16 0,0 1-864 0,0 3-160 16,0 2-48-16,1 2 0 0,-1-2-768 0,3 4-144 15,-3-1-48-15,-1 2 0 0,3 2-272 0,-1 1-48 16,0 1-16-16,0 1 0 0,-2 1-128 0,-2-1 0 15,0 1 0-15,1-2 128 0,2 0-128 0,-3-1 0 16,0-4 0-16,-1-2 0 16,2 0-640-16,-4-4-128 0,1-1 0 0,0-3-16 15,1-7-1680-15,0 0-336 0,1 7-64 0,-1-7-18624 0</inkml:trace>
  <inkml:trace contextRef="#ctx0" brushRef="#br0" timeOffset="19820.39">9492 3708 6447 0,'0'0'576'0,"0"0"-576"0,-4-2 0 0,3-2 0 0,0-1 9552 0,1 5 1808 16,4-4 352-16,-4 4 80 0,8-4-8768 0,1 1-1744 15,0-1-368-15,4 2-64 0,1-1 48 0,2 2 0 16,2-1 0-16,2 1 0 0,1 1-480 0,1 0-96 16,2 0 0-16,1 0-16 0,0 1-304 0,1 2 0 15,-1 0 0-15,-2 3 0 0,-2 1 0 0,-1-1 128 16,-3 2-128-16,-4 1 160 0,0-1-160 0,-3 1 0 15,-1 2 0-15,-2 0 128 0,-3 4-128 0,-4-1 0 16,-3 0 0-16,-1 1 0 0,-2-2 0 0,-2 0 160 16,0 0-160-16,-2 1 160 0,-3 2-32 0,0-3 0 15,0-1 0-15,-1-1 0 0,1 0-128 0,-2-1 0 16,-1 1 0-16,2 0 128 0,-2-3-128 0,1 3-176 16,-2 0 48-16,0-3 0 15,-3-1-640-15,3-2-128 0,1 0-32 0,2 2 0 16,2 0-1376-16,5 1-256 0,1 1-64 0,4 0-18608 0</inkml:trace>
  <inkml:trace contextRef="#ctx0" brushRef="#br0" timeOffset="20196.53">10281 4024 4607 0,'0'0'400'0,"0"0"-400"0,3-5 0 0,-2-2 0 15,-1 7 9280-15,1-6 1760 0,-2-2 352 0,-2 3 80 16,0 1-7712-16,-3 1-1552 0,-3 2-304 0,-4 1-64 15,-5 0-448-15,-2 4-96 16,-2 1-16-16,0 3 0 0,-1 1-672 0,-2 1-144 0,0 1-16 0,2 0-16 16,-1 2-288-16,3-1-144 0,2 1 160 0,0 0-32 15,5 0-128-15,2-2 0 0,1 2 0 0,3-3 0 16,3 1 0-16,2-2 0 0,2 0 0 0,3-1 0 0,-2-8 0 16,8 6 0-16,1-1 0 0,3-1-160 0,2-1 160 0,2-2-208 15,1-1 80-15,0-1 128 0,1-2-192 0,3 1 192 16,-2-2-160-16,1-3 160 0,-3 1 0 15,0 1-144-15,-1 1 144 0,-1-2 0 0,-2 4 0 0,-1-2 0 16,0 1 0-16,-1 3 0 0,1 2 0 0,-1 0 0 16,-1 3 0-16,0 1 176 0,1-1 16 0,2 1 0 15,-1 2 0-15,-1 1 0 0,2 2-192 0,0-2 0 16,2 1 0-16,-3-3 0 0,-1 1 0 0,1-1 0 16,-2-1 0-16,0-1 48 0,-1 0-48 0,-1 2 0 15,-1-2 0-15,1-4 0 0,-1 2-176 0,1-1-16 16,-2 1-16-16,2-3 0 15,0 0-1840-15,2-1-352 0,1-1-80 0</inkml:trace>
  <inkml:trace contextRef="#ctx0" brushRef="#br0" timeOffset="23419.43">12320 2261 26719 0,'0'0'2368'16,"0"0"-1888"-16,-9 3-480 0,1 1 0 0,8-4 5824 0,-4 4 1088 15,4-4 192-15,-4 6 64 0,0 3-5488 0,2 2-1088 16,-1 2-208-16,2 2-64 0,0 2 192 0,-1 2 48 0,0 0 0 15,0 3 0-15,1 2-240 0,0 1-64 16,-1 1 0-16,2-2 0 0,0 1-96 0,0 0-32 0,0 0 0 0,0 0 0 16,0-3-128-16,2-1 0 0,-1-1 0 0,2-3 0 15,-2-1 0-15,0-2 0 0,-1-2 128 0,2-3-128 16,-2-1-1344-16,0-8-320 0,0 0-48 0,0 0-16 16,0 0-640-16,0 0-128 0,0 0-16 0,0 0-11072 15,0 0-2224-15</inkml:trace>
  <inkml:trace contextRef="#ctx0" brushRef="#br0" timeOffset="23660.28">11632 2264 51023 0,'-13'-5'2256'0,"13"5"480"0,-5-4-2192 0,5 4-544 0,-2-7 0 0,2 7 0 0,0 0 432 0,0 0-32 15,9-4 0-15,0 0 0 0,3 2 736 0,4-3 144 16,3 1 16-16,5 0 16 0,1-1-960 0,3-1-192 15,4 0-32-15,4-1-128 0,3 1 192 0,3-1-64 16,1-1 0-16,4 2-128 0,4-2 128 0,0 2-128 16,-2 0 0-16,1 0 0 0,-5 1 0 0,0 2 0 15,-4 0 0-15,-2 3 0 0,-1 0 0 0,-1 2-144 16,-2 2-16-16,-4 0 0 16,-3 1-1248-16,-5 3-256 0,-3 1-64 0,-1 2 0 15,-3 4-1696-15,-3-1-352 0</inkml:trace>
  <inkml:trace contextRef="#ctx0" brushRef="#br0" timeOffset="23976.98">12531 2618 13823 0,'0'0'1216'0,"0"0"-960"0,0 0-256 16,0 0 0-16,7 6 7616 0,1-1 1472 0,-1 0 288 0,1 0 64 16,-8-5-6816-16,13 4-1344 0,0-1-288 0,3-1-48 15,1 2 32-15,1-4 16 0,-1 0 0 0,1 0 0 16,1 0-448-16,-4 2-96 0,0 0 0 0,-2 2-16 0,-3 1 176 0,-1 2 32 15,-2-3 16-15,-2 2 0 0,-5-6-464 0,1 11-192 16,-1 0 128-16,-2 1-128 0,-2 0 0 0,-1 2 0 16,-3 3 0-16,0-1 0 0,-1-3 0 0,-2 0 0 15,1-1 0-15,0-1 0 0,-1 1 0 16,2 0 0-16,1 1 0 0,2-5 0 0,0 0 0 0,1-2 0 16,5-6 0-16,0 0 0 0,0 0 0 0,1 8 0 15,1-2 0-15,-2-6 0 0,8 7 0 0,1-4 0 16,2-2 128-16,4-1-80 15,0-1-48-15,5-2 0 0,3-4 0 0,4-2 0 16,3 0-944-16,2 0-128 0,1 0-16 0,-1-4-15712 16,2-4-3136-16</inkml:trace>
  <inkml:trace contextRef="#ctx0" brushRef="#br0" timeOffset="24172.63">13314 2440 9215 0,'0'0'816'0,"-7"-3"-656"0,1-1-160 15,6 4 0-15,0 0 9648 0,0 0 1888 16,0 0 384-16,0 0 80 0,0 0-9040 0,7-4-1808 16,1 2-352-16,1-2-80 0,0 1 32 0,2 3 0 0,1-2 0 0,1 0 0 15,0 1-560-15,2 0-192 0,5-1 0 0,-1 1 144 16,1 1-144-16,0 0 0 0,-2 0 0 0,1 0 0 16,1 0-1648-1,-1 0-208-15,0 0-32 0,-4 4-21856 0</inkml:trace>
  <inkml:trace contextRef="#ctx0" brushRef="#br0" timeOffset="24303.02">13465 2611 21183 0,'0'0'944'0,"-5"2"192"0,-1 1-912 0,6-3-224 0,0 0 0 0,0 0 0 16,0 0 5216-16,9 0 992 0,3-3 208 0,3 1 48 0,2-4-4928 0,3 1-960 16,4-3-208-16,3-1-48 15,5-1-2176-15,3-1-448 0,1 0-96 0,3 0-15456 0</inkml:trace>
  <inkml:trace contextRef="#ctx0" brushRef="#br0" timeOffset="24674.31">14218 2320 46239 0,'0'0'2048'0,"0"0"432"0,-5-1-1984 0,-1-3-496 16,-1 0 0-16,-2 0 0 0,1 3 1360 0,-1 1 176 16,0-2 48-16,0 2 0 0,-3 0-400 0,2 2-80 15,-1-1-16-15,1 3 0 0,-2-4-528 0,0 4-112 0,2 0-32 0,-1 1 0 16,1-1-160-16,1 1-16 0,0 3-16 0,0-2 0 15,2 1-224-15,2-1 144 0,5-6-144 0,-3 7 128 16,1-1-128-16,2-6 0 0,5 11 0 0,1-2 0 16,2-1 0-16,0-2 0 0,-8-6 0 0,14 8 0 15,2 4 0-15,0-3 208 0,2 1-16 0,1 1-16 16,2-5-176-16,0 2-256 0,-3 1 64 16,1 0 16-16,0 2 176 0,0-2 0 0,-1 0 0 0,-3 1 0 15,0-2 0-15,-4 3 0 0,0-2 0 0,-3 0 0 0,0 0 0 16,-3-1 0-16,-3 0 128 0,1-2-128 15,-3-6 176-15,-4 8-48 0,1-1 0 0,-3-1 0 0,-2-1-80 0,-1 2-48 16,-4-3 0-16,-1 1 0 0,-2-2 0 0,-2-1 0 16,-2 1 0-16,-1-1 0 0,-1-3 0 0,1 0 0 15,-2-3 0-15,-1 0 0 0,1-1-256 0,1-2-32 16,0-2-16-16,-1-1 0 16,4-1-1840-16,3 1-368 0,4-4-80 0,7 0-20528 0</inkml:trace>
  <inkml:trace contextRef="#ctx0" brushRef="#br0" timeOffset="25064.71">14241 2368 46127 0,'24'-1'1024'0,"-12"1"192"0,1 0 64 0,3-1 0 0,2-5-1024 0,3 4-256 16,4-1 0-16,1 2 0 0,0-4 1648 0,-2 1 272 15,0 0 48-15,-1-1 16 0,2 1-800 0,-1-2-160 16,-2 1-16-16,-3 3-16 0,1 0-544 0,1-2-128 16,-2 2 0-16,0-1-16 0,-2-1-160 0,0 0-16 15,-1 0-128-15,-1 2 192 0,-6 1-192 0,0 2 128 16,-1 0-128-16,-2-1 0 0,-6 0 160 0,0 0-160 15,0 0 160-15,0 0-160 0,2 9 128 0,-4 2-128 16,-3 0 0-16,-4 4 144 0,-1-2-144 0,-5 0 0 0,0 4 0 0,-1-3 0 16,-2 0 0-16,2 2 0 15,0 1 0-15,5-1 48 0,-1 1-48 0,2-2 0 0,2 0 0 0,0 0 0 16,3-2 0-16,2 0 0 0,2-4 0 0,2 1 0 16,2-1 0-16,2 0 0 0,3 0 0 0,2 0 0 15,2-2 0-15,2-2 0 0,2-3 0 0,2 0 0 16,3-2 0-16,-1 0 0 0,-1-3 0 0,1-1 0 15,-1-1 0-15,1 0 0 0,-1-3 0 0,-2-1 0 16,0 0 0-16,-1-2 0 0,-2 1 0 0,-3-2 0 16,-2 2 0-16,-3-2 0 0,1 3 0 0,-3-2 0 15,-3 1 0-15,-1 0 0 0,-1-1 0 0,-3 3 0 0,-1-2 0 0,-2 2 0 16,-1-1 0-16,-1 1 0 0,-1-2 0 0,-2 1 0 16,0-2 0-16,-1 3 0 15,-1-1-544-15,1 3-96 0,1-2-32 16,0 1 0-16,1 3-1584 0,0 2-320 0,6-1-64 15,5 3-19840-15</inkml:trace>
  <inkml:trace contextRef="#ctx0" brushRef="#br0" timeOffset="25412.81">15244 2354 29487 0,'0'0'2624'0,"0"0"-2112"15,0 0-512-15,0 0 0 0,0 0 4352 0,0 0 752 16,-6 0 144-16,-2 0 48 0,-1 1-2768 0,-3 4-544 15,-1 1-128-15,0-1 0 0,3 3-1024 0,-2-1-192 16,-1 4-32-16,-3-3-16 0,-1 3-272 0,2 1-48 0,2 1-16 0,2-1 0 16,-1 5-112-16,2-3-16 15,2 2-128-15,4-3 192 0,4-1-192 0,4 2 0 0,3-2 0 0,1-1 0 16,-1 0 0-16,5-2 0 0,5 1 0 0,3 1-160 16,0-6 160-16,1 0-192 0,3-1 192 15,-2 1-192-15,-4-3 16 0,-1-1 0 16,-1-1 0-16,3 1 0 0,2-2 48 0,-5 0 0 0,-4-1 0 0,-2-2 0 15,-1 2 128-15,-2-6 0 0,-1 2-144 0,2-2 144 16,4 0 0-16,2-4 128 0,-5 2 0 0,-5-1 0 16,-5 2-128-16,-2-3 0 0,2 3 0 0,-6-1 0 0,-2-1 0 15,0 0-256-15,1-1 48 0,0 3 0 16,-3-3-512-16,0 3-112 0,4 0 0 0,-5-2-16 16,1 2-1056-16,4 1-208 0,0 1-32 15,7 7-12416-15,0 0-2480 0</inkml:trace>
  <inkml:trace contextRef="#ctx0" brushRef="#br0" timeOffset="25737.72">15926 2111 28559 0,'0'0'2544'0,"0"0"-2032"0,0 0-512 0,0 0 0 15,0 0 5440-15,0 0 976 0,0 0 208 16,0 0 32-16,0 0-3968 0,0 0-816 0,7 8-144 0,-3 0-48 16,0 1-1440-16,-2 3-240 0,-1 3-160 0,1 4 32 15,-2 0 128-15,-2 5 224 0,-1-2-48 0,-1 1-16 16,1 0-160-16,-1-3 128 0,0 0-128 0,-1 1 128 16,0-3-80-16,1 2-48 0,1-3 0 0,-1-2 0 15,0 0 0-15,2-2 0 0,-1 0 0 0,2-2 0 16,1-3-448-16,1-1-48 0,-1-7 0 0,0 0 0 15,0 0-976-15,5 4-208 0,2-3-48 0,1-2 0 16,4-3-1600-16,2-2-320 0,3 0-64 0,0-3-9136 16,-3-4-1824-16</inkml:trace>
  <inkml:trace contextRef="#ctx0" brushRef="#br0" timeOffset="26013.55">16173 2277 11055 0,'9'-5'976'0,"-1"1"-784"0,-3-3-192 0,0 2 0 0,0 2 5904 0,-1 1 1136 16,-1-2 240-16,-2 3 32 0,-1 1-2784 0,0 0-560 15,0 0-128-15,0 0 0 0,0 0-1840 0,-9 2-352 16,-3 1-80-16,-2 2-16 0,3 0-848 0,-2 2-192 15,-2 1-16-15,-2-1-16 0,1 1-288 0,-1 1-48 16,0 3-16-16,0-1 0 0,-4 2-80 0,2 0-48 16,1 1 0-16,2-4 0 0,2 1 0 0,3-3 0 15,2 1 0-15,1-1 0 0,3-2 0 0,0 2 0 16,1-2 0-16,3 1 0 0,2-1 0 0,0 0 0 16,3-1 0-16,3 1 0 0,2 1 0 0,3-2 0 15,1 0 0-15,2 1 0 0,-2-4 0 0,2 1 0 16,2-1 0-16,5 0 0 0,0 0 0 0,3 1 0 15,-5 1 0-15,5-2 0 0,-3 0 0 0,-1 0 0 16,-1-2 0-16,-2 2 0 0,0 0 0 0,-1 1 0 0,-2-1 0 16,-1 1 0-16,-1-4 0 0,-1 2 0 0,1 0 0 15,-2 2 0 1,3-2-512-16,-3 1-32 0,-11-2-16 0,15 1-25072 0</inkml:trace>
  <inkml:trace contextRef="#ctx0" brushRef="#br0" timeOffset="27585.57">12220 3704 41759 0,'0'0'1856'0,"0"0"368"0,0 0-1776 0,0 0-448 15,-3-5 0-15,3 5 0 0,0 0 1024 0,0 0 128 0,0 0 32 0,0 0 0 16,0 0 416-16,0 0 96 15,0 0 16-15,-2 9 0 0,-1 3-1008 0,2 4-208 16,-1 3-48-16,2 6 0 0,0 4 0 0,0-2-16 16,0 2 0-16,0-1 0 0,2 0-160 0,-2-1-16 15,0-3-16-15,0-1 0 0,0 1-240 0,0-1 176 16,0-3-176-16,0-3 160 0,0-2-160 0,0 0 0 16,0-1 0-16,-2-1 0 15,2-3-512-15,-1 1-176 0,-2-5-32 0,3-6-16 16,0 0-816-16,0 0-176 0,0 0-16 0,-6 3-16 15,-1-2-1856-15,-2 1-368 0,-1-5-80 0</inkml:trace>
  <inkml:trace contextRef="#ctx0" brushRef="#br0" timeOffset="27805.61">11774 3695 26719 0,'0'0'2368'0,"0"0"-1888"0,0 0-480 0,0 0 0 0,0 0 5616 16,8-5 1024-16,2 1 208 0,3-2 32 0,2 0-5184 0,1 1-1040 15,4-1-208-15,2-1-32 0,3 1 352 0,2-1 80 16,3 1 16-16,4-2 0 0,1-1-480 0,5 0-80 16,1 1-32-16,1 1 0 0,0 2-272 0,-1 0 0 15,0 1 128-15,-1 0-128 0,-1 1-192 0,2 2-80 16,-1 1-32-16,-2 3 0 16,-3 1-1744-16,-1 3-336 0,-1 5-80 0,-3 1-20000 0</inkml:trace>
  <inkml:trace contextRef="#ctx0" brushRef="#br0" timeOffset="28224.72">12574 4077 48207 0,'0'0'2128'0,"0"0"448"0,0 0-2064 0,8 0-512 0,0-2 0 0,1-1 0 16,0 2 720-16,0-3 48 15,2 1 0-15,1 1 0 0,1-2 432 0,1 0 80 0,-1 0 32 0,1 1 0 16,1 2-928-16,-1 1-176 0,0-1-32 0,-1 1-16 15,-2 0-160-15,-2 0 0 0,0 1 0 0,-9-1 0 16,0 0 272-16,0 0 32 0,0 0 0 0,0 0 0 16,-1 9-32-16,-3 0 0 0,-3 0 0 0,1-1 0 15,-2 0-80-15,0 1 0 0,-1 2-16 0,1 0 0 16,0-3-128-16,2 1-48 0,-1-1 0 0,3 0 0 16,2-2 0-16,1 2 0 0,1-8 0 0,0 0 0 15,3 7 0-15,3-1 0 0,0 1 0 0,3-3 0 16,2 2 0-16,2 1 0 0,2-1 0 0,2 1 0 15,-1-1 0-15,1-2 0 0,1 0 0 0,2 1 0 16,-2 1 0-16,-1-1 0 0,0 0 0 0,0 3 0 0,-3-4 0 0,-2 2 0 16,-2 1 0-16,-1-1 0 0,-2 2 0 0,0 0 0 15,-5 2 0-15,-1-3 0 0,-1 2 0 0,-1 1 0 16,-3 1 0-16,-2-1 0 0,-3 1 0 0,-2 0 0 16,-5 1 0-16,0 0 0 0,-1-2 0 0,-3 1 0 15,-1-2 0-15,-1 0 0 0,0-1 0 0,0-2 0 16,0-2 0-16,-2 0 0 0,3-1 0 0,2-1 0 15,2 0 0-15,1-2 0 16,2-2-1120-16,2-1-224 0,3 0-32 0,5-4-15264 16,4-4-3040-16</inkml:trace>
  <inkml:trace contextRef="#ctx0" brushRef="#br0" timeOffset="28407.2">13551 3892 43311 0,'0'0'3840'0,"0"0"-3072"0,0 0-608 0,9-2-160 16,-1 0 2208-16,0-3 416 0,1 1 64 0,-1 2 32 16,-8 2-1504-16,13 0-320 0,-2-2-48 0,2 2-16 15,0-2-640-15,0 0-192 0,3 0 0 0,1 2 128 16,-1 0-816-16,1 0-144 0,0 1-48 0,-2 0 0 16,2-1-2976-16,-1 0-608 0</inkml:trace>
  <inkml:trace contextRef="#ctx0" brushRef="#br0" timeOffset="28580.74">13591 4047 32255 0,'0'0'2864'0,"0"0"-2288"0,-6 2-576 0,6-2 0 0,0 0 3728 0,0 0 640 16,0 0 128-16,0 0 32 0,0 0-2784 0,0 0-544 16,6-4-112-16,3 1-32 0,2 2-496 0,4-3-112 15,2 1 0-15,6-2-16 0,1 0-432 0,5 0 0 16,0-1 0-16,2 1 0 15,2 1-1648-15,0-2-400 16,1-1-96-16,-1 1-19664 0</inkml:trace>
  <inkml:trace contextRef="#ctx0" brushRef="#br0" timeOffset="29233.83">14556 3710 22111 0,'-5'0'1968'0,"0"0"-1584"0,-1 0-384 0,1 0 0 0,5 0 5840 0,-5-2 1088 15,-2 2 224-15,1 2 32 0,-3 0-4176 0,0 2-832 16,-3-3-160-16,1 5-32 0,1 0-1024 0,0-1-208 16,-2 2-48-16,1 1 0 0,0 2-384 0,-1-2-64 15,2 0-32-15,-1 1 0 0,-1-1-64 0,2 2-16 16,1-2 0-16,0 1 0 0,0 0-96 0,2-1-48 16,3 1 0-16,2-4 0 0,2-5 0 0,-3 7 0 15,3 2 0-15,3 0 0 0,2-1 0 0,1 0 0 0,2-2 0 0,1 1 0 16,4 1 0-16,3-2 0 0,1 1 0 0,1-3 0 15,0 1 0-15,2-1 0 0,1 0 0 0,1 2 0 16,1 1 0-16,2-1 0 16,-3-1 0-16,1 1 0 0,-3-1 0 0,1 0 0 0,-3 0 0 0,1 2 0 15,-4 1 0-15,-3 1 0 0,-3-1 0 0,-4 1 0 0,1-1 0 0,-2 1 0 16,-2 1 0-16,-2 2 0 0,-4-2 0 16,-2 2 0-16,-3 0 0 0,-2 1 0 15,-1-3 0-15,-1 2 0 0,-1-3 0 0,-2 0 0 16,-1 0 0-16,-1 0 0 0,-1-2 0 0,-3-2 0 15,-3 0 0-15,1-1 0 0,-2-1 0 0,1-2 0 16,-1-1-448-16,0-1-96 0,2-2-16 0,0-3-16576 16,2-1-3312-16</inkml:trace>
  <inkml:trace contextRef="#ctx0" brushRef="#br0" timeOffset="29426.23">14508 3663 43311 0,'0'0'3840'0,"10"-3"-3072"16,1-1-608-16,2 0-160 0,0 2 1664 0,0-4 288 16,-2 5 64-16,3-3 16 0,-1 2-752 0,1-2-160 15,0 1-32-15,3 1 0 0,3-1-672 0,-2 0-144 16,3 1-16-16,0 2-16 16,2-2-832-16,2 1-176 0,0 1-16 0,-2 1-16 15,-1 2-2432-15,1 1-480 0,-1 0-112 0</inkml:trace>
  <inkml:trace contextRef="#ctx0" brushRef="#br0" timeOffset="29742.27">15031 3699 17503 0,'-10'2'1552'0,"10"-2"-1232"15,0 0-320-15,0 0 0 0,0 0 4800 0,8-2 912 0,1 1 176 0,2 0 48 16,-2-2-3776-16,3-1-752 0,2 0-160 0,3 2-32 16,-3-2 48-16,2-2 0 0,2 1 0 0,-1 1 0 15,1 4-384-15,1-1-80 0,0-2-16 0,-2 2 0 0,-1-1-112 16,-2 2-32-16,-2 0 0 0,1 2 0 0,-13-2 80 0,9 1 16 15,0 3 0-15,0 0 0 0,-9-4-160 0,7 8-16 16,-5 1-16-16,2 0 0 0,-2 3-160 0,-2 1-16 16,0 0-16-16,-3 3 0 0,0 3-352 0,-2 2 128 15,1-1-128-15,-2 1 0 0,1-1 0 0,-2 3 0 16,-1-3 0-16,2 0 0 0,2-2 0 0,-1 2 0 16,-2-1 0-16,1 2 0 0,-2-2 0 15,1-1 0-15,1-4 0 0,0 3 0 0,0 1 0 0,1-3 0 16,0 0 0-16,-1-2 0 0,2-1 0 0,0-3 0 15,1 0 0-15,-1-2 0 0,4-7 0 0,0 0 0 16,0 0-160-16,0 0 160 16,0 0-1152-16,0 0-112 0,0 0-16 0,0 0-16 15,0 0-1968-15,0 0-384 0,-2-7-64 0</inkml:trace>
  <inkml:trace contextRef="#ctx0" brushRef="#br0" timeOffset="29924.33">15074 3909 49647 0,'0'0'2192'0,"0"0"464"0,0 0-2128 0,6 3-528 0,1-3 0 0,0 0 0 16,0 0 896-16,1 0 80 16,0 0 16-16,2 0 0 0,2 0-304 0,2-3-64 0,2 1-16 0,3-2 0 15,2 0-480-15,1 0-128 0,2 0 0 0,1-3 0 16,-1 1-752 0,4 1-208-16,0-2-64 0,2 1 0 0,-1-2-1792 0,1 1-352 15,3-2-80-15,-1 1-16496 0</inkml:trace>
  <inkml:trace contextRef="#ctx0" brushRef="#br0" timeOffset="30214.45">15770 3707 6447 0,'0'0'576'0,"0"0"-576"0,-5-3 0 0,-2 0 0 0,-2-4 8960 0,1 3 1696 16,0 0 336-16,-1 2 64 0,9 2-7136 0,0 0-1424 15,-10 0-272-15,-2 0-64 0,-1 2-992 0,-1-1-192 16,-1 5-32-16,2-4-16 0,0 4-448 0,0 0-96 16,1 3 0-16,1-1-16 0,-4 1-240 0,5 3-128 15,1 0 160-15,2-1-32 0,2 1-128 0,1 0 0 16,5-2 0-16,2 2 0 0,0-2 0 0,3 1 0 15,3-1 0-15,3-1 0 0,-2-2 0 0,3-2 0 16,1-1 0-16,1 1 0 0,1-2 0 0,1 1 0 16,0-3 0-16,1 0 0 0,-2-2 0 0,1 0-128 15,0-2 128-15,-3-1-160 0,0-1 160 0,-1-1 0 0,-4-1-144 16,-2 0 144-16,-1 0 0 0,0-1 0 16,-1 0 0-16,-1-1 0 0,-3 0-240 0,0-3 80 15,-2 4 16-15,-3-2 0 0,2 1-128 0,-2 1-32 16,-2 0 0-16,-1 0 0 15,-4-1-976-15,-2 3-192 0,-1 0-32 0,-1 1-16 16,2 2-1824-16,-2 3-368 0,-4 2-80 0</inkml:trace>
  <inkml:trace contextRef="#ctx0" brushRef="#br0" timeOffset="30562.56">15870 3963 22111 0,'3'0'976'0,"-5"-2"208"0,2 2-944 0,0 0-240 0,-1-6 0 0,-3 1 0 0,-1 1 5360 0,-1 0 1024 16,-1 1 208-16,-3 3 32 0,-3-1-3456 0,-4 3-688 16,0 0-144-16,-2 4-32 0,-3 1-960 0,0-1-208 15,-1 2-48-15,-2 1 0 0,1 2-704 0,1-2-160 16,3 1-32-16,2 2 0 0,-4 2-192 0,5 1 0 16,5-2 0-16,4 0 128 0,3-3-128 0,5 2 0 15,3-2 0-15,3 1 0 0,1-1 0 0,5-1 0 16,2 0 0-16,3-1 0 0,-4-3 0 0,4 1-128 15,1-2 128-15,0-2-160 0,2-1 160 0,-2 1-192 16,0-2 192-16,1-2-192 0,-1 0 192 0,-4-3 0 16,-1-1 0-16,2-1-128 0,-5-1 128 0,0-1 0 15,-3 0 0-15,1-2 0 0,0-1 0 0,-3 1 0 16,0-2 0-16,-1 1 0 0,0-1 0 0,-1 1-160 16,-3 0 160-16,-2-2-160 15,2 2-416-15,0 6-64 0,0-5-32 0,-1 4 0 16,-3-1-800-16,0 1-176 0,3 1-16 0,1 6-13776 0,0 0-2752 0</inkml:trace>
  <inkml:trace contextRef="#ctx0" brushRef="#br0" timeOffset="30733.25">16053 4107 27647 0,'-11'3'1216'0,"11"-3"256"0,0 0-1168 0,0 0-304 0,0 0 0 0,0 0 0 0,3 8 3776 0,-1-4 688 16,-2-4 144-16,0 0 16 0,0 0-3568 0,11 0-720 15,1-2-144-15,2 2-16 16,3-5-4160-16,17-11-832 16,-13-6-176-16,-14 16-16 0</inkml:trace>
  <inkml:trace contextRef="#ctx0" brushRef="#br0" timeOffset="31124.51">16323 3737 26719 0,'-13'-3'1184'0,"13"3"240"15,0 0-1136-15,0 0-288 0,0 0 0 0,6-3 0 0,3-1 4992 0,-1 1 928 16,-2-1 192-16,1 1 32 0,3 0-3552 0,2 1-720 16,0 1-144-16,4 1-16 0,0-1-1008 0,3 1-208 15,-6 0-48-15,1 1 0 0,2 0-144 0,-2 3-48 16,-1-1 0-16,-1 2 0 0,0 0 0 0,-2 0-16 16,-1 1 0-16,0 1 0 0,-3 3-64 0,-3 0-16 15,0 3 0-15,-4 3 0 0,-3-3-160 0,-1 2 0 16,-3 2 0-16,-1 0 0 0,-3 0 0 0,-2 1 0 15,-3-3 0-15,-2 2 48 0,4-4-48 0,-2 0 0 16,2-3 0-16,2 1 0 0,0 0 0 0,2 1 0 0,0 0 0 0,2 0 0 16,1-2 0-16,3-1 0 0,-1-1 0 0,0 0 0 15,4-2 0-15,0 1 0 0,2 1 0 0,2 1 0 16,-2-9 0-16,5 8 0 0,3-2 0 16,3-1 0-16,0-1 0 0,3-2 0 0,2-2 0 0,2 0 0 15,4 1 0-15,2-2 0 0,1-1 0 0,-2 0 0 16,7-1 0-16,-4 0 0 0,-2 1 0 0,-2-1 0 15,-4 2 0-15,2 0 0 0,-7 2 0 0,1-1 0 0,-4-1 0 16,2 1 0-16,-2-2 0 0,-10 2 0 0,10-1 0 16,-4-2 0-16,3 2 0 0,0 0 0 15,-1 1-1536-15,-1 0-320 0,-5 0-48 16</inkml:trace>
  <inkml:trace contextRef="#ctx0" brushRef="#br0" timeOffset="31695.77">16991 3694 45791 0,'0'0'2032'0,"0"0"400"0,7-5-1936 0,-1 2-496 0,2-1 0 0,0 3 0 0,2 0 768 0,0 2 48 16,-4 0 16-16,3 3 0 0,0 3 512 0,-1 2 128 16,-1 5 0-16,-1 2 16 0,1 2-720 0,1 3-128 15,-3 0-48-15,-1 1 0 0,-3 3-80 0,2-4 0 16,-1 1-16-16,0-3 0 0,-2-2-496 0,0-1-320 16,-2-2 64-16,1 1 0 0,0-2 0 0,-1-2 16 15,1 0 0-15,0-3 0 16,1-8-976-16,0 0-192 0,0 0-32 0,0 7-16 15,0-7-2480-15,4 7-496 0,3-2-112 0</inkml:trace>
  <inkml:trace contextRef="#ctx0" brushRef="#br0" timeOffset="31975.88">17379 3780 21183 0,'0'0'944'0,"0"0"192"0,-10 3-912 0,3-1-224 0,0 2 0 0,-1-3 0 15,-1 5 6528-15,0-2 1248 0,-3 2 256 0,-1 2 48 16,-1-2-5200-16,0 6-1056 0,-2-1-208 0,0 2-32 15,-1 0-736-15,0-3-144 0,-1 4-16 0,4 0-16 16,1-1-672-16,2-2 0 0,1 1 0 0,2 0 0 0,2-4 0 0,3 1 0 16,3-9 0-16,0 8 0 15,0-8 0-15,5 11 0 0,3-3 0 0,1 0 0 0,2-2 128 0,2 0 64 16,2-2 0-16,2 1 0 0,1-4-192 0,3 2-272 16,1-3 64-16,2 0 16 15,-1 0 192-15,2 0 256 0,0-2-48 0,-2 2-16 16,0-1-192-16,-3 1-256 0,1 0 48 0,-1 0 16 15,-5 0 192-15,1 0 0 0,-2 0 0 0,1 0 0 16,-1 0-1952-16,0 1-288 0,0 3-64 0</inkml:trace>
  <inkml:trace contextRef="#ctx0" brushRef="#br0" timeOffset="36522.03">18552 2131 51839 0,'0'0'2304'0,"0"0"448"0,0 0-2192 0,0 0-560 16,0 0 0-16,0 0 0 0,-4 8 224 0,0 0-64 15,1 1-16-15,1 5 0 0,1 4 576 0,2 4 112 16,3 2 32-16,1 1 0 0,2-2-432 0,-1 1-96 0,3-2-16 0,3-1 0 16,0-3-144-16,1-4-48 0,0 2 0 0,0-4 0 15,0-1 0-15,0 0 0 0,-1-3 0 0,-2-3 0 16,-1-1-128-16,0-2 160 0,-1 0-160 0,1-2 160 16,-9 0 32-16,7-4 0 0,-2 0 0 0,0 1 0 15,0-2-64-15,-1 0 0 0,-1-2 0 0,-1-1 0 16,1 1-80-16,0-3-48 0,-1 1 0 0,1-1 0 15,-1-3 0-15,2 0 0 0,2-4 0 0,-1 0 0 16,0-3 0-16,0 1 0 0,2-5 0 0,-1 1 0 16,1-2 0-16,1 2 0 0,1 0 0 0,-1 1 0 15,-1 3-576 1,3-2-96-16,-1 3-32 0,0 3 0 0,-1 5-1408 0,-1 1-304 16,1 0-48-16,0 5-20144 0</inkml:trace>
  <inkml:trace contextRef="#ctx0" brushRef="#br0" timeOffset="37031.69">18998 2463 52639 0,'0'0'2336'0,"-7"0"480"0,7 0-2256 0,0 0-560 0,-5 0 0 0,5 0 0 16,0 0 640-16,0 0 0 0,0 0 16 0,0 0 0 16,0 0 128-16,8-6 32 0,5 2 0 0,1 0 0 15,2-1-688-15,2 1-128 0,4 1 0 0,0 1 0 16,3-2 0-16,0 1 0 0,-2 2 0 15,1-2 0-15,-2 3 0 0,-1 0 0 0,-3 3 0 0,-2-3 0 16,-3 2 0-16,-3 2 0 0,-2-2 0 0,-8-2 0 16,0 0 0-16,3 7 160 0,-3 1-160 0,-3 1 192 15,-1-1-16-15,-2 1 0 0,-2 2 0 0,-4 2 0 16,-2-3-176-16,-1 3 0 0,1 0 0 0,0 0 0 16,-1-1 0-16,2 1 0 0,2 0 128 0,0-1-80 15,2 0-48-15,1-3 0 0,2 0 0 0,2-4 0 0,1 0 0 0,3-5 0 16,0 0 0-16,0 0 0 0,0 0 0 0,5 7 0 15,2-3 0-15,2-2 0 0,0 1 0 0,2-2 0 16,0-1 0-16,2 0 0 0,0-1 0 0,2 0 0 16,-1 1 0-16,1-2 0 0,0 0 0 0,1-1 0 15,-2-1 0-15,0 0 0 16,3 2-704 0,2-4-128-16,-2 1-16 0,0 1-16 0,1-2-1200 15,-1-1-240-15,-2 1-64 0,2 1-20096 0</inkml:trace>
  <inkml:trace contextRef="#ctx0" brushRef="#br0" timeOffset="37378.14">19853 2286 51135 0,'0'0'2272'0,"-7"1"464"0,0-1-2192 0,7 0-544 0,0 0 0 0,0 0 0 0,0 0 960 16,0 0 64-16,0 0 32 0,0 0 0 0,0 0-160 16,0 0-48-16,9 0 0 0,1 0 0 15,2 0-624-15,1 0-224 0,3-1 144 0,1 0-144 0,0 1 0 16,1-2 0-16,0 0 0 0,2-1 0 0,-1 1-128 0,1 0 128 15,-1 0 0-15,1 0 0 16,-6 1-1040-16,1 0-144 0,-1 1-32 0,-1 0 0 16,-3 0-1104-16,-1 1-240 0,-9-1-32 0,0 0-18608 15</inkml:trace>
  <inkml:trace contextRef="#ctx0" brushRef="#br0" timeOffset="37570.85">19876 2480 16575 0,'0'0'736'0,"-6"2"160"0,-1-2-720 0,2 0-176 16,0 0 0-16,5 0 0 0,0 0 7680 0,0 0 1520 0,0 0 288 0,0 0 64 16,0 0-6800-16,0 0-1376 15,9 2-272-15,4-2-48 0,3-2-688 0,2 0-144 16,2 1-32-16,-1-2 0 0,1-1-192 0,2 2 0 16,0-3 128-16,2 1-128 15,-1-3-400-15,2 2-128 0,1 0-32 0,-3 1 0 16,2 1-1248-16,-1 2-256 0,-2 0-48 0,-1 1-16 15,-2-2-2160-15,1 0-448 0</inkml:trace>
  <inkml:trace contextRef="#ctx0" brushRef="#br0" timeOffset="38692.62">20882 2128 36287 0,'0'0'1600'0,"0"0"336"0,0 0-1552 0,0 0-384 0,0-6 0 0,0 6 0 0,0-5 1824 0,-3-1 288 15,-1 1 48-15,-1 1 16 0,5 4 240 0,-7 0 48 16,0 1 16-16,-3 5 0 0,0 0-1248 0,0 3-240 16,-3 4-48-16,0 4-16 0,-2 4-416 0,1 1-64 15,-1 1-32-15,2 0 0 0,3 2-128 0,0-2-32 16,2-2 0-16,3-1 0 0,2-2-256 0,3-1 0 16,1 0 128-16,4-4-128 0,3-1 0 0,0-1 0 15,4 2 0-15,2-5 144 0,3-1-144 0,1-5 0 16,2-2 0-16,1 0 0 0,1 0 0 0,-1-1 0 15,-2-2 0-15,1-1 0 0,-3-1 0 0,-1 1 0 16,-3-2 0-16,0-1 0 0,-3 1 0 0,-2-2 0 16,-2-1 0-16,-2 0 0 0,-1-2 0 0,-2 1 0 15,-1-1 0-15,-2 0 0 0,-2-1 0 0,0-1 0 16,1-1 0-16,-2 1 0 0,-2 1-160 0,1 0 32 16,-1 0 0-16,1 2 0 15,-2 1-368-15,2 2-64 0,-2-2-16 0,1 3 0 16,2 0-2400-16,5 6-480 0,0 0-112 0,0 0-16 0</inkml:trace>
  <inkml:trace contextRef="#ctx0" brushRef="#br0" timeOffset="38820.92">21155 2412 33167 0,'0'0'2944'0,"0"0"-2352"0,0 0-464 0,0 0-128 16,0 0 3264-16,0 0 624 0,0 0 128 0,0 0 16 15,10-1-3328-15,0-1-704 0,3 0 0 0,1-2-160 16,2-2-2992-16,4-1-608 0</inkml:trace>
  <inkml:trace contextRef="#ctx0" brushRef="#br0" timeOffset="39161.3">21724 2110 21183 0,'0'0'1888'0,"-8"1"-1504"0,0 1-384 0,0 0 0 0,-1 2 6640 0,-2 0 1248 15,0 1 256-15,-2 3 48 0,-1 1-5296 0,-2 2-1056 16,0 4-224-16,1 2-32 0,-1 0-752 0,0 3-128 15,2-2-48-15,1 0 0 0,3 2-480 0,1-3-176 16,2-2 0-16,2 1 144 0,4-4-144 0,1 1 0 16,6 0 0-16,1-1 0 0,0-1 0 0,5-3 0 15,4 3 0-15,1-5 112 0,0-1-112 0,2-2 0 16,-3 1 0-16,2-4 0 0,2 1 0 0,-1 0-128 0,1-1 128 16,1-1-160-16,-3 0 160 0,-1-4-208 0,0 1 80 0,5 0 128 15,-4-3-192-15,-1 1 192 16,-4-2-160-16,0-1 160 0,-1-2 0 0,-2 1 0 15,-3 1-128-15,-1-4 128 0,0 1 0 0,-2 0 0 0,-4 1 0 16,0-1 0-16,-2-1 0 0,0 1 0 0,-2-1-128 0,0 1 128 16,-4 2 0-16,0 1-192 0,-1 0 192 0,0-1-192 15,-3 1-64-15,-1 3-16 0,0-2 0 0,1 1 0 16,2 2-944 0,0 0-176-16,2 1-32 0,0 0-16 0,1 2-1376 15,2 0-288-15,5 2-48 0</inkml:trace>
  <inkml:trace contextRef="#ctx0" brushRef="#br0" timeOffset="39539.07">22304 2152 31327 0,'0'0'2784'0,"0"0"-2224"0,0 0-560 0,0 0 0 0,0 0 3872 0,-4-5 672 16,-2-1 128-16,-2 2 16 0,-1 0-2320 0,-3 3-480 15,0 1-96-15,-3 3 0 0,-2 2-704 0,-2 0-144 16,-2 2-32-16,-1 2 0 0,4 0-512 0,-2 1-96 15,0 2-32-15,0 1 0 0,6 0-272 0,-1 2 0 16,2-1 0-16,3 0 144 0,1-1-144 0,4-1 0 16,1-2 0-16,2 2 0 0,4 1 0 0,2-1 0 15,1 0 0-15,1-2 0 0,3-2 0 0,6 0 0 16,0-2 0-16,2 1 0 0,0-1 0 0,3 1 0 16,-3-5 0-16,-2 0 0 0,2 0 0 0,2 1 0 15,0-2-160-15,-1 1 160 0,-1-2-160 0,-1-2 160 0,0-3-192 16,2 1 192-16,0 0-176 0,-3-2 176 15,-2-1-160-15,-2 1 160 0,0-2-128 0,-2 1 128 16,-4-3 0-16,0 2-144 0,-1 0 144 0,-2 0 0 0,-4 1 0 0,-2-1 0 16,0-3 0-16,-1 2 0 0,-1 0 0 0,-2 1 0 15,0-2-160-15,0 2 160 0,-1-1-192 0,0 1 192 16,0 0-880 0,0 2-64-16,1-3-16 0,1 2 0 15,1 1-1696-15,-1 2-352 0,7 4-64 0,0 0-17872 0</inkml:trace>
  <inkml:trace contextRef="#ctx0" brushRef="#br0" timeOffset="39939">22726 2106 5519 0,'0'0'496'0,"0"0"-496"15,0 0 0-15,0 0 0 0,-6 3 9920 0,6-3 1872 0,0 0 384 0,0 0 80 16,0 0-8704-16,0 0-1744 0,0 4-336 0,-1 1-80 15,-1 1-384-15,1 2-80 0,0 3-16 0,2 0 0 16,-4 2-560-16,2 3-112 0,0 2-32 0,1-2 0 16,-2 1-208-16,0 1 176 0,-1-2-176 0,-1 5 160 15,3-2-160-15,-2 1 0 0,1-5 0 0,1-2 0 16,-1 0 0-16,2-1 0 0,0-1 0 0,0-2 0 16,2-3-368-16,-2 1-48 0,0-7-16 0,0 0 0 15,0 0-976-15,0 0-192 0,0 0-32 0,0 0-16 16,9 8-2784-16,1-3-560 0</inkml:trace>
  <inkml:trace contextRef="#ctx0" brushRef="#br0" timeOffset="40336.56">23028 2133 27647 0,'0'0'1216'0,"0"0"256"0,-4-1-1168 0,1 0-304 16,3 1 0-16,0 0 0 0,0 0 5840 0,0 0 1120 16,9-1 208-16,0-1 64 0,-9 2-4992 0,11-2-976 15,2 2-208-15,0 0-32 0,1 0-672 0,0 0-128 16,0 0-32-16,-1 1 0 0,0 2-192 0,0-1 128 0,-2 1-128 0,2 1 0 16,-1 0 128-16,-3 1-128 0,0-1 0 0,-2 2 144 15,-3-2-16-15,-2 3 0 16,0 0 0-16,-4 3 0 0,0 0-128 0,-3 3 0 15,-3 3 144-15,-3-3-48 0,0 1-96 0,-2 3 0 16,0-1 0-16,0-1 0 0,-2-2 0 0,2 2 0 16,1-2 0-16,-2 2 0 0,2-2 0 0,4 2 0 0,1-5 0 15,1 1 0-15,5-2 0 0,1-1 0 0,0-1 0 0,0-7 0 16,5 8 0-16,2 0 0 16,2 0 0-16,1-2 0 0,2-2 0 0,1-2 0 0,-4-1 0 15,4 0 0-15,3 2 0 0,1-2 0 0,1-2 0 0,0 1 0 16,2-4 0-16,0 1 0 0,0-3 0 15,3 1 0-15,-1-2-656 0,1 1-128 0,2 0-32 16,1 0-24592-16</inkml:trace>
  <inkml:trace contextRef="#ctx0" brushRef="#br0" timeOffset="42067.75">23837 1934 46479 0,'0'0'2048'16,"0"0"448"-16,-4-4-2000 0,2 0-496 0,2 4 0 0,0 0 0 0,0 0 624 0,0 0 16 15,0 0 16-15,0 0 0 0,0 0 432 0,-2 9 96 16,2 2 16-16,-1 0 0 0,2 1-656 0,2 0-128 16,0 1-32-16,-1-1 0 0,1-1-128 0,1 1-16 15,-2-1-16-15,2-1 0 0,0 0 0 0,0-2 0 16,-4-8 0-16,0 0 0 0,4 8-224 0,-4-8 176 15,0 0-176-15,0 0 160 0,0 0-160 0,0 0 160 16,0 0-160-16,0 0 160 0,0 0-160 0,0 0 160 16,8-1-160-16,-2-2 160 0,-1-3-160 0,1-2 192 0,-1-1-192 0,-1-2 192 15,0-2-192-15,0 0 0 16,0 0 144-16,1 0-144 0,1-1 0 0,2-1 0 16,0 1 0-16,0 1 0 0,1 0 0 0,0 4-128 0,-1 1 128 15,-2 3 0-15,1 1 0 0,-7 4 0 0,8-1 0 0,-8 1-128 16,9 1 128-16,0 3 0 0,-3 0 0 0,2 2 0 15,-1 5 0-15,-1-1 0 0,0 2 128 16,-1 0-128-16,0-3 0 0,0 1 128 0,0 2-128 0,1 0 0 16,-1-5 0-16,-1 1 128 0,0-1-128 0,-4-7 0 15,0 0 0-15,6 5 0 0,-1 0 0 0,-5-5 128 16,0 0-128-16,10 2 128 0,-3-4-128 0,1 0 128 0,0-1-128 16,0-1 0-16,0-1 0 0,-1 0 0 0,0-4 0 0,1 1-128 15,1 0 128-15,0-1 0 0,-1-3 0 16,2 2 0-16,-2-3 0 0,1 2-128 15,0 2 128-15,0 1 0 0,-1 0 0 0,0 2 0 0,-1 1 0 16,-1 1 0-16,-6 4 0 16,0 0 0-16,0 0 0 0,8 1 0 0,-8-1 0 0,7 4 128 0,-2 1-128 0,0 2 0 15,0 3 0-15,-1-2 0 0,0 1 0 0,0 0 0 16,0 3 0-16,1 0 0 0,0-3-128 16,0 0-64-16,2 0 0 0,-1 0 0 15,1-1-1088-15,1-3-208 0,0-2-48 0,-1-1-16 16,1 1-2000-16,1 0-400 0,2-2-80 0</inkml:trace>
  <inkml:trace contextRef="#ctx0" brushRef="#br0" timeOffset="42508.26">24443 1719 49071 0,'-14'-5'2176'0,"10"1"448"0,0-1-2112 0,4 5-512 15,0 0 0-15,0 0 0 0,2-6 224 0,0 1-64 0,-2 5-16 16,5-4 0-16,3-2 928 0,0 3 176 15,2-1 32-15,5 3 16 0,2 0-992 0,2 1-304 0,2 0 128 0,3-3-128 16,-1 6 128-16,2-3-128 0,-2 2 160 0,1 2-160 16,-2-3 0-16,-3 2 128 0,-2 0-128 0,-2-2 0 0,-3 4 0 0,-3-2 128 15,-2-1-128-15,-7-2 0 0,0 0 320 0,0 0-16 16,0 0-16-16,0 0 0 16,0 0 32-16,0 0 16 0,-3 7 0 0,0-1 0 0,-1 1-128 0,0-1-16 15,0 1-16-15,4-7 0 0,0 0-176 0,-5 5 0 16,5-5 0-16,-3 5 128 0,3-5-128 0,0 0 0 15,0 0 0-15,0 0 0 0,2 7 0 0,-2-7-144 16,4 6 144-16,1 1 0 0,-5-7-176 0,9 5 176 16,0 0-160-16,2 1 160 0,-2-3-128 0,1 0 128 15,-1 0 0-15,0 1-144 0,-1-2 144 0,-1 3 0 16,-7-5 0-16,0 0 0 0,0 0 0 0,0 0 0 16,0 0 0-16,2 7 0 0,-2-7 0 0,-1 9 0 15,-2 0 0-15,-2-1 128 0,-1-1-128 16,-4-1 144-16,0 1-144 0,-2-1 160 15,-2 1-160-15,-2-1 0 0,-1 1 0 0,-1-3 0 0,-1 2 0 0,-1 1 0 16,0-2 0-16,2 1-176 16,1 2-624-16,2-1-128 0,0-1-32 0,4-2 0 15,0 0-1552-15,3 1-320 0,4 2-64 0,3 1-18176 16</inkml:trace>
  <inkml:trace contextRef="#ctx0" brushRef="#br0" timeOffset="42738.33">25012 1899 46415 0,'0'0'2048'0,"0"0"448"0,0 0-2000 0,0 0-496 0,-1 9 0 0,-1 3 0 0,2-3 1088 0,-1 1 128 15,-2 3 32-15,-1 3 0 0,-1 2 80 0,-1 2 16 16,-1 1 0-16,-1 3 0 0,-2 4-816 0,-1-1-144 16,0 3-48-16,-1 3 0 0,0-3-112 0,1 0-32 15,-1-2 0-15,1 2 0 0,-2 3-192 0,2 1 0 16,1-4 128-16,1-3-128 0,0-3 0 0,3-2 0 15,-1-5 0-15,3 0-160 16,2-2-736-16,0 0-160 0,2-4-32 0,4 0 0 16,0-5-1152-16,0 1-256 0,1-5-32 0,2 2-11824 15,1-2-2368-15</inkml:trace>
  <inkml:trace contextRef="#ctx0" brushRef="#br0" timeOffset="42955.59">25051 2235 23951 0,'0'0'2128'0,"0"0"-1696"0,0 0-432 0,0 0 0 0,0 0 4544 0,0 0 816 16,0 0 160-16,0 0 48 0,5 11-3456 0,0 0-704 16,-1 2-128-16,-2-2-16 0,0 1-160 0,-1-1-16 15,-1 2-16-15,0 0 0 0,0 4-592 0,0-2-112 16,0 0-32-16,-1 1 0 0,2 0-336 0,1-1 128 16,0 0-128-16,1-1 0 0,1 0 0 0,1-1-288 15,2-1 48-15,3-2 16 16,2 1-1616-16,2-5-320 0,3 0-64 0,3-1-16 15,2-1-1728-15,3-2-336 0,3 1-80 0,0-3-16 0</inkml:trace>
  <inkml:trace contextRef="#ctx0" brushRef="#br0" timeOffset="43612.01">25477 2437 4607 0,'3'-13'192'0,"-3"13"64"0,0-8-256 0,0 1 0 0,0-1 0 0,-1 0 0 16,-2-1 7552-16,-1 1 1472 0,-1-1 304 0,-3 2 48 16,-1 2-5312-16,0 1-1056 0,-2 0-224 0,0 4-32 15,-2-2-1168-15,-2 4-240 0,0-2-32 0,-4 4-16 0,0 1-592 0,-1 2-112 16,1-1-16-16,-2 1-16 0,-3 1-176 0,1 1-48 15,-1 0 0-15,2 3 0 0,0 1-144 0,4 0-16 16,1 0-16-16,3 0 0 0,0 0-160 0,5 1 0 16,2 1 0-16,1-2 128 0,4-2-128 0,0 1 0 15,5 0 0-15,4-2-176 0,2-2-32 16,4 0-16-16,2 0 0 0,5-2 0 16,2 0-160-16,3-3-48 0,2 0 0 0,2-2 0 15,2 1-128-15,-1-5-16 0,-1-2-16 0,0 1 0 16,-1 0-64-16,0 1-16 15,-1-6 0-15,-1-1 0 0,-3-3 336 0,1 0 64 0,-2 2 16 16,0-2 0-16,-2 0 256 0,-2 0 0 0,-4 0-128 0,-3 1 128 0,-2 3 0 0,-2-1 144 16,-4 1-16-16,-1 2 0 0,-4 1 512 0,0 2 112 15,-2-1 16-15,-1 1 0 0,-2 0-32 0,-1 1 0 16,1 1 0-16,-3 0 0 0,0 2-400 0,0 2-80 0,-2 0 0 0,1 2-16 16,1 1-80-16,0 2-16 0,-2-1 0 15,0 3 0-15,0 1-144 0,3-1 192 0,1 0-192 16,3 1 192-16,0-1-192 0,2 2 0 0,3-3 0 0,0 2 0 15,3-2 0-15,1 0-192 0,1 1 64 0,4-3 128 16,0 1-336-16,0-1 48 0,-1 0 16 0,3-2 0 16,2-4-48-16,1 0 0 0,0 0 0 0,2 0 0 15,-2-3 48-15,1 0 0 0,-4-1 0 0,3 0 0 16,-1-1 128-16,-2-1 144 0,0-2-208 0,-1 1 80 16,-1 2 128-16,-1 0 0 0,-3 0 128 0,-5 5-128 0,6-4 320 15,-6 4-16-15,0 0 0 0,0 0 0 0,0 0 208 0,0 0 64 16,0 0 0-16,0 0 0 0,0 0-208 0,0 0-48 15,0 0 0-15,0 0 0 0,5 8-128 0,0 3-48 16,-1 4 0-16,1-1 0 0,0 2-144 0,1 1 160 16,-1 1-160-16,3 3 160 0,-3 2-160 0,0 2 160 15,0 2-160-15,0-2 160 0,-1 3-160 0,-1-4 0 16,-2-2 144-16,1 2-144 0,-4-3 0 0,0 0 144 16,-2-3-144-16,-2-1 0 0,0-4 176 0,-3 0-176 15,-4-4 160-15,-2 2-160 0,0-1 176 0,-2-1-176 16,-3-1 192-16,-1-2-192 0,2-2 128 0,-2 2-128 0,0-4 0 15,0 1 80-15,-1-2-80 0,3 0 0 16,2 2 0-16,-2-3 0 0,1-4-320 0,1 4-64 16,3-1-16-16,1-1-16832 0,2 1-3376 15</inkml:trace>
  <inkml:trace contextRef="#ctx0" brushRef="#br0" timeOffset="44333.13">18547 3757 24879 0,'0'0'1088'0,"-2"-4"256"0,0-5-1088 0,-1 2-256 0,2 1 0 0,1-1 0 16,0 7 4464-16,1-5 832 0,-1 5 160 0,0 0 48 16,5-3-3008-16,-5 3-608 0,0 0-112 0,11 1-32 15,1 5-608-15,-1 4-128 0,1 4-32 0,1 5 0 16,0 4-352-16,0 3-80 0,-1 4-16 0,0-4 0 0,-1 2-112 0,0-2-32 16,-1-3 0-16,1-2 0 0,-1-1-192 0,-1-2-32 15,0-1-16-15,-1-3 0 0,-1-1-144 16,0-2 160-16,-1-2-160 0,-1-5 160 0,-5-4-160 0,5 4 160 15,-5-4-160-15,0 0 160 0,0 0-160 0,0 0 0 16,7-4 0-16,-1 0 0 0,-2-1 0 0,0-2 0 16,0-2 128-16,0 0-80 0,0-4-48 0,0 0 0 15,0-3 0-15,-1-1 0 0,1-1 0 0,3-2 0 16,-1-3 0-16,1-3 0 0,-2-4 0 16,2 0 0-16,0-1 0 0,3 1 0 0,-4 2-272 0,1 5-48 15,-1-2-16-15,1 7 0 16,-2 1-880-16,0 5-160 0,-1 4-32 0,0 2-16 15,-4 6-1424-15,0 0-288 0,6 6-48 0,0 2-10496 16,0 5-2096-16</inkml:trace>
  <inkml:trace contextRef="#ctx0" brushRef="#br0" timeOffset="44775.26">19004 3890 11055 0,'0'0'976'0,"0"0"-784"16,0 0-192-16,0 0 0 0,11 1 7904 0,-1-1 1536 15,1-3 304-15,0-2 64 0,2 0-6880 0,0 0-1392 16,0 1-256-16,2-3-64 0,-1 1 0 0,2 2 0 0,-2-1 0 0,-1 1 0 15,-1 0-544-15,-2 1-96 0,-1 1-32 0,-2 0 0 16,-7 2-128-16,0 0-32 0,0 0 0 0,0 0 0 16,0 0-192-16,0 0-32 0,0 0-16 0,0 0 0 15,0 0-96-15,-3 7-48 0,-2-1 0 0,0 3 0 16,-2 2 0-16,1 1 0 0,-2 1 0 0,-1-3 0 16,-2-1 0-16,4 0 0 0,0 0 0 0,2-1 0 0,1 0 0 15,1-1 0 1,2 0 0-16,1 1 0 0,0-8 0 0,3 8 0 0,-3-8 0 0,6 9 0 0,2 0 0 0,2-2 0 15,1-1 0-15,2-2 0 0,1 1 0 16,2 1 0-16,1-1 0 0,1 0 0 0,2 0 0 0,-2-1 0 16,-2 1 0-16,-1 1 0 0,-2-1 0 0,0 1 0 15,-1 0 0-15,-3-1 0 0,0 1 0 16,-3 1 0-16,-3-1 0 0,0 2 0 0,0-1 0 0,-3 2 0 16,-2-3 0-16,0 3 0 0,-3 1 0 0,-2 1 0 15,-1 0 0-15,-1 0 0 0,-1-1 0 0,-2-1 0 16,-1 1 0-16,-2 1 0 0,0-2 0 0,-2 0 0 15,0-1 0-15,-1-1 0 0,-1 1 0 0,0-1 0 16,-1-1 0-16,1 1 0 0,-1-3 0 0,2 0 0 16,2 0 0-16,2-2 0 0,2 0 0 0,3-1-240 15,1-1 80-15,8 0 16 16,0 0-1120-16,0 0-208 0,-1-5-64 0,5-3 0 16,5-1-2256-16,4-4-464 0,7-4-96 0</inkml:trace>
  <inkml:trace contextRef="#ctx0" brushRef="#br0" timeOffset="45008.88">19747 3701 15663 0,'0'0'1392'0,"0"0"-1120"16,0 0-272-16,0 0 0 0,0 0 8768 0,0 0 1680 0,4-7 352 0,0 2 64 16,-4 5-8112-16,8-3-1632 0,1-2-320 0,0 1-64 0,2 1-288 0,0 2-64 15,3-3-16-15,0 3 0 0,0 0-368 0,2-1 0 16,-1 2 0-16,2 2 0 0,0-2 0 0,0 1 0 15,0 0 0-15,0 1 0 0,-1 0 0 0,0 1 0 16,-1 1-160-16,-1-3 160 16,0 4-1056-16,-1-2-96 0,1 2-32 0,-1-1 0 15,-1 0-1616-15,-3 1-320 0,-3 0-64 0,0 3-17680 16</inkml:trace>
  <inkml:trace contextRef="#ctx0" brushRef="#br0" timeOffset="45194.58">19900 3890 21183 0,'-24'6'1888'0,"15"-3"-1504"15,-1-1-384-15,1 0 0 0,2-1 5376 0,3-1 992 16,4 0 208-16,0 0 32 0,0 0-3760 0,0 0-752 16,0 0-160-16,0 0-16 0,0 0-848 0,12-1-176 15,1-1-16-15,0 1-16 0,2 0-512 0,1-1-96 16,3 1-32-16,-1 0 0 0,0-2-224 0,0 1 144 0,2-4-144 0,0 1 128 16,0 3-128-16,-1 0 0 15,-1 2-160-15,0-4 160 16,2 2-1808-16,-3-1-272 0,1 1-48 0,-1 0-20512 0</inkml:trace>
  <inkml:trace contextRef="#ctx0" brushRef="#br0" timeOffset="46447.51">20564 3633 12895 0,'0'0'1152'16,"0"0"-928"-16,0 0-224 0,0-8 0 0,1-1 5920 0,-1 0 1136 15,0 2 240-15,-1-2 32 0,-1 3-4160 0,0-2-832 16,-1 1-160-16,0 2-48 0,3 5-144 0,-5-4-48 15,-1 3 0-15,-2 1 0 0,-1 4-848 0,0-2-192 16,-2 5-16-16,-1 3-16 0,1 5-416 0,-1 3-96 16,0 4-16-16,2 3 0 0,1-1-112 0,2 3-32 15,2 0 0-15,2 0 0 0,3 1-128 0,2-4-64 16,3 1 0-16,3-1 0 0,2-5 0 0,3 0 0 16,3-4 0-16,2 0 0 0,3-4 0 0,1-2 0 15,3-3 0-15,1-1 0 0,3-3 0 0,-1-2 0 0,4-1 0 16,-2-2 0-16,0 0-176 0,-3-1 176 15,-2 0-160-15,-4-3 160 0,-2-2-128 0,-2 1 128 0,-4-1 0 0,-2 0-144 16,-2 0 144-16,-4-2 0 0,-4 0 0 0,-1-2 0 16,-2-3 0-16,-2-1 192 0,-7 0-32 0,1 0-16 15,-2 0-144-15,-1 0 0 0,-1 2 0 0,-2-1 112 16,-1 2-112-16,-1-3-240 0,-2 4 80 0,2 0 16 16,1 2-48-16,-1 2 0 0,-3 1 0 0,3 3 0 15,1 2-576 1,1 2-112-16,2 1-16 0,1 0-16 15,2 3-1456-15,3 2-272 0,3 3-64 0,4 2-18800 0</inkml:trace>
  <inkml:trace contextRef="#ctx0" brushRef="#br0" timeOffset="46631.43">21097 3854 23951 0,'0'0'2128'0,"0"0"-1696"0,-5 7-432 0,-1-2 0 0,6-5 6560 0,-5 5 1232 16,-1 1 240-16,-1-1 48 0,2 1-6048 0,-2-3-1216 15,1 1-240-15,-1-2-64 0,7-2-128 0,0 0-48 16,0 0 0-16,0 0 0 16,0 0-1312-16,0 0-272 0,0 0-48 0,8-1-16 15,0-2-1424-15,4 0-272 0,3-5-64 0,2 1-16704 0</inkml:trace>
  <inkml:trace contextRef="#ctx0" brushRef="#br0" timeOffset="46977.33">21479 3628 42159 0,'0'0'1856'0,"0"0"400"0,0 0-1808 0,0 0-448 16,0 0 0-16,0 0 0 0,-7-3 1904 0,-1 3 272 0,1 3 64 16,-3 0 16-16,1 3-496 0,0 1-96 0,-1 4-32 15,-1 2 0-15,0 1-864 0,-1 3-192 0,-1 1-16 0,0 3-16 16,0 0-416-16,1 1-128 0,2 2 0 0,0-3 0 16,3-2 256-16,1-2-48 0,4 0-16 0,1 0 0 15,2-1-192-15,3-3 0 0,1-3 0 0,4 1 0 16,2-2 0-16,2-3-256 0,1-3 48 0,4 1 16 0,2 0 192 0,-1 0 0 15,1-2 0-15,-1-2 0 16,1-1 0-16,-1-2 0 0,2 1 0 0,0-2 0 16,-4 0-272-16,-1-1-16 0,-2-2 0 0,-1 1 0 15,-2-3 288-15,-2-1 0 0,0-1 0 0,-1-1 0 0,-2-1 0 0,-1 0 0 16,-1-1 0-16,-1-1 0 0,-3 0-288 16,0-1 48-16,-3 2 16 0,-1-1 0 0,-1 2 224 0,-1 0 0 15,-3 3 0-15,-1-2 0 0,-1 2 0 16,-1 2 0-16,-1-3 0 0,-1 2 0 0,-1 0-176 0,0 1 176 15,-1 2-192-15,0-1 192 16,2-1-1312-16,1 2-160 0,1 1-16 0,3 1-16 16,3 1-2048-16,6 3-416 0,0 0-64 0</inkml:trace>
  <inkml:trace contextRef="#ctx0" brushRef="#br0" timeOffset="47444.44">22136 3525 20271 0,'-3'-10'896'0,"3"10"192"0,0 0-880 0,0 0-208 0,-1-4 0 0,1 4 0 16,0-3 6528-16,1-3 1280 0,-1 6 240 0,0 0 48 15,0 0-5056-15,0 0-1008 0,0 0-208 0,0 0-32 16,0 0-1024-16,0 0-208 0,0 0-48 0,0 0 0 15,0 0-176-15,-1 11-32 0,-3-1-16 0,1 1 0 0,-2-1-288 16,0 3-176-16,-2 0 32 0,0-2 0 0,-4 2 144 0,2-3 0 16,0 3 0-16,-1 0 0 0,-4 0 128 15,3 0 64-15,0-1 16 0,0 0 0 0,-2 1-144 16,-1-3-64-16,0 1 0 0,2-1 0 16,1-1-176-16,-1 0-16 0,2-1-16 0,-1 1 0 0,2-2 208 0,1-1 256 15,0 1-48-15,2-1-16 0,1-1-192 0,5-5-256 16,0 0 48-16,0 0 16 0,0 0 192 0,0 0 256 15,0 0-48-15,6 6-16 0,2-2-192 0,4-2 0 16,1 1 0-16,2-2 0 0,2-1 0 0,2-1-256 16,0 0 48-16,1-1 16 0,-1 0 192 0,2-1 0 15,0 2 0-15,0-3 0 0,-2 1 0 0,1 1 0 16,-2-1 0-16,-1 0 0 0,0 1-288 0,-1 0-16 16,-3 0 0-16,-2-1 0 15,0 1-768-15,-3-1-144 0,-8 3-48 0,0 0 0 16,0 0-1392-16,0 0-288 0,0 0-48 0,0 0-17360 0</inkml:trace>
  <inkml:trace contextRef="#ctx0" brushRef="#br0" timeOffset="47663.09">22034 3472 27647 0,'0'0'1216'0,"0"0"256"0,0 0-1168 0,0 0-304 0,0 0 0 0,0 0 0 16,0 0 4464-16,5 7 832 0,-2 1 160 0,-2 2 48 15,1 3-3008-15,-1 2-576 0,0 1-128 0,-1 1-32 16,0 3-896-16,0 2-176 0,1 3-48 0,1 0 0 0,-1-2-480 0,-1-1-160 16,0 0 0-16,0-1 0 0,1 0 0 0,1-1 0 15,2-2 0-15,-2-1 0 16,2-4-464-16,0-1-208 0,1-2-32 0,0-2-16 16,2-3-1296-16,2 2-256 0,-1-3-48 0,1-2-12160 15,1-4-2432-15</inkml:trace>
  <inkml:trace contextRef="#ctx0" brushRef="#br0" timeOffset="48094.15">22361 3504 26719 0,'0'0'1184'0,"0"0"240"0,0 0-1136 0,0 0-288 16,0 0 0-16,-4 6 0 0,1-1 5376 0,-1 2 1008 16,-2 1 208-16,1 2 32 0,0 3-4048 0,-2 4-800 15,1 1-176-15,1 3-16 0,0 1-784 0,2 2-160 16,-1-2-16-16,1 2-16 0,2-1-368 0,1-1-80 15,3 0-16-15,2-1 0 0,1 0-96 0,5 1-48 16,2-4 0-16,1 1 0 0,2-6 0 0,2 0 0 0,0-4 0 0,2 0 0 16,-1-1 0-16,1-2 0 15,2 0 0-15,-1-1 0 0,-1-4-128 0,-2 0 128 0,0-1 0 16,0-1 0-16,1-1-160 0,-1-2 160 0,-1-2-128 16,0 0 128-16,-2-3-176 0,0-2 176 0,-1 0-208 15,0-4 80-15,1 0 128 0,-2-2 0 0,-1-2 0 16,-2 4-128-16,-2-2 128 0,0 1 0 0,-3 2 0 0,-3 2-128 15,-3 0 128-15,0 3 0 0,-2 3 0 0,-2 0 0 16,-3 3 160-16,-1 0-32 0,-1 0-128 0,-2 3 192 0,-1 3-64 16,0 2 0-16,-1 3-128 0,-2 2 192 15,0 1-192-15,2 1 128 0,0-1-128 0,0 2 128 16,1 4-128-16,2 2 0 0,-1-1 0 0,3-1 0 0,1-4 0 16,2 0 0-16,-1 0 0 0,2-3 0 0,1 1-400 15,3-2 16-15,2-1 16 0,3 0 0 16,1-3-800-16,2 1-176 15,-1-3-16-15,3 1-16 0,2-4-1584 0,3 1-320 16,5 0-64-16,-2-1-16672 0</inkml:trace>
  <inkml:trace contextRef="#ctx0" brushRef="#br0" timeOffset="48360.8">23120 3509 11967 0,'-10'-8'528'0,"6"5"112"0,0 2-512 0,-1-1-128 16,5 2 0-16,0 0 0 0,0 0 8704 0,0 0 1696 16,0 0 352-16,0 0 64 0,0 0-7456 0,0 0-1488 15,0 0-288-15,2 11-64 0,0 1-752 0,-1 4-160 0,0-2-32 0,-2 4 0 16,1 3-352-16,0 1-80 0,0 2-16 0,-1-1 0 16,-1 1-128-16,2-3 0 0,-1 1 0 0,1-1 112 15,-1 1-112-15,-2-5 0 0,2 0 0 0,-1-2 0 16,2 2 0-16,0-6 0 0,2-1 0 0,-2-1 0 31,0-1-624-31,0 0-64 0,0-8-16 0,0 0 0 0,0 0-1152 16,0 0-224-16,0 0-48 0,8 1-13296 0,2-1-2640 0</inkml:trace>
  <inkml:trace contextRef="#ctx0" brushRef="#br0" timeOffset="48578.9">23370 3450 26719 0,'0'0'2368'0,"0"0"-1888"0,0 0-480 0,0 0 0 0,0 0 4832 0,0 0 864 16,-3 7 192-16,0 1 16 0,0 1-3344 0,3 4-656 16,0 1-144-16,-1 2-32 0,0 1-704 0,-1 1-160 15,0 3-32-15,0 0 0 0,1 1-496 0,0-1-96 16,0 0-32-16,1 1 0 0,2-4-208 0,1 1 128 16,-1 0-128-16,1-2 0 0,-2-4-144 0,2 0-128 15,0-3-32-15,2 1 0 16,-1-2-928-16,2-4-192 0,2 0-48 0,1-1 0 15,0-3-2160-15,3-2-432 0,0-2-96 0</inkml:trace>
  <inkml:trace contextRef="#ctx0" brushRef="#br0" timeOffset="48979.52">23871 3405 15663 0,'0'0'1392'0,"0"0"-1120"0,0 0-272 0,0 0 0 16,0 0 6464-16,0 0 1216 0,0 0 256 0,0 0 64 15,0 0-4832-15,0 0-960 0,0 0-192 0,0 0-32 16,0 0-480-16,0 0-96 0,0 0 0 0,0 0-16 16,8 7-784-16,-4 3-160 0,-2-1-16 0,-2 1-16 15,-4-3-160-15,1 2-48 0,-4 0 0 0,1 3 0 16,-1-2-208-16,-1 2 128 0,-1-2-128 0,-1 1 128 16,-1-1-128-16,1 2 0 0,1 0 0 0,-2-1 0 0,-3 1 0 0,2 0 0 15,2-2 0-15,1-1 0 0,-1-1 0 16,3 0 0-16,0-2 0 0,2 0 0 0,5-6 0 15,0 0 0-15,-4 7 0 0,4-7 0 0,0 0 0 0,0 0 0 16,-1 7 0-16,1-7 0 0,0 0 0 0,0 0 0 16,0 0 0-16,0 0 0 0,8 5 0 0,-1-1 0 15,2-1 0-15,2-1 0 0,1 0 0 16,2-2 0-16,3 0 0 0,1 1 0 0,0-4 0 0,1 2 0 16,0 0 0-16,5-2 0 0,0 2 0 0,0 0 0 15,2-1 0-15,-1 1 0 0,-2 0 0 0,-2 1 0 16,1 0 0-16,-1-3 0 0,-3 2 0 0,-1 1 0 15,-2-3 0-15,-1 2-160 16,-4-2-880-16,0-2-176 0,-3 4-48 0,0-3 0 16,-2 1-1936-16,-5 3-384 0,0 0-64 0</inkml:trace>
  <inkml:trace contextRef="#ctx0" brushRef="#br0" timeOffset="49213.91">24003 3326 25791 0,'0'0'2304'0,"-2"8"-1856"0,2-8-448 0,-1 8 0 16,2 1 5744-16,1 3 1040 0,-1 0 224 0,-1 1 32 15,1 1-4288-15,-1 3-848 0,0 2-176 0,2 5-48 16,-2 1-960-16,1 1-192 0,-1 2-32 0,1 4-16 16,-1-1-352-16,0-1-128 0,0 0 0 0,3-1 0 15,-3 1 0-15,0-6 0 0,0 0 0 0,0 1 0 0,0-4 0 0,0 1 0 16,-1-5 0-16,1-2 0 0,0-2 0 0,0 2 0 15,0-2 0-15,0-3 0 16,1-1-2256-16,3-1-352 0,1 1-64 0</inkml:trace>
  <inkml:trace contextRef="#ctx0" brushRef="#br0" timeOffset="49985.97">24648 3315 38463 0,'0'0'1712'0,"8"4"336"0,2-2-1632 0,-1 2-416 0,-1-1 0 0,1 2 0 0,-2 0 2480 0,-1 3 400 15,0-2 96-15,-2 4 16 0,1-3-912 0,-1 5-176 16,-2 1-48-16,1 4 0 0,0-3-1072 0,-1 2-208 15,-1 0-64-15,2-1 0 0,-2 1-256 0,3 0-64 16,-1-2-16-16,-2-1 0 0,0-1-176 0,1-2 128 16,-2 1-128-16,0-4 128 0,0-7-128 0,0 0 0 15,0 0 144-15,0 0-144 0,0 0 0 0,0 0 0 16,0 0 0-16,0 0 128 0,0 0-128 0,0 0 0 16,0 0 0-16,5-6 0 0,0-2 0 0,2-1 0 15,-2-3 0-15,0-1-128 0,0 1 128 0,2-1 0 16,-1-1-144-16,2-3 144 0,-1 0 0 0,1 0-176 15,1 2 176-15,-1-2-128 0,-1 5 128 0,1 0 0 16,0 0-144-16,-2 3 144 0,1 3 0 0,-7 6 0 16,0 0 0-16,7-3 0 0,-7 3 0 0,0 0 0 15,7 5 0-15,0 5 0 0,-2-4 0 0,0 1 160 0,-1 3-160 16,0 0 160-16,0 1-160 0,-1 1 160 0,-2-3-160 0,2 1 160 16,-1 2-160-16,1-2 0 0,-1-1 144 0,1 1-48 15,-3-10-96-15,4 7 0 0,1 3 0 0,-5-10 0 16,0 0 0-16,0 0 0 0,8 2 0 0,-2-2 0 15,-6 0 0-15,7 0 0 0,1-4 0 0,-2 2 0 16,0-7 0-16,-1 1 0 0,3 0 0 0,1 0 0 16,1-1 0-16,2 1 0 0,1-4 0 0,0 1 0 15,3-1 0-15,1 0 0 0,-1 2 0 0,1 1 0 0,-1-2 0 16,-2 5 0-16,-2 2 0 0,-1 1 0 0,-1 1 0 16,-3 3 0-16,-7-1 0 0,0 0 0 0,6 4 0 15,-1 1 0-15,-5-5 0 0,-1 9 0 0,1 0 0 16,1 0 0-16,1 0 0 0,-1 1 0 0,-1-1 0 15,0 0 0-15,0-9 0 0,4 9 0 16,1 0-576-16,0-2-96 0,2-3-32 0,1 1 0 16,-2-1-1968-16,4 1-400 0,4 0-64 0</inkml:trace>
  <inkml:trace contextRef="#ctx0" brushRef="#br0" timeOffset="50379.97">25394 3223 43535 0,'-4'-7'1920'0,"3"0"416"0,-2 1-1872 0,2 0-464 0,1 6 0 0,0-5 0 0,0 0 1504 0,0 5 208 16,1-5 32-16,2-2 16 0,-2 2-160 0,3 1-48 16,-4 4 0-16,8-7 0 0,-1 4-944 0,4-1-192 0,-2-2-32 15,3 4-16-15,1 2-368 0,0 0 0 16,1 1 0-16,0 0 128 0,0 2-128 0,-4-2 0 16,0 2 0-16,0 0 0 0,-10-3 0 0,7 3-128 0,-7-3 128 0,0 0-128 15,0 0 128-15,7 7 0 16,-7-7 0-16,0 0 0 0,1 8 192 0,-1-8-48 15,0 9 0-15,-1-1 0 0,-2-2 0 0,3-6 0 0,-5 6 0 0,5-6 0 16,-4 6-144-16,4-6 160 0,0 0-160 16,0 0 160-16,0 0-160 0,0 0 0 0,0 0 0 0,0 0 0 15,0 0 0-15,4 8 0 0,1-2-192 0,3 0 192 16,0-4-144-16,0 3 144 0,-2 1 0 16,2-1 0-16,-8-5 0 0,8 5-128 0,-8-5 128 0,0 0 0 15,0 0 0-15,0 0 0 0,0 0 0 0,0 0 144 16,0 9 0-16,-1-1 0 0,-3-1 0 0,-4-1 0 15,0 1-144-15,0 0 0 0,-1 0 144 0,-1-1-144 16,-2 1 0-16,-1-1 0 0,-1 4 0 0,-1-4 0 0,0 1-208 16,2-1 32-16,-1 1 16 0,3-2 0 15,0 0-976-15,3-4-192 0,1 1-32 16,1 2-14896-16,6-4-2992 0</inkml:trace>
  <inkml:trace contextRef="#ctx0" brushRef="#br0" timeOffset="50655.12">25831 3187 46703 0,'0'0'2064'0,"0"0"432"0,0 0-1984 0,0 0-512 16,0 0 0-16,-2 9 0 0,1 1 1616 0,-2 3 240 16,1 2 32-16,-1 3 16 0,-1 0-560 0,-1 4-96 0,-2 2-32 0,-3 10 0 15,0 1-960-15,-2-2-256 0,0-2 0 16,0-2 272-16,-1-1 16 0,0 4 0 0,2-2 0 15,-1-2-208-15,0 0-80 0,0-2 0 0,1-2 0 16,-1 0 0-16,2-3 0 0,-1-2 0 0,1 0 0 16,1-2 0-16,-1-2 0 0,1-2 0 15,1-4 0-15,2 0-256 0,-1-1-64 0,4-2 0 0,3-6 0 32,0 0-1184-32,0 0-240 0,0 0-48 0,0 0-14272 0,0 0-2832 0</inkml:trace>
  <inkml:trace contextRef="#ctx0" brushRef="#br0" timeOffset="50896.19">25956 3478 28559 0,'0'0'1264'0,"0"0"272"0,0 0-1232 0,0 0-304 0,0 0 0 0,0 0 0 0,0 0 4656 0,0 0 864 16,0 0 176-16,-2 7 48 0,2 5-3168 0,-1-3-624 16,0 2-128-16,-1 2-32 0,0 1-976 0,-1 2-208 15,1-1-32-15,-1 1-16 0,-1 0-304 0,0 1-48 16,0 2-16-16,0-2 0 0,2 0-192 0,1 1 128 15,-3-2-128-15,0 4 0 0,1-4 0 0,3 0 0 16,0-2 0-16,1-2 0 16,2-1-800-16,1-2-160 0,1-4-16 0,2 0-16 15,0-1-1280-15,4-1-256 0,1-3-48 0,-1-2-16 16,2-2-2784-16,0 3-576 0</inkml:trace>
  <inkml:trace contextRef="#ctx0" brushRef="#br0" timeOffset="51589.5">26181 3650 33695 0,'0'0'1488'0,"-2"-6"304"0,-4-1-1424 15,3 0-368-15,-4 3 0 0,2-1 0 0,0 0 3120 0,-2 0 544 0,1 1 112 0,-1 0 32 16,-1 1-1632-16,0 1-320 0,1 2-64 0,-1 0 0 16,-1 2-752-16,-1-1-144 0,0 5-16 0,-2 0-16 15,1 3-464-15,-2 0-80 0,2-2-32 0,1 2 0 16,-1 3-160-16,0 0-128 0,-3-1 144 0,3 0-144 16,0 0 0-16,3 1 128 0,1 1-128 0,-1 2 0 15,3 0 0-15,3-2 0 0,4 0 0 0,2 0 0 16,2 0 0-16,4-1-256 0,4-3 16 0,1-2 16 15,3-1-128-15,1-1-32 0,2-2 0 0,3 0 0 16,4-2-16 0,2-1-16-16,1-3 0 0,0-1 0 0,3-1 96 0,-1-1 0 0,-2-1 16 0,0-3 0 15,-1-1 144-15,-1 0 32 0,-3-2 0 0,0 0 0 0,-2-2 128 0,-4 2 0 16,-1-1 0-16,-4 1-128 0,-3 0 128 0,-3 2 0 16,-4 3 0-16,-2 1 0 0,-4 0 384 15,-2-2 0-15,1 3 0 0,-5 0 0 0,-1 1 176 0,-1 1 32 16,-1 4 16-16,-1-2 0 0,1 2-288 15,-2 2-48-15,-2 2-16 0,-2 1 0 0,0 3-128 0,-1 1-128 16,1 2 192-16,-1-1-192 0,0-1 192 0,1 2-64 16,0 2 0-16,3-4-128 0,3 3 0 0,2-1 0 15,2 1 0-15,2-2 0 0,0 0 0 0,5-1 0 0,3 1-192 0,1-1 48 16,2-1-64-16,2 1-16 16,2-2 0-16,4-1 0 0,-1-3-96 0,2-1 0 0,-1-2-16 0,1 0 0 15,1 0 48-15,0 0 16 16,-1-2 0-16,-1-1 0 0,1-3 144 0,0-1 128 0,-2-1-192 15,-1 1 192-15,-1-1 0 0,-1-4 0 0,0 2 0 0,-1 0 0 16,-2 3 0-16,-1 0 0 0,-3 1 0 16,-4 6 0-16,0 0 464 0,0 0 0 0,0-7 0 15,0 7 0-15,0 0 80 0,0 0 16 0,0 0 0 16,0 0 0-16,0 0-368 0,-7 3-192 0,1 1 192 16,2 2-192-16,4 2 128 0,-2 2-128 0,0 2 0 0,0 4 0 15,1-2 0-15,1 4 0 0,0 2 0 0,0 1 0 16,0 0 0-16,1 1 0 0,1-3 0 15,-2 5 0-15,1-1 0 0,-1 2 0 0,0 0 0 0,-1 0 0 16,1 1 128-16,-2 0-128 0,0 0 0 0,-1-4 80 0,-1 1-80 16,2 1 0-16,-4-1 0 0,0-2 0 15,-2-1 0-15,0-1 0 0,-1 1 0 0,0-4 0 0,-5 2 0 16,-1-1 0-16,-2-2 0 0,0-5 0 0,-2-3 0 0,-2 0 0 16,-2-3 0-16,-1-2 0 0,-1 1 0 0,1-2 0 15,-3-2 0-15,3-3 0 0,-2-2 0 0,1-1 0 16,1 1 0-16,4-2 0 0,1-1 0 0,2-1 0 15,2 1 0-15,0-1 0 16,4-2-1344-16,1 0-224 0,4-1-32 0</inkml:trace>
  <inkml:trace contextRef="#ctx0" brushRef="#br0" timeOffset="55712.95">4310 6799 46703 0,'-16'-5'2064'0,"9"3"432"0,-1-1-1984 0,1-1-512 0,1 0 0 15,6 4 0-15,0 0 576 0,0 0 32 0,0 0 0 0,0 0 0 16,0 0 1024-16,0 0 208 0,0 0 32 0,13-2 16 15,2-2-1072-15,4 1-224 0,2 0-32 0,1 2-16 16,2 1-224-16,-3 1-64 0,5-1 0 0,7 0 0 16,4 3-112-16,4-3-16 0,4 1-128 0,2-1 192 15,2 0-192-15,3 0 0 0,0-1 0 0,4 1 0 16,0-3 0-16,3 2 0 0,2 0 0 0,1 0 64 0,-2-1-64 0,-4 1 0 16,-3 1 0-16,-3 0 0 0,-5 1 0 15,-3 1 0-15,-5-2 0 0,-4 1-160 16,-1-1-624-16,-4 0-128 0,-3 0-32 0,-3 1 0 15,-2 0-1072-15,-2-1-224 0,-2-3-32 16,-4 0-16-16,1 0-2448 0,-2 1-480 0</inkml:trace>
  <inkml:trace contextRef="#ctx0" brushRef="#br0" timeOffset="56001.73">5657 6646 18431 0,'-16'-2'816'0,"10"2"160"0,-3 0-784 0,-2 0-192 0,1 2 0 0,2-4 0 0,1 2 7520 0,1 0 1456 15,-1 0 304-15,7 0 48 0,0 0-6560 0,0 0-1296 16,0 0-272-16,0 0-48 0,0 0-432 0,0 0-80 15,0 0 0-15,0 0-16 0,0 0-400 0,7 9-80 16,1 1-16-16,2-7 0 0,-1 1-128 0,3 2 0 16,0-1 0-16,2 1 0 0,2 0 0 0,-1-4 0 15,0 2 0-15,0 0 0 0,1 3 0 0,0-2 0 16,-2 0 0-16,-2 1 0 0,-2 0 0 0,-1-1 0 0,-1 1 0 16,-1 1 0-16,-4-1 0 0,-3-6 0 0,0 8 0 0,-1 1 0 15,-1 3 0-15,-2-1 0 0,-3-1 0 16,-1 2 128-16,-1 1-80 0,-3 0-48 0,-1-1 0 0,-1-1 0 15,-3 1 0-15,0-2 0 0,-1 2 0 16,0-1 0-16,-1 0 0 0,2 0-128 0,2-1 128 0,0-1-160 16,4 0-2016-1,-1 3-384-15</inkml:trace>
  <inkml:trace contextRef="#ctx0" brushRef="#br0" timeOffset="56875.74">6493 7081 14735 0,'0'0'640'0,"0"0"160"0,-12-1-640 0,4 1-160 16,8 0 0-16,0 0 0 0,-10-2 6448 0,3 1 1248 16,7 1 256-16,0 0 48 0,0 0-4352 0,0 0-864 15,0 0-176-15,0 0-48 0,0 0-1200 0,0 0-240 16,0 0-48-16,0 0-16 0,13-1-640 0,-1-2-128 16,1-1-32-16,1 2 0 0,2 2-256 0,-1 0 128 15,0 0-128-15,-1 0 0 0,2-2 128 0,-2 2-128 16,-1 2 0-16,-13-2 0 0,0 0 0 0,0 0 0 15,12 9 0-15,-12-9 0 0,0 0 0 0,-1 12 128 16,-1 1-128-16,-6-2 0 0,-5 1 256 0,-1 1-64 16,-2 1-16-16,-1 1 0 0,-1 2-176 0,0-3 192 0,0 2-192 15,1-3 192-15,0 0-192 0,1 0 0 0,2-1 0 0,2-3 0 16,3-3 0-16,9-6 0 0,0 0 0 0,0 0 0 16,0 0 0-16,0 0 0 0,0 0 0 0,1 11 0 15,-1-11 0-15,11 9 0 0,2-4 0 0,2-1 0 16,1-1 0-16,2-3 0 0,3-3 0 0,3 0 0 15,0 1 0-15,2-2 0 0,-1-5 0 0,4 1 0 0,0-1 0 16,-1 0 0-16,1-2 0 0,0 1 112 16,-1-1-544-16,2 1-80 15,-1-2 0-15,0 2-16 0,-2 1-2288 0,4 1-464 16,3-1-96-16</inkml:trace>
  <inkml:trace contextRef="#ctx0" brushRef="#br0" timeOffset="57447.2">7206 6462 24879 0,'0'0'1088'0,"0"0"256"0,0 0-1088 0,0 0-256 0,0 0 0 0,0 0 0 0,0 0 6128 0,0 0 1168 0,0 0 224 0,0 0 48 16,0 9-5072-16,1 4-1008 0,2 4-208 15,0 5-32-15,1 3-688 0,2 5-144 16,0 2-32-16,-1 4 0 0,2 1-208 0,1 4-48 0,2-2-128 0,-1 0 192 15,0-2-64-15,2-2 0 0,-1-3-128 0,-1 0 192 16,0-2-192-16,-1-3 128 0,0-5-128 0,-1-6 128 16,-1-2-128-16,1-5 0 0,-2-1 0 0,0-1 0 15,-5-7 0-15,0 0 0 0,0 0 0 0,0 0 0 0,0 0 0 0,0 0 0 16,0 0 0-16,0 0 0 16,0 0 0-16,3-9 0 0,-1-3 0 0,1-3 0 0,0 0 0 15,-1-3 0-15,1-3 0 0,1-4 0 16,1 0 0-16,1-5 0 0,2-1 0 0,-1-2 0 15,-1-1 0-15,1 3 0 0,2 1 0 0,-3 4 0 0,0 3 0 16,-1 6 0-16,0 4 0 0,0 1 0 16,-1 3 0-16,-4 9 0 0,0 0 0 0,0 0 0 0,0 0 0 0,8 6 0 15,0 5 0-15,1 4 0 0,1 6 0 0,1 5 0 16,-1 3 0-16,2 1 0 0,2-1 0 0,-1 1 0 16,2 0 0-16,2-2 0 0,1 0 0 0,0-2 0 15,0 0 0-15,-1-4 0 0,-1-3 0 0,-2-2 0 16,1-4 0-16,-1-1 0 0,-1-3 0 0,-1-2 0 15,0-2 0-15,-2-2 0 0,-1-2 0 0,0 0 0 16,-9-1 0-16,9-1 0 0,-2-3 0 0,-3-2 0 16,0-2 0-16,0-1 0 0,-1-1 0 0,0 0 0 15,0-3 0-15,-1-1 0 0,0-7 0 0,-1 0 0 16,0-1 0-16,1-3 0 0,-1-1 0 0,0-3 0 16,0-3 0-16,-1-1 0 15,3 3-368-15,-2 0-64 0,1 0-16 0,-2 1 0 16,-3 2-2176-16,0 1-448 0,-2 3-96 15</inkml:trace>
  <inkml:trace contextRef="#ctx0" brushRef="#br0" timeOffset="57649.26">7071 6407 25791 0,'0'0'2304'0,"0"0"-1856"16,0 0-448-16,0 0 0 0,0 0 6176 0,0 0 1136 0,13-1 240 0,2-1 32 0,2 0-6032 0,-3 1-1200 16,4-2-352-16,4 0 144 0,3-1-144 0,5 0 0 15,3-2 0-15,3-2 0 16,2 0-1984-16,3 2-320 0,0-1-64 0</inkml:trace>
  <inkml:trace contextRef="#ctx0" brushRef="#br0" timeOffset="57820.48">7738 6344 30399 0,'0'0'2704'0,"0"0"-2160"16,0 0-544-16,0 0 0 0,0 0 4080 0,0 0 704 15,0 0 144-15,0 0 16 0,9-2-3136 0,1-1-624 16,1 2-128-16,3-3-32 0,3 0-176 0,2 0-32 16,2-1-16-16,3 0 0 0,0 0-576 0,3 2-224 15,3-4 176-15,0 1-176 16,2 1-1280-16,-1 0-368 0,-1-1-64 0,-4 2-21056 0</inkml:trace>
  <inkml:trace contextRef="#ctx0" brushRef="#br0" timeOffset="58328.81">8129 6793 33167 0,'0'0'1472'0,"-4"5"304"0,4-5-1424 0,0 0-352 0,0 0 0 0,0 0 0 16,0 0 4240-16,0 0 784 0,0 0 160 0,0 0 16 15,0 0-3088-15,0 0-608 0,8 4-128 0,2-1-32 0,2-2-832 0,-1-1-160 16,4-1-32-16,0-2-16 0,0-2-128 0,-1 1-32 16,-2-1 0-16,1 2 0 0,-4-1-144 0,0 3 0 15,-9 1 0-15,0 0 0 0,0 0 144 0,0 0-144 16,0 0 160-16,0 0-160 0,0 0 144 0,0 0-144 16,0 0 128-16,-2 8-16 0,-2 1-112 0,-2 0 0 15,-1 1 0-15,-3 2 0 0,1-3 0 0,0 3 0 16,0-2 0-16,0 1 0 0,2-1 0 0,2 2 0 15,0-2 0-15,1 1 0 0,0-1 0 16,2 1 0-16,0-1 0 0,2 1 0 0,2-2 0 0,0 1 0 16,3-3 0-16,1-1 0 0,-2 1 0 0,3-1 0 15,3-1 0-15,0 2 0 0,2 1 0 0,-1-2 0 16,2 1 0-16,3-1 0 0,0 0 0 0,-1-1 0 0,2-1 0 0,0 2 0 16,-1-1 0-16,0 2 0 15,-2-1 0-15,-2 1 0 0,-3-2 0 0,-1 2 0 16,-1-3 0-16,0 1 0 0,-3 0 0 0,-4-5 0 15,0 0 0-15,0 8 0 0,-3 1 0 0,-1 0 0 16,-1-1 0-16,-3 0 0 0,-2 0 0 0,-3-2 0 16,-2 1 0-16,0 0 0 0,-2 3 0 0,0 0 0 0,1-1 0 15,-1 0 0-15,0-2 0 0,0-2 0 0,2-1 0 16,-2 1 0-16,0 0 0 0,1-1 0 0,3 0 0 0,0-1 0 16,1-2 0-16,3 0 0 0,1-2 0 0,8 1 0 15,0 0-816-15,0 0-144 16,0 0-48-16,0-6 0 0,3-5-1696 0,4-1-352 15,3-1-64-15,3-1-18336 0</inkml:trace>
  <inkml:trace contextRef="#ctx0" brushRef="#br0" timeOffset="59227.72">8882 6702 36863 0,'0'0'3264'0,"0"0"-2608"0,0 0-528 0,0 0-128 0,0 0 3600 0,0 0 688 15,7-7 144-15,-7 7 32 0,6-10-2800 0,-1 3-576 16,-5 7-96-16,10-4-32 0,-10 4-368 0,11-2-80 16,1 0 0-16,0 1-16 0,-2 1-496 0,3-3 128 15,4 2-128-15,-1 1 0 0,0 1 0 0,0 2 0 16,1-3 0-16,2 0 0 15,2 0-640-15,-1-4-112 0,1 2-16 0,-3 2-16 16,-1 1-1184-16,-4 1-224 0,-1 2-48 0,-3 2-12800 16,0 0-2560-16</inkml:trace>
  <inkml:trace contextRef="#ctx0" brushRef="#br0" timeOffset="59384.41">8946 6879 25791 0,'-17'9'2304'0,"7"-6"-1856"15,-2 1-448-15,2-3 0 0,0 0 5104 0,10-1 912 16,0 0 192-16,0 0 48 0,0 0-4272 0,0 0-832 15,0 0-192-15,0 0-16 0,0 0-176 0,11-2-48 16,2-4 0-16,3 1 0 0,1 0-720 0,3 0 0 16,4-2-160-16,2-1 32 15,3 1-1280-15,-1 0-256 0,4 2-64 0,-1 2-13168 0,0-1-2640 16</inkml:trace>
  <inkml:trace contextRef="#ctx0" brushRef="#br0" timeOffset="60077.11">9704 7145 27647 0,'0'0'1216'0,"0"0"256"0,0 0-1168 0,0 0-304 15,0 0 0-15,5 9 0 0,-1-2 4528 0,-4-7 848 16,0 0 160-16,0 0 32 0,0 0-2912 0,0 0-592 15,0 0-112-15,0 0-32 0,0 0-1008 0,0 0-208 16,0 0-32-16,0 0-16 0,0 0-176 0,0 0-32 16,0 0-16-16,0 0 0 0,0 0-256 0,0 0-48 15,0 0-128-15,-3-6 192 0,0-1-128 0,0-1-64 16,-1-5 0-16,-3 1 0 0,2 0 0 0,0-1 0 16,-1-2 0-16,0-5 0 0,2-3 0 0,0-4 0 15,0-1 0-15,0-4 0 0,-1-1 0 0,1-5 0 16,2-3 0-16,-1 1 0 0,0 0 0 0,2 0 0 15,0 0 0-15,-1 1 0 0,0 0 0 0,-1 0 0 16,1 1 0-16,-1 4 0 0,-1 3 0 0,3 3 0 16,0 5 0-16,-1 3 0 0,1 5 0 0,0 3 0 15,-1 4 0-15,2 8 0 0,0 0 0 0,0 0 0 0,0 0 0 0,6 7 0 16,-1 2 0-16,1 5 0 0,2 4 0 0,3 4 0 16,2 3 0-16,3 1 0 0,1 0 0 0,2-1 0 15,-1-1 0-15,4-2 0 0,2-1 0 0,0-3 0 16,-1-2 0-16,-1-2 0 0,1-2 0 0,1-2 0 15,-2-2 0-15,0-2 0 0,-1 0 0 16,-4-4 0-16,0-2 0 0,-2-2 0 0,0-4 0 0,-2 1 0 0,0 0 0 16,-2-3 0-16,0-2 0 0,-1 1 0 15,1-4 0-15,-2 1 0 0,0-1 0 0,-2-3 0 0,-2-3 0 16,0-1 0-16,-1-3 0 0,0-1 0 0,0 1 0 0,0-1 0 16,1 2 0-1,-1-1 0-15,-2 3 0 0,0 4 0 0,-1 3 0 0,0 3 0 0,-1 2 0 0,0 2 0 16,0 6 0-16,0 0 0 0,0 0 0 0,0 0 0 15,0 0 0-15,2 13 0 0,-1 4 0 0,0 2 0 16,-1 6 0-16,1 4 0 0,1 2 0 0,0 1 0 16,1 1 0-16,0-2 0 0,-2 1 0 0,2-1 0 15,-1 0 0-15,1 3 0 0,1 3 0 0,0-4 0 16,1 0 0-16,-1 0 0 0,1-3 0 0,-1-3 0 16,-2 0 0-16,1-2 0 0,1-1 0 0,0-4 0 15,-2 0 0-15,2-3 0 0,-1-3 0 16,0-1 0-16,-1-1 0 0,1-1 0 15,1-2-1712-15,4-3-336 0,2 1-64 0</inkml:trace>
  <inkml:trace contextRef="#ctx0" brushRef="#br0" timeOffset="60749.48">10951 5921 33167 0,'0'0'2944'0,"-2"-7"-2352"15,-2-3-464-15,0 1-128 0,0 1 2688 0,0-1 512 16,0 2 96-16,1 1 32 0,-2-1-1536 0,0 2-288 16,0 0-64-16,0 1-16 0,-1 0-336 0,6 4-80 15,0 0-16-15,0 0 0 0,-6 0-384 0,-1 4-80 16,1-2-16-16,-1 5 0 0,-1 3-96 0,1 5-32 16,-1 3 0-16,-1 5 0 0,0 6-96 0,-1 2-32 0,1 3 0 0,2 5 0 15,-1 6-64-15,0 4 0 0,1 5-16 0,5 1 0 16,-1 2-176-16,4 0 192 0,2-1-192 15,2-2 192-15,2-5-144 0,2 2-48 0,1 3 0 16,2-4 0-16,1 3 0 0,-1-1 0 0,0-1 0 0,-1-2 0 16,0 1 0-16,-1-5 0 0,-1-3 0 0,-1-2 0 0,-1 0 0 15,-5-3 0-15,1 0 0 0,-1-2 0 16,-2 0 0-16,0-3 0 0,-3-1 0 0,-1-1 0 16,-2-5 0-16,1-3 0 0,0-1 0 0,-2-3 0 0,1-1 0 15,-1-3 0-15,0 2 0 0,-1-6 0 0,1 1 0 16,-1-2 0-16,2-1 0 0,-1-3 0 0,1-3 0 15,-1 2 0-15,1-4 0 0,1 0 0 0,-1 0 0 0,6 0 0 16,0 0 0-16,-5-4 0 16,1 2-384-16,2-7-64 0,-1-2 0 0,3-2-16 15,3-2-2064-15,2-2-416 0,4 2-64 0</inkml:trace>
  <inkml:trace contextRef="#ctx0" brushRef="#br0" timeOffset="61261.91">10551 8043 17503 0,'0'0'1552'0,"0"0"-1232"0,0 0-320 0,0 0 0 16,0 0 5952-16,0 0 1152 0,0 0 208 0,0 0 48 0,0 0-4144 0,0 0-832 15,-4 4-160-15,1 1-48 0,3-5-672 0,0 11-144 16,2 1-16-16,0-2-16 0,1 2-768 0,1 2-160 15,1-2-16-15,0 2-16 0,1 0-128 0,0 1-32 16,-1-1 0-16,0-1 0 0,1-1-208 0,-1 0 144 16,0-2-144-16,2-1 128 0,-2-1-256 0,-1 0-64 15,0-2-16-15,-4-6 0 0,5 6 336 0,-5-6 64 16,0 0 0-16,0 0 16 0,0 0-208 0,6 0-288 16,-6 0 64-16,0 0 16 0,7-3 208 0,-2 0 0 15,0-2 0-15,1-1 0 0,-3-1 0 0,3-2 0 16,-1 0 0-16,-1-2 0 0,0 0 0 0,1-4 0 15,0-2 0-15,0-1 0 0,1-3 128 0,0 0 64 16,1-1 0-16,0 1 16 0,-1 3-336 0,-1 2-80 16,-1 2-16-16,1 4 0 15,-1 1-768-15,1 3-160 0,-5 6-16 0,0 0-16 16,7-1-1984-16,-1 2-400 0,1 3-80 0</inkml:trace>
  <inkml:trace contextRef="#ctx0" brushRef="#br0" timeOffset="61441.02">10902 8097 41471 0,'0'0'1840'0,"0"0"368"0,0 0-1760 0,0 0-448 0,0 0 0 0,0 0 0 16,4 7 2112-16,-2 0 352 0,0 1 64 0,0 1 16 15,1 1-880-15,-1 1-160 0,0 1-32 0,-1-1-16 16,-1 1-848-16,0 1-160 0,-1-3-48 0,-1 4 0 0,2-4-272 16,0 0-128-16,-2 0 0 0,0-1 128 15,1-3-656-15,1-6-144 0,0 7-32 0,0-7 0 16,0 0-2592-16,4 6-528 0</inkml:trace>
  <inkml:trace contextRef="#ctx0" brushRef="#br0" timeOffset="62184.14">10754 5337 41343 0,'-13'-11'1840'0,"8"6"368"0,-1-1-1760 15,2-2-448-15,1-1 0 0,0 1 0 0,1 0 1408 0,-1 1 208 16,-1 1 48-16,4 6 0 0,0 0 256 0,0 0 48 16,0 0 16-16,0 0 0 0,0 0-1072 0,0 0-208 15,0 0-32-15,0 0-16 0,8 9-368 0,0 3-80 16,1 2-16-16,0 3 0 0,0 3-48 0,0-1-16 16,1-1 0-16,-3 1 0 0,3 0 0 0,-3-4 0 0,1 0 0 0,0-3 0 15,0 0-128-15,-2-2 0 16,1-1 0-16,-1-5 0 0,-6-4 0 0,0 0 0 0,10 0 192 0,-10 0-64 15,0 0-128-15,9-1 0 0,-3-2 0 0,2-1 128 16,0-2-128-16,0-2 0 0,-2-2 0 16,-1-1 128-16,3 2-128 0,0-1 0 0,-1-3 0 0,-1-2 0 15,-1 0 0-15,-1-2 0 0,3-2 0 0,-1 1 48 16,-1 0-48-16,-1 0 0 0,2 1 0 0,-1 1-160 16,0 2-320-16,0-2-64 15,-2 3-16-15,1 1 0 0,0 3-960 0,0 3-192 16,-4 6-32-16,0 0-14032 0,0 0-2800 0</inkml:trace>
  <inkml:trace contextRef="#ctx0" brushRef="#br0" timeOffset="62508.74">11007 5489 33167 0,'0'0'2944'0,"4"7"-2352"16,-4-7-464-16,0 0-128 0,8 2 2256 0,0 1 432 16,0-3 96-16,-1 0 16 0,3 1-1120 0,0-1-208 15,0 2-64-15,2-5 0 0,-1-2-192 0,0 0-64 16,2 1 0-16,-1 0 0 0,0 0-400 0,0-1-96 15,1-1-16-15,-3 1 0 0,-1 1-144 0,-1 0-48 16,0 3 0-16,-8 1 0 0,0 0-448 0,0 0 0 16,0 0 0-16,0 0 0 0,0 0 560 0,0 0 16 15,-4 8 0-15,-1 1 0 0,-3 0-352 0,0 0-64 16,-1 0-16-16,0 2 0 0,0 1-96 0,1 1-48 16,0 0 0-16,2-2 0 0,0 0 0 0,1-5 0 15,1 2 0-15,2-1 0 0,2-7 0 0,0 9 0 0,1-3 0 16,-1-6 0-16,2 7 0 0,-2-7 0 15,0 0 0-15,8 5 0 0,1 2 0 0,2-2 0 16,-2 1 0-16,1-3 0 0,2-2 0 0,0-1 0 0,1-1 0 0,1 0 0 16,2-1 0-16,2 0 0 0,3-1 0 15,1-1 0 1,2-1-816-16,2-2-144 0,-1 1-48 0,3 1-24208 0</inkml:trace>
  <inkml:trace contextRef="#ctx0" brushRef="#br0" timeOffset="63013.22">11267 6348 37775 0,'0'0'3360'0,"-7"0"-2688"15,-1-1-544-15,8 1-128 0,0 0 3264 0,0 0 640 16,0 0 112-16,-2 7 16 0,-1 0-2640 0,1 4-544 0,-1 4-96 16,3 2-32-16,1 7-64 0,2 3-16 0,-1 5 0 0,2-1 0 15,0 0-400-15,0 0-96 0,0-1-16 0,0 2 0 16,0-1-128-16,0 2 0 0,0-3 144 0,0-4-144 15,0-2 0-15,-1-1 0 0,0-3 0 0,1-1 0 16,-1-2 0-16,-1-6-320 0,1 1 64 0,-1-4 16 16,0-2-1152-16,-2-6-224 0,0 0-48 0,0 0-16 15,0 0-1584-15,0 0-320 0,8-3-64 0,-3-1-15360 16</inkml:trace>
  <inkml:trace contextRef="#ctx0" brushRef="#br0" timeOffset="63297.79">11192 6457 26719 0,'-13'-12'2368'0,"8"7"-1888"0,-3-2-480 0,3-1 0 0,0 0 3872 0,2-2 672 16,2 1 144-16,2 1 32 0,1 0-2544 0,3 0-512 16,1 2-112-16,3-1-16 0,2 4-304 0,2-4-64 15,3 0-16-15,1 1 0 0,2-1-592 0,2 1-128 16,0-1-32-16,1 3 0 0,1-1-144 0,1 4-16 16,-1-2-16-16,1 3 0 0,-1 0-224 0,-1 3 0 15,-3-2 128-15,-1 4-128 0,-1 1 0 0,-1 0 0 16,-3 2 128-16,-2 2-128 0,-2-2 0 0,-3 1 176 15,-2 2-176-15,-3 1 160 0,-1 1 32 0,-3 1 0 16,-1 0 0-16,-2 1 0 0,-2-2 0 0,0 1 0 0,-1-4 0 16,-1 3 0-16,-5 1-192 0,1 0 160 0,-2-2-160 0,1-2 160 15,-2-1-160-15,0-1 0 16,0 0 0-16,2 0 0 16,0-1-640-16,-1 3-16 0,1-4 0 0,-1 3 0 15,0 0-1104-15,3 0-224 0,3 1-32 0,1 0-13152 0,1 3-2624 0</inkml:trace>
  <inkml:trace contextRef="#ctx0" brushRef="#br0" timeOffset="63756.47">11890 6707 10127 0,'0'0'896'0,"0"0"-704"0,-5-4-192 0,-2 0 0 0,-2-1 6736 0,0 1 1328 15,0 0 256-15,-3 1 48 0,-2 2-4720 0,-1 1-960 16,0 0-176-16,-4 1-32 0,0 3-928 0,-1 2-176 15,1 1-32-15,-2 4-16 0,0-2-560 0,0 3-128 16,0 1 0-16,2 1-16 0,2 2-256 0,3-1-48 16,2-2-16-16,3-1 0 0,1 1-304 0,4-4 0 15,0 0 128-15,4 1-128 0,0-10 0 0,7 9-144 16,0-5 16-16,1-1 0 0,4 0-160 0,2-2-32 16,2-1 0-16,1-2 0 15,0-2-80-15,1-1-32 0,0-2 0 0,1 1 0 0,-2-4 48 0,1 1 0 16,-1 0 0-16,1 0 0 0,-2-4 80 0,-2 0 32 15,-1-3 0-15,-1 1 0 0,-2-1 112 0,1 0 32 0,-1 1 0 0,-2-3 0 16,-2-1 128-16,0 1 0 16,-3-3 0-16,0 2 0 0,0-1 192 0,-2 1-48 0,-1-1 0 15,0 3 0-15,-1 3 176 0,-1 2 16 0,0 2 16 0,-1 3 0 16,1-2 96-16,-1 4 32 0,3 5 0 0,0 0 0 16,0 0-176-16,0 0-48 0,0 0 0 0,-3 6 0 15,2 2-256-15,1 2 0 0,0 3 128 16,1 3-128-16,1 4 0 0,0 1 0 0,2-1 0 15,0 3 0-15,1-3 0 0,1 3 0 0,-1-1 0 0,1 0 0 16,1 3-512-16,-1-3-128 0,2-1 0 0,0-2-16 16,0 0-1792-1,1-4-368-15,-1-1-64 0</inkml:trace>
  <inkml:trace contextRef="#ctx0" brushRef="#br0" timeOffset="64063.29">12070 6579 35007 0,'0'0'3120'0,"0"0"-2496"16,-7 1-496-16,7-1-128 0,0 0 3344 0,-2 7 656 0,0 1 128 15,2 1 32-15,2 0-2192 0,2 4-432 16,1 0-96-16,3 4-16 0,1-1-592 0,2 1-128 16,1 1-32-16,1 1 0 0,2 1-352 0,-1-2-80 15,0-1-16-15,-1-1 0 0,0-2-48 0,0-1-16 16,0-1 0-16,0-2 0 0,-3 0-160 0,-1-5 0 15,-1-1 0-15,1 0 112 0,-4-2-288 0,-5-2-16 16,6 0-16-16,-6 0 0 0,0 0 208 0,6-5 256 0,-1 0-48 0,1-2-16 16,-2 1-192-16,1-2 0 0,1-1 0 0,-1-3 0 15,0-2 0-15,2-1 0 0,-2-3 0 0,1 0 128 16,4 0-304-16,-1-1-16 0,0-2-16 16,0 1 0-16,1-3 208 0,1 3 0 0,0-4 0 0,1 2 0 15,0 1-448 1,0 3-64-16,1 0 0 0,-2 1 0 0,1 1-3136 15,-1 4-640-15</inkml:trace>
  <inkml:trace contextRef="#ctx0" brushRef="#br0" timeOffset="67467.99">13117 6642 50447 0,'0'0'2240'0,"0"0"448"0,-6 1-2144 0,6-1-544 16,0 0 0-16,0 0 0 0,0 0 640 0,0 0 32 15,0 0 0-15,0 0 0 0,0 0 272 0,0 0 48 16,7-4 16-16,1 0 0 0,0 2-448 0,2-1-96 0,2-1-16 16,1 4 0-16,1-4-448 0,1 3 0 0,0 0-176 0,2 1 176 15,0-3-176-15,1 3 176 0,2 0-128 0,1 0 128 31,0-1-1216-31,-1 1-176 0,1 0-16 0,0 1-16 16,-1 2-2512-16,-2-2-496 0</inkml:trace>
  <inkml:trace contextRef="#ctx0" brushRef="#br0" timeOffset="67640.08">13075 6809 52815 0,'0'0'2336'0,"-8"0"480"0,0-3-2240 0,3 0-576 0,5 3 0 0,0 0 0 15,0 0 208-15,0-6-64 0,0 6-16 0,4-7 0 16,1 2 368-16,3-1 64 0,6 0 16 0,2 1 0 0,1 0-576 16,3 0 0-16,2-2 0 0,1 5 0 0,1-4-240 0,3 3 48 15,2-1 16-15,2 1 0 16,2 0-2016-16,0 2-416 0,4 1-80 0</inkml:trace>
  <inkml:trace contextRef="#ctx0" brushRef="#br0" timeOffset="68512.09">14302 7012 28559 0,'0'0'1264'0,"0"12"272"0,-3-1-1232 0,2 1-304 0,1-5 0 0,0 1 0 0,1-2 4800 0,-1 1 912 15,-2-2 176-15,-1-1 48 0,0-3-3504 0,1 0-688 16,-2-2-144-16,1 1-16 0,-2-1-624 0,1-2-112 16,0-2-16-16,0 0-16 0,0-2-560 0,0 1-96 15,1-2-32-15,-1-3 0 0,0-3-80 0,0 0-48 0,0-3 0 0,0 0 0 16,-1-4 0-16,1-3 0 0,0 0 0 0,0-5 0 16,0-4 0-16,2-2 0 15,0-3 0-15,1 2 0 0,0-2 0 0,-2 2 0 16,0-1 0-16,-1 1 0 0,1-5 0 0,-1 5 0 15,-4 2 0-15,3 4 0 0,1 5 0 0,0 2 0 16,-3 4 0-16,2 6 0 0,1 4 0 0,2 4 0 0,2 5 0 0,0 0 0 16,0 0 0-16,0 9 0 15,1 4 0-15,1 4 0 0,4 6 0 0,0 1 0 16,3 2 0-16,3-1 0 0,-2-2 0 0,6-1 0 0,2-2 0 16,2-3 0-16,2 0 0 0,2-3 0 0,0 1 0 0,1-8 0 15,1 0 0-15,0-3 0 0,-2-2 0 0,-1-2 0 16,-1-1 0-16,-1-1 0 0,0-2 0 0,0-3 0 0,-3 1 0 0,-2-4 0 15,-1 1 0-15,-1-2 0 16,-3-5-128-16,1-1 128 0,-2 0 0 0,2-4 0 0,-3 0-128 0,-1-1 128 16,-1 0 0-16,-1 1 0 0,-2 0 0 0,1 3 0 15,-1 1 0-15,0 3 0 0,-1 2 0 0,-1 3 0 16,0 2 0-16,-2 7 0 0,0 0 0 0,0 0 0 16,0 0 128-16,0 0 0 0,1 9-128 0,2 5 0 15,2 0 0-15,-1 5 0 0,-2 4 0 0,2 4 0 16,-1 3 0-16,1 0 0 0,1-1 0 0,0-2 0 15,-1 2 0-15,1-1 0 0,2 1 0 0,-1 1 0 16,1 0 0-16,-1 0 0 0,1-3-160 0,-2-2-32 16,0-1 0-16,0-4 0 15,1 0-896-15,0-3-176 0,-1-3-32 0,1-2-16 16,-1-3-2016-16,0-1-384 0,3-3-96 0</inkml:trace>
  <inkml:trace contextRef="#ctx0" brushRef="#br0" timeOffset="68760.91">14990 6434 50511 0,'0'0'2240'0,"-4"4"448"0,-2-1-2144 0,6-3-544 0,0 0 0 0,0 9 0 16,0 2 672-16,0 2 32 0,0-2 0 0,1 5 0 16,2 2 224-16,-1 3 48 0,3 1 16 0,1 2 0 15,0 0-640-15,-1 3-128 0,3 0-32 0,0 2 0 0,0-2-192 0,0-1 0 16,0 0 128-16,-1-4-128 0,1 0 0 0,0-1 0 15,-3-2 0-15,2-4 0 16,-2-2-896-16,-1-2-80 0,0-2-16 0,-2-3 0 16,-2-6-928-16,0 0-192 0,0 0-48 0,0 0 0 15,0 0-2128-15,0 0-416 0</inkml:trace>
  <inkml:trace contextRef="#ctx0" brushRef="#br0" timeOffset="69020.44">14995 6458 33119 0,'-15'-20'1472'0,"8"14"288"0,-2-2-1408 15,1 1-352-15,0-3 0 0,3 2 0 0,0 3 3456 0,4-2 640 16,1 7 112-16,0 0 16 0,0 0-2144 0,8-5-432 16,1 1-96-16,0 0-16 0,4 2-832 0,1 1-160 15,2-1-32-15,1 1-16 0,1 1-208 0,3 0-32 16,0 0-16-16,1 0 0 0,0 1-240 0,1 1 176 16,1 0-176-16,-1 2 160 0,0 0-160 0,-3 0 0 15,1 1 0-15,-1 2 0 0,-4-1 0 0,-1 2 0 16,-2 2 128-16,-2 1-128 0,-2-2 0 0,-3 1 192 0,-2 2-192 15,-3 1 192-15,-3 0-192 0,-3 2 0 0,-3-1 0 16,-1 2 0-16,-2-3 160 0,-3 2-160 0,-3 1 192 16,-1-1-192-16,-1 0 160 0,1-2-160 0,-1 0 128 15,-1 0-128-15,1-1-240 0,-1-2-128 0,0-1-16 16,1 2-16 0,2 0-2384-16,-1-4-480 0</inkml:trace>
  <inkml:trace contextRef="#ctx0" brushRef="#br0" timeOffset="69655.94">15903 5951 51551 0,'-8'-3'1136'0,"-3"-3"224"0,-2-4 48 15,0 1 48-15,0-4-1168 0,0 3-288 0,-1 1 0 0,2-2 0 0,1 1 496 0,-1-1 32 0,1 2 16 0,2 3 0 16,0-1 32-16,1 2 0 0,2 4 0 0,6 1 0 16,-8 0-336-16,1 0-64 0,1 2-16 0,1 2 0 15,-2 3-16-15,2 2 0 0,0 3 0 0,0 3 0 16,-1 1 192-16,1 5 48 0,0 2 0 0,1 3 0 15,1 4-384-15,1 2 0 0,-1 3-160 16,3 1 160-16,1 3 0 0,3 5 176 0,0 0 0 0,3 3 0 16,1 4-32-16,2 1 0 0,2 0 0 0,2 0 0 15,2 2-144-15,2-4 0 0,3 3 0 0,-2 0 0 16,0 3 0-16,-1-3 0 0,0 0 0 0,-1-3 0 16,-1 0 0-16,-3-2 0 0,-1-1 128 15,-3-6-80-15,-3-2-48 0,-1-5 0 0,-2-1 0 0,-3-1 0 0,-1-1 0 16,-2-2 0-16,-2-2 0 0,-2-5 0 0,-2-2 0 0,-1-1 0 15,1-3 0-15,-2-2 0 0,1-2 0 0,-2 0 0 16,-1-2 0-16,1-2 0 0,1-1 0 0,-2-2 0 16,0 0 0-16,-1 0 0 0,3-1 0 0,-1 0 0 15,2 1 0-15,-1-2 0 0,2-2 0 0,1-1 0 16,0 0 0-16,2-1 0 16,1 0-832-16,5 1-144 0,0 0-48 0,0 0-15824 15,0 0-3184-15</inkml:trace>
  <inkml:trace contextRef="#ctx0" brushRef="#br0" timeOffset="70262.14">15497 7810 36863 0,'0'0'3264'0,"0"0"-2608"0,0 0-528 0,0 0-128 0,8 0 3648 0,0 2 704 15,0 2 144-15,1 3 32 0,-1 2-2800 0,0 3-576 16,-1 1-96-16,4 2-32 0,-2 2-448 0,0 3-80 15,0-3-32-15,0 2 0 0,0 1-272 0,-1 0-48 16,0-1-16-16,-1-1 0 0,-1-2-80 0,-1-2-48 0,2-2 0 0,-2-1 0 16,-1-1 0-16,0-1 0 15,-2-1 0-15,-2-8 0 0,0 0 0 0,0 0 0 16,0 0 0-16,0 0 0 0,0 0 0 0,0 0 0 0,0 0 0 0,0 0 0 16,7-4 0-16,-2-1 0 0,0-3 0 0,2-1 0 15,1-2 0-15,-2-2 0 0,1-1 0 0,1-4 0 16,1-1 0-16,1-1 0 0,-1-3 0 0,2 0 0 15,-1-3 0-15,2 2 0 0,-3-2 0 0,-1 6 0 16,-2 1-368-16,2 5-64 16,-3 1-16-16,1 1 0 0,-1 4-944 0,-1 2-192 15,-4 6-32-15,0 0-16 0,0 0-3072 16,8-1-608-16</inkml:trace>
  <inkml:trace contextRef="#ctx0" brushRef="#br0" timeOffset="70429.34">16020 7956 49759 0,'0'0'2208'0,"0"0"448"0,0 0-2128 0,0 0-528 16,0 0 0-16,7 4 0 0,-7-4 1120 0,4 8 112 16,-2 1 32-16,1 0 0 0,-2 1-256 0,0 1-48 15,-1-1-16-15,-1 2 0 0,0 0-688 0,-1-1-256 16,0 1 176-16,-1-1-176 0,1-2-160 0,-1 0-128 16,0-1-32-16,2-1 0 15,0 3-1408-15,1-10-272 0,0 0-64 0,0 0-21120 0</inkml:trace>
  <inkml:trace contextRef="#ctx0" brushRef="#br0" timeOffset="71170.63">15366 5278 21183 0,'0'0'1888'0,"0"0"-1504"0,0 0-384 16,0 0 0-16,5-5 5648 0,0 1 1072 0,-5 4 192 0,8-3 64 15,-8 3-4384-15,9 0-864 0,-9 0-192 0,9 6-16 16,2 0-288-16,-2 4-48 0,0 4-16 0,0 2 0 16,-1 4-592-16,0 2-128 0,-1 3-32 0,1 0 0 15,0-2-144-15,-1-1-16 0,-1-1-16 0,1-1 0 16,-2-5-112-16,0 0-128 0,0-4 176 0,0 0-176 16,1-1 160-16,-2 1-160 0,-1-6 128 0,-3-5-128 15,0 0 0-15,0 0 0 0,8 1 128 0,-8-1-128 0,0 0 0 0,0 0 0 16,8-2 0-16,-1-2 0 0,-1-3 0 0,-1 1 0 15,1-6 0-15,-1 2 0 0,0 2 0 0,0-1 0 16,0-2 0-16,2-2 0 0,-2-4 0 0,2-1 0 16,-1 0 0-16,1-4 0 0,-1 1 0 0,1-1 0 15,2 1 0-15,-1 4 0 16,-2-4-432-16,1 3-112 0,-1 1-32 0,1 2 0 16,-1 2-896-16,1 2-192 0,-2 0-48 0,2 5 0 15,-7 6-2272-15,7 0-464 0,3 1-96 0</inkml:trace>
  <inkml:trace contextRef="#ctx0" brushRef="#br0" timeOffset="71537.55">15757 5496 14735 0,'0'0'640'0,"0"0"160"0,0 0-640 0,0 0-160 0,0 0 0 0,0 0 0 15,0 0 6976-15,0 0 1344 0,0 0 288 0,6-7 48 16,1 2-5392-16,1 0-1088 0,2 2-224 0,2-2-32 15,-2 1-1024-15,2 0-208 0,1 2-48 0,0-1 0 16,0 2-320-16,0-1-64 0,0 1 0 0,-1 0-16 16,-3 1-112-16,0 0-128 0,-9 0 176 0,0 0-176 15,0 0 272-15,7 4-48 0,-3 3-16 0,-3 1 0 0,-1-8 80 0,-4 11 16 16,-1 2 0-16,-3-3 0 0,-1 1-112 0,-2 0 0 16,0 0-16-16,-1 3 0 0,0 2-176 0,2-3 0 15,1 0 0-15,-1 0 128 16,3-1-128-16,0-2 0 0,2-1 0 0,2 0 0 0,2 0 0 0,1 1 0 15,0-4 0-15,0-6 0 0,0 0 0 0,0 0 0 16,5 7 0-16,2-1 0 0,1-1 0 0,1 1 0 16,1-3 0-16,2 0 112 0,0-2-112 0,1-1 0 15,0-2 0-15,2 0 0 0,2 2 0 0,1-1 0 16,1-3 0-16,0 0 0 0,1 0 0 0,1-1 0 16,0 1 0-16,2-2 0 15,0-2-1520-15,2 1-288 0,3 1-64 0</inkml:trace>
  <inkml:trace contextRef="#ctx0" brushRef="#br0" timeOffset="72567.94">16437 6579 32191 0,'0'0'1424'0,"0"0"304"0,5-6-1392 0,1-1-336 0,-2-1 0 0,1 0 0 0,0 1 1472 0,-1-1 240 16,-3 0 32-16,1 0 16 0,-2 2 512 0,0-1 96 15,-2 1 32-15,0-1 0 0,-4 1-800 0,3-1-176 16,-3 2-16-16,0 1-16 0,-2 0-560 0,-1 1-96 15,-3 2-32-15,2 2 0 0,-5 5-240 0,0 0-48 16,-4 5-16-16,0 2 0 0,-2 2-112 0,0 4-32 16,0 1 0-16,0 3 0 0,1-3-80 0,-1 3-32 15,1-3 0-15,5 3 0 0,0-4 16 0,5 2 0 16,2 0 0-16,3-3 0 0,3-5-160 0,5 0 0 16,4-1 0-16,2-3 0 0,2-2 0 0,5-2 0 15,1-3 0-15,3-2-176 0,0-1-48 0,3-2-16 16,-1-2 0-16,1-1 0 0,-1-3-32 15,1-1-16-15,-3 0 0 0,1 0 0 0,-4-3 80 0,0 0 16 16,-3-3 0-16,0 2 0 0,-3-1 192 0,-2 1-144 16,-1-2 144-16,-1-2-128 0,-2-3 128 0,-1-2 0 15,-2-3 128-15,0 0-128 0,-1-3 0 0,-1 0 144 16,0-1-144-16,0 1 0 0,-1 1 160 0,-1 0-160 0,1 1 128 0,0 1-128 16,-2 3 128-16,1 3-128 0,-1 3 0 0,0 4 128 15,0 0 80-15,0 4 16 0,0 2 0 16,1 5 0-16,2 2 32 0,0 0 0 15,-4 6 0-15,-1 6 0 0,1-2-128 0,1 7-128 0,0 5 176 16,1 1-176-16,-1 1 208 0,1 4-64 0,2 0-16 0,0 1 0 16,1-1-128-16,0-2 0 0,1-2 0 0,0 0 0 15,1-2 0-15,1-2 0 0,-2-2-192 0,2-3 192 16,0-2-256-16,0-2 64 0,1-2 0 0,0-2 16 16,2-1-1040-16,-1-2-192 0,2 0-64 15,1-1 0-15,2-3-1024 0,-1-2-192 0,1 0-64 16,2-2 0-16,2 1-1936 0,0-3-400 0,-2-5-80 15</inkml:trace>
  <inkml:trace contextRef="#ctx0" brushRef="#br0" timeOffset="72870.48">16694 6446 9215 0,'0'0'816'0,"0"0"-656"0,0 0-160 0,0 0 0 0,0 0 7664 0,0 0 1488 0,-4 7 320 0,2 1 48 0,0 2-5568 0,2 0-1120 16,2 2-208-16,0 1-64 0,2 1-1152 0,3 2-224 16,-1 1-48-16,2-1-16 0,1 2-608 0,0 0-112 15,2 0-16-15,0 2-16 0,1 0-176 0,1-3-48 16,0-1 0-16,0 3 0 0,2-2-144 0,-4 0 192 15,1-2-192-15,-2 0 192 0,0-6-144 0,-3 0-48 16,3-3 0-16,-4 0 0 0,-1-2 0 0,-5-4 0 16,0 0 0-16,0 0 0 0,0 0 0 0,7 0 0 15,-7 0 0-15,6-3 0 0,0-1 0 0,-1-1 0 16,0-2 0-16,0-2 0 0,-1-3 0 0,1-1 0 16,-1-1 0-16,1 0 0 0,1-1 0 0,0 0 0 15,1 0 0-15,-1 0 0 0,-1-4 0 0,1 0 0 0,0-2 0 0,-1 0 0 16,1 2 0-16,-1-1 0 0,0 1 0 0,0-2 0 15,-1 1 0-15,0 2 0 0,-1 4 0 0,-2-1 0 16,2 6-368-16,-1-1-16 0,1 2 0 0,-1 1 0 16,2 1-1856-16,1 1-368 15,3-1-80-15,1 2-20176 0</inkml:trace>
  <inkml:trace contextRef="#ctx0" brushRef="#br0" timeOffset="73164.97">17688 6500 38703 0,'0'0'1712'0,"0"0"352"0,0 0-1648 0,0 0-416 16,0 0 0-16,0 0 0 0,0 0 3904 0,0 0 704 15,0 0 144-15,7-3 32 0,1 0-3152 0,0 2-624 16,-8 1-128-16,10-1-32 0,2-1-672 0,1 1-128 15,-1 0-48-15,1 0 0 0,1 1 0 0,1 0 0 16,-1-2 0-16,2 1 0 0,-2 0 0 0,0-1 0 16,2 1 0-16,-3 1 0 0,0 0 0 0,0 0 0 15,1 0 0-15,-2 0 0 16,0 0-624-16,-3 1-112 0,-1-1-32 0,0 2 0 16,-2 0-1200-16,-2 2-240 0,0 0-48 0,-3 3-20464 0</inkml:trace>
  <inkml:trace contextRef="#ctx0" brushRef="#br0" timeOffset="73358.66">17754 6652 31327 0,'0'0'2784'0,"-8"4"-2224"0,-1-4-560 0,3 0 0 15,6 0 4816-15,0 0 864 0,0 0 160 0,0 0 48 16,0 0-4192-16,0 0-832 0,0 0-160 0,0 0-48 0,0 0-32 16,10-5-16-16,3 2 0 0,3 2 0 0,-3 1-608 0,1 0 0 15,0 0 0-15,3 0 0 0,2-3 0 0,-1 1 0 16,0-1 0-16,3 1 0 0,1 2-224 0,0-3-16 15,0 2 0-15,-1-5 0 16,-1 2-1312-16,1 1-272 0,-3-3-48 0,2 5-13600 16,-2-3-2704-16</inkml:trace>
  <inkml:trace contextRef="#ctx0" brushRef="#br0" timeOffset="74405.69">18970 6995 28559 0,'-4'5'2544'0,"4"-5"-2032"0,-5 4-512 15,-1-4 0-15,-1 0 5344 0,-1-2 976 0,2 2 192 16,-1-3 32-16,0 2-4688 0,-1-3-928 0,1-1-192 0,-1-2-32 16,1-1 208-16,-3 2 48 0,3-3 16 0,-1-2 0 15,0 1-656-15,1-5-128 0,1 1-16 0,-1 0-16 16,1-5-160-16,1 1 128 0,-1-5-128 0,1 1 128 16,-3-2-80-16,2-1-48 0,-1-2 0 0,1 0 0 15,-2-1 0-15,2 2 0 0,-1 0 0 0,-1-3 0 16,0 1 0-16,-2-1 0 0,1 0 0 0,1 2 0 15,0 2 0-15,2 2 0 0,-1 0 0 0,1 5 0 16,0 4 0-16,2 2 0 0,1 3 0 0,-1 3 0 16,4 6 0-16,0 0 0 0,0 0 0 0,0 0 0 0,-2 9 0 0,2 2 0 15,2 5 0-15,0 2 0 0,3 1 0 0,2 1 0 16,2 3 0-16,2-5 0 0,0 0 0 16,4-4 0-16,-1-1 0 0,2-1 0 0,1-4-128 0,0-2 128 15,-1-2 0-15,0-1 0 0,2-2 0 0,-1-1-128 16,-2-2 128-16,-1-4 0 0,0 0 0 0,1-2 0 15,-1-1 0-15,-1-5 0 0,-1-1 0 0,0-2-128 16,-2-1 128-16,0-1 0 0,1-1 0 0,1-2 0 16,-2-3-128-16,-1-1 128 0,-1 0 0 0,0-4 0 15,0 1 0-15,-1 1 0 0,1 0 0 0,-3 3 0 16,2 1 0-16,-1 3 0 0,0 4 0 0,-2 5 0 16,-1 3 0-16,0 3 0 0,0-1 0 0,-3 7 0 15,0 0 128-15,0 0-128 0,0 0 144 0,2 10-144 16,2 5 128-16,0 2-16 0,0 5-112 0,0 5 0 0,1 5 0 15,0 3 0-15,2 3 0 0,1 2 0 0,0 4 0 0,1-1 0 16,1-1 0-16,1-5 0 0,-1-1 0 0,2 1 0 16,-1-1 0-16,1-3-192 0,0 1 192 0,-2-3-208 31,2-4-272-31,-3-1-48 0,-1-2-16 0,0-3 0 0,-2-2-576 16,1-5-112-16,-2 2-32 0,0-4 0 0,2-2-2128 0,1-2-416 15,-3 0-96-15</inkml:trace>
  <inkml:trace contextRef="#ctx0" brushRef="#br0" timeOffset="74690.39">19616 6291 35935 0,'0'0'3200'0,"0"0"-2560"0,-4 7-512 0,-1-2-128 0,1 0 3936 0,0 1 768 15,0 2 160-15,1 4 16 0,5 2-3664 0,-1 5-720 16,0 1-160-16,0 5-16 0,3 5 272 0,2 2 64 15,0 0 16-15,3-1 0 0,0-1-512 0,2 0-160 16,-1 0 0-16,1 0 0 0,-2 2 192 0,0-2-192 16,1-3 192-16,-2-1-192 0,0-5 0 0,-1-1 0 15,-2-4 0-15,-1 0 0 0,-2-3 0 0,1-2-256 16,-2-4 32-16,-1 1 0 16,0-8-928-16,0 0-192 0,0 0-48 0,0 0 0 15,0 0-736-15,0 0-160 0,0 0-16 0,0 0-16 16,-2-10-1328-16,-2-5-256 0,-2-3-48 0,4-5-11344 0</inkml:trace>
  <inkml:trace contextRef="#ctx0" brushRef="#br0" timeOffset="74990.99">19621 6497 11055 0,'-12'-40'976'0,"7"24"-784"0,-3-1-192 16,-1-3 0-16,0 3 5168 0,1-2 976 0,-1-1 208 0,2 2 48 15,4 5-2640-15,-3 1-528 0,2 3-96 0,2 0-32 16,-1 1-800-16,3 2-176 0,2 1-16 0,-1-1-16 16,-1 6-1136-16,8-4-240 0,1 2-32 0,0-1-16 15,4-1-272-15,1 0-48 0,1-1-16 0,0 3 0 0,4-1-128 0,1 3-16 16,3-3-16-16,-1 1 0 0,2 0-176 0,3 2 128 15,0 2-128-15,-2 0 128 16,-1 2-128-16,3 0 0 0,-1 1 0 0,0 2 0 0,-3-1 0 0,-1 2 0 16,-2 0 0-16,-3 1 0 0,-2 0-176 0,-2 2 48 15,-2 0 0-15,-2-1 0 0,-4-1 128 0,-1 2 0 16,-3 0-144-16,-2 1 144 0,-3-1 0 0,-2 1 0 16,-2 0 0-16,-3 1 0 0,0 3 256 0,-4-1-16 15,-2 1-16-15,-1-1 0 0,-1-2-224 16,-1 1 176-16,-1-3-176 0,0 1 160 0,-1 1-160 0,1-3 128 15,1 1-128-15,-1-2 128 0,1-2-128 16,2-1 0-16,1 1 0 0,1-5 0 16,3 2-944-16,1 0-64 0,3-1-16 0,2-1-15504 15,7-2-3120-15</inkml:trace>
  <inkml:trace contextRef="#ctx0" brushRef="#br0" timeOffset="76033.94">20715 6318 13823 0,'0'0'1216'0,"0"-6"-960"15,-2-2-256-15,0-1 0 0,-2-3 7408 0,1 2 1424 16,-1 2 304-16,1-4 48 0,-3 2-6320 0,0 2-1264 0,-3 1-256 0,-2 2-64 16,2 1 0-16,0 3 0 0,-1 5 0 0,-1 0 0 15,-1 5-832-15,-1 4-160 0,-1 4-32 0,-2 5-16 16,1 5-80-16,-1 7-16 0,-1 7 0 0,1 2 0 15,1 0-144-15,3-1 0 0,0-3 144 0,3 2-144 16,3 1 160-16,2-3-32 0,3 0-128 0,2-3 192 16,1-3-192-16,5-1 0 0,1-2 0 0,2-3 0 15,2-1-528-15,2-6-112 0,-1-2 0 16,2-1-16-16,-1-5-1552 16,0-3-304-16,2-4-64 0,0 0-12368 0,1-2-2464 0</inkml:trace>
  <inkml:trace contextRef="#ctx0" brushRef="#br0" timeOffset="76342.81">20811 6578 23951 0,'0'0'2128'0,"0"0"-1696"0,0 0-432 0,0 0 0 0,0 0 5968 0,0 0 1120 16,0 0 208-16,-1 8 64 0,2 2-5488 0,1 2-1088 16,1 1-208-16,3 1-64 0,1 2 320 0,3 2 64 15,1-2 16-15,2 5 0 0,2-2-528 0,-1-1-128 16,0-1 0-16,2-1-16 0,-2-2-96 0,-1-2-16 15,-1-1 0-15,0-1 0 0,-3-4 0 0,0 0 0 16,-1-2 0-16,0-2 0 0,-2 1 32 0,-6-3 0 16,0 0 0-16,6-3 0 0,-6 3 0 0,5-5 0 15,-5 5 0-15,5-7 0 0,-1 0-32 0,0-4 0 16,-2 1 0-16,1-1 0 0,0 1-128 0,-1-1 0 0,1 0 0 0,-1-2 0 16,1-2 0-16,0 0 0 0,-1-4 0 15,1 3 48-15,1-1-48 0,0 1 0 16,-2 2-160-16,2-3 160 15,-1 1-816-15,1 2-80 0,0-1 0 0,0 4-16 16,-1 1-1424-16,0 3-288 0,1 0-48 0,0 2-12144 0,1 0-2432 0</inkml:trace>
  <inkml:trace contextRef="#ctx0" brushRef="#br0" timeOffset="76644.5">21219 6773 17503 0,'0'0'1552'0,"0"0"-1232"0,0 0-320 0,6 6 0 0,0-2 4688 0,2-2 880 16,0-1 192-16,1 1 16 0,0-2-2960 0,0-2-608 15,0 1-112-15,2-3-32 0,0 2-560 0,1-1-112 16,-1-1-32-16,-1 1 0 0,-1 0-720 0,0-1-160 16,-9 4-32-16,0 0 0 0,0 0 64 0,0 0 16 15,0 0 0-15,0 0 0 0,0 0 64 0,0 0 16 16,0 10 0-16,-4 1 0 0,-1 0-96 0,-1 4-32 16,-4-2 0-16,1-2 0 0,0 1-208 0,0 1-32 15,0 0-16-15,0-1 0 0,1 0-224 0,3-2 0 16,0-1 0-16,1 0 0 0,1 0 0 0,3-1 0 15,-1 0 0-15,1-8 128 0,4 7-128 0,2-1 0 0,2 1 0 16,1-5 0-16,2 2 0 0,0-1 0 16,1-2 0-16,2-1 0 0,2-3 0 0,1 0 0 15,0-4 0-15,0 2 0 16,1 0-1072-16,0-2-96 0,2-1-32 0,1-1 0 16,0-3-2608-16,-2 2-528 0</inkml:trace>
  <inkml:trace contextRef="#ctx0" brushRef="#br0" timeOffset="76808.28">21651 6725 29487 0,'0'0'2624'0,"0"0"-2112"0,0 0-512 0,0 0 0 16,0 0 4912-16,0 0 864 0,4-5 176 0,1 1 48 15,1 0-4176-15,2 2-832 0,-1-2-160 0,2-2-48 0,3 2-272 16,1 1-64-16,1-1-16 0,-1 1 0 0,1 2-432 0,2-1 0 16,1 1 0-16,1-3 0 15,1 2-1888-15,-3-1-304 0,3 0-64 0,-1 3-20048 16</inkml:trace>
  <inkml:trace contextRef="#ctx0" brushRef="#br0" timeOffset="77458.69">22093 6587 17503 0,'0'0'768'0,"0"0"176"0,-8 0-752 0,3-1-192 15,1-2 0-15,4 3 0 0,0 0 8720 0,-3 7 1712 16,1 0 352-16,0 3 64 0,2-1-8176 0,0 1-1648 16,3 2-320-16,1 2-64 0,2 3-480 0,2-1-160 15,0 1 0-15,1 1 144 0,2-1-144 0,-1-1 0 16,0-2 0-16,1 0 0 0,-1-1 0 0,1-2 0 15,-2-1 0-15,-1-3 0 0,-2-1 0 0,1-5 0 16,-7-1 0-16,6 2 0 0,-6-2 0 0,8 0 0 16,-8 0 0-16,0 0 0 0,0 0 0 0,5-7 0 0,-1 1 0 0,0-1 0 15,0-2 0-15,-1 1 0 0,-1-1 0 0,1-1 0 16,-2-2 0-16,0 0 0 0,1-1 0 0,0-1 0 16,1 0 0-16,0-3 0 0,-1 0 0 0,1 1 0 15,1-1 0-15,0 1-192 0,-2 2 192 0,2-2-160 16,1 2-800-1,1 1-144-15,-1 0-48 0,0 3 0 0,1-1-2400 16,1 3-480-16</inkml:trace>
  <inkml:trace contextRef="#ctx0" brushRef="#br0" timeOffset="77665.83">22467 6772 50447 0,'0'0'2240'0,"0"0"448"0,0 0-2144 0,0 9-544 0,0 2 0 0,3-2 0 0,-2-1 1232 0,1 2 144 16,1 0 32-16,1 2 0 0,1 0-624 0,0 0-112 15,2-3-32-15,-1 1 0 0,1 1-640 0,0-2 0 0,0-1 0 16,1-1-176 0,-1 0-1440-16,-1-2-304 0,-6-5-48 0,8 3-16 15,1 1-2192-15,-2-4-448 0,-7 0-96 0</inkml:trace>
  <inkml:trace contextRef="#ctx0" brushRef="#br0" timeOffset="78015.33">22480 6046 54015 0,'0'0'2400'0,"0"0"480"0,0 0-2304 0,0 0-448 0,0 0-128 0,0 0 0 15,8 5 320-15,2 0 64 0,2 2 0 0,2-1 0 16,3 2 288-16,4 4 64 0,0 0 16 0,1 1 0 16,0 0-496-16,3 2-80 0,1 0-32 0,3 4 0 0,1 5-144 0,1 2 160 15,-1 1-160-15,3 1 160 16,1-1-160-16,-2 3 0 0,-1 3 0 0,-1 0 112 0,-1 3-112 0,-4-1 0 16,-3 0 0-16,-4-4 0 15,-3 2 0-15,-4-2 0 0,-1 1 0 0,-4 0 0 0,-3-2 0 16,-1 0 0-16,-3-4 0 0,0 0 0 0,-5-2 0 15,1-1 0-15,-1-3 0 0,-2-1 0 0,0-2 0 0,0 0 0 16,2-5 0-16,-1 1 0 0,-1-1 0 0,2-2 0 16,1-1 0-16,-1-1 0 0,0-1-208 0,-1-2-48 15,0 0 0-15,1-1 0 16,2 0-1488-16,1 0-304 0,-3 0-64 0</inkml:trace>
  <inkml:trace contextRef="#ctx0" brushRef="#br0" timeOffset="81283.78">23486 6563 53567 0,'0'0'2368'0,"0"0"496"0,0 0-2288 0,0 0-576 16,0 0 0-16,0 0 0 0,3-6 432 0,-3 6-32 15,5-4 0-15,2-2 0 0,-1 0 240 0,2 2 64 0,3 2 0 0,0-2 0 16,2 0-544-16,3 0-160 0,-2-1 0 0,2 2 0 16,0 2 0-16,1 1 0 0,0 0 0 0,-1 0 0 31,1-1-896-31,-1 1-96 0,1 0-16 0,-1 2 0 16,-3-2-912-16,0 2-192 0,-2 0-48 0,0 2 0 15,-2 1-2368-15,-1 2-464 0</inkml:trace>
  <inkml:trace contextRef="#ctx0" brushRef="#br0" timeOffset="81460.56">23646 6724 4607 0,'-7'2'400'0,"-1"1"-400"16,2-2 0-16,-1 2 0 0,-1 0 9616 0,3-2 1840 0,5-1 384 0,0 0 64 0,0 0-8800 0,0 0-1760 15,0 0-336-15,0 0-80 0,11 5-208 0,2-4-32 16,0 1-16-16,2-1 0 0,1-1-672 0,1 0 0 16,2 0 0-16,1-1 0 15,0-2-832-15,0-1-160 0,1 2-32 0,3-4 0 16,2 1-1024-16,1 0-192 0,-1-2-64 0,0 0-10944 15,4 3-2176-15</inkml:trace>
  <inkml:trace contextRef="#ctx0" brushRef="#br0" timeOffset="81742.46">24652 6335 29487 0,'-9'-5'1296'0,"4"3"288"0,-2-2-1264 0,1 1-320 16,-1 0 0-16,1 2 0 0,-2 0 4288 0,-3 1 784 16,1 2 176-16,-2 2 16 0,-2 2-2768 0,-3 1-576 15,-3 2-96-15,-1 5-32 0,-1-1-896 0,0 5-192 0,-1 3-48 16,-1 2 0-16,-1 5-224 0,2-2-48 0,-1 1-16 16,1 2 0-16,1-2-224 0,4 0-144 0,2-1 192 0,3-1-48 15,2-1-144-15,4-1 0 0,3 1 0 0,2-1 0 16,5-2 0-16,2 1 0 0,4-2 0 0,3-2 0 15,1-2 0-15,2 1-160 0,1-4 160 0,3-2-192 16,-1 0-656-16,3-1-144 0,2-3-32 16,2-2 0-16,0-1-1040 0,2-2-224 0,2-2-32 15,1-1-12560-15,1-4-2512 0</inkml:trace>
  <inkml:trace contextRef="#ctx0" brushRef="#br0" timeOffset="81970.62">24816 6530 26719 0,'0'0'2368'0,"-5"-7"-1888"0,-1 1-480 0,0 0 0 0,2 1 4288 0,4 5 752 16,0 0 144-16,0 0 48 0,0 0-2832 0,0 0-560 16,0 0-112-16,0 0-32 0,0 9-480 0,0 2-112 15,3 3-16-15,0 3 0 0,-1 0-640 0,0 1-144 16,-1 0-32-16,0 2 0 0,0 2-144 0,1-1-128 16,-1-1 144-16,2 0-144 0,-2 0 0 0,0-2-192 15,1 0 16-15,1-2 0 16,0-2-1168-16,-2-2-256 0,-1-1-32 0,2-2-16 15,2 0-992-15,-2-3-208 0,1 0-32 0,-3-6-16576 0</inkml:trace>
  <inkml:trace contextRef="#ctx0" brushRef="#br0" timeOffset="82254.39">24952 6328 24879 0,'0'0'2208'0,"0"0"-1760"0,0 0-448 0,0 0 0 16,0 0 5568-16,0 0 1024 0,2 7 192 0,4 2 64 16,0-2-5040-16,2 2-992 0,1 2-208 0,4 0-32 15,3 2 128-15,5 0 48 0,2 3 0 0,2 1 0 0,1 3-592 16,1-2-160-16,1 1 0 0,-1 2 0 16,-1 0 0-16,-1-1 0 0,-3 0 0 0,-2 1 0 0,-5 1 0 0,-2 1 0 15,-4-3 0-15,-3 3 0 0,-2 0 0 0,-4-2 0 16,-4-1 0-16,-2-1 0 0,0-1 0 0,-3 2 0 15,-3-2 0-15,-1-2 0 0,-3-4 0 16,1-2 0-16,-1-1 0 0,1-1 0 16,0-2-640-16,2 0-160 0,1-2-32 0,3-1 0 15,0-1-1792-15,9-2-352 0,0 0-80 0</inkml:trace>
  <inkml:trace contextRef="#ctx0" brushRef="#br0" timeOffset="82532.89">25776 6271 49247 0,'0'0'1088'0,"-7"0"208"0,-1 0 48 0,1 2 48 0,-2-1-1120 0,-1 3-272 0,1 1 0 0,-1 4 0 16,-1 3 1392-16,-2 2 208 0,-2 6 64 15,-2 1 0-15,-3 4-688 0,1 3-128 0,-1 5-16 0,-1 1-16 16,0 1-496-16,2 0-112 0,1-1-16 0,2-1 0 15,3-1-192-15,2 1 0 0,4 1 0 0,1-3 0 16,4-1 0-16,2-1 0 0,2-2 0 0,2-1 0 16,2-2 0-16,1-4 0 0,5 0 0 0,0-2 0 15,1-2 0-15,1 0 0 0,1-2 0 0,2-1 0 16,-1-5-848-16,3-2-176 16,-1-2-16-16,3-1-15744 0,5 1-3152 0</inkml:trace>
  <inkml:trace contextRef="#ctx0" brushRef="#br0" timeOffset="83251.03">26102 6498 46079 0,'0'0'2048'0,"-4"-4"400"0,0-1-1952 0,-1 1-496 0,-1-1 0 0,1 1 0 0,-1 2 896 0,-1-2 64 15,-1 1 32-15,1 3 0 0,-1 0 432 0,0 0 96 16,0 3 16-16,0 1 0 0,-1-2-880 0,0 2-160 16,0 3-48-16,1-1 0 0,-1 2-192 0,2 1-32 15,1-4-16-15,1 3 0 0,1 0-16 0,0 1-16 16,1 0 0-16,2-1 0 0,1 1-32 0,3-1 0 15,0 1 0-15,3-2 0 0,0 2-144 0,5 0 0 16,2 0 0-16,1 0 0 0,2-2 0 0,2-2 0 16,1 1 0-16,4 2 0 0,0 3 0 0,2-4 0 15,1 4 0-15,-1 1 0 0,-2-5 0 0,1 4 0 16,-2-2 0-16,-3 0 0 0,-2 2 0 0,-2-1 0 0,-5 0 0 0,-1 2 0 16,-4-4 0-16,-2 4 0 0,-2-2 0 15,-3 1 128-15,-2-2-128 0,-4 0 0 0,-2 0 144 0,-3 3-48 16,-3-6-96-16,0 2 0 0,1-2 0 0,-4 0 0 15,1-2 0-15,0 0 0 0,0-1 0 0,1-1 0 16,2-2-384 0,1 0-64-16,1-2 0 0,1-1-16 0,-1-3-944 15,3 0-192-15,-1-2-48 0,3 0-14352 0,1-6-2864 0</inkml:trace>
  <inkml:trace contextRef="#ctx0" brushRef="#br0" timeOffset="83417.73">26022 6420 39615 0,'0'0'3520'0,"0"0"-2816"0,7-3-560 0,1 0-144 0,1-1 3136 0,2 0 608 16,4 0 112-16,0 1 32 0,2 1-2496 0,2-1-496 16,3 3-112-16,3-3-16 0,1-1-112 0,1 4-16 15,2-2-16-15,-1 2 0 0,1 0-624 0,0 2 0 16,-1 0-144-16,0 3 144 16,-2-1-768-16,-1 1-48 0,1 2 0 0,-2 0 0 15,1 4-1872-15,-1 1-384 0,-1 1-80 0</inkml:trace>
  <inkml:trace contextRef="#ctx0" brushRef="#br0" timeOffset="83601.2">26844 6541 46079 0,'0'0'2048'0,"0"0"400"0,0 0-1952 0,0 0-496 0,0 0 0 0,0 0 0 16,0 0 1152-16,0 0 144 0,7 6 32 0,1-4 0 16,0 2 32-16,1 1 16 0,0 0 0 0,3 3 0 15,0 1-800-15,1 2-144 0,-2-1-48 0,1 2 0 16,1-4-528-16,0 1-112 0,0-1-32 0,-1 1 0 31,1 1-960-31,-1 2-192 0,0-5-32 0,1 0-16 16,-2 0-2528-16,1-2-496 0,-1 0-96 0</inkml:trace>
  <inkml:trace contextRef="#ctx0" brushRef="#br0" timeOffset="83807.17">27146 6493 26719 0,'0'0'2368'0,"-7"1"-1888"0,0 2-480 0,-2-2 0 0,-1 5 5088 0,0 1 928 16,0 2 176-16,-2 2 32 0,-3-1-3984 0,1 2-816 16,-2 1-144-16,-2 0-48 0,0 3-368 0,0-1-80 15,-1 1-16-15,1-2 0 0,0-1-544 0,-2 0-224 16,2-1 176-16,3-1-176 16,3-1-304-16,1 2-144 0,4-2-48 0,0-1 0 15,-1-2-1392-15,4-1-288 0,2 1-48 0,2-7-16 16,0 0-2688-16,8 5-560 0</inkml:trace>
  <inkml:trace contextRef="#ctx0" brushRef="#br0" timeOffset="84153.62">27535 6354 23039 0,'0'0'1024'0,"0"0"192"0,0 0-960 0,0 0-256 0,0 0 0 0,0 0 0 15,0 0 5440-15,-4 9 1024 0,-3 2 224 0,1 2 32 0,-2 2-3904 0,0 2-768 16,-1 2-176-16,0 4-16 0,0-3-912 15,1 3-176-15,-1-3-48 0,1 3 0 0,1-7-336 0,2 1-80 16,2-1-16-16,1-2 0 0,-1-1-288 0,1 1 0 16,3-3 0-16,2 0 0 15,-3-11-912-15,5 10-144 0,1-3-32 0,3-1 0 16,2-2-1328-16,-1-1-272 0,2-2-48 0,1 2-11472 16,1-3-2288-16</inkml:trace>
  <inkml:trace contextRef="#ctx0" brushRef="#br0" timeOffset="84484.52">27739 6326 41519 0,'0'0'1840'0,"0"0"384"0,0 0-1776 15,0 0-448-15,-6 2 0 0,0 1 0 0,1 4 2224 0,-3 1 352 16,1 4 80-16,-3 1 16 0,0 3-880 0,-2 5-192 16,2 3-16-16,-1-1-16 0,2 5-832 0,0-1-160 0,0-3-48 0,4-4 0 15,1 3-368-15,1-5-160 16,1 0 128-16,3-1-128 0,3 0 0 0,2-1 0 0,2-5 128 0,1 1-80 15,6-3-48-15,0-2 0 0,1-2 0 0,2 0 0 16,2-4 0-16,-1-2-160 0,2 0 160 0,1-3-192 16,1-1-16-16,-3-2-16 0,0-1 0 0,-3-1 0 15,0 0 16-15,-1-3 0 0,-2 1 0 0,-2-2 0 0,-2-6 0 16,-2 1 0-16,-3-1 0 0,-1-1 0 0,-1-1 208 16,-5 0-144-16,0-1 144 0,-4 0-128 0,-1 0 128 15,-2 1 0-15,-3 0-144 0,-1 1 144 16,-2 2-592-16,0 0-48 0,0 1-16 0,2 1 0 15,3 6-720-15,0-3-144 0,0 3-16 0,3 0-16 16,1 3-1264-16,4-1-256 0,0 1-64 0,2 7-15040 16</inkml:trace>
  <inkml:trace contextRef="#ctx0" brushRef="#br0" timeOffset="84851.53">28278 6086 46703 0,'0'0'2064'0,"0"0"432"0,0 0-1984 0,-7 2-512 16,2 0 0-16,0 2 0 0,-1 0 1328 0,0 1 160 0,-2 4 48 0,0 2 0 15,-1 3-192-15,0 2-48 16,0 1 0-16,1 1 0 0,2 0-800 0,-1 2-176 0,3-1-16 0,3 1-16 16,1 0-288-16,1-1 160 15,0-1-160-15,5-1 128 0,1-1-128 0,3 0 0 0,0-2 0 0,3-1 0 16,1 0 0-16,2-3-144 0,2 0 0 0,2-4 0 15,-1-1-144-15,2-1-32 16,-1-1 0-16,-1-2 0 0,0-2 0 0,-1-2 0 0,-2-1 0 0,-2 2 0 16,-1-4 128-16,-1 0 32 0,-3-3 0 0,-1 0 0 15,-2 0 160-15,-1-2 0 0,-2 2 0 16,-3-1 0-16,-1 2 0 0,-3 3 0 0,-1-2 0 0,-2 0 0 16,-2 2 176-16,-2 1-48 0,1 3 0 0,-2 1 0 0,-2 1 96 15,1 2 16-15,1 0 0 0,2 0 0 0,-2 1-240 16,3 0 0-16,2 2 0 0,1-3 0 15,1 3-560-15,1-1-144 0,4-5-48 0,0 0 0 16,0 0-1632-16,0 0-336 0,4 9-64 0,1-3-18224 16</inkml:trace>
  <inkml:trace contextRef="#ctx0" brushRef="#br0" timeOffset="85221.9">28564 5815 31327 0,'0'0'2784'0,"0"0"-2224"16,0 0-560-16,0 0 0 0,0 0 3680 0,0 0 624 0,0 0 128 0,8 3 32 16,0 1-2496-16,1 1-496 15,0 0-112-15,3 3-16 0,1 1-480 0,3 1-96 16,1 2-32-16,0 1 0 0,4 3-336 0,1 2-64 0,0 2-16 0,1 2 0 15,2-1-32-15,1 2-16 0,2 1 0 0,-1 2 0 16,0 2-128-16,-1 0-16 0,-2 2-128 0,-2 1 192 16,-4 2-192-16,-2 1 144 0,-4 2-144 0,-3 1 128 15,-1 0-128-15,-8 2 0 0,-6-1 0 0,-1 0 128 16,-4-3-128-16,-3-2 128 0,-3-3-128 0,-3 0 128 16,1-1 16-16,-2-6 0 0,0 0 0 0,0 0 0 0,5-6-144 15,1 0 160-15,0-3-160 0,1-1 160 0,1 0-160 16,-1-3 0-16,-1 0 0 0,2-1 0 15,0-2-352 1,4 0-160-16,0-2-16 0,3-1-16 0,6-4-2448 0,0 0-480 0</inkml:trace>
  <inkml:trace contextRef="#ctx0" brushRef="#br0" timeOffset="92749.62">29598 6015 23951 0,'7'-15'1056'0,"-7"15"224"0,2-6-1024 0,2-2-256 15,0 0 0-15,0-1 0 0,-1 0 3712 0,-1 2 704 16,0-2 128-16,-1 3 16 0,-1 0-1728 0,0 6-336 16,0 0-80-16,0 0-16 0,0 0-1072 0,0 0-224 15,-7 4-32-15,-2 4-16 0,-2 3-640 0,-5 2-128 16,-4 1-32-16,-2 7 0 0,-3 5 32 0,-2 5 0 16,-3 4 0-16,1 3 0 0,2 3 16 0,0 0 0 15,1 2 0-15,3-3 0 0,4 0 16 0,3-4 16 0,4 1 0 16,6-3 0-16,-1 0-336 0,5-3 0 0,2-4-160 0,4-2 160 15,1-4-320-15,3-1 64 16,2-3 0-16,2-2 0 16,2 1-1344-16,2-2-256 0,2-2-48 0,2-3-16 15,1-1-1984-15,1-3-384 0,1-1-96 0</inkml:trace>
  <inkml:trace contextRef="#ctx0" brushRef="#br0" timeOffset="93050.91">29736 6296 23039 0,'-2'-14'1024'0,"1"10"192"0,-2-3-960 0,3 7-256 0,0 0 0 0,0 0 0 0,0 0 5456 0,0 0 1056 16,0 0 208-16,0 0 32 16,-3 7-4304-16,2 3-848 0,0 5-192 0,1 3-16 15,1 3-672-15,0 1-128 0,2 3-16 0,1 0-16 0,1-2-560 0,2 1-272 16,-1-5 16-16,2-1 16 16,0 1 1008-16,-2-2 192 0,0-4 32 0,0-3 16 0,2-2-800 0,0-2-208 15,-1 0 0-15,-7-6 0 0,8 2 272 0,0-1-16 16,0-2-16-16,-8 1 0 0,0 0-96 0,6-2-16 15,1-4 0-15,0 1 0 0,-2-1-128 0,-1-4 0 16,1 0 0-16,1-2 0 0,0 1 128 0,0-2-128 16,1-2 128-16,-1 0-128 0,2-5 0 0,1 0 0 15,0 1 0-15,2-2 0 16,-1-2-400-16,1 0-64 0,-2 3-16 0,0 0 0 16,3 0-816-16,-2 3-176 0,-2 1-16 0,0 4-16 15,-2 4-2464-15,1 4-512 0,-7 4-80 16</inkml:trace>
  <inkml:trace contextRef="#ctx0" brushRef="#br0" timeOffset="93356.37">30066 6514 15663 0,'0'0'1392'0,"0"0"-1120"0,0 0-272 16,0 0 0-16,12 3 5536 0,-2-2 1056 16,1 0 192-16,-2 0 64 0,-1-1-4032 0,1 2-784 0,0-1-176 0,0-1-16 15,0-1-496-15,1-1-80 0,0 0-32 0,-1 1 0 16,-1 2-592-16,-8-1-112 0,8 1-16 0,0 2-16 15,-8-3-32-15,0 0 0 0,0 0 0 0,0 0 0 16,1 8-272-16,-1-1-64 0,-1 3-128 0,-2-3 192 16,-4 4 272-16,1 1 48 0,-2 1 16 0,0-2 0 0,0 1-256 0,1 1-48 15,-1-4-16-15,1 2 0 0,3-1-16 0,0 0-16 16,1 1 0-16,0-3 0 0,3-8-176 16,0 8 160-16,0-8-160 0,3 6 160 0,0-2-160 0,-3-4 0 15,6 4 0-15,1 1 0 0,3-2 0 0,0 1 0 16,0-2 0-16,2 0 0 15,1-5 0-15,2-1-256 0,0 0 64 0,3-2 16 16,1 0-784-16,0 0-176 0,2-2-16 0,1-1-16 16,0-2-2192-16,1 1-432 0</inkml:trace>
  <inkml:trace contextRef="#ctx0" brushRef="#br0" timeOffset="93531.1">30543 6434 49823 0,'0'0'1088'0,"0"0"240"0,0 0 32 0,0 0 48 0,0 0-1136 0,0 0-272 16,6-3 0-16,-1-1 0 0,-5 4 448 0,8-3 16 16,1 3 16-16,1-3 0 0,3 1 64 0,2 0 16 15,0 0 0-15,2 1 0 16,0 1-992-16,1 0-192 0,1 0-32 0,0-2-16 16,2 1-2240-16,0 0-448 0,0-1-96 0</inkml:trace>
  <inkml:trace contextRef="#ctx0" brushRef="#br0" timeOffset="93832.39">30984 6179 47631 0,'0'0'2112'0,"0"0"432"0,0 0-2032 0,0 0-512 0,0 0 0 0,0 0 0 0,-2 9 720 15,-1 1 48-15,2 1 16 0,-1 5 0 0,2 2 448 0,3 4 96 16,0 1 16-16,0 1 0 0,3 2-672 0,0-3-128 15,1 3-32-15,1-3 0 0,1-1-384 0,0-1-128 16,-1-4 0-16,1-3 0 0,1-1 0 0,1 0 0 16,-2-5 0-16,0-2 0 0,0-2 144 0,0-1-144 15,-1 0 0-15,0-6 144 0,0-1 224 0,-1 0 32 16,0-2 16-16,1-1 0 0,0-3-416 0,-2 0 0 16,-1 0 0-16,0-2 0 0,2-1-128 0,2 0-128 15,-2-4 0-15,0 0-16 16,0-1-320-16,1 0-64 0,1 1-16 0,3 0 0 15,-2-4-512-15,2 3-96 0,-2 0-32 0,2 3 0 16,-2 5-3456-16,2 2-688 0</inkml:trace>
  <inkml:trace contextRef="#ctx0" brushRef="#br0" timeOffset="93999.4">31384 6449 24879 0,'0'0'2208'0,"0"0"-1760"0,0 0-448 0,3 12 0 16,-2-2 3744-16,-1 2 672 0,2 2 128 0,-2-4 16 15,0 1-2256-15,0-2-464 0,0 0-96 0,1 2-16 16,0 0-848-16,-1 2-176 0,0-1-48 0,2-3 0 16,-2-9-2000-16,5 8-384 0,1 0-96 0,2-2-18528 15</inkml:trace>
  <inkml:trace contextRef="#ctx0" brushRef="#br0" timeOffset="94330.9">31607 5755 48431 0,'0'0'1072'0,"0"0"208"0,0 0 64 0,0 0 0 0,0 0-1072 0,12 3-272 15,2-2 0-15,3 2 0 0,2 1 624 0,0 2 64 16,2 2 16-16,0 4 0 0,1-3 320 0,2 5 80 15,-1 3 16-15,2 3 0 0,0 2-608 0,1 1-112 16,0 5-16-16,0 2-16 0,-5-3-128 0,-2 4-32 0,-2 5 0 0,-1 3 0 16,-2 2-208-16,-1 4 0 0,-2-1 128 0,-4 3-128 15,1 9 0-15,-3-3 128 0,-2-3-128 16,-3-3 0-16,-1-3 128 0,-3-3-128 0,-1-4 0 0,1 0 0 16,0-4 128-16,1-7-128 0,-3 1 0 0,-1-5 144 15,1 0-144-15,-1-3 0 0,-3-4 0 0,1-3 0 16,1-2 0-16,0 2-192 0,0-5 0 0,0-1 16 31,2 2-1712-31,-1-4-352 0,7-4-64 0</inkml:trace>
  <inkml:trace contextRef="#ctx0" brushRef="#br0" timeOffset="98006.78">30112 6479 17503 0,'0'0'1552'0,"0"0"-1232"15,0 0-320-15,0 0 0 0,0 0 5776 0,0 0 1104 16,1 8 224-16,-1-8 32 0,0 0-4080 0,0 0-816 16,2 7-176-16,-2-7-16 0,0 0-608 0,0 0-112 0,0 0-32 15,5 6 0-15,-5-6-736 0,0 0-160 0,8 5-16 0,-1 0-16 16,1-1 208-16,3-1 32 16,-1-2 16-16,1 0 0 15,0 2-976-15,0-2-192 0,-2 4-32 0,0-2-16 0,-9-3 592 0,9 4 0 0,-9-4 0 0,0 0 0 16,7 8 0-16,-3-2 0 0,-4-6 0 0,0 8 0 15,-2 1 0-15,-2 2 0 16,-4-2 0-16,-1 0 0 0,-4-3 448 0,-1 2 96 0,-2 0 32 0,1-2 0 16,-2 1-736-16,-2 0-144 0,1-2-16 15,0 0-16-15,0-1 336 0,1-2 160 0,2 1-16 0,2-2 0 16,3 1-144-16,2-1 160 0,2-1-160 0,6 0 160 16,0 0-160-16,0 0 0 0,0 0 0 0,0 0 128 15,0 0-128-15,6 4 0 0,2 1 0 0,2-2 0 16,3 1 0-16,2 1 0 0,-1 0 0 0,0 2 0 0,1-1-128 15,2-2 128-15,-3 3 0 0,0-2 0 16,-2 0 0-16,1 1 0 0,-1 0 0 0,0 0 0 0,-2 1 0 16,-1 1 0-16,0-1 0 0,-1 2 0 0,-3 1 0 15,-1-3 0-15,0 3 0 0,-1-1 0 0,-2-1 0 0,-1 1 0 16,-2-2 0-16,-2 3 0 0,-2-1 192 0,0 1-64 16,-2-2 0-16,-2 2 0 0,-2 0-80 0,-1 0-48 15,0-1 0-15,0 0 0 0,0-1 0 0,0-1 0 16,-2-1 0-16,2-1 0 0,-2 0 0 0,-1-2 0 15,0-3 0-15,1 0 0 0,0 0 0 0,2-1-240 16,2-2 80-16,0 1 16 16,1-1-864-16,3-1-160 0,3 0-48 0,4 4 0 15,4-9-3120-15,5-1-624 0,16-14-128 0,6 6-32 0</inkml:trace>
  <inkml:trace contextRef="#ctx0" brushRef="#br0" timeOffset="98695.61">31296 6467 17503 0,'-8'0'1552'0,"-3"0"-1232"0,0-3-320 0,0 3 0 0,3-2 6832 0,8 2 1296 16,0 0 272-16,0 0 48 0,0 0-5184 0,0 0-1056 15,0 0-208-15,0 0-32 0,7 0-1120 0,1 0-208 16,2 0-64-16,2 0 0 0,1 0-304 0,1 1-64 16,2 0-16-16,1-1 0 0,0 0-64 0,1 0-128 15,0 0 176-15,-2 0-176 0,-2 3 160 0,-1-3-160 0,-1 1 128 16,-3 1-128-16,-9-2 144 0,0 0-144 15,8 4 160-15,-8-4-160 0,0 0 176 0,0 0-176 16,0 0 192-16,-1 10-48 0,-3 3-144 0,-1-3 0 16,-2 2 0-16,-2-1 0 0,-4-1 0 0,0-2 0 15,0 2 0-15,0 2 0 0,0-3 0 0,1 2 0 16,2-5 0-16,2 2 0 0,1-2 0 0,1 1 0 16,1-2 0-16,1 0 0 0,1 2 0 0,3-7 0 15,-1 6 0-15,1-6 0 0,0 0 0 0,0 0 0 16,0 0 0-16,1 7 0 0,-1-7 0 0,0 0 0 15,3 6 0-15,-3-6 0 0,5 7 0 0,0-2 0 16,-5-5 0-16,8 4 0 0,1-1 0 0,3-1 0 16,0 0 0-16,2-1 0 0,0 0 0 0,5 1 0 0,0-1 0 0,3-1 0 15,2-1 0-15,0-1 0 0,1 0 0 0,0 2 0 16,-2-2 0-16,0 1 0 0,-3 0 0 0,-1-1 0 0,-5 1 0 0,-1 1 0 16,-1 0 0-16,-3 0 0 0,-1 0 0 0,-8 0 0 15,8 1-160-15,-3 2 160 16,-5-3-1568-16,6 3-224 0,-6-3-64 0,8 5-22400 15</inkml:trace>
  <inkml:trace contextRef="#ctx0" brushRef="#br0" timeOffset="100849.04">10774 8178 18431 0,'0'0'1632'0,"0"0"-1312"0,-7 6-320 0,7-6 0 0,0 0 4848 16,0 0 896-16,-5 1 176 0,5-1 32 0,0 0-2704 0,0 0-560 16,0 0-96-16,0 0-32 0,0 0-832 0,0 0-160 15,0 0-32-15,0 0-16 0,0 0-736 0,8 2-144 16,1-2-16-16,0-2-16 0,2 1-256 0,-1 1-48 15,-1-4-16-15,3 3 0 0,-2 0-160 0,2-1-128 16,0 1 192-16,1 0-192 0,-1 1 128 0,-2 0-128 16,-10 0 0-16,0 0 0 0,0 0 128 0,8 1-128 15,-8-1 0-15,8 3 0 0,-8-3 128 0,0 0-128 16,2 9 144-16,-2 1-144 0,-4-2 176 0,-2 2-176 16,-5 2 192-16,1 1-48 0,0-1-144 0,-2 1 0 15,0 0 0-15,0 1 0 0,-1 1 0 0,2-4 0 16,2 1 0-16,-2 1 0 0,2-2 0 0,1-1 0 15,3-1 0-15,0-1 0 0,1-2 0 0,4-6 0 0,0 0 0 16,0 0 0-16,0 0 0 0,4 7 0 16,-4-7 0-16,9 3 0 0,3-2 0 0,1-1 0 15,1-1 0-15,3-2 0 0,0-2 0 0,1-1 0 16,-1 3 0-16,1-5 0 0,-1 1 0 0,3 1 0 0,-1-1 0 16,2 1 0-16,0-2 0 0,0 0 0 0,-2 2 0 15,0 0 0-15,-4 2 0 0,1 0 0 0,0 1 0 16,-3-1 0-16,-2 1 0 0,0-2 0 15,-2 2 0-15,1 2 0 16,-2 0-640-16,0-1-80 0,0 1-16 0,0 0 0 16,-2 1-2272-16,3 0-464 0</inkml:trace>
  <inkml:trace contextRef="#ctx0" brushRef="#br0" timeOffset="101918.79">10966 5586 13823 0,'0'0'1216'0,"-6"0"-960"0,0 0-256 0,1 0 0 0,-1-3 5248 0,6 3 1024 16,-5-3 192-16,1 2 32 0,4 1-2832 0,0 0-560 16,0 0-112-16,0 0-32 0,0 0-1040 0,0 0-192 15,7-2-64-15,2-2 0 0,1 0-848 0,3-3-176 16,2 2-48-16,2 0 0 0,2 0-272 0,1-1-48 16,-1 1-16-16,2 1 0 0,0-1-256 0,-1 1-192 15,-2 0 16-15,-1-1 16 0,0 1 160 0,-2 1 0 16,0 2 0-16,-5 0-128 0,-1 1 352 0,-1 1 80 0,0 0 16 15,-8-1 0-15,0 0-320 0,0 0 0 16,0 0 0-16,0 0 0 0,0 0 288 0,0 0 0 16,-3 7 0-16,-1 0 0 0,-1 0-128 0,0 1-32 0,-2 0 0 15,2 0 0-15,-4 0-128 0,0-2 0 0,0-1 0 0,0 2-176 16,0-1 176-16,0 2 0 0,-2-1 128 0,1-1-128 16,-1 1 0-16,2 1 0 0,0-1 0 0,1 1 0 15,0-4 0-15,2 1 0 0,1 2 0 0,1-2-192 0,4-5 192 16,0 0 0-16,0 0 0 0,0 0 0 0,0 0 0 0,0 0 0 15,0 0 160-15,5 7-160 0,1-2 0 0,2-1 0 16,0-2 0-16,1 2 0 0,0-4 0 0,2 2 0 16,0-1-128-16,1 0 128 0,0 2-128 0,-2-1 128 15,0 2 0-15,0-2 0 0,-1 0 0 0,-1 2 0 16,0 0 0-16,-2 0 0 0,1 0 0 16,-2 1 0-16,0 3 0 0,0 0 0 0,-1 0 0 0,-1-1 0 15,-2 1 0-15,1 1 0 0,-2-2 128 0,-2 2-128 16,1 0 0-16,-3 0 144 0,-1 0-144 0,0-1 0 15,-1-1 0-15,0-1 128 0,-2 3-128 0,-1-2-192 16,-2-2 32-16,1 0 16 0,0-1 144 0,-1 0 192 16,-1-1-32-16,1-1-16 0,-1 1-96 0,0-2-48 15,-1-1 0-15,0 0 0 0,0 0 0 0,1-1 0 16,1 0 0-16,-2-1 0 0,2 0-256 0,2-1-32 16,0 0-16-16,1 0 0 15,0-3-2400-15,2 1-496 0</inkml:trace>
  <inkml:trace contextRef="#ctx0" brushRef="#br0" timeOffset="102799.69">15950 8038 11967 0,'0'0'528'0,"-4"3"112"0,-1-1-512 16,5-2-128-16,0 0 0 0,0 0 0 0,0 0 8400 0,0 0 1648 15,0 0 336-15,0 0 64 0,10 2-7440 0,2-4-1504 16,-1 1-288-16,2-2-64 0,3-1-480 0,1 2-96 16,-1 0 0-16,-1-1-16 0,2 0-384 0,-1-1-176 15,0 1 160-15,-2 2-160 0,-2 0 128 0,-2 1-128 16,1 0 0-16,-4 1 144 0,-7-1-16 0,0 0-128 15,0 0 192-15,0 0-64 0,4 8 80 0,-4 0 16 16,-2 1 0-16,-4 1 0 0,-3 1 48 0,-1 1 16 16,-3-1 0-16,-1 2 0 0,-2 0-112 0,-1 2-32 15,-1-1 0-15,-1-4 0 0,1 2-96 0,0 0-48 16,0 0 0-16,2-2 0 0,2-2 0 0,1 0 0 16,2 0 0-16,3-5 0 0,3 3 0 0,5-6 0 15,0 0 0-15,0 0 0 0,0 0 0 0,0 0 0 16,9 6 0-16,3-1 0 0,0-1 0 0,2-1 0 15,3 0 0-15,1-2 0 0,1-2 0 0,0-1 0 0,-1 1 0 0,2 0 0 16,-1-2 0-16,1 0 0 0,0 2 0 16,0-3 0-16,1 2 0 0,0-1 0 0,0 0 0 0,-1 2 0 15,-2-4 0-15,-3 1 0 0,1 0 0 0,-3 0 0 16,-4 1-448 0,0 1-48-16,-9 2 0 0,8-3 0 0,1 1-1360 15,-9 2-288-15,9-3-48 0,-9 3-20992 0</inkml:trace>
  <inkml:trace contextRef="#ctx0" brushRef="#br0" timeOffset="103868.27">15729 5510 27647 0,'0'0'2448'0,"0"0"-1952"0,-6 1-496 0,6-1 0 0,-7-4 3760 0,7 4 656 15,0 0 128-15,0 0 16 0,0 0-2384 0,0 0-464 16,0 0-112-16,0 0 0 0,0 0-448 0,8-3-96 15,3-1-16-15,-1 1 0 0,3-1-512 0,1 0-96 0,2-1-32 0,1 4 0 16,3-2-144-16,-1 3-16 0,1-1-16 0,-1 0 0 16,-1-1-96-16,-1 2-128 0,-1 0 176 0,-2 2-176 15,-1-1 160-15,-1 0-160 0,-1 2 128 0,-1-1-128 16,-2 2 0-16,-2-1 0 0,-6-3 0 0,0 0 0 16,6 4 192-16,-6-4 0 0,0 0 0 0,0 8 0 15,-2-2-16-15,0 3 0 0,-4-2 0 16,1-1 0-16,-1 1-48 0,-2-1-128 0,-1 1 192 0,-2 1-64 15,0 1-128-15,-1-3 128 0,-1-1-128 0,0 1 128 16,0 0-128-16,1 1 128 0,0-1-128 0,1-3 128 16,0 1-128-16,2 0 0 0,1-3 144 0,2 2-144 15,0 1 0-15,6-4 144 0,0 0-144 0,0 0 0 0,0 0 128 0,0 0-128 16,0 0 0-16,0 0 144 0,0 0-144 0,0 0 0 16,0 0 0-16,8 5 0 0,1-1 0 0,2 0 0 15,1 1 0-15,-1-4 0 0,1 2 0 0,1-1 0 16,1 2 0-16,-1 0 0 0,0 0 0 0,1 0 0 15,-1-1 0-15,0-1 0 0,0 1 0 0,-3 1 0 16,0 1 0-16,0 1 0 0,-1 1 0 0,-1-1 0 16,-2 1 0-16,-2 1 0 0,0-2 0 0,-2 1 0 15,-2 1 0-15,0-2 0 0,0 1 0 0,-2-1 0 16,-2 1 0-16,-1-1 0 0,-2 2 0 0,1 0 0 0,-3 0 0 16,-2 1 0-16,-1-5 0 0,-1 1 0 15,-1 0 0-15,-2 0 0 0,1 1 0 0,-1-1 0 16,0-1 0-16,1 0 0 0,0-2 0 0,2 1 0 15,0-2 0-15,2 0 0 0,-1-2 0 0,2 0 0 0,2 1 0 16,1-3 0-16,1 1 0 0,0 0 0 16,6 2 0-16,0 0 0 15,-5-5-2368-15,5 5-480 0</inkml:trace>
  <inkml:trace contextRef="#ctx0" brushRef="#br0" timeOffset="105691.58">21301 6872 10127 0,'0'0'896'0,"0"0"-704"0,0 0-192 0,0 0 0 0,0 0 4000 0,0 0 768 16,-6-1 160-16,-1 0 16 0,7 1-2576 0,0 0-512 15,0 0-96-15,0 0-32 0,-4-1-336 0,4 1-80 16,0 0-16-16,0 0 0 0,-3-4 240 0,3 4 32 15,-6-4 16-15,6 4 0 0,0 0-48 0,0 0-16 16,0 0 0-16,0 0 0 0,-1-5-416 0,1 5-80 16,-1-7 0-16,1 7-16 0,0 0-368 0,0 0-64 15,0-5 0-15,0 5-16 0,2-7-256 0,-2 7-48 16,4-6-16-16,1 1 0 0,1 1-240 0,0 0 0 16,2 1 128-16,1-1-128 0,0 3 0 0,0 1 0 15,-1 0 0-15,1 0 0 0,-1 0 0 0,1 1 0 16,0 1 0-16,1 0 0 0,-3-1 0 0,-7-1 0 15,8 3 0-15,0 1 0 0,-8-4 0 0,0 0 0 16,5 6 0-16,-5-6 0 0,0 0 0 0,2 8 144 16,-4 0-144-16,0 0 128 0,-1-2 0 0,-2 2-128 15,-2 0 192-15,1 0-64 0,-1 0-128 0,-1-2 192 16,-1 1-192-16,-1-1 192 0,-1 0-192 0,1-1 160 16,0 0-160-16,-1 0 160 0,2 2-160 0,0-5 128 0,0 2-128 15,1 0 128-15,1-1-128 0,2-1 0 0,5-2 144 16,0 0-144-16,-5 4 0 0,5-4 128 0,0 0-128 0,0 0 0 15,0 0 0-15,0 0 0 0,0 0 0 0,0 0 0 16,0 0 0-16,3 8 0 0,-3-8 0 0,5 7 0 16,4-1 0-16,0-1 0 0,0-1 0 0,2 0 0 15,-1 0 0-15,1 0 0 0,-2 1 0 0,1-2 0 16,0 1 0-16,1 2 0 0,-1-2 0 0,-1 0 0 16,1 0 0-16,-1 0 0 0,-1 0 0 0,-2 0 0 15,1 2 0-15,-2-2 0 0,0 1 0 0,-1 2 0 0,-4-7 0 16,3 8 0-16,-2-2 0 0,-1 1 0 0,-1 1 0 15,-1-1 0-15,0 0 128 0,-2-1-128 0,0 1 0 0,-1 1 144 16,-3-2-144-16,0 1 0 0,-1-3 160 0,0 1-160 16,-2-1 128-16,0 1-16 0,-3 0-112 0,1-1 0 15,-2 0 0-15,-1-1 0 0,1-1 0 0,-2 0 0 16,2-1 0-16,1 0 0 0,0 0 0 0,1-1 0 16,2 0 0-16,-1-1 0 0,1 0-272 0,0 0-48 15,2-1-16-15,3 0 0 16,0-2-1392-16,6 4-256 0,0 0-64 0,6-7-13824 15,0 1-2768-15</inkml:trace>
  <inkml:trace contextRef="#ctx0" brushRef="#br0" timeOffset="106401.35">22331 6869 22111 0,'0'0'1968'0,"0"0"-1584"16,0 0-384-16,0 0 0 0,0 0 5312 0,0 0 960 15,0 0 208-15,8-4 48 0,-3-2-3648 0,5 3-736 16,1-1-144-16,2 1-16 0,2 0-1008 0,0 1-192 16,1 0-32-16,3 1-16 0,0 0-368 0,-1 1-80 15,2 0-16-15,-3 1 0 0,-2 0-80 0,1 2 0 16,-2-2-16-16,-2 2 0 0,-2 0-48 0,1 1 0 16,-3-1 0-16,-2 3 0 0,-6-6 32 0,5 4 0 0,-5-4 0 0,5 6 0 15,-5-6 48-15,0 9 16 0,-2-1 0 0,-2 1 0 16,-3 0-224-16,1 2 128 0,-2-1-128 0,-1 1 128 15,0-1-128-15,-2 0 0 0,0 2 0 16,-1-3 0-16,0 0 0 0,1 1 0 0,-1-1 0 0,3 0 0 16,0 0 0-16,-1-1 0 0,3 0 0 0,0-2 0 15,1 1 0-15,0-2 0 0,6-5 0 0,0 0 0 16,0 0 0-16,0 0 0 0,-1 8 0 16,1-8 0-16,0 0 0 0,0 0 0 0,0 0 0 0,7 5 0 15,0-1 0-15,2 0 0 0,2 0 0 0,1 0 0 16,-1-4 0-16,4 0 0 0,-4 0 0 0,2 0 0 15,2-2 0-15,-1 2 0 0,1 0 0 0,0 0 0 16,-2 0 0-16,2 0 0 0,0-2 0 0,-2 2 0 0,-1 0 0 16,0 0 0-16,-1 0 0 0,0 0 0 0,-1-2 0 0,-1 2 0 15,1-1 0-15,-3 1 0 16,1-1-432-16,0 1-80 16,0 0 0-16,0 0-16 0,2 0-3360 0,-2 0-656 0</inkml:trace>
  <inkml:trace contextRef="#ctx0" brushRef="#br0" timeOffset="111957.32">4386 10146 15663 0,'-7'1'1392'0,"-3"-1"-1120"15,-3 0-272-15,0 0 0 0,2 0 7168 0,1-1 1392 16,1 1 272-16,1-4 48 0,0 2-6176 0,2 2-1232 16,6 0-240-16,0 0-48 0,0 0 0 0,0 0 0 15,0 0 0-15,0 0 0 0,6-6-704 0,3 2-144 0,3 1-16 0,4-1-16 16,2 1-96-16,4-1-16 0,4 0 0 15,4 2 0-15,3-4-32 0,3 2-16 16,6-1 0-16,1 0 0 0,1 1-144 0,2-1 128 0,-1 0-128 0,4-1 128 16,3 3-128-16,1-3 0 15,1 1 0-15,1 0 128 0,2 0-128 0,-2 2 0 16,-3-1 0-16,0 3 0 0,-3 0 0 0,-4 1 0 0,-3 1 0 16,-3 0 0-16,-3 3 0 0,-1-3 0 0,-2 1 0 0,-7-1 0 31,-6 0-576-31,-4 2 0 0,-2 0 0 0,-4-1 0 15,-10-2-688-15,0 0-128 0,0 0-16 0,0 0-16 16,0 0-2496-16,0 0-496 0</inkml:trace>
  <inkml:trace contextRef="#ctx0" brushRef="#br0" timeOffset="112241.19">5581 9958 14735 0,'0'0'1312'0,"-10"0"-1056"0,-2 0-256 0,4-1 0 0,0 1 8192 0,2-3 1568 0,6 3 320 0,-5 0 64 0,-2 0-7344 0,7 0-1472 16,0 0-304-16,0 0-48 15,0 0-80-15,0 0 0 0,0 0-16 0,0 0 0 0,0 0-576 0,0 0-112 16,8 7-32-16,1-2 0 0,-1 0-160 0,5-1 0 16,3 2 0-16,2-3 0 0,1 1 0 0,4 2 0 15,0-5 0-15,1 1 0 0,-2 2 0 0,-1-1 0 16,-3 1-128-16,-3 0 128 0,0 0-144 0,-3 0 144 16,-3 0-192-16,-9-4 192 0,0 0 0 15,2 6 0-15,-2 2 0 0,-2 1 0 0,-5 1 0 0,1 1 0 16,-2 1 160-16,-3-1-32 0,0 1 0 0,-2 1 16 15,-2-2 0-15,0 2 0 0,-1-3-144 0,0 2 0 16,2-1 0-16,0 0 128 0,-1-2-128 16,2 0-192-16,0 0 32 0,3-1 16 15,1 0-2304-15,-3 4-464 0</inkml:trace>
  <inkml:trace contextRef="#ctx0" brushRef="#br0" timeOffset="114423.33">7040 9944 15663 0,'0'0'688'0,"0"0"144"0,0 0-656 16,-4-8-176-16,-1 0 0 0,5 8 0 0,-5-5 6336 0,-2 3 1216 15,-2-2 256-15,0 5 64 0,-3 3-4576 0,2 4-912 16,-2 2-176-16,0 3-32 0,-1 2-1104 0,2 0-224 16,-1 3-32-16,-3 5-16 0,1-4-400 0,2 2-80 15,5-1 0-15,0-1-16 0,-2-3-160 0,4-1-16 16,0-3-128-16,2-1 192 0,3-11-192 0,0 0 0 15,-4 10 0-15,4-10 0 0,0 0 0 0,0 0 128 16,0 0-128-16,0 0 0 0,0 0 0 0,0 0 0 16,0 0 0-16,7-8-160 0,-1-5 16 0,1 0 0 15,0-3 0-15,3-1 0 0,-1-2-64 0,2-1-16 16,2 2 0-16,-1 0 0 0,-1-2-32 0,-1-1 0 16,0 1 0-16,1-4 0 0,-3 5 256 0,-1-2 0 15,0 2-160-15,0 4 160 0,-2 3 0 0,-1 3 0 16,-4 9 0-16,0 0 0 0,2-9 208 0,-2 9 16 15,0 0 0-15,0 0 0 0,0 0 32 0,0 0 16 16,0 0 0-16,0 0 0 0,0 0-144 0,0 0-128 16,7 10 192-16,1-1-192 0,-2 3 128 0,2 0-128 0,0 0 0 0,1-1 0 15,0 2 128-15,1 0-128 0,2 0 0 0,0 0 0 16,0-1 0-16,1 0 0 0,2-2 0 16,-3-2 0-16,-3 0 0 0,2 0 0 0,0 0 0 0,0-1 0 15,-1 3 0-15,-2-3 0 0,0 1 0 0,0 0 0 16,-3 0 0-16,-1 0 0 0,-2 1 0 0,-3 0 0 15,0 0 0-15,-2-2 0 0,-2 0 128 0,-2 3-128 0,0-3 0 16,-5 5 0-16,-2-1 128 0,-2-2-128 0,-1-2 0 0,-1 0 160 16,-2 0-160-16,2 2 128 0,-3-3-128 0,0 2 160 15,-2-4-160-15,-1 1 160 0,3-4-160 0,-1 2 0 16,0 1 0-16,4-1 0 16,5-3-704-16,2 0-192 0,2 0-16 0,9 0-16 15,0 0-2416-15,0 0-496 0,16-11-80 0</inkml:trace>
  <inkml:trace contextRef="#ctx0" brushRef="#br0" timeOffset="114929.45">7702 9645 29487 0,'-2'-9'1296'0,"0"5"288"0,-1-3-1264 0,3 7-320 15,-3-7 0-15,3 7 0 0,0 0 3872 0,0 0 720 16,0 0 144-16,0 0 16 0,0 0-2256 0,0 0-448 0,-5 11-80 16,0 3-32-16,-1 8-1120 0,0 4-240 0,2 3-32 0,-1 3-16 15,-2 5-144-15,3 3-16 0,2 2-16 0,-1-2 0 16,2 3-96-16,3-3-32 0,2-4 0 0,3-3 0 16,1-1-224-16,3-3 0 0,4-3 128 0,-6-10-128 15,0 1 0-15,0-3 0 0,3-2 0 0,1-2 0 0,1-2 0 16,-1-2 0-16,1 0 0 0,1-6 0 15,-1 0-192-15,1 0 192 0,-1-6-192 0,0 3 192 16,1-5-176-16,-1-3 176 0,0 0-160 0,1-4 160 0,-1-2-144 16,-1 2 144-16,0-8-128 0,1 3 128 0,2-5 0 15,-2-1-128-15,-1-3 128 0,2 0 0 0,-1-3 0 16,0-2 0-16,1 0 0 0,-2 0-128 0,-3 2 128 16,1-1 0-16,-2 2 0 0,-3 2 0 0,-1 5 0 15,-1 2 0-15,-1 4 0 0,-2 5 0 0,-1 3 256 0,-1 3-32 16,1 7 0-16,0 0 0 0,0 0 48 0,0 0 16 15,0 0 0-15,-3 12 0 0,-1 3-288 0,2 2 0 16,-1 4 0-16,1 3 0 0,0 2 0 0,1 3 0 16,1 0 0-16,1 3 0 0,2-1 0 0,0-1 0 0,0 0 0 15,1 0 0-15,2-3 0 0,-1-1-144 16,0-1 144-16,-1-1-128 16,-1-3-416-16,0-2-80 0,1-6-16 0,-1 0 0 15,-2-1-944-15,1-3-192 0,-1-1-32 0,-1-8-16 16,0 0-2528-16,0 0-512 0</inkml:trace>
  <inkml:trace contextRef="#ctx0" brushRef="#br0" timeOffset="115175.08">7459 9559 22111 0,'0'0'1968'0,"0"0"-1584"0,0 0-384 0,0 0 0 15,0 0 6480-15,0 0 1216 0,0 0 240 0,14-3 64 16,0-3-6176-16,2 2-1232 0,0 2-240 0,4-2-48 0,5 0 144 16,1 0 48-16,0-2 0 0,-6 3 0 0,-1-2-368 0,5 3-128 15,-1-1 0-15,3-1 144 16,1 0-464-16,-1-2-80 0,1 4-32 0,-1-2 0 16,0 0-1808-16,0 1-352 0,-1-2-80 0,0 4-17904 0</inkml:trace>
  <inkml:trace contextRef="#ctx0" brushRef="#br0" timeOffset="115353.96">7968 9494 30399 0,'0'0'2704'0,"0"0"-2160"16,0 0-544-16,0 0 0 0,0 0 4128 0,0 0 720 16,0 0 144-16,0 0 16 0,0 0-2896 0,8-1-592 0,1 1-112 0,3-4-32 15,1 1-688-15,3 1-144 16,2-1-32-16,0 2 0 0,2-4-288 0,1 1-64 15,2 0-16-15,2 0 0 0,1 0-144 0,0 0 0 0,-1 0-160 0,-2 0 160 32,3 0-2752-32,0 2-448 0,0-1-80 0</inkml:trace>
  <inkml:trace contextRef="#ctx0" brushRef="#br0" timeOffset="115606.45">8606 9924 14735 0,'-11'2'1312'0,"11"-2"-1056"0,-5 0-256 0,5 0 0 0,0 0 8816 16,0 0 1696-16,0 0 352 0,0 0 64 0,0 0-8400 0,8-5-1680 16,1-1-336-16,0 2-64 0,3 1-96 0,2-4-32 15,2 2 0-15,0 0 0 0,1 1-320 0,1 1 0 16,0-2 0-16,2 1 128 15,-5-3-640-15,2 4-128 0,0-4-32 0,-1 3 0 16,-1 0-1120-16,-1 2-208 0,-4 0-48 0,-2 4-12864 16,-2 0-2560-16</inkml:trace>
  <inkml:trace contextRef="#ctx0" brushRef="#br0" timeOffset="115753.82">8590 10041 36863 0,'-9'0'3264'0,"1"2"-2608"0,2-1-528 0,1 2-128 16,5-3 2976-16,0 0 560 15,0 0 112-15,0 0 32 0,0 0-1968 0,0 0-400 0,6 7-80 0,3-2-16 16,0-3-896-16,6 0-192 16,2-2-128-16,3-2 144 15,5 0-1296-15,4-2-256 0,1-3-48 0,6 0-21408 0</inkml:trace>
  <inkml:trace contextRef="#ctx0" brushRef="#br0" timeOffset="116527.99">9487 10299 9215 0,'0'0'816'0,"0"0"-656"15,0 0-160-15,-5 4 0 0,5-4 9056 0,-7 2 1776 16,7-2 368-16,0 0 64 0,-7 1-7504 0,-1 1-1504 15,0-2-288-15,-1-3-64 0,9 3-1008 0,-9 0-192 16,1-5-32-16,0 4-16 0,-1-5-528 0,1 3-80 16,3-1-48-16,0-2 0 0,1 1 0 0,0-1 0 0,1-1 0 15,2-2 0-15,0-3 0 0,-2-1 0 16,0-1 0-16,1-3 0 0,-1-1 0 0,1-2 0 16,-1-3 0-16,0-2 0 0,-1-2 0 0,1-1 0 15,-1-1 0-15,0-1 0 0,0-1 0 0,0 0 0 0,3 1 0 0,-2 3 0 16,-1 4 0-16,0 4 0 0,0 1 0 0,0 2 0 15,0 3 0-15,3 4 0 0,-1 2 0 0,2 7 0 16,0 0 0-16,0 0 0 0,0 0 0 0,0 0 0 16,0 0 0-16,5 11 0 0,-1 0 0 0,5 4 0 15,3 0 0-15,2 2 0 0,3 0 0 0,1 2 0 16,3-6 0-16,0 1 0 0,4 2 0 0,-2-6 0 0,-1-2 0 16,0-2 0-16,-1 0 0 0,1-3 0 15,-2 0 0-15,-1-3 0 0,1-3 0 0,-2 0 0 0,-2-4 0 0,2-1 0 16,-3-1 0-16,-2-1 0 0,-2-2 0 15,1-1 0-15,0 0 0 0,0-1 0 0,-3-5 0 0,2 1 0 16,0-4 0-16,-2-2 0 0,3 0 0 0,-3-2 0 16,0-3 0-16,-1 1 0 0,0-2 0 0,-2 3 0 15,-1 2 0-15,0 4 0 0,-1 3 0 0,-1 4 0 16,-2 3 0-16,1 2 0 0,-2 5 0 0,0 4 0 16,0 0 0-16,0 0 0 0,0 0 0 0,0 7 0 15,0 6 0-15,0 5 0 0,-2 3 0 0,2 6 0 16,0 5 0-16,2-1 0 0,-1-2 0 0,0 2 0 15,-1-4 0-15,2 5 0 0,0 0 0 0,1 1 0 16,1-2 0-16,0 0 0 0,-1 2 0 0,1-2 0 16,0-2 0-16,0-2 0 0,-1-1 0 0,1-1 0 15,-2-1 0-15,1-3 0 16,0-2-816-16,-1-3-144 0,1 1-48 0,-2-4 0 16,0-3-1312-16,1-1-272 0,-2-9-48 0,0 0-19312 0</inkml:trace>
  <inkml:trace contextRef="#ctx0" brushRef="#br0" timeOffset="117077.67">10286 9908 30399 0,'0'0'2704'0,"0"0"-2160"0,0 0-544 0,0 0 0 0,0 0 3760 0,0 0 640 16,0 0 128-16,-1 7 16 0,-2 5-1872 0,0 1-384 15,-1 1-80-15,-2 2-16 0,-1 1-1200 0,0-3-240 16,1 2-48-16,0 0-16 0,1-1-272 0,0 1-48 15,1 0-16-15,0-5 0 0,1 1-352 0,1-1 0 16,-1-2 0-16,2-3 0 0,1-6 0 0,0 0 0 16,0 0 0-16,0 0 0 0,0 0 0 0,0 0 0 15,0 0 0-15,0 0 0 0,0 0 0 0,3-6-128 16,0-5 0-16,3 2 0 0,-1-5-80 0,1 1-16 16,1-2 0-16,-1 1 0 0,0-2 96 0,0-2 128 15,1-1-208-15,-1-1 80 0,2 3 128 0,-1-1 0 16,-1 5 0-16,1 1-128 0,-4-1 128 0,3 4 0 15,-2 1 0-15,-4 8 0 0,0 0 0 0,0 0 256 16,0 0-64-16,0 0-16 0,0 0 16 0,0 0 0 16,0 0 0-16,9 4 0 0,-9-4-192 0,9 8 0 15,-1 1 0-15,1 1 0 0,1-1 0 0,1 2 0 0,-1-2 0 0,2 4 0 16,-2-1 0-16,-1 1 0 16,3 1 0-16,1-1 0 0,0 2 0 0,-1-2 0 15,1-3 0-15,-1 2 0 0,-2-1 0 0,1 1 0 0,-2-1 0 0,-3-1 0 16,-1-1 0-16,-1 0 0 0,-1 0 0 0,-3 1 0 15,0-10 0-15,-1 6 0 0,-2 1 0 16,0-1 0-16,0-1 0 0,-4-1 0 0,-1 0 0 0,-1-1 0 16,0-1 0-16,-2 1 0 0,-2 0 0 0,2-3 0 15,-2 1 0-15,-2-1 0 0,0 1 0 16,-2-1 0-16,-1 0-224 0,1 2 80 0,-2 0 16 0,1-2 0 0,1 1-96 16,-1-1-16-16,1 0 0 0,1 0 0 15,2 0-752-15,1 0-160 16,2 0-16-16,4-1-16 0,7 1-976 0,0 0-192 0,0 0-32 0,6-4-11648 15,7 2-2336-15</inkml:trace>
  <inkml:trace contextRef="#ctx0" brushRef="#br0" timeOffset="117540.24">10790 9977 11055 0,'-16'-6'976'0,"9"4"-784"16,0-1-192-16,-3 2 0 0,4 0 6720 0,1 1 1312 16,-2 0 256-16,1 0 48 0,-1 0-4736 0,-1 1-944 15,2 3-192-15,1 1-32 0,-2 3-880 0,2 4-160 16,-3-1-48-16,3 2 0 0,-2 2-624 0,1 2-128 16,2 0-16-16,1 1-16 0,1 0-256 0,2 0-48 15,2 1-16-15,2 0 0 0,-1-3-240 0,2-1 0 16,2 0 0-16,2-3 0 0,0-2 0 0,3-2 0 0,-2-2 0 15,2-2 0-15,1-1 0 0,0-2 0 0,0-2 0 0,0-2 0 16,0-1 0-16,0-1-160 0,0-1 32 0,-3-2 0 16,2-1 0-16,-1-2 0 0,-1-1 0 0,0-1 0 15,1-2 128-15,-2-1-192 0,1-1 192 16,1-1-192-16,-2 0 192 0,-1-1 0 0,-2 0 0 0,-1 1 0 16,1-1 0-16,-1 2 0 0,0 3 0 0,-1-2 0 15,-1 6 0-15,-1 2 0 0,-2 8 128 0,0 0-128 16,0 0 320-16,0 0-16 0,0 0 0 0,0 0 0 15,0 0-32-15,0 0 0 0,0 11 0 0,0-2 0 16,0 5-144-16,2-1-128 0,-2-1 144 0,2 2-144 0,1 1 128 16,1 0-128-16,0-1 0 0,1 1 128 15,0-1-128-15,0 1 0 0,0-2 0 0,3 0 0 0,0 0-336 16,0-4 32-16,1-1 16 0,1-1 0 16,1 0-1344-16,1-2-272 0,1-4-48 0</inkml:trace>
  <inkml:trace contextRef="#ctx0" brushRef="#br0" timeOffset="118074.85">11633 9878 47391 0,'0'0'2112'0,"-4"-3"416"0,4 3-2016 0,0 0-512 16,0 0 0-16,0 0 0 0,0 0 1216 0,0 0 160 15,0 0 32-15,0 0 0 0,9-4-432 0,0 0-80 16,4-1 0-16,3 0-16 0,1 2-608 0,1 0-112 16,2 1-32-16,-2-1 0 0,0 2-128 0,1 0 0 15,0-2 0-15,-1 3 0 16,1 0-976-16,-2 0-128 0,-2 0-32 0,0 0 0 15,-2 0-2544-15,-2 1-512 0</inkml:trace>
  <inkml:trace contextRef="#ctx0" brushRef="#br0" timeOffset="118242.13">11692 9961 29487 0,'0'0'1296'0,"0"0"288"0,-7-1-1264 0,2-1-320 0,5 2 0 0,0 0 0 15,0 0 3968-15,0 0 720 0,0 0 160 0,7-5 16 16,3 0-3744-16,3 1-752 0,3 0-160 0,3 0-16 15,2 0-448-15,3 0-64 0,0 2-32 0,2-2 0 16,-1 0-1568-16,1 0-304 0,2-1-64 0,0 1-10080 16,2 1-2032-16</inkml:trace>
  <inkml:trace contextRef="#ctx0" brushRef="#br0" timeOffset="119533.88">12334 9893 37775 0,'0'0'1664'0,"0"0"368"0,0 0-1632 0,0 0-400 0,0 0 0 0,0 0 0 16,7-5 1808-16,0 1 288 0,-1 0 48 0,2 2 16 0,1-4-576 0,1 5-112 15,2-3-32-15,1 2 0 0,0-1-832 0,0 0-160 16,2-1-48-16,-1 2 0 0,2 0-272 0,-2 2-128 16,-1 0 0-16,0 2 128 0,-1-1-128 0,-2 2 0 15,-2-1 0-15,-8-2 0 0,0 0 0 0,0 9 0 16,-4 1 0-16,-4 0 128 0,-1 2 224 0,-4 2 32 16,-4 0 16-16,-2 2 0 0,-2 0 272 0,-3-1 48 15,-2 1 16-15,0 0 0 0,0-3-160 0,1 0-48 16,0 0 0-16,3 0 0 0,3-2-304 0,4 0-64 15,4-2-16-15,3-1 0 0,4-3-96 0,4-5-48 16,0 0 0-16,4 7 0 0,-4-7 0 0,10 6 0 16,2-3 0-16,2-2 0 0,3-1-144 0,2 0-32 15,1-1 0-15,4-2 0 16,-1-3-784-16,3-1-144 0,1-1-48 0,3 0 0 16,2 1-1200-16,-1-5-240 0,2-1-48 0,0 1-18800 0</inkml:trace>
  <inkml:trace contextRef="#ctx0" brushRef="#br0" timeOffset="119971.13">13140 9459 43999 0,'0'0'1952'0,"-1"-6"400"0,1-2-1888 0,-1 0-464 0,-1 0 0 0,1 0 0 15,-3 3 1264-15,1 2 144 0,-2 0 48 16,0 0 0-16,-2 3 176 0,1 0 32 0,-2 1 16 0,-1 4 0 0,-3 3-912 0,-1 4-192 15,-1 2-48-15,-3 6 0 16,-3 3-176-16,-2 3-32 0,-3 6-16 0,1 3 0 0,-1 1-96 0,1 2-16 16,0-1 0-16,4-2 0 0,3-2-128 0,4-1-64 15,3-1 0-15,5-3 0 0,3-1 0 0,6-2 0 16,5-2 0-16,4 1 0 0,3-5 0 0,5-3 0 16,2-3 0-16,3-5 0 0,2-2 0 0,3 0 0 15,0-6 0-15,3-2 0 0,-1-2 0 0,1-1 0 16,0-1 0-16,-2-2-160 0,-1 0-64 15,1-5-16-15,-6-1 0 0,0-1 0 0,-1 0 240 0,-4-1-176 16,-3-4 176-16,-3 1-160 0,0-1 160 0,-4 0 0 16,-3-4 0-16,-2 1 0 0,-3-2 0 0,-1-1 0 15,-4-2 0-15,-1 1 128 0,-5-3-128 0,0 1 176 16,-1 3-176-16,-2 1 192 0,-3-2-192 0,-2 5 160 16,-1-3-160-16,-1 4 160 0,-1 2-160 0,-2-1 0 15,0 3 0-15,-1 3 0 0,0 1-128 0,-1 2-64 16,1 2-16-16,1 3 0 15,2 2-1120-15,-1 4-208 0,2 1-64 0,1 6 0 16,0 2-2656-16,1 4-544 0</inkml:trace>
  <inkml:trace contextRef="#ctx0" brushRef="#br0" timeOffset="120163.57">13101 9793 23039 0,'0'0'2048'0,"0"0"-1648"0,0 0-400 0,0 0 0 15,0 0 4816-15,0 0 880 0,5 6 192 0,-1 3 16 16,1 4-2928-16,-1 1-592 0,-1-1-112 0,0 0-32 0,-1 1-1008 0,2 2-208 16,1 2-32-16,0 0-16 0,1-1-720 0,0 0-128 15,2 1-128-15,0-2 144 16,1-2-656-16,1 1-128 0,2-2-16 0,1-3-16 16,0-1-1792-16,3-1-352 0,1-3-80 0</inkml:trace>
  <inkml:trace contextRef="#ctx0" brushRef="#br0" timeOffset="120583.23">13531 9892 17503 0,'0'0'1552'0,"-1"-4"-1232"15,0 0-320-15,1 4 0 0,0 0 6848 0,0 0 1328 16,0 0 256-16,4-4 48 0,-1 2-5856 0,-3 2-1152 16,6-7-256-16,2 4-32 0,1 2-144 0,0 1-16 15,3-1-16-15,1 1 0 0,-2 0-608 0,4 0-112 16,-1 0-32-16,-1 0 0 0,-3 2-80 0,2 1-32 15,-12-3 0-15,11 0 0 0,-11 0-144 0,0 0 192 16,9 7-192-16,-9-7 192 0,0 0-192 0,0 0 192 0,6 6-192 16,-2 2 192-16,-4-8-32 0,0 8 0 0,0-8 0 0,-2 8 0 15,-1 1-160-15,0 0 128 0,-2-1-128 0,3-1 128 16,-1 0-128-16,3-7 0 16,-3 6 0-16,3-6 128 0,0 0-80 0,2 10-48 0,0-5 0 0,-2-5 0 15,0 0 0-15,7 8 0 0,1-1 0 0,1 0 0 16,1-1 0-16,1 1-128 0,-2 0 128 0,1-2 0 15,1 0 0-15,-1 0 0 0,-1 2 0 0,-1-1 0 16,0 1 0-16,-2-1 0 0,-1 1 0 0,-1 1 0 0,-2-2 0 16,-2 1 0-16,-2-1 0 0,0 2 0 15,-2 1 0-15,-1-1 0 0,-4 1 0 0,-2 0 128 16,-2 2-128-16,0-4 0 0,-1 1 0 0,-1 1 0 0,1-1 0 16,-2 0 0-16,-2-1 0 0,1-2 0 0,-1 0 0 0,1-2 0 15,0-2 0-15,4 1 0 16,1-2-224-16,2-1-32 0,3-3-16 0,2 2 0 15,1-5-1376-15,4 1-272 0,3-7-48 0,2 2-14032 16,3-4-2800-16</inkml:trace>
  <inkml:trace contextRef="#ctx0" brushRef="#br0" timeOffset="120748.21">14078 9762 50335 0,'0'0'2240'0,"0"0"448"0,0 0-2160 0,0 0-528 16,0 0 0-16,0 0 0 0,7-4 912 0,2 2 80 15,-2-2 16-15,2 3 0 0,0 0-128 0,4 1-32 0,2 0 0 0,-1-2 0 16,2 2-656-16,2 0-192 0,0-2 0 0,4 1 0 31,3 1-1584-31,5-3-384 0</inkml:trace>
  <inkml:trace contextRef="#ctx0" brushRef="#br0" timeOffset="121453.69">14593 9947 28559 0,'0'0'2544'0,"0"0"-2032"0,0 0-512 0,0 0 0 0,0 0 4528 16,0 0 800-16,0 0 176 0,0 0 16 0,0 0-3088 0,0 0-608 16,0 0-128-16,6-3-32 0,2-1-960 0,2 2-192 15,1-1-32-15,2 2-16 0,2 1-272 0,1 1-64 16,0 0-128-16,-2 1 192 0,-2-1-192 0,-1 1 128 16,-1 1-128-16,-1 1 0 0,-9-4 128 0,6 6-128 15,-6-6 0-15,3 10 144 0,-3-3 96 0,-1 3 16 16,-3 0 0-16,-4 2 0 0,-4-1 0 0,-1 5 0 15,0-3 0-15,-1-1 0 0,-2 0-256 0,2 1 144 16,1-3-144-16,2 0 128 0,3 0-80 16,1 0-48-16,0-2 0 0,3-2 0 0,4-6 0 0,-1 7 0 15,1-7 0-15,1 6 0 0,-1-6 0 0,5 7 0 16,-5-7 0-16,11 5 0 0,-1-2 0 0,3-1 0 16,0-2 0-16,3-1 0 0,1-2-320 0,2 2-48 15,-2-4-16-15,4 0 0 16,1-2-1024-16,3-1-192 0,1-1-64 0,2 0-14400 15,0-4-2880-15</inkml:trace>
  <inkml:trace contextRef="#ctx0" brushRef="#br0" timeOffset="122014.03">15184 9428 46943 0,'0'0'2080'0,"-5"0"416"0,-4-3-1984 0,3 2-512 0,0 1 0 0,1 1 0 15,5-1 1088-15,-5 7 128 0,1 1 32 0,0 2 0 16,-1 4 96-16,2 6 32 0,1 3 0 0,-1 6 0 16,0 1-736-16,2 3-160 0,0 2-32 0,3 0 0 0,1-2-208 0,1-1-48 15,1-1-16-15,2-1 0 0,0-2-176 0,1-1 128 16,1-2-128-16,1-3 128 0,-1-4-128 0,1-2 0 16,-2-3 0-16,2-4 0 0,1 2 0 0,-2-7 0 15,-1-1 0-15,0-1 0 0,-8-2 0 0,7-2 0 16,0-1 0-16,-2-1 0 0,0-3 0 0,-1 1 0 15,0-5 0-15,-1 1 128 0,-2-3-80 0,2-2-48 16,-1 0 0-16,1-1 0 0,1-4 0 0,0 4 0 16,0-3 0-16,1 1 0 0,0-5 0 0,2-2 0 15,-1-3 0-15,1 2 0 0,-1 2 0 0,1 0 0 16,-1 2 0-16,-1 5 0 0,1 1 0 0,-1 5 0 16,-3 1 0-16,2 4 0 0,-4 6 0 0,0 0 0 15,0 0 0-15,0 0 0 0,7 9 0 0,-1 4 0 16,0 3 0-16,-1 5 0 0,1 2 0 0,2 1 0 0,0-1 0 0,0 0 0 15,1 1 0-15,3-1 0 16,1 1 0-16,0-2 0 0,0-2 0 0,0-2 0 16,0-1 0-16,1-2 0 0,1-2 0 0,-1 1 0 15,-1-7 0-15,0 0 0 0,0-3 0 0,0-3 0 16,-1-2 0-16,-2-1 0 0,2 1 0 0,-2-1 0 16,-1-2 0-16,1-3 0 0,-4-2 0 0,2-1 0 15,-2-1 0-15,2 2 0 0,0-5 0 0,-1-1 0 0,-2 1 0 16,0-4 0-16,0 0 0 0,0-6 0 0,1-1 0 0,-1 0 0 15,-1-1 0-15,0-1 0 0,1-2 0 0,-2-1 0 16,-2 0 0-16,0 2 0 0,-1 0 0 0,-1 2 0 16,-2 1-176-16,-3 3-16 0,-1 3-16 0,1 4 0 15,-1 2-832 1,1 2-176-16,-2 3-16 0,0 4-16 0,-1 4-2688 0,-2 3-544 0</inkml:trace>
  <inkml:trace contextRef="#ctx0" brushRef="#br0" timeOffset="122337.43">14886 9196 32255 0,'-14'2'2864'0,"6"-2"-2288"16,-3-2-576-16,3 0 0 0,8 2 5024 0,0 0 896 16,0 0 176-16,0 0 48 0,0 0-4592 0,12 2-912 15,4 0-176-15,3-2-32 0,5 0-48 0,2 2 0 16,3-1 0-16,2-1 0 0,3-1-208 0,2 2-48 16,2-1-128-16,2-1 192 0,1-1-192 0,1 0 0 15,1 0 128-15,0 1-128 0,-2 0 0 0,2-1 0 0,0 0 0 0,-1-1 0 31,-3 1-1088-31,-1-2-192 0,-1 0-64 0,-4-1 0 16,-3 3-2240-16,-2 2-448 0,-3 0-80 0</inkml:trace>
  <inkml:trace contextRef="#ctx0" brushRef="#br0" timeOffset="122618.78">15675 9239 26719 0,'-7'0'2368'0,"-1"-2"-1888"15,0 0-480-15,1 1 0 0,0 1 5584 0,2 0 1024 16,5 0 208-16,0 0 32 0,0 0-4224 0,0 0-832 16,0 0-192-16,0 0-16 0,0 0-1072 0,10 0-192 15,1 0-64-15,2 0 0 0,2-3-256 0,2 2 128 16,4 1-128-16,3 0 0 0,-1-3 128 0,2 3-128 15,0-1 0-15,2 1 0 0,-1-2 0 0,0 0 0 16,-1 2 0-16,-2 0 0 16,1 1-896-16,-2 0-256 0,0 2-32 0,0 0-16 15,-1-1-2528-15,0 3-512 0</inkml:trace>
  <inkml:trace contextRef="#ctx0" brushRef="#br0" timeOffset="123100.92">15952 9812 13823 0,'0'0'608'0,"0"0"128"0,0 0-592 0,0 0-144 0,0 0 0 0,0 0 0 16,0 0 8560-16,9-1 1680 0,1 0 320 0,0-1 80 16,0 0-7568-16,2 1-1504 0,2-2-304 0,1 2-64 15,-1-1-688-15,2 1-144 0,-2 1-32 0,2-3 0 0,-1 2-176 0,0-1-32 16,-5-2-128-16,1 1 192 0,-2 3-192 0,-1 0 128 15,-8 0-128-15,0 0 0 0,0 0 0 0,0 0 0 16,0 0 0-16,0 0 0 0,0 0 256 0,0 0-64 16,-8 1 0-16,-1 1 0 0,0 2-192 0,-2-3 0 15,-1 1 0-15,-1 2 128 0,-1 2-128 0,0-4 0 16,-1 2 0-16,2 1 0 0,0 2 0 0,1-1 0 16,2 0 0-16,0 0 0 0,0-1 0 0,4 0 0 15,1 1 0-15,5-6 0 0,-4 8 0 0,4-8 0 16,0 6 0-16,0-6 0 0,2 8 0 0,4-2 0 15,-1 0 0-15,0 0 0 0,0 2 0 0,3 1 0 16,1-1 0-16,0 1 0 0,2-1 0 0,-1 0 0 0,1-1 0 16,0 3 0-16,2-3 0 0,0 3 0 15,-1-1 0-15,1 1 0 0,-2-5 0 0,-1 3 0 0,-1 0 0 0,-2 1 0 16,-2-1 0-16,-1 1 0 16,-2 0 0-16,-2 2 0 0,-1-4 0 0,-3 3 0 0,-1-1 0 15,-3-2 0-15,-1 3 0 0,-1-4 0 16,-1 1 0-16,0-1 0 0,-8 2 0 0,2-3 0 0,0-1 0 0,2 0 0 15,0 0-256-15,1-1-32 0,0-1-16 0,1-2-16976 16,1 3-3408-16</inkml:trace>
  <inkml:trace contextRef="#ctx0" brushRef="#br0" timeOffset="124015.29">17223 9645 33167 0,'0'0'1472'0,"0"0"304"0,-7 0-1424 0,0 0-352 0,2-3 0 0,5 3 0 15,0 0 4448-15,0 0 816 0,0 0 176 0,0 0 16 16,6-3-3472-16,2-2-688 0,3 1-144 0,2 0-16 16,2-1-560-16,4 0-128 0,3-1 0 0,2 0-16 15,5-1-256-15,2 1-48 0,3-1-128 0,4 1 192 0,3-2-192 0,2 1 0 16,2 1 128-16,1-1-64 0,1 1-64 0,0 1 0 15,1 1 0-15,2 0 0 0,-1-3 0 16,2 3 0-16,-2 2 0 0,1 0 0 16,-2-1-480-16,-2 1-96 0,-3 1 0 0,-4 0-16 15,-3-1-1488-15,-4 2-288 0,-5 0-64 16,-3-1-20400-16</inkml:trace>
  <inkml:trace contextRef="#ctx0" brushRef="#br0" timeOffset="124298.52">18140 9421 22111 0,'-9'-1'1968'0,"-3"-2"-1584"0,-2-1-384 0,1 1 0 0,2-3 7360 0,2 2 1376 16,3-1 288-16,0 1 48 0,6 4-6880 0,0 0-1360 16,0 0-288-16,0 0-48 0,0 0 16 0,11-2 16 15,1 0 0-15,3 2 0 0,3 0-528 0,3 0 0 0,1 3 0 0,3 0 0 16,-1-2 0-16,0 1 0 16,3 2 0-16,-1-2 0 0,0 3 0 0,-2-2 0 15,-1 0 0-15,-2 1 0 0,-3 0 0 0,-3 1 0 16,-3-1 0-16,-3 3 0 0,-2-3 0 0,-2 1 0 15,-1 2 0-15,-3-1 0 0,-3 3 192 0,-2-1-64 0,-3 2 0 0,-1-2-128 16,-2 3 128-16,-1 0-128 0,-3 2 0 0,-1-2 144 16,-2 2-144-16,0 0 0 0,-3-4 0 15,-1 4 0-15,2 1 0 0,-2-2 0 0,0-1 0 0,1 0 0 16,2 1 0-16,2-1-240 0,3-1 80 0,2-4 16 16,2 1-1744-1,3 0-352-15,4-2-64 0,2-5-21360 0</inkml:trace>
  <inkml:trace contextRef="#ctx0" brushRef="#br0" timeOffset="124784.09">19302 9589 21183 0,'-14'0'1888'0,"8"0"-1504"16,-2-1-384-16,0-1 0 0,1-2 7024 0,4 0 1328 15,3 4 272-15,0 0 48 0,0 0-6080 0,0 0-1216 16,5-6-240-16,0 1-48 0,3 0-400 0,1 2-80 15,2-2-16-15,0 4 0 0,1-3-464 0,1 1-128 16,0 2 0-16,2 0 0 0,-4 1 0 0,0 1 128 16,-2 2-128-16,0-1 0 0,-2 1 144 0,-2 3-144 0,-5-6 192 0,2 8-48 15,-2 1-144-15,-1 3 0 0,-5 2 0 0,-2 1 0 16,-3 2 0-16,-2 1 0 0,-1 2 0 0,-4-1 0 16,-1-1 0-16,1-1 0 0,-1 0 0 15,3-1 0-15,2-2 0 0,1-1 0 0,1-1 0 0,1-3 0 0,5 2 0 0,2-1 0 16,1-3 0-16,3-7 0 0,3 7 0 0,1 1 0 15,2-3 0-15,4 1 0 0,1-1 0 0,4 0 0 16,-1-4 0-16,2 1 0 0,2-2 0 0,0 0 0 16,0-2 0-16,3 1 0 0,0-5 0 0,0-1 0 15,1-1 0-15,3 3 0 16,-2-3-816-16,5 0-96 0,2-2-32 0,1-2 0 16,2-1-3024-1,0 0-592-15</inkml:trace>
  <inkml:trace contextRef="#ctx0" brushRef="#br0" timeOffset="125201.27">20243 9184 29487 0,'5'-16'1296'0,"-5"16"288"16,1-9-1264-16,1 0-320 0,-1-1 0 0,0 2 0 0,-1 8 4928 0,0 0 912 16,-2-7 192-16,2 7 48 0,0 0-3520 0,0 0-688 15,-9-2-144-15,-2 4-16 0,-1 5-1056 0,-3 2-208 16,-2 4-32-16,-3 4-16 0,1 2-400 0,-4 5 0 15,0 3 128-15,-2-1-80 0,0 4-48 0,1 2 0 16,0 0 0-16,5 1 0 0,3-2 0 0,4 0 0 0,2-1 0 16,5 0 0-16,5 2 0 0,5-1 0 15,4-1 0-15,3-5 0 0,2-3 0 0,4-3 0 0,4 0 0 0,2-5 0 16,3-2 0-16,2 0 0 0,5-5 0 16,0-1 0-16,1-3 0 0,-1-1 0 0,2-2 0 0,0-2 0 15,-2-1 0-15,-1-3 0 0,-1-1 0 0,-4-4 0 16,-2-2 0-16,-1-3 0 0,-1-3 0 15,-3-3 0-15,-2-2 0 0,-2-1 0 0,-3-5 0 0,1-2 0 16,-2-2-144-16,-3-1 144 0,-1-2-208 0,-5 3 80 0,-4-2 128 16,-1 1 0-16,-3 1 0 0,-4-1 0 0,-2-2 0 0,-5 2 0 15,-2 1 0-15,-2 1 0 0,-3 2 0 16,-2 1 0-16,-3 4 0 0,0 3 0 0,-2 0 0 0,-1 5-208 16,1 4 16-16,1 2 16 15,0 4-832-15,1 2-160 0,1 2-48 0,0 5 0 16,2 3-1088-16,1 5-208 0,-1 3-48 0,2 4-18704 15</inkml:trace>
  <inkml:trace contextRef="#ctx0" brushRef="#br0" timeOffset="125458.82">20269 9415 35007 0,'0'0'3120'0,"0"0"-2496"15,0 0-496-15,0 0-128 0,4 8 4144 0,-2-1 800 16,1 1 176-16,0 4 16 0,1 1-3104 0,-1 1-624 16,1 3-128-16,3 3-32 0,1 2-800 0,1-1-144 15,-1 1-48-15,1 1 0 0,0 1-256 0,3-2 0 0,-2-1 0 0,0-1 0 16,2-2 0-16,-1 0 0 0,-1-1 0 0,1-1 80 31,-1-5-608-31,0 1-112 0,1-1 0 0,-1-2-16 0,1-2-1040 16,-1 1-208-16,1-1-32 0,-1-1-16 15,-1 0-2848-15,0-4-576 0</inkml:trace>
  <inkml:trace contextRef="#ctx0" brushRef="#br0" timeOffset="126022.57">20797 9599 23951 0,'0'0'1056'0,"0"0"224"0,0 0-1024 0,0 0-256 0,0 0 0 0,0 0 0 0,0 0 6784 0,8-3 1312 16,1 3 256-16,0-3 48 0,0 1-5792 0,2 2-1168 15,-1-2-224-15,3 2-64 0,0 2-784 0,3-1-176 16,-1 3-16-16,0-3-16 0,-4 2-112 0,2-1-48 16,0 1 0-16,1 1 0 0,-3-1 0 0,1-1 0 15,-2 1 0-15,-2 1 0 0,-8-4 0 0,5 4 0 16,-5-4 0-16,0 0 0 0,0 0 0 0,0 7 0 16,0 1 0-16,-1 0 0 0,-3 0 0 0,0 1 0 15,0-1 0-15,-1 1 0 0,0-2 0 0,-3 0 0 16,-1 2 0-16,-1 2 0 0,-1-1 0 0,1 1 0 15,-1-2 0-15,1 0 0 0,1 1 0 0,0 0 0 0,1-4 0 0,0 2 0 16,0 1 0-16,2-5 0 0,-1 1 0 0,1 0 0 16,-1 1 0-16,-1-3 0 0,0 1 0 0,2-1 0 15,1 1 0-15,5-4 0 0,-7 3 0 0,2 0 0 16,5-3 0-16,0 0 0 0,-4 3 0 0,4-3 0 16,0 0 0-16,0 0 0 0,0 0 0 0,0 0 0 15,0 0 0-15,0 0 0 0,0 0 0 0,0 0 0 0,0 0 0 0,8 0 0 16,1 0 0-16,1 0 0 15,1 0 0-15,1 0 0 0,1 0 0 0,0 0 0 16,-2 0 0-16,1 0 0 0,-1 0 0 0,-2 0 0 0,1 0 0 16,-1 1 0-16,-1 1 0 0,1 0 0 15,0 1 0-15,-1-1 0 0,0 1 0 0,-2 1 0 0,-6-4 0 0,6 7 0 16,0-4 0-16,-2 3 0 0,-4-6 0 16,3 6 0-16,-2 1 0 0,0 2 0 0,-1 0 0 15,-1 0 0-15,0 1 0 0,-2 1 0 0,1-2 0 0,-2-2 0 16,-2 0 0-16,1 1 0 0,-1-1 0 0,-1-1 0 15,-1 2 0-15,-1-1 0 0,-4 0 0 0,0 0 0 16,0-1 0-16,1 1 0 0,-2-2 0 0,1-1 0 16,-3 0 0-16,1 0 0 0,2-1 0 0,-2-1 0 15,0-2 0-15,3 1 0 16,-1-1-768-16,1 0-128 0,2 0-48 0</inkml:trace>
  <inkml:trace contextRef="#ctx0" brushRef="#br0" timeOffset="127947.98">21723 9183 26719 0,'0'0'2368'0,"0"0"-1888"0,0 0-480 0,-2-6 0 0,1-1 4928 0,2-1 896 16,-1 8 192-16,7-8 16 0,1 0-4832 0,1 2-976 16,0-1-224-16,3 2 0 0,2 0 704 0,4-1 128 15,2 1 32-15,1 1 0 0,1 0-640 0,3 2-224 16,1-3 144-16,-2-1-144 0,2 4 0 0,-1-1 0 16,0 2 0-16,-2 0 0 15,0-1-1376-15,-3 2-256 0,0 0-48 0,-3 2-12608 16,0-1-2528-16</inkml:trace>
  <inkml:trace contextRef="#ctx0" brushRef="#br0" timeOffset="128120.5">21729 9334 35935 0,'-5'0'3200'0,"1"-4"-2560"0,0 1-512 0,4 3-128 15,0 0 3104-15,0 0 608 0,0-6 112 0,0 6 16 16,0 0-2592-16,8-4-528 0,2-1-96 0,3 1-32 15,4 0-144-15,3 0-16 0,1 1-16 0,2 1 0 16,-1 0-416-16,3 1-192 0,1 0 0 0,3-3 16 16,1 4-1232-16,0 1-256 0,0-1-64 0,0 0 0 15,1 0-2752-15,-2 0-576 0</inkml:trace>
  <inkml:trace contextRef="#ctx0" brushRef="#br0" timeOffset="129946.6">22848 9728 22111 0,'0'0'976'0,"0"0"208"0,0 0-944 0,0 0-240 16,0 0 0-16,0 0 0 0,0 0 6464 0,0 0 1264 16,0 0 240-16,-3-8 48 0,0-3-5376 0,0 1-1072 15,-4 0-224-15,0-1-32 0,2-1-480 0,-1 1-112 16,-2-2-16-16,1 0 0 0,2-2-400 0,0 1-96 16,-2 1-16-16,1-2 0 0,1 0-192 0,1-2 0 15,-1 0 0-15,-1-3 0 0,1-2 0 0,1-1 0 16,2-3 0-16,-1-2 0 0,0 1 0 0,2-4 0 15,0 1 0-15,0-2 128 0,-3-4-128 0,2-1 0 0,1-2 0 0,0 1 0 16,-1 2 0-16,1 2 0 0,-2 3 0 0,2 5 0 16,-1 4 0-16,-1 5 0 0,0 4 0 0,1 5 0 15,-1 4 0-15,3 4 0 0,-5 1 0 0,1 7 0 0,0 4 0 16,2 5 0-16,-2 5 0 0,4 0 0 0,2 3 0 0,3-1 0 16,3 4 0-16,1-5 0 0,3-1 0 0,1-1 0 15,4-2 0-15,1-4 0 0,2-3 0 0,1-3 0 16,2-1 0-16,2-3 0 0,-2-2 0 0,1-1 0 15,-1-7 0-15,2 1 0 0,0-2 0 0,0-2 0 16,-3-3 0-16,-1-2 0 0,-2-1 0 16,0-3 0-16,-4-4 0 0,1-1 0 0,-3 0 0 0,0-3 0 15,-1 0 0-15,-2-1 0 0,0-4 0 16,1 0 0-16,-2 0 0 0,0 2 0 0,-1 0 0 0,1 4 0 16,-2 0 0-16,-1 4 0 0,-2 4 0 0,0 3 0 15,-1 2 0-15,-1 5 0 0,-2 6 0 0,0 0 0 16,0 0 0-16,0 0 0 0,0 0 0 0,4 11 0 15,-1 6 0-15,-1 7 0 0,1 4 0 0,0 4 0 16,-2 3 0-16,1 4 0 0,2 1 0 0,0 2 0 16,0 1 0-16,1-1 0 0,2-3 0 0,-1-1 0 15,1-2 0-15,1 1 0 0,2-2 0 0,-1-1 0 16,-1-4 0-16,-1-3 0 0,-1-2 0 0,1-3 0 16,-3-4 0-16,0-1 0 0,-2-2 0 0,2-4 0 0,0-1 0 0,0-3 0 31,-4-7-896-31,0 0-80 0,5 3-16 0,2 1 0 15,-1-7-1728-15,3 1-352 0,0-3-64 0</inkml:trace>
  <inkml:trace contextRef="#ctx0" brushRef="#br0" timeOffset="130225.5">24103 8808 24879 0,'0'0'1088'0,"0"0"256"0,0 0-1088 0,-1-6-256 0,0-1 0 0,1 7 0 15,0 0 6160-15,0 0 1184 0,-6 0 224 0,-2 2 48 16,-1 2-4992-16,-1 3-1024 0,-3 3-192 0,-1 7-32 16,-3 7-848-16,-2 4-160 0,0 2-48 0,-2 4 0 15,-1 2-128-15,0 5-16 0,-2 0-16 0,2 1 0 0,1-2-112 0,3-1-48 16,1 1 0-16,3-1 0 0,3-3 0 0,2 1 0 16,3-2 0-16,3-4 0 0,2 1 0 0,3-1 0 15,3 0 0-15,3-1 0 0,3-5 0 0,2-2 0 16,4-1 0-16,1-3 0 0,1-1-224 0,2-1-32 15,1-7-16-15,2-1 0 16,2-2-752-16,1 0-128 0,3-7-48 0,0-4 0 16,0-2-1776-16,2-1-352 0,2-4-80 0</inkml:trace>
  <inkml:trace contextRef="#ctx0" brushRef="#br0" timeOffset="130639.59">24399 9228 30399 0,'-5'-4'2704'16,"0"0"-2160"-16,-1 2-544 0,0-1 0 0,-1 1 4720 0,1 0 832 15,1 0 160-15,5 2 48 0,0 0-3472 0,-6 5-688 16,1 1-144-16,1 2-32 0,0 0-720 0,2 4-128 0,-1-2-48 0,2 6 0 16,0 2-320-16,-1 2-64 0,1-1-16 0,1 2 0 15,1 0-128-15,3 0 128 0,1 0-128 0,1 1 128 16,-1-5-128-16,1 0 0 0,2-2 0 0,0-4 128 16,0-2-80-16,-2 1-48 0,2-3 0 0,-1-4 0 15,-1 2 0-15,2-3 0 0,1-2 0 0,0-2 0 16,0-3 0-16,-1-1 0 0,0 0-160 0,2-2 160 0,1-1 0 15,-1-2-128-15,2-4 128 0,1-2 0 0,0-3 0 16,1 1-128-16,0-1 128 0,0 2 0 0,0-2 0 16,-1 1-128-16,-2 2 128 0,-1 1 0 15,1 2 0-15,-4 1 0 0,0 0 0 0,-3 5 0 0,-4 8 0 16,0 0 192-16,0 0-32 0,0 0-16 0,0 0-96 0,0 0-48 16,0 0 0-16,0 0 0 0,-2 9 0 0,1 3 0 15,0 2 0-15,0 3 0 0,-2-1 0 0,3 3 0 16,0 2 0-16,0 0 0 0,1 0 0 0,1-2 0 15,-1 1 0-15,1 0 0 0,1-2 0 0,0-3 0 16,3 0 0-16,-1-2 0 0,2 0 0 0,-1-3 0 16,0-1 0-16,0-1 0 15,3-1-464-15,-1-3-96 0,0 0-16 0,2-3 0 16,5-1-1696-16,-1-3-352 0,2-1-64 0,2-2-19904 0</inkml:trace>
  <inkml:trace contextRef="#ctx0" brushRef="#br0" timeOffset="131055.78">24926 9433 5519 0,'0'0'496'0,"0"0"-496"0,0 0 0 0,0 0 0 16,0 0 10240-16,0 0 1936 0,0 0 400 0,4-5 80 16,0 0-9392-16,1 1-1856 0,-1-2-384 15,4 3-80-15,1 0-224 0,2-2-32 0,2 1-16 0,0 0 0 16,1 1-368-16,0 1-80 0,0 0-16 0,1 1 0 16,0-2-16-16,0 2-16 0,-1 2 0 0,-2-1 0 15,-2 0-176-15,-2 2 0 0,-8-2 144 0,0 0-144 16,0 0 128-16,0 0-128 0,0 0 128 0,0 0-128 0,4 5 128 0,-4-5-128 15,0 8 160-15,-2-2-32 0,2-6-128 0,-2 9 0 16,-2-3 0-16,0 1 0 0,-1 0 0 0,1-2 0 16,0 0 0-16,4-5 0 0,-4 7 0 0,4-7 0 15,0 0 0-15,-3 8 0 0,2-2 0 0,1 1 0 16,0-7 0-16,4 9 0 0,1-3 0 0,2 1 0 16,1-3 0-16,-1 1 0 0,1 0 0 0,1 1 0 15,1-3 0-15,0 1 0 0,-1 0 0 0,0 3 0 16,2-2 0-16,-1-1 0 0,-2 2 0 0,0 1 0 15,0-1 0-15,-2 2 0 0,-2 0 0 0,-3 0 0 16,-2 0 0-16,-2 3 0 0,-2-3 0 0,-1 3 0 16,-2 0 0-16,-3-3 0 0,-2-1 0 0,-1 1 0 15,-2-1 0-15,-1 1 0 0,-1 0 0 0,1-3 0 16,-1 1 0-16,0 0 0 0,1 1 0 0,1-4 0 16,2-1 0-16,1-1 0 15,1-1-544-15,2 0-96 0,2 0-32 0,1-3 0 16,2 0-2016-16,4-1-384 0,1 4-96 0</inkml:trace>
  <inkml:trace contextRef="#ctx0" brushRef="#br0" timeOffset="131223.79">25336 9430 47343 0,'0'0'2096'0,"0"0"432"0,8-2-2016 0,0-2-512 0,-1-1 0 0,2 1 0 16,0 0 1344-16,3 0 160 0,-2-1 32 0,4 3 16 15,5-4-608-15,0 1-128 0,2 2-32 0,0 0 0 16,-3 1-624-16,3 1-160 0,0-2 0 0,0 0 0 31,-2 2-1040-31,0 1-240 0,0-1-64 0,1 1 0 0,-1-2-2704 16,-1 2-560-16</inkml:trace>
  <inkml:trace contextRef="#ctx0" brushRef="#br0" timeOffset="131657.76">25919 9140 11967 0,'0'0'528'0,"-1"-6"112"0,-2 4-512 0,2-3-128 0,0 1 0 0,1 4 0 0,0 0 8464 0,0 0 1664 16,0 0 336-16,0 0 64 0,-3 6-7056 0,-1 3-1408 16,0 2-272-16,-2 4-64 0,1 4-960 0,-1 0-192 15,1 1-48-15,0 1 0 0,1-1-224 0,1 3-48 16,2-1-16-16,1 0 0 0,1 0-240 0,2 0 0 16,1-5 128-16,2 0-64 0,0-1-64 0,0-2 0 15,2-1 0-15,0 0 0 0,1-4 0 0,0-1 0 16,0-1 0-16,2-2 0 0,-1-2-144 0,0-2 144 15,1-1 0-15,-1-1-144 0,-1-2 144 0,2-2 0 16,-1-2-144-16,1-1 144 0,-1-1 0 0,1-1-176 16,-1-3 176-16,-1-2-128 0,3 0 128 0,0-3-160 0,-1-3 160 15,2 0-160-15,0-1 32 0,2 0 0 0,-2-1 0 0,2-7 0 16,-2 2 128-16,2 0 0 0,-3 5 0 0,-2 3-128 16,-2 3 128-16,-3 4 0 0,0 4 0 0,-1 3 0 15,-4 6 128-15,0 0 16 0,0 0 0 0,0 0 0 16,0 0 32-16,0 0 0 0,4 10 0 0,-1 3 0 15,-2 1-176-15,0 2 128 0,1 0-128 0,-1 1 128 0,0 1-128 16,0 0 0-16,-1 2 0 0,2-2 128 0,0-1-128 16,0-1 0-16,-1 2 0 0,2-1 0 0,1-2 0 0,-2 2-144 15,1-4 144-15,-1 2-160 16,1-3-1088-16,1-2-224 0,-3-2-32 16,3 1-14944-16,0-3-3008 0</inkml:trace>
  <inkml:trace contextRef="#ctx0" brushRef="#br0" timeOffset="131958.54">26438 9411 45039 0,'-6'-7'1984'0,"6"7"432"0,0 0-1936 0,0 0-480 0,0 0 0 15,0 0 0-15,0 0 1216 0,0 0 160 0,7-2 32 0,1 0 0 16,-8 2-64-16,11 2-16 0,-1 0 0 16,0 1 0-16,1 0-752 0,-1 0-160 15,1 1-32-15,-2 2 0 0,-1-1-128 0,0 1-16 0,-2 1-16 0,-1-1 0 16,-1 1-48-16,-1 1-16 0,-3-1 0 0,0 1 0 15,-1 1 32-15,-2-1 16 0,-1 1 0 0,-1 1 0 16,0 0-32-16,-1-1-16 0,1-2 0 0,0 0 0 16,-2 1-112-16,2 0-48 0,-1-3 0 0,2 2 0 15,1-1 0-15,2 0 0 0,1-6 0 0,0 0 0 16,2 6 0-16,2 1 0 0,0-2 0 0,1 0 0 16,2-4 0-16,1 2 0 0,1-2 0 0,0-1 0 15,2 0-304-15,0-1-48 0,0-2-16 0,0-1 0 16,2 0-800-1,2-2-176-15,2-4-16 0,0-1-16 0,2-3-2016 16,2-2-416-16,-1-2-80 0</inkml:trace>
  <inkml:trace contextRef="#ctx0" brushRef="#br0" timeOffset="132267.64">26709 8677 50799 0,'0'0'2240'0,"0"0"480"0,0 0-2176 16,0 0-544-16,0 0 0 0,0 0 0 0,9 5 656 0,3 4 32 16,1-2 0-16,3 3 0 0,2 3 128 0,3 1 16 15,0 3 16-15,2 3 0 0,3 2-400 0,0 4-64 16,0 2-32-16,2 2 0 0,2 1-160 0,-1 3-48 16,-2 4 0-16,-1-1 0 0,-3 1-144 0,-2 1 192 15,-1-2-192-15,-3-1 192 0,1 9-192 0,-4-2 128 16,-3-2-128-16,-5 0 128 0,-2-2-128 0,-4-5 160 0,-2-2-160 15,-4 0 160-15,0-4-112 0,-3 1-48 16,0-4 0-16,0-2 0 0,1-1 0 0,-3-3 0 16,-2-1 0-16,2-4 0 0,0-2 0 0,-1-2 0 0,1 1 0 15,-1-3 0 1,0-3-704-16,-1-1-128 0,0 1-16 0,1 0-24496 0</inkml:trace>
  <inkml:trace contextRef="#ctx0" brushRef="#br0" timeOffset="133192.14">27752 8910 35007 0,'0'0'1552'0,"0"0"320"0,-5-4-1488 0,0-1-384 0,2 0 0 0,3 5 0 15,0 0 3760-15,0 0 672 0,0 0 144 0,0 0 32 16,0 0-2944-16,0 0-576 0,0 0-112 0,0 12-16 16,1 1-416-16,1 2-80 0,-1 1-16 0,2 1 0 15,-2 1-272-15,0 0-176 0,-1 1 192 0,2 0-192 16,-2 1 192-16,-2-1-64 0,2 1 0 0,0-5-128 0,0 1 0 0,2-2 0 16,-2 1 0-16,0-2 0 15,0-3-1072 1,0-1-160-16,0-9-48 0,0 11 0 0,-2-5-1728 0,1 1-368 0,-2-1-64 0</inkml:trace>
  <inkml:trace contextRef="#ctx0" brushRef="#br0" timeOffset="133346.73">27617 9106 35935 0,'0'0'3200'0,"0"0"-2560"0,0 0-512 0,0 0-128 0,1-7 3328 0,-1 7 640 16,3-8 128-16,0 3 16 0,4-1-2896 0,1-1-576 15,1 2-112-15,1 1-16 0,3-1-176 0,2 0-16 16,0 1-16-16,4 0 0 15,0 0-1136-15,2 1-208 0,1 1-48 0,3 0-16 16,1 2-3072-16,-1 2-624 0</inkml:trace>
  <inkml:trace contextRef="#ctx0" brushRef="#br0" timeOffset="133655.21">27962 9263 35007 0,'0'0'3120'0,"0"0"-2496"0,0 0-496 0,0 0-128 16,0 0 3136-16,0 0 592 0,0 0 128 0,8 4 32 15,-2-2-2416-15,5-2-464 0,2-2-112 0,1 1 0 16,2-2-352-16,0 2-64 0,1 0-16 0,-2-2 0 16,1 1-272-16,-1 0-64 0,2-2-128 0,-2 3 192 15,-4 0-48-15,-1 1-16 0,0 0 0 0,-3 1 0 0,-7-1 112 0,0 0 16 16,1 7 0-16,-1 0 0 0,-3 0 256 0,-1 2 64 16,-2 3 16-16,-3-2 0 0,-2 2-224 0,2 2-48 15,-1-3-16-15,-1 2 0 0,1 0-304 0,1-3 0 16,1 1 128-16,3-1-48 0,1-1-80 15,1 0 0-15,3 1 0 0,1-1 0 0,2-1 0 0,2-2 0 16,2 1 0-16,2-2 0 0,1 0 0 16,3-1 0-16,4-2 0 0,2 0 0 0,-1-2 0 0,1-2 0 15,2 1 0-15,3-1 0 16,1-2-800-16,-1-2-160 0,1 0-16 0,1-1-16 16,0-4-1872-16,0 0-368 0,0 3-80 0</inkml:trace>
  <inkml:trace contextRef="#ctx0" brushRef="#br0" timeOffset="134259.44">28657 8852 12895 0,'-4'-20'1152'0,"4"10"-928"15,0-4-224-15,0 1 0 0,0 2 6560 0,0-1 1264 16,3 4 256-16,-1 0 48 0,0-1-4640 0,-1 4-928 0,-1 5-192 0,0 0-48 16,0 0-576-16,0 0-112 0,0 0-32 0,0 0 0 15,0 0-896-15,3 13-192 0,-3 4-48 0,2 4 0 16,-1 0-176-16,1 5-32 0,-1 2-16 0,2 1 0 15,-1 0-240-15,1 1 0 0,1 0 128 0,1 0-64 16,0 0-64-16,2-4 0 0,1 0 0 0,-2-3 0 16,1-3 0-16,0-3 0 0,1-3 0 0,1-1 0 15,-1-4 0-15,0-1 0 0,-1-1 0 0,-7-7 0 16,0 0 0-16,0 0 0 0,0 0 0 0,7 2 0 16,-7-2 0-16,8-4 0 0,-1-1 0 0,-1-1 0 15,2-2 0-15,0-4 0 0,0-2 0 0,1-6 0 0,1 1 0 16,1-2 0-16,0-4 0 0,1 2 0 0,0-3 0 15,0-2 0-15,1 1 0 0,0 1 0 16,-6 0 0-16,3 2 0 0,-1 5 0 0,-1 0 0 0,-3 4 0 16,0 0 0-16,-1 4 0 0,-1 1 0 0,-1 5 0 0,-2 5 0 15,0 0 0-15,0 0 0 0,0 0 0 0,0 0 0 16,0 0 0-16,5 7 0 0,1 1 0 0,-1 2 0 16,-1 3 0-16,1 3 0 0,0 2 0 0,2 3 0 0,-2 1 0 15,1 0 0-15,3 2 0 0,-1-1 0 16,0 2 0-16,1 0 0 0,2-2 0 0,0-1 0 0,4 0 0 15,-1-1 0-15,-1-5 0 0,1 0 0 16,1-3 0-16,-1-2 0 0,0-3 0 0,2-4 0 16,-3 1 0-16,0-2 0 0,0-2 0 0,-1-1 0 15,1-1 0-15,-1-2 0 0,-1-1 0 0,0-1 0 16,-2-1 0-16,1-6 0 0,1-1 0 0,1-1 0 16,-2-2 0-16,-1-1 0 0,0-1 0 0,0-3 0 15,1 1 0-15,0-4 0 0,-2-1 0 0,0 1 0 0,-2-6 0 16,1 2 0-16,-2 0 0 0,0 0 0 0,-2-1 0 15,-2 3 0-15,-1 1 0 0,0 2 0 0,-1-1 0 0,-2 2 0 16,-2 0-544 0,-2 1-96-16,0 0-32 0,-1 4 0 0,-1 3-1808 0,-2 2-352 15,-2 0-80-15</inkml:trace>
  <inkml:trace contextRef="#ctx0" brushRef="#br0" timeOffset="134464.32">28494 8480 52239 0,'0'0'2304'0,"0"0"496"0,-4-5-2240 16,4 5-560-16,0-7 0 0,0 7 0 0,4-5 448 0,3 1-32 16,2 0 0-16,4 0 0 0,4 0 208 0,2 2 32 15,2-1 16-15,4 1 0 0,1-1-528 0,3 2-144 16,1 1 0-16,1-3 0 15,0 3-304-15,2 3-128 0,3-2-16 0,2 2-16 16,0-2-1856-16,1 0-368 0,1-1-80 0</inkml:trace>
  <inkml:trace contextRef="#ctx0" brushRef="#br0" timeOffset="134627.32">29366 8466 37775 0,'0'0'3360'0,"0"0"-2688"0,9-4-544 0,0-2-128 16,2 1 2704-16,-1 0 512 0,2-1 112 0,2 2 0 15,2-3-1376-15,2 1-288 0,4 2-48 0,2 1-16 16,1-2-1024-16,5 2-224 0,0 1-32 0,0 0-16 16,0 0-304-16,0 0 0 0,0 4-128 0,1-1 128 15,2 2-2624-15,-2 2-416 0,-1 1-96 0</inkml:trace>
  <inkml:trace contextRef="#ctx0" brushRef="#br0" timeOffset="135095.09">29942 8882 23039 0,'0'0'2048'0,"0"0"-1648"0,0 0-400 0,0 0 0 0,8-6 7392 0,1 2 1392 16,2 0 288-16,1 1 48 0,3-1-6816 0,2 2-1344 16,0 0-288-16,1-2-48 0,3 3-336 0,0 1-64 15,-8 1-16-15,1 0 0 0,1 2-208 0,-2-3 0 16,-4 2 128-16,-2 2-64 0,-2-2-64 0,-1 3 0 0,1-1 0 0,-5-4 0 15,-7 2 0-15,3 2 0 16,3 3 0-16,-1-1 0 0,-4 2 0 0,1 1 0 0,0 0 0 0,-2 2 0 16,0-5 0-16,0 5 0 15,3-3 0-15,-1 1 0 0,1 0 0 0,1 1 0 0,2-1 0 0,1 2 0 16,3-5 0-16,1 7 0 16,1-2 0-16,4 2 0 0,0-3 0 0,1 2 0 15,1 0 0-15,1 1 0 0,1 1 0 0,1 2 0 16,-2-6 0-16,1 1 0 0,1-2 0 0,-1 0 0 0,0 0 0 0,-1-1 0 15,-4 1 0-15,1-1 0 0,-9-8 0 16,8 9 0-16,-8-9 0 0,6 9 0 0,-6-9 0 0,3 6 0 16,-3-6 0-16,0 0 0 0,0 11 0 0,-1-3 0 15,-5-3 0-15,1 1 0 0,-1 2 0 0,-4 0 0 16,1 1 0-16,-1 0 0 0,-2-1 0 0,-2-1 0 16,-4-1 0-16,-2-1 0 0,0-1 0 15,0-1 0-15,-1 1 0 0,-3-2 0 0,2 0 0 0,-1 0 0 0,-1 1 0 0,1-2 0 16,1-1 0-16,-1 3 0 0,3-3 0 15,1 0 0-15,4 0 0 0,-1 1 0 16,3-2-368-16,3 1-64 0,10 0-16 0</inkml:trace>
  <inkml:trace contextRef="#ctx0" brushRef="#br0" timeOffset="140213.22">4631 12289 3679 0,'0'0'320'0,"0"0"-320"0,-5 0 0 0,-2-1 0 0,2 0 10688 0,5 1 2080 15,0 0 416-15,0 0 64 0,0 0-10112 0,0 0-2048 16,0 0-384-16,0 0-96 0,9-3 320 0,4 1 64 16,4-1 16-16,3 0 0 0,2 1-624 0,2-1-128 15,5 1-32-15,0 0 0 0,1 0-64 0,4-2-16 16,1 0 0-16,4 0 0 0,4-1-144 0,3-1 0 16,3 1 144-16,2-1-144 0,0-1 0 0,0 1 0 15,0 1 0-15,-3-1 0 0,-1 1-192 0,-2 1-128 16,2 0 0-16,-2 2-16 15,-2-1-960-15,-4 2-192 0,-5-3-48 0,-3 1-14592 16,-4 3-2912-16</inkml:trace>
  <inkml:trace contextRef="#ctx0" brushRef="#br0" timeOffset="140465.26">5558 12183 31327 0,'-12'7'2784'0,"12"-7"-2224"0,-9 4-560 0,2-4 0 15,7 0 5040-15,0 0 896 0,0 0 176 0,0 0 32 16,0 0-4656-16,0 0-928 0,0 0-192 0,4 8-48 15,3-1 192-15,2-1 48 0,-1-1 0 0,3 2 0 16,4-1-368-16,0 1-64 0,2-2 0 0,0 0-128 16,3 1 176-16,-1-1-176 0,2 1 160 0,-2 1-160 15,-1-3 128-15,0 2-128 0,-1 1 0 0,-3-1 0 16,-2 1 0-16,-3-3 128 0,-1 1-128 0,-1 1 0 0,-7-6 0 0,2 8 176 16,-2 0-176-1,-2 1 160-15,-4 3 16 0,-1-2 0 0,-4 1 0 0,-2-1 0 0,-3-1-176 0,1 2 0 16,-2-1 144-1,-1 2-144-15,-1-2-480 16,1 1-160-16,1-2-48 0,1 1-16272 0,1 1-3248 0</inkml:trace>
  <inkml:trace contextRef="#ctx0" brushRef="#br0" timeOffset="141179.07">6607 12233 30399 0,'0'0'1344'0,"0"0"288"0,9-2-1312 0,0-5-320 0,2 2 0 0,-1 0 0 0,-1 0 1520 0,1 1 224 15,-4 0 48-15,1 0 16 0,-5-1 912 0,1 2 176 16,-3 3 48-16,1-4 0 0,-3 3-1168 0,-1 0-240 16,-1-1-32-16,1 0-16 0,3 2-560 0,-5 0-112 15,-1 0-32-15,-3 2 0 0,-2 0-352 0,-2 0-80 16,-3 2-16-16,-4 1 0 0,-1 2-176 0,-1 2-32 15,-1 0-128-15,1 3 192 0,-1-2-192 0,2 2 144 16,1-2-144-16,1 2 128 0,1 0-128 16,1 0 160-16,2-3-160 0,4 1 160 0,1-2-32 0,5 0-128 0,1 0 192 15,4-8-64-15,3 7-128 0,3 1 0 16,4-1 0-16,1-1 128 0,2 1-128 0,6-3 0 0,3 0 0 16,1 1 0-16,1-3 0 0,0 2 0 0,4 2 0 0,-1-1 0 15,1 1 0-15,-2 1 0 16,0-1 0-16,-3 1 0 0,-1 2 0 0,-1 1 0 0,-3 1 0 0,-3-2 0 15,-5 1 0-15,-2 2 0 16,-3 0 0-16,-2-2 0 0,-3 2 0 0,-3 0 0 0,-1-2 0 16,-3 2 0-16,-4-2 192 0,-1 1-32 0,-3 0-16 15,-2-1 0-15,-5-3-144 0,-3 1 0 0,0 1 0 0,0-1 0 16,-2 0-192-16,0 0 192 0,-1-4-160 0,3 0 160 31,2-2-848-31,2 1-80 0,2-6-16 0,2 1 0 0,2-4-1936 16,7 0-400-16,6-3-80 0</inkml:trace>
  <inkml:trace contextRef="#ctx0" brushRef="#br0" timeOffset="141380.63">6936 12086 5519 0,'0'0'496'0,"0"0"-496"0,0 0 0 0,0 0 0 0,0 0 10368 0,0 0 1984 16,0 0 400-16,0 0 80 0,0 0-9696 0,0 10-1952 15,0 2-384-15,-2 3-80 0,1 0 128 0,1 5 32 16,0 1 0-16,0 2 0 0,0 3-672 0,0 2-208 15,1-1 128-15,1 0-128 0,0 1 0 0,1-2 0 16,-2 0 0-16,2-3 0 16,0-1-1184-16,-1 1-192 0,2-3-32 0,1 1-16 15,-2-4-2256-15,1 0-448 0</inkml:trace>
  <inkml:trace contextRef="#ctx0" brushRef="#br0" timeOffset="141781.43">6756 12478 48959 0,'0'0'2176'0,"0"0"432"0,0 0-2096 0,0 0-512 0,2-6 0 0,4-1 0 16,0 1 688-16,5 1 16 0,2 1 16 0,2-3 0 15,4 1 320-15,1-2 64 0,5-1 16 0,3 0 0 16,2 0-720-16,0 1-144 0,-2 1-16 0,0 1-16 16,-2 2-224-16,-2 0 176 0,-1 3-176 0,-1 1 160 0,-1 1-160 0,-4 4 128 15,-4 0-128-15,-4 3 128 0,-3 1 64 0,-2 0 0 16,-3 3 0-16,-1 1 0 0,-2 0 48 0,-3 3 16 15,-3-3 0-15,0 1 0 0,0 2-128 0,2-3 0 16,-3 0-128-16,1 0 192 0,0-3-192 0,1 1 0 16,3-3 0-16,1-2 128 0,3-6-128 15,0 0 0-15,0 0 0 0,0 0-160 0,0 0-96 0,0 0 0 16,0 0-16-16,0 0 0 0,0 0 96 0,7-5 32 16,3 0 0-16,0-2 0 0,0-1 144 0,1-1 0 15,-1-1-144-15,2-1 144 0,0 2 0 0,-1 0 0 16,0 1-144-16,-1 2 144 0,-1 1 0 0,-2 2 0 15,-7 3 0-15,8 0 0 0,-8 0 0 0,8 3 192 16,-8-3-48-16,9 5-16 0,0-1 0 0,0 2 0 16,1 1 0-16,0 1 0 0,1-2-128 0,2 2 0 15,0-2 0-15,3 1-176 16,1-2-848-16,2 0-160 0,2-1-32 0,0-2-16 16,-1-2-2208-16,1 0-432 0,3 0-96 0</inkml:trace>
  <inkml:trace contextRef="#ctx0" brushRef="#br0" timeOffset="142180.82">7684 12129 45375 0,'0'0'2016'0,"0"0"416"0,-6-1-1952 0,6 1-480 0,0 0 0 0,0 0 0 16,-7 4 1760-16,2 2 256 0,1 1 48 0,1 1 16 16,1 3-736-16,0 6-128 0,1 0-48 0,1 4 0 15,0 1-704-15,1 2-144 0,2-1-16 0,1 1-16 16,2-2-288-16,2 0 160 0,1-1-160 0,2-3 128 0,-2 0-128 15,4-1 0-15,0-1 0 0,0-2 0 16,3-1 0-16,-1-1 0 0,0-3-192 0,-2-1 192 0,0-2-304 0,-1 0 64 16,-2-1 16-16,0-1 0 0,0-3 16 0,0-1 0 15,-1-1 0-15,0-2 0 0,2-2-112 16,-1 0 0-16,-1-2-16 0,0-1 0 16,-1-2-304-16,0 0-64 0,-3-1-16 15,2 1 0-15,-1-2 16 0,-1 3 0 0,-1-2 0 16,-1 4 0-16,-3-1 448 0,0 8 112 0,-3-5 16 0,3 5 0 0,-5-3 512 0,0 2 96 15,-2 2 32-15,0 2 0 0,0 0 240 0,2 3 48 16,1-1 16-16,0 1 0 0,-1 2-320 0,1 0-64 16,3 1-16-16,1 0 0 0,2-1-240 0,2 0-48 15,1 0-128-15,3 0 192 0,3-1-192 0,0 1 0 16,1-1 0-16,2-1 0 0,2-1-160 0,1-1-32 16,1 0 0-16,0-1 0 15,-1 1-912-15,0-4-192 0,-2 0-48 0,-2 0 0 16,0-3-1600-16,-3 2-320 0,-1-2-64 0</inkml:trace>
  <inkml:trace contextRef="#ctx0" brushRef="#br0" timeOffset="142365.26">7486 12267 52639 0,'0'0'2336'0,"0"0"480"0,0 0-2256 0,0 0-560 0,0 0 0 0,0 0 0 15,12 2 240-15,2-2-64 0,2-2-16 0,3 2 0 16,3-4 80-16,6 2 16 0,4-5 0 0,6 1 0 16,3-5-960-16,4 2-192 0,5 0-48 0,1-1-14528 15,3-2-2896-15</inkml:trace>
  <inkml:trace contextRef="#ctx0" brushRef="#br0" timeOffset="142728.79">8429 12149 4607 0,'0'0'192'0,"0"0"64"0,0 0-256 0,0 0 0 16,9 2 0-16,0-2 0 0,1 0 10272 0,2 0 2016 15,1 0 384-15,1 0 96 0,2 0-9168 0,1 0-1824 16,0 2-368-16,2-1-80 0,0 3-672 0,-1-3-128 16,-1 0-16-16,-3 3-16 0,2 0-240 0,0 3-32 15,-1-1-16-15,-4 2 0 0,-4 1-48 0,-1 2-16 16,-2 0 0-16,-3 2 0 0,-1 2 16 0,-4 0 0 15,-3 1 0-15,0 2 0 0,-5 2-112 0,0-3-48 16,-5 2 0-16,-1 0 0 0,0-1 0 0,-2 0 0 0,1 0 0 0,-1-3 0 16,2 0 0-16,1-2 0 15,1 2 0-15,3-2 0 0,3-2 0 0,1 1 0 0,2-1 0 0,3 0 0 16,4-3 0-16,3 1 0 0,1 0 0 0,2-1 0 16,2-1 0-16,4-1 0 0,1-1 0 0,2 1 0 15,2-2 0-15,2-2 0 0,0-2 0 0,2-1 0 16,0-2 0-16,1-1 0 0,2-1 0 0,2-1 0 15,1-2-256-15,2-1 0 0,-2-2 0 0,2 1 0 16,2-3-1584 0,2 0-304-16,2 0-64 0</inkml:trace>
  <inkml:trace contextRef="#ctx0" brushRef="#br0" timeOffset="142896.89">9280 12205 34095 0,'-7'2'3024'0,"1"0"-2416"16,-2 0-480-16,8-2-128 0,0 0 4528 0,0 0 880 16,-7 3 176-16,2 1 48 0,1-4-4016 0,0 1-784 15,4-1-176-15,0 0-16 16,0 0-1696-16,12 5-336 0,0-3-64 0,1 0-22224 0</inkml:trace>
  <inkml:trace contextRef="#ctx0" brushRef="#br0" timeOffset="143030.91">9427 12433 36863 0,'0'0'1632'0,"-6"9"336"0,-2-3-1584 0,1 2-384 16,2-1 0-16,2-1 0 0,3 1 4512 0,0-1 816 0,-1 1 176 15,1-7 16-15,0 0-3984 0,0 0-784 0,0 0-176 16,0 0-16-16,1 8-560 0,-1-8 0 0,0 0 0 16,7 6-17424-16,0-1-3408 0</inkml:trace>
  <inkml:trace contextRef="#ctx0" brushRef="#br0" timeOffset="144881.34">10473 11949 7359 0,'1'-15'320'0,"-1"15"80"0,-1-6-400 0,-2 1 0 0,-1 1 0 16,4 4 0-16,-4-5 9232 0,4 5 1776 15,0 0 336-15,0 0 80 0,0 0-8096 0,-5 6-1632 0,0 5-320 0,0 5-64 16,-1 3-368-16,3 7-80 0,-1 4-16 0,1 4 0 15,2 3-432-15,2 2-96 0,-1 2 0 0,3 0-16 16,2-2-80-16,1-3-16 0,4-3 0 0,0-4 0 16,2-3-208-16,1-5 144 0,0-3-144 0,1-1 128 15,2-7-128-15,-1 1 0 0,1-2 0 0,-2-5 0 16,2-2 0-16,0 0 0 0,-2-4 0 0,0-2 0 16,-1-1 0-16,0-1-176 0,-1-3 176 0,-1-2-192 0,-2 1 192 15,-1-3-160-15,-2-3 160 0,1-1-160 0,-1-1 160 0,-1-4-160 16,-1-2 160-16,0-1-160 0,0-1 160 0,0 0-128 15,1-1 128-15,-2 0-128 0,-2-2 128 16,0 0 0-16,1 2 0 0,-1 2 0 0,-1 2 0 16,0 3 0-16,0 3 0 0,0 4 0 0,-1 5 0 0,-1 2 144 15,2 6 0-15,0 0 0 0,0 0 48 0,0 0 16 16,0 0 0-16,0 7 0 0,0 5-80 0,0 5-128 16,0 3 176-16,0-1-176 0,2 2 144 0,0 1-144 15,2 0 0-15,0 3 144 0,0-3-144 0,1 2 0 16,0-1 0-16,3-1 0 0,0-1 0 0,1-1 0 15,-1-2 128-15,0-1-80 0,0-3-48 0,-2 1 0 16,1-5-160-16,1-1 160 16,-3-1-640-16,0-1-32 0,3-2-16 0,-2-1 0 15,-6-4-1168-15,8 2-256 0,-8-2-32 0,9 2-20704 0</inkml:trace>
  <inkml:trace contextRef="#ctx0" brushRef="#br0" timeOffset="145230.98">11018 12372 51551 0,'0'0'2288'0,"0"0"464"0,0 0-2208 0,0 0-544 0,0 0 0 0,0 0 0 16,9-4 432-16,0 0-32 0,-1 0 0 0,2 0 0 15,2-1 688-15,2 1 144 0,1 0 32 0,3 1 0 0,1-2-912 0,1 2-176 16,-2 1-48-16,-1-1 0 0,1 2 0 0,-1-2 0 16,-1 2 0-16,-2 0 0 0,-2 1 0 0,-1 1 0 15,-4 0 0-15,-7-1 0 0,7 4-128 0,-7-4 0 16,0 0 0-16,0 9 112 15,-3 2-112-15,-2 2 0 0,-3-1 0 0,-2 1 0 0,-2 0 0 0,-1 0 0 16,0 0 0-16,0 0 0 0,-1 0 0 0,-1 0 0 16,0 0 0-16,2-1 0 0,0-1 0 15,3-2 0-15,3 2 0 0,1-2 0 0,2-1 0 0,3 0 0 16,1-1 0-16,0-7 0 0,4 7 0 0,3 0 0 16,-1 0 0-16,3-4 0 0,0 1 0 0,2 0 0 15,1-2 0-15,-1-2 0 0,2 2 0 0,0-2 0 16,2-2 0-16,2 0 0 0,1-2 0 0,1 0 0 15,1-1 0-15,1-2 0 16,1-1-688-16,2 2-128 0,2-3-16 0,0-2-16 16,1 1-2528-16,2-2-496 0</inkml:trace>
  <inkml:trace contextRef="#ctx0" brushRef="#br0" timeOffset="145467.09">11823 12081 38703 0,'0'0'3440'0,"0"0"-2752"0,-5-5-560 0,5 5-128 16,0 0 3808-16,0 0 736 0,0 0 128 0,0 0 48 15,5-4-3424-15,3-3-672 0,1 3-144 0,2 2-32 16,2-1 16-16,1 0 0 0,1 1 0 0,1 1 0 16,1-2-336-16,3 0-128 0,1 2 0 0,0 1 0 0,0 0 0 15,-1 0 0-15,3 0 0 0,-1 0 0 16,-1-1-624-16,-2 2-112 0,-3 2-32 0,-2 1 0 15,-2-1-1392-15,-4 3-272 0,-8-6-64 0,4 7-19984 16</inkml:trace>
  <inkml:trace contextRef="#ctx0" brushRef="#br0" timeOffset="145641.03">11766 12306 53615 0,'0'0'1184'0,"0"0"240"0,-6 0 48 0,6 0 32 0,0 0-1200 0,0 0-304 0,0 0 0 0,9 2 0 0,0 0 832 0,3-2 128 15,2 0 0-15,3-2 16 0,4 0-736 0,1 0-240 16,3-1 128-16,1 1-128 0,1 0 256 0,4-2-16 16,3 0 0-16,1 1 0 0,2-1-432 0,-1 0-64 15,0 0-32-15,-1 0 0 16,3 1-1968-16,-2-1-400 0</inkml:trace>
  <inkml:trace contextRef="#ctx0" brushRef="#br0" timeOffset="151656.43">13168 11901 49647 0,'0'0'2192'0,"0"0"464"0,-3-8-2128 0,0-2-528 0,2-2 0 0,1 0 0 0,0 0 128 0,0 1-128 16,0-1 0-16,-1 0 0 0,-2 1 576 0,-1 0 48 16,0 1 16-16,0 2 0 0,-1 0-144 0,-3 2-32 15,-1 2 0-15,-1 0 0 0,-2 4-144 0,-2 4-16 16,-2 3-16-16,-1 4 0 0,0 1 16 0,-2 3 0 16,-2 0 0-16,0 2 0 0,-1 1-112 0,2 0-32 0,2-1 0 15,1-1 0-15,3-1-160 0,3 0 128 16,5-2-128-16,2 0 128 0,1-6-128 0,4 1 0 0,3 0 0 15,3-1 0-15,3-5 0 0,3 2-192 16,3-4 32-16,1 0 16 0,1 0 144 0,2-5-160 0,-1 0 160 16,2-2-160-16,1-1 160 0,3 1-160 0,0-1 160 0,0-1-160 15,-1 0 160-15,0-1-128 0,-2 1 128 0,-2 0-128 16,-1 1 128-16,-2 2 0 0,-1-1 0 16,-2 5 0-16,-2-2 0 0,-3 4 0 0,-9 0 0 0,0 0 0 15,8 4 192-15,-3 2 0 0,-2 3 16 0,-3 3 0 16,-3 2 112-16,0 5 32 0,-1 1 0 0,-1 4 0 0,1 5-80 15,-1-1-16-15,-1 1 0 0,0 0 0 0,1-1-256 16,1 2 160-16,0-1-160 0,2 0 128 16,-1-5-128-16,2 1 0 0,2-3 0 0,-1-1 0 0,0-6-256 15,1 0-96-15,2-2-16 0,1-2 0 16,0-3-912-16,1-2-176 0,-5-6-32 0,8 3-16 16,0-1-2656-16,1-4-544 0</inkml:trace>
  <inkml:trace contextRef="#ctx0" brushRef="#br0" timeOffset="151986.76">13487 11982 20271 0,'0'0'896'0,"0"0"192"0,0-5-880 0,0-1-208 0,1 1 0 0,2-1 0 0,1-2 6960 0,0 1 1344 16,1 2 272-16,1-3 48 0,1 2-6208 0,1-1-1248 16,1 1-240-16,0 0-48 0,1 0-112 0,3-1 0 15,2 1-16-15,2 1 0 0,1-4-528 0,2 1-96 0,0 0-128 0,3 0 176 16,0 0-48-16,-2 0 0 15,1 1 0-15,0-1 0 0,0 3-128 0,-2 1 0 0,-3 1 0 0,-1 2 0 16,-2 1 0-16,-2 2 0 0,-3 2 0 0,-1 1 0 16,-4 5 0-16,-1-1 0 0,-1 2 0 0,-2 4 0 15,-2 0 128-15,0 2 0 0,-2 3 0 0,-1 2 0 16,-2 2 16-16,-1 2 0 0,1 1 0 0,-1 2 0 0,1-5-96 16,-1 3-48-16,1-3 0 0,0 1 0 0,0 0 0 15,4 2 0-15,-3-3 0 0,2-3 0 0,2 1 0 16,2-5-128-16,-1-2 128 0,1 0-160 15,0-4-656-15,1-1-128 0,1-3-16 16,-2-7-16-16,4 7-752 0,-4-7-128 0,0 0-48 0,0 0 0 16,0 0-1552-16,0 0-304 0,0 0-64 15,0 0-13808-15</inkml:trace>
  <inkml:trace contextRef="#ctx0" brushRef="#br0" timeOffset="152482.09">13589 12138 22111 0,'0'0'1968'0,"0"0"-1584"0,-7-2-384 0,2-1 0 0,5 3 5280 0,0 0 976 16,0 0 192-16,0 0 32 0,0 0-3920 0,0 0-800 16,0 0-160-16,6-5-16 0,2 1-432 0,4 1-64 15,4-1-32-15,1 2 0 0,0-3-496 0,2-1-112 16,3 1 0-16,2 0-16 0,2-2-128 0,1 1-32 16,1-1 0-16,-1-2 0 0,2 1-144 0,1 1-128 0,1-1 192 0,-1 1-192 15,-1-3 128-15,-2 1-128 16,-2 0 0-16,-1 1 0 0,0-3 0 0,-2 2 0 15,-4 0 0-15,1 1 0 0,-2 2 0 0,-3-1 0 16,-2 1 0-16,-3-1 0 0,-3 3 0 0,-6 4 0 0,0 0 0 0,0 0 0 16,0 0 128-16,0 0 0 15,0 0 16-15,-6 4 0 0,-2 3 16 0,-1 2 0 0,-2 4 0 0,1 2 0 16,0 4-160-16,-4-1 0 0,1 4 0 0,2 0 112 16,-1-1-112-16,2-1 0 0,0-2 0 0,4 0 0 0,2-1 0 15,1 1 0-15,2-2 0 0,4-2 0 16,-1 1 0-16,4-5 0 0,1-1 0 0,4-1 0 15,2-1 0-15,2-3 0 0,4-2 0 0,0 1 0 0,2-3 0 16,1-4 0-16,2 0 0 0,-1 0 0 0,1-1 0 16,-2 0 0-16,0-3 0 0,-2 1 0 0,-4-2-160 15,1 0 160-15,-1-1-128 0,-3 2 128 0,-1-4 0 0,-3 2 0 16,-2-3 0-16,-2-1-128 0,-4 1 128 0,0 2 0 16,-1-5 0-16,-1 2 0 0,-2 1 0 0,0-2 0 15,-4 2 0-15,0 0 0 0,0-1 0 0,-2 0 0 16,-2 1 0-16,-1 1 0 0,1 0 0 0,-2 2-160 15,0-2 160-15,-2 3-208 16,1 0-512-16,1 2-112 0,-2 3 0 0,2 2-16 16,0-2-1200-16,2 4-256 0,2 4-32 15,1 0-12592-15,1 2-2528 0</inkml:trace>
  <inkml:trace contextRef="#ctx0" brushRef="#br0" timeOffset="152686.41">14624 12149 23039 0,'0'0'2048'0,"0"0"-1648"0,0 0-400 0,0 0 0 16,0 0 5248-16,0 0 960 0,0 0 192 15,0 0 32-15,0 0-4240 0,0 0-848 0,0 0-160 0,0 0-32 16,0 0-320-16,0 0-64 0,0 0-16 0,0 0 0 16,0 0-752-16,0 0 0 0,6 5-240 0,1-1 64 15,-7-4-1488-15,9 2-288 0,0 0-64 0,2-2-12320 16,0 0-2448-16</inkml:trace>
  <inkml:trace contextRef="#ctx0" brushRef="#br0" timeOffset="153088.21">15210 11887 29487 0,'0'0'1296'0,"0"0"288"0,0 0-1264 0,0 0-320 16,-5-4 0-16,1-2 0 0,0 3 4864 0,1 1 896 16,3 2 192-16,-7 0 48 0,-1 2-3536 0,0 3-704 15,-3 3-144-15,0 1-16 0,-2 1-848 0,-1 3-176 0,-4 2-16 0,-1 1-16 16,1 1-384-16,0 3-160 16,1 0 128-16,3-1-16 0,-2 1-112 0,4-1 0 0,4-1 0 0,2-2 0 15,3 0 0-15,4-1 0 16,2 1 0-16,4-2 0 0,2-1 0 0,2-1 0 0,4-1 0 0,2-2 0 15,2-3 0-15,3 1 0 16,2-3 0-16,-1-2 0 0,1 1 0 0,1-4 0 16,-2-1 0-16,2-2 0 0,-2 2 0 0,2-3 0 15,-1-1 0-15,-2 1-160 0,-1-3 160 0,-3 2-160 0,-1-6 160 16,-2 2-160-16,-3-3 160 0,-3 1 0 16,-2-3 0-16,-2 1-128 0,-2 0 128 0,-1-2 0 0,-3 0 0 0,0 2 0 15,-5-1-128-15,0 0 128 0,-2-2-128 0,-2 4 128 16,-1-4-512-1,-2 4 0-15,-2-4-16 0,-1 2 0 0,0-1-1808 0,1 0-352 16,0 1-80-16</inkml:trace>
  <inkml:trace contextRef="#ctx0" brushRef="#br0" timeOffset="153607.51">16053 11334 17503 0,'0'0'1552'0,"0"0"-1232"0,0-5-320 0,0 5 0 16,0 0 6976-16,6-6 1328 0,9 2 272 0,-5 4 48 16,-4-3-5936-16,4 0-1200 0,3 3-224 0,-3 1-48 15,-10-1-160-15,5 5-32 0,-1 3 0 0,-1 1 0 16,-2 2-560-16,0 2-112 0,1 3-32 0,-2 3 0 16,-3 2-64-16,1 2 0 0,-2 0-16 0,0-3 0 0,1 0-240 0,0 1 144 15,0-3-144-15,1-1 128 0,0-3-128 0,-1-1 0 16,2-2 0-16,-1 1-176 15,4-6-640-15,-2 1-128 0,0-7-16 0,0 0-16 16,5 4-1168-16,1-2-224 0,2-3-64 0,4-2 0 16,1 2-1856-16,-1-2-368 0,1-1-80 0</inkml:trace>
  <inkml:trace contextRef="#ctx0" brushRef="#br0" timeOffset="153797.01">16250 11485 12895 0,'0'0'1152'0,"0"-9"-928"0,-2 0-224 0,0 1 0 0,-2 0 5824 0,0 6 1136 15,4 2 208-15,-7-6 64 0,-1 5-3520 0,1-2-688 0,-4 3-144 0,1 3-16 16,-1 0-976-16,0 2-192 0,-1 1-32 0,1 1-16 15,1 2-800-15,1 0-144 16,1 2-48-16,2-4 0 0,0 2-336 0,2-1-64 0,3 0 0 0,2 0-16 16,2-2-240-16,2 2 128 15,3-1-128-15,3-1 0 0,2 0 0 0,1-3-192 16,3 0 16-16,1-2 0 16,2 1-784-16,0-2-176 0,1-2-16 0,2 1-16 15,0-3-1072-15,2 2-192 0,0-4-64 0,1 0-11904 0,-2-1-2400 0</inkml:trace>
  <inkml:trace contextRef="#ctx0" brushRef="#br0" timeOffset="154122.81">16552 11317 47103 0,'-10'-4'2096'0,"4"3"416"0,6 1-2000 0,-7 0-512 0,0 0 0 0,0 1 0 0,1 2 752 0,-1 0 48 16,7-3 16-16,0 0 0 0,0 0 464 0,0 0 112 15,0 0 16-15,2 8 0 0,0 0-944 0,1 1-176 16,-3-9-32-16,8 12-16 0,1-2-240 0,4 0 176 15,1 0-176-15,3 0 160 0,-1 1-160 16,1 1 0-16,1-2 0 0,0 3 128 0,-1-4-128 0,-1 3 0 16,1 0 0-16,-3-1 0 0,-2 1 0 0,-3 0 0 15,-1 0 0-15,-2-1 0 0,-2 0 0 0,0 0 0 16,-4 1 0-16,-2-1 0 0,-4-1 0 16,1 0 0-16,-4 0 0 0,-1-4 0 0,-2 1 0 0,0 0 0 15,-2 0 176-15,-2-1-176 0,1 1 176 0,-4-2-176 16,0 0 192-16,-1-1-192 0,1 2 0 0,0-5 0 15,0 4 0-15,-2-4 0 0,0 2-208 0,0 1 0 16,0 1 0-16,1-4 0 16,-1 2-656-16,1 0-128 0,2-1-32 0,4 1 0 15,2-1-1328-15,3 0-272 0,1 0-48 0,8-2-17904 0</inkml:trace>
  <inkml:trace contextRef="#ctx0" brushRef="#br0" timeOffset="154398.63">17059 11523 46079 0,'0'0'2048'16,"0"0"400"-16,-2 0-1952 0,2 0-496 0,2 0 0 0,-2 5 0 0,0-5 1360 0,0 0 176 0,0 0 48 0,-6 16 0 0,-2 1-176 0,0 1-48 16,-1 1 0-16,0 2 0 0,0 4-768 0,-1 2-144 15,1 2-48-15,-1 0 0 0,-3 2-176 0,1-1-32 16,0-5-16-16,2 0 0 0,0 1-176 0,-1-2 0 15,-1 0 0-15,3-2 0 0,0-1 0 0,1-3 0 16,-1 2 0-16,1-3 0 0,2 0 0 0,-1-4-256 16,1-2 64-16,1 1 16 15,-1-5-752-15,4-1-160 0,2-6-16 0,0 0-16 16,0 0-1616-16,0 0-320 0,0 0-64 0,0 0-17776 0</inkml:trace>
  <inkml:trace contextRef="#ctx0" brushRef="#br0" timeOffset="155374.35">17057 11827 20271 0,'0'0'1792'0,"0"0"-1424"0,0 1-368 0,-2 0 0 15,2-1 5136-15,0 0 960 0,0 0 192 16,0 0 48-16,0 0-4080 0,-2 7-800 0,-1 1-176 0,0 1-16 16,-1 0 192-16,2 1 32 0,-1 1 16 0,1 0 0 15,-2 1-800-15,1 1-176 0,1-2-16 0,-1 2-16 16,0 0-224-16,1-2-32 0,0 1-16 0,1 1 0 15,0-4-224-15,1 2 0 0,1-1 0 0,0 1 0 16,2-1 0-16,1 0-240 0,1 0 48 0,2-1 16 16,-1-1-192-16,3-2-32 0,0 1-16 0,4-1 0 15,3-1-144-15,2-1-16 0,-1-1-16 0,3 1 0 16,-1-4-96-16,4 0-16 16,-1-3 0-16,0 1 0 0,-3-2 128 0,0 0 0 15,-1-2 16-15,0 0 0 0,-1-2 256 0,-2 0 48 0,-1-1 16 16,-1 0 0-16,1-1 240 0,-1 1 0 0,-2-3 0 0,0 0 0 0,-1-1 176 0,-4 0-32 15,-1 0 0-15,-1 1 0 0,-2 0 144 16,-2 1 32-16,-3-1 0 0,-1 4 0 0,-1-2 192 0,-3 2 64 16,-1 1 0-16,-2 2 0 0,1 1 96 0,-3 2 32 15,-3-1 0-15,1 3 0 0,-1 3-288 0,0-2-48 16,1 2-16-16,-4 2 0 0,0 0-176 0,-1 2-48 16,0-1 0-16,-1 3 0 0,4 0 32 0,0 2 0 15,1-1 0-15,2 1 0 0,-1-1-160 0,2 2 0 16,2 1 144-16,2-1-144 0,1-1 0 0,2 1 0 15,4 1 0-15,2 0 0 0,2 0 0 0,5-1 0 16,2 0 0-16,2-2-192 0,2 2-16 0,2-4-16 0,3-1 0 0,5 1 0 16,3-1-144-16,-1-3-16 0,1-2-16 0,1 0 0 31,-1-4-80-31,1 0-16 0,-1-2 0 0,2 0 0 0,-2-3 144 16,0 2 32-16,0-4 0 0,-1 1 0 0,-2-1 320 0,-1-1-144 0,-1-1 144 0,0 1 0 15,-3-3 0-15,-1 1 0 0,-4 0 0 16,-3 0 0-16,-1 1 0 0,-3 0 0 0,-1 2 144 15,-2-1-144-15,-4 2 304 0,-3 1-32 0,-3 2 0 16,-2-1 0-16,3-1 320 0,-3 7 64 0,-2-2 16 16,-1 2 0-16,1 0-160 0,-2 2-48 0,-2 1 0 15,2 2 0-15,-1 0-192 0,1-1-32 0,0 4-16 16,2 0 0-16,0 0-64 0,0 1-16 0,2-1 0 0,4 2 0 0,0-1-144 16,1 0 0-16,1-2 0 0,2 1 0 0,1-8 0 15,2 9 0-15,-2-9-160 0,0 0 160 0,11 7-320 0,-1 1 16 16,-10-8 16-16,13 4 0 0,2-2-64 0,-2-1-16 15,1-1 0-15,3 0 0 0,-5-3 16 16,2-2 0-16,-2 1 0 0,2-2 0 0,-1 0 80 0,0 0 16 16,-1-1 0-16,0 1 0 15,-3-1 256-15,-3 1-160 0,0-1 160 0,-1 2-128 0,1 1 128 0,-6 4 0 0,0 0 160 0,0 0-160 16,0 0 576-16,0 0 0 0,0 0 16 0,0 0 0 16,0 0-80-16,0 0 0 0,3 5-16 0,-1 3 0 15,1-1-240-15,-2 2-32 16,2 3-16-16,-2 1 0 0,2 2-16 0,2 0-16 0,0 3 0 15,2 1 0-15,-3 2-48 0,1 1 0 16,-1 4 0-16,0 2 0 0,1 1 0 0,2 1-128 16,-4-2 192-16,0 0-64 0,-3 0-128 0,3 0 0 15,-2-4 0-15,0 2 0 0,-1-3 0 0,-1 0 0 0,-4-1 0 16,-2-1 128-16,-2-1-128 0,-1-1 0 0,3-1 144 16,-3-1-144-16,-5-4 0 0,0 1 0 0,0 0 0 15,0-5 0-15,-3-2 0 0,-1-1 144 0,1 3-144 0,1-4 0 16,-2-2 176-16,0-2-176 0,-2-2 160 0,1 0-160 15,-7-1 0-15,3-3 128 0,-1 1-128 0,1-1 0 16,1 1 0-16,2-1-192 0,-1-2 48 0,1-3 0 16,3 2-1040-1,2 0-208-15,1-1-32 0,3 1-14768 0,4-3-2944 0</inkml:trace>
  <inkml:trace contextRef="#ctx0" brushRef="#br0" timeOffset="156407.04">6625 13911 12895 0,'0'0'576'0,"0"0"112"0,-3-10-560 0,-1-1-128 0,0-2 0 0,1 0 0 15,2 0 8848-15,0 2 1744 0,-2 0 352 0,-1 2 64 16,-1 1-8512-16,-2 2-1712 0,1-1-336 0,-3 3-64 0,-2-2 48 0,1 2 0 16,-1 2 0-16,-2 2 0 0,-4 2-192 0,-1 2-48 15,0 2 0-15,0 1 0 0,1-5-192 0,0 6 144 16,-2 0-144-16,5 4 128 0,0-2 128 15,2 3 0-15,2 3 16 0,4-6 0 0,2 1-96 0,2-1-32 16,1 1 0-16,3 2 0 0,3 0-144 0,2 0 128 16,2 0-128-16,4 0 128 15,3 0-128-15,3-1 0 0,3-1 0 0,11 6 0 0,-4-1 0 16,-1-2 0-16,1-1 0 0,-8-4 0 0,1 2 0 0,2 2 128 16,-1 0-128-16,-1-1 128 0,-1 1-128 0,-3 1 0 15,-2 0 0-15,-3-1-176 0,-3 2 176 0,-2-4 128 16,-3 1-128-16,-3 1 176 0,-2-1-176 0,-4 1 0 15,-3-3 0-15,-2 1 0 0,-1 2 128 0,-10 0-128 16,-3-1 192-16,1-1-64 0,-2-2-128 0,-1-2 0 16,-1-2 0-16,8-2 0 0,-2-2 0 0,1 2 0 0,-3-2 0 15,-2-1 0 1,0-3-592-16,0 1-48 0,2-1-16 0,0 2 0 16,0-6-736-16,2-2-144 0,4 0-16 0,7-1-14208 15,4-5-2848-15</inkml:trace>
  <inkml:trace contextRef="#ctx0" brushRef="#br0" timeOffset="156616">6942 13789 19343 0,'0'0'848'0,"0"0"192"0,0 0-832 0,0 0-208 0,0 0 0 0,-1 6 0 16,1 3 7504-16,-1 3 1456 0,-1 1 304 0,0 3 48 0,-2 2-6432 0,1 2-1296 16,1 2-256-16,-1 1-48 0,0 3-816 0,2 0-144 15,0-1-48-15,0 0 0 0,-1 0-272 0,2-1 0 16,0 1 128-16,2-1-128 0,1-1 0 0,1-2 0 15,0 0 0-15,0-4 0 16,0-3-1152-16,1-1-128 0,-2 0-16 0,1-2-16 16,1-2-1968-16,2-1-400 0,-2-3-80 15</inkml:trace>
  <inkml:trace contextRef="#ctx0" brushRef="#br0" timeOffset="157024.07">6775 14139 47391 0,'0'0'2112'0,"0"0"416"0,0 0-2016 0,0 0-512 0,0 0 0 0,12 0 0 16,1-1 896-16,2 0 96 0,0-2 16 0,2-1 0 16,4-1 64-16,1 0 16 0,2-4 0 0,-1 1 0 15,2 0-560-15,-2 0-96 16,-1 0-32-16,-1 2 0 0,-2 1-240 0,-1 1-160 0,-1 1 192 0,-3 3-192 16,-3 3 192-16,-2 3-192 15,-3 1 192-15,-1 3-192 0,-2 3 240 0,-2 2-64 0,-1 3-16 0,-1 1 0 16,-2 0 16-16,0-1 0 0,-1 1 0 0,1 0 0 15,-1-2-176-15,1-2 128 0,2-2-128 0,0-2 128 16,1-3-128-16,1-2 0 0,-1-6 0 0,0 0 0 16,7 5-320-16,-1-2 64 0,-6-3 16 0,9-1 0 15,3-1-64-15,-2-4-16 0,2-3 0 0,-1 0 0 16,-2-2 48-16,1-1 0 0,-1-2 0 0,2 2 0 16,-2-3 128-16,0 0 144 0,-1 0-208 0,0 0 80 15,-2 2 128-15,-1 0 0 0,1 2 0 0,-1 1 128 16,0 4 128-16,-5 6 16 0,0 0 16 0,0 0 0 0,0 0-32 0,0 0 0 15,0 0 0-15,9 8 0 0,-1 1-96 0,1 3-32 16,0-1 0-16,0 2 0 0,2-1-128 16,2 0 0-16,1-2 0 0,2 1 0 15,1-2-384-15,0-1-96 0,2-2-32 0,2-2 0 16,0-1-1760-16,0-3-352 0,1-3-80 0,0 0-19328 16</inkml:trace>
  <inkml:trace contextRef="#ctx0" brushRef="#br0" timeOffset="157420.38">7676 13905 15663 0,'-2'-15'1392'0,"2"15"-1120"16,-3-4-272-16,3 4 0 0,-3-3 6848 0,3 3 1296 15,0 0 272-15,0 0 48 0,-5 5-5184 0,1 4-1040 16,0 5-192-16,1 1-64 0,-1 0-640 0,0 5-144 0,2-2-32 0,1 2 0 16,0-1-704-16,1 1-144 15,2 1-16-15,2-1-16 0,3 1-144 0,2-1-16 16,3-2-128-16,-1 0 192 0,2-3-128 0,3-2-64 0,2-2 0 0,1 0 0 15,-1-5 0-15,1 0-128 16,1-4 128-16,0 1-160 0,-2-2-32 0,-1-1 0 0,1-1 0 0,-1-4 0 16,0-1-16-16,0 0-16 0,-2-3 0 0,-2-2 0 15,1 2 16-15,-3-1 0 0,1-1 0 0,-2 0 0 16,1-2 32-16,-2 1 16 0,0-1 0 0,-4 1 0 16,-2 0 160-16,-3 2 0 0,0 2-144 0,-1 3 144 0,1 5 0 15,0 0 128-15,-8 1 0 0,-1 3 0 0,0 1 240 16,-2 4 32-16,1 4 16 0,-1 2 0 15,2-1-144-15,1 2-16 0,0-1-16 0,1 2 0 16,3 0-96-16,2 0-16 0,2-1 0 0,2-3 0 0,2-1-80 0,1-1-48 16,1 0 0-16,4-2 0 0,0 0 0 0,2-2-160 15,-1-2 160-15,4-1-192 16,-1-2-512-16,2-2-128 0,-1-4 0 0,1 2-16 16,-2-2-1504-16,1 0-288 0,-2 0-64 0,-2-1-12144 15,0-2-2416-15</inkml:trace>
  <inkml:trace contextRef="#ctx0" brushRef="#br0" timeOffset="157608.53">7576 14008 23039 0,'0'0'1024'0,"-5"5"192"0,-2-1-960 0,2 0-256 0,5-4 0 0,0 0 0 15,0 0 7184-15,0 0 1392 16,0 0 288-16,9 1 48 0,3-1-6928 0,1-1-1376 0,4 1-288 15,5-4-48-15,3 0-272 0,2-1 0 0,6-2-176 0,2 1 176 32,0-2-1328-32,4-1-144 0,2-2-48 0,0 1-14096 0,6-2-2816 0</inkml:trace>
  <inkml:trace contextRef="#ctx0" brushRef="#br0" timeOffset="158093.01">8324 13789 4607 0,'0'0'192'0,"0"0"64"0,0 0-256 0,0 0 0 0,0 0 0 0,0 0 0 0,0 0 10816 16,0 0 2128-16,0 0 432 0,11 0 64 0,0 0-9696 0,1-3-1952 16,2 2-384-16,1-1-64 0,2 0-832 0,1-1-144 15,2 1-48-15,-2-1 0 0,1 0-224 0,1 2-96 16,-2 0 0-16,-1 0 0 0,-1-1 0 0,-3 2 0 16,0 2 0-16,-3-1 0 0,-1 1 0 0,-9-2 0 15,7 4 0-15,-7-4 0 0,0 0 0 0,0 0 0 16,4 7 0-16,-2 1 0 0,-3 0 0 0,-1 1 0 15,-4 0 0-15,1 1 0 0,-1-2 0 0,-1 4 0 0,-1-3 0 0,0 1 0 16,1 1 0-16,-1 0 0 0,-1 1 0 0,1 1 0 16,3-4 0-16,-1 2 0 0,0-1 0 0,2-2 0 15,0 1 0-15,3-1 0 16,-1 0 0-16,2 0 0 0,2 1 0 0,0-3 0 16,2 1 0-16,3-1 0 0,-1 1 0 0,2-1 0 15,3 1 0-15,0-1 0 0,1 1 0 0,1-1 0 0,3 4 0 16,-1-3 0-16,1 0 0 0,0 1 0 0,-1 0 0 15,0 1 0-15,-1 0 0 0,-1 0 0 0,-1 0 0 0,-1 3 0 16,0 1 0-16,-2-1 0 16,-1 1 0-16,-3 0 0 0,-2 1 0 0,-2 0 0 0,-1 2 0 0,-1-2 0 15,-5-1 0-15,-1 0 0 0,-4 0 0 0,-1 0 0 16,-1 0 0-16,-1-1 0 0,1 1 0 0,-1-2 0 16,-2-2 0-16,0 0 0 0,-2-1 0 0,0-2 0 0,0-1 0 15,-3-1 0-15,0-2 0 0,3-1 0 16,1-1-192-16,1-1-48 0,4-1 0 0,3-2 0 15,0 2-1312 1,4-5-272-16,2 0-48 0,5-4-14208 0,5-1-2848 0</inkml:trace>
  <inkml:trace contextRef="#ctx0" brushRef="#br0" timeOffset="158295.42">9170 13963 55455 0,'-10'6'2464'0,"10"-6"496"0,0 0-2368 0,0 0-464 16,0 0-128-16,0 0 0 0,0 0 624 0,0 0 96 16,0 0 32-16,0 0 0 0,0 0-432 0,0 0-64 15,0 0-32-15,0 0 0 0,0 0-160 0,3 7-64 16,-3-7 0-16,0 0 0 16,7 8-1056-16,1-1-208 0,-8-7-32 0,9 6-23600 0</inkml:trace>
  <inkml:trace contextRef="#ctx0" brushRef="#br0" timeOffset="158453.64">9238 14309 33167 0,'-5'6'2944'0,"1"2"-2352"0,0 0-464 0,0 1-128 15,2 0 5024-15,-1 0 992 16,-1-1 192-16,0 1 32 0,0-2-4256 0,2 1-864 0,-1-2-160 16,0 1-48-16,3-7-720 0,0 0-144 0,0 0-48 0,0 0 0 15,0 0 0-15,0 0 0 0,0 0 0 0,0 0 0 16,0 0 0-16,0 0 0 0,10 0 0 0,0-3-17472 15,4-1-3504-15</inkml:trace>
  <inkml:trace contextRef="#ctx0" brushRef="#br0" timeOffset="-145840.78">10288 13781 11055 0,'0'0'976'0,"0"0"-784"0,-3-7-192 16,-1 0 0-16,0-1 4384 0,0 1 832 0,0 1 160 0,0-1 48 15,-1-2-1168-15,1 1-224 0,-1-2-64 0,1 2 0 16,0 0-1200-16,2 2-240 0,-2-1-48 0,1 1-16 15,1-1-1120-15,-1 1-240 0,0-1-32 0,3 7-16 16,0 0-560-16,0 0-112 0,0 0-32 0,0 0 0 16,0 0-352-16,0 0 128 0,0 0-128 0,0 0 0 0,0 9 0 15,0 4 0-15,0 4 0 0,2 5 0 0,-2 6 0 0,2-1 0 16,1 4 0-16,-2 3 128 16,0-4-96-16,1 2-32 0,-1-4 0 0,-1 1 0 0,0 0 0 0,1-1 0 15,1 0 0-15,-1-2 0 0,0-3 0 0,1-1 0 16,0-1 0-16,0 1 0 0,-1-2 0 0,0-3 0 15,2-3 0-15,-2-1 0 0,0-1 0 0,2-2 0 16,-2 0 0-16,1-3 0 0,-2-7 0 0,0 0 0 16,0 0 0-16,0 0 0 15,0 0-432-15,0 0-16 0,0 0-16 0,0 0 0 16,0 0-736-16,0 0-144 0,0 0-16 0,0-6-16 16,0-3-2416-16,-3-6-496 0</inkml:trace>
  <inkml:trace contextRef="#ctx0" brushRef="#br0" timeOffset="-145458.28">9752 13596 46815 0,'0'0'2080'0,"-11"-2"416"0,2-1-1984 0,0-3-512 0,0 1 0 0,9 5 0 16,-9-4 1680-16,9 4 240 0,-7-2 64 0,7 2 0 16,0 0-656-16,0 0-128 0,0 0-32 0,0 0 0 15,0 0-784-15,8-8-144 0,3 1-48 0,3 1 0 0,4 3-192 0,6-3 0 16,6-1 128-16,-6 3-64 0,6 0-64 0,6-2 0 16,5-1 0-16,5 1 0 0,1-1 0 0,1 2 0 15,3 0 0-15,1-2 0 0,3-1 0 0,1 1 0 16,-1 0 0-16,-2 2 0 0,-1 1 0 15,-3 3 0-15,-5-3 0 0,-5 1 0 0,-6 3 0 0,-3 0 0 16,-4 0 0-16,-3 0 0 16,-2 3-336-16,-3 1-64 0,-1-4-16 0,-1 2 0 15,-3 2-2032-15,-1 4-416 0,-2 2-80 0</inkml:trace>
  <inkml:trace contextRef="#ctx0" brushRef="#br0" timeOffset="-144541.14">10830 13872 11055 0,'-13'0'976'0,"8"0"-784"0,-2 0-192 0,-1-1 0 16,-1 0 7376-16,1-1 1440 0,8 2 272 0,0 0 64 15,-6-2-5184-15,1 2-1024 0,5 0-224 0,0 0-32 0,0 0-1152 0,0 0-208 16,0 0-48-16,0 0-16 0,0 0-848 16,0 0-160-16,10 2-48 0,3-2 0 0,2 2-144 0,0-2-64 15,3 0 0-15,2 0 0 0,2-2 0 0,-1 2 0 16,-1-2 0-16,0 2 0 0,1-2 0 0,-1 2 0 16,-1-1 0-16,0 1 0 15,-4 0 0-15,-3 0 0 0,-2 1 0 0,-2 1 0 16,-8-2 0-16,0 0 0 0,0 0 0 0,0 0 0 0,0 0 0 0,0 0 0 15,0 0 0-15,-4 6 0 0,-2 3 0 0,-2-2 0 16,-2 1 0-16,-2 1 0 0,0-1 0 0,-2 1 0 16,1 0 0-16,0 1 0 0,1-2 0 0,-1 1 0 15,-1-1 0-15,-1 0 0 0,2 0 0 0,3-2 0 0,-1 1 0 16,1 1 0-16,-1-2 0 0,4 3 0 16,0-2 0-16,2-1 0 0,5-6 0 0,-4 5 0 15,4-5-160-15,0 0 160 16,0 0-1136-16,0 0-144 0,4 7-16 0,1-2-16 15,3-1-2032-15,4 0-416 0,1-1-80 0</inkml:trace>
  <inkml:trace contextRef="#ctx0" brushRef="#br0" timeOffset="-143918.03">10389 14364 6447 0,'-11'1'272'0,"5"-1"80"0,1-1-352 0,-1-1 0 15,6 2 0-15,0 0 0 0,0 0 10272 0,0 0 1984 16,0 0 400-16,0 0 80 0,0 0-9440 0,9-6-1888 16,-1 2-368-16,2-3-80 0,0 2-416 0,1 0-96 15,2 1 0-15,0 0-16 0,3 0-432 0,-1 0 0 16,0 2 0-16,0 0 0 0,0 2 0 0,-2-2 0 0,-2 0 128 0,-2 2-128 16,-1 0 0-16,-8 0 0 0,0 0 144 0,0 0-144 15,0 0 128-15,0 0-128 0,0 0 160 0,0 0-160 16,0 0 192-16,0 8-48 0,-1 0-16 0,-3-1 0 15,-1-2 0-15,-2 1-128 0,0 1 192 0,-3 1-64 16,1-2-128-16,0 1 0 0,0-1 144 0,0 1-144 16,1-1 0-16,0 1 128 0,-1-1-128 0,3 1 96 15,0-1-96-15,2 1 0 0,1-1 0 0,3-6 0 16,-2 7 0-16,2-7 0 0,0 0 0 0,3 8 0 16,1 1 0-16,1-3 0 0,-5-6 0 0,8 7 0 0,1-2 0 0,1 2-128 15,1-2 128-15,-1 1 0 0,1-2 0 16,-1 2 0-16,-1 0 0 0,0-1 0 0,0 0 0 0,1 1 0 15,-3-2 0-15,0 1 0 0,-7-5 0 16,5 5 0-16,-5-5 0 0,4 7 0 0,-4-7 0 0,0 9 0 16,-1-1 0-16,-3 2 128 0,-3-2-128 0,0 1 0 15,-4-1 0-15,-1 0 0 0,-1 2 0 0,-1-4 0 16,0 4 0-16,-2-4 0 0,0-1 0 0,1 1 0 16,0-1 0-16,1 0 0 0,1-2 0 0,0 0 0 15,1-1 0-15,2 0 0 0,1-2-224 0,2 0-32 16,7 0-16-16,0 0 0 15,0 0-1872-15,0 0-368 0,8-9-80 0,4-2-13024 16,3-4-2624-16</inkml:trace>
  <inkml:trace contextRef="#ctx0" brushRef="#br0" timeOffset="-143584.42">11580 13570 27647 0,'0'0'2448'0,"-7"-3"-1952"0,-2 0-496 0,1 2 0 16,3-4 5968-16,5 5 1104 0,0 0 224 0,0 0 32 15,0 0-5072-15,0 0-1008 0,0 0-208 0,0 0-32 16,-4 5-512-16,0 4-112 0,2 4 0 0,0 3-16 16,1 2-272-16,1 6-96 0,0 0 0 0,0 4 0 0,1 1 0 0,-1 1 0 15,0 1 0-15,2 0 0 16,-1-1 0-16,0-1 0 0,0-2 0 0,1-3 0 0,-1-2 0 0,0-4 0 15,1 3 0-15,-1-3 0 16,0-1 0-16,-1-1 0 0,-1-2 0 0,0-1 0 0,-1-1 0 16,1-3 0-16,-2-3 0 0,3-6 0 0,-3 8-320 0,3-8-48 15,0 0-16-15,-6 3 0 16,0-2-560-16,-1-1-112 0,-1-1-32 0,1-2 0 16,-1-3-1504-16,-1-3-304 0,0-4-64 0,-6-2-17920 15</inkml:trace>
  <inkml:trace contextRef="#ctx0" brushRef="#br0" timeOffset="-143368.55">11067 13613 41119 0,'-14'-7'1824'0,"9"5"368"0,-1-2-1744 0,3 0-448 15,3 4 0-15,0 0 0 0,0 0 2496 0,0 0 432 16,0 0 80-16,6-5 0 0,3-1-1280 0,3 2-272 16,2 0-48-16,3 1-16 0,1-1-800 0,3-2-144 15,3 5-48-15,2-4 0 0,4 1-400 0,2 0 0 16,4-2 0-16,3-1 0 0,3-1 192 0,1 0-32 15,-2 2-16-15,2 1 0 0,0-2-96 0,-2 2-48 0,-2 0 0 16,-3 2 0-16,-2-1 0 0,-1 3 0 0,-3 1 0 0,-2 0-160 31,0 1-896-31,-3 3-176 0,-2 1-48 0,-2 3 0 16,-3 4-2784-16,-3 0-560 0</inkml:trace>
  <inkml:trace contextRef="#ctx0" brushRef="#br0" timeOffset="-142373.45">11908 13957 45039 0,'0'0'1984'0,"0"0"432"0,0 0-1936 0,-4 5-480 0,4-5 0 0,-5 4 0 0,0 0 1824 0,-2 0 272 16,-1-2 48-16,1 1 16 0,-1 0-576 0,0-1-112 15,0-2-32-15,0 0 0 0,1 0-928 0,-1 0-192 16,0 0-48-16,0 0 0 0,-1 0-192 0,0 0-80 16,1 0 0-16,0 0 0 0,0 0 0 0,1 0 0 15,-3 0 0-15,3 3 0 0,0 1 0 0,1-3 0 16,6-1 0-16,0 0 0 0,-6 5 0 0,6-5 0 15,0 0 0-15,0 0 0 0,0 9 0 0,3-1 0 16,-3-8 0-16,5 9 0 0,2-1 0 0,0 1 0 16,3-3 0-16,0 1 0 0,2 1 0 0,0 1 0 15,1-2 0-15,1-2 0 0,2 2 0 0,-1-1 0 16,1 1 0-16,-2-2 0 0,1-1 0 0,-1 1 0 16,-1 1 0-16,-1 0 0 0,-3-1 0 0,-1 1 0 0,-2 1 0 0,-1-1 0 15,-5-6 0-15,4 8 0 16,-1 0 0-16,-2-1 0 0,-2 0 0 0,-2 1 0 15,-1-1 0-15,-2-1 0 0,-2 1 0 0,0-1 0 16,-2 1 0-16,-1-1 0 0,0 1 0 0,-1-3 0 16,0 0 0-16,-1 0 0 0,-1 0 0 0,-1-2-160 0,0 1 160 0,2-1-128 15,0 0 128-15,1 0-160 0,-1 1 160 0,4-3-160 16,1 0-736 0,8 0-160-16,0 0-32 0,0 0 0 0,0 0-1072 15,0 0-208-15,8-5-64 0,5-1 0 0,2 1 240 16,5-1 32-16,2-2 16 0,2-3 0 0,2 2 736 0,1-2 128 15,2-1 48-15,-2 1 0 0,-2 1 208 0,-3 1 32 16,2 0 16-16,-4 2 0 0,-4 3 2064 0,0-1 432 0,-5 1 80 0,-1 2 0 0,-10 2 1328 0,0 0 256 16,0 0 48-16,0 0 16 0,0 0-864 0,0 0-160 15,0 0-48-15,-6 6 0 0,-2 1-1216 0,-2 0-256 16,0 1-64-16,-2 0 0 0,0 1-336 0,2 0-80 16,-1 0-16-16,2 2 0 0,1-1-64 0,2-2-16 15,1-1 0-15,2-1 0 0,2 1-128 0,1-7-176 16,1 8 48-16,-1-8 0 0,0 0 0 0,7 5 0 15,-7-5 0-15,7 4 0 0,2-3-128 0,2-1 0 0,-2-1-16 16,3-1 0-16,0-3-16 0,1 0 0 16,-2-2 0-16,1 1 0 0,0-1 48 0,-2-2 16 15,-1 0 0-15,0 0 0 0,1 0 96 0,-1-3 128 16,-3 2-208-16,1 2 80 0,-2 1 128 0,-5 7 0 0,0 0 0 0,0 0-128 16,0 0 128-16,0 0 0 15,0 0 0-15,0 0 0 0,0 0 176 0,0 0-48 0,0 0 0 16,5 7 0-16,-1 2-128 0,0 0 0 0,-1 0 0 15,0 0 0-15,3 2 0 0,0-1 0 0,2 1 0 0,1-1 0 16,3-1 0-16,-2 0 0 0,1 0 0 0,0-1 0 16,1-1-128-16,1-2-16 0,2 0 0 15,-2-2 0 1,-2-2-816-16,1-1-176 0,1-1-16 0,-1-2-16 16,-3-1 272-16,1-1 64 0,-2 0 16 0,-1 1 0 0,-2-1-576 0,2-3-112 15,-4-2-32-15,1-4 0 16,0 0 112-16,0-2 16 0,-1 1 0 0,-1-5 0 0,1 1 704 15,0-2 160-15,-1-3 32 0,1 4 0 0,-1 1 864 0,2 0 176 0,-4 2 48 0,2 0 0 0,-1 3 1360 16,0 2 288-16,-1-1 48 0,2 4 16 0,-1 2-128 0,-1 7-32 16,0 0 0-16,0 0 0 0,0 0-800 0,0 0-176 15,0 0-16-15,0 0-16 0,0 0-704 0,0 0-144 16,0 0-16-16,1 11-16 0,0 0-240 0,1 0 128 16,0 2-128-16,1 2 0 0,0 4 0 0,-1 0 128 15,1 2-128-15,-1 0 0 0,1 0 0 0,2 0 0 16,-1-2 0-16,0 1 0 0,-1-2 0 0,-1-1 0 15,-2 0 0-15,2-7 0 16,-1 3-400-16,0-4-80 0,-2-1-16 0,1-8 0 16,0 8-720-16,-1-1-128 0,1-7-48 0,0 0 0 15,0 0-1056-15,-6 5-224 0,6-5-32 0,-13 0-17392 0</inkml:trace>
  <inkml:trace contextRef="#ctx0" brushRef="#br0" timeOffset="-142207.99">12302 14143 46767 0,'0'0'2064'0,"0"0"432"0,0 0-1984 0,0 0-512 0,0 0 0 0,0 0 0 16,0 0 1856-16,0 0 256 0,9 0 64 0,0 0 16 16,3-2-1216-16,2-1-240 0,3 0-48 0,3 1-16 15,2-1-480-15,4 1-192 0,4-1 176 0,3 0-176 32,0 1-416-32,5-5-176 0,3 2-48 0,4-3-24208 0</inkml:trace>
  <inkml:trace contextRef="#ctx0" brushRef="#br0" timeOffset="-141618.11">13411 13791 15663 0,'-9'-5'688'0,"3"0"144"0,-6-4-656 0,3-2-176 0,2 2 0 0,-1-3 0 16,-2 3 6832-16,1 0 1328 0,1 3 272 0,0-1 48 15,2 1-5536-15,-2 3-1120 0,-2 3-224 0,-1 1-32 16,-1 2-480-16,-1 3-112 0,-2 6-16 0,-4 5 0 16,1 0-336-16,1 3-80 0,4 1-16 0,1 1 0 15,2 0-224-15,2-1-48 0,3-2-16 0,4-3 0 16,1-2-240-16,4-1 0 0,1-2 0 15,4-2 0-15,3-1-256 0,2-3 0 0,-1-1 0 0,4-2 0 0,0-2-96 0,1 0-16 16,0-2 0-16,1-2 0 16,-2-3 48-16,-2 0 16 0,2-3 0 0,-2 0 0 0,-4 1 112 15,1-3 0-15,-2-1 16 0,0 0 0 0,-4 0 176 16,2 3 0-16,-4-1-144 0,0 3 144 0,-3 1 0 0,-1 7 0 16,0 0 0-16,0 0 0 0,0 0 240 0,0 0 16 15,0 0 0-15,0 0 0 0,-4 7 32 0,3 4 16 16,1-1 0-16,0 3 0 0,1 0-128 0,2-1-32 15,1 0 0-15,0 1 0 0,2-3-144 0,2 3 0 16,2-4 0-16,3-1 0 0,0-1 0 0,2-2-144 16,0 0 0-16,4-2 0 15,0-2-1440-15,2-1-272 0,1-3-64 0,2 1-13504 16,0-2-2704-16</inkml:trace>
  <inkml:trace contextRef="#ctx0" brushRef="#br0" timeOffset="-141370.99">13891 13558 35007 0,'0'0'1552'0,"-6"1"320"0,-6-1-1488 0,1 2-384 15,2 0 0-15,1-2 0 0,2 3 4320 0,1 2 800 16,-2 1 144-16,2 4 48 0,1 0-3408 0,1 3-688 0,1 4-128 0,1 3-16 16,-1-1-800-16,2 3-144 0,2 2-128 0,-1 2 144 15,1 3-144-15,1 1 0 0,1 0 0 0,0-2 0 16,-1 0 0-16,0-4 0 0,0-3 0 0,0 0 0 15,-2 0-288-15,0-3 16 0,-2-3 0 0,0-1 0 16,-2 0-672-16,0-1-128 0,0-1-16 0,-1-3-16 16,0-1-688-1,0-2-128-15,0 1-16 0,-1-2-16 0,5-5-1616 0,-7 4-320 16,-1-3-64-16</inkml:trace>
  <inkml:trace contextRef="#ctx0" brushRef="#br0" timeOffset="-141198.58">13629 13954 12895 0,'-6'-4'1152'0,"-1"2"-928"0,-1-3-224 0,2 1 0 0,0 0 6976 0,6 4 1360 15,-2-5 272-15,2 5 48 0,0 0-5168 0,0 0-1040 16,0 0-208-16,0 0-32 0,8-7-1152 0,0 2-224 16,3 0-64-16,5-1 0 0,5 0-512 0,2 1-128 15,6-2 0-15,2 2-128 0,3-2 128 0,1 1-128 16,0 1 0-16,3-2 0 16,0 1-672-16,1-1-192 0,0 1-32 0,0-1-16 15,-2 1-2208-15,2-1-432 0,0 0-96 0</inkml:trace>
  <inkml:trace contextRef="#ctx0" brushRef="#br0" timeOffset="-140939.42">14596 13632 12895 0,'0'0'1152'16,"0"0"-928"-16,0 0-224 0,-5 0 0 0,-1-1 8576 0,-1 1 1680 0,7 0 336 0,0 0 64 15,-6 3-7088-15,0-1-1424 0,6-2-288 0,-3 7-48 16,-1 1-1168-16,1 2-256 0,2 3-32 0,1 1-16 15,1 3-240-15,0 4-96 0,2 1 0 0,1 2 0 16,0 1 0-16,0 1 0 0,-2 1 0 0,2-2 0 16,-1-4 0-16,1-2 0 0,-2 1 0 0,1-1 0 15,-2-3 0-15,2-2 0 0,-2-1 0 0,0-4 0 0,1 1 0 0,-1-3 0 16,0 1 0-16,-1-8 0 16,0 0-704-16,0 0-144 0,3 5-32 0,-3-5 0 15,0 0-1232-15,0 0-240 0,6-2-48 0,-6 2-20000 16</inkml:trace>
  <inkml:trace contextRef="#ctx0" brushRef="#br0" timeOffset="-140651.7">14397 13545 8287 0,'-18'-12'736'0,"10"8"-592"0,-1 2-144 0,0-5 0 16,1 3 9088-16,3 2 1792 0,5 2 368 0,0 0 64 16,-3-3-7456-16,3 3-1488 0,0 0-288 0,0 0-64 15,0 0-1024-15,8-4-208 16,2 3-32-16,3-1-16 0,3 0-576 0,2-1-160 0,4-1 0 0,3 3 96 15,2 0-96-15,5-1 0 0,0 1 0 0,4-3 0 16,1 2 0-16,1 2 0 0,-3-3 0 0,1 3 0 16,-1-1 0-16,-4 1 0 15,-1 4 0-15,-4-3 0 0,-4 0 0 0,-2 3 0 16,-3-3 0-16,-4 2 0 0,-3 0 0 0,-1 1 0 0,-1-1 0 0,-8-3 0 16,0 0 0-16,3 10 0 0,-3-1 0 0,-4 1 0 15,-3 1 0-15,-2-1 0 0,-2 0 0 0,-4 1 0 16,-2-1 0-16,-2 2 0 0,-2 0 0 0,-1 1 0 31,-1 1-384-31,0-3-64 0,-3 0 0 0,1 4-16 0,4-2-1648 0,0-2-336 16,3 1-64-16</inkml:trace>
  <inkml:trace contextRef="#ctx0" brushRef="#br0" timeOffset="-140222.24">14950 13950 41471 0,'0'0'3680'0,"0"0"-2944"0,0 0-592 0,0 0-144 0,0 0 3264 0,0 0 640 16,0 0 112-16,0 0 16 0,0 0-2560 0,0 0-528 16,0 0-112-16,0 0 0 0,0 0-672 0,0 0-112 15,0 0-48-15,0 0 0 0,0 0 0 0,0 0 0 16,0 0 0-16,0 0 0 0,0 0 0 0,0 0 0 16,0 0 0-16,0 0 0 0,0 0 0 0,0 0 0 15,0 0 0-15,0 0 0 0,0 0 0 0,0 0 0 16,0 0 0-16,0 0 0 0,0 11 0 0,0-5 0 15,1 1 0-15,2-1 0 0,1 1 0 0,2-2 0 16,3 0 0-16,2-1 0 0,0 0 0 0,2 0 0 16,2 1 0-16,0-1 0 0,1 0 0 0,0 1 0 15,-1-2 0-15,1 2 0 0,-2 0 0 0,1 1 0 0,-2-1 0 16,-2 0 0-16,-1-1 0 0,-3 1 0 0,-7-5 0 16,8 7 0-16,-1-2 0 0,-3 1 0 0,-2 1 0 15,0-1 0-15,-2-6 0 0,0 8 0 0,-2 1 0 16,0-2 0-16,-2-2 0 0,-2 0 0 0,1 0 0 15,-1 1 0-15,-1-1 0 0,-1 1 0 0,1 0 0 16,-1-1 0-16,-1 0 0 0,0 0 0 0,-2 2 0 0,1-3 0 16,-1 0 0-16,1 1 0 0,-1-3 0 15,1 1 0-15,0 0 0 0,0-1 0 0,3 1 0 0,-1-2 0 16,0 0-192-16,0 1-16 0,2 0-16 0,6-2-25760 16</inkml:trace>
  <inkml:trace contextRef="#ctx0" brushRef="#br0" timeOffset="-139626">15776 13846 37775 0,'0'0'3360'0,"-8"-1"-2688"16,1-4-544-16,7 5-128 0,0 0 3872 0,0 0 736 15,0 0 160-15,0 0 32 0,0 0-3104 0,0 0-608 16,0 0-128-16,10-7-32 0,2 2-608 0,2 2-128 16,0-2-32-16,6 2 0 0,5 1-112 0,1-1-48 15,5 1 0-15,0 0 0 0,-1 1 0 0,0 0 0 16,-1 1 0-16,0-2 0 0,1 1 0 0,1 0 0 0,2-2 0 0,1-1 0 31,-1-1-416-31,-9 1-80 0,2 0-16 0,3 0 0 16,-1 0-1120-16,0 0-224 0,-2 1-64 0,-3-1 0 15,-2 0-2352-15,1-1-464 0</inkml:trace>
  <inkml:trace contextRef="#ctx0" brushRef="#br0" timeOffset="-139312.48">16199 13645 34095 0,'0'0'3024'0,"0"0"-2416"0,0 0-480 0,0 0-128 16,0 0 3232-16,0 0 624 0,0 0 128 0,0 0 32 16,0 0-2352-16,11 4-448 0,2-1-112 0,3-1-16 15,0 1-272-15,2-2-64 0,3 3-16 0,-7-1 0 16,2-1-368-16,2 1-80 0,0 1-16 0,3 1 0 0,1-1-48 16,1 1-16-16,0 1 0 0,-1-1 0 0,0-1-208 0,-1 0 0 15,-3-2 0-15,1 2 0 0,-2 0 0 0,-2 1 0 16,-2-2 0-1,-2 1 0-15,-2 0 0 0,-3-2 0 0,-6-2 128 0,0 0-128 0,0 0 0 0,0 0 176 16,-1 8-176-16,-2-1 160 0,-2-1 32 0,-3-1 16 16,-1 1 0-16,-2 0 0 0,-2 2-80 0,-2 0 0 15,-2 0-128-15,-1 1 192 0,-2 0-192 0,1-1 0 16,-2 1 128-16,1-1-128 0,2-1 0 16,-5 5-192-16,6 0 48 0,5-2 0 15,3-2-1360 1,2-1-272-16,7-7-48 0,0 0-16 0,0 0-2624 0,0 0-528 0,8 5-96 0</inkml:trace>
  <inkml:trace contextRef="#ctx0" brushRef="#br0" timeOffset="-138986.52">16811 13644 11055 0,'0'0'480'15,"0"0"112"-15,0 0-464 0,0 0-128 0,0 8 0 0,-1 0 0 0,1 1 8416 0,-1 1 1664 16,0 2 336-16,-1 1 64 0,2 3-6928 0,2 2-1376 15,-1 3-288-15,1 1-48 0,1 1-896 0,2 2-176 16,2 0-48-16,1-3 0 0,-1-2-400 0,3-2-64 0,1-2-32 0,0-2 0 16,-2-2-224-16,-1-2 128 0,1-2-128 0,0-2 128 15,0 0-128-15,0-1 0 0,-1-4 0 0,0 0 0 16,-8-1 0-16,9-1 0 0,-1 0 0 0,0-3 0 16,-1-1 0-16,0-2 0 0,-1 1 0 0,1-2 0 15,-2-3 0-15,-1 0 0 0,1-2 0 0,1-2 0 16,0-4 0-16,1-1 0 0,-2-2 0 0,1 0 0 15,1-2-256-15,-1 1-64 0,2 1 0 0,0-2 0 16,1 5-768-16,0 2-176 0,-1 4-16 0,1 1-16 16,0 5-1232-16,0 4-240 15,1 1-48-15,-1 2-16 0,0 3-1024 0,3 2-208 0,3 2-32 0,-3-1-10896 16</inkml:trace>
  <inkml:trace contextRef="#ctx0" brushRef="#br0" timeOffset="-138417.39">17386 13705 3679 0,'0'0'320'0,"0"0"-320"0,0 0 0 0,0 0 0 0,0 0 8080 0,-2 8 1552 15,-3 1 304-15,-3-1 64 0,-3 2-5584 0,-2 4-1104 16,-1 0-240-16,-2 4-32 0,-3 2-1120 0,-2 1-208 16,-1 1-48-16,1-1-16 0,1-3-816 0,5-1-144 15,0-3-48-15,4-1 0 0,1-2-480 0,4-2-160 16,1 0 0-16,5-9 144 0,0 0-144 0,1 6 0 16,3 1 0-16,2-2 0 0,4-2-160 0,0-3-32 0,2-2 0 0,2 0 0 15,3-2-144-15,0-1-48 0,0-3 0 0,0-1 0 31,0-2-48-31,-2-3-16 0,1 0 0 0,-2-2 0 16,1 0-16-16,-2 1-16 0,-1-2 0 0,-2 1 0 0,-2 2 256 0,-2-1 48 0,1 2 16 0,-3 3 0 16,-3 1 160-16,0 2 0 0,-1 7 0 0,0 0 0 15,-1-6 176-15,1 6-48 0,0 0 0 0,0 0 0 16,0 0 32-16,-6 0 0 0,-1 1 0 0,7-1 0 16,-6 7-160-16,2 0 0 0,0 2 0 0,2 3 0 15,2 1 0-15,2 4 0 0,-1-2-160 0,3 0 160 0,1 2-144 16,3 0 144-16,-2-1-128 0,5-3 128 0,2-3-272 15,3 1 16-15,1-2 16 0,1 0 0 16,0-3-448-16,0 0-80 0,2-4-32 0,-1 0 0 16,1-2-160-16,-2 0-48 0,0-3 0 0,-1-1 0 15,0-1 48-15,-1-2 0 0,-3 1 0 0,-1-6 0 16,-2 0 96-16,-1-1 32 0,0 0 0 16,-1-1 0-16,-3-2 544 0,-1 1 112 0,-1-4 32 0,0 2 0 0,-1 2 656 15,-2 2 144-15,-1-2 32 0,0 6 0 0,-2 0 544 16,0 3 112-16,3 6 32 0,0 0 0 0,0 0 96 0,0 0 32 15,-5 4 0-15,1 3 0 0,0 4-608 0,2 2-128 16,0 4-32-16,1 0 0 0,1 2-416 0,1 3-64 16,1 3-32-16,2 1 0 0,1-2-96 0,1 2 0 15,1-3-128-15,1-1 192 0,1 3-192 0,1-1 0 16,-1-2 0-16,1-3 0 0,-3 0 0 0,2-2-240 16,-2-3 48-16,-2 0 16 15,0-3-848-15,2-2-160 0,-3-3-32 0,-4-6-16 16,0 0-752-16,0 0-128 0,0 0-48 0,0 0 0 15,5-5-1792-15,-6-3-352 0,-15-15-80 0,4-1-16 0</inkml:trace>
  <inkml:trace contextRef="#ctx0" brushRef="#br0" timeOffset="-138154.4">17706 13737 17503 0,'0'0'1552'0,"0"0"-1232"0,-4-4-320 0,1 0 0 16,1 0 5632-16,2 4 1088 0,0 0 192 0,0 0 64 15,0 0-4032-15,5-3-816 0,1-2-144 0,4 1-48 16,0 0-704-16,4 0-144 0,2 0-16 0,2 2-16 0,3 0-720 0,1 1-144 15,0 0-16-15,2 1-16 0,1 0-32 0,-1 1-128 16,-1 0 192-16,-3 2-64 0,3 1-128 0,-3 1 0 16,0-2 144-16,-2 2-144 0,-3 0 128 0,-2-1-128 15,-3 3 128-15,-1-1-128 0,-2 1 128 0,-7-7-128 16,1 6 128-16,-1 2-128 0,-3 1 128 0,-2-1-128 16,-3 1 160-16,-2 0-160 0,-3 0 192 0,-1 0-64 15,-2 1-128-15,-1-1 192 0,-1-3-192 0,-1 1 0 16,1-2 0-16,0 0 0 15,0 2-784-15,1-1-112 0,0-3 0 0,2 1-16 16,4-3-1840-16,2 0-384 0,9-1-64 0</inkml:trace>
  <inkml:trace contextRef="#ctx0" brushRef="#br0" timeOffset="-137587.16">18386 13709 39743 0,'0'0'1760'0,"0"0"352"0,0 0-1680 0,0 0-432 16,0 0 0-16,-5 3 0 0,-4 1 2112 0,-1-2 320 0,-2 2 80 0,-3 0 16 16,-3-1-736-16,1 3-160 0,0 5-32 0,-1-2 0 15,0 1-704-15,-2 2-128 0,3 0-48 0,3-3 0 16,2 1-368-16,2 1-80 0,1-2-16 0,2 1 0 16,3-3-256-16,3 1 0 0,1-8 0 0,3 7 0 15,0 3 0-15,3-3 0 0,2-3-176 0,2 0 176 16,2 0-256-16,1-1 48 0,0-3 16 0,1 0 0 0,2-2 16 0,-1 1 16 15,1-2 0-15,-2 0 0 16,1-3-96-16,-1 1 0 0,-1-1-16 0,-1-1 0 16,-3 1 48-16,0-1 16 0,-1-1 0 0,-2 2 0 15,0-3 16-15,0 1 0 0,-2 1 0 0,0 1 0 0,0-3 32 0,0 1 16 16,-3 0 0-16,2 1 0 0,-1 2-176 0,1-1-48 16,-2-1 0-16,-1 7 0 15,0 0-48-15,0 0-16 16,4-6 0-16,-4 6 0 0,0 0 256 0,0 0 176 0,5-6-208 0,-5 6 80 0,0 0 128 0,0 0 0 15,7 0 0-15,-7 0 0 0,8 6 144 0,0 0 64 16,-1 1 16-16,0 3 0 0,-2 4 176 0,2 1 48 16,-1 0 0-16,1 1 0 0,-2 1-80 0,0 0-16 15,2 1 0-15,-1-6 0 0,-1 1-96 0,2-1-32 16,-2-2 0-16,0-2 0 0,-5-8-96 0,0 0 0 16,4 7-128-16,-4-7 192 0,0 0 64 0,0 0 16 15,0 0 0-15,0 0 0 0,0 0 80 0,0 0 16 16,0 0 0-16,0 0 0 0,3-8-112 0,-1-1-32 15,1-2 0-15,0 1 0 0,-1-3-96 0,2 0-128 0,0-3 176 0,1 0-176 16,3 1 176-16,1-4-176 0,2 1 160 16,2 0-160-16,1 0 0 0,2 1 0 0,-1 0 0 15,4 1-160-15,0 1 160 0,2 0 0 0,1 1 0 16,2 1 0 0,-1 1-672-16,2 2-48 0,1 1-16 0,1 1-16176 0,2 2-3248 0</inkml:trace>
  <inkml:trace contextRef="#ctx0" brushRef="#br0" timeOffset="-136863.58">19389 13752 27647 0,'0'0'1216'0,"-4"-2"256"0,0-2-1168 0,0-2-304 16,2 3 0-16,-1-1 0 0,3 4 4368 0,0 0 816 16,0 0 176-16,0 0 16 0,0 0-2656 0,0 0-544 15,0 0-96-15,0 0-32 0,8-4-960 0,2 0-208 16,2 3-48-16,1-1 0 0,1-3-432 0,5 4-80 16,1-5-32-16,5 3 0 0,3-3-160 0,3 1-128 15,3 0 192-15,4 0-192 0,3-2 144 0,0 1-144 16,0-2 0-16,2 1 144 0,2 2-96 0,0 1-48 15,2-2 0-15,2-1 0 0,0 1 0 0,1-1 0 0,-2 2 0 16,-2 1 0-16,-3 0-192 0,-6 1-16 16,-1 2-16-16,-5 1 0 15,-2 0-672-15,-5 0-128 0,-2-2-16 0,-3 2-16 16,-2 0-1632-16,-3 0-320 0,-1 2-64 0</inkml:trace>
  <inkml:trace contextRef="#ctx0" brushRef="#br0" timeOffset="-136573.39">20283 13563 25791 0,'-6'-2'2304'0,"-2"-1"-1856"0,-1 2-448 0,1-3 0 16,1 1 5168-16,2 1 928 0,0-1 192 0,5 3 48 0,0 0-4224 0,0 0-832 15,0 0-160-15,0 0-32 0,0 0-208 0,0 0-48 16,10 3 0-16,2-1 0 0,1 2-560 0,0 0-112 16,0 1-32-16,0-4 0 0,3 5 96 0,1-5 16 15,0 2 0-15,0-1 0 0,-2 1-240 0,1-1-128 16,-2 1 128-16,1 0-208 0,-2 1 208 0,0-1 0 15,-1 0 0-15,-1 1 0 0,-4 1 128 0,-1-2 64 16,-6-3 0-16,0 0 16 0,0 0-80 0,0 0-128 16,3 8 176-16,-2-1-176 0,-3 0 304 0,-4-1-48 15,0 2-16-15,-2-1 0 0,-1 1-112 0,0-2 0 16,-2 1-128-16,0-1 192 0,-1 3-192 0,0-1 0 16,-1-3 0-16,0 3 0 15,0 0-480-15,0 1-144 0,0 0-16 0,1 2-16384 16,2 2-3264-16</inkml:trace>
  <inkml:trace contextRef="#ctx0" brushRef="#br0" timeOffset="-135129.65">21170 13786 19343 0,'0'0'848'0,"0"0"192"16,0 0-832-16,-8 9-208 0,8-9 0 0,-7 7 0 0,7-7 4928 0,0 0 960 16,0 0 176-16,0 0 32 0,0 0-2768 0,0 0-544 15,0 0-112-15,0 0-32 0,0 0-848 0,0 0-160 16,0 0-32-16,0 0-16 0,0 0-880 0,0 0-160 16,0 0-32-16,0 0-16 0,-1-12-256 0,0 0-48 15,0-1-16-15,-1 0 0 0,0 0-128 0,0-2-48 16,1-2 0-16,0-3 0 0,-1-2 0 0,4-3 0 15,-4-1 0-15,2-1 0 0,-2-3 0 0,2 0 0 16,1-2 0-16,-1 2 0 0,0-1 0 0,0 1 0 16,0-4 0-16,0 3 0 0,0 1 0 15,-1 4 0-15,-2 4 0 0,2 6 0 0,0 4 0 0,1 12 0 16,0-6 0-16,0 6 0 0,0 0 0 0,0 0 0 16,0 0 0-16,2 19 0 0,2 7 0 0,3 7 0 0,2 5 0 0,0-12-160 15,3 0 160-15,3 3 0 0,5 2 0 0,2 2 0 16,5 0 0-16,2 3 0 0,1-5 0 0,0-4 0 15,0 1 0-15,-1-7 0 0,-2-3 0 0,0-3 0 16,-1-3 0-16,1-4 0 0,-3-3 0 0,0-3 0 0,-1-2 0 16,-2-4 0-16,-3-3 0 0,-1-2 0 0,-1-1 0 0,-2-4 0 15,-2-2 0-15,-2-3 128 0,0-2-96 16,-3 1-32-16,0-4 0 0,-3 1 0 0,-2-5 0 0,0 1 0 16,-2 0 0-16,0-3 0 0,-2-3 0 15,1-1 0-15,-1-2 0 0,-1-1 0 0,-1 1 0 16,0 0 0-16,0 1 0 0,0 3-160 0,-4 2-96 0,3 3 0 15,0 4-16-15,0 3 0 16,0 5-560-16,-1 2-96 0,2 5-32 0,1 3 0 16,3 5-1152-16,0 0-256 0,0 0-32 0,-2 8-12256 15,2 3-2464-15</inkml:trace>
  <inkml:trace contextRef="#ctx0" brushRef="#br0" timeOffset="-134845.18">22022 13147 35935 0,'0'0'3200'0,"0"0"-2560"0,0 0-512 15,2 8-128-15,-2 0 2880 0,0 5 544 0,-2 4 112 16,0 5 32-16,0 2-1712 0,1 4-320 0,0 4-80 0,0 0-16 15,-1 1-560-15,1-2-112 0,0 0-32 0,1 1 0 16,0-2-576-16,1 0-160 0,2-2 0 0,0 0 0 16,3-1 0-16,-2-2 0 0,0 0 0 0,1-3 0 15,0-7-992-15,0 0-112 0,2-2-32 0,2-5 0 16,0-2-1216-16,1-2-240 0,3-3-48 0,0-3-11296 16,3-4-2256-16</inkml:trace>
  <inkml:trace contextRef="#ctx0" brushRef="#br0" timeOffset="-134460.62">22556 13203 46479 0,'0'0'2048'0,"0"0"448"0,-3-4-2000 0,-2 1-496 0,5 3 0 0,-8-3 0 0,0 2 1168 0,-1-1 144 16,-3 2 32-16,1 2 0 0,-2-1-48 0,-3 2 0 16,-1 3 0-16,-1 1 0 0,1-1-832 0,-3 3-160 15,1 2-48-15,0-1 0 0,4 2-80 0,-1 0-32 16,0 1 0-16,2 0 0 0,2 1-144 0,3 2 0 15,1-3 0-15,3 0 0 0,0-2 0 0,2 1 0 16,3-1 0-16,4 2 128 0,3-4-128 0,-1 1 0 16,2 1 0-16,3-2 0 0,3 1 0 0,3-3 0 15,2-1 0-15,5 1 0 0,2 1 0 0,3 1 0 16,1-3 0-16,0-1 0 0,0 2 0 0,0-1 0 16,0 4 0-16,-3-1 0 0,-2-3 0 0,-3 2 0 0,-3 1 0 15,-2 2 0-15,-2-1 0 0,-5 2 0 0,-2-1 0 16,-3 1 0-16,-2 0 0 0,-5 0 0 0,-1 1 0 15,-4-2 0-15,-3 1 0 0,-5 1 128 0,-2-2 0 16,0-1 0-16,-1 0 0 0,-3 0 0 0,-2-3 0 16,-1 1 0-16,0-1-128 0,-1-1 0 0,-1-2 0 0,0-1 128 15,1-2-128-15,1 2-176 0,2-2 48 0,3-1 0 32,3-1-1088-32,4-4-192 0,3-1-64 0,5 0 0 0,4-2-2032 0,7-2-400 15,6-4-96-15</inkml:trace>
  <inkml:trace contextRef="#ctx0" brushRef="#br0" timeOffset="-134223.9">22863 13279 30399 0,'0'0'2704'0,"0"0"-2160"16,6-4-544-16,-6 4 0 0,0 0 4288 0,0 0 768 15,6-4 128-15,-6 4 48 0,0 0-2752 0,0 0-560 16,0 0-96-16,7 4-32 0,-7-4-864 0,5 9-176 16,-1 3-48-16,-2 4 0 0,0 3-384 0,-1 1-96 15,-1 3-16-15,0-2 0 0,-1 1-144 0,-1 2-64 16,2-1 0-16,0 3 0 0,0-2 0 0,0 0 0 15,0 1 0-15,2 0 0 0,0-2 0 0,-1 0 0 16,1-3 0-16,-1 0 0 0,0-3 0 0,1-1 0 16,-1-3 0-16,0-2 0 15,-1 0-400-15,0-3-80 0,0-8-16 0,0 0 0 16,0 9-768-16,0-9-144 0,0 0-48 0,0 0 0 16,0 0-1600-16,0 0-320 0,-5-7-64 0</inkml:trace>
  <inkml:trace contextRef="#ctx0" brushRef="#br0" timeOffset="-133979.55">22531 13347 47391 0,'-9'-13'2112'0,"9"13"416"0,0 0-2016 0,0 0-512 0,0 0 0 0,0 0 0 16,0 0 1344-16,8-3 160 0,2-1 32 0,2 2 16 16,1-4-224-16,2 5-48 0,4-3-16 0,1 2 0 15,4-2-752-15,3-2-160 0,6 0-32 0,1-1 0 16,4 1-192-16,3-1-128 0,5 1 160 0,1-1-32 0,0 2-128 0,-3 0 0 15,-2 0 0-15,-2 2 0 0,1-2 0 0,-1 4 0 16,-1-3 0-16,0 1 0 16,-2 0 0-16,-1 1 0 0,0 0 0 0,-5 1 0 15,-1 0-896-15,-4 1-192 0,-3 1-16 0,-3 2-16 16,-4 1-3008-16,-1 5-608 0</inkml:trace>
  <inkml:trace contextRef="#ctx0" brushRef="#br0" timeOffset="-133086.87">20959 14731 31327 0,'-10'-8'2784'0,"0"-2"-2224"15,1 1-560-15,1 0 0 0,2 1 3872 0,2-1 672 0,4 9 128 0,0 0 16 16,-6-7-2576-16,6 7-528 0,0 0-112 0,0 0 0 16,0 0-448-16,-2 12-64 0,-1 5-32 0,-1 3 0 15,2 7-528-15,-1 6-96 0,0-1-32 0,1 3 0 16,2 3-64-16,1-4-16 0,0-3 0 0,3-3 0 16,2-5-192-16,-1-2 128 0,0-1-128 0,2-6 0 15,-1-1 128-15,2-1-128 0,0-2 0 0,1-6 0 0,-9-4 0 0,12 4 0 16,-2-1 0-16,2-3 0 0,-2-3 0 0,2-1 0 15,1 0 0-15,0-6 0 0,-1-2 0 16,-1-1 0-16,0-1 0 0,-1-5 0 16,2 1 0-16,0-8 0 0,-2-1 0 0,1-5 0 0,-1-2 0 0,0 1 0 15,1-4-128-15,1 3 128 0,-3 0 0 0,0 3 0 16,-3 5 0-16,0 5 0 0,-4 5 0 16,1 5 0-16,-3 11 0 0,0 0 0 0,0 0 0 0,0 0 0 15,0 0 0-15,0 0 0 0,0 0 160 0,1 15-160 16,0 5 160-16,-1 5-32 0,-1 5-128 0,1 0 0 15,0-3 0-15,3 3 0 0,-1 0 0 0,1-1 0 16,0-2 0-16,-2-1 0 0,0-1 0 0,0-3 0 16,2-6 0-16,0-2 0 0,-2 0 0 0,2-2 0 15,-3-12 0-15,2 13 0 16,-2-13-432-16,5 9-80 0,-5-9 0 0,6 7-16 16,-6-7-1168-16,7 4-224 0,1-2-64 0,1 0-13728 15,1-1-2752-15</inkml:trace>
  <inkml:trace contextRef="#ctx0" brushRef="#br0" timeOffset="-132629.52">21372 14935 43311 0,'0'0'3840'0,"0"0"-3072"0,0 0-608 0,0 0-160 15,0 0 2176-15,0 0 384 0,0 0 96 0,8 0 16 16,-8 0-1472-16,9-3-304 0,1 0-48 0,2 2-16 16,0-1-256-16,1 2-48 0,0-3-16 0,1 3 0 0,-1 0-368 0,0 0-144 15,0 3 0-15,7-2 144 0,-3 1-144 0,-3 1 0 16,-2 1 0-16,-2-1 128 0,-10-3-128 0,11 3 0 15,-11-3 0-15,6 6 128 0,-6-6-128 16,0 0 160-16,0 0-160 0,0 10 160 0,-1 1-16 0,-4-5 0 16,-4 1 0-16,-1-1 0 0,1-1-96 0,0 2-48 15,0-1 0-15,0 1 0 0,-2-2 0 0,2 3 0 16,9-8 0-16,-9 6 0 0,9-6 0 0,-8 6 0 16,8-6 0-16,0 0 0 0,0 0 0 0,0 0 0 15,0 0 0-15,0 0 0 0,0 0 0 0,3 10 0 16,2-1 0-16,2-1 0 0,2-3 0 0,1 3 0 15,3-1 0-15,-1-1 0 0,0-2 0 0,1 3 0 16,-1-1 0-16,-1 1 0 0,1-1 0 0,-2 1 0 16,0-1 0-16,-10-6 0 0,6 12 0 0,-1-3 0 15,-5-9 0-15,3 12 0 0,-4 1 0 0,-3-1 0 16,-2-1 0-16,0 0 0 0,-4 0 0 0,-2 1 0 16,-3-3 0-16,1 2 0 0,-2-2 0 0,0-1 0 15,-3-1 0-15,2 0 0 0,0-2 0 0,2 2 0 0,-4-3 0 16,3-2 0-16,0 0 0 0,2-2 0 0,1-2 0 0,5 1 0 15,0 0 0-15,0-2 0 0,3-1 0 0,5 4 0 32,-3-6-1200-32,3-2-128 0,2-1-16 0,3-3-16 15,4-2-3248-15,5-5-656 0</inkml:trace>
  <inkml:trace contextRef="#ctx0" brushRef="#br0" timeOffset="-132413.02">21755 14856 35007 0,'0'0'3120'0,"0"0"-2496"0,0 0-496 0,8-3-128 0,2-4 3744 15,1 2 736-15,1 0 128 0,1 1 48 0,-4 0-2752 0,2 1-560 16,1 1-96-16,1-1-32 0,0 0-384 0,2 2-96 16,-2-2-16-16,0 2 0 0,1 0-528 0,0 0-192 15,-1 1 0-15,0 0 144 0,-1 0-144 0,0 1 0 16,0 0 0-16,1 0 112 0,1 2-112 0,0-2 0 16,-1 2 0-16,2 0-160 15,-1-1-368-15,0 1-80 0,1-1-16 0,-2 2 0 16,-1-1-1088-16,-2 1-208 0,0 1-64 0,1-1 0 15,-5 0-2864-15,-4 4-576 0</inkml:trace>
  <inkml:trace contextRef="#ctx0" brushRef="#br0" timeOffset="-132189.97">21901 14986 44863 0,'-14'3'1984'0,"14"-3"416"0,-8 2-1920 0,1-1-480 16,7-1 0-16,0 0 0 0,0 0 1584 0,0 0 208 15,0 0 64-15,0 0 0 0,0 0-416 0,8 3-80 16,3-2-16-16,2 0 0 0,1-1-800 0,3 0-160 0,1-1-48 0,2-2 0 15,1 1-112-15,1-2-32 0,3 0 0 0,-1 0 0 16,1 0-192-16,1-2 128 0,0-1-128 0,0 1 0 16,2 2 0-16,-1 1 0 0,-1-4 0 0,0 4 0 31,2 0-752-31,-1 0-144 0,-1 2-16 0,0 1-16 0,0-4-2368 16,2 5-480-16</inkml:trace>
  <inkml:trace contextRef="#ctx0" brushRef="#br0" timeOffset="-127014.68">22776 14816 30399 0,'0'0'2704'0,"-12"-3"-2160"15,-2 0-544-15,3 0 0 0,11 3 4160 0,-9-3 736 16,9 3 144-16,0 0 16 0,0 0-3520 0,0 0-704 16,0 0-128-16,0 0-48 0,0 0 192 0,0-10 48 15,0 10 0-15,9-8 0 0,2-2-432 0,3 0-80 16,4 3 0-16,-3 1-16 0,0 1-128 0,5 0-32 15,2 0 0-15,2 0 0 0,-1-1-208 0,2 4 0 16,-2 0 0-16,1 2 0 0,-3 0 0 0,-2 2 0 0,-2 0 0 0,-2 2 0 16,-2 3 144-16,-3 1-144 0,-2-1 128 15,-3 3-128-15,-1 0 0 0,-3 3 0 0,-2 1 0 0,-3 2 0 0,-3 1 192 16,-2 3-64-16,-4 0 0 0,-2 3 0 16,-4-3-128-16,-1 3 160 0,-3-5-160 0,0 1 160 15,-2 0-16-15,-10 4 0 0,4-3 0 0,3-2 0 0,2-2-144 16,4-1 192-16,1-2-192 0,3-2 192 15,1-4-64-15,3 3-128 0,1-4 192 16,5-1-64-16,8-5-128 0,0 0 192 0,0 0-192 0,0 0 192 0,0 0-144 0,0 0-48 16,0 0 0-16,0 0 0 0,8 7 0 15,3-2 0-15,2-1 0 0,4 0 0 0,3-4 0 0,-4 0 0 16,2 0 0-16,4-1 0 0,3 1 0 0,2-3 0 16,0 2 0-16,1-1 0 0,-1 1 0 0,1 1 0 15,-2 0 0-15,-3 0 0 0,-1-1 0 0,-1 1 0 16,-1 0 0-16,-2 0 0 15,-1-2-512-15,0 1 16 0,-1 1 0 0,-2 0 0 16,-1 0-704-16,-1-1-144 0,-1 0-16 0,0-1-16 16,-1 2-2496-16,-10 0-496 0</inkml:trace>
  <inkml:trace contextRef="#ctx0" brushRef="#br0" timeOffset="-126569.62">23308 14776 15663 0,'0'0'688'0,"0"0"144"0,-8-6-656 0,3 2-176 0,5 4 0 0,0 0 0 15,0 0 7952-15,0 0 1568 0,0 0 304 0,0 0 64 16,2-6-6992-16,4-1-1392 0,1 2-288 0,4 0-48 0,3-1-576 0,2-1-112 15,1 0-32-15,4 1 0 0,2-1-272 0,2 4-176 16,1-4 192-16,1 2-192 0,2 0 144 0,-2 2-144 16,-3-2 0-16,-1 1 144 0,0 1-144 0,-3 2 0 15,0 2 0-15,-3-1 128 0,-3 0-128 0,-1 2 0 16,0 0 0-16,-4 2 0 0,-1 0 0 16,-8-4 128-16,5 6-128 0,-2 4 128 0,-2 0 0 0,-1 3-128 15,-1 1 192 1,-4 3-64-16,0 0 0 0,-1 4-128 0,1 1 192 0,-1 2-64 0,-2 1-128 0,1-1 0 15,1 2 144-15,1-2-144 0,-1-2 0 0,1-2 0 16,0-3 0-16,1 2 0 0,0-3 0 0,0-2 0 16,0-1 0-16,2 0 128 0,-1-1-96 0,1 0-32 15,-1-3 0-15,2 0 0 0,1-3-320 0,0 1-48 16,0-7-16-16,1 6 0 16,-1-6-672-16,0 0-144 0,0 0-16 0,0 0-16 15,0 0-1344-15,0 0-272 0,3 6-48 0,-3-6-11120 16,0 0-2208-16</inkml:trace>
  <inkml:trace contextRef="#ctx0" brushRef="#br0" timeOffset="-126388.37">23433 14940 26719 0,'0'0'2368'0,"0"0"-1888"0,0 0-480 0,0 0 0 16,8 0 4896-16,1 0 880 0,1 0 176 0,3 0 48 16,3 0-4128-16,2 1-816 0,3 0-160 0,3 1-48 0,-1-4-192 0,2 1-32 15,0 0-16-15,1 0 0 16,0-2-352-16,0 0-80 0,0-1-16 0,0 1 0 0,0-1-160 15,0-2 0-15,2 1 0 0,-1 0-176 16,0 1-1920-16,1-2-384 0,-2 0-80 0,1 5-18816 16</inkml:trace>
  <inkml:trace contextRef="#ctx0" brushRef="#br0" timeOffset="-125773.72">24550 14679 4607 0,'0'0'192'0,"0"0"64"0,0 0-256 0,0 0 0 15,0 0 0-15,0 0 0 0,0 0 9776 0,0 0 1904 16,0 0 384-16,0 0 80 0,0 0-8160 0,0 0-1616 15,7 8-336-15,-2 2-64 0,-1 2-1040 0,-1 2-208 16,-1 2-32-16,-1 1-16 0,-1 3-368 0,2 0-80 16,-2 1-16-16,0 3 0 0,0-1-80 0,0 2 0 15,-2 0-128-15,1 0 192 0,0-5-128 0,0 3-64 16,-2-4 0-16,0 1 0 0,1-2 0 0,-2-1 0 16,0 0 0-16,0-1 0 0,1-2 0 0,1 0 0 15,-1 1 0-15,1-4 0 0,-1-3 0 0,2-1 0 0,-2-1 0 0,3-6 0 31,0 0-544-31,-1 7 0 0,1-7 0 0,0 0 0 16,0 0-864-16,0 0-192 0,0 0-16 0,0 0-16 16,0 0-2592-16,8 0-528 0</inkml:trace>
  <inkml:trace contextRef="#ctx0" brushRef="#br0" timeOffset="-125562.79">24879 15069 16575 0,'0'0'736'0,"0"0"160"0,0 0-720 0,0 0-176 0,0 0 0 0,0 0 0 0,-3 9 7984 0,2-1 1552 16,1-8 320-16,-1 8 64 0,1-8-7040 15,0 9-1408-15,0-1-272 0,1-1-64 0,2 0-816 0,-3-7-176 16,5 7-16-16,0-1-128 16,1 1-432-16,1-2-192 0,1-1-32 0,0 0-16 15,1-3-1488-15,1 0-288 0,2 1-64 0,1-4-19120 16</inkml:trace>
  <inkml:trace contextRef="#ctx0" brushRef="#br0" timeOffset="-125123.1">25446 14856 9215 0,'6'-14'400'0,"-3"9"96"0,-2-2-496 0,2 0 0 0,0 0 0 0,-1-3 0 0,0 2 8176 0,-1 0 1536 15,0 0 304-15,-2 0 64 0,-2 2-6544 0,-1-2-1296 16,0 0-272-16,-2 2-48 0,-1-1-800 0,0 2-160 15,-4 1-16-15,1 1-16 0,-1 2-368 0,0 0-80 16,-4 1-16-16,0 1 0 0,-4 0-192 0,1 3-32 16,-2 3-16-16,0 2 0 0,-1 1-224 0,-1 2 176 15,-2 1-176-15,2 1 160 0,1 1-160 0,3-1 0 16,1 0 0-16,3 2 0 0,1-2 0 0,3 1 0 0,4-2 0 0,2 0 0 16,1 0-144-16,3-1 144 0,2-2-192 0,3-1 192 15,1-1-224-15,4 0 64 0,0-2 16 0,3 0 0 16,4-2 144-16,0-1-192 0,0-1 192 0,1-2-192 15,2-3 64-15,-2 1 0 0,1-2 0 0,1-2 0 0,1 0 128 16,-2-2-208-16,0-1 80 0,-1 0 128 16,-1 0-144-16,0 0 144 0,-3 1 0 0,-1 3 0 0,-2 1-336 15,-1 1 32-15,-2 2 16 0,-8 1 0 0,0 0 1056 0,0 0 224 16,8 5 32-16,-2 3 16 0,-2 1-912 0,-1 3-128 16,-2 1 0-16,-1 0-192 0,0 4 192 0,0-3 0 15,-1 2 144-15,-1-2-144 0,0 3 128 0,-1 0-128 16,1 1 0-16,-1 2 128 0,2-3-128 0,-1 2 0 15,2-3 0-15,-1 2 0 0,0-1 0 0,-1-1 0 16,1-3 0-16,1-2 0 0,0 1-368 0,1-1-16 16,1-2 0-16,-1 0 0 15,0 0-1888-15,-3 0-384 0</inkml:trace>
  <inkml:trace contextRef="#ctx0" brushRef="#br0" timeOffset="-124596.77">26033 14512 6447 0,'0'0'576'0,"0"0"-576"0,0 0 0 0,-2-4 0 0,1-2 9536 0,1 6 1808 16,0 0 368-16,0 0 64 0,0 0-8672 0,0 0-1728 16,0 0-352-16,0 0-64 0,0 9-64 0,0 1 0 15,0 6-16-15,0 1 0 0,0 3-416 0,0 0-80 16,0 4 0-16,0 1-16 0,1-1-208 0,-1 2-32 15,2-3-128-15,-2-1 192 0,0-1-192 0,1 0 128 16,0-3-128-16,1 0 0 0,-2-4 0 0,1-1 0 16,0-2 0-16,2-2 0 15,-3-9-688-15,2 8-128 0,-2-8-16 0,0 0-16 16,0 0-736-16,0 0-144 0,0 0-16 0,8-3-16 16,0-1-1408-16,0-1-288 0,0-5-48 0,1-2-8560 0,0-1-1712 0</inkml:trace>
  <inkml:trace contextRef="#ctx0" brushRef="#br0" timeOffset="-124384.78">26197 14647 19343 0,'0'0'1728'0,"0"0"-1392"0,0 0-336 0,0 0 0 16,-5-4 5168-16,-2 1 960 0,-1 2 192 0,1 1 32 0,-1 0-3728 16,-1 1-768-16,-2 2-128 0,2 2-48 0,-3 0-352 0,2 3-80 15,-1 2-16-15,1-1 0 0,0 2-384 0,-2 1-80 16,0-1 0-16,2 1-16 0,1 1-320 0,-1 0-64 16,3-1-16-16,0 0 0 0,2-2-208 0,2 2-144 15,2 0 192-15,2-3-192 0,2 0 0 0,2 0 0 16,3 0 0-16,2-2 0 0,2-1-224 0,2-2-48 15,2-1-16-15,2-3 0 16,4 1-800-16,2-2-176 0,-1-2-16 0,5-1-16 16,2-2-1360-16,1-4-272 0,0 0-48 0,-3 0-16816 15</inkml:trace>
  <inkml:trace contextRef="#ctx0" brushRef="#br0" timeOffset="-124096.3">26502 14523 7359 0,'-7'0'656'0,"0"-3"-528"16,-1 0-128-16,0 1 0 0,0-1 8560 0,0 2 1680 15,1-2 320-15,0 2 80 0,0 0-7440 0,7 1-1504 16,-6 1-288-16,6-1-64 0,-5 4-240 0,5-4-32 16,0 0-16-16,-2 8 0 0,2 1-640 0,3 1-128 0,2 2-32 0,2 0 0 15,-1 0-256-15,2-1 160 0,1 1-160 0,4 1 128 16,2 1-128-16,-1 1 0 0,0 0 0 0,2 1 128 16,0 1-128-16,-1-1 0 0,0-1 0 0,-4 1 0 15,0 0 0-15,-2-2 0 0,0 2 128 0,-2-5-128 16,-2 2 0-16,-1-1 0 0,-3-2 0 0,-2 1 0 15,-3-1 0-15,0-1 128 0,-1 1-128 0,-3-3 128 16,-4 3-128-16,-1-3 0 0,0 1 0 0,0 0 0 16,-3 0-192-16,1-2 0 0,-1 0-16 0,2-3 0 15,-1 0-752-15,1-2-160 16,0 1-32-16,1-2 0 0,0-2-1216 0,2 1-240 0,3-3-48 16,0 2-10848-16,2-6-2160 0</inkml:trace>
  <inkml:trace contextRef="#ctx0" brushRef="#br0" timeOffset="-123880.04">26707 14657 21183 0,'0'0'1888'0,"7"3"-1504"16,-7-3-384-16,8 3 0 0,-1 0 4816 0,-1 2 896 15,0-1 176-15,-1 1 48 0,-5-5-3056 0,2 13-624 16,0 1-112-16,-4 0-32 0,0 2-720 0,-3 3-160 16,-2 2-16-16,-1 2-16 0,-1 3-544 0,0 2-96 0,-1 1-32 0,-2-2 0 15,0 2-240-15,2-5-48 0,-1 1-16 0,2 0 0 16,3-4-224-16,-1 0 0 0,1-2 128 0,0-1-128 15,0-2 0-15,2-3-128 16,0 0 128-16,1-4-208 16,1 2-1056-16,3-3-208 0,0-2-32 0,-1-6-16 15,4 5-1808-15,-4-5-384 0,5 5-64 0</inkml:trace>
  <inkml:trace contextRef="#ctx0" brushRef="#br0" timeOffset="-122902.95">26887 14863 43487 0,'0'0'1920'0,"0"0"400"0,0 0-1856 0,0 0-464 0,0 0 0 0,0 0 0 16,0 0 1024-16,1 8 96 0,0 4 32 0,-1-3 0 0,0 1 256 15,0 2 64-15,-1 1 16 0,0 1 0 0,-1 1-912 0,1 0-176 16,-2 2-32-16,1 0-16 0,-1 0-160 0,2-1-16 16,0 1-16-16,2-3 0 0,-1 3-160 0,0-3 0 15,0 1 0-15,2-2 0 0,2 0-240 0,2-2-128 16,1 1-16-16,1-4-16 15,1 2-1216-15,4-2-240 0,2-1-64 0,0-2 0 16,1 0-736-16,1-2-160 0,1-2-16 0,3-1-16 16,-3 0-32-16,3-3-16 0,0-2 0 0,0 3 0 15,1-6 1360-15,0 0 256 0,-1 0 64 0,0-2 16 16,-2-3 464-16,0 0 96 0,-5 1 0 0,0-1 16 0,-2 1 2560 16,-3 0 512-16,-2 1 112 0,-2 2 0 0,-2-2 576 0,-3 2 128 0,-2 0 0 15,-2 1 16-15,-1 2-912 0,-1 0-176 0,-2 1-32 16,-1 1-16-16,-3 2-880 0,0-2-176 15,-1 1-48-15,-2-2 0 0,-1 4-384 0,0 1-80 0,-1 1 0 0,-1 1-16 16,0 2-240-16,-2 2-32 0,1 0-16 16,0 1 0-16,1 0-144 0,0 3-128 0,0-1 192 0,1 1-192 15,1 1 0-15,2 2 0 16,2-3 0-16,3 2 0 0,2-2 0 0,3 2 0 0,2-2-160 0,3-1 160 16,3 1-416-16,3-3 32 0,2 1 16 15,2 0 0 1,3-3-32-16,1 1-16 0,2-1 0 0,3-1 0 0,2-2-96 15,1 0 0-15,2-4-16 0,1 1 0 16,2 0-176-16,-1 1-48 0,-1-4 0 0,0 0 0 0,0 0 160 16,-1-1 16-16,-2-1 16 0,1 0 0 0,-1 1 320 0,-2-2 64 0,-3-2 16 0,-1 0 0 15,-1 1 160-15,-2-2 0 0,-2 1 0 0,-1-1 0 0,-2 3 256 0,-3-2 16 16,-1 1 16-16,-1 1 0 0,-2-1 368 16,-2 8 80-16,-2-5 16 0,1 0 0 0,-3 0 0 0,0 2 0 15,-1-2 0-15,5 5 0 0,-8-1-336 0,0 1-64 16,-1-3-16-16,-1 3 0 0,-1 0-144 0,0 3-48 15,-2-2 0-15,-1 4 0 0,0-2-144 0,1 2 128 16,0 0-128-16,1 2 128 16,1-1-128-16,0 1 0 0,2-1 0 0,1 5 0 0,2-6 0 15,2 1 0-15,1 1 0 0,3-7 0 0,0 0-192 0,0 0 0 16,4 8-16-16,1-2 0 0,3-1-80 0,1-1-16 16,2 0 0-16,0-1 0 0,2-2 32 0,1 0 0 15,0-1 0-15,1 0 0 0,1-1 16 0,-2-1 0 16,1-2 0-16,-2 0 0 0,-1-1 64 0,-1 1 32 0,1-3 0 15,-2 2 0-15,-2 0 160 0,-1-1 0 16,-2 1 0-16,-5 5 0 0,0 0 304 0,0 0 32 16,0 0 16-16,0 0 0 0,3-6 240 0,-3 6 48 0,0 0 16 0,0 0 0 15,0 0-144-15,0 0-48 0,0 0 0 0,0 0 0 16,0 0-192-16,0 0-32 0,1 8-16 0,0 1 0 16,-1 1-32-16,2 3-16 0,-1-2 0 15,0 3 0-15,0 0-16 0,2 5 0 0,0-1 0 0,-1 3 0 16,0 1-160-16,0 0 160 0,1 0-160 0,-1 4 160 15,1-1-160-15,-2 1 0 0,2 0 0 0,-2 0 128 16,-1 0-128-16,0-2 128 0,-1-1-128 0,0-1 128 0,-3-2-128 16,-1-2 0-16,-2-1 0 0,-1-1 0 15,-1-1 224-15,-1 1-32 0,-1-3-16 0,-1-1 0 16,-1-3 16-16,0 0 16 0,-2-1 0 0,-1-3 0 16,-2 0-80-16,-2-3-128 0,1-1 176 0,-2 0-176 0,0-1 160 15,0-2-160-15,0-2 128 0,0 0-128 0,1 1 0 0,-1-1 0 16,0-5 0-16,0 1 0 15,0-1-432-15,3 0-160 0,2-1-48 0,3-1-16416 16,1 1-3296-16</inkml:trace>
  <inkml:trace contextRef="#ctx0" brushRef="#br0" timeOffset="-118677.04">24084 14752 26719 0,'-11'-12'1184'0,"7"9"240"0,0-4-1136 0,2-1-288 16,0 3 0-16,1 0 0 0,1 5 3712 0,0 0 672 15,0 0 144-15,3-5 16 0,-3 5-2272 0,0 0-464 0,0 0-80 0,0 0-32 16,0 0-96-16,0 0 0 16,0 0-16-16,0 0 0 0,0 0-752 0,0 0-128 0,5 7-48 0,-2 4 0 15,-2 2-336-15,-1 1-64 16,-3 3 0-16,1 3-16 0,-2 2-240 0,0 1 176 15,-1 2-176-15,-1 1 160 0,1 0-160 0,1 2 0 0,0-5 0 16,0 1 0-16,1-2 0 0,0 0 0 0,0 0 128 0,2-1-128 16,0-2 0-16,1 0 0 0,-2-2 0 0,2-2 0 15,0 0 0-15,0 0 0 0,0-2 0 0,0-2 0 16,-1-1 0-16,0-2 0 0,-1 0 0 0,0-2 0 16,2-6 0-16,0 0-176 0,-3 8 16 0,3-8 0 15,0 0-1104-15,0 0-208 16,0 0-64-16,0 0-14736 15,0 0-2960-15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910DF-B555-4D30-B35E-2297D59E32D0}" type="datetime1">
              <a:rPr lang="en-US" smtClean="0"/>
              <a:t>6/20/2023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199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685800" indent="-228600">
              <a:buFont typeface="Courier New" panose="02070309020205020404" pitchFamily="49" charset="0"/>
              <a:buChar char="o"/>
              <a:defRPr/>
            </a:lvl2pPr>
            <a:lvl4pPr marL="1600200" indent="-228600">
              <a:buFont typeface="Courier New" panose="02070309020205020404" pitchFamily="49" charset="0"/>
              <a:buChar char="o"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2F1F9-9322-493A-A9EE-BB75692CE5F5}" type="datetime1">
              <a:rPr lang="en-US" smtClean="0"/>
              <a:t>6/20/2023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502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8DE51-4D5E-4D23-8181-86A5B05D5351}" type="datetime1">
              <a:rPr lang="en-US" smtClean="0"/>
              <a:t>6/20/2023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458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9FCA-87F3-427A-B1A2-15346103C68A}" type="datetime1">
              <a:rPr lang="en-US" smtClean="0"/>
              <a:t>6/20/2023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895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DF709-7E2D-49E6-A629-D8E3363D194F}" type="datetime1">
              <a:rPr lang="en-US" smtClean="0"/>
              <a:t>6/20/2023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160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0A921-9375-4BAA-A7C2-7975528669FA}" type="datetime1">
              <a:rPr lang="en-US" smtClean="0"/>
              <a:t>6/20/2023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712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25425-F285-48AE-A409-A618E3EEA628}" type="datetime1">
              <a:rPr lang="en-US" smtClean="0"/>
              <a:t>6/20/2023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292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6A94D-7D6A-4378-93F6-A3A33186E34B}" type="datetime1">
              <a:rPr lang="en-US" smtClean="0"/>
              <a:t>6/20/2023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06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FC0F9-687B-4417-9D77-CE2D7AD8C321}" type="datetime1">
              <a:rPr lang="en-US" smtClean="0"/>
              <a:t>6/20/2023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206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1D79F-E600-4AC1-A639-0B9FB8286C38}" type="datetime1">
              <a:rPr lang="en-US" smtClean="0"/>
              <a:t>6/20/2023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851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F5D60-A842-4D08-9D7D-A7A57AB501A2}" type="datetime1">
              <a:rPr lang="en-US" smtClean="0"/>
              <a:t>6/20/2023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390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D91916A1-FEE7-41E7-BEE3-2B4941A6F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75990" y="62886"/>
            <a:ext cx="11708355" cy="6301715"/>
            <a:chOff x="175990" y="62886"/>
            <a:chExt cx="11708355" cy="6301715"/>
          </a:xfrm>
        </p:grpSpPr>
        <p:sp useBgFill="1">
          <p:nvSpPr>
            <p:cNvPr id="18" name="Graphic 10">
              <a:extLst>
                <a:ext uri="{FF2B5EF4-FFF2-40B4-BE49-F238E27FC236}">
                  <a16:creationId xmlns:a16="http://schemas.microsoft.com/office/drawing/2014/main" id="{EAFF5F08-677C-4873-9274-02B6FE751044}"/>
                </a:ext>
              </a:extLst>
            </p:cNvPr>
            <p:cNvSpPr/>
            <p:nvPr/>
          </p:nvSpPr>
          <p:spPr>
            <a:xfrm rot="2700000">
              <a:off x="175990" y="525742"/>
              <a:ext cx="1066799" cy="1066799"/>
            </a:xfrm>
            <a:custGeom>
              <a:avLst/>
              <a:gdLst>
                <a:gd name="connsiteX0" fmla="*/ 4053340 w 6859500"/>
                <a:gd name="connsiteY0" fmla="*/ 6235893 h 6859500"/>
                <a:gd name="connsiteX1" fmla="*/ 4053340 w 6859500"/>
                <a:gd name="connsiteY1" fmla="*/ 4053340 h 6859500"/>
                <a:gd name="connsiteX2" fmla="*/ 6235893 w 6859500"/>
                <a:gd name="connsiteY2" fmla="*/ 4053340 h 6859500"/>
                <a:gd name="connsiteX3" fmla="*/ 6859501 w 6859500"/>
                <a:gd name="connsiteY3" fmla="*/ 3429731 h 6859500"/>
                <a:gd name="connsiteX4" fmla="*/ 6235893 w 6859500"/>
                <a:gd name="connsiteY4" fmla="*/ 2806123 h 6859500"/>
                <a:gd name="connsiteX5" fmla="*/ 4053340 w 6859500"/>
                <a:gd name="connsiteY5" fmla="*/ 2806123 h 6859500"/>
                <a:gd name="connsiteX6" fmla="*/ 4053340 w 6859500"/>
                <a:gd name="connsiteY6" fmla="*/ 623608 h 6859500"/>
                <a:gd name="connsiteX7" fmla="*/ 3429731 w 6859500"/>
                <a:gd name="connsiteY7" fmla="*/ 0 h 6859500"/>
                <a:gd name="connsiteX8" fmla="*/ 2806123 w 6859500"/>
                <a:gd name="connsiteY8" fmla="*/ 623608 h 6859500"/>
                <a:gd name="connsiteX9" fmla="*/ 2806123 w 6859500"/>
                <a:gd name="connsiteY9" fmla="*/ 2806161 h 6859500"/>
                <a:gd name="connsiteX10" fmla="*/ 623608 w 6859500"/>
                <a:gd name="connsiteY10" fmla="*/ 2806161 h 6859500"/>
                <a:gd name="connsiteX11" fmla="*/ 0 w 6859500"/>
                <a:gd name="connsiteY11" fmla="*/ 3429731 h 6859500"/>
                <a:gd name="connsiteX12" fmla="*/ 623608 w 6859500"/>
                <a:gd name="connsiteY12" fmla="*/ 4053340 h 6859500"/>
                <a:gd name="connsiteX13" fmla="*/ 2806161 w 6859500"/>
                <a:gd name="connsiteY13" fmla="*/ 4053340 h 6859500"/>
                <a:gd name="connsiteX14" fmla="*/ 2806161 w 6859500"/>
                <a:gd name="connsiteY14" fmla="*/ 6235893 h 6859500"/>
                <a:gd name="connsiteX15" fmla="*/ 3429770 w 6859500"/>
                <a:gd name="connsiteY15" fmla="*/ 6859501 h 6859500"/>
                <a:gd name="connsiteX16" fmla="*/ 4053340 w 6859500"/>
                <a:gd name="connsiteY16" fmla="*/ 6235893 h 685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59500" h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9" name="Graphic 10">
              <a:extLst>
                <a:ext uri="{FF2B5EF4-FFF2-40B4-BE49-F238E27FC236}">
                  <a16:creationId xmlns:a16="http://schemas.microsoft.com/office/drawing/2014/main" id="{16514C65-F179-4953-B660-5FC657697957}"/>
                </a:ext>
              </a:extLst>
            </p:cNvPr>
            <p:cNvSpPr/>
            <p:nvPr/>
          </p:nvSpPr>
          <p:spPr>
            <a:xfrm rot="2700000">
              <a:off x="8482021" y="62886"/>
              <a:ext cx="2322574" cy="2322574"/>
            </a:xfrm>
            <a:custGeom>
              <a:avLst/>
              <a:gdLst>
                <a:gd name="connsiteX0" fmla="*/ 4053340 w 6859500"/>
                <a:gd name="connsiteY0" fmla="*/ 6235893 h 6859500"/>
                <a:gd name="connsiteX1" fmla="*/ 4053340 w 6859500"/>
                <a:gd name="connsiteY1" fmla="*/ 4053340 h 6859500"/>
                <a:gd name="connsiteX2" fmla="*/ 6235893 w 6859500"/>
                <a:gd name="connsiteY2" fmla="*/ 4053340 h 6859500"/>
                <a:gd name="connsiteX3" fmla="*/ 6859501 w 6859500"/>
                <a:gd name="connsiteY3" fmla="*/ 3429731 h 6859500"/>
                <a:gd name="connsiteX4" fmla="*/ 6235893 w 6859500"/>
                <a:gd name="connsiteY4" fmla="*/ 2806123 h 6859500"/>
                <a:gd name="connsiteX5" fmla="*/ 4053340 w 6859500"/>
                <a:gd name="connsiteY5" fmla="*/ 2806123 h 6859500"/>
                <a:gd name="connsiteX6" fmla="*/ 4053340 w 6859500"/>
                <a:gd name="connsiteY6" fmla="*/ 623608 h 6859500"/>
                <a:gd name="connsiteX7" fmla="*/ 3429731 w 6859500"/>
                <a:gd name="connsiteY7" fmla="*/ 0 h 6859500"/>
                <a:gd name="connsiteX8" fmla="*/ 2806123 w 6859500"/>
                <a:gd name="connsiteY8" fmla="*/ 623608 h 6859500"/>
                <a:gd name="connsiteX9" fmla="*/ 2806123 w 6859500"/>
                <a:gd name="connsiteY9" fmla="*/ 2806161 h 6859500"/>
                <a:gd name="connsiteX10" fmla="*/ 623608 w 6859500"/>
                <a:gd name="connsiteY10" fmla="*/ 2806161 h 6859500"/>
                <a:gd name="connsiteX11" fmla="*/ 0 w 6859500"/>
                <a:gd name="connsiteY11" fmla="*/ 3429731 h 6859500"/>
                <a:gd name="connsiteX12" fmla="*/ 623608 w 6859500"/>
                <a:gd name="connsiteY12" fmla="*/ 4053340 h 6859500"/>
                <a:gd name="connsiteX13" fmla="*/ 2806161 w 6859500"/>
                <a:gd name="connsiteY13" fmla="*/ 4053340 h 6859500"/>
                <a:gd name="connsiteX14" fmla="*/ 2806161 w 6859500"/>
                <a:gd name="connsiteY14" fmla="*/ 6235893 h 6859500"/>
                <a:gd name="connsiteX15" fmla="*/ 3429770 w 6859500"/>
                <a:gd name="connsiteY15" fmla="*/ 6859501 h 6859500"/>
                <a:gd name="connsiteX16" fmla="*/ 4053340 w 6859500"/>
                <a:gd name="connsiteY16" fmla="*/ 6235893 h 685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59500" h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20" name="Graphic 10">
              <a:extLst>
                <a:ext uri="{FF2B5EF4-FFF2-40B4-BE49-F238E27FC236}">
                  <a16:creationId xmlns:a16="http://schemas.microsoft.com/office/drawing/2014/main" id="{DF5DA89C-9FED-4AE0-8C36-20612E77FAC0}"/>
                </a:ext>
              </a:extLst>
            </p:cNvPr>
            <p:cNvSpPr/>
            <p:nvPr/>
          </p:nvSpPr>
          <p:spPr>
            <a:xfrm rot="2700000">
              <a:off x="10578627" y="5015941"/>
              <a:ext cx="925287" cy="925287"/>
            </a:xfrm>
            <a:custGeom>
              <a:avLst/>
              <a:gdLst>
                <a:gd name="connsiteX0" fmla="*/ 4053340 w 6859500"/>
                <a:gd name="connsiteY0" fmla="*/ 6235893 h 6859500"/>
                <a:gd name="connsiteX1" fmla="*/ 4053340 w 6859500"/>
                <a:gd name="connsiteY1" fmla="*/ 4053340 h 6859500"/>
                <a:gd name="connsiteX2" fmla="*/ 6235893 w 6859500"/>
                <a:gd name="connsiteY2" fmla="*/ 4053340 h 6859500"/>
                <a:gd name="connsiteX3" fmla="*/ 6859501 w 6859500"/>
                <a:gd name="connsiteY3" fmla="*/ 3429731 h 6859500"/>
                <a:gd name="connsiteX4" fmla="*/ 6235893 w 6859500"/>
                <a:gd name="connsiteY4" fmla="*/ 2806123 h 6859500"/>
                <a:gd name="connsiteX5" fmla="*/ 4053340 w 6859500"/>
                <a:gd name="connsiteY5" fmla="*/ 2806123 h 6859500"/>
                <a:gd name="connsiteX6" fmla="*/ 4053340 w 6859500"/>
                <a:gd name="connsiteY6" fmla="*/ 623608 h 6859500"/>
                <a:gd name="connsiteX7" fmla="*/ 3429731 w 6859500"/>
                <a:gd name="connsiteY7" fmla="*/ 0 h 6859500"/>
                <a:gd name="connsiteX8" fmla="*/ 2806123 w 6859500"/>
                <a:gd name="connsiteY8" fmla="*/ 623608 h 6859500"/>
                <a:gd name="connsiteX9" fmla="*/ 2806123 w 6859500"/>
                <a:gd name="connsiteY9" fmla="*/ 2806161 h 6859500"/>
                <a:gd name="connsiteX10" fmla="*/ 623608 w 6859500"/>
                <a:gd name="connsiteY10" fmla="*/ 2806161 h 6859500"/>
                <a:gd name="connsiteX11" fmla="*/ 0 w 6859500"/>
                <a:gd name="connsiteY11" fmla="*/ 3429731 h 6859500"/>
                <a:gd name="connsiteX12" fmla="*/ 623608 w 6859500"/>
                <a:gd name="connsiteY12" fmla="*/ 4053340 h 6859500"/>
                <a:gd name="connsiteX13" fmla="*/ 2806161 w 6859500"/>
                <a:gd name="connsiteY13" fmla="*/ 4053340 h 6859500"/>
                <a:gd name="connsiteX14" fmla="*/ 2806161 w 6859500"/>
                <a:gd name="connsiteY14" fmla="*/ 6235893 h 6859500"/>
                <a:gd name="connsiteX15" fmla="*/ 3429770 w 6859500"/>
                <a:gd name="connsiteY15" fmla="*/ 6859501 h 6859500"/>
                <a:gd name="connsiteX16" fmla="*/ 4053340 w 6859500"/>
                <a:gd name="connsiteY16" fmla="*/ 6235893 h 685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59500" h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21" name="Oval 20">
              <a:extLst>
                <a:ext uri="{FF2B5EF4-FFF2-40B4-BE49-F238E27FC236}">
                  <a16:creationId xmlns:a16="http://schemas.microsoft.com/office/drawing/2014/main" id="{FB98224C-F1DB-4F10-9B7F-93B86BA13F40}"/>
                </a:ext>
              </a:extLst>
            </p:cNvPr>
            <p:cNvSpPr/>
            <p:nvPr/>
          </p:nvSpPr>
          <p:spPr>
            <a:xfrm rot="10800000">
              <a:off x="11622685" y="6102941"/>
              <a:ext cx="261660" cy="261660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 useBgFill="1">
          <p:nvSpPr>
            <p:cNvPr id="22" name="Oval 21">
              <a:extLst>
                <a:ext uri="{FF2B5EF4-FFF2-40B4-BE49-F238E27FC236}">
                  <a16:creationId xmlns:a16="http://schemas.microsoft.com/office/drawing/2014/main" id="{9AE1FC9E-06C9-4A12-8BE7-766C3DA8B9AC}"/>
                </a:ext>
              </a:extLst>
            </p:cNvPr>
            <p:cNvSpPr/>
            <p:nvPr/>
          </p:nvSpPr>
          <p:spPr>
            <a:xfrm rot="10800000">
              <a:off x="11352354" y="406586"/>
              <a:ext cx="474023" cy="474023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 useBgFill="1">
          <p:nvSpPr>
            <p:cNvPr id="23" name="Oval 22">
              <a:extLst>
                <a:ext uri="{FF2B5EF4-FFF2-40B4-BE49-F238E27FC236}">
                  <a16:creationId xmlns:a16="http://schemas.microsoft.com/office/drawing/2014/main" id="{29954B75-D8C7-439C-A014-E644E3E2C0A5}"/>
                </a:ext>
              </a:extLst>
            </p:cNvPr>
            <p:cNvSpPr/>
            <p:nvPr/>
          </p:nvSpPr>
          <p:spPr>
            <a:xfrm rot="10800000">
              <a:off x="1678231" y="427615"/>
              <a:ext cx="334385" cy="334385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2DFD30-2122-4F4A-97B4-D0A849E36C5F}" type="datetime1">
              <a:rPr lang="en-US" smtClean="0"/>
              <a:t>6/20/2023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008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1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944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55" r:id="rId6"/>
    <p:sldLayoutId id="2147483751" r:id="rId7"/>
    <p:sldLayoutId id="2147483752" r:id="rId8"/>
    <p:sldLayoutId id="2147483753" r:id="rId9"/>
    <p:sldLayoutId id="2147483754" r:id="rId10"/>
    <p:sldLayoutId id="214748375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Segoe UI" panose="020B0502040204020203" pitchFamily="34" charset="0"/>
        <a:buChar char="+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Segoe UI" panose="020B0502040204020203" pitchFamily="34" charset="0"/>
        <a:buChar char="+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Segoe UI" panose="020B0502040204020203" pitchFamily="34" charset="0"/>
        <a:buChar char="+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19">
            <a:extLst>
              <a:ext uri="{FF2B5EF4-FFF2-40B4-BE49-F238E27FC236}">
                <a16:creationId xmlns:a16="http://schemas.microsoft.com/office/drawing/2014/main" id="{4E1EF4E8-5513-4BF5-BC41-04645281C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Rectangle 21">
            <a:extLst>
              <a:ext uri="{FF2B5EF4-FFF2-40B4-BE49-F238E27FC236}">
                <a16:creationId xmlns:a16="http://schemas.microsoft.com/office/drawing/2014/main" id="{361EA5BB-A258-4E22-94F4-C79A44136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33" name="Graphic 10">
            <a:extLst>
              <a:ext uri="{FF2B5EF4-FFF2-40B4-BE49-F238E27FC236}">
                <a16:creationId xmlns:a16="http://schemas.microsoft.com/office/drawing/2014/main" id="{C1681E3E-5CD6-4F2C-A12C-6CB7E9B51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07697" y="189413"/>
            <a:ext cx="1261009" cy="1261009"/>
          </a:xfrm>
          <a:custGeom>
            <a:avLst/>
            <a:gdLst>
              <a:gd name="connsiteX0" fmla="*/ 4053340 w 6859500"/>
              <a:gd name="connsiteY0" fmla="*/ 6235893 h 6859500"/>
              <a:gd name="connsiteX1" fmla="*/ 4053340 w 6859500"/>
              <a:gd name="connsiteY1" fmla="*/ 4053340 h 6859500"/>
              <a:gd name="connsiteX2" fmla="*/ 6235893 w 6859500"/>
              <a:gd name="connsiteY2" fmla="*/ 4053340 h 6859500"/>
              <a:gd name="connsiteX3" fmla="*/ 6859501 w 6859500"/>
              <a:gd name="connsiteY3" fmla="*/ 3429731 h 6859500"/>
              <a:gd name="connsiteX4" fmla="*/ 6235893 w 6859500"/>
              <a:gd name="connsiteY4" fmla="*/ 2806123 h 6859500"/>
              <a:gd name="connsiteX5" fmla="*/ 4053340 w 6859500"/>
              <a:gd name="connsiteY5" fmla="*/ 2806123 h 6859500"/>
              <a:gd name="connsiteX6" fmla="*/ 4053340 w 6859500"/>
              <a:gd name="connsiteY6" fmla="*/ 623608 h 6859500"/>
              <a:gd name="connsiteX7" fmla="*/ 3429731 w 6859500"/>
              <a:gd name="connsiteY7" fmla="*/ 0 h 6859500"/>
              <a:gd name="connsiteX8" fmla="*/ 2806123 w 6859500"/>
              <a:gd name="connsiteY8" fmla="*/ 623608 h 6859500"/>
              <a:gd name="connsiteX9" fmla="*/ 2806123 w 6859500"/>
              <a:gd name="connsiteY9" fmla="*/ 2806161 h 6859500"/>
              <a:gd name="connsiteX10" fmla="*/ 623608 w 6859500"/>
              <a:gd name="connsiteY10" fmla="*/ 2806161 h 6859500"/>
              <a:gd name="connsiteX11" fmla="*/ 0 w 6859500"/>
              <a:gd name="connsiteY11" fmla="*/ 3429731 h 6859500"/>
              <a:gd name="connsiteX12" fmla="*/ 623608 w 6859500"/>
              <a:gd name="connsiteY12" fmla="*/ 4053340 h 6859500"/>
              <a:gd name="connsiteX13" fmla="*/ 2806161 w 6859500"/>
              <a:gd name="connsiteY13" fmla="*/ 4053340 h 6859500"/>
              <a:gd name="connsiteX14" fmla="*/ 2806161 w 6859500"/>
              <a:gd name="connsiteY14" fmla="*/ 6235893 h 6859500"/>
              <a:gd name="connsiteX15" fmla="*/ 3429770 w 6859500"/>
              <a:gd name="connsiteY15" fmla="*/ 6859501 h 6859500"/>
              <a:gd name="connsiteX16" fmla="*/ 4053340 w 6859500"/>
              <a:gd name="connsiteY16" fmla="*/ 6235893 h 6859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859500" h="6859500">
                <a:moveTo>
                  <a:pt x="4053340" y="6235893"/>
                </a:moveTo>
                <a:lnTo>
                  <a:pt x="4053340" y="4053340"/>
                </a:lnTo>
                <a:lnTo>
                  <a:pt x="6235893" y="4053340"/>
                </a:lnTo>
                <a:cubicBezTo>
                  <a:pt x="6580293" y="4053340"/>
                  <a:pt x="6859501" y="3774132"/>
                  <a:pt x="6859501" y="3429731"/>
                </a:cubicBezTo>
                <a:cubicBezTo>
                  <a:pt x="6859501" y="3085330"/>
                  <a:pt x="6580332" y="2806123"/>
                  <a:pt x="6235893" y="2806123"/>
                </a:cubicBezTo>
                <a:lnTo>
                  <a:pt x="4053340" y="2806123"/>
                </a:lnTo>
                <a:lnTo>
                  <a:pt x="4053340" y="623608"/>
                </a:lnTo>
                <a:cubicBezTo>
                  <a:pt x="4053340" y="279208"/>
                  <a:pt x="3774171" y="0"/>
                  <a:pt x="3429731" y="0"/>
                </a:cubicBezTo>
                <a:cubicBezTo>
                  <a:pt x="3085330" y="0"/>
                  <a:pt x="2806123" y="279208"/>
                  <a:pt x="2806123" y="623608"/>
                </a:cubicBezTo>
                <a:lnTo>
                  <a:pt x="2806123" y="2806161"/>
                </a:lnTo>
                <a:lnTo>
                  <a:pt x="623608" y="2806161"/>
                </a:lnTo>
                <a:cubicBezTo>
                  <a:pt x="279208" y="2806161"/>
                  <a:pt x="0" y="3085369"/>
                  <a:pt x="0" y="3429731"/>
                </a:cubicBezTo>
                <a:cubicBezTo>
                  <a:pt x="0" y="3774132"/>
                  <a:pt x="279208" y="4053340"/>
                  <a:pt x="623608" y="4053340"/>
                </a:cubicBezTo>
                <a:lnTo>
                  <a:pt x="2806161" y="4053340"/>
                </a:lnTo>
                <a:lnTo>
                  <a:pt x="2806161" y="6235893"/>
                </a:lnTo>
                <a:cubicBezTo>
                  <a:pt x="2806161" y="6580293"/>
                  <a:pt x="3085369" y="6859501"/>
                  <a:pt x="3429770" y="6859501"/>
                </a:cubicBezTo>
                <a:cubicBezTo>
                  <a:pt x="3774171" y="6859501"/>
                  <a:pt x="4053340" y="6580293"/>
                  <a:pt x="4053340" y="6235893"/>
                </a:cubicBezTo>
                <a:close/>
              </a:path>
            </a:pathLst>
          </a:custGeom>
          <a:ln w="3848" cap="flat">
            <a:noFill/>
            <a:prstDash val="solid"/>
            <a:miter/>
          </a:ln>
          <a:effectLst>
            <a:glow rad="152400">
              <a:srgbClr val="000000">
                <a:alpha val="4000"/>
              </a:srgbClr>
            </a:glow>
            <a:outerShdw blurRad="101600" dist="38100" dir="16200000" rotWithShape="0">
              <a:srgbClr val="000000">
                <a:alpha val="5000"/>
              </a:srgb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 useBgFill="1">
        <p:nvSpPr>
          <p:cNvPr id="34" name="Oval 25">
            <a:extLst>
              <a:ext uri="{FF2B5EF4-FFF2-40B4-BE49-F238E27FC236}">
                <a16:creationId xmlns:a16="http://schemas.microsoft.com/office/drawing/2014/main" id="{AC0130CF-E1D3-44A2-9D86-E19155425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624714" y="714761"/>
            <a:ext cx="210312" cy="210312"/>
          </a:xfrm>
          <a:prstGeom prst="ellipse">
            <a:avLst/>
          </a:prstGeom>
          <a:ln w="3848" cap="flat">
            <a:noFill/>
            <a:prstDash val="solid"/>
            <a:miter/>
          </a:ln>
          <a:effectLst>
            <a:glow rad="152400">
              <a:srgbClr val="000000">
                <a:alpha val="4000"/>
              </a:srgbClr>
            </a:glow>
            <a:outerShdw blurRad="101600" dist="38100" dir="16200000" rotWithShape="0">
              <a:srgbClr val="000000">
                <a:alpha val="5000"/>
              </a:srgb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 useBgFill="1">
        <p:nvSpPr>
          <p:cNvPr id="28" name="Oval 27">
            <a:extLst>
              <a:ext uri="{FF2B5EF4-FFF2-40B4-BE49-F238E27FC236}">
                <a16:creationId xmlns:a16="http://schemas.microsoft.com/office/drawing/2014/main" id="{2C97686C-A2F8-40CF-AEF0-1EF408176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889817" y="1563047"/>
            <a:ext cx="297077" cy="297077"/>
          </a:xfrm>
          <a:prstGeom prst="ellipse">
            <a:avLst/>
          </a:prstGeom>
          <a:ln w="3848" cap="flat">
            <a:noFill/>
            <a:prstDash val="solid"/>
            <a:miter/>
          </a:ln>
          <a:effectLst>
            <a:glow rad="152400">
              <a:srgbClr val="000000">
                <a:alpha val="4000"/>
              </a:srgbClr>
            </a:glow>
            <a:outerShdw blurRad="101600" dist="38100" dir="16200000" rotWithShape="0">
              <a:srgbClr val="000000">
                <a:alpha val="5000"/>
              </a:srgb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B021B1-9A4E-CF5F-8E5C-702012A0FA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7410" y="569593"/>
            <a:ext cx="5409162" cy="5749177"/>
          </a:xfrm>
        </p:spPr>
        <p:txBody>
          <a:bodyPr anchor="ctr">
            <a:normAutofit/>
          </a:bodyPr>
          <a:lstStyle/>
          <a:p>
            <a:pPr algn="l"/>
            <a:r>
              <a:rPr lang="en-US" sz="4000" dirty="0"/>
              <a:t>ME300 Summer 2023</a:t>
            </a: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Exam 1 Review</a:t>
            </a:r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DE0821A2-D26F-BFD6-4AEE-24C11EB3E5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465"/>
          <a:stretch/>
        </p:blipFill>
        <p:spPr>
          <a:xfrm>
            <a:off x="6198375" y="575423"/>
            <a:ext cx="5435027" cy="5749177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89BBDA91-32FF-45EE-B6D9-2C861F4E4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198373" y="4163438"/>
            <a:ext cx="5435026" cy="2161161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6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59E90B-F2F2-F2D9-33A4-CD2ACB9813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77000" y="3962400"/>
            <a:ext cx="4953001" cy="2161161"/>
          </a:xfrm>
        </p:spPr>
        <p:txBody>
          <a:bodyPr anchor="b">
            <a:normAutofit/>
          </a:bodyPr>
          <a:lstStyle/>
          <a:p>
            <a:pPr algn="r"/>
            <a:r>
              <a:rPr lang="en-US" sz="2200" dirty="0">
                <a:solidFill>
                  <a:srgbClr val="FFFFFF"/>
                </a:solidFill>
              </a:rPr>
              <a:t>June 20, 2023</a:t>
            </a:r>
          </a:p>
        </p:txBody>
      </p:sp>
      <p:sp useBgFill="1">
        <p:nvSpPr>
          <p:cNvPr id="32" name="Oval 31">
            <a:extLst>
              <a:ext uri="{FF2B5EF4-FFF2-40B4-BE49-F238E27FC236}">
                <a16:creationId xmlns:a16="http://schemas.microsoft.com/office/drawing/2014/main" id="{02997CFC-81F3-4332-9573-27BFEA2C0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1480999" y="4953000"/>
            <a:ext cx="304800" cy="304800"/>
          </a:xfrm>
          <a:prstGeom prst="ellipse">
            <a:avLst/>
          </a:prstGeom>
          <a:ln w="3848" cap="flat">
            <a:noFill/>
            <a:prstDash val="solid"/>
            <a:miter/>
          </a:ln>
          <a:effectLst>
            <a:glow rad="152400">
              <a:srgbClr val="000000">
                <a:alpha val="4000"/>
              </a:srgbClr>
            </a:glow>
            <a:outerShdw blurRad="101600" dist="38100" dir="16200000" rotWithShape="0">
              <a:srgbClr val="000000">
                <a:alpha val="5000"/>
              </a:srgbClr>
            </a:outerShdw>
          </a:effectLst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63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3F218E4-2DE5-0933-4E96-E7FEEB629546}"/>
                  </a:ext>
                </a:extLst>
              </p14:cNvPr>
              <p14:cNvContentPartPr/>
              <p14:nvPr/>
            </p14:nvContentPartPr>
            <p14:xfrm>
              <a:off x="457920" y="691920"/>
              <a:ext cx="10523160" cy="4577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3F218E4-2DE5-0933-4E96-E7FEEB62954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8560" y="682560"/>
                <a:ext cx="10541880" cy="459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29194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D5157B8-3CD2-8E5B-16AE-C5FFEAED95AF}"/>
                  </a:ext>
                </a:extLst>
              </p14:cNvPr>
              <p14:cNvContentPartPr/>
              <p14:nvPr/>
            </p14:nvContentPartPr>
            <p14:xfrm>
              <a:off x="360360" y="170640"/>
              <a:ext cx="11277720" cy="6355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D5157B8-3CD2-8E5B-16AE-C5FFEAED95A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1000" y="161280"/>
                <a:ext cx="11296440" cy="637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86048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9C2B0E7-8AFD-F983-9798-4E42A64F694E}"/>
                  </a:ext>
                </a:extLst>
              </p14:cNvPr>
              <p14:cNvContentPartPr/>
              <p14:nvPr/>
            </p14:nvContentPartPr>
            <p14:xfrm>
              <a:off x="297000" y="130320"/>
              <a:ext cx="11738520" cy="5503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9C2B0E7-8AFD-F983-9798-4E42A64F694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7640" y="120960"/>
                <a:ext cx="11757240" cy="552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16181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4698273-989A-849F-1993-98807CFA0A36}"/>
                  </a:ext>
                </a:extLst>
              </p14:cNvPr>
              <p14:cNvContentPartPr/>
              <p14:nvPr/>
            </p14:nvContentPartPr>
            <p14:xfrm>
              <a:off x="515160" y="151920"/>
              <a:ext cx="11571120" cy="4225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4698273-989A-849F-1993-98807CFA0A3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5800" y="142560"/>
                <a:ext cx="11589840" cy="424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5430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CB7A59E-DFB0-4397-6718-BED9245EABB6}"/>
                  </a:ext>
                </a:extLst>
              </p14:cNvPr>
              <p14:cNvContentPartPr/>
              <p14:nvPr/>
            </p14:nvContentPartPr>
            <p14:xfrm>
              <a:off x="249840" y="222120"/>
              <a:ext cx="11747160" cy="6171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CB7A59E-DFB0-4397-6718-BED9245EABB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0480" y="212760"/>
                <a:ext cx="11765880" cy="619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5132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7A8111B-5678-6446-23E0-4745F6013EF4}"/>
                  </a:ext>
                </a:extLst>
              </p14:cNvPr>
              <p14:cNvContentPartPr/>
              <p14:nvPr/>
            </p14:nvContentPartPr>
            <p14:xfrm>
              <a:off x="429120" y="-16560"/>
              <a:ext cx="11673000" cy="6949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7A8111B-5678-6446-23E0-4745F6013EF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9760" y="-25920"/>
                <a:ext cx="11691720" cy="696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71786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0CDC374-F76D-4D32-546C-9BE9800EC615}"/>
                  </a:ext>
                </a:extLst>
              </p14:cNvPr>
              <p14:cNvContentPartPr/>
              <p14:nvPr/>
            </p14:nvContentPartPr>
            <p14:xfrm>
              <a:off x="348120" y="248040"/>
              <a:ext cx="11677680" cy="6145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0CDC374-F76D-4D32-546C-9BE9800EC6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8760" y="238680"/>
                <a:ext cx="11696400" cy="6164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0132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DA2911C-BD59-17E8-99DD-5B2B2619263A}"/>
                  </a:ext>
                </a:extLst>
              </p14:cNvPr>
              <p14:cNvContentPartPr/>
              <p14:nvPr/>
            </p14:nvContentPartPr>
            <p14:xfrm>
              <a:off x="201960" y="53640"/>
              <a:ext cx="10152000" cy="5412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DA2911C-BD59-17E8-99DD-5B2B261926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2600" y="44280"/>
                <a:ext cx="10170720" cy="543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7511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F9350D9-DADC-E22C-1107-7CE8719F2BB6}"/>
                  </a:ext>
                </a:extLst>
              </p14:cNvPr>
              <p14:cNvContentPartPr/>
              <p14:nvPr/>
            </p14:nvContentPartPr>
            <p14:xfrm>
              <a:off x="144720" y="601920"/>
              <a:ext cx="11397600" cy="5046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F9350D9-DADC-E22C-1107-7CE8719F2BB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5360" y="592560"/>
                <a:ext cx="11416320" cy="506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14546455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XOVTI">
  <a:themeElements>
    <a:clrScheme name="3D">
      <a:dk1>
        <a:sysClr val="windowText" lastClr="000000"/>
      </a:dk1>
      <a:lt1>
        <a:sysClr val="window" lastClr="FFFFFF"/>
      </a:lt1>
      <a:dk2>
        <a:srgbClr val="201449"/>
      </a:dk2>
      <a:lt2>
        <a:srgbClr val="F3F0E9"/>
      </a:lt2>
      <a:accent1>
        <a:srgbClr val="F900A0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954F72"/>
      </a:folHlink>
    </a:clrScheme>
    <a:fontScheme name="Custom 40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imalXOVTI" id="{DC540DBD-7FF5-4942-921A-CFF95ECB90AA}" vid="{E72E4198-D957-48FD-B88D-6DAFC89EAFA2}"/>
    </a:ext>
  </a:extLst>
</a:theme>
</file>

<file path=docMetadata/LabelInfo.xml><?xml version="1.0" encoding="utf-8"?>
<clbl:labelList xmlns:clbl="http://schemas.microsoft.com/office/2020/mipLabelMetadata">
  <clbl:label id="{7cf48d45-3ddb-4389-a9c1-c115526eb52e}" enabled="0" method="" siteId="{7cf48d45-3ddb-4389-a9c1-c115526eb52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13</Words>
  <Application>Microsoft Office PowerPoint</Application>
  <PresentationFormat>Widescreen</PresentationFormat>
  <Paragraphs>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Courier New</vt:lpstr>
      <vt:lpstr>Open sans</vt:lpstr>
      <vt:lpstr>Segoe UI</vt:lpstr>
      <vt:lpstr>MinimalXOVTI</vt:lpstr>
      <vt:lpstr>ME300 Summer 2023   Exam 1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ME300 Summer 2023   Exam 1 Overview</dc:title>
  <dc:creator>O'Connor, Jacqueline Antonia</dc:creator>
  <cp:lastModifiedBy>O'Connor, Jacqueline Antonia</cp:lastModifiedBy>
  <cp:revision>1</cp:revision>
  <dcterms:created xsi:type="dcterms:W3CDTF">2023-06-14T19:07:55Z</dcterms:created>
  <dcterms:modified xsi:type="dcterms:W3CDTF">2023-06-20T23:02:29Z</dcterms:modified>
</cp:coreProperties>
</file>